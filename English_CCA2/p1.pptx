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5143500" cx="9144000"/>
  <p:notesSz cx="6858000" cy="9144000"/>
  <p:embeddedFontLst>
    <p:embeddedFont>
      <p:font typeface="Oswald Medium"/>
      <p:regular r:id="rId40"/>
      <p:bold r:id="rId41"/>
    </p:embeddedFont>
    <p:embeddedFont>
      <p:font typeface="Roboto"/>
      <p:regular r:id="rId42"/>
      <p:bold r:id="rId43"/>
      <p:italic r:id="rId44"/>
      <p:boldItalic r:id="rId45"/>
    </p:embeddedFont>
    <p:embeddedFont>
      <p:font typeface="Bebas Neue"/>
      <p:regular r:id="rId46"/>
    </p:embeddedFont>
    <p:embeddedFont>
      <p:font typeface="Rubik"/>
      <p:regular r:id="rId47"/>
      <p:bold r:id="rId48"/>
      <p:italic r:id="rId49"/>
      <p:boldItalic r:id="rId50"/>
    </p:embeddedFont>
    <p:embeddedFont>
      <p:font typeface="Oswald"/>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swaldMedium-regular.fntdata"/><Relationship Id="rId42" Type="http://schemas.openxmlformats.org/officeDocument/2006/relationships/font" Target="fonts/Roboto-regular.fntdata"/><Relationship Id="rId41" Type="http://schemas.openxmlformats.org/officeDocument/2006/relationships/font" Target="fonts/OswaldMedium-bold.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BebasNeue-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ubik-bold.fntdata"/><Relationship Id="rId47" Type="http://schemas.openxmlformats.org/officeDocument/2006/relationships/font" Target="fonts/Rubik-regular.fntdata"/><Relationship Id="rId49" Type="http://schemas.openxmlformats.org/officeDocument/2006/relationships/font" Target="fonts/Rubik-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swald-regular.fntdata"/><Relationship Id="rId50" Type="http://schemas.openxmlformats.org/officeDocument/2006/relationships/font" Target="fonts/Rubik-boldItalic.fntdata"/><Relationship Id="rId52" Type="http://schemas.openxmlformats.org/officeDocument/2006/relationships/font" Target="fonts/Oswald-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3" name="Google Shape;122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6" name="Google Shape;180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2" name="Google Shape;18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7" name="Google Shape;18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8" name="Google Shape;232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4" name="Google Shape;233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6" name="Shape 2376"/>
        <p:cNvGrpSpPr/>
        <p:nvPr/>
      </p:nvGrpSpPr>
      <p:grpSpPr>
        <a:xfrm>
          <a:off x="0" y="0"/>
          <a:ext cx="0" cy="0"/>
          <a:chOff x="0" y="0"/>
          <a:chExt cx="0" cy="0"/>
        </a:xfrm>
      </p:grpSpPr>
      <p:sp>
        <p:nvSpPr>
          <p:cNvPr id="2377" name="Google Shape;237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6" name="Google Shape;23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2" name="Shape 2802"/>
        <p:cNvGrpSpPr/>
        <p:nvPr/>
      </p:nvGrpSpPr>
      <p:grpSpPr>
        <a:xfrm>
          <a:off x="0" y="0"/>
          <a:ext cx="0" cy="0"/>
          <a:chOff x="0" y="0"/>
          <a:chExt cx="0" cy="0"/>
        </a:xfrm>
      </p:grpSpPr>
      <p:sp>
        <p:nvSpPr>
          <p:cNvPr id="2803" name="Google Shape;280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4" name="Google Shape;28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5" name="Google Shape;290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0" name="Shape 2910"/>
        <p:cNvGrpSpPr/>
        <p:nvPr/>
      </p:nvGrpSpPr>
      <p:grpSpPr>
        <a:xfrm>
          <a:off x="0" y="0"/>
          <a:ext cx="0" cy="0"/>
          <a:chOff x="0" y="0"/>
          <a:chExt cx="0" cy="0"/>
        </a:xfrm>
      </p:grpSpPr>
      <p:sp>
        <p:nvSpPr>
          <p:cNvPr id="2911" name="Google Shape;2911;g16c3dfca014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2" name="Google Shape;2912;g16c3dfca014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6" name="Shape 2916"/>
        <p:cNvGrpSpPr/>
        <p:nvPr/>
      </p:nvGrpSpPr>
      <p:grpSpPr>
        <a:xfrm>
          <a:off x="0" y="0"/>
          <a:ext cx="0" cy="0"/>
          <a:chOff x="0" y="0"/>
          <a:chExt cx="0" cy="0"/>
        </a:xfrm>
      </p:grpSpPr>
      <p:sp>
        <p:nvSpPr>
          <p:cNvPr id="2917" name="Google Shape;2917;g16c3dfca0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8" name="Google Shape;2918;g16c3dfca0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FR" sz="1400">
                <a:solidFill>
                  <a:schemeClr val="dk1"/>
                </a:solidFill>
                <a:latin typeface="Rubik"/>
                <a:ea typeface="Rubik"/>
                <a:cs typeface="Rubik"/>
                <a:sym typeface="Rubik"/>
              </a:rPr>
              <a:t>In 2019, the prevalence of stalking was higher among females (60%) than males (40%)</a:t>
            </a:r>
            <a:endParaRPr sz="1400">
              <a:solidFill>
                <a:schemeClr val="dk1"/>
              </a:solidFill>
              <a:latin typeface="Rubik"/>
              <a:ea typeface="Rubik"/>
              <a:cs typeface="Rubik"/>
              <a:sym typeface="Rubik"/>
            </a:endParaRPr>
          </a:p>
          <a:p>
            <a:pPr indent="0" lvl="0" marL="0" rtl="0" algn="l">
              <a:lnSpc>
                <a:spcPct val="115000"/>
              </a:lnSpc>
              <a:spcBef>
                <a:spcPts val="1200"/>
              </a:spcBef>
              <a:spcAft>
                <a:spcPts val="1200"/>
              </a:spcAft>
              <a:buClr>
                <a:schemeClr val="dk1"/>
              </a:buClr>
              <a:buSzPts val="1100"/>
              <a:buFont typeface="Arial"/>
              <a:buNone/>
            </a:pPr>
            <a:r>
              <a:t/>
            </a:r>
            <a:endParaRPr sz="1400">
              <a:solidFill>
                <a:schemeClr val="dk1"/>
              </a:solidFill>
              <a:latin typeface="Rubik"/>
              <a:ea typeface="Rubik"/>
              <a:cs typeface="Rubik"/>
              <a:sym typeface="Rubik"/>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1" name="Shape 2921"/>
        <p:cNvGrpSpPr/>
        <p:nvPr/>
      </p:nvGrpSpPr>
      <p:grpSpPr>
        <a:xfrm>
          <a:off x="0" y="0"/>
          <a:ext cx="0" cy="0"/>
          <a:chOff x="0" y="0"/>
          <a:chExt cx="0" cy="0"/>
        </a:xfrm>
      </p:grpSpPr>
      <p:sp>
        <p:nvSpPr>
          <p:cNvPr id="2922" name="Google Shape;2922;g16c78b9dc83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3" name="Google Shape;2923;g16c78b9dc83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g16c3dfca01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0" name="Google Shape;2930;g16c3dfca01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FR" sz="1300">
                <a:solidFill>
                  <a:schemeClr val="dk1"/>
                </a:solidFill>
                <a:latin typeface="Calibri"/>
                <a:ea typeface="Calibri"/>
                <a:cs typeface="Calibri"/>
                <a:sym typeface="Calibri"/>
              </a:rPr>
              <a:t>Persons aged 20 to 24 (2.0%) were stalked more often than persons in age groups over 35.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3" name="Shape 2933"/>
        <p:cNvGrpSpPr/>
        <p:nvPr/>
      </p:nvGrpSpPr>
      <p:grpSpPr>
        <a:xfrm>
          <a:off x="0" y="0"/>
          <a:ext cx="0" cy="0"/>
          <a:chOff x="0" y="0"/>
          <a:chExt cx="0" cy="0"/>
        </a:xfrm>
      </p:grpSpPr>
      <p:sp>
        <p:nvSpPr>
          <p:cNvPr id="2934" name="Google Shape;2934;g16c3dfca014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5" name="Google Shape;2935;g16c3dfca014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FR" sz="1400">
                <a:solidFill>
                  <a:schemeClr val="dk1"/>
                </a:solidFill>
                <a:latin typeface="Rubik"/>
                <a:ea typeface="Rubik"/>
                <a:cs typeface="Rubik"/>
                <a:sym typeface="Rubik"/>
              </a:rPr>
              <a:t>and about 65.8% of cyberstalkes victims received unwanted emails or messages using the Internet or social media. Approximately 54.6% were monitored using social media or had unwanted information posted about them on the Internet. About22.3% of all persons were spied on using technologies or had their whereabouts tracked with an electronic device or application.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g16c3dfca01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1" name="Google Shape;2941;g16c3dfca01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FR" sz="1400">
                <a:solidFill>
                  <a:schemeClr val="dk1"/>
                </a:solidFill>
              </a:rPr>
              <a:t>Of the 3.4 million stalking victims in 2019, more than 2.1 million (62%) experienced fear and 2.4 million (69%) experienced substantial emotional distress (table 10). About 1.6 million (45%) victims had an experience that would, by definition, cause a reasonable person to experience fear, including property damage or an attack.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5" name="Shape 2945"/>
        <p:cNvGrpSpPr/>
        <p:nvPr/>
      </p:nvGrpSpPr>
      <p:grpSpPr>
        <a:xfrm>
          <a:off x="0" y="0"/>
          <a:ext cx="0" cy="0"/>
          <a:chOff x="0" y="0"/>
          <a:chExt cx="0" cy="0"/>
        </a:xfrm>
      </p:grpSpPr>
      <p:sp>
        <p:nvSpPr>
          <p:cNvPr id="2946" name="Google Shape;294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7" name="Google Shape;29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7" name="Shape 3537"/>
        <p:cNvGrpSpPr/>
        <p:nvPr/>
      </p:nvGrpSpPr>
      <p:grpSpPr>
        <a:xfrm>
          <a:off x="0" y="0"/>
          <a:ext cx="0" cy="0"/>
          <a:chOff x="0" y="0"/>
          <a:chExt cx="0" cy="0"/>
        </a:xfrm>
      </p:grpSpPr>
      <p:sp>
        <p:nvSpPr>
          <p:cNvPr id="3538" name="Google Shape;353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9" name="Google Shape;353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6" name="Shape 3556"/>
        <p:cNvGrpSpPr/>
        <p:nvPr/>
      </p:nvGrpSpPr>
      <p:grpSpPr>
        <a:xfrm>
          <a:off x="0" y="0"/>
          <a:ext cx="0" cy="0"/>
          <a:chOff x="0" y="0"/>
          <a:chExt cx="0" cy="0"/>
        </a:xfrm>
      </p:grpSpPr>
      <p:sp>
        <p:nvSpPr>
          <p:cNvPr id="3557" name="Google Shape;355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1" name="Shape 3561"/>
        <p:cNvGrpSpPr/>
        <p:nvPr/>
      </p:nvGrpSpPr>
      <p:grpSpPr>
        <a:xfrm>
          <a:off x="0" y="0"/>
          <a:ext cx="0" cy="0"/>
          <a:chOff x="0" y="0"/>
          <a:chExt cx="0" cy="0"/>
        </a:xfrm>
      </p:grpSpPr>
      <p:sp>
        <p:nvSpPr>
          <p:cNvPr id="3562" name="Google Shape;356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6" name="Shape 3566"/>
        <p:cNvGrpSpPr/>
        <p:nvPr/>
      </p:nvGrpSpPr>
      <p:grpSpPr>
        <a:xfrm>
          <a:off x="0" y="0"/>
          <a:ext cx="0" cy="0"/>
          <a:chOff x="0" y="0"/>
          <a:chExt cx="0" cy="0"/>
        </a:xfrm>
      </p:grpSpPr>
      <p:sp>
        <p:nvSpPr>
          <p:cNvPr id="3567" name="Google Shape;356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0" name="Shape 3580"/>
        <p:cNvGrpSpPr/>
        <p:nvPr/>
      </p:nvGrpSpPr>
      <p:grpSpPr>
        <a:xfrm>
          <a:off x="0" y="0"/>
          <a:ext cx="0" cy="0"/>
          <a:chOff x="0" y="0"/>
          <a:chExt cx="0" cy="0"/>
        </a:xfrm>
      </p:grpSpPr>
      <p:sp>
        <p:nvSpPr>
          <p:cNvPr id="3581" name="Google Shape;35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5" name="Shape 3585"/>
        <p:cNvGrpSpPr/>
        <p:nvPr/>
      </p:nvGrpSpPr>
      <p:grpSpPr>
        <a:xfrm>
          <a:off x="0" y="0"/>
          <a:ext cx="0" cy="0"/>
          <a:chOff x="0" y="0"/>
          <a:chExt cx="0" cy="0"/>
        </a:xfrm>
      </p:grpSpPr>
      <p:sp>
        <p:nvSpPr>
          <p:cNvPr id="3586" name="Google Shape;3586;g16c3dfca01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7" name="Google Shape;3587;g16c3dfca01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0" name="Shape 3600"/>
        <p:cNvGrpSpPr/>
        <p:nvPr/>
      </p:nvGrpSpPr>
      <p:grpSpPr>
        <a:xfrm>
          <a:off x="0" y="0"/>
          <a:ext cx="0" cy="0"/>
          <a:chOff x="0" y="0"/>
          <a:chExt cx="0" cy="0"/>
        </a:xfrm>
      </p:grpSpPr>
      <p:sp>
        <p:nvSpPr>
          <p:cNvPr id="3601" name="Google Shape;360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5" name="Shape 3605"/>
        <p:cNvGrpSpPr/>
        <p:nvPr/>
      </p:nvGrpSpPr>
      <p:grpSpPr>
        <a:xfrm>
          <a:off x="0" y="0"/>
          <a:ext cx="0" cy="0"/>
          <a:chOff x="0" y="0"/>
          <a:chExt cx="0" cy="0"/>
        </a:xfrm>
      </p:grpSpPr>
      <p:sp>
        <p:nvSpPr>
          <p:cNvPr id="3606" name="Google Shape;36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4" name="Shape 3614"/>
        <p:cNvGrpSpPr/>
        <p:nvPr/>
      </p:nvGrpSpPr>
      <p:grpSpPr>
        <a:xfrm>
          <a:off x="0" y="0"/>
          <a:ext cx="0" cy="0"/>
          <a:chOff x="0" y="0"/>
          <a:chExt cx="0" cy="0"/>
        </a:xfrm>
      </p:grpSpPr>
      <p:sp>
        <p:nvSpPr>
          <p:cNvPr id="3615" name="Google Shape;36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1" name="Shape 3621"/>
        <p:cNvGrpSpPr/>
        <p:nvPr/>
      </p:nvGrpSpPr>
      <p:grpSpPr>
        <a:xfrm>
          <a:off x="0" y="0"/>
          <a:ext cx="0" cy="0"/>
          <a:chOff x="0" y="0"/>
          <a:chExt cx="0" cy="0"/>
        </a:xfrm>
      </p:grpSpPr>
      <p:sp>
        <p:nvSpPr>
          <p:cNvPr id="3622" name="Google Shape;362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3" name="Google Shape;362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0" name="Shape 4000"/>
        <p:cNvGrpSpPr/>
        <p:nvPr/>
      </p:nvGrpSpPr>
      <p:grpSpPr>
        <a:xfrm>
          <a:off x="0" y="0"/>
          <a:ext cx="0" cy="0"/>
          <a:chOff x="0" y="0"/>
          <a:chExt cx="0" cy="0"/>
        </a:xfrm>
      </p:grpSpPr>
      <p:sp>
        <p:nvSpPr>
          <p:cNvPr id="4001" name="Google Shape;4001;g16c3dfca01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2" name="Google Shape;4002;g16c3dfca01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6" name="Shape 4006"/>
        <p:cNvGrpSpPr/>
        <p:nvPr/>
      </p:nvGrpSpPr>
      <p:grpSpPr>
        <a:xfrm>
          <a:off x="0" y="0"/>
          <a:ext cx="0" cy="0"/>
          <a:chOff x="0" y="0"/>
          <a:chExt cx="0" cy="0"/>
        </a:xfrm>
      </p:grpSpPr>
      <p:sp>
        <p:nvSpPr>
          <p:cNvPr id="4007" name="Google Shape;4007;g16c78b9dc8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8" name="Google Shape;4008;g16c78b9dc8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2" name="Shape 4012"/>
        <p:cNvGrpSpPr/>
        <p:nvPr/>
      </p:nvGrpSpPr>
      <p:grpSpPr>
        <a:xfrm>
          <a:off x="0" y="0"/>
          <a:ext cx="0" cy="0"/>
          <a:chOff x="0" y="0"/>
          <a:chExt cx="0" cy="0"/>
        </a:xfrm>
      </p:grpSpPr>
      <p:sp>
        <p:nvSpPr>
          <p:cNvPr id="4013" name="Google Shape;4013;g16c78b9dc8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4" name="Google Shape;4014;g16c78b9dc8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8" name="Shape 4018"/>
        <p:cNvGrpSpPr/>
        <p:nvPr/>
      </p:nvGrpSpPr>
      <p:grpSpPr>
        <a:xfrm>
          <a:off x="0" y="0"/>
          <a:ext cx="0" cy="0"/>
          <a:chOff x="0" y="0"/>
          <a:chExt cx="0" cy="0"/>
        </a:xfrm>
      </p:grpSpPr>
      <p:sp>
        <p:nvSpPr>
          <p:cNvPr id="4019" name="Google Shape;401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0" name="Google Shape;40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6" name="Shape 4426"/>
        <p:cNvGrpSpPr/>
        <p:nvPr/>
      </p:nvGrpSpPr>
      <p:grpSpPr>
        <a:xfrm>
          <a:off x="0" y="0"/>
          <a:ext cx="0" cy="0"/>
          <a:chOff x="0" y="0"/>
          <a:chExt cx="0" cy="0"/>
        </a:xfrm>
      </p:grpSpPr>
      <p:sp>
        <p:nvSpPr>
          <p:cNvPr id="4427" name="Google Shape;4427;g16c78b9dc8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8" name="Google Shape;4428;g16c78b9dc8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1" name="Shape 4431"/>
        <p:cNvGrpSpPr/>
        <p:nvPr/>
      </p:nvGrpSpPr>
      <p:grpSpPr>
        <a:xfrm>
          <a:off x="0" y="0"/>
          <a:ext cx="0" cy="0"/>
          <a:chOff x="0" y="0"/>
          <a:chExt cx="0" cy="0"/>
        </a:xfrm>
      </p:grpSpPr>
      <p:sp>
        <p:nvSpPr>
          <p:cNvPr id="4432" name="Google Shape;443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3" name="Google Shape;443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6" name="Shape 5176"/>
        <p:cNvGrpSpPr/>
        <p:nvPr/>
      </p:nvGrpSpPr>
      <p:grpSpPr>
        <a:xfrm>
          <a:off x="0" y="0"/>
          <a:ext cx="0" cy="0"/>
          <a:chOff x="0" y="0"/>
          <a:chExt cx="0" cy="0"/>
        </a:xfrm>
      </p:grpSpPr>
      <p:sp>
        <p:nvSpPr>
          <p:cNvPr id="5177" name="Google Shape;517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8" name="Google Shape;517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548025" y="1071725"/>
            <a:ext cx="4265400" cy="255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548025" y="3625025"/>
            <a:ext cx="4265400" cy="47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flipH="1">
            <a:off x="-703140" y="4356612"/>
            <a:ext cx="2409465" cy="1032504"/>
            <a:chOff x="1928075" y="3261300"/>
            <a:chExt cx="1531375" cy="656225"/>
          </a:xfrm>
        </p:grpSpPr>
        <p:sp>
          <p:nvSpPr>
            <p:cNvPr id="12" name="Google Shape;12;p2"/>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2"/>
          <p:cNvGrpSpPr/>
          <p:nvPr/>
        </p:nvGrpSpPr>
        <p:grpSpPr>
          <a:xfrm>
            <a:off x="7402417" y="-286041"/>
            <a:ext cx="2715985" cy="1577610"/>
            <a:chOff x="2037450" y="1549075"/>
            <a:chExt cx="2214600" cy="1286375"/>
          </a:xfrm>
        </p:grpSpPr>
        <p:sp>
          <p:nvSpPr>
            <p:cNvPr id="15" name="Google Shape;15;p2"/>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2"/>
          <p:cNvGrpSpPr/>
          <p:nvPr/>
        </p:nvGrpSpPr>
        <p:grpSpPr>
          <a:xfrm>
            <a:off x="-445420" y="-211808"/>
            <a:ext cx="993433" cy="1136491"/>
            <a:chOff x="5397400" y="2614075"/>
            <a:chExt cx="753800" cy="862350"/>
          </a:xfrm>
        </p:grpSpPr>
        <p:sp>
          <p:nvSpPr>
            <p:cNvPr id="18" name="Google Shape;18;p2"/>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 name="Google Shape;20;p2"/>
          <p:cNvGrpSpPr/>
          <p:nvPr/>
        </p:nvGrpSpPr>
        <p:grpSpPr>
          <a:xfrm rot="-2234539">
            <a:off x="4741220" y="4178515"/>
            <a:ext cx="896821" cy="851358"/>
            <a:chOff x="4741369" y="4178435"/>
            <a:chExt cx="896803" cy="851340"/>
          </a:xfrm>
        </p:grpSpPr>
        <p:grpSp>
          <p:nvGrpSpPr>
            <p:cNvPr id="21" name="Google Shape;21;p2"/>
            <p:cNvGrpSpPr/>
            <p:nvPr/>
          </p:nvGrpSpPr>
          <p:grpSpPr>
            <a:xfrm>
              <a:off x="4741369" y="4178435"/>
              <a:ext cx="896803" cy="851340"/>
              <a:chOff x="1503750" y="154675"/>
              <a:chExt cx="733341" cy="696165"/>
            </a:xfrm>
          </p:grpSpPr>
          <p:sp>
            <p:nvSpPr>
              <p:cNvPr id="22" name="Google Shape;22;p2"/>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2"/>
            <p:cNvGrpSpPr/>
            <p:nvPr/>
          </p:nvGrpSpPr>
          <p:grpSpPr>
            <a:xfrm rot="728027">
              <a:off x="4896064" y="4371944"/>
              <a:ext cx="522241" cy="452053"/>
              <a:chOff x="-3687125" y="3130813"/>
              <a:chExt cx="848975" cy="734875"/>
            </a:xfrm>
          </p:grpSpPr>
          <p:sp>
            <p:nvSpPr>
              <p:cNvPr id="25" name="Google Shape;25;p2"/>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8" name="Google Shape;68;p2"/>
          <p:cNvGrpSpPr/>
          <p:nvPr/>
        </p:nvGrpSpPr>
        <p:grpSpPr>
          <a:xfrm>
            <a:off x="2155375" y="-71225"/>
            <a:ext cx="733341" cy="696165"/>
            <a:chOff x="2155375" y="-71225"/>
            <a:chExt cx="733341" cy="696165"/>
          </a:xfrm>
        </p:grpSpPr>
        <p:grpSp>
          <p:nvGrpSpPr>
            <p:cNvPr id="69" name="Google Shape;69;p2"/>
            <p:cNvGrpSpPr/>
            <p:nvPr/>
          </p:nvGrpSpPr>
          <p:grpSpPr>
            <a:xfrm>
              <a:off x="2155375" y="-71225"/>
              <a:ext cx="733341" cy="696165"/>
              <a:chOff x="1503750" y="154675"/>
              <a:chExt cx="733341" cy="696165"/>
            </a:xfrm>
          </p:grpSpPr>
          <p:sp>
            <p:nvSpPr>
              <p:cNvPr id="70" name="Google Shape;70;p2"/>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 name="Google Shape;72;p2"/>
            <p:cNvGrpSpPr/>
            <p:nvPr/>
          </p:nvGrpSpPr>
          <p:grpSpPr>
            <a:xfrm rot="-965331">
              <a:off x="2325062" y="89521"/>
              <a:ext cx="377871" cy="386176"/>
              <a:chOff x="9295375" y="2920038"/>
              <a:chExt cx="782650" cy="799850"/>
            </a:xfrm>
          </p:grpSpPr>
          <p:sp>
            <p:nvSpPr>
              <p:cNvPr id="73" name="Google Shape;73;p2"/>
              <p:cNvSpPr/>
              <p:nvPr/>
            </p:nvSpPr>
            <p:spPr>
              <a:xfrm>
                <a:off x="9296625" y="2956988"/>
                <a:ext cx="574600" cy="757925"/>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9295375" y="2951738"/>
                <a:ext cx="580850" cy="768150"/>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9346125" y="3101763"/>
                <a:ext cx="115950" cy="111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9341100" y="3232088"/>
                <a:ext cx="104675" cy="111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9360550" y="3353238"/>
                <a:ext cx="82100" cy="11725"/>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9415100" y="2991338"/>
                <a:ext cx="179800" cy="20675"/>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9623075" y="2995888"/>
                <a:ext cx="13800" cy="10050"/>
              </a:xfrm>
              <a:custGeom>
                <a:rect b="b" l="l" r="r" t="t"/>
                <a:pathLst>
                  <a:path extrusionOk="0" h="402" w="552">
                    <a:moveTo>
                      <a:pt x="276" y="0"/>
                    </a:moveTo>
                    <a:cubicBezTo>
                      <a:pt x="0" y="0"/>
                      <a:pt x="0"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9755275" y="3087363"/>
                <a:ext cx="28225" cy="35100"/>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9779075" y="3103663"/>
                <a:ext cx="22600" cy="29450"/>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9641250" y="3529263"/>
                <a:ext cx="25925" cy="14310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9680725" y="3646263"/>
                <a:ext cx="11300" cy="11300"/>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9505275" y="3378088"/>
                <a:ext cx="18200" cy="31975"/>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9524700" y="3379213"/>
                <a:ext cx="16950" cy="31975"/>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9355525" y="3264088"/>
                <a:ext cx="23825" cy="5637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9398125" y="3310413"/>
                <a:ext cx="13200" cy="10050"/>
              </a:xfrm>
              <a:custGeom>
                <a:rect b="b" l="l" r="r" t="t"/>
                <a:pathLst>
                  <a:path extrusionOk="0" h="402" w="528">
                    <a:moveTo>
                      <a:pt x="276" y="1"/>
                    </a:moveTo>
                    <a:cubicBezTo>
                      <a:pt x="1" y="1"/>
                      <a:pt x="1" y="402"/>
                      <a:pt x="276" y="402"/>
                    </a:cubicBezTo>
                    <a:cubicBezTo>
                      <a:pt x="527" y="402"/>
                      <a:pt x="527"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9403150" y="3130988"/>
                <a:ext cx="125950" cy="12825"/>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9570425" y="3131213"/>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9744000" y="3325463"/>
                <a:ext cx="27600" cy="32600"/>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9771575" y="3332988"/>
                <a:ext cx="24450" cy="35100"/>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9858650"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9853650" y="2920038"/>
                <a:ext cx="117850" cy="590375"/>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9878075" y="2970888"/>
                <a:ext cx="69575" cy="55650"/>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9870475" y="3000638"/>
                <a:ext cx="85775" cy="65850"/>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9879950" y="3041538"/>
                <a:ext cx="64750" cy="50500"/>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9886225" y="3074963"/>
                <a:ext cx="57050" cy="4540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9892500" y="3195588"/>
                <a:ext cx="35725" cy="26800"/>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9889575" y="3207738"/>
                <a:ext cx="59950" cy="42600"/>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9878700" y="3241088"/>
                <a:ext cx="64575" cy="51575"/>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9881500" y="3279938"/>
                <a:ext cx="61775" cy="43900"/>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9868825" y="3312213"/>
                <a:ext cx="86525" cy="58200"/>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9891250" y="3346888"/>
                <a:ext cx="60175" cy="47175"/>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9881850" y="3388463"/>
                <a:ext cx="58925" cy="38525"/>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9898750" y="3427088"/>
                <a:ext cx="42025" cy="3212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p:nvPr/>
            </p:nvSpPr>
            <p:spPr>
              <a:xfrm>
                <a:off x="9965175"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9960175" y="2920038"/>
                <a:ext cx="117850" cy="590375"/>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10002150" y="2958588"/>
                <a:ext cx="11925" cy="294375"/>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10030025" y="3009513"/>
                <a:ext cx="14750" cy="125175"/>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10040375" y="3158163"/>
                <a:ext cx="13175" cy="10050"/>
              </a:xfrm>
              <a:custGeom>
                <a:rect b="b" l="l" r="r" t="t"/>
                <a:pathLst>
                  <a:path extrusionOk="0" h="402" w="527">
                    <a:moveTo>
                      <a:pt x="276" y="0"/>
                    </a:moveTo>
                    <a:cubicBezTo>
                      <a:pt x="0" y="0"/>
                      <a:pt x="0" y="402"/>
                      <a:pt x="276" y="402"/>
                    </a:cubicBezTo>
                    <a:cubicBezTo>
                      <a:pt x="526" y="402"/>
                      <a:pt x="52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9994300" y="3307138"/>
                <a:ext cx="14125" cy="142550"/>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9988350" y="3272188"/>
                <a:ext cx="10675" cy="1132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
              <p:cNvSpPr/>
              <p:nvPr/>
            </p:nvSpPr>
            <p:spPr>
              <a:xfrm>
                <a:off x="10028150" y="3355388"/>
                <a:ext cx="12250" cy="82400"/>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10028450" y="3322963"/>
                <a:ext cx="13200" cy="10675"/>
              </a:xfrm>
              <a:custGeom>
                <a:rect b="b" l="l" r="r" t="t"/>
                <a:pathLst>
                  <a:path extrusionOk="0" h="427" w="528">
                    <a:moveTo>
                      <a:pt x="251" y="0"/>
                    </a:moveTo>
                    <a:cubicBezTo>
                      <a:pt x="1" y="0"/>
                      <a:pt x="1" y="426"/>
                      <a:pt x="251" y="426"/>
                    </a:cubicBezTo>
                    <a:cubicBezTo>
                      <a:pt x="527" y="426"/>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15" name="Google Shape;115;p2"/>
          <p:cNvGrpSpPr/>
          <p:nvPr/>
        </p:nvGrpSpPr>
        <p:grpSpPr>
          <a:xfrm flipH="1" rot="-5123517">
            <a:off x="7948817" y="4453422"/>
            <a:ext cx="1957606" cy="838873"/>
            <a:chOff x="1928075" y="3261300"/>
            <a:chExt cx="1531375" cy="656225"/>
          </a:xfrm>
        </p:grpSpPr>
        <p:sp>
          <p:nvSpPr>
            <p:cNvPr id="116" name="Google Shape;116;p2"/>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18" name="Shape 118"/>
        <p:cNvGrpSpPr/>
        <p:nvPr/>
      </p:nvGrpSpPr>
      <p:grpSpPr>
        <a:xfrm>
          <a:off x="0" y="0"/>
          <a:ext cx="0" cy="0"/>
          <a:chOff x="0" y="0"/>
          <a:chExt cx="0" cy="0"/>
        </a:xfrm>
      </p:grpSpPr>
      <p:grpSp>
        <p:nvGrpSpPr>
          <p:cNvPr id="119" name="Google Shape;119;p3"/>
          <p:cNvGrpSpPr/>
          <p:nvPr/>
        </p:nvGrpSpPr>
        <p:grpSpPr>
          <a:xfrm rot="2700000">
            <a:off x="6665929" y="4162624"/>
            <a:ext cx="2413013" cy="1034025"/>
            <a:chOff x="1928075" y="3261300"/>
            <a:chExt cx="1531375" cy="656225"/>
          </a:xfrm>
        </p:grpSpPr>
        <p:sp>
          <p:nvSpPr>
            <p:cNvPr id="120" name="Google Shape;120;p3"/>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 name="Google Shape;122;p3"/>
          <p:cNvGrpSpPr/>
          <p:nvPr/>
        </p:nvGrpSpPr>
        <p:grpSpPr>
          <a:xfrm>
            <a:off x="2192416" y="-357984"/>
            <a:ext cx="1203366" cy="1376656"/>
            <a:chOff x="5397400" y="2614075"/>
            <a:chExt cx="753800" cy="862350"/>
          </a:xfrm>
        </p:grpSpPr>
        <p:sp>
          <p:nvSpPr>
            <p:cNvPr id="123" name="Google Shape;123;p3"/>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 name="Google Shape;125;p3"/>
          <p:cNvGrpSpPr/>
          <p:nvPr/>
        </p:nvGrpSpPr>
        <p:grpSpPr>
          <a:xfrm rot="1823598">
            <a:off x="-495845" y="3272048"/>
            <a:ext cx="2716090" cy="1577671"/>
            <a:chOff x="2037450" y="1549075"/>
            <a:chExt cx="2214600" cy="1286375"/>
          </a:xfrm>
        </p:grpSpPr>
        <p:sp>
          <p:nvSpPr>
            <p:cNvPr id="126" name="Google Shape;126;p3"/>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 name="Google Shape;128;p3"/>
          <p:cNvGrpSpPr/>
          <p:nvPr/>
        </p:nvGrpSpPr>
        <p:grpSpPr>
          <a:xfrm rot="1896622">
            <a:off x="124578" y="591823"/>
            <a:ext cx="1212292" cy="1354453"/>
            <a:chOff x="-7776150" y="-789500"/>
            <a:chExt cx="926525" cy="1035175"/>
          </a:xfrm>
        </p:grpSpPr>
        <p:sp>
          <p:nvSpPr>
            <p:cNvPr id="129" name="Google Shape;129;p3"/>
            <p:cNvSpPr/>
            <p:nvPr/>
          </p:nvSpPr>
          <p:spPr>
            <a:xfrm>
              <a:off x="-7776150" y="-784475"/>
              <a:ext cx="919825" cy="1025125"/>
            </a:xfrm>
            <a:custGeom>
              <a:rect b="b" l="l" r="r" t="t"/>
              <a:pathLst>
                <a:path extrusionOk="0" h="41005" w="36793">
                  <a:moveTo>
                    <a:pt x="13746" y="1"/>
                  </a:moveTo>
                  <a:cubicBezTo>
                    <a:pt x="12184" y="1"/>
                    <a:pt x="10585" y="465"/>
                    <a:pt x="9148" y="1129"/>
                  </a:cubicBezTo>
                  <a:cubicBezTo>
                    <a:pt x="7118" y="2082"/>
                    <a:pt x="5263" y="3485"/>
                    <a:pt x="3935" y="5290"/>
                  </a:cubicBezTo>
                  <a:cubicBezTo>
                    <a:pt x="2782" y="6894"/>
                    <a:pt x="2081" y="8799"/>
                    <a:pt x="1629" y="10728"/>
                  </a:cubicBezTo>
                  <a:cubicBezTo>
                    <a:pt x="0" y="17946"/>
                    <a:pt x="2306" y="26067"/>
                    <a:pt x="7945" y="30854"/>
                  </a:cubicBezTo>
                  <a:cubicBezTo>
                    <a:pt x="9599" y="32257"/>
                    <a:pt x="11454" y="33335"/>
                    <a:pt x="13384" y="34338"/>
                  </a:cubicBezTo>
                  <a:cubicBezTo>
                    <a:pt x="20627" y="38097"/>
                    <a:pt x="28647" y="40378"/>
                    <a:pt x="36792" y="41004"/>
                  </a:cubicBezTo>
                  <a:cubicBezTo>
                    <a:pt x="33359" y="39977"/>
                    <a:pt x="29975" y="38774"/>
                    <a:pt x="26943" y="36919"/>
                  </a:cubicBezTo>
                  <a:cubicBezTo>
                    <a:pt x="23033" y="34563"/>
                    <a:pt x="19650" y="31004"/>
                    <a:pt x="18421" y="26593"/>
                  </a:cubicBezTo>
                  <a:cubicBezTo>
                    <a:pt x="17845" y="24538"/>
                    <a:pt x="17820" y="22157"/>
                    <a:pt x="19148" y="20478"/>
                  </a:cubicBezTo>
                  <a:cubicBezTo>
                    <a:pt x="20025" y="19325"/>
                    <a:pt x="21404" y="18648"/>
                    <a:pt x="22356" y="17571"/>
                  </a:cubicBezTo>
                  <a:cubicBezTo>
                    <a:pt x="23534" y="16217"/>
                    <a:pt x="23935" y="14212"/>
                    <a:pt x="23359" y="12508"/>
                  </a:cubicBezTo>
                  <a:lnTo>
                    <a:pt x="23359" y="12508"/>
                  </a:lnTo>
                  <a:cubicBezTo>
                    <a:pt x="23008" y="13385"/>
                    <a:pt x="22607" y="14262"/>
                    <a:pt x="22181" y="15089"/>
                  </a:cubicBezTo>
                  <a:cubicBezTo>
                    <a:pt x="21705" y="14312"/>
                    <a:pt x="21228" y="13485"/>
                    <a:pt x="20777" y="12658"/>
                  </a:cubicBezTo>
                  <a:cubicBezTo>
                    <a:pt x="20502" y="13560"/>
                    <a:pt x="20101" y="14438"/>
                    <a:pt x="19650" y="15290"/>
                  </a:cubicBezTo>
                  <a:cubicBezTo>
                    <a:pt x="18948" y="14438"/>
                    <a:pt x="18221" y="13586"/>
                    <a:pt x="17469" y="12758"/>
                  </a:cubicBezTo>
                  <a:cubicBezTo>
                    <a:pt x="16767" y="13761"/>
                    <a:pt x="16166" y="14814"/>
                    <a:pt x="15665" y="15916"/>
                  </a:cubicBezTo>
                  <a:cubicBezTo>
                    <a:pt x="15188" y="15089"/>
                    <a:pt x="14737" y="14262"/>
                    <a:pt x="14261" y="13435"/>
                  </a:cubicBezTo>
                  <a:cubicBezTo>
                    <a:pt x="13609" y="13987"/>
                    <a:pt x="12983" y="14563"/>
                    <a:pt x="12331" y="15114"/>
                  </a:cubicBezTo>
                  <a:cubicBezTo>
                    <a:pt x="12281" y="15165"/>
                    <a:pt x="12206" y="15240"/>
                    <a:pt x="12106" y="15240"/>
                  </a:cubicBezTo>
                  <a:cubicBezTo>
                    <a:pt x="12056" y="15240"/>
                    <a:pt x="11980" y="15215"/>
                    <a:pt x="11930" y="15165"/>
                  </a:cubicBezTo>
                  <a:cubicBezTo>
                    <a:pt x="10777" y="14463"/>
                    <a:pt x="9675" y="13661"/>
                    <a:pt x="8672" y="12733"/>
                  </a:cubicBezTo>
                  <a:cubicBezTo>
                    <a:pt x="9524" y="12633"/>
                    <a:pt x="10376" y="12533"/>
                    <a:pt x="11228" y="12433"/>
                  </a:cubicBezTo>
                  <a:cubicBezTo>
                    <a:pt x="11053" y="11480"/>
                    <a:pt x="10903" y="10553"/>
                    <a:pt x="10727" y="9601"/>
                  </a:cubicBezTo>
                  <a:lnTo>
                    <a:pt x="10727" y="9601"/>
                  </a:lnTo>
                  <a:cubicBezTo>
                    <a:pt x="12056" y="10052"/>
                    <a:pt x="13334" y="10603"/>
                    <a:pt x="14587" y="11255"/>
                  </a:cubicBezTo>
                  <a:cubicBezTo>
                    <a:pt x="14612" y="10352"/>
                    <a:pt x="14612" y="9425"/>
                    <a:pt x="14637" y="8498"/>
                  </a:cubicBezTo>
                  <a:cubicBezTo>
                    <a:pt x="15815" y="8974"/>
                    <a:pt x="17043" y="9375"/>
                    <a:pt x="18271" y="9726"/>
                  </a:cubicBezTo>
                  <a:cubicBezTo>
                    <a:pt x="18321" y="8723"/>
                    <a:pt x="18472" y="7746"/>
                    <a:pt x="18672" y="6794"/>
                  </a:cubicBezTo>
                  <a:cubicBezTo>
                    <a:pt x="18697" y="6794"/>
                    <a:pt x="18697" y="6819"/>
                    <a:pt x="18722" y="6819"/>
                  </a:cubicBezTo>
                  <a:cubicBezTo>
                    <a:pt x="20000" y="7370"/>
                    <a:pt x="21329" y="7746"/>
                    <a:pt x="22682" y="7997"/>
                  </a:cubicBezTo>
                  <a:cubicBezTo>
                    <a:pt x="21930" y="6468"/>
                    <a:pt x="21053" y="5014"/>
                    <a:pt x="20025" y="3686"/>
                  </a:cubicBezTo>
                  <a:cubicBezTo>
                    <a:pt x="19073" y="2433"/>
                    <a:pt x="17970" y="1255"/>
                    <a:pt x="16567" y="603"/>
                  </a:cubicBezTo>
                  <a:cubicBezTo>
                    <a:pt x="15673" y="180"/>
                    <a:pt x="14717" y="1"/>
                    <a:pt x="137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7763625" y="-789500"/>
              <a:ext cx="914000" cy="1035175"/>
            </a:xfrm>
            <a:custGeom>
              <a:rect b="b" l="l" r="r" t="t"/>
              <a:pathLst>
                <a:path extrusionOk="0" h="41407" w="36560">
                  <a:moveTo>
                    <a:pt x="13212" y="399"/>
                  </a:moveTo>
                  <a:cubicBezTo>
                    <a:pt x="13903" y="399"/>
                    <a:pt x="14592" y="493"/>
                    <a:pt x="15264" y="704"/>
                  </a:cubicBezTo>
                  <a:cubicBezTo>
                    <a:pt x="16542" y="1105"/>
                    <a:pt x="17595" y="1957"/>
                    <a:pt x="18497" y="2959"/>
                  </a:cubicBezTo>
                  <a:cubicBezTo>
                    <a:pt x="19449" y="4012"/>
                    <a:pt x="20276" y="5215"/>
                    <a:pt x="21003" y="6443"/>
                  </a:cubicBezTo>
                  <a:cubicBezTo>
                    <a:pt x="21282" y="6921"/>
                    <a:pt x="21545" y="7415"/>
                    <a:pt x="21805" y="7912"/>
                  </a:cubicBezTo>
                  <a:lnTo>
                    <a:pt x="21805" y="7912"/>
                  </a:lnTo>
                  <a:cubicBezTo>
                    <a:pt x="20622" y="7665"/>
                    <a:pt x="19446" y="7316"/>
                    <a:pt x="18330" y="6848"/>
                  </a:cubicBezTo>
                  <a:lnTo>
                    <a:pt x="18330" y="6848"/>
                  </a:lnTo>
                  <a:cubicBezTo>
                    <a:pt x="18327" y="6846"/>
                    <a:pt x="18324" y="6845"/>
                    <a:pt x="18321" y="6844"/>
                  </a:cubicBezTo>
                  <a:lnTo>
                    <a:pt x="18321" y="6844"/>
                  </a:lnTo>
                  <a:cubicBezTo>
                    <a:pt x="18321" y="6844"/>
                    <a:pt x="18321" y="6844"/>
                    <a:pt x="18321" y="6844"/>
                  </a:cubicBezTo>
                  <a:cubicBezTo>
                    <a:pt x="18315" y="6842"/>
                    <a:pt x="18309" y="6839"/>
                    <a:pt x="18303" y="6837"/>
                  </a:cubicBezTo>
                  <a:lnTo>
                    <a:pt x="18303" y="6837"/>
                  </a:lnTo>
                  <a:cubicBezTo>
                    <a:pt x="18293" y="6830"/>
                    <a:pt x="18288" y="6819"/>
                    <a:pt x="18271" y="6819"/>
                  </a:cubicBezTo>
                  <a:cubicBezTo>
                    <a:pt x="18241" y="6804"/>
                    <a:pt x="18204" y="6796"/>
                    <a:pt x="18166" y="6796"/>
                  </a:cubicBezTo>
                  <a:cubicBezTo>
                    <a:pt x="18079" y="6796"/>
                    <a:pt x="17988" y="6840"/>
                    <a:pt x="17971" y="6944"/>
                  </a:cubicBezTo>
                  <a:cubicBezTo>
                    <a:pt x="17789" y="7828"/>
                    <a:pt x="17649" y="8732"/>
                    <a:pt x="17587" y="9638"/>
                  </a:cubicBezTo>
                  <a:lnTo>
                    <a:pt x="17587" y="9638"/>
                  </a:lnTo>
                  <a:cubicBezTo>
                    <a:pt x="16439" y="9324"/>
                    <a:pt x="15313" y="8944"/>
                    <a:pt x="14186" y="8498"/>
                  </a:cubicBezTo>
                  <a:cubicBezTo>
                    <a:pt x="14167" y="8491"/>
                    <a:pt x="14147" y="8487"/>
                    <a:pt x="14128" y="8487"/>
                  </a:cubicBezTo>
                  <a:cubicBezTo>
                    <a:pt x="14025" y="8487"/>
                    <a:pt x="13935" y="8593"/>
                    <a:pt x="13935" y="8699"/>
                  </a:cubicBezTo>
                  <a:cubicBezTo>
                    <a:pt x="13913" y="9514"/>
                    <a:pt x="13891" y="10329"/>
                    <a:pt x="13886" y="11127"/>
                  </a:cubicBezTo>
                  <a:lnTo>
                    <a:pt x="13886" y="11127"/>
                  </a:lnTo>
                  <a:cubicBezTo>
                    <a:pt x="12726" y="10541"/>
                    <a:pt x="11522" y="10039"/>
                    <a:pt x="10276" y="9601"/>
                  </a:cubicBezTo>
                  <a:cubicBezTo>
                    <a:pt x="10258" y="9595"/>
                    <a:pt x="10241" y="9592"/>
                    <a:pt x="10224" y="9592"/>
                  </a:cubicBezTo>
                  <a:cubicBezTo>
                    <a:pt x="10098" y="9592"/>
                    <a:pt x="10004" y="9741"/>
                    <a:pt x="10026" y="9852"/>
                  </a:cubicBezTo>
                  <a:cubicBezTo>
                    <a:pt x="10187" y="10728"/>
                    <a:pt x="10327" y="11605"/>
                    <a:pt x="10485" y="12462"/>
                  </a:cubicBezTo>
                  <a:lnTo>
                    <a:pt x="10485" y="12462"/>
                  </a:lnTo>
                  <a:lnTo>
                    <a:pt x="8171" y="12734"/>
                  </a:lnTo>
                  <a:cubicBezTo>
                    <a:pt x="7996" y="12759"/>
                    <a:pt x="7870" y="12959"/>
                    <a:pt x="8021" y="13085"/>
                  </a:cubicBezTo>
                  <a:cubicBezTo>
                    <a:pt x="8973" y="13937"/>
                    <a:pt x="9976" y="14689"/>
                    <a:pt x="11028" y="15366"/>
                  </a:cubicBezTo>
                  <a:cubicBezTo>
                    <a:pt x="11207" y="15477"/>
                    <a:pt x="11406" y="15649"/>
                    <a:pt x="11625" y="15649"/>
                  </a:cubicBezTo>
                  <a:cubicBezTo>
                    <a:pt x="11651" y="15649"/>
                    <a:pt x="11678" y="15647"/>
                    <a:pt x="11705" y="15641"/>
                  </a:cubicBezTo>
                  <a:cubicBezTo>
                    <a:pt x="11930" y="15591"/>
                    <a:pt x="12156" y="15315"/>
                    <a:pt x="12331" y="15165"/>
                  </a:cubicBezTo>
                  <a:cubicBezTo>
                    <a:pt x="12790" y="14750"/>
                    <a:pt x="13249" y="14354"/>
                    <a:pt x="13707" y="13961"/>
                  </a:cubicBezTo>
                  <a:lnTo>
                    <a:pt x="13707" y="13961"/>
                  </a:lnTo>
                  <a:cubicBezTo>
                    <a:pt x="14122" y="14713"/>
                    <a:pt x="14555" y="15465"/>
                    <a:pt x="14988" y="16218"/>
                  </a:cubicBezTo>
                  <a:cubicBezTo>
                    <a:pt x="15027" y="16283"/>
                    <a:pt x="15101" y="16321"/>
                    <a:pt x="15173" y="16321"/>
                  </a:cubicBezTo>
                  <a:cubicBezTo>
                    <a:pt x="15239" y="16321"/>
                    <a:pt x="15303" y="16289"/>
                    <a:pt x="15339" y="16218"/>
                  </a:cubicBezTo>
                  <a:cubicBezTo>
                    <a:pt x="15802" y="15200"/>
                    <a:pt x="16350" y="14225"/>
                    <a:pt x="16983" y="13293"/>
                  </a:cubicBezTo>
                  <a:lnTo>
                    <a:pt x="16983" y="13293"/>
                  </a:lnTo>
                  <a:cubicBezTo>
                    <a:pt x="17676" y="14062"/>
                    <a:pt x="18348" y="14852"/>
                    <a:pt x="18998" y="15641"/>
                  </a:cubicBezTo>
                  <a:cubicBezTo>
                    <a:pt x="19036" y="15679"/>
                    <a:pt x="19086" y="15696"/>
                    <a:pt x="19135" y="15696"/>
                  </a:cubicBezTo>
                  <a:cubicBezTo>
                    <a:pt x="19214" y="15696"/>
                    <a:pt x="19293" y="15653"/>
                    <a:pt x="19324" y="15591"/>
                  </a:cubicBezTo>
                  <a:cubicBezTo>
                    <a:pt x="19722" y="14879"/>
                    <a:pt x="20050" y="14132"/>
                    <a:pt x="20322" y="13379"/>
                  </a:cubicBezTo>
                  <a:lnTo>
                    <a:pt x="20322" y="13379"/>
                  </a:lnTo>
                  <a:cubicBezTo>
                    <a:pt x="20701" y="14056"/>
                    <a:pt x="21085" y="14745"/>
                    <a:pt x="21504" y="15416"/>
                  </a:cubicBezTo>
                  <a:cubicBezTo>
                    <a:pt x="21542" y="15478"/>
                    <a:pt x="21611" y="15510"/>
                    <a:pt x="21680" y="15510"/>
                  </a:cubicBezTo>
                  <a:cubicBezTo>
                    <a:pt x="21749" y="15510"/>
                    <a:pt x="21818" y="15478"/>
                    <a:pt x="21855" y="15416"/>
                  </a:cubicBezTo>
                  <a:cubicBezTo>
                    <a:pt x="22188" y="14730"/>
                    <a:pt x="22506" y="14045"/>
                    <a:pt x="22808" y="13359"/>
                  </a:cubicBezTo>
                  <a:lnTo>
                    <a:pt x="22808" y="13359"/>
                  </a:lnTo>
                  <a:cubicBezTo>
                    <a:pt x="23023" y="14431"/>
                    <a:pt x="22895" y="15571"/>
                    <a:pt x="22407" y="16569"/>
                  </a:cubicBezTo>
                  <a:cubicBezTo>
                    <a:pt x="21805" y="17797"/>
                    <a:pt x="20727" y="18523"/>
                    <a:pt x="19675" y="19351"/>
                  </a:cubicBezTo>
                  <a:cubicBezTo>
                    <a:pt x="18672" y="20178"/>
                    <a:pt x="17895" y="21130"/>
                    <a:pt x="17570" y="22383"/>
                  </a:cubicBezTo>
                  <a:cubicBezTo>
                    <a:pt x="17244" y="23611"/>
                    <a:pt x="17294" y="24914"/>
                    <a:pt x="17545" y="26143"/>
                  </a:cubicBezTo>
                  <a:cubicBezTo>
                    <a:pt x="18597" y="31180"/>
                    <a:pt x="22582" y="35165"/>
                    <a:pt x="26893" y="37646"/>
                  </a:cubicBezTo>
                  <a:cubicBezTo>
                    <a:pt x="29238" y="38989"/>
                    <a:pt x="31744" y="39980"/>
                    <a:pt x="34308" y="40810"/>
                  </a:cubicBezTo>
                  <a:lnTo>
                    <a:pt x="34308" y="40810"/>
                  </a:lnTo>
                  <a:cubicBezTo>
                    <a:pt x="29203" y="40226"/>
                    <a:pt x="24193" y="39018"/>
                    <a:pt x="19399" y="37220"/>
                  </a:cubicBezTo>
                  <a:cubicBezTo>
                    <a:pt x="16692" y="36193"/>
                    <a:pt x="14061" y="34990"/>
                    <a:pt x="11529" y="33586"/>
                  </a:cubicBezTo>
                  <a:cubicBezTo>
                    <a:pt x="9224" y="32283"/>
                    <a:pt x="7093" y="30729"/>
                    <a:pt x="5389" y="28674"/>
                  </a:cubicBezTo>
                  <a:cubicBezTo>
                    <a:pt x="2356" y="25015"/>
                    <a:pt x="803" y="20228"/>
                    <a:pt x="828" y="15491"/>
                  </a:cubicBezTo>
                  <a:cubicBezTo>
                    <a:pt x="828" y="12985"/>
                    <a:pt x="1279" y="10428"/>
                    <a:pt x="2231" y="8097"/>
                  </a:cubicBezTo>
                  <a:cubicBezTo>
                    <a:pt x="2757" y="6844"/>
                    <a:pt x="3484" y="5666"/>
                    <a:pt x="4412" y="4664"/>
                  </a:cubicBezTo>
                  <a:cubicBezTo>
                    <a:pt x="5289" y="3686"/>
                    <a:pt x="6341" y="2859"/>
                    <a:pt x="7469" y="2182"/>
                  </a:cubicBezTo>
                  <a:cubicBezTo>
                    <a:pt x="9167" y="1193"/>
                    <a:pt x="11199" y="399"/>
                    <a:pt x="13212" y="399"/>
                  </a:cubicBezTo>
                  <a:close/>
                  <a:moveTo>
                    <a:pt x="13203" y="1"/>
                  </a:moveTo>
                  <a:cubicBezTo>
                    <a:pt x="11889" y="1"/>
                    <a:pt x="10554" y="309"/>
                    <a:pt x="9324" y="804"/>
                  </a:cubicBezTo>
                  <a:cubicBezTo>
                    <a:pt x="6868" y="1781"/>
                    <a:pt x="4612" y="3411"/>
                    <a:pt x="3108" y="5616"/>
                  </a:cubicBezTo>
                  <a:cubicBezTo>
                    <a:pt x="1580" y="7847"/>
                    <a:pt x="828" y="10579"/>
                    <a:pt x="552" y="13235"/>
                  </a:cubicBezTo>
                  <a:cubicBezTo>
                    <a:pt x="1" y="18047"/>
                    <a:pt x="1128" y="23085"/>
                    <a:pt x="3760" y="27170"/>
                  </a:cubicBezTo>
                  <a:cubicBezTo>
                    <a:pt x="5163" y="29300"/>
                    <a:pt x="6943" y="31105"/>
                    <a:pt x="9048" y="32534"/>
                  </a:cubicBezTo>
                  <a:cubicBezTo>
                    <a:pt x="11504" y="34213"/>
                    <a:pt x="14236" y="35541"/>
                    <a:pt x="16993" y="36694"/>
                  </a:cubicBezTo>
                  <a:cubicBezTo>
                    <a:pt x="22432" y="39000"/>
                    <a:pt x="28221" y="40529"/>
                    <a:pt x="34111" y="41205"/>
                  </a:cubicBezTo>
                  <a:cubicBezTo>
                    <a:pt x="34816" y="41278"/>
                    <a:pt x="35521" y="41351"/>
                    <a:pt x="36226" y="41401"/>
                  </a:cubicBezTo>
                  <a:lnTo>
                    <a:pt x="36226" y="41401"/>
                  </a:lnTo>
                  <a:cubicBezTo>
                    <a:pt x="36231" y="41403"/>
                    <a:pt x="36236" y="41404"/>
                    <a:pt x="36241" y="41406"/>
                  </a:cubicBezTo>
                  <a:cubicBezTo>
                    <a:pt x="36241" y="41405"/>
                    <a:pt x="36241" y="41403"/>
                    <a:pt x="36241" y="41402"/>
                  </a:cubicBezTo>
                  <a:lnTo>
                    <a:pt x="36241" y="41402"/>
                  </a:lnTo>
                  <a:cubicBezTo>
                    <a:pt x="36258" y="41403"/>
                    <a:pt x="36275" y="41405"/>
                    <a:pt x="36291" y="41406"/>
                  </a:cubicBezTo>
                  <a:cubicBezTo>
                    <a:pt x="36299" y="41407"/>
                    <a:pt x="36306" y="41407"/>
                    <a:pt x="36313" y="41407"/>
                  </a:cubicBezTo>
                  <a:cubicBezTo>
                    <a:pt x="36520" y="41407"/>
                    <a:pt x="36560" y="41053"/>
                    <a:pt x="36342" y="41005"/>
                  </a:cubicBezTo>
                  <a:cubicBezTo>
                    <a:pt x="31003" y="39426"/>
                    <a:pt x="25615" y="37270"/>
                    <a:pt x="21780" y="33085"/>
                  </a:cubicBezTo>
                  <a:cubicBezTo>
                    <a:pt x="20101" y="31255"/>
                    <a:pt x="18773" y="29075"/>
                    <a:pt x="18096" y="26669"/>
                  </a:cubicBezTo>
                  <a:cubicBezTo>
                    <a:pt x="17770" y="25441"/>
                    <a:pt x="17620" y="24112"/>
                    <a:pt x="17895" y="22859"/>
                  </a:cubicBezTo>
                  <a:cubicBezTo>
                    <a:pt x="18021" y="22233"/>
                    <a:pt x="18246" y="21631"/>
                    <a:pt x="18572" y="21105"/>
                  </a:cubicBezTo>
                  <a:cubicBezTo>
                    <a:pt x="18948" y="20554"/>
                    <a:pt x="19424" y="20102"/>
                    <a:pt x="19925" y="19701"/>
                  </a:cubicBezTo>
                  <a:cubicBezTo>
                    <a:pt x="21028" y="18799"/>
                    <a:pt x="22206" y="18022"/>
                    <a:pt x="22833" y="16669"/>
                  </a:cubicBezTo>
                  <a:cubicBezTo>
                    <a:pt x="23384" y="15416"/>
                    <a:pt x="23509" y="13962"/>
                    <a:pt x="23058" y="12659"/>
                  </a:cubicBezTo>
                  <a:cubicBezTo>
                    <a:pt x="23022" y="12562"/>
                    <a:pt x="22945" y="12518"/>
                    <a:pt x="22866" y="12518"/>
                  </a:cubicBezTo>
                  <a:cubicBezTo>
                    <a:pt x="22782" y="12518"/>
                    <a:pt x="22696" y="12568"/>
                    <a:pt x="22657" y="12659"/>
                  </a:cubicBezTo>
                  <a:cubicBezTo>
                    <a:pt x="22352" y="13399"/>
                    <a:pt x="22010" y="14140"/>
                    <a:pt x="21662" y="14864"/>
                  </a:cubicBezTo>
                  <a:lnTo>
                    <a:pt x="21662" y="14864"/>
                  </a:lnTo>
                  <a:cubicBezTo>
                    <a:pt x="21251" y="14170"/>
                    <a:pt x="20842" y="13474"/>
                    <a:pt x="20452" y="12759"/>
                  </a:cubicBezTo>
                  <a:cubicBezTo>
                    <a:pt x="20420" y="12696"/>
                    <a:pt x="20358" y="12668"/>
                    <a:pt x="20293" y="12668"/>
                  </a:cubicBezTo>
                  <a:cubicBezTo>
                    <a:pt x="20202" y="12668"/>
                    <a:pt x="20105" y="12722"/>
                    <a:pt x="20076" y="12809"/>
                  </a:cubicBezTo>
                  <a:cubicBezTo>
                    <a:pt x="19828" y="13619"/>
                    <a:pt x="19500" y="14389"/>
                    <a:pt x="19109" y="15118"/>
                  </a:cubicBezTo>
                  <a:lnTo>
                    <a:pt x="19109" y="15118"/>
                  </a:lnTo>
                  <a:cubicBezTo>
                    <a:pt x="18446" y="14340"/>
                    <a:pt x="17782" y="13564"/>
                    <a:pt x="17118" y="12809"/>
                  </a:cubicBezTo>
                  <a:cubicBezTo>
                    <a:pt x="17080" y="12771"/>
                    <a:pt x="17035" y="12754"/>
                    <a:pt x="16989" y="12754"/>
                  </a:cubicBezTo>
                  <a:cubicBezTo>
                    <a:pt x="16914" y="12754"/>
                    <a:pt x="16839" y="12797"/>
                    <a:pt x="16793" y="12859"/>
                  </a:cubicBezTo>
                  <a:cubicBezTo>
                    <a:pt x="16163" y="13759"/>
                    <a:pt x="15614" y="14699"/>
                    <a:pt x="15146" y="15679"/>
                  </a:cubicBezTo>
                  <a:lnTo>
                    <a:pt x="15146" y="15679"/>
                  </a:lnTo>
                  <a:cubicBezTo>
                    <a:pt x="14739" y="14965"/>
                    <a:pt x="14347" y="14250"/>
                    <a:pt x="13935" y="13536"/>
                  </a:cubicBezTo>
                  <a:cubicBezTo>
                    <a:pt x="13892" y="13463"/>
                    <a:pt x="13822" y="13424"/>
                    <a:pt x="13752" y="13424"/>
                  </a:cubicBezTo>
                  <a:cubicBezTo>
                    <a:pt x="13702" y="13424"/>
                    <a:pt x="13651" y="13444"/>
                    <a:pt x="13610" y="13486"/>
                  </a:cubicBezTo>
                  <a:cubicBezTo>
                    <a:pt x="13159" y="13887"/>
                    <a:pt x="12707" y="14263"/>
                    <a:pt x="12256" y="14664"/>
                  </a:cubicBezTo>
                  <a:cubicBezTo>
                    <a:pt x="12156" y="14764"/>
                    <a:pt x="12031" y="14864"/>
                    <a:pt x="11930" y="14965"/>
                  </a:cubicBezTo>
                  <a:cubicBezTo>
                    <a:pt x="11855" y="15015"/>
                    <a:pt x="11705" y="15215"/>
                    <a:pt x="11630" y="15215"/>
                  </a:cubicBezTo>
                  <a:cubicBezTo>
                    <a:pt x="11621" y="15217"/>
                    <a:pt x="11612" y="15218"/>
                    <a:pt x="11602" y="15218"/>
                  </a:cubicBezTo>
                  <a:cubicBezTo>
                    <a:pt x="11507" y="15218"/>
                    <a:pt x="11397" y="15110"/>
                    <a:pt x="11329" y="15065"/>
                  </a:cubicBezTo>
                  <a:cubicBezTo>
                    <a:pt x="11204" y="14990"/>
                    <a:pt x="11078" y="14914"/>
                    <a:pt x="10978" y="14839"/>
                  </a:cubicBezTo>
                  <a:cubicBezTo>
                    <a:pt x="10153" y="14318"/>
                    <a:pt x="9384" y="13721"/>
                    <a:pt x="8655" y="13098"/>
                  </a:cubicBezTo>
                  <a:lnTo>
                    <a:pt x="8655" y="13098"/>
                  </a:lnTo>
                  <a:lnTo>
                    <a:pt x="10727" y="12834"/>
                  </a:lnTo>
                  <a:cubicBezTo>
                    <a:pt x="10853" y="12809"/>
                    <a:pt x="10953" y="12709"/>
                    <a:pt x="10928" y="12584"/>
                  </a:cubicBezTo>
                  <a:cubicBezTo>
                    <a:pt x="10775" y="11752"/>
                    <a:pt x="10641" y="10940"/>
                    <a:pt x="10493" y="10114"/>
                  </a:cubicBezTo>
                  <a:lnTo>
                    <a:pt x="10493" y="10114"/>
                  </a:lnTo>
                  <a:cubicBezTo>
                    <a:pt x="11686" y="10543"/>
                    <a:pt x="12857" y="11055"/>
                    <a:pt x="13986" y="11631"/>
                  </a:cubicBezTo>
                  <a:cubicBezTo>
                    <a:pt x="14018" y="11651"/>
                    <a:pt x="14055" y="11660"/>
                    <a:pt x="14090" y="11660"/>
                  </a:cubicBezTo>
                  <a:cubicBezTo>
                    <a:pt x="14191" y="11660"/>
                    <a:pt x="14286" y="11585"/>
                    <a:pt x="14286" y="11456"/>
                  </a:cubicBezTo>
                  <a:cubicBezTo>
                    <a:pt x="14309" y="10651"/>
                    <a:pt x="14331" y="9826"/>
                    <a:pt x="14336" y="8999"/>
                  </a:cubicBezTo>
                  <a:lnTo>
                    <a:pt x="14336" y="8999"/>
                  </a:lnTo>
                  <a:cubicBezTo>
                    <a:pt x="15437" y="9432"/>
                    <a:pt x="16578" y="9801"/>
                    <a:pt x="17720" y="10127"/>
                  </a:cubicBezTo>
                  <a:cubicBezTo>
                    <a:pt x="17733" y="10130"/>
                    <a:pt x="17746" y="10131"/>
                    <a:pt x="17759" y="10131"/>
                  </a:cubicBezTo>
                  <a:cubicBezTo>
                    <a:pt x="17870" y="10131"/>
                    <a:pt x="17971" y="10039"/>
                    <a:pt x="17971" y="9927"/>
                  </a:cubicBezTo>
                  <a:cubicBezTo>
                    <a:pt x="18040" y="9030"/>
                    <a:pt x="18151" y="8155"/>
                    <a:pt x="18323" y="7281"/>
                  </a:cubicBezTo>
                  <a:lnTo>
                    <a:pt x="18323" y="7281"/>
                  </a:lnTo>
                  <a:cubicBezTo>
                    <a:pt x="19542" y="7788"/>
                    <a:pt x="20825" y="8161"/>
                    <a:pt x="22131" y="8398"/>
                  </a:cubicBezTo>
                  <a:cubicBezTo>
                    <a:pt x="22142" y="8400"/>
                    <a:pt x="22154" y="8400"/>
                    <a:pt x="22165" y="8400"/>
                  </a:cubicBezTo>
                  <a:cubicBezTo>
                    <a:pt x="22325" y="8400"/>
                    <a:pt x="22450" y="8238"/>
                    <a:pt x="22357" y="8097"/>
                  </a:cubicBezTo>
                  <a:cubicBezTo>
                    <a:pt x="21680" y="6719"/>
                    <a:pt x="20903" y="5416"/>
                    <a:pt x="20001" y="4188"/>
                  </a:cubicBezTo>
                  <a:cubicBezTo>
                    <a:pt x="19199" y="3085"/>
                    <a:pt x="18321" y="2032"/>
                    <a:pt x="17219" y="1230"/>
                  </a:cubicBezTo>
                  <a:cubicBezTo>
                    <a:pt x="16010" y="359"/>
                    <a:pt x="14619" y="1"/>
                    <a:pt x="13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7435925" y="-701175"/>
              <a:ext cx="73325" cy="82225"/>
            </a:xfrm>
            <a:custGeom>
              <a:rect b="b" l="l" r="r" t="t"/>
              <a:pathLst>
                <a:path extrusionOk="0" h="3289" w="2933">
                  <a:moveTo>
                    <a:pt x="1206" y="1"/>
                  </a:moveTo>
                  <a:cubicBezTo>
                    <a:pt x="1103" y="1"/>
                    <a:pt x="1001" y="18"/>
                    <a:pt x="903" y="53"/>
                  </a:cubicBezTo>
                  <a:cubicBezTo>
                    <a:pt x="251" y="279"/>
                    <a:pt x="0" y="1181"/>
                    <a:pt x="301" y="2058"/>
                  </a:cubicBezTo>
                  <a:cubicBezTo>
                    <a:pt x="576" y="2798"/>
                    <a:pt x="1154" y="3288"/>
                    <a:pt x="1719" y="3288"/>
                  </a:cubicBezTo>
                  <a:cubicBezTo>
                    <a:pt x="1824" y="3288"/>
                    <a:pt x="1928" y="3271"/>
                    <a:pt x="2030" y="3236"/>
                  </a:cubicBezTo>
                  <a:cubicBezTo>
                    <a:pt x="2657" y="3010"/>
                    <a:pt x="2933" y="2133"/>
                    <a:pt x="2632" y="1231"/>
                  </a:cubicBezTo>
                  <a:cubicBezTo>
                    <a:pt x="2357" y="491"/>
                    <a:pt x="1761" y="1"/>
                    <a:pt x="1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7478525" y="-706150"/>
              <a:ext cx="104600" cy="12200"/>
            </a:xfrm>
            <a:custGeom>
              <a:rect b="b" l="l" r="r" t="t"/>
              <a:pathLst>
                <a:path extrusionOk="0" h="488" w="4184">
                  <a:moveTo>
                    <a:pt x="253" y="0"/>
                  </a:moveTo>
                  <a:cubicBezTo>
                    <a:pt x="0" y="0"/>
                    <a:pt x="8" y="403"/>
                    <a:pt x="276" y="427"/>
                  </a:cubicBezTo>
                  <a:cubicBezTo>
                    <a:pt x="938" y="469"/>
                    <a:pt x="1600" y="487"/>
                    <a:pt x="2267" y="487"/>
                  </a:cubicBezTo>
                  <a:cubicBezTo>
                    <a:pt x="2811" y="487"/>
                    <a:pt x="3358" y="475"/>
                    <a:pt x="3910" y="453"/>
                  </a:cubicBezTo>
                  <a:cubicBezTo>
                    <a:pt x="4153" y="453"/>
                    <a:pt x="4184" y="50"/>
                    <a:pt x="3933" y="50"/>
                  </a:cubicBezTo>
                  <a:cubicBezTo>
                    <a:pt x="3925" y="50"/>
                    <a:pt x="3918" y="51"/>
                    <a:pt x="3910" y="52"/>
                  </a:cubicBezTo>
                  <a:cubicBezTo>
                    <a:pt x="3475" y="69"/>
                    <a:pt x="3043" y="78"/>
                    <a:pt x="2613" y="78"/>
                  </a:cubicBezTo>
                  <a:cubicBezTo>
                    <a:pt x="1830" y="78"/>
                    <a:pt x="1053" y="50"/>
                    <a:pt x="276" y="1"/>
                  </a:cubicBezTo>
                  <a:cubicBezTo>
                    <a:pt x="268" y="1"/>
                    <a:pt x="260" y="0"/>
                    <a:pt x="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7709750" y="-418075"/>
              <a:ext cx="161150" cy="367775"/>
            </a:xfrm>
            <a:custGeom>
              <a:rect b="b" l="l" r="r" t="t"/>
              <a:pathLst>
                <a:path extrusionOk="0" h="14711" w="6446">
                  <a:moveTo>
                    <a:pt x="264" y="1"/>
                  </a:moveTo>
                  <a:cubicBezTo>
                    <a:pt x="158" y="1"/>
                    <a:pt x="51" y="70"/>
                    <a:pt x="51" y="208"/>
                  </a:cubicBezTo>
                  <a:cubicBezTo>
                    <a:pt x="1" y="4393"/>
                    <a:pt x="1304" y="8554"/>
                    <a:pt x="3735" y="11987"/>
                  </a:cubicBezTo>
                  <a:cubicBezTo>
                    <a:pt x="4412" y="12940"/>
                    <a:pt x="5164" y="13842"/>
                    <a:pt x="5991" y="14644"/>
                  </a:cubicBezTo>
                  <a:cubicBezTo>
                    <a:pt x="6038" y="14691"/>
                    <a:pt x="6090" y="14710"/>
                    <a:pt x="6139" y="14710"/>
                  </a:cubicBezTo>
                  <a:cubicBezTo>
                    <a:pt x="6304" y="14710"/>
                    <a:pt x="6446" y="14497"/>
                    <a:pt x="6292" y="14343"/>
                  </a:cubicBezTo>
                  <a:cubicBezTo>
                    <a:pt x="3384" y="11486"/>
                    <a:pt x="1430" y="7702"/>
                    <a:pt x="728" y="3691"/>
                  </a:cubicBezTo>
                  <a:cubicBezTo>
                    <a:pt x="552" y="2539"/>
                    <a:pt x="452" y="1386"/>
                    <a:pt x="477" y="208"/>
                  </a:cubicBezTo>
                  <a:cubicBezTo>
                    <a:pt x="477" y="70"/>
                    <a:pt x="371" y="1"/>
                    <a:pt x="2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7523025" y="-26925"/>
              <a:ext cx="13825" cy="10675"/>
            </a:xfrm>
            <a:custGeom>
              <a:rect b="b" l="l" r="r" t="t"/>
              <a:pathLst>
                <a:path extrusionOk="0" h="427" w="553">
                  <a:moveTo>
                    <a:pt x="276" y="0"/>
                  </a:moveTo>
                  <a:cubicBezTo>
                    <a:pt x="1" y="0"/>
                    <a:pt x="1" y="427"/>
                    <a:pt x="276" y="427"/>
                  </a:cubicBezTo>
                  <a:cubicBezTo>
                    <a:pt x="552" y="427"/>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7598450" y="-258000"/>
              <a:ext cx="335350" cy="367500"/>
            </a:xfrm>
            <a:custGeom>
              <a:rect b="b" l="l" r="r" t="t"/>
              <a:pathLst>
                <a:path extrusionOk="0" h="14700" w="13414">
                  <a:moveTo>
                    <a:pt x="246" y="0"/>
                  </a:moveTo>
                  <a:cubicBezTo>
                    <a:pt x="119" y="0"/>
                    <a:pt x="0" y="96"/>
                    <a:pt x="60" y="246"/>
                  </a:cubicBezTo>
                  <a:cubicBezTo>
                    <a:pt x="1689" y="5158"/>
                    <a:pt x="4948" y="9469"/>
                    <a:pt x="9158" y="12477"/>
                  </a:cubicBezTo>
                  <a:cubicBezTo>
                    <a:pt x="10361" y="13329"/>
                    <a:pt x="11639" y="14055"/>
                    <a:pt x="12993" y="14682"/>
                  </a:cubicBezTo>
                  <a:cubicBezTo>
                    <a:pt x="13023" y="14694"/>
                    <a:pt x="13053" y="14700"/>
                    <a:pt x="13082" y="14700"/>
                  </a:cubicBezTo>
                  <a:cubicBezTo>
                    <a:pt x="13286" y="14700"/>
                    <a:pt x="13413" y="14416"/>
                    <a:pt x="13193" y="14306"/>
                  </a:cubicBezTo>
                  <a:cubicBezTo>
                    <a:pt x="8557" y="12176"/>
                    <a:pt x="4647" y="8542"/>
                    <a:pt x="2166" y="4055"/>
                  </a:cubicBezTo>
                  <a:cubicBezTo>
                    <a:pt x="1489" y="2802"/>
                    <a:pt x="912" y="1499"/>
                    <a:pt x="461" y="146"/>
                  </a:cubicBezTo>
                  <a:cubicBezTo>
                    <a:pt x="421" y="44"/>
                    <a:pt x="331" y="0"/>
                    <a:pt x="2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7399875" y="-68525"/>
              <a:ext cx="115825" cy="135500"/>
            </a:xfrm>
            <a:custGeom>
              <a:rect b="b" l="l" r="r" t="t"/>
              <a:pathLst>
                <a:path extrusionOk="0" h="5420" w="4633">
                  <a:moveTo>
                    <a:pt x="288" y="1"/>
                  </a:moveTo>
                  <a:cubicBezTo>
                    <a:pt x="152" y="1"/>
                    <a:pt x="1" y="156"/>
                    <a:pt x="87" y="311"/>
                  </a:cubicBezTo>
                  <a:cubicBezTo>
                    <a:pt x="1015" y="2341"/>
                    <a:pt x="2443" y="4070"/>
                    <a:pt x="4248" y="5374"/>
                  </a:cubicBezTo>
                  <a:cubicBezTo>
                    <a:pt x="4284" y="5406"/>
                    <a:pt x="4322" y="5419"/>
                    <a:pt x="4357" y="5419"/>
                  </a:cubicBezTo>
                  <a:cubicBezTo>
                    <a:pt x="4515" y="5419"/>
                    <a:pt x="4633" y="5146"/>
                    <a:pt x="4448" y="5023"/>
                  </a:cubicBezTo>
                  <a:cubicBezTo>
                    <a:pt x="2719" y="3745"/>
                    <a:pt x="1340" y="2065"/>
                    <a:pt x="438" y="111"/>
                  </a:cubicBezTo>
                  <a:cubicBezTo>
                    <a:pt x="407" y="32"/>
                    <a:pt x="349" y="1"/>
                    <a:pt x="2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7450975" y="-124050"/>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7386425" y="-294975"/>
              <a:ext cx="29700" cy="114100"/>
            </a:xfrm>
            <a:custGeom>
              <a:rect b="b" l="l" r="r" t="t"/>
              <a:pathLst>
                <a:path extrusionOk="0" h="4564" w="1188">
                  <a:moveTo>
                    <a:pt x="943" y="1"/>
                  </a:moveTo>
                  <a:cubicBezTo>
                    <a:pt x="857" y="1"/>
                    <a:pt x="768" y="45"/>
                    <a:pt x="727" y="146"/>
                  </a:cubicBezTo>
                  <a:cubicBezTo>
                    <a:pt x="226" y="1499"/>
                    <a:pt x="0" y="2928"/>
                    <a:pt x="76" y="4356"/>
                  </a:cubicBezTo>
                  <a:cubicBezTo>
                    <a:pt x="76" y="4494"/>
                    <a:pt x="182" y="4563"/>
                    <a:pt x="285" y="4563"/>
                  </a:cubicBezTo>
                  <a:cubicBezTo>
                    <a:pt x="389" y="4563"/>
                    <a:pt x="489" y="4494"/>
                    <a:pt x="477" y="4356"/>
                  </a:cubicBezTo>
                  <a:cubicBezTo>
                    <a:pt x="426" y="2953"/>
                    <a:pt x="627" y="1575"/>
                    <a:pt x="1128" y="246"/>
                  </a:cubicBezTo>
                  <a:cubicBezTo>
                    <a:pt x="1188" y="97"/>
                    <a:pt x="1070" y="1"/>
                    <a:pt x="9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a:off x="-7353850" y="-318275"/>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7510500" y="-350625"/>
              <a:ext cx="18825" cy="31125"/>
            </a:xfrm>
            <a:custGeom>
              <a:rect b="b" l="l" r="r" t="t"/>
              <a:pathLst>
                <a:path extrusionOk="0" h="1245" w="753">
                  <a:moveTo>
                    <a:pt x="515" y="0"/>
                  </a:moveTo>
                  <a:cubicBezTo>
                    <a:pt x="463" y="0"/>
                    <a:pt x="412" y="20"/>
                    <a:pt x="377" y="66"/>
                  </a:cubicBezTo>
                  <a:cubicBezTo>
                    <a:pt x="151" y="317"/>
                    <a:pt x="1" y="668"/>
                    <a:pt x="26" y="1044"/>
                  </a:cubicBezTo>
                  <a:cubicBezTo>
                    <a:pt x="26" y="1144"/>
                    <a:pt x="126" y="1244"/>
                    <a:pt x="226" y="1244"/>
                  </a:cubicBezTo>
                  <a:cubicBezTo>
                    <a:pt x="352" y="1244"/>
                    <a:pt x="452" y="1144"/>
                    <a:pt x="452" y="1044"/>
                  </a:cubicBezTo>
                  <a:cubicBezTo>
                    <a:pt x="452" y="993"/>
                    <a:pt x="452" y="968"/>
                    <a:pt x="452" y="918"/>
                  </a:cubicBezTo>
                  <a:cubicBezTo>
                    <a:pt x="452" y="918"/>
                    <a:pt x="452" y="893"/>
                    <a:pt x="452" y="868"/>
                  </a:cubicBezTo>
                  <a:cubicBezTo>
                    <a:pt x="452" y="843"/>
                    <a:pt x="452" y="818"/>
                    <a:pt x="452" y="793"/>
                  </a:cubicBezTo>
                  <a:cubicBezTo>
                    <a:pt x="452" y="793"/>
                    <a:pt x="477" y="768"/>
                    <a:pt x="477" y="743"/>
                  </a:cubicBezTo>
                  <a:cubicBezTo>
                    <a:pt x="477" y="718"/>
                    <a:pt x="477" y="693"/>
                    <a:pt x="502" y="643"/>
                  </a:cubicBezTo>
                  <a:cubicBezTo>
                    <a:pt x="502" y="643"/>
                    <a:pt x="502" y="618"/>
                    <a:pt x="502" y="618"/>
                  </a:cubicBezTo>
                  <a:cubicBezTo>
                    <a:pt x="527" y="592"/>
                    <a:pt x="527" y="592"/>
                    <a:pt x="527" y="592"/>
                  </a:cubicBezTo>
                  <a:cubicBezTo>
                    <a:pt x="527" y="567"/>
                    <a:pt x="552" y="517"/>
                    <a:pt x="577" y="492"/>
                  </a:cubicBezTo>
                  <a:cubicBezTo>
                    <a:pt x="577" y="467"/>
                    <a:pt x="602" y="442"/>
                    <a:pt x="627" y="417"/>
                  </a:cubicBezTo>
                  <a:cubicBezTo>
                    <a:pt x="627" y="392"/>
                    <a:pt x="627" y="392"/>
                    <a:pt x="653" y="392"/>
                  </a:cubicBezTo>
                  <a:cubicBezTo>
                    <a:pt x="653" y="379"/>
                    <a:pt x="653" y="373"/>
                    <a:pt x="649" y="373"/>
                  </a:cubicBezTo>
                  <a:cubicBezTo>
                    <a:pt x="646" y="373"/>
                    <a:pt x="640" y="379"/>
                    <a:pt x="627" y="392"/>
                  </a:cubicBezTo>
                  <a:cubicBezTo>
                    <a:pt x="627" y="392"/>
                    <a:pt x="653" y="367"/>
                    <a:pt x="678" y="342"/>
                  </a:cubicBezTo>
                  <a:cubicBezTo>
                    <a:pt x="753" y="267"/>
                    <a:pt x="753" y="141"/>
                    <a:pt x="678" y="66"/>
                  </a:cubicBezTo>
                  <a:cubicBezTo>
                    <a:pt x="637" y="26"/>
                    <a:pt x="576" y="0"/>
                    <a:pt x="5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7489175" y="-344125"/>
              <a:ext cx="20075" cy="26650"/>
            </a:xfrm>
            <a:custGeom>
              <a:rect b="b" l="l" r="r" t="t"/>
              <a:pathLst>
                <a:path extrusionOk="0" h="1066" w="803">
                  <a:moveTo>
                    <a:pt x="577" y="0"/>
                  </a:moveTo>
                  <a:cubicBezTo>
                    <a:pt x="520" y="0"/>
                    <a:pt x="464" y="19"/>
                    <a:pt x="426" y="57"/>
                  </a:cubicBezTo>
                  <a:cubicBezTo>
                    <a:pt x="226" y="257"/>
                    <a:pt x="100" y="533"/>
                    <a:pt x="25" y="809"/>
                  </a:cubicBezTo>
                  <a:cubicBezTo>
                    <a:pt x="0" y="909"/>
                    <a:pt x="50" y="1034"/>
                    <a:pt x="175" y="1059"/>
                  </a:cubicBezTo>
                  <a:cubicBezTo>
                    <a:pt x="193" y="1064"/>
                    <a:pt x="211" y="1066"/>
                    <a:pt x="229" y="1066"/>
                  </a:cubicBezTo>
                  <a:cubicBezTo>
                    <a:pt x="316" y="1066"/>
                    <a:pt x="405" y="1017"/>
                    <a:pt x="426" y="934"/>
                  </a:cubicBezTo>
                  <a:cubicBezTo>
                    <a:pt x="447" y="850"/>
                    <a:pt x="468" y="784"/>
                    <a:pt x="489" y="721"/>
                  </a:cubicBezTo>
                  <a:lnTo>
                    <a:pt x="489" y="721"/>
                  </a:lnTo>
                  <a:cubicBezTo>
                    <a:pt x="486" y="724"/>
                    <a:pt x="482" y="728"/>
                    <a:pt x="476" y="733"/>
                  </a:cubicBezTo>
                  <a:cubicBezTo>
                    <a:pt x="484" y="719"/>
                    <a:pt x="491" y="704"/>
                    <a:pt x="500" y="688"/>
                  </a:cubicBezTo>
                  <a:lnTo>
                    <a:pt x="500" y="688"/>
                  </a:lnTo>
                  <a:cubicBezTo>
                    <a:pt x="496" y="699"/>
                    <a:pt x="493" y="710"/>
                    <a:pt x="489" y="721"/>
                  </a:cubicBezTo>
                  <a:lnTo>
                    <a:pt x="489" y="721"/>
                  </a:lnTo>
                  <a:cubicBezTo>
                    <a:pt x="501" y="708"/>
                    <a:pt x="501" y="703"/>
                    <a:pt x="501" y="685"/>
                  </a:cubicBezTo>
                  <a:lnTo>
                    <a:pt x="501" y="685"/>
                  </a:lnTo>
                  <a:cubicBezTo>
                    <a:pt x="501" y="686"/>
                    <a:pt x="500" y="687"/>
                    <a:pt x="500" y="688"/>
                  </a:cubicBezTo>
                  <a:lnTo>
                    <a:pt x="500" y="688"/>
                  </a:lnTo>
                  <a:cubicBezTo>
                    <a:pt x="500" y="687"/>
                    <a:pt x="501" y="685"/>
                    <a:pt x="501" y="683"/>
                  </a:cubicBezTo>
                  <a:lnTo>
                    <a:pt x="501" y="683"/>
                  </a:lnTo>
                  <a:cubicBezTo>
                    <a:pt x="501" y="684"/>
                    <a:pt x="501" y="685"/>
                    <a:pt x="501" y="685"/>
                  </a:cubicBezTo>
                  <a:lnTo>
                    <a:pt x="501" y="685"/>
                  </a:lnTo>
                  <a:cubicBezTo>
                    <a:pt x="550" y="596"/>
                    <a:pt x="613" y="496"/>
                    <a:pt x="677" y="433"/>
                  </a:cubicBezTo>
                  <a:cubicBezTo>
                    <a:pt x="652" y="433"/>
                    <a:pt x="652" y="458"/>
                    <a:pt x="627" y="458"/>
                  </a:cubicBezTo>
                  <a:cubicBezTo>
                    <a:pt x="652" y="433"/>
                    <a:pt x="702" y="383"/>
                    <a:pt x="727" y="358"/>
                  </a:cubicBezTo>
                  <a:cubicBezTo>
                    <a:pt x="802" y="282"/>
                    <a:pt x="802" y="132"/>
                    <a:pt x="727" y="57"/>
                  </a:cubicBezTo>
                  <a:cubicBezTo>
                    <a:pt x="689" y="19"/>
                    <a:pt x="633"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7638925" y="-617650"/>
              <a:ext cx="55325" cy="219325"/>
            </a:xfrm>
            <a:custGeom>
              <a:rect b="b" l="l" r="r" t="t"/>
              <a:pathLst>
                <a:path extrusionOk="0" h="8773" w="2213">
                  <a:moveTo>
                    <a:pt x="1922" y="1"/>
                  </a:moveTo>
                  <a:cubicBezTo>
                    <a:pt x="1873" y="1"/>
                    <a:pt x="1823" y="21"/>
                    <a:pt x="1780" y="70"/>
                  </a:cubicBezTo>
                  <a:cubicBezTo>
                    <a:pt x="1328" y="547"/>
                    <a:pt x="1028" y="1148"/>
                    <a:pt x="802" y="1775"/>
                  </a:cubicBezTo>
                  <a:cubicBezTo>
                    <a:pt x="551" y="2527"/>
                    <a:pt x="376" y="3278"/>
                    <a:pt x="251" y="4030"/>
                  </a:cubicBezTo>
                  <a:cubicBezTo>
                    <a:pt x="0" y="5559"/>
                    <a:pt x="25" y="7113"/>
                    <a:pt x="251" y="8617"/>
                  </a:cubicBezTo>
                  <a:cubicBezTo>
                    <a:pt x="271" y="8727"/>
                    <a:pt x="346" y="8773"/>
                    <a:pt x="427" y="8773"/>
                  </a:cubicBezTo>
                  <a:cubicBezTo>
                    <a:pt x="549" y="8773"/>
                    <a:pt x="682" y="8667"/>
                    <a:pt x="652" y="8517"/>
                  </a:cubicBezTo>
                  <a:cubicBezTo>
                    <a:pt x="426" y="7063"/>
                    <a:pt x="426" y="5584"/>
                    <a:pt x="652" y="4156"/>
                  </a:cubicBezTo>
                  <a:cubicBezTo>
                    <a:pt x="777" y="3454"/>
                    <a:pt x="927" y="2777"/>
                    <a:pt x="1153" y="2101"/>
                  </a:cubicBezTo>
                  <a:cubicBezTo>
                    <a:pt x="1353" y="1474"/>
                    <a:pt x="1629" y="847"/>
                    <a:pt x="2080" y="346"/>
                  </a:cubicBezTo>
                  <a:cubicBezTo>
                    <a:pt x="2213" y="195"/>
                    <a:pt x="2074"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p:nvPr/>
          </p:nvSpPr>
          <p:spPr>
            <a:xfrm>
              <a:off x="-7690825" y="-666425"/>
              <a:ext cx="88975" cy="147800"/>
            </a:xfrm>
            <a:custGeom>
              <a:rect b="b" l="l" r="r" t="t"/>
              <a:pathLst>
                <a:path extrusionOk="0" h="5912" w="3559">
                  <a:moveTo>
                    <a:pt x="3263" y="0"/>
                  </a:moveTo>
                  <a:cubicBezTo>
                    <a:pt x="3217" y="0"/>
                    <a:pt x="3169" y="20"/>
                    <a:pt x="3129" y="67"/>
                  </a:cubicBezTo>
                  <a:cubicBezTo>
                    <a:pt x="1600" y="1620"/>
                    <a:pt x="547" y="3550"/>
                    <a:pt x="46" y="5656"/>
                  </a:cubicBezTo>
                  <a:cubicBezTo>
                    <a:pt x="1" y="5806"/>
                    <a:pt x="137" y="5912"/>
                    <a:pt x="264" y="5912"/>
                  </a:cubicBezTo>
                  <a:cubicBezTo>
                    <a:pt x="347" y="5912"/>
                    <a:pt x="427" y="5866"/>
                    <a:pt x="447" y="5756"/>
                  </a:cubicBezTo>
                  <a:cubicBezTo>
                    <a:pt x="923" y="3726"/>
                    <a:pt x="1951" y="1871"/>
                    <a:pt x="3404" y="367"/>
                  </a:cubicBezTo>
                  <a:cubicBezTo>
                    <a:pt x="3558" y="213"/>
                    <a:pt x="341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p:nvPr/>
          </p:nvSpPr>
          <p:spPr>
            <a:xfrm>
              <a:off x="-7544950" y="-607625"/>
              <a:ext cx="23825" cy="26375"/>
            </a:xfrm>
            <a:custGeom>
              <a:rect b="b" l="l" r="r" t="t"/>
              <a:pathLst>
                <a:path extrusionOk="0" h="1055" w="953">
                  <a:moveTo>
                    <a:pt x="679" y="0"/>
                  </a:moveTo>
                  <a:cubicBezTo>
                    <a:pt x="650" y="0"/>
                    <a:pt x="623" y="6"/>
                    <a:pt x="602" y="20"/>
                  </a:cubicBezTo>
                  <a:cubicBezTo>
                    <a:pt x="326" y="196"/>
                    <a:pt x="126" y="471"/>
                    <a:pt x="26" y="797"/>
                  </a:cubicBezTo>
                  <a:cubicBezTo>
                    <a:pt x="0" y="897"/>
                    <a:pt x="51" y="1023"/>
                    <a:pt x="176" y="1048"/>
                  </a:cubicBezTo>
                  <a:cubicBezTo>
                    <a:pt x="193" y="1052"/>
                    <a:pt x="210" y="1054"/>
                    <a:pt x="228" y="1054"/>
                  </a:cubicBezTo>
                  <a:cubicBezTo>
                    <a:pt x="315" y="1054"/>
                    <a:pt x="406" y="1002"/>
                    <a:pt x="427" y="897"/>
                  </a:cubicBezTo>
                  <a:cubicBezTo>
                    <a:pt x="427" y="873"/>
                    <a:pt x="451" y="823"/>
                    <a:pt x="476" y="774"/>
                  </a:cubicBezTo>
                  <a:lnTo>
                    <a:pt x="476" y="774"/>
                  </a:lnTo>
                  <a:lnTo>
                    <a:pt x="452" y="822"/>
                  </a:lnTo>
                  <a:cubicBezTo>
                    <a:pt x="474" y="755"/>
                    <a:pt x="516" y="669"/>
                    <a:pt x="578" y="598"/>
                  </a:cubicBezTo>
                  <a:lnTo>
                    <a:pt x="578" y="598"/>
                  </a:lnTo>
                  <a:cubicBezTo>
                    <a:pt x="577" y="605"/>
                    <a:pt x="577" y="613"/>
                    <a:pt x="577" y="622"/>
                  </a:cubicBezTo>
                  <a:cubicBezTo>
                    <a:pt x="619" y="559"/>
                    <a:pt x="678" y="497"/>
                    <a:pt x="740" y="434"/>
                  </a:cubicBezTo>
                  <a:lnTo>
                    <a:pt x="740" y="434"/>
                  </a:lnTo>
                  <a:cubicBezTo>
                    <a:pt x="761" y="414"/>
                    <a:pt x="782" y="396"/>
                    <a:pt x="802" y="396"/>
                  </a:cubicBezTo>
                  <a:cubicBezTo>
                    <a:pt x="903" y="321"/>
                    <a:pt x="953" y="196"/>
                    <a:pt x="878" y="95"/>
                  </a:cubicBezTo>
                  <a:cubicBezTo>
                    <a:pt x="842" y="41"/>
                    <a:pt x="753" y="0"/>
                    <a:pt x="6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
            <p:cNvSpPr/>
            <p:nvPr/>
          </p:nvSpPr>
          <p:spPr>
            <a:xfrm>
              <a:off x="-7519250" y="-603225"/>
              <a:ext cx="17550" cy="19775"/>
            </a:xfrm>
            <a:custGeom>
              <a:rect b="b" l="l" r="r" t="t"/>
              <a:pathLst>
                <a:path extrusionOk="0" h="791" w="702">
                  <a:moveTo>
                    <a:pt x="526" y="1"/>
                  </a:moveTo>
                  <a:cubicBezTo>
                    <a:pt x="501" y="1"/>
                    <a:pt x="476" y="7"/>
                    <a:pt x="451" y="20"/>
                  </a:cubicBezTo>
                  <a:lnTo>
                    <a:pt x="401" y="20"/>
                  </a:lnTo>
                  <a:cubicBezTo>
                    <a:pt x="351" y="45"/>
                    <a:pt x="326" y="70"/>
                    <a:pt x="326" y="95"/>
                  </a:cubicBezTo>
                  <a:cubicBezTo>
                    <a:pt x="226" y="220"/>
                    <a:pt x="125" y="346"/>
                    <a:pt x="50" y="471"/>
                  </a:cubicBezTo>
                  <a:cubicBezTo>
                    <a:pt x="25" y="496"/>
                    <a:pt x="25" y="521"/>
                    <a:pt x="25" y="546"/>
                  </a:cubicBezTo>
                  <a:cubicBezTo>
                    <a:pt x="0" y="571"/>
                    <a:pt x="0" y="621"/>
                    <a:pt x="25" y="646"/>
                  </a:cubicBezTo>
                  <a:cubicBezTo>
                    <a:pt x="25" y="696"/>
                    <a:pt x="75" y="747"/>
                    <a:pt x="125" y="772"/>
                  </a:cubicBezTo>
                  <a:cubicBezTo>
                    <a:pt x="150" y="784"/>
                    <a:pt x="175" y="790"/>
                    <a:pt x="201" y="790"/>
                  </a:cubicBezTo>
                  <a:cubicBezTo>
                    <a:pt x="226" y="790"/>
                    <a:pt x="251" y="784"/>
                    <a:pt x="276" y="772"/>
                  </a:cubicBezTo>
                  <a:lnTo>
                    <a:pt x="326" y="772"/>
                  </a:lnTo>
                  <a:cubicBezTo>
                    <a:pt x="351" y="747"/>
                    <a:pt x="376" y="721"/>
                    <a:pt x="401" y="696"/>
                  </a:cubicBezTo>
                  <a:cubicBezTo>
                    <a:pt x="501" y="571"/>
                    <a:pt x="576" y="446"/>
                    <a:pt x="677" y="320"/>
                  </a:cubicBezTo>
                  <a:cubicBezTo>
                    <a:pt x="702" y="295"/>
                    <a:pt x="702" y="270"/>
                    <a:pt x="702" y="245"/>
                  </a:cubicBezTo>
                  <a:cubicBezTo>
                    <a:pt x="702" y="220"/>
                    <a:pt x="702" y="195"/>
                    <a:pt x="702" y="145"/>
                  </a:cubicBezTo>
                  <a:cubicBezTo>
                    <a:pt x="677" y="95"/>
                    <a:pt x="652" y="45"/>
                    <a:pt x="602" y="20"/>
                  </a:cubicBezTo>
                  <a:cubicBezTo>
                    <a:pt x="576" y="7"/>
                    <a:pt x="551" y="1"/>
                    <a:pt x="5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
            <p:cNvSpPr/>
            <p:nvPr/>
          </p:nvSpPr>
          <p:spPr>
            <a:xfrm>
              <a:off x="-7578150" y="-357750"/>
              <a:ext cx="14425" cy="42775"/>
            </a:xfrm>
            <a:custGeom>
              <a:rect b="b" l="l" r="r" t="t"/>
              <a:pathLst>
                <a:path extrusionOk="0" h="1711" w="577">
                  <a:moveTo>
                    <a:pt x="276" y="0"/>
                  </a:moveTo>
                  <a:cubicBezTo>
                    <a:pt x="151" y="0"/>
                    <a:pt x="75" y="101"/>
                    <a:pt x="50" y="201"/>
                  </a:cubicBezTo>
                  <a:cubicBezTo>
                    <a:pt x="0" y="652"/>
                    <a:pt x="50" y="1128"/>
                    <a:pt x="151" y="1554"/>
                  </a:cubicBezTo>
                  <a:cubicBezTo>
                    <a:pt x="171" y="1659"/>
                    <a:pt x="262" y="1711"/>
                    <a:pt x="350" y="1711"/>
                  </a:cubicBezTo>
                  <a:cubicBezTo>
                    <a:pt x="367" y="1711"/>
                    <a:pt x="384" y="1709"/>
                    <a:pt x="401" y="1705"/>
                  </a:cubicBezTo>
                  <a:cubicBezTo>
                    <a:pt x="526" y="1679"/>
                    <a:pt x="577" y="1554"/>
                    <a:pt x="552" y="1454"/>
                  </a:cubicBezTo>
                  <a:cubicBezTo>
                    <a:pt x="451" y="1053"/>
                    <a:pt x="426" y="627"/>
                    <a:pt x="476" y="201"/>
                  </a:cubicBezTo>
                  <a:cubicBezTo>
                    <a:pt x="476" y="101"/>
                    <a:pt x="37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p:nvPr/>
          </p:nvSpPr>
          <p:spPr>
            <a:xfrm>
              <a:off x="-7481675" y="-228325"/>
              <a:ext cx="13200" cy="22225"/>
            </a:xfrm>
            <a:custGeom>
              <a:rect b="b" l="l" r="r" t="t"/>
              <a:pathLst>
                <a:path extrusionOk="0" h="889" w="528">
                  <a:moveTo>
                    <a:pt x="211" y="1"/>
                  </a:moveTo>
                  <a:cubicBezTo>
                    <a:pt x="193" y="1"/>
                    <a:pt x="173" y="4"/>
                    <a:pt x="151" y="11"/>
                  </a:cubicBezTo>
                  <a:cubicBezTo>
                    <a:pt x="101" y="36"/>
                    <a:pt x="76" y="61"/>
                    <a:pt x="51" y="112"/>
                  </a:cubicBezTo>
                  <a:cubicBezTo>
                    <a:pt x="1" y="162"/>
                    <a:pt x="1" y="212"/>
                    <a:pt x="26" y="262"/>
                  </a:cubicBezTo>
                  <a:cubicBezTo>
                    <a:pt x="51" y="412"/>
                    <a:pt x="76" y="588"/>
                    <a:pt x="101" y="738"/>
                  </a:cubicBezTo>
                  <a:cubicBezTo>
                    <a:pt x="126" y="788"/>
                    <a:pt x="176" y="838"/>
                    <a:pt x="201" y="863"/>
                  </a:cubicBezTo>
                  <a:cubicBezTo>
                    <a:pt x="251" y="888"/>
                    <a:pt x="327" y="888"/>
                    <a:pt x="377" y="888"/>
                  </a:cubicBezTo>
                  <a:cubicBezTo>
                    <a:pt x="427" y="863"/>
                    <a:pt x="477" y="838"/>
                    <a:pt x="502" y="788"/>
                  </a:cubicBezTo>
                  <a:cubicBezTo>
                    <a:pt x="527" y="738"/>
                    <a:pt x="527" y="688"/>
                    <a:pt x="502" y="613"/>
                  </a:cubicBezTo>
                  <a:cubicBezTo>
                    <a:pt x="477" y="462"/>
                    <a:pt x="452" y="312"/>
                    <a:pt x="427" y="162"/>
                  </a:cubicBezTo>
                  <a:cubicBezTo>
                    <a:pt x="402" y="112"/>
                    <a:pt x="377" y="61"/>
                    <a:pt x="327" y="36"/>
                  </a:cubicBezTo>
                  <a:cubicBezTo>
                    <a:pt x="291" y="19"/>
                    <a:pt x="256" y="1"/>
                    <a:pt x="2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
            <p:cNvSpPr/>
            <p:nvPr/>
          </p:nvSpPr>
          <p:spPr>
            <a:xfrm>
              <a:off x="-7209725" y="114675"/>
              <a:ext cx="39500" cy="25875"/>
            </a:xfrm>
            <a:custGeom>
              <a:rect b="b" l="l" r="r" t="t"/>
              <a:pathLst>
                <a:path extrusionOk="0" h="1035" w="1580">
                  <a:moveTo>
                    <a:pt x="229" y="1"/>
                  </a:moveTo>
                  <a:cubicBezTo>
                    <a:pt x="176" y="1"/>
                    <a:pt x="125" y="26"/>
                    <a:pt x="100" y="76"/>
                  </a:cubicBezTo>
                  <a:cubicBezTo>
                    <a:pt x="0" y="151"/>
                    <a:pt x="25" y="276"/>
                    <a:pt x="100" y="352"/>
                  </a:cubicBezTo>
                  <a:cubicBezTo>
                    <a:pt x="401" y="727"/>
                    <a:pt x="852" y="978"/>
                    <a:pt x="1303" y="1028"/>
                  </a:cubicBezTo>
                  <a:cubicBezTo>
                    <a:pt x="1321" y="1033"/>
                    <a:pt x="1338" y="1035"/>
                    <a:pt x="1357" y="1035"/>
                  </a:cubicBezTo>
                  <a:cubicBezTo>
                    <a:pt x="1444" y="1035"/>
                    <a:pt x="1533" y="986"/>
                    <a:pt x="1554" y="903"/>
                  </a:cubicBezTo>
                  <a:cubicBezTo>
                    <a:pt x="1579" y="803"/>
                    <a:pt x="1529" y="652"/>
                    <a:pt x="1429" y="627"/>
                  </a:cubicBezTo>
                  <a:cubicBezTo>
                    <a:pt x="1303" y="627"/>
                    <a:pt x="1203" y="602"/>
                    <a:pt x="1103" y="552"/>
                  </a:cubicBezTo>
                  <a:cubicBezTo>
                    <a:pt x="1078" y="552"/>
                    <a:pt x="1053" y="552"/>
                    <a:pt x="1028" y="527"/>
                  </a:cubicBezTo>
                  <a:lnTo>
                    <a:pt x="1003" y="527"/>
                  </a:lnTo>
                  <a:cubicBezTo>
                    <a:pt x="952" y="502"/>
                    <a:pt x="902" y="477"/>
                    <a:pt x="852" y="452"/>
                  </a:cubicBezTo>
                  <a:cubicBezTo>
                    <a:pt x="802" y="427"/>
                    <a:pt x="752" y="402"/>
                    <a:pt x="727" y="377"/>
                  </a:cubicBezTo>
                  <a:cubicBezTo>
                    <a:pt x="702" y="352"/>
                    <a:pt x="677" y="326"/>
                    <a:pt x="652" y="326"/>
                  </a:cubicBezTo>
                  <a:cubicBezTo>
                    <a:pt x="652" y="326"/>
                    <a:pt x="627" y="301"/>
                    <a:pt x="627" y="301"/>
                  </a:cubicBezTo>
                  <a:cubicBezTo>
                    <a:pt x="526" y="226"/>
                    <a:pt x="451" y="151"/>
                    <a:pt x="376" y="76"/>
                  </a:cubicBezTo>
                  <a:cubicBezTo>
                    <a:pt x="338" y="26"/>
                    <a:pt x="282" y="1"/>
                    <a:pt x="2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
            <p:cNvSpPr/>
            <p:nvPr/>
          </p:nvSpPr>
          <p:spPr>
            <a:xfrm>
              <a:off x="-7286800" y="-374050"/>
              <a:ext cx="13800" cy="10675"/>
            </a:xfrm>
            <a:custGeom>
              <a:rect b="b" l="l" r="r" t="t"/>
              <a:pathLst>
                <a:path extrusionOk="0" h="427"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3"/>
          <p:cNvGrpSpPr/>
          <p:nvPr/>
        </p:nvGrpSpPr>
        <p:grpSpPr>
          <a:xfrm>
            <a:off x="8082017" y="1737668"/>
            <a:ext cx="836768" cy="1575550"/>
            <a:chOff x="15707400" y="-1187712"/>
            <a:chExt cx="734200" cy="1382425"/>
          </a:xfrm>
        </p:grpSpPr>
        <p:sp>
          <p:nvSpPr>
            <p:cNvPr id="151" name="Google Shape;151;p3"/>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 name="Google Shape;185;p3"/>
          <p:cNvGrpSpPr/>
          <p:nvPr/>
        </p:nvGrpSpPr>
        <p:grpSpPr>
          <a:xfrm flipH="1">
            <a:off x="6600110" y="-204788"/>
            <a:ext cx="2409465" cy="1032504"/>
            <a:chOff x="1928075" y="3261300"/>
            <a:chExt cx="1531375" cy="656225"/>
          </a:xfrm>
        </p:grpSpPr>
        <p:sp>
          <p:nvSpPr>
            <p:cNvPr id="186" name="Google Shape;186;p3"/>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 name="Google Shape;188;p3"/>
          <p:cNvSpPr txBox="1"/>
          <p:nvPr>
            <p:ph type="title"/>
          </p:nvPr>
        </p:nvSpPr>
        <p:spPr>
          <a:xfrm>
            <a:off x="2135550" y="1664325"/>
            <a:ext cx="4872900" cy="157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13100">
                <a:solidFill>
                  <a:schemeClr val="dk2"/>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89" name="Google Shape;189;p3"/>
          <p:cNvSpPr txBox="1"/>
          <p:nvPr>
            <p:ph idx="1" type="subTitle"/>
          </p:nvPr>
        </p:nvSpPr>
        <p:spPr>
          <a:xfrm>
            <a:off x="2135550" y="3240000"/>
            <a:ext cx="4872900" cy="80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0" name="Shape 190"/>
        <p:cNvGrpSpPr/>
        <p:nvPr/>
      </p:nvGrpSpPr>
      <p:grpSpPr>
        <a:xfrm>
          <a:off x="0" y="0"/>
          <a:ext cx="0" cy="0"/>
          <a:chOff x="0" y="0"/>
          <a:chExt cx="0" cy="0"/>
        </a:xfrm>
      </p:grpSpPr>
      <p:grpSp>
        <p:nvGrpSpPr>
          <p:cNvPr id="191" name="Google Shape;191;p4"/>
          <p:cNvGrpSpPr/>
          <p:nvPr/>
        </p:nvGrpSpPr>
        <p:grpSpPr>
          <a:xfrm>
            <a:off x="-91012" y="445025"/>
            <a:ext cx="771745" cy="732622"/>
            <a:chOff x="-91012" y="445025"/>
            <a:chExt cx="771745" cy="732622"/>
          </a:xfrm>
        </p:grpSpPr>
        <p:grpSp>
          <p:nvGrpSpPr>
            <p:cNvPr id="192" name="Google Shape;192;p4"/>
            <p:cNvGrpSpPr/>
            <p:nvPr/>
          </p:nvGrpSpPr>
          <p:grpSpPr>
            <a:xfrm>
              <a:off x="-91012" y="445025"/>
              <a:ext cx="771745" cy="732622"/>
              <a:chOff x="-91012" y="445025"/>
              <a:chExt cx="771745" cy="732622"/>
            </a:xfrm>
          </p:grpSpPr>
          <p:sp>
            <p:nvSpPr>
              <p:cNvPr id="193" name="Google Shape;193;p4"/>
              <p:cNvSpPr/>
              <p:nvPr/>
            </p:nvSpPr>
            <p:spPr>
              <a:xfrm>
                <a:off x="-76617" y="449808"/>
                <a:ext cx="750413" cy="722865"/>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
              <p:cNvSpPr/>
              <p:nvPr/>
            </p:nvSpPr>
            <p:spPr>
              <a:xfrm>
                <a:off x="-91012" y="445025"/>
                <a:ext cx="771745" cy="732622"/>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 name="Google Shape;195;p4"/>
            <p:cNvGrpSpPr/>
            <p:nvPr/>
          </p:nvGrpSpPr>
          <p:grpSpPr>
            <a:xfrm flipH="1" rot="964828">
              <a:off x="80111" y="618637"/>
              <a:ext cx="392191" cy="400810"/>
              <a:chOff x="9295375" y="2920038"/>
              <a:chExt cx="782650" cy="799850"/>
            </a:xfrm>
          </p:grpSpPr>
          <p:sp>
            <p:nvSpPr>
              <p:cNvPr id="196" name="Google Shape;196;p4"/>
              <p:cNvSpPr/>
              <p:nvPr/>
            </p:nvSpPr>
            <p:spPr>
              <a:xfrm>
                <a:off x="9296625" y="2956988"/>
                <a:ext cx="574600" cy="757925"/>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
              <p:cNvSpPr/>
              <p:nvPr/>
            </p:nvSpPr>
            <p:spPr>
              <a:xfrm>
                <a:off x="9295375" y="2951738"/>
                <a:ext cx="580850" cy="768150"/>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
              <p:cNvSpPr/>
              <p:nvPr/>
            </p:nvSpPr>
            <p:spPr>
              <a:xfrm>
                <a:off x="9346125" y="3101763"/>
                <a:ext cx="115950" cy="111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
              <p:cNvSpPr/>
              <p:nvPr/>
            </p:nvSpPr>
            <p:spPr>
              <a:xfrm>
                <a:off x="9341100" y="3232088"/>
                <a:ext cx="104675" cy="111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
              <p:cNvSpPr/>
              <p:nvPr/>
            </p:nvSpPr>
            <p:spPr>
              <a:xfrm>
                <a:off x="9360550" y="3353238"/>
                <a:ext cx="82100" cy="11725"/>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p:nvPr/>
            </p:nvSpPr>
            <p:spPr>
              <a:xfrm>
                <a:off x="9415100" y="2991338"/>
                <a:ext cx="179800" cy="20675"/>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
              <p:cNvSpPr/>
              <p:nvPr/>
            </p:nvSpPr>
            <p:spPr>
              <a:xfrm>
                <a:off x="9623075" y="2995888"/>
                <a:ext cx="13800" cy="10050"/>
              </a:xfrm>
              <a:custGeom>
                <a:rect b="b" l="l" r="r" t="t"/>
                <a:pathLst>
                  <a:path extrusionOk="0" h="402" w="552">
                    <a:moveTo>
                      <a:pt x="276" y="0"/>
                    </a:moveTo>
                    <a:cubicBezTo>
                      <a:pt x="0" y="0"/>
                      <a:pt x="0"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p:nvPr/>
            </p:nvSpPr>
            <p:spPr>
              <a:xfrm>
                <a:off x="9755275" y="3087363"/>
                <a:ext cx="28225" cy="35100"/>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
              <p:cNvSpPr/>
              <p:nvPr/>
            </p:nvSpPr>
            <p:spPr>
              <a:xfrm>
                <a:off x="9779075" y="3103663"/>
                <a:ext cx="22600" cy="29450"/>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
              <p:cNvSpPr/>
              <p:nvPr/>
            </p:nvSpPr>
            <p:spPr>
              <a:xfrm>
                <a:off x="9641250" y="3529263"/>
                <a:ext cx="25925" cy="14310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
              <p:cNvSpPr/>
              <p:nvPr/>
            </p:nvSpPr>
            <p:spPr>
              <a:xfrm>
                <a:off x="9680725" y="3646263"/>
                <a:ext cx="11300" cy="11300"/>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
              <p:cNvSpPr/>
              <p:nvPr/>
            </p:nvSpPr>
            <p:spPr>
              <a:xfrm>
                <a:off x="9505275" y="3378088"/>
                <a:ext cx="18200" cy="31975"/>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
              <p:cNvSpPr/>
              <p:nvPr/>
            </p:nvSpPr>
            <p:spPr>
              <a:xfrm>
                <a:off x="9524700" y="3379213"/>
                <a:ext cx="16950" cy="31975"/>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
              <p:cNvSpPr/>
              <p:nvPr/>
            </p:nvSpPr>
            <p:spPr>
              <a:xfrm>
                <a:off x="9355525" y="3264088"/>
                <a:ext cx="23825" cy="5637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
              <p:cNvSpPr/>
              <p:nvPr/>
            </p:nvSpPr>
            <p:spPr>
              <a:xfrm>
                <a:off x="9398125" y="3310413"/>
                <a:ext cx="13200" cy="10050"/>
              </a:xfrm>
              <a:custGeom>
                <a:rect b="b" l="l" r="r" t="t"/>
                <a:pathLst>
                  <a:path extrusionOk="0" h="402" w="528">
                    <a:moveTo>
                      <a:pt x="276" y="1"/>
                    </a:moveTo>
                    <a:cubicBezTo>
                      <a:pt x="1" y="1"/>
                      <a:pt x="1" y="402"/>
                      <a:pt x="276" y="402"/>
                    </a:cubicBezTo>
                    <a:cubicBezTo>
                      <a:pt x="527" y="402"/>
                      <a:pt x="527"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
              <p:cNvSpPr/>
              <p:nvPr/>
            </p:nvSpPr>
            <p:spPr>
              <a:xfrm>
                <a:off x="9403150" y="3130988"/>
                <a:ext cx="125950" cy="12825"/>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
              <p:cNvSpPr/>
              <p:nvPr/>
            </p:nvSpPr>
            <p:spPr>
              <a:xfrm>
                <a:off x="9570425" y="3131213"/>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
              <p:cNvSpPr/>
              <p:nvPr/>
            </p:nvSpPr>
            <p:spPr>
              <a:xfrm>
                <a:off x="9744000" y="3325463"/>
                <a:ext cx="27600" cy="32600"/>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
              <p:cNvSpPr/>
              <p:nvPr/>
            </p:nvSpPr>
            <p:spPr>
              <a:xfrm>
                <a:off x="9771575" y="3332988"/>
                <a:ext cx="24450" cy="35100"/>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
              <p:cNvSpPr/>
              <p:nvPr/>
            </p:nvSpPr>
            <p:spPr>
              <a:xfrm>
                <a:off x="9858650"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p:nvPr/>
            </p:nvSpPr>
            <p:spPr>
              <a:xfrm>
                <a:off x="9853650" y="2920038"/>
                <a:ext cx="117850" cy="590375"/>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4"/>
              <p:cNvSpPr/>
              <p:nvPr/>
            </p:nvSpPr>
            <p:spPr>
              <a:xfrm>
                <a:off x="9878075" y="2970888"/>
                <a:ext cx="69575" cy="55650"/>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p:nvPr/>
            </p:nvSpPr>
            <p:spPr>
              <a:xfrm>
                <a:off x="9870475" y="3000638"/>
                <a:ext cx="85775" cy="65850"/>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
              <p:cNvSpPr/>
              <p:nvPr/>
            </p:nvSpPr>
            <p:spPr>
              <a:xfrm>
                <a:off x="9879950" y="3041538"/>
                <a:ext cx="64750" cy="50500"/>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
              <p:cNvSpPr/>
              <p:nvPr/>
            </p:nvSpPr>
            <p:spPr>
              <a:xfrm>
                <a:off x="9886225" y="3074963"/>
                <a:ext cx="57050" cy="4540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
              <p:cNvSpPr/>
              <p:nvPr/>
            </p:nvSpPr>
            <p:spPr>
              <a:xfrm>
                <a:off x="9892500" y="3195588"/>
                <a:ext cx="35725" cy="26800"/>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p:nvPr/>
            </p:nvSpPr>
            <p:spPr>
              <a:xfrm>
                <a:off x="9889575" y="3207738"/>
                <a:ext cx="59950" cy="42600"/>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p:nvPr/>
            </p:nvSpPr>
            <p:spPr>
              <a:xfrm>
                <a:off x="9878700" y="3241088"/>
                <a:ext cx="64575" cy="51575"/>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
              <p:cNvSpPr/>
              <p:nvPr/>
            </p:nvSpPr>
            <p:spPr>
              <a:xfrm>
                <a:off x="9881500" y="3279938"/>
                <a:ext cx="61775" cy="43900"/>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
              <p:cNvSpPr/>
              <p:nvPr/>
            </p:nvSpPr>
            <p:spPr>
              <a:xfrm>
                <a:off x="9868825" y="3312213"/>
                <a:ext cx="86525" cy="58200"/>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
              <p:cNvSpPr/>
              <p:nvPr/>
            </p:nvSpPr>
            <p:spPr>
              <a:xfrm>
                <a:off x="9891250" y="3346888"/>
                <a:ext cx="60175" cy="47175"/>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4"/>
              <p:cNvSpPr/>
              <p:nvPr/>
            </p:nvSpPr>
            <p:spPr>
              <a:xfrm>
                <a:off x="9881850" y="3388463"/>
                <a:ext cx="58925" cy="38525"/>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
              <p:cNvSpPr/>
              <p:nvPr/>
            </p:nvSpPr>
            <p:spPr>
              <a:xfrm>
                <a:off x="9898750" y="3427088"/>
                <a:ext cx="42025" cy="3212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
              <p:cNvSpPr/>
              <p:nvPr/>
            </p:nvSpPr>
            <p:spPr>
              <a:xfrm>
                <a:off x="9965175"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
              <p:cNvSpPr/>
              <p:nvPr/>
            </p:nvSpPr>
            <p:spPr>
              <a:xfrm>
                <a:off x="9960175" y="2920038"/>
                <a:ext cx="117850" cy="590375"/>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
              <p:cNvSpPr/>
              <p:nvPr/>
            </p:nvSpPr>
            <p:spPr>
              <a:xfrm>
                <a:off x="10002150" y="2958588"/>
                <a:ext cx="11925" cy="294375"/>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
              <p:cNvSpPr/>
              <p:nvPr/>
            </p:nvSpPr>
            <p:spPr>
              <a:xfrm>
                <a:off x="10030025" y="3009513"/>
                <a:ext cx="14750" cy="125175"/>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4"/>
              <p:cNvSpPr/>
              <p:nvPr/>
            </p:nvSpPr>
            <p:spPr>
              <a:xfrm>
                <a:off x="10040375" y="3158163"/>
                <a:ext cx="13175" cy="10050"/>
              </a:xfrm>
              <a:custGeom>
                <a:rect b="b" l="l" r="r" t="t"/>
                <a:pathLst>
                  <a:path extrusionOk="0" h="402" w="527">
                    <a:moveTo>
                      <a:pt x="276" y="0"/>
                    </a:moveTo>
                    <a:cubicBezTo>
                      <a:pt x="0" y="0"/>
                      <a:pt x="0" y="402"/>
                      <a:pt x="276" y="402"/>
                    </a:cubicBezTo>
                    <a:cubicBezTo>
                      <a:pt x="526" y="402"/>
                      <a:pt x="52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
              <p:cNvSpPr/>
              <p:nvPr/>
            </p:nvSpPr>
            <p:spPr>
              <a:xfrm>
                <a:off x="9994300" y="3307138"/>
                <a:ext cx="14125" cy="142550"/>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
              <p:cNvSpPr/>
              <p:nvPr/>
            </p:nvSpPr>
            <p:spPr>
              <a:xfrm>
                <a:off x="9988350" y="3272188"/>
                <a:ext cx="10675" cy="1132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
              <p:cNvSpPr/>
              <p:nvPr/>
            </p:nvSpPr>
            <p:spPr>
              <a:xfrm>
                <a:off x="10028150" y="3355388"/>
                <a:ext cx="12250" cy="82400"/>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
              <p:cNvSpPr/>
              <p:nvPr/>
            </p:nvSpPr>
            <p:spPr>
              <a:xfrm>
                <a:off x="10028450" y="3322963"/>
                <a:ext cx="13200" cy="10675"/>
              </a:xfrm>
              <a:custGeom>
                <a:rect b="b" l="l" r="r" t="t"/>
                <a:pathLst>
                  <a:path extrusionOk="0" h="427" w="528">
                    <a:moveTo>
                      <a:pt x="251" y="0"/>
                    </a:moveTo>
                    <a:cubicBezTo>
                      <a:pt x="1" y="0"/>
                      <a:pt x="1" y="426"/>
                      <a:pt x="251" y="426"/>
                    </a:cubicBezTo>
                    <a:cubicBezTo>
                      <a:pt x="527" y="426"/>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8" name="Google Shape;238;p4"/>
          <p:cNvSpPr/>
          <p:nvPr/>
        </p:nvSpPr>
        <p:spPr>
          <a:xfrm rot="2700000">
            <a:off x="-901854" y="3672306"/>
            <a:ext cx="1679302" cy="982888"/>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
          <p:cNvSpPr/>
          <p:nvPr/>
        </p:nvSpPr>
        <p:spPr>
          <a:xfrm rot="-1834706">
            <a:off x="8653305" y="3034959"/>
            <a:ext cx="842365" cy="952661"/>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0" name="Google Shape;240;p4"/>
          <p:cNvGrpSpPr/>
          <p:nvPr/>
        </p:nvGrpSpPr>
        <p:grpSpPr>
          <a:xfrm>
            <a:off x="8300800" y="284825"/>
            <a:ext cx="1008784" cy="781101"/>
            <a:chOff x="8187850" y="284825"/>
            <a:chExt cx="1008784" cy="781101"/>
          </a:xfrm>
        </p:grpSpPr>
        <p:sp>
          <p:nvSpPr>
            <p:cNvPr id="241" name="Google Shape;241;p4"/>
            <p:cNvSpPr/>
            <p:nvPr/>
          </p:nvSpPr>
          <p:spPr>
            <a:xfrm>
              <a:off x="8194317" y="289902"/>
              <a:ext cx="984861" cy="770461"/>
            </a:xfrm>
            <a:custGeom>
              <a:rect b="b" l="l" r="r" t="t"/>
              <a:pathLst>
                <a:path extrusionOk="0" h="11079" w="14162">
                  <a:moveTo>
                    <a:pt x="7620" y="1"/>
                  </a:moveTo>
                  <a:cubicBezTo>
                    <a:pt x="4663" y="1"/>
                    <a:pt x="2257" y="2407"/>
                    <a:pt x="2257" y="5364"/>
                  </a:cubicBezTo>
                  <a:cubicBezTo>
                    <a:pt x="2257" y="6141"/>
                    <a:pt x="2407" y="6868"/>
                    <a:pt x="2708" y="7544"/>
                  </a:cubicBezTo>
                  <a:cubicBezTo>
                    <a:pt x="1806" y="8722"/>
                    <a:pt x="903" y="9900"/>
                    <a:pt x="1" y="11078"/>
                  </a:cubicBezTo>
                  <a:cubicBezTo>
                    <a:pt x="1379" y="10527"/>
                    <a:pt x="2758" y="10001"/>
                    <a:pt x="4136" y="9449"/>
                  </a:cubicBezTo>
                  <a:cubicBezTo>
                    <a:pt x="5039" y="10226"/>
                    <a:pt x="6217" y="10702"/>
                    <a:pt x="7495" y="10727"/>
                  </a:cubicBezTo>
                  <a:lnTo>
                    <a:pt x="8698" y="10753"/>
                  </a:lnTo>
                  <a:cubicBezTo>
                    <a:pt x="8743" y="10754"/>
                    <a:pt x="8788" y="10754"/>
                    <a:pt x="8834" y="10754"/>
                  </a:cubicBezTo>
                  <a:cubicBezTo>
                    <a:pt x="11779" y="10754"/>
                    <a:pt x="14161" y="8351"/>
                    <a:pt x="14161" y="5389"/>
                  </a:cubicBezTo>
                  <a:lnTo>
                    <a:pt x="14161" y="5364"/>
                  </a:lnTo>
                  <a:cubicBezTo>
                    <a:pt x="14161" y="2432"/>
                    <a:pt x="11806" y="51"/>
                    <a:pt x="8873" y="26"/>
                  </a:cubicBezTo>
                  <a:cubicBezTo>
                    <a:pt x="8472" y="1"/>
                    <a:pt x="8046" y="1"/>
                    <a:pt x="762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
            <p:cNvSpPr/>
            <p:nvPr/>
          </p:nvSpPr>
          <p:spPr>
            <a:xfrm>
              <a:off x="8187850" y="284825"/>
              <a:ext cx="1008784" cy="781101"/>
            </a:xfrm>
            <a:custGeom>
              <a:rect b="b" l="l" r="r" t="t"/>
              <a:pathLst>
                <a:path extrusionOk="0" h="11232" w="14506">
                  <a:moveTo>
                    <a:pt x="7914" y="138"/>
                  </a:moveTo>
                  <a:cubicBezTo>
                    <a:pt x="8264" y="138"/>
                    <a:pt x="8615" y="149"/>
                    <a:pt x="8966" y="149"/>
                  </a:cubicBezTo>
                  <a:cubicBezTo>
                    <a:pt x="10420" y="174"/>
                    <a:pt x="11823" y="800"/>
                    <a:pt x="12801" y="1878"/>
                  </a:cubicBezTo>
                  <a:cubicBezTo>
                    <a:pt x="13778" y="2956"/>
                    <a:pt x="14280" y="4384"/>
                    <a:pt x="14179" y="5838"/>
                  </a:cubicBezTo>
                  <a:cubicBezTo>
                    <a:pt x="14079" y="7267"/>
                    <a:pt x="13377" y="8620"/>
                    <a:pt x="12275" y="9522"/>
                  </a:cubicBezTo>
                  <a:cubicBezTo>
                    <a:pt x="11723" y="9998"/>
                    <a:pt x="11097" y="10324"/>
                    <a:pt x="10420" y="10525"/>
                  </a:cubicBezTo>
                  <a:cubicBezTo>
                    <a:pt x="9843" y="10700"/>
                    <a:pt x="9242" y="10750"/>
                    <a:pt x="8640" y="10750"/>
                  </a:cubicBezTo>
                  <a:cubicBezTo>
                    <a:pt x="8164" y="10750"/>
                    <a:pt x="7688" y="10750"/>
                    <a:pt x="7237" y="10700"/>
                  </a:cubicBezTo>
                  <a:cubicBezTo>
                    <a:pt x="6360" y="10625"/>
                    <a:pt x="5508" y="10324"/>
                    <a:pt x="4781" y="9848"/>
                  </a:cubicBezTo>
                  <a:cubicBezTo>
                    <a:pt x="4605" y="9723"/>
                    <a:pt x="4430" y="9597"/>
                    <a:pt x="4279" y="9472"/>
                  </a:cubicBezTo>
                  <a:cubicBezTo>
                    <a:pt x="4254" y="9447"/>
                    <a:pt x="4229" y="9447"/>
                    <a:pt x="4204" y="9447"/>
                  </a:cubicBezTo>
                  <a:cubicBezTo>
                    <a:pt x="2911" y="9964"/>
                    <a:pt x="1618" y="10482"/>
                    <a:pt x="324" y="10999"/>
                  </a:cubicBezTo>
                  <a:lnTo>
                    <a:pt x="324" y="10999"/>
                  </a:lnTo>
                  <a:cubicBezTo>
                    <a:pt x="1175" y="9889"/>
                    <a:pt x="2025" y="8778"/>
                    <a:pt x="2876" y="7668"/>
                  </a:cubicBezTo>
                  <a:cubicBezTo>
                    <a:pt x="2876" y="7643"/>
                    <a:pt x="2876" y="7592"/>
                    <a:pt x="2876" y="7592"/>
                  </a:cubicBezTo>
                  <a:cubicBezTo>
                    <a:pt x="2199" y="6089"/>
                    <a:pt x="2274" y="4334"/>
                    <a:pt x="3051" y="2906"/>
                  </a:cubicBezTo>
                  <a:cubicBezTo>
                    <a:pt x="3728" y="1703"/>
                    <a:pt x="4856" y="750"/>
                    <a:pt x="6184" y="374"/>
                  </a:cubicBezTo>
                  <a:cubicBezTo>
                    <a:pt x="6585" y="249"/>
                    <a:pt x="6986" y="174"/>
                    <a:pt x="7387" y="149"/>
                  </a:cubicBezTo>
                  <a:cubicBezTo>
                    <a:pt x="7563" y="140"/>
                    <a:pt x="7738" y="138"/>
                    <a:pt x="7914" y="138"/>
                  </a:cubicBezTo>
                  <a:close/>
                  <a:moveTo>
                    <a:pt x="7959" y="1"/>
                  </a:moveTo>
                  <a:cubicBezTo>
                    <a:pt x="7423" y="1"/>
                    <a:pt x="6894" y="35"/>
                    <a:pt x="6385" y="174"/>
                  </a:cubicBezTo>
                  <a:cubicBezTo>
                    <a:pt x="5683" y="349"/>
                    <a:pt x="5006" y="650"/>
                    <a:pt x="4430" y="1101"/>
                  </a:cubicBezTo>
                  <a:cubicBezTo>
                    <a:pt x="3302" y="1953"/>
                    <a:pt x="2525" y="3257"/>
                    <a:pt x="2325" y="4685"/>
                  </a:cubicBezTo>
                  <a:cubicBezTo>
                    <a:pt x="2177" y="5671"/>
                    <a:pt x="2320" y="6681"/>
                    <a:pt x="2730" y="7620"/>
                  </a:cubicBezTo>
                  <a:lnTo>
                    <a:pt x="2730" y="7620"/>
                  </a:lnTo>
                  <a:cubicBezTo>
                    <a:pt x="1834" y="8789"/>
                    <a:pt x="939" y="9957"/>
                    <a:pt x="44" y="11126"/>
                  </a:cubicBezTo>
                  <a:cubicBezTo>
                    <a:pt x="1" y="11170"/>
                    <a:pt x="51" y="11232"/>
                    <a:pt x="97" y="11232"/>
                  </a:cubicBezTo>
                  <a:cubicBezTo>
                    <a:pt x="105" y="11232"/>
                    <a:pt x="112" y="11230"/>
                    <a:pt x="119" y="11227"/>
                  </a:cubicBezTo>
                  <a:cubicBezTo>
                    <a:pt x="1493" y="10677"/>
                    <a:pt x="2866" y="10128"/>
                    <a:pt x="4215" y="9603"/>
                  </a:cubicBezTo>
                  <a:lnTo>
                    <a:pt x="4215" y="9603"/>
                  </a:lnTo>
                  <a:cubicBezTo>
                    <a:pt x="4884" y="10163"/>
                    <a:pt x="5673" y="10553"/>
                    <a:pt x="6535" y="10750"/>
                  </a:cubicBezTo>
                  <a:cubicBezTo>
                    <a:pt x="7112" y="10876"/>
                    <a:pt x="7713" y="10876"/>
                    <a:pt x="8290" y="10876"/>
                  </a:cubicBezTo>
                  <a:cubicBezTo>
                    <a:pt x="8482" y="10884"/>
                    <a:pt x="8671" y="10890"/>
                    <a:pt x="8859" y="10890"/>
                  </a:cubicBezTo>
                  <a:cubicBezTo>
                    <a:pt x="9234" y="10890"/>
                    <a:pt x="9601" y="10867"/>
                    <a:pt x="9969" y="10800"/>
                  </a:cubicBezTo>
                  <a:cubicBezTo>
                    <a:pt x="10670" y="10650"/>
                    <a:pt x="11372" y="10349"/>
                    <a:pt x="11974" y="9948"/>
                  </a:cubicBezTo>
                  <a:cubicBezTo>
                    <a:pt x="13177" y="9121"/>
                    <a:pt x="14029" y="7818"/>
                    <a:pt x="14254" y="6364"/>
                  </a:cubicBezTo>
                  <a:cubicBezTo>
                    <a:pt x="14505" y="4886"/>
                    <a:pt x="14129" y="3357"/>
                    <a:pt x="13227" y="2154"/>
                  </a:cubicBezTo>
                  <a:cubicBezTo>
                    <a:pt x="12350" y="1001"/>
                    <a:pt x="10996" y="224"/>
                    <a:pt x="9543" y="49"/>
                  </a:cubicBezTo>
                  <a:cubicBezTo>
                    <a:pt x="9342" y="23"/>
                    <a:pt x="9167" y="23"/>
                    <a:pt x="8966" y="23"/>
                  </a:cubicBezTo>
                  <a:cubicBezTo>
                    <a:pt x="8630" y="14"/>
                    <a:pt x="8293" y="1"/>
                    <a:pt x="7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
            <p:cNvSpPr/>
            <p:nvPr/>
          </p:nvSpPr>
          <p:spPr>
            <a:xfrm>
              <a:off x="8494115" y="431977"/>
              <a:ext cx="507313" cy="448271"/>
            </a:xfrm>
            <a:custGeom>
              <a:rect b="b" l="l" r="r" t="t"/>
              <a:pathLst>
                <a:path extrusionOk="0" h="6446" w="7295">
                  <a:moveTo>
                    <a:pt x="3557" y="1"/>
                  </a:moveTo>
                  <a:cubicBezTo>
                    <a:pt x="3154" y="1"/>
                    <a:pt x="2754" y="76"/>
                    <a:pt x="2382" y="238"/>
                  </a:cubicBezTo>
                  <a:cubicBezTo>
                    <a:pt x="803" y="915"/>
                    <a:pt x="1" y="2995"/>
                    <a:pt x="703" y="4549"/>
                  </a:cubicBezTo>
                  <a:cubicBezTo>
                    <a:pt x="1214" y="5705"/>
                    <a:pt x="2499" y="6445"/>
                    <a:pt x="3757" y="6445"/>
                  </a:cubicBezTo>
                  <a:cubicBezTo>
                    <a:pt x="4162" y="6445"/>
                    <a:pt x="4565" y="6368"/>
                    <a:pt x="4938" y="6203"/>
                  </a:cubicBezTo>
                  <a:cubicBezTo>
                    <a:pt x="6492" y="5527"/>
                    <a:pt x="7294" y="3522"/>
                    <a:pt x="6642" y="1968"/>
                  </a:cubicBezTo>
                  <a:cubicBezTo>
                    <a:pt x="6147" y="767"/>
                    <a:pt x="4839" y="1"/>
                    <a:pt x="355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
            <p:cNvSpPr/>
            <p:nvPr/>
          </p:nvSpPr>
          <p:spPr>
            <a:xfrm>
              <a:off x="8502877" y="427804"/>
              <a:ext cx="479356" cy="457729"/>
            </a:xfrm>
            <a:custGeom>
              <a:rect b="b" l="l" r="r" t="t"/>
              <a:pathLst>
                <a:path extrusionOk="0" h="6582" w="6893">
                  <a:moveTo>
                    <a:pt x="3458" y="135"/>
                  </a:moveTo>
                  <a:cubicBezTo>
                    <a:pt x="3619" y="135"/>
                    <a:pt x="3778" y="148"/>
                    <a:pt x="3935" y="173"/>
                  </a:cubicBezTo>
                  <a:cubicBezTo>
                    <a:pt x="5213" y="373"/>
                    <a:pt x="6366" y="1301"/>
                    <a:pt x="6617" y="2604"/>
                  </a:cubicBezTo>
                  <a:cubicBezTo>
                    <a:pt x="6867" y="3857"/>
                    <a:pt x="6291" y="5286"/>
                    <a:pt x="5188" y="5988"/>
                  </a:cubicBezTo>
                  <a:cubicBezTo>
                    <a:pt x="5067" y="6060"/>
                    <a:pt x="4947" y="6132"/>
                    <a:pt x="4804" y="6205"/>
                  </a:cubicBezTo>
                  <a:lnTo>
                    <a:pt x="4804" y="6205"/>
                  </a:lnTo>
                  <a:cubicBezTo>
                    <a:pt x="4798" y="6207"/>
                    <a:pt x="4793" y="6209"/>
                    <a:pt x="4787" y="6213"/>
                  </a:cubicBezTo>
                  <a:cubicBezTo>
                    <a:pt x="4787" y="6213"/>
                    <a:pt x="4787" y="6213"/>
                    <a:pt x="4787" y="6213"/>
                  </a:cubicBezTo>
                  <a:lnTo>
                    <a:pt x="4787" y="6213"/>
                  </a:lnTo>
                  <a:cubicBezTo>
                    <a:pt x="4777" y="6216"/>
                    <a:pt x="4769" y="6219"/>
                    <a:pt x="4762" y="6223"/>
                  </a:cubicBezTo>
                  <a:lnTo>
                    <a:pt x="4762" y="6223"/>
                  </a:lnTo>
                  <a:cubicBezTo>
                    <a:pt x="4405" y="6368"/>
                    <a:pt x="4025" y="6436"/>
                    <a:pt x="3642" y="6436"/>
                  </a:cubicBezTo>
                  <a:cubicBezTo>
                    <a:pt x="2742" y="6436"/>
                    <a:pt x="1832" y="6058"/>
                    <a:pt x="1203" y="5411"/>
                  </a:cubicBezTo>
                  <a:cubicBezTo>
                    <a:pt x="752" y="4935"/>
                    <a:pt x="476" y="4333"/>
                    <a:pt x="401" y="3707"/>
                  </a:cubicBezTo>
                  <a:cubicBezTo>
                    <a:pt x="351" y="3055"/>
                    <a:pt x="476" y="2429"/>
                    <a:pt x="752" y="1852"/>
                  </a:cubicBezTo>
                  <a:cubicBezTo>
                    <a:pt x="1053" y="1276"/>
                    <a:pt x="1504" y="774"/>
                    <a:pt x="2055" y="474"/>
                  </a:cubicBezTo>
                  <a:cubicBezTo>
                    <a:pt x="2488" y="248"/>
                    <a:pt x="2976" y="135"/>
                    <a:pt x="3458" y="135"/>
                  </a:cubicBezTo>
                  <a:close/>
                  <a:moveTo>
                    <a:pt x="3441" y="1"/>
                  </a:moveTo>
                  <a:cubicBezTo>
                    <a:pt x="3096" y="1"/>
                    <a:pt x="2754" y="57"/>
                    <a:pt x="2431" y="173"/>
                  </a:cubicBezTo>
                  <a:cubicBezTo>
                    <a:pt x="1780" y="399"/>
                    <a:pt x="1253" y="825"/>
                    <a:pt x="877" y="1376"/>
                  </a:cubicBezTo>
                  <a:cubicBezTo>
                    <a:pt x="100" y="2479"/>
                    <a:pt x="0" y="4033"/>
                    <a:pt x="802" y="5160"/>
                  </a:cubicBezTo>
                  <a:cubicBezTo>
                    <a:pt x="1450" y="6051"/>
                    <a:pt x="2538" y="6582"/>
                    <a:pt x="3620" y="6582"/>
                  </a:cubicBezTo>
                  <a:cubicBezTo>
                    <a:pt x="3878" y="6582"/>
                    <a:pt x="4135" y="6552"/>
                    <a:pt x="4386" y="6489"/>
                  </a:cubicBezTo>
                  <a:cubicBezTo>
                    <a:pt x="4562" y="6439"/>
                    <a:pt x="4712" y="6389"/>
                    <a:pt x="4862" y="6313"/>
                  </a:cubicBezTo>
                  <a:cubicBezTo>
                    <a:pt x="4865" y="6312"/>
                    <a:pt x="4868" y="6311"/>
                    <a:pt x="4871" y="6310"/>
                  </a:cubicBezTo>
                  <a:lnTo>
                    <a:pt x="4871" y="6310"/>
                  </a:lnTo>
                  <a:cubicBezTo>
                    <a:pt x="6119" y="5781"/>
                    <a:pt x="6892" y="4380"/>
                    <a:pt x="6817" y="3055"/>
                  </a:cubicBezTo>
                  <a:cubicBezTo>
                    <a:pt x="6792" y="2353"/>
                    <a:pt x="6541" y="1702"/>
                    <a:pt x="6090" y="1201"/>
                  </a:cubicBezTo>
                  <a:cubicBezTo>
                    <a:pt x="5639" y="699"/>
                    <a:pt x="5063" y="323"/>
                    <a:pt x="4411" y="148"/>
                  </a:cubicBezTo>
                  <a:cubicBezTo>
                    <a:pt x="4095" y="51"/>
                    <a:pt x="3767" y="1"/>
                    <a:pt x="34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
            <p:cNvSpPr/>
            <p:nvPr/>
          </p:nvSpPr>
          <p:spPr>
            <a:xfrm>
              <a:off x="8802605" y="565289"/>
              <a:ext cx="36718" cy="69821"/>
            </a:xfrm>
            <a:custGeom>
              <a:rect b="b" l="l" r="r" t="t"/>
              <a:pathLst>
                <a:path extrusionOk="0" h="1004" w="528">
                  <a:moveTo>
                    <a:pt x="277" y="1"/>
                  </a:moveTo>
                  <a:cubicBezTo>
                    <a:pt x="126" y="1"/>
                    <a:pt x="1" y="226"/>
                    <a:pt x="1" y="502"/>
                  </a:cubicBezTo>
                  <a:cubicBezTo>
                    <a:pt x="1" y="777"/>
                    <a:pt x="126" y="1003"/>
                    <a:pt x="277" y="1003"/>
                  </a:cubicBezTo>
                  <a:cubicBezTo>
                    <a:pt x="427" y="1003"/>
                    <a:pt x="527" y="777"/>
                    <a:pt x="527" y="502"/>
                  </a:cubicBezTo>
                  <a:cubicBezTo>
                    <a:pt x="527" y="226"/>
                    <a:pt x="4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
            <p:cNvSpPr/>
            <p:nvPr/>
          </p:nvSpPr>
          <p:spPr>
            <a:xfrm>
              <a:off x="8784315" y="533717"/>
              <a:ext cx="89362" cy="51601"/>
            </a:xfrm>
            <a:custGeom>
              <a:rect b="b" l="l" r="r" t="t"/>
              <a:pathLst>
                <a:path extrusionOk="0" h="742" w="1285">
                  <a:moveTo>
                    <a:pt x="1161" y="0"/>
                  </a:moveTo>
                  <a:cubicBezTo>
                    <a:pt x="1155" y="0"/>
                    <a:pt x="1148" y="1"/>
                    <a:pt x="1141" y="3"/>
                  </a:cubicBezTo>
                  <a:lnTo>
                    <a:pt x="63" y="605"/>
                  </a:lnTo>
                  <a:cubicBezTo>
                    <a:pt x="0" y="647"/>
                    <a:pt x="43" y="742"/>
                    <a:pt x="103" y="742"/>
                  </a:cubicBezTo>
                  <a:cubicBezTo>
                    <a:pt x="114" y="742"/>
                    <a:pt x="126" y="738"/>
                    <a:pt x="139" y="730"/>
                  </a:cubicBezTo>
                  <a:cubicBezTo>
                    <a:pt x="515" y="530"/>
                    <a:pt x="865" y="329"/>
                    <a:pt x="1216" y="129"/>
                  </a:cubicBezTo>
                  <a:cubicBezTo>
                    <a:pt x="1285" y="106"/>
                    <a:pt x="1229" y="0"/>
                    <a:pt x="11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
            <p:cNvSpPr/>
            <p:nvPr/>
          </p:nvSpPr>
          <p:spPr>
            <a:xfrm>
              <a:off x="8657956" y="565289"/>
              <a:ext cx="36718" cy="69821"/>
            </a:xfrm>
            <a:custGeom>
              <a:rect b="b" l="l" r="r" t="t"/>
              <a:pathLst>
                <a:path extrusionOk="0" h="1004" w="528">
                  <a:moveTo>
                    <a:pt x="251" y="1"/>
                  </a:moveTo>
                  <a:cubicBezTo>
                    <a:pt x="101" y="1"/>
                    <a:pt x="1" y="226"/>
                    <a:pt x="1" y="502"/>
                  </a:cubicBezTo>
                  <a:cubicBezTo>
                    <a:pt x="1" y="777"/>
                    <a:pt x="101" y="1003"/>
                    <a:pt x="251" y="1003"/>
                  </a:cubicBezTo>
                  <a:cubicBezTo>
                    <a:pt x="402" y="1003"/>
                    <a:pt x="527" y="777"/>
                    <a:pt x="527" y="502"/>
                  </a:cubicBezTo>
                  <a:cubicBezTo>
                    <a:pt x="527" y="226"/>
                    <a:pt x="402"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4"/>
            <p:cNvSpPr/>
            <p:nvPr/>
          </p:nvSpPr>
          <p:spPr>
            <a:xfrm>
              <a:off x="8623603" y="533717"/>
              <a:ext cx="89362" cy="51601"/>
            </a:xfrm>
            <a:custGeom>
              <a:rect b="b" l="l" r="r" t="t"/>
              <a:pathLst>
                <a:path extrusionOk="0" h="742" w="1285">
                  <a:moveTo>
                    <a:pt x="124" y="0"/>
                  </a:moveTo>
                  <a:cubicBezTo>
                    <a:pt x="56" y="0"/>
                    <a:pt x="0" y="106"/>
                    <a:pt x="69" y="129"/>
                  </a:cubicBezTo>
                  <a:cubicBezTo>
                    <a:pt x="420" y="329"/>
                    <a:pt x="795" y="530"/>
                    <a:pt x="1146" y="730"/>
                  </a:cubicBezTo>
                  <a:cubicBezTo>
                    <a:pt x="1158" y="738"/>
                    <a:pt x="1171" y="742"/>
                    <a:pt x="1182" y="742"/>
                  </a:cubicBezTo>
                  <a:cubicBezTo>
                    <a:pt x="1242" y="742"/>
                    <a:pt x="1285" y="647"/>
                    <a:pt x="1222" y="605"/>
                  </a:cubicBezTo>
                  <a:cubicBezTo>
                    <a:pt x="846" y="404"/>
                    <a:pt x="495" y="204"/>
                    <a:pt x="144" y="3"/>
                  </a:cubicBezTo>
                  <a:cubicBezTo>
                    <a:pt x="137" y="1"/>
                    <a:pt x="130" y="0"/>
                    <a:pt x="1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
            <p:cNvSpPr/>
            <p:nvPr/>
          </p:nvSpPr>
          <p:spPr>
            <a:xfrm>
              <a:off x="8686956" y="464592"/>
              <a:ext cx="99446" cy="21419"/>
            </a:xfrm>
            <a:custGeom>
              <a:rect b="b" l="l" r="r" t="t"/>
              <a:pathLst>
                <a:path extrusionOk="0" h="308" w="1430">
                  <a:moveTo>
                    <a:pt x="857" y="0"/>
                  </a:moveTo>
                  <a:cubicBezTo>
                    <a:pt x="594" y="0"/>
                    <a:pt x="335" y="61"/>
                    <a:pt x="85" y="170"/>
                  </a:cubicBezTo>
                  <a:cubicBezTo>
                    <a:pt x="1" y="212"/>
                    <a:pt x="40" y="307"/>
                    <a:pt x="114" y="307"/>
                  </a:cubicBezTo>
                  <a:cubicBezTo>
                    <a:pt x="128" y="307"/>
                    <a:pt x="144" y="304"/>
                    <a:pt x="160" y="296"/>
                  </a:cubicBezTo>
                  <a:cubicBezTo>
                    <a:pt x="387" y="199"/>
                    <a:pt x="634" y="143"/>
                    <a:pt x="889" y="143"/>
                  </a:cubicBezTo>
                  <a:cubicBezTo>
                    <a:pt x="1029" y="143"/>
                    <a:pt x="1171" y="160"/>
                    <a:pt x="1313" y="195"/>
                  </a:cubicBezTo>
                  <a:cubicBezTo>
                    <a:pt x="1320" y="198"/>
                    <a:pt x="1326" y="199"/>
                    <a:pt x="1333" y="199"/>
                  </a:cubicBezTo>
                  <a:cubicBezTo>
                    <a:pt x="1396" y="199"/>
                    <a:pt x="1429" y="93"/>
                    <a:pt x="1338" y="70"/>
                  </a:cubicBezTo>
                  <a:cubicBezTo>
                    <a:pt x="1177" y="23"/>
                    <a:pt x="1016" y="0"/>
                    <a:pt x="8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
            <p:cNvSpPr/>
            <p:nvPr/>
          </p:nvSpPr>
          <p:spPr>
            <a:xfrm>
              <a:off x="8668457" y="483368"/>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
            <p:cNvSpPr/>
            <p:nvPr/>
          </p:nvSpPr>
          <p:spPr>
            <a:xfrm>
              <a:off x="8908935" y="662927"/>
              <a:ext cx="36718" cy="81504"/>
            </a:xfrm>
            <a:custGeom>
              <a:rect b="b" l="l" r="r" t="t"/>
              <a:pathLst>
                <a:path extrusionOk="0" h="1172" w="528">
                  <a:moveTo>
                    <a:pt x="452" y="0"/>
                  </a:moveTo>
                  <a:cubicBezTo>
                    <a:pt x="414" y="0"/>
                    <a:pt x="377" y="25"/>
                    <a:pt x="377" y="75"/>
                  </a:cubicBezTo>
                  <a:cubicBezTo>
                    <a:pt x="377" y="426"/>
                    <a:pt x="251" y="777"/>
                    <a:pt x="26" y="1053"/>
                  </a:cubicBezTo>
                  <a:cubicBezTo>
                    <a:pt x="1" y="1078"/>
                    <a:pt x="1" y="1128"/>
                    <a:pt x="26" y="1153"/>
                  </a:cubicBezTo>
                  <a:cubicBezTo>
                    <a:pt x="38" y="1165"/>
                    <a:pt x="57" y="1172"/>
                    <a:pt x="76" y="1172"/>
                  </a:cubicBezTo>
                  <a:cubicBezTo>
                    <a:pt x="95" y="1172"/>
                    <a:pt x="114" y="1165"/>
                    <a:pt x="126" y="1153"/>
                  </a:cubicBezTo>
                  <a:cubicBezTo>
                    <a:pt x="377" y="827"/>
                    <a:pt x="502" y="451"/>
                    <a:pt x="527" y="75"/>
                  </a:cubicBezTo>
                  <a:cubicBezTo>
                    <a:pt x="527" y="25"/>
                    <a:pt x="489" y="0"/>
                    <a:pt x="4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
            <p:cNvSpPr/>
            <p:nvPr/>
          </p:nvSpPr>
          <p:spPr>
            <a:xfrm>
              <a:off x="8935083" y="617585"/>
              <a:ext cx="14048" cy="10501"/>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
            <p:cNvSpPr/>
            <p:nvPr/>
          </p:nvSpPr>
          <p:spPr>
            <a:xfrm>
              <a:off x="8565604" y="704722"/>
              <a:ext cx="21002" cy="43047"/>
            </a:xfrm>
            <a:custGeom>
              <a:rect b="b" l="l" r="r" t="t"/>
              <a:pathLst>
                <a:path extrusionOk="0" h="619" w="302">
                  <a:moveTo>
                    <a:pt x="76" y="1"/>
                  </a:moveTo>
                  <a:cubicBezTo>
                    <a:pt x="25" y="1"/>
                    <a:pt x="0" y="51"/>
                    <a:pt x="0" y="76"/>
                  </a:cubicBezTo>
                  <a:cubicBezTo>
                    <a:pt x="0" y="251"/>
                    <a:pt x="50" y="427"/>
                    <a:pt x="151" y="577"/>
                  </a:cubicBezTo>
                  <a:cubicBezTo>
                    <a:pt x="165" y="606"/>
                    <a:pt x="180" y="618"/>
                    <a:pt x="200" y="618"/>
                  </a:cubicBezTo>
                  <a:cubicBezTo>
                    <a:pt x="214" y="618"/>
                    <a:pt x="230" y="612"/>
                    <a:pt x="251" y="602"/>
                  </a:cubicBezTo>
                  <a:cubicBezTo>
                    <a:pt x="276" y="602"/>
                    <a:pt x="301" y="552"/>
                    <a:pt x="276" y="502"/>
                  </a:cubicBezTo>
                  <a:cubicBezTo>
                    <a:pt x="226" y="452"/>
                    <a:pt x="201" y="376"/>
                    <a:pt x="176" y="301"/>
                  </a:cubicBezTo>
                  <a:cubicBezTo>
                    <a:pt x="176" y="276"/>
                    <a:pt x="151" y="226"/>
                    <a:pt x="151" y="201"/>
                  </a:cubicBezTo>
                  <a:cubicBezTo>
                    <a:pt x="151" y="151"/>
                    <a:pt x="151" y="126"/>
                    <a:pt x="151" y="76"/>
                  </a:cubicBezTo>
                  <a:cubicBezTo>
                    <a:pt x="126" y="51"/>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
            <p:cNvSpPr/>
            <p:nvPr/>
          </p:nvSpPr>
          <p:spPr>
            <a:xfrm>
              <a:off x="8553365" y="654165"/>
              <a:ext cx="10570" cy="12309"/>
            </a:xfrm>
            <a:custGeom>
              <a:rect b="b" l="l" r="r" t="t"/>
              <a:pathLst>
                <a:path extrusionOk="0" h="177" w="152">
                  <a:moveTo>
                    <a:pt x="76" y="1"/>
                  </a:moveTo>
                  <a:cubicBezTo>
                    <a:pt x="76" y="1"/>
                    <a:pt x="76" y="26"/>
                    <a:pt x="76" y="26"/>
                  </a:cubicBezTo>
                  <a:lnTo>
                    <a:pt x="26" y="26"/>
                  </a:lnTo>
                  <a:cubicBezTo>
                    <a:pt x="26" y="51"/>
                    <a:pt x="26" y="51"/>
                    <a:pt x="26" y="51"/>
                  </a:cubicBezTo>
                  <a:cubicBezTo>
                    <a:pt x="26" y="51"/>
                    <a:pt x="1" y="76"/>
                    <a:pt x="1" y="76"/>
                  </a:cubicBezTo>
                  <a:lnTo>
                    <a:pt x="1" y="101"/>
                  </a:lnTo>
                  <a:cubicBezTo>
                    <a:pt x="1" y="126"/>
                    <a:pt x="26" y="126"/>
                    <a:pt x="26" y="126"/>
                  </a:cubicBezTo>
                  <a:cubicBezTo>
                    <a:pt x="26" y="151"/>
                    <a:pt x="26" y="151"/>
                    <a:pt x="26" y="151"/>
                  </a:cubicBezTo>
                  <a:cubicBezTo>
                    <a:pt x="51" y="176"/>
                    <a:pt x="51" y="176"/>
                    <a:pt x="51" y="176"/>
                  </a:cubicBezTo>
                  <a:lnTo>
                    <a:pt x="101" y="176"/>
                  </a:lnTo>
                  <a:cubicBezTo>
                    <a:pt x="126" y="176"/>
                    <a:pt x="126" y="176"/>
                    <a:pt x="126" y="151"/>
                  </a:cubicBezTo>
                  <a:lnTo>
                    <a:pt x="151" y="151"/>
                  </a:lnTo>
                  <a:cubicBezTo>
                    <a:pt x="151" y="126"/>
                    <a:pt x="151" y="126"/>
                    <a:pt x="151" y="101"/>
                  </a:cubicBezTo>
                  <a:lnTo>
                    <a:pt x="151" y="76"/>
                  </a:lnTo>
                  <a:cubicBezTo>
                    <a:pt x="151" y="76"/>
                    <a:pt x="151" y="76"/>
                    <a:pt x="151" y="51"/>
                  </a:cubicBezTo>
                  <a:cubicBezTo>
                    <a:pt x="151" y="51"/>
                    <a:pt x="151" y="51"/>
                    <a:pt x="126" y="26"/>
                  </a:cubicBezTo>
                  <a:lnTo>
                    <a:pt x="101" y="26"/>
                  </a:lnTo>
                  <a:cubicBezTo>
                    <a:pt x="101" y="26"/>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
            <p:cNvSpPr/>
            <p:nvPr/>
          </p:nvSpPr>
          <p:spPr>
            <a:xfrm>
              <a:off x="8586536" y="615847"/>
              <a:ext cx="317253" cy="202230"/>
            </a:xfrm>
            <a:custGeom>
              <a:rect b="b" l="l" r="r" t="t"/>
              <a:pathLst>
                <a:path extrusionOk="0" h="2908" w="4562">
                  <a:moveTo>
                    <a:pt x="276" y="0"/>
                  </a:moveTo>
                  <a:lnTo>
                    <a:pt x="276" y="0"/>
                  </a:lnTo>
                  <a:cubicBezTo>
                    <a:pt x="276" y="0"/>
                    <a:pt x="0" y="2908"/>
                    <a:pt x="2281" y="2908"/>
                  </a:cubicBezTo>
                  <a:cubicBezTo>
                    <a:pt x="4561" y="2908"/>
                    <a:pt x="4386" y="226"/>
                    <a:pt x="4386" y="226"/>
                  </a:cubicBezTo>
                  <a:lnTo>
                    <a:pt x="4386" y="226"/>
                  </a:lnTo>
                  <a:cubicBezTo>
                    <a:pt x="3855" y="688"/>
                    <a:pt x="3152" y="959"/>
                    <a:pt x="2457" y="959"/>
                  </a:cubicBezTo>
                  <a:cubicBezTo>
                    <a:pt x="2398" y="959"/>
                    <a:pt x="2339" y="957"/>
                    <a:pt x="2281" y="953"/>
                  </a:cubicBezTo>
                  <a:cubicBezTo>
                    <a:pt x="1529" y="903"/>
                    <a:pt x="777" y="552"/>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
            <p:cNvSpPr/>
            <p:nvPr/>
          </p:nvSpPr>
          <p:spPr>
            <a:xfrm>
              <a:off x="8630070" y="717587"/>
              <a:ext cx="237140" cy="106678"/>
            </a:xfrm>
            <a:custGeom>
              <a:rect b="b" l="l" r="r" t="t"/>
              <a:pathLst>
                <a:path extrusionOk="0" h="1534" w="3410">
                  <a:moveTo>
                    <a:pt x="814" y="251"/>
                  </a:moveTo>
                  <a:cubicBezTo>
                    <a:pt x="957" y="251"/>
                    <a:pt x="1099" y="323"/>
                    <a:pt x="1179" y="442"/>
                  </a:cubicBezTo>
                  <a:cubicBezTo>
                    <a:pt x="1204" y="492"/>
                    <a:pt x="1179" y="517"/>
                    <a:pt x="1154" y="542"/>
                  </a:cubicBezTo>
                  <a:cubicBezTo>
                    <a:pt x="1146" y="550"/>
                    <a:pt x="1137" y="553"/>
                    <a:pt x="1126" y="553"/>
                  </a:cubicBezTo>
                  <a:cubicBezTo>
                    <a:pt x="1101" y="553"/>
                    <a:pt x="1071" y="535"/>
                    <a:pt x="1053" y="517"/>
                  </a:cubicBezTo>
                  <a:cubicBezTo>
                    <a:pt x="1053" y="492"/>
                    <a:pt x="1028" y="492"/>
                    <a:pt x="1028" y="492"/>
                  </a:cubicBezTo>
                  <a:cubicBezTo>
                    <a:pt x="1028" y="492"/>
                    <a:pt x="1028" y="467"/>
                    <a:pt x="1003" y="467"/>
                  </a:cubicBezTo>
                  <a:cubicBezTo>
                    <a:pt x="978" y="442"/>
                    <a:pt x="978" y="442"/>
                    <a:pt x="953" y="442"/>
                  </a:cubicBezTo>
                  <a:cubicBezTo>
                    <a:pt x="953" y="417"/>
                    <a:pt x="953" y="417"/>
                    <a:pt x="953" y="417"/>
                  </a:cubicBezTo>
                  <a:lnTo>
                    <a:pt x="928" y="417"/>
                  </a:lnTo>
                  <a:cubicBezTo>
                    <a:pt x="903" y="417"/>
                    <a:pt x="878" y="417"/>
                    <a:pt x="878" y="392"/>
                  </a:cubicBezTo>
                  <a:lnTo>
                    <a:pt x="778" y="392"/>
                  </a:lnTo>
                  <a:cubicBezTo>
                    <a:pt x="778" y="392"/>
                    <a:pt x="753" y="417"/>
                    <a:pt x="728" y="417"/>
                  </a:cubicBezTo>
                  <a:cubicBezTo>
                    <a:pt x="702" y="417"/>
                    <a:pt x="652" y="392"/>
                    <a:pt x="652" y="367"/>
                  </a:cubicBezTo>
                  <a:cubicBezTo>
                    <a:pt x="627" y="317"/>
                    <a:pt x="652" y="292"/>
                    <a:pt x="702" y="267"/>
                  </a:cubicBezTo>
                  <a:cubicBezTo>
                    <a:pt x="739" y="256"/>
                    <a:pt x="777" y="251"/>
                    <a:pt x="814" y="251"/>
                  </a:cubicBezTo>
                  <a:close/>
                  <a:moveTo>
                    <a:pt x="2567" y="352"/>
                  </a:moveTo>
                  <a:cubicBezTo>
                    <a:pt x="2614" y="352"/>
                    <a:pt x="2661" y="357"/>
                    <a:pt x="2707" y="367"/>
                  </a:cubicBezTo>
                  <a:cubicBezTo>
                    <a:pt x="2758" y="367"/>
                    <a:pt x="2758" y="417"/>
                    <a:pt x="2758" y="442"/>
                  </a:cubicBezTo>
                  <a:cubicBezTo>
                    <a:pt x="2758" y="479"/>
                    <a:pt x="2731" y="502"/>
                    <a:pt x="2707" y="502"/>
                  </a:cubicBezTo>
                  <a:cubicBezTo>
                    <a:pt x="2698" y="502"/>
                    <a:pt x="2689" y="499"/>
                    <a:pt x="2682" y="492"/>
                  </a:cubicBezTo>
                  <a:cubicBezTo>
                    <a:pt x="2657" y="489"/>
                    <a:pt x="2631" y="487"/>
                    <a:pt x="2606" y="487"/>
                  </a:cubicBezTo>
                  <a:cubicBezTo>
                    <a:pt x="2437" y="487"/>
                    <a:pt x="2290" y="559"/>
                    <a:pt x="2181" y="668"/>
                  </a:cubicBezTo>
                  <a:cubicBezTo>
                    <a:pt x="2162" y="686"/>
                    <a:pt x="2142" y="694"/>
                    <a:pt x="2123" y="694"/>
                  </a:cubicBezTo>
                  <a:cubicBezTo>
                    <a:pt x="2067" y="694"/>
                    <a:pt x="2025" y="624"/>
                    <a:pt x="2081" y="567"/>
                  </a:cubicBezTo>
                  <a:cubicBezTo>
                    <a:pt x="2201" y="428"/>
                    <a:pt x="2384" y="352"/>
                    <a:pt x="2567" y="352"/>
                  </a:cubicBezTo>
                  <a:close/>
                  <a:moveTo>
                    <a:pt x="1905" y="643"/>
                  </a:moveTo>
                  <a:cubicBezTo>
                    <a:pt x="2006" y="643"/>
                    <a:pt x="2006" y="793"/>
                    <a:pt x="1905" y="793"/>
                  </a:cubicBezTo>
                  <a:cubicBezTo>
                    <a:pt x="1805" y="793"/>
                    <a:pt x="1805" y="643"/>
                    <a:pt x="1905" y="643"/>
                  </a:cubicBezTo>
                  <a:close/>
                  <a:moveTo>
                    <a:pt x="963" y="0"/>
                  </a:moveTo>
                  <a:cubicBezTo>
                    <a:pt x="849" y="0"/>
                    <a:pt x="735" y="26"/>
                    <a:pt x="627" y="66"/>
                  </a:cubicBezTo>
                  <a:cubicBezTo>
                    <a:pt x="352" y="191"/>
                    <a:pt x="151" y="392"/>
                    <a:pt x="1" y="668"/>
                  </a:cubicBezTo>
                  <a:cubicBezTo>
                    <a:pt x="126" y="843"/>
                    <a:pt x="276" y="1019"/>
                    <a:pt x="452" y="1144"/>
                  </a:cubicBezTo>
                  <a:cubicBezTo>
                    <a:pt x="788" y="1407"/>
                    <a:pt x="1227" y="1534"/>
                    <a:pt x="1669" y="1534"/>
                  </a:cubicBezTo>
                  <a:cubicBezTo>
                    <a:pt x="1984" y="1534"/>
                    <a:pt x="2301" y="1470"/>
                    <a:pt x="2582" y="1344"/>
                  </a:cubicBezTo>
                  <a:cubicBezTo>
                    <a:pt x="2933" y="1194"/>
                    <a:pt x="3209" y="918"/>
                    <a:pt x="3409" y="592"/>
                  </a:cubicBezTo>
                  <a:cubicBezTo>
                    <a:pt x="3409" y="592"/>
                    <a:pt x="3409" y="592"/>
                    <a:pt x="3409" y="567"/>
                  </a:cubicBezTo>
                  <a:cubicBezTo>
                    <a:pt x="3209" y="317"/>
                    <a:pt x="2908" y="166"/>
                    <a:pt x="2582" y="166"/>
                  </a:cubicBezTo>
                  <a:cubicBezTo>
                    <a:pt x="2231" y="166"/>
                    <a:pt x="1931" y="317"/>
                    <a:pt x="1705" y="567"/>
                  </a:cubicBezTo>
                  <a:cubicBezTo>
                    <a:pt x="1687" y="594"/>
                    <a:pt x="1667" y="605"/>
                    <a:pt x="1648" y="605"/>
                  </a:cubicBezTo>
                  <a:cubicBezTo>
                    <a:pt x="1612" y="605"/>
                    <a:pt x="1580" y="566"/>
                    <a:pt x="1580" y="517"/>
                  </a:cubicBezTo>
                  <a:cubicBezTo>
                    <a:pt x="1580" y="317"/>
                    <a:pt x="1429" y="141"/>
                    <a:pt x="1254" y="66"/>
                  </a:cubicBezTo>
                  <a:cubicBezTo>
                    <a:pt x="1161" y="20"/>
                    <a:pt x="1062" y="0"/>
                    <a:pt x="9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
            <p:cNvSpPr/>
            <p:nvPr/>
          </p:nvSpPr>
          <p:spPr>
            <a:xfrm>
              <a:off x="8624854" y="707364"/>
              <a:ext cx="247571" cy="56677"/>
            </a:xfrm>
            <a:custGeom>
              <a:rect b="b" l="l" r="r" t="t"/>
              <a:pathLst>
                <a:path extrusionOk="0" h="815" w="3560">
                  <a:moveTo>
                    <a:pt x="1024" y="1"/>
                  </a:moveTo>
                  <a:cubicBezTo>
                    <a:pt x="941" y="1"/>
                    <a:pt x="858" y="13"/>
                    <a:pt x="777" y="38"/>
                  </a:cubicBezTo>
                  <a:cubicBezTo>
                    <a:pt x="427" y="138"/>
                    <a:pt x="201" y="364"/>
                    <a:pt x="1" y="664"/>
                  </a:cubicBezTo>
                  <a:cubicBezTo>
                    <a:pt x="26" y="714"/>
                    <a:pt x="51" y="765"/>
                    <a:pt x="76" y="815"/>
                  </a:cubicBezTo>
                  <a:cubicBezTo>
                    <a:pt x="226" y="539"/>
                    <a:pt x="427" y="338"/>
                    <a:pt x="702" y="213"/>
                  </a:cubicBezTo>
                  <a:cubicBezTo>
                    <a:pt x="810" y="173"/>
                    <a:pt x="924" y="147"/>
                    <a:pt x="1038" y="147"/>
                  </a:cubicBezTo>
                  <a:cubicBezTo>
                    <a:pt x="1137" y="147"/>
                    <a:pt x="1236" y="167"/>
                    <a:pt x="1329" y="213"/>
                  </a:cubicBezTo>
                  <a:cubicBezTo>
                    <a:pt x="1504" y="288"/>
                    <a:pt x="1655" y="464"/>
                    <a:pt x="1655" y="664"/>
                  </a:cubicBezTo>
                  <a:cubicBezTo>
                    <a:pt x="1655" y="718"/>
                    <a:pt x="1694" y="760"/>
                    <a:pt x="1734" y="760"/>
                  </a:cubicBezTo>
                  <a:cubicBezTo>
                    <a:pt x="1750" y="760"/>
                    <a:pt x="1766" y="753"/>
                    <a:pt x="1780" y="739"/>
                  </a:cubicBezTo>
                  <a:cubicBezTo>
                    <a:pt x="2006" y="464"/>
                    <a:pt x="2306" y="313"/>
                    <a:pt x="2657" y="313"/>
                  </a:cubicBezTo>
                  <a:cubicBezTo>
                    <a:pt x="2983" y="313"/>
                    <a:pt x="3284" y="464"/>
                    <a:pt x="3484" y="714"/>
                  </a:cubicBezTo>
                  <a:cubicBezTo>
                    <a:pt x="3484" y="739"/>
                    <a:pt x="3484" y="739"/>
                    <a:pt x="3484" y="739"/>
                  </a:cubicBezTo>
                  <a:cubicBezTo>
                    <a:pt x="3509" y="689"/>
                    <a:pt x="3559" y="639"/>
                    <a:pt x="3559" y="589"/>
                  </a:cubicBezTo>
                  <a:cubicBezTo>
                    <a:pt x="3359" y="364"/>
                    <a:pt x="3058" y="188"/>
                    <a:pt x="2732" y="163"/>
                  </a:cubicBezTo>
                  <a:cubicBezTo>
                    <a:pt x="2707" y="161"/>
                    <a:pt x="2681" y="160"/>
                    <a:pt x="2656" y="160"/>
                  </a:cubicBezTo>
                  <a:cubicBezTo>
                    <a:pt x="2331" y="160"/>
                    <a:pt x="2012" y="305"/>
                    <a:pt x="1780" y="514"/>
                  </a:cubicBezTo>
                  <a:cubicBezTo>
                    <a:pt x="1680" y="193"/>
                    <a:pt x="1355" y="1"/>
                    <a:pt x="10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
            <p:cNvSpPr/>
            <p:nvPr/>
          </p:nvSpPr>
          <p:spPr>
            <a:xfrm>
              <a:off x="8770824" y="741997"/>
              <a:ext cx="51044" cy="23923"/>
            </a:xfrm>
            <a:custGeom>
              <a:rect b="b" l="l" r="r" t="t"/>
              <a:pathLst>
                <a:path extrusionOk="0" h="344" w="734">
                  <a:moveTo>
                    <a:pt x="543" y="1"/>
                  </a:moveTo>
                  <a:cubicBezTo>
                    <a:pt x="360" y="1"/>
                    <a:pt x="177" y="77"/>
                    <a:pt x="57" y="216"/>
                  </a:cubicBezTo>
                  <a:cubicBezTo>
                    <a:pt x="1" y="273"/>
                    <a:pt x="43" y="343"/>
                    <a:pt x="99" y="343"/>
                  </a:cubicBezTo>
                  <a:cubicBezTo>
                    <a:pt x="118" y="343"/>
                    <a:pt x="138" y="335"/>
                    <a:pt x="157" y="317"/>
                  </a:cubicBezTo>
                  <a:cubicBezTo>
                    <a:pt x="266" y="208"/>
                    <a:pt x="413" y="136"/>
                    <a:pt x="582" y="136"/>
                  </a:cubicBezTo>
                  <a:cubicBezTo>
                    <a:pt x="607" y="136"/>
                    <a:pt x="633" y="138"/>
                    <a:pt x="658" y="141"/>
                  </a:cubicBezTo>
                  <a:cubicBezTo>
                    <a:pt x="665" y="148"/>
                    <a:pt x="674" y="151"/>
                    <a:pt x="683" y="151"/>
                  </a:cubicBezTo>
                  <a:cubicBezTo>
                    <a:pt x="707" y="151"/>
                    <a:pt x="734" y="128"/>
                    <a:pt x="734" y="91"/>
                  </a:cubicBezTo>
                  <a:cubicBezTo>
                    <a:pt x="734" y="66"/>
                    <a:pt x="734" y="16"/>
                    <a:pt x="683" y="16"/>
                  </a:cubicBezTo>
                  <a:cubicBezTo>
                    <a:pt x="637" y="6"/>
                    <a:pt x="590" y="1"/>
                    <a:pt x="5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
            <p:cNvSpPr/>
            <p:nvPr/>
          </p:nvSpPr>
          <p:spPr>
            <a:xfrm>
              <a:off x="8755594" y="762233"/>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
            <p:cNvSpPr/>
            <p:nvPr/>
          </p:nvSpPr>
          <p:spPr>
            <a:xfrm>
              <a:off x="8673673" y="735042"/>
              <a:ext cx="40126" cy="21002"/>
            </a:xfrm>
            <a:custGeom>
              <a:rect b="b" l="l" r="r" t="t"/>
              <a:pathLst>
                <a:path extrusionOk="0" h="302" w="577">
                  <a:moveTo>
                    <a:pt x="187" y="0"/>
                  </a:moveTo>
                  <a:cubicBezTo>
                    <a:pt x="150" y="0"/>
                    <a:pt x="112" y="5"/>
                    <a:pt x="75" y="16"/>
                  </a:cubicBezTo>
                  <a:cubicBezTo>
                    <a:pt x="25" y="41"/>
                    <a:pt x="0" y="66"/>
                    <a:pt x="25" y="116"/>
                  </a:cubicBezTo>
                  <a:cubicBezTo>
                    <a:pt x="25" y="141"/>
                    <a:pt x="75" y="166"/>
                    <a:pt x="101" y="166"/>
                  </a:cubicBezTo>
                  <a:cubicBezTo>
                    <a:pt x="126" y="166"/>
                    <a:pt x="151" y="141"/>
                    <a:pt x="151" y="141"/>
                  </a:cubicBezTo>
                  <a:lnTo>
                    <a:pt x="251" y="141"/>
                  </a:lnTo>
                  <a:cubicBezTo>
                    <a:pt x="251" y="166"/>
                    <a:pt x="276" y="166"/>
                    <a:pt x="301" y="166"/>
                  </a:cubicBezTo>
                  <a:lnTo>
                    <a:pt x="326" y="166"/>
                  </a:lnTo>
                  <a:cubicBezTo>
                    <a:pt x="326" y="166"/>
                    <a:pt x="326" y="166"/>
                    <a:pt x="326" y="191"/>
                  </a:cubicBezTo>
                  <a:cubicBezTo>
                    <a:pt x="351" y="191"/>
                    <a:pt x="351" y="191"/>
                    <a:pt x="376" y="216"/>
                  </a:cubicBezTo>
                  <a:cubicBezTo>
                    <a:pt x="401" y="216"/>
                    <a:pt x="401" y="241"/>
                    <a:pt x="401" y="241"/>
                  </a:cubicBezTo>
                  <a:cubicBezTo>
                    <a:pt x="401" y="241"/>
                    <a:pt x="426" y="241"/>
                    <a:pt x="426" y="266"/>
                  </a:cubicBezTo>
                  <a:cubicBezTo>
                    <a:pt x="444" y="284"/>
                    <a:pt x="474" y="302"/>
                    <a:pt x="499" y="302"/>
                  </a:cubicBezTo>
                  <a:cubicBezTo>
                    <a:pt x="510" y="302"/>
                    <a:pt x="519" y="299"/>
                    <a:pt x="527" y="291"/>
                  </a:cubicBezTo>
                  <a:cubicBezTo>
                    <a:pt x="552" y="266"/>
                    <a:pt x="577" y="241"/>
                    <a:pt x="552" y="191"/>
                  </a:cubicBezTo>
                  <a:cubicBezTo>
                    <a:pt x="472" y="72"/>
                    <a:pt x="330" y="0"/>
                    <a:pt x="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3" name="Google Shape;263;p4"/>
          <p:cNvSpPr txBox="1"/>
          <p:nvPr>
            <p:ph type="title"/>
          </p:nvPr>
        </p:nvSpPr>
        <p:spPr>
          <a:xfrm>
            <a:off x="720000" y="186787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64" name="Google Shape;264;p4"/>
          <p:cNvSpPr txBox="1"/>
          <p:nvPr>
            <p:ph idx="2" type="title"/>
          </p:nvPr>
        </p:nvSpPr>
        <p:spPr>
          <a:xfrm>
            <a:off x="1618500" y="13085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5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5" name="Google Shape;265;p4"/>
          <p:cNvSpPr txBox="1"/>
          <p:nvPr>
            <p:ph idx="1" type="subTitle"/>
          </p:nvPr>
        </p:nvSpPr>
        <p:spPr>
          <a:xfrm>
            <a:off x="720000" y="2270475"/>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66" name="Google Shape;266;p4"/>
          <p:cNvSpPr txBox="1"/>
          <p:nvPr>
            <p:ph idx="3" type="title"/>
          </p:nvPr>
        </p:nvSpPr>
        <p:spPr>
          <a:xfrm>
            <a:off x="3403800" y="186787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67" name="Google Shape;267;p4"/>
          <p:cNvSpPr txBox="1"/>
          <p:nvPr>
            <p:ph idx="4" type="title"/>
          </p:nvPr>
        </p:nvSpPr>
        <p:spPr>
          <a:xfrm>
            <a:off x="4302300" y="13085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5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8" name="Google Shape;268;p4"/>
          <p:cNvSpPr txBox="1"/>
          <p:nvPr>
            <p:ph idx="5" type="subTitle"/>
          </p:nvPr>
        </p:nvSpPr>
        <p:spPr>
          <a:xfrm>
            <a:off x="3403800" y="2270475"/>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69" name="Google Shape;269;p4"/>
          <p:cNvSpPr txBox="1"/>
          <p:nvPr>
            <p:ph idx="6" type="title"/>
          </p:nvPr>
        </p:nvSpPr>
        <p:spPr>
          <a:xfrm>
            <a:off x="6087600" y="186787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0" name="Google Shape;270;p4"/>
          <p:cNvSpPr txBox="1"/>
          <p:nvPr>
            <p:ph idx="7" type="title"/>
          </p:nvPr>
        </p:nvSpPr>
        <p:spPr>
          <a:xfrm>
            <a:off x="6986100" y="13085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5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1" name="Google Shape;271;p4"/>
          <p:cNvSpPr txBox="1"/>
          <p:nvPr>
            <p:ph idx="8" type="subTitle"/>
          </p:nvPr>
        </p:nvSpPr>
        <p:spPr>
          <a:xfrm>
            <a:off x="6087600" y="2270475"/>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72" name="Google Shape;272;p4"/>
          <p:cNvSpPr txBox="1"/>
          <p:nvPr>
            <p:ph idx="9" type="title"/>
          </p:nvPr>
        </p:nvSpPr>
        <p:spPr>
          <a:xfrm>
            <a:off x="720000" y="365732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3" name="Google Shape;273;p4"/>
          <p:cNvSpPr txBox="1"/>
          <p:nvPr>
            <p:ph idx="13" type="title"/>
          </p:nvPr>
        </p:nvSpPr>
        <p:spPr>
          <a:xfrm>
            <a:off x="1618500" y="30979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4" name="Google Shape;274;p4"/>
          <p:cNvSpPr txBox="1"/>
          <p:nvPr>
            <p:ph idx="14" type="subTitle"/>
          </p:nvPr>
        </p:nvSpPr>
        <p:spPr>
          <a:xfrm>
            <a:off x="720000" y="4059900"/>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75" name="Google Shape;275;p4"/>
          <p:cNvSpPr txBox="1"/>
          <p:nvPr>
            <p:ph idx="15" type="title"/>
          </p:nvPr>
        </p:nvSpPr>
        <p:spPr>
          <a:xfrm>
            <a:off x="3403800" y="365732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6" name="Google Shape;276;p4"/>
          <p:cNvSpPr txBox="1"/>
          <p:nvPr>
            <p:ph idx="16" type="title"/>
          </p:nvPr>
        </p:nvSpPr>
        <p:spPr>
          <a:xfrm>
            <a:off x="4302300" y="30979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7" name="Google Shape;277;p4"/>
          <p:cNvSpPr txBox="1"/>
          <p:nvPr>
            <p:ph idx="17" type="subTitle"/>
          </p:nvPr>
        </p:nvSpPr>
        <p:spPr>
          <a:xfrm>
            <a:off x="3403800" y="4059900"/>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78" name="Google Shape;278;p4"/>
          <p:cNvSpPr txBox="1"/>
          <p:nvPr>
            <p:ph idx="18" type="title"/>
          </p:nvPr>
        </p:nvSpPr>
        <p:spPr>
          <a:xfrm>
            <a:off x="6087600" y="3657325"/>
            <a:ext cx="2336400" cy="40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dk2"/>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79" name="Google Shape;279;p4"/>
          <p:cNvSpPr txBox="1"/>
          <p:nvPr>
            <p:ph idx="19" type="title"/>
          </p:nvPr>
        </p:nvSpPr>
        <p:spPr>
          <a:xfrm>
            <a:off x="6986100" y="3097975"/>
            <a:ext cx="539400" cy="31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280" name="Google Shape;280;p4"/>
          <p:cNvSpPr txBox="1"/>
          <p:nvPr>
            <p:ph idx="20" type="subTitle"/>
          </p:nvPr>
        </p:nvSpPr>
        <p:spPr>
          <a:xfrm>
            <a:off x="6087600" y="4059900"/>
            <a:ext cx="23364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81" name="Google Shape;281;p4"/>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2" name="Shape 282"/>
        <p:cNvGrpSpPr/>
        <p:nvPr/>
      </p:nvGrpSpPr>
      <p:grpSpPr>
        <a:xfrm>
          <a:off x="0" y="0"/>
          <a:ext cx="0" cy="0"/>
          <a:chOff x="0" y="0"/>
          <a:chExt cx="0" cy="0"/>
        </a:xfrm>
      </p:grpSpPr>
      <p:sp>
        <p:nvSpPr>
          <p:cNvPr id="283" name="Google Shape;283;p5"/>
          <p:cNvSpPr txBox="1"/>
          <p:nvPr>
            <p:ph type="title"/>
          </p:nvPr>
        </p:nvSpPr>
        <p:spPr>
          <a:xfrm>
            <a:off x="4526625" y="2542825"/>
            <a:ext cx="3904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4" name="Google Shape;284;p5"/>
          <p:cNvSpPr txBox="1"/>
          <p:nvPr>
            <p:ph idx="2" type="title"/>
          </p:nvPr>
        </p:nvSpPr>
        <p:spPr>
          <a:xfrm>
            <a:off x="6021525" y="1518550"/>
            <a:ext cx="914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85" name="Google Shape;285;p5"/>
          <p:cNvSpPr txBox="1"/>
          <p:nvPr>
            <p:ph idx="1" type="subTitle"/>
          </p:nvPr>
        </p:nvSpPr>
        <p:spPr>
          <a:xfrm>
            <a:off x="4526625" y="3384637"/>
            <a:ext cx="3904200" cy="352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286" name="Google Shape;286;p5"/>
          <p:cNvGrpSpPr/>
          <p:nvPr/>
        </p:nvGrpSpPr>
        <p:grpSpPr>
          <a:xfrm flipH="1" rot="-1853996">
            <a:off x="-411509" y="-34009"/>
            <a:ext cx="2074873" cy="889125"/>
            <a:chOff x="1928075" y="3261300"/>
            <a:chExt cx="1531375" cy="656225"/>
          </a:xfrm>
        </p:grpSpPr>
        <p:sp>
          <p:nvSpPr>
            <p:cNvPr id="287" name="Google Shape;287;p5"/>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5"/>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 name="Google Shape;289;p5"/>
          <p:cNvGrpSpPr/>
          <p:nvPr/>
        </p:nvGrpSpPr>
        <p:grpSpPr>
          <a:xfrm rot="4500380">
            <a:off x="7955254" y="71937"/>
            <a:ext cx="1219949" cy="1395627"/>
            <a:chOff x="5397400" y="2614075"/>
            <a:chExt cx="753800" cy="862350"/>
          </a:xfrm>
        </p:grpSpPr>
        <p:sp>
          <p:nvSpPr>
            <p:cNvPr id="290" name="Google Shape;290;p5"/>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 name="Google Shape;292;p5"/>
          <p:cNvGrpSpPr/>
          <p:nvPr/>
        </p:nvGrpSpPr>
        <p:grpSpPr>
          <a:xfrm rot="8100000">
            <a:off x="6685297" y="3815288"/>
            <a:ext cx="2715999" cy="1577618"/>
            <a:chOff x="2037450" y="1549075"/>
            <a:chExt cx="2214600" cy="1286375"/>
          </a:xfrm>
        </p:grpSpPr>
        <p:sp>
          <p:nvSpPr>
            <p:cNvPr id="293" name="Google Shape;293;p5"/>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5" name="Shape 295"/>
        <p:cNvGrpSpPr/>
        <p:nvPr/>
      </p:nvGrpSpPr>
      <p:grpSpPr>
        <a:xfrm>
          <a:off x="0" y="0"/>
          <a:ext cx="0" cy="0"/>
          <a:chOff x="0" y="0"/>
          <a:chExt cx="0" cy="0"/>
        </a:xfrm>
      </p:grpSpPr>
      <p:grpSp>
        <p:nvGrpSpPr>
          <p:cNvPr id="296" name="Google Shape;296;p6"/>
          <p:cNvGrpSpPr/>
          <p:nvPr/>
        </p:nvGrpSpPr>
        <p:grpSpPr>
          <a:xfrm flipH="1" rot="-2700000">
            <a:off x="-87905" y="4162624"/>
            <a:ext cx="2413013" cy="1034025"/>
            <a:chOff x="1928075" y="3261300"/>
            <a:chExt cx="1531375" cy="656225"/>
          </a:xfrm>
        </p:grpSpPr>
        <p:sp>
          <p:nvSpPr>
            <p:cNvPr id="297" name="Google Shape;297;p6"/>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6"/>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 name="Google Shape;299;p6"/>
          <p:cNvGrpSpPr/>
          <p:nvPr/>
        </p:nvGrpSpPr>
        <p:grpSpPr>
          <a:xfrm flipH="1">
            <a:off x="5595255" y="-357984"/>
            <a:ext cx="1203366" cy="1376656"/>
            <a:chOff x="5397400" y="2614075"/>
            <a:chExt cx="753800" cy="862350"/>
          </a:xfrm>
        </p:grpSpPr>
        <p:sp>
          <p:nvSpPr>
            <p:cNvPr id="300" name="Google Shape;300;p6"/>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6"/>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 name="Google Shape;302;p6"/>
          <p:cNvGrpSpPr/>
          <p:nvPr/>
        </p:nvGrpSpPr>
        <p:grpSpPr>
          <a:xfrm flipH="1" rot="-1823598">
            <a:off x="6840317" y="3272048"/>
            <a:ext cx="2716090" cy="1577671"/>
            <a:chOff x="2037450" y="1549075"/>
            <a:chExt cx="2214600" cy="1286375"/>
          </a:xfrm>
        </p:grpSpPr>
        <p:sp>
          <p:nvSpPr>
            <p:cNvPr id="303" name="Google Shape;303;p6"/>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6"/>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 name="Google Shape;305;p6"/>
          <p:cNvGrpSpPr/>
          <p:nvPr/>
        </p:nvGrpSpPr>
        <p:grpSpPr>
          <a:xfrm>
            <a:off x="-18538" y="-204788"/>
            <a:ext cx="2409465" cy="1032504"/>
            <a:chOff x="1928075" y="3261300"/>
            <a:chExt cx="1531375" cy="656225"/>
          </a:xfrm>
        </p:grpSpPr>
        <p:sp>
          <p:nvSpPr>
            <p:cNvPr id="306" name="Google Shape;306;p6"/>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6"/>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8" name="Google Shape;308;p6"/>
          <p:cNvGrpSpPr/>
          <p:nvPr/>
        </p:nvGrpSpPr>
        <p:grpSpPr>
          <a:xfrm rot="-575064">
            <a:off x="7855905" y="844852"/>
            <a:ext cx="1149992" cy="897161"/>
            <a:chOff x="3845050" y="297847"/>
            <a:chExt cx="914393" cy="713360"/>
          </a:xfrm>
        </p:grpSpPr>
        <p:sp>
          <p:nvSpPr>
            <p:cNvPr id="309" name="Google Shape;309;p6"/>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6"/>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6"/>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6"/>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6"/>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6"/>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6"/>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6"/>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6"/>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6"/>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6"/>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6"/>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6"/>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6"/>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6"/>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6"/>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6"/>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6"/>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6"/>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0" name="Google Shape;330;p6"/>
          <p:cNvGrpSpPr/>
          <p:nvPr/>
        </p:nvGrpSpPr>
        <p:grpSpPr>
          <a:xfrm>
            <a:off x="209175" y="1831500"/>
            <a:ext cx="886754" cy="841801"/>
            <a:chOff x="209175" y="1831500"/>
            <a:chExt cx="886754" cy="841801"/>
          </a:xfrm>
        </p:grpSpPr>
        <p:sp>
          <p:nvSpPr>
            <p:cNvPr id="331" name="Google Shape;331;p6"/>
            <p:cNvSpPr/>
            <p:nvPr/>
          </p:nvSpPr>
          <p:spPr>
            <a:xfrm>
              <a:off x="225716" y="1836995"/>
              <a:ext cx="862244" cy="830590"/>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6"/>
            <p:cNvSpPr/>
            <p:nvPr/>
          </p:nvSpPr>
          <p:spPr>
            <a:xfrm>
              <a:off x="209175" y="1831500"/>
              <a:ext cx="886754" cy="841801"/>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6"/>
            <p:cNvSpPr/>
            <p:nvPr/>
          </p:nvSpPr>
          <p:spPr>
            <a:xfrm>
              <a:off x="326229" y="2037471"/>
              <a:ext cx="582688" cy="454148"/>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6"/>
            <p:cNvSpPr/>
            <p:nvPr/>
          </p:nvSpPr>
          <p:spPr>
            <a:xfrm>
              <a:off x="320734" y="2031151"/>
              <a:ext cx="595053" cy="465854"/>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6"/>
            <p:cNvSpPr/>
            <p:nvPr/>
          </p:nvSpPr>
          <p:spPr>
            <a:xfrm>
              <a:off x="568635" y="2143259"/>
              <a:ext cx="114416" cy="347645"/>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
            <p:cNvSpPr/>
            <p:nvPr/>
          </p:nvSpPr>
          <p:spPr>
            <a:xfrm>
              <a:off x="377227" y="2077588"/>
              <a:ext cx="73640" cy="136508"/>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6"/>
            <p:cNvSpPr/>
            <p:nvPr/>
          </p:nvSpPr>
          <p:spPr>
            <a:xfrm>
              <a:off x="364807" y="2166176"/>
              <a:ext cx="46877" cy="15223"/>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6"/>
            <p:cNvSpPr/>
            <p:nvPr/>
          </p:nvSpPr>
          <p:spPr>
            <a:xfrm>
              <a:off x="371677" y="2133093"/>
              <a:ext cx="45503" cy="19344"/>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6"/>
            <p:cNvSpPr/>
            <p:nvPr/>
          </p:nvSpPr>
          <p:spPr>
            <a:xfrm>
              <a:off x="382723" y="2094185"/>
              <a:ext cx="49624" cy="23850"/>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6"/>
            <p:cNvSpPr/>
            <p:nvPr/>
          </p:nvSpPr>
          <p:spPr>
            <a:xfrm>
              <a:off x="777574" y="2121662"/>
              <a:ext cx="85895" cy="241967"/>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6"/>
            <p:cNvSpPr/>
            <p:nvPr/>
          </p:nvSpPr>
          <p:spPr>
            <a:xfrm>
              <a:off x="786257" y="2303233"/>
              <a:ext cx="44129" cy="32423"/>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6"/>
            <p:cNvSpPr/>
            <p:nvPr/>
          </p:nvSpPr>
          <p:spPr>
            <a:xfrm>
              <a:off x="815218" y="2268117"/>
              <a:ext cx="42755" cy="25719"/>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6"/>
            <p:cNvSpPr/>
            <p:nvPr/>
          </p:nvSpPr>
          <p:spPr>
            <a:xfrm>
              <a:off x="819340" y="2223659"/>
              <a:ext cx="49624" cy="17311"/>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6"/>
            <p:cNvSpPr/>
            <p:nvPr/>
          </p:nvSpPr>
          <p:spPr>
            <a:xfrm>
              <a:off x="824835" y="2172495"/>
              <a:ext cx="53746" cy="22092"/>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
            <p:cNvSpPr/>
            <p:nvPr/>
          </p:nvSpPr>
          <p:spPr>
            <a:xfrm>
              <a:off x="809668" y="2136720"/>
              <a:ext cx="52427" cy="25939"/>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6"/>
            <p:cNvSpPr/>
            <p:nvPr/>
          </p:nvSpPr>
          <p:spPr>
            <a:xfrm>
              <a:off x="709155" y="2102263"/>
              <a:ext cx="26214" cy="35941"/>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6"/>
            <p:cNvSpPr/>
            <p:nvPr/>
          </p:nvSpPr>
          <p:spPr>
            <a:xfrm>
              <a:off x="728444" y="2112485"/>
              <a:ext cx="20718" cy="33632"/>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6"/>
            <p:cNvSpPr/>
            <p:nvPr/>
          </p:nvSpPr>
          <p:spPr>
            <a:xfrm>
              <a:off x="497029" y="2342966"/>
              <a:ext cx="24840" cy="37644"/>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6"/>
            <p:cNvSpPr/>
            <p:nvPr/>
          </p:nvSpPr>
          <p:spPr>
            <a:xfrm>
              <a:off x="521814" y="2352088"/>
              <a:ext cx="22092" cy="34896"/>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6"/>
            <p:cNvSpPr/>
            <p:nvPr/>
          </p:nvSpPr>
          <p:spPr>
            <a:xfrm>
              <a:off x="491534" y="2083029"/>
              <a:ext cx="70287" cy="43469"/>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6"/>
            <p:cNvSpPr/>
            <p:nvPr/>
          </p:nvSpPr>
          <p:spPr>
            <a:xfrm>
              <a:off x="404760" y="2268117"/>
              <a:ext cx="13849" cy="24840"/>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6"/>
            <p:cNvSpPr/>
            <p:nvPr/>
          </p:nvSpPr>
          <p:spPr>
            <a:xfrm>
              <a:off x="425423" y="2265369"/>
              <a:ext cx="15223" cy="29511"/>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6"/>
            <p:cNvSpPr/>
            <p:nvPr/>
          </p:nvSpPr>
          <p:spPr>
            <a:xfrm>
              <a:off x="676512" y="2396986"/>
              <a:ext cx="74024" cy="40722"/>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6"/>
            <p:cNvSpPr/>
            <p:nvPr/>
          </p:nvSpPr>
          <p:spPr>
            <a:xfrm>
              <a:off x="717398" y="2258445"/>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6"/>
            <p:cNvSpPr/>
            <p:nvPr/>
          </p:nvSpPr>
          <p:spPr>
            <a:xfrm>
              <a:off x="495655" y="2197830"/>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6"/>
            <p:cNvSpPr/>
            <p:nvPr/>
          </p:nvSpPr>
          <p:spPr>
            <a:xfrm>
              <a:off x="524561" y="2276360"/>
              <a:ext cx="15223" cy="11101"/>
            </a:xfrm>
            <a:custGeom>
              <a:rect b="b" l="l" r="r" t="t"/>
              <a:pathLst>
                <a:path extrusionOk="0" h="202" w="277">
                  <a:moveTo>
                    <a:pt x="151" y="1"/>
                  </a:moveTo>
                  <a:cubicBezTo>
                    <a:pt x="1" y="1"/>
                    <a:pt x="1" y="201"/>
                    <a:pt x="151" y="201"/>
                  </a:cubicBezTo>
                  <a:cubicBezTo>
                    <a:pt x="277" y="201"/>
                    <a:pt x="277"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6"/>
            <p:cNvSpPr/>
            <p:nvPr/>
          </p:nvSpPr>
          <p:spPr>
            <a:xfrm>
              <a:off x="772518" y="2086271"/>
              <a:ext cx="13794" cy="11101"/>
            </a:xfrm>
            <a:custGeom>
              <a:rect b="b" l="l" r="r" t="t"/>
              <a:pathLst>
                <a:path extrusionOk="0" h="202" w="251">
                  <a:moveTo>
                    <a:pt x="125" y="1"/>
                  </a:moveTo>
                  <a:cubicBezTo>
                    <a:pt x="0" y="1"/>
                    <a:pt x="0" y="201"/>
                    <a:pt x="125" y="201"/>
                  </a:cubicBezTo>
                  <a:cubicBezTo>
                    <a:pt x="251" y="201"/>
                    <a:pt x="251"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
            <p:cNvSpPr/>
            <p:nvPr/>
          </p:nvSpPr>
          <p:spPr>
            <a:xfrm>
              <a:off x="655409" y="2167550"/>
              <a:ext cx="12475" cy="11101"/>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6"/>
            <p:cNvSpPr/>
            <p:nvPr/>
          </p:nvSpPr>
          <p:spPr>
            <a:xfrm>
              <a:off x="435040" y="2131719"/>
              <a:ext cx="15223" cy="11101"/>
            </a:xfrm>
            <a:custGeom>
              <a:rect b="b" l="l" r="r" t="t"/>
              <a:pathLst>
                <a:path extrusionOk="0" h="202" w="277">
                  <a:moveTo>
                    <a:pt x="151" y="1"/>
                  </a:moveTo>
                  <a:cubicBezTo>
                    <a:pt x="1" y="1"/>
                    <a:pt x="1"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0" name="Google Shape;360;p6"/>
          <p:cNvSpPr txBox="1"/>
          <p:nvPr>
            <p:ph type="title"/>
          </p:nvPr>
        </p:nvSpPr>
        <p:spPr>
          <a:xfrm>
            <a:off x="2088300" y="1831500"/>
            <a:ext cx="4967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61" name="Google Shape;361;p6"/>
          <p:cNvSpPr txBox="1"/>
          <p:nvPr>
            <p:ph idx="1" type="subTitle"/>
          </p:nvPr>
        </p:nvSpPr>
        <p:spPr>
          <a:xfrm>
            <a:off x="2088300" y="2673300"/>
            <a:ext cx="4967400" cy="107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2" name="Shape 362"/>
        <p:cNvGrpSpPr/>
        <p:nvPr/>
      </p:nvGrpSpPr>
      <p:grpSpPr>
        <a:xfrm>
          <a:off x="0" y="0"/>
          <a:ext cx="0" cy="0"/>
          <a:chOff x="0" y="0"/>
          <a:chExt cx="0" cy="0"/>
        </a:xfrm>
      </p:grpSpPr>
      <p:sp>
        <p:nvSpPr>
          <p:cNvPr id="363" name="Google Shape;363;p7"/>
          <p:cNvSpPr txBox="1"/>
          <p:nvPr>
            <p:ph type="title"/>
          </p:nvPr>
        </p:nvSpPr>
        <p:spPr>
          <a:xfrm>
            <a:off x="1801125" y="789625"/>
            <a:ext cx="4343400" cy="119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4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grpSp>
        <p:nvGrpSpPr>
          <p:cNvPr id="364" name="Google Shape;364;p7"/>
          <p:cNvGrpSpPr/>
          <p:nvPr/>
        </p:nvGrpSpPr>
        <p:grpSpPr>
          <a:xfrm rot="191228">
            <a:off x="8114242" y="1917638"/>
            <a:ext cx="1008831" cy="781138"/>
            <a:chOff x="8187850" y="284825"/>
            <a:chExt cx="1008784" cy="781101"/>
          </a:xfrm>
        </p:grpSpPr>
        <p:sp>
          <p:nvSpPr>
            <p:cNvPr id="365" name="Google Shape;365;p7"/>
            <p:cNvSpPr/>
            <p:nvPr/>
          </p:nvSpPr>
          <p:spPr>
            <a:xfrm>
              <a:off x="8194317" y="289902"/>
              <a:ext cx="984861" cy="770461"/>
            </a:xfrm>
            <a:custGeom>
              <a:rect b="b" l="l" r="r" t="t"/>
              <a:pathLst>
                <a:path extrusionOk="0" h="11079" w="14162">
                  <a:moveTo>
                    <a:pt x="7620" y="1"/>
                  </a:moveTo>
                  <a:cubicBezTo>
                    <a:pt x="4663" y="1"/>
                    <a:pt x="2257" y="2407"/>
                    <a:pt x="2257" y="5364"/>
                  </a:cubicBezTo>
                  <a:cubicBezTo>
                    <a:pt x="2257" y="6141"/>
                    <a:pt x="2407" y="6868"/>
                    <a:pt x="2708" y="7544"/>
                  </a:cubicBezTo>
                  <a:cubicBezTo>
                    <a:pt x="1806" y="8722"/>
                    <a:pt x="903" y="9900"/>
                    <a:pt x="1" y="11078"/>
                  </a:cubicBezTo>
                  <a:cubicBezTo>
                    <a:pt x="1379" y="10527"/>
                    <a:pt x="2758" y="10001"/>
                    <a:pt x="4136" y="9449"/>
                  </a:cubicBezTo>
                  <a:cubicBezTo>
                    <a:pt x="5039" y="10226"/>
                    <a:pt x="6217" y="10702"/>
                    <a:pt x="7495" y="10727"/>
                  </a:cubicBezTo>
                  <a:lnTo>
                    <a:pt x="8698" y="10753"/>
                  </a:lnTo>
                  <a:cubicBezTo>
                    <a:pt x="8743" y="10754"/>
                    <a:pt x="8788" y="10754"/>
                    <a:pt x="8834" y="10754"/>
                  </a:cubicBezTo>
                  <a:cubicBezTo>
                    <a:pt x="11779" y="10754"/>
                    <a:pt x="14161" y="8351"/>
                    <a:pt x="14161" y="5389"/>
                  </a:cubicBezTo>
                  <a:lnTo>
                    <a:pt x="14161" y="5364"/>
                  </a:lnTo>
                  <a:cubicBezTo>
                    <a:pt x="14161" y="2432"/>
                    <a:pt x="11806" y="51"/>
                    <a:pt x="8873" y="26"/>
                  </a:cubicBezTo>
                  <a:cubicBezTo>
                    <a:pt x="8472" y="1"/>
                    <a:pt x="8046" y="1"/>
                    <a:pt x="762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7"/>
            <p:cNvSpPr/>
            <p:nvPr/>
          </p:nvSpPr>
          <p:spPr>
            <a:xfrm>
              <a:off x="8187850" y="284825"/>
              <a:ext cx="1008784" cy="781101"/>
            </a:xfrm>
            <a:custGeom>
              <a:rect b="b" l="l" r="r" t="t"/>
              <a:pathLst>
                <a:path extrusionOk="0" h="11232" w="14506">
                  <a:moveTo>
                    <a:pt x="7914" y="138"/>
                  </a:moveTo>
                  <a:cubicBezTo>
                    <a:pt x="8264" y="138"/>
                    <a:pt x="8615" y="149"/>
                    <a:pt x="8966" y="149"/>
                  </a:cubicBezTo>
                  <a:cubicBezTo>
                    <a:pt x="10420" y="174"/>
                    <a:pt x="11823" y="800"/>
                    <a:pt x="12801" y="1878"/>
                  </a:cubicBezTo>
                  <a:cubicBezTo>
                    <a:pt x="13778" y="2956"/>
                    <a:pt x="14280" y="4384"/>
                    <a:pt x="14179" y="5838"/>
                  </a:cubicBezTo>
                  <a:cubicBezTo>
                    <a:pt x="14079" y="7267"/>
                    <a:pt x="13377" y="8620"/>
                    <a:pt x="12275" y="9522"/>
                  </a:cubicBezTo>
                  <a:cubicBezTo>
                    <a:pt x="11723" y="9998"/>
                    <a:pt x="11097" y="10324"/>
                    <a:pt x="10420" y="10525"/>
                  </a:cubicBezTo>
                  <a:cubicBezTo>
                    <a:pt x="9843" y="10700"/>
                    <a:pt x="9242" y="10750"/>
                    <a:pt x="8640" y="10750"/>
                  </a:cubicBezTo>
                  <a:cubicBezTo>
                    <a:pt x="8164" y="10750"/>
                    <a:pt x="7688" y="10750"/>
                    <a:pt x="7237" y="10700"/>
                  </a:cubicBezTo>
                  <a:cubicBezTo>
                    <a:pt x="6360" y="10625"/>
                    <a:pt x="5508" y="10324"/>
                    <a:pt x="4781" y="9848"/>
                  </a:cubicBezTo>
                  <a:cubicBezTo>
                    <a:pt x="4605" y="9723"/>
                    <a:pt x="4430" y="9597"/>
                    <a:pt x="4279" y="9472"/>
                  </a:cubicBezTo>
                  <a:cubicBezTo>
                    <a:pt x="4254" y="9447"/>
                    <a:pt x="4229" y="9447"/>
                    <a:pt x="4204" y="9447"/>
                  </a:cubicBezTo>
                  <a:cubicBezTo>
                    <a:pt x="2911" y="9964"/>
                    <a:pt x="1618" y="10482"/>
                    <a:pt x="324" y="10999"/>
                  </a:cubicBezTo>
                  <a:lnTo>
                    <a:pt x="324" y="10999"/>
                  </a:lnTo>
                  <a:cubicBezTo>
                    <a:pt x="1175" y="9889"/>
                    <a:pt x="2025" y="8778"/>
                    <a:pt x="2876" y="7668"/>
                  </a:cubicBezTo>
                  <a:cubicBezTo>
                    <a:pt x="2876" y="7643"/>
                    <a:pt x="2876" y="7592"/>
                    <a:pt x="2876" y="7592"/>
                  </a:cubicBezTo>
                  <a:cubicBezTo>
                    <a:pt x="2199" y="6089"/>
                    <a:pt x="2274" y="4334"/>
                    <a:pt x="3051" y="2906"/>
                  </a:cubicBezTo>
                  <a:cubicBezTo>
                    <a:pt x="3728" y="1703"/>
                    <a:pt x="4856" y="750"/>
                    <a:pt x="6184" y="374"/>
                  </a:cubicBezTo>
                  <a:cubicBezTo>
                    <a:pt x="6585" y="249"/>
                    <a:pt x="6986" y="174"/>
                    <a:pt x="7387" y="149"/>
                  </a:cubicBezTo>
                  <a:cubicBezTo>
                    <a:pt x="7563" y="140"/>
                    <a:pt x="7738" y="138"/>
                    <a:pt x="7914" y="138"/>
                  </a:cubicBezTo>
                  <a:close/>
                  <a:moveTo>
                    <a:pt x="7959" y="1"/>
                  </a:moveTo>
                  <a:cubicBezTo>
                    <a:pt x="7423" y="1"/>
                    <a:pt x="6894" y="35"/>
                    <a:pt x="6385" y="174"/>
                  </a:cubicBezTo>
                  <a:cubicBezTo>
                    <a:pt x="5683" y="349"/>
                    <a:pt x="5006" y="650"/>
                    <a:pt x="4430" y="1101"/>
                  </a:cubicBezTo>
                  <a:cubicBezTo>
                    <a:pt x="3302" y="1953"/>
                    <a:pt x="2525" y="3257"/>
                    <a:pt x="2325" y="4685"/>
                  </a:cubicBezTo>
                  <a:cubicBezTo>
                    <a:pt x="2177" y="5671"/>
                    <a:pt x="2320" y="6681"/>
                    <a:pt x="2730" y="7620"/>
                  </a:cubicBezTo>
                  <a:lnTo>
                    <a:pt x="2730" y="7620"/>
                  </a:lnTo>
                  <a:cubicBezTo>
                    <a:pt x="1834" y="8789"/>
                    <a:pt x="939" y="9957"/>
                    <a:pt x="44" y="11126"/>
                  </a:cubicBezTo>
                  <a:cubicBezTo>
                    <a:pt x="1" y="11170"/>
                    <a:pt x="51" y="11232"/>
                    <a:pt x="97" y="11232"/>
                  </a:cubicBezTo>
                  <a:cubicBezTo>
                    <a:pt x="105" y="11232"/>
                    <a:pt x="112" y="11230"/>
                    <a:pt x="119" y="11227"/>
                  </a:cubicBezTo>
                  <a:cubicBezTo>
                    <a:pt x="1493" y="10677"/>
                    <a:pt x="2866" y="10128"/>
                    <a:pt x="4215" y="9603"/>
                  </a:cubicBezTo>
                  <a:lnTo>
                    <a:pt x="4215" y="9603"/>
                  </a:lnTo>
                  <a:cubicBezTo>
                    <a:pt x="4884" y="10163"/>
                    <a:pt x="5673" y="10553"/>
                    <a:pt x="6535" y="10750"/>
                  </a:cubicBezTo>
                  <a:cubicBezTo>
                    <a:pt x="7112" y="10876"/>
                    <a:pt x="7713" y="10876"/>
                    <a:pt x="8290" y="10876"/>
                  </a:cubicBezTo>
                  <a:cubicBezTo>
                    <a:pt x="8482" y="10884"/>
                    <a:pt x="8671" y="10890"/>
                    <a:pt x="8859" y="10890"/>
                  </a:cubicBezTo>
                  <a:cubicBezTo>
                    <a:pt x="9234" y="10890"/>
                    <a:pt x="9601" y="10867"/>
                    <a:pt x="9969" y="10800"/>
                  </a:cubicBezTo>
                  <a:cubicBezTo>
                    <a:pt x="10670" y="10650"/>
                    <a:pt x="11372" y="10349"/>
                    <a:pt x="11974" y="9948"/>
                  </a:cubicBezTo>
                  <a:cubicBezTo>
                    <a:pt x="13177" y="9121"/>
                    <a:pt x="14029" y="7818"/>
                    <a:pt x="14254" y="6364"/>
                  </a:cubicBezTo>
                  <a:cubicBezTo>
                    <a:pt x="14505" y="4886"/>
                    <a:pt x="14129" y="3357"/>
                    <a:pt x="13227" y="2154"/>
                  </a:cubicBezTo>
                  <a:cubicBezTo>
                    <a:pt x="12350" y="1001"/>
                    <a:pt x="10996" y="224"/>
                    <a:pt x="9543" y="49"/>
                  </a:cubicBezTo>
                  <a:cubicBezTo>
                    <a:pt x="9342" y="23"/>
                    <a:pt x="9167" y="23"/>
                    <a:pt x="8966" y="23"/>
                  </a:cubicBezTo>
                  <a:cubicBezTo>
                    <a:pt x="8630" y="14"/>
                    <a:pt x="8293" y="1"/>
                    <a:pt x="7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7"/>
            <p:cNvSpPr/>
            <p:nvPr/>
          </p:nvSpPr>
          <p:spPr>
            <a:xfrm>
              <a:off x="8494115" y="431977"/>
              <a:ext cx="507313" cy="448271"/>
            </a:xfrm>
            <a:custGeom>
              <a:rect b="b" l="l" r="r" t="t"/>
              <a:pathLst>
                <a:path extrusionOk="0" h="6446" w="7295">
                  <a:moveTo>
                    <a:pt x="3557" y="1"/>
                  </a:moveTo>
                  <a:cubicBezTo>
                    <a:pt x="3154" y="1"/>
                    <a:pt x="2754" y="76"/>
                    <a:pt x="2382" y="238"/>
                  </a:cubicBezTo>
                  <a:cubicBezTo>
                    <a:pt x="803" y="915"/>
                    <a:pt x="1" y="2995"/>
                    <a:pt x="703" y="4549"/>
                  </a:cubicBezTo>
                  <a:cubicBezTo>
                    <a:pt x="1214" y="5705"/>
                    <a:pt x="2499" y="6445"/>
                    <a:pt x="3757" y="6445"/>
                  </a:cubicBezTo>
                  <a:cubicBezTo>
                    <a:pt x="4162" y="6445"/>
                    <a:pt x="4565" y="6368"/>
                    <a:pt x="4938" y="6203"/>
                  </a:cubicBezTo>
                  <a:cubicBezTo>
                    <a:pt x="6492" y="5527"/>
                    <a:pt x="7294" y="3522"/>
                    <a:pt x="6642" y="1968"/>
                  </a:cubicBezTo>
                  <a:cubicBezTo>
                    <a:pt x="6147" y="767"/>
                    <a:pt x="4839" y="1"/>
                    <a:pt x="355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7"/>
            <p:cNvSpPr/>
            <p:nvPr/>
          </p:nvSpPr>
          <p:spPr>
            <a:xfrm>
              <a:off x="8502877" y="427804"/>
              <a:ext cx="479356" cy="457729"/>
            </a:xfrm>
            <a:custGeom>
              <a:rect b="b" l="l" r="r" t="t"/>
              <a:pathLst>
                <a:path extrusionOk="0" h="6582" w="6893">
                  <a:moveTo>
                    <a:pt x="3458" y="135"/>
                  </a:moveTo>
                  <a:cubicBezTo>
                    <a:pt x="3619" y="135"/>
                    <a:pt x="3778" y="148"/>
                    <a:pt x="3935" y="173"/>
                  </a:cubicBezTo>
                  <a:cubicBezTo>
                    <a:pt x="5213" y="373"/>
                    <a:pt x="6366" y="1301"/>
                    <a:pt x="6617" y="2604"/>
                  </a:cubicBezTo>
                  <a:cubicBezTo>
                    <a:pt x="6867" y="3857"/>
                    <a:pt x="6291" y="5286"/>
                    <a:pt x="5188" y="5988"/>
                  </a:cubicBezTo>
                  <a:cubicBezTo>
                    <a:pt x="5067" y="6060"/>
                    <a:pt x="4947" y="6132"/>
                    <a:pt x="4804" y="6205"/>
                  </a:cubicBezTo>
                  <a:lnTo>
                    <a:pt x="4804" y="6205"/>
                  </a:lnTo>
                  <a:cubicBezTo>
                    <a:pt x="4798" y="6207"/>
                    <a:pt x="4793" y="6209"/>
                    <a:pt x="4787" y="6213"/>
                  </a:cubicBezTo>
                  <a:cubicBezTo>
                    <a:pt x="4787" y="6213"/>
                    <a:pt x="4787" y="6213"/>
                    <a:pt x="4787" y="6213"/>
                  </a:cubicBezTo>
                  <a:lnTo>
                    <a:pt x="4787" y="6213"/>
                  </a:lnTo>
                  <a:cubicBezTo>
                    <a:pt x="4777" y="6216"/>
                    <a:pt x="4769" y="6219"/>
                    <a:pt x="4762" y="6223"/>
                  </a:cubicBezTo>
                  <a:lnTo>
                    <a:pt x="4762" y="6223"/>
                  </a:lnTo>
                  <a:cubicBezTo>
                    <a:pt x="4405" y="6368"/>
                    <a:pt x="4025" y="6436"/>
                    <a:pt x="3642" y="6436"/>
                  </a:cubicBezTo>
                  <a:cubicBezTo>
                    <a:pt x="2742" y="6436"/>
                    <a:pt x="1832" y="6058"/>
                    <a:pt x="1203" y="5411"/>
                  </a:cubicBezTo>
                  <a:cubicBezTo>
                    <a:pt x="752" y="4935"/>
                    <a:pt x="476" y="4333"/>
                    <a:pt x="401" y="3707"/>
                  </a:cubicBezTo>
                  <a:cubicBezTo>
                    <a:pt x="351" y="3055"/>
                    <a:pt x="476" y="2429"/>
                    <a:pt x="752" y="1852"/>
                  </a:cubicBezTo>
                  <a:cubicBezTo>
                    <a:pt x="1053" y="1276"/>
                    <a:pt x="1504" y="774"/>
                    <a:pt x="2055" y="474"/>
                  </a:cubicBezTo>
                  <a:cubicBezTo>
                    <a:pt x="2488" y="248"/>
                    <a:pt x="2976" y="135"/>
                    <a:pt x="3458" y="135"/>
                  </a:cubicBezTo>
                  <a:close/>
                  <a:moveTo>
                    <a:pt x="3441" y="1"/>
                  </a:moveTo>
                  <a:cubicBezTo>
                    <a:pt x="3096" y="1"/>
                    <a:pt x="2754" y="57"/>
                    <a:pt x="2431" y="173"/>
                  </a:cubicBezTo>
                  <a:cubicBezTo>
                    <a:pt x="1780" y="399"/>
                    <a:pt x="1253" y="825"/>
                    <a:pt x="877" y="1376"/>
                  </a:cubicBezTo>
                  <a:cubicBezTo>
                    <a:pt x="100" y="2479"/>
                    <a:pt x="0" y="4033"/>
                    <a:pt x="802" y="5160"/>
                  </a:cubicBezTo>
                  <a:cubicBezTo>
                    <a:pt x="1450" y="6051"/>
                    <a:pt x="2538" y="6582"/>
                    <a:pt x="3620" y="6582"/>
                  </a:cubicBezTo>
                  <a:cubicBezTo>
                    <a:pt x="3878" y="6582"/>
                    <a:pt x="4135" y="6552"/>
                    <a:pt x="4386" y="6489"/>
                  </a:cubicBezTo>
                  <a:cubicBezTo>
                    <a:pt x="4562" y="6439"/>
                    <a:pt x="4712" y="6389"/>
                    <a:pt x="4862" y="6313"/>
                  </a:cubicBezTo>
                  <a:cubicBezTo>
                    <a:pt x="4865" y="6312"/>
                    <a:pt x="4868" y="6311"/>
                    <a:pt x="4871" y="6310"/>
                  </a:cubicBezTo>
                  <a:lnTo>
                    <a:pt x="4871" y="6310"/>
                  </a:lnTo>
                  <a:cubicBezTo>
                    <a:pt x="6119" y="5781"/>
                    <a:pt x="6892" y="4380"/>
                    <a:pt x="6817" y="3055"/>
                  </a:cubicBezTo>
                  <a:cubicBezTo>
                    <a:pt x="6792" y="2353"/>
                    <a:pt x="6541" y="1702"/>
                    <a:pt x="6090" y="1201"/>
                  </a:cubicBezTo>
                  <a:cubicBezTo>
                    <a:pt x="5639" y="699"/>
                    <a:pt x="5063" y="323"/>
                    <a:pt x="4411" y="148"/>
                  </a:cubicBezTo>
                  <a:cubicBezTo>
                    <a:pt x="4095" y="51"/>
                    <a:pt x="3767" y="1"/>
                    <a:pt x="34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7"/>
            <p:cNvSpPr/>
            <p:nvPr/>
          </p:nvSpPr>
          <p:spPr>
            <a:xfrm>
              <a:off x="8802605" y="565289"/>
              <a:ext cx="36718" cy="69821"/>
            </a:xfrm>
            <a:custGeom>
              <a:rect b="b" l="l" r="r" t="t"/>
              <a:pathLst>
                <a:path extrusionOk="0" h="1004" w="528">
                  <a:moveTo>
                    <a:pt x="277" y="1"/>
                  </a:moveTo>
                  <a:cubicBezTo>
                    <a:pt x="126" y="1"/>
                    <a:pt x="1" y="226"/>
                    <a:pt x="1" y="502"/>
                  </a:cubicBezTo>
                  <a:cubicBezTo>
                    <a:pt x="1" y="777"/>
                    <a:pt x="126" y="1003"/>
                    <a:pt x="277" y="1003"/>
                  </a:cubicBezTo>
                  <a:cubicBezTo>
                    <a:pt x="427" y="1003"/>
                    <a:pt x="527" y="777"/>
                    <a:pt x="527" y="502"/>
                  </a:cubicBezTo>
                  <a:cubicBezTo>
                    <a:pt x="527" y="226"/>
                    <a:pt x="4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7"/>
            <p:cNvSpPr/>
            <p:nvPr/>
          </p:nvSpPr>
          <p:spPr>
            <a:xfrm>
              <a:off x="8784315" y="533717"/>
              <a:ext cx="89362" cy="51601"/>
            </a:xfrm>
            <a:custGeom>
              <a:rect b="b" l="l" r="r" t="t"/>
              <a:pathLst>
                <a:path extrusionOk="0" h="742" w="1285">
                  <a:moveTo>
                    <a:pt x="1161" y="0"/>
                  </a:moveTo>
                  <a:cubicBezTo>
                    <a:pt x="1155" y="0"/>
                    <a:pt x="1148" y="1"/>
                    <a:pt x="1141" y="3"/>
                  </a:cubicBezTo>
                  <a:lnTo>
                    <a:pt x="63" y="605"/>
                  </a:lnTo>
                  <a:cubicBezTo>
                    <a:pt x="0" y="647"/>
                    <a:pt x="43" y="742"/>
                    <a:pt x="103" y="742"/>
                  </a:cubicBezTo>
                  <a:cubicBezTo>
                    <a:pt x="114" y="742"/>
                    <a:pt x="126" y="738"/>
                    <a:pt x="139" y="730"/>
                  </a:cubicBezTo>
                  <a:cubicBezTo>
                    <a:pt x="515" y="530"/>
                    <a:pt x="865" y="329"/>
                    <a:pt x="1216" y="129"/>
                  </a:cubicBezTo>
                  <a:cubicBezTo>
                    <a:pt x="1285" y="106"/>
                    <a:pt x="1229" y="0"/>
                    <a:pt x="11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7"/>
            <p:cNvSpPr/>
            <p:nvPr/>
          </p:nvSpPr>
          <p:spPr>
            <a:xfrm>
              <a:off x="8657956" y="565289"/>
              <a:ext cx="36718" cy="69821"/>
            </a:xfrm>
            <a:custGeom>
              <a:rect b="b" l="l" r="r" t="t"/>
              <a:pathLst>
                <a:path extrusionOk="0" h="1004" w="528">
                  <a:moveTo>
                    <a:pt x="251" y="1"/>
                  </a:moveTo>
                  <a:cubicBezTo>
                    <a:pt x="101" y="1"/>
                    <a:pt x="1" y="226"/>
                    <a:pt x="1" y="502"/>
                  </a:cubicBezTo>
                  <a:cubicBezTo>
                    <a:pt x="1" y="777"/>
                    <a:pt x="101" y="1003"/>
                    <a:pt x="251" y="1003"/>
                  </a:cubicBezTo>
                  <a:cubicBezTo>
                    <a:pt x="402" y="1003"/>
                    <a:pt x="527" y="777"/>
                    <a:pt x="527" y="502"/>
                  </a:cubicBezTo>
                  <a:cubicBezTo>
                    <a:pt x="527" y="226"/>
                    <a:pt x="402"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7"/>
            <p:cNvSpPr/>
            <p:nvPr/>
          </p:nvSpPr>
          <p:spPr>
            <a:xfrm>
              <a:off x="8623603" y="533717"/>
              <a:ext cx="89362" cy="51601"/>
            </a:xfrm>
            <a:custGeom>
              <a:rect b="b" l="l" r="r" t="t"/>
              <a:pathLst>
                <a:path extrusionOk="0" h="742" w="1285">
                  <a:moveTo>
                    <a:pt x="124" y="0"/>
                  </a:moveTo>
                  <a:cubicBezTo>
                    <a:pt x="56" y="0"/>
                    <a:pt x="0" y="106"/>
                    <a:pt x="69" y="129"/>
                  </a:cubicBezTo>
                  <a:cubicBezTo>
                    <a:pt x="420" y="329"/>
                    <a:pt x="795" y="530"/>
                    <a:pt x="1146" y="730"/>
                  </a:cubicBezTo>
                  <a:cubicBezTo>
                    <a:pt x="1158" y="738"/>
                    <a:pt x="1171" y="742"/>
                    <a:pt x="1182" y="742"/>
                  </a:cubicBezTo>
                  <a:cubicBezTo>
                    <a:pt x="1242" y="742"/>
                    <a:pt x="1285" y="647"/>
                    <a:pt x="1222" y="605"/>
                  </a:cubicBezTo>
                  <a:cubicBezTo>
                    <a:pt x="846" y="404"/>
                    <a:pt x="495" y="204"/>
                    <a:pt x="144" y="3"/>
                  </a:cubicBezTo>
                  <a:cubicBezTo>
                    <a:pt x="137" y="1"/>
                    <a:pt x="130" y="0"/>
                    <a:pt x="1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7"/>
            <p:cNvSpPr/>
            <p:nvPr/>
          </p:nvSpPr>
          <p:spPr>
            <a:xfrm>
              <a:off x="8686956" y="464592"/>
              <a:ext cx="99446" cy="21419"/>
            </a:xfrm>
            <a:custGeom>
              <a:rect b="b" l="l" r="r" t="t"/>
              <a:pathLst>
                <a:path extrusionOk="0" h="308" w="1430">
                  <a:moveTo>
                    <a:pt x="857" y="0"/>
                  </a:moveTo>
                  <a:cubicBezTo>
                    <a:pt x="594" y="0"/>
                    <a:pt x="335" y="61"/>
                    <a:pt x="85" y="170"/>
                  </a:cubicBezTo>
                  <a:cubicBezTo>
                    <a:pt x="1" y="212"/>
                    <a:pt x="40" y="307"/>
                    <a:pt x="114" y="307"/>
                  </a:cubicBezTo>
                  <a:cubicBezTo>
                    <a:pt x="128" y="307"/>
                    <a:pt x="144" y="304"/>
                    <a:pt x="160" y="296"/>
                  </a:cubicBezTo>
                  <a:cubicBezTo>
                    <a:pt x="387" y="199"/>
                    <a:pt x="634" y="143"/>
                    <a:pt x="889" y="143"/>
                  </a:cubicBezTo>
                  <a:cubicBezTo>
                    <a:pt x="1029" y="143"/>
                    <a:pt x="1171" y="160"/>
                    <a:pt x="1313" y="195"/>
                  </a:cubicBezTo>
                  <a:cubicBezTo>
                    <a:pt x="1320" y="198"/>
                    <a:pt x="1326" y="199"/>
                    <a:pt x="1333" y="199"/>
                  </a:cubicBezTo>
                  <a:cubicBezTo>
                    <a:pt x="1396" y="199"/>
                    <a:pt x="1429" y="93"/>
                    <a:pt x="1338" y="70"/>
                  </a:cubicBezTo>
                  <a:cubicBezTo>
                    <a:pt x="1177" y="23"/>
                    <a:pt x="1016" y="0"/>
                    <a:pt x="8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7"/>
            <p:cNvSpPr/>
            <p:nvPr/>
          </p:nvSpPr>
          <p:spPr>
            <a:xfrm>
              <a:off x="8668457" y="483368"/>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7"/>
            <p:cNvSpPr/>
            <p:nvPr/>
          </p:nvSpPr>
          <p:spPr>
            <a:xfrm>
              <a:off x="8908935" y="662927"/>
              <a:ext cx="36718" cy="81504"/>
            </a:xfrm>
            <a:custGeom>
              <a:rect b="b" l="l" r="r" t="t"/>
              <a:pathLst>
                <a:path extrusionOk="0" h="1172" w="528">
                  <a:moveTo>
                    <a:pt x="452" y="0"/>
                  </a:moveTo>
                  <a:cubicBezTo>
                    <a:pt x="414" y="0"/>
                    <a:pt x="377" y="25"/>
                    <a:pt x="377" y="75"/>
                  </a:cubicBezTo>
                  <a:cubicBezTo>
                    <a:pt x="377" y="426"/>
                    <a:pt x="251" y="777"/>
                    <a:pt x="26" y="1053"/>
                  </a:cubicBezTo>
                  <a:cubicBezTo>
                    <a:pt x="1" y="1078"/>
                    <a:pt x="1" y="1128"/>
                    <a:pt x="26" y="1153"/>
                  </a:cubicBezTo>
                  <a:cubicBezTo>
                    <a:pt x="38" y="1165"/>
                    <a:pt x="57" y="1172"/>
                    <a:pt x="76" y="1172"/>
                  </a:cubicBezTo>
                  <a:cubicBezTo>
                    <a:pt x="95" y="1172"/>
                    <a:pt x="114" y="1165"/>
                    <a:pt x="126" y="1153"/>
                  </a:cubicBezTo>
                  <a:cubicBezTo>
                    <a:pt x="377" y="827"/>
                    <a:pt x="502" y="451"/>
                    <a:pt x="527" y="75"/>
                  </a:cubicBezTo>
                  <a:cubicBezTo>
                    <a:pt x="527" y="25"/>
                    <a:pt x="489" y="0"/>
                    <a:pt x="4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7"/>
            <p:cNvSpPr/>
            <p:nvPr/>
          </p:nvSpPr>
          <p:spPr>
            <a:xfrm>
              <a:off x="8935083" y="617585"/>
              <a:ext cx="14048" cy="10501"/>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7"/>
            <p:cNvSpPr/>
            <p:nvPr/>
          </p:nvSpPr>
          <p:spPr>
            <a:xfrm>
              <a:off x="8565604" y="704722"/>
              <a:ext cx="21002" cy="43047"/>
            </a:xfrm>
            <a:custGeom>
              <a:rect b="b" l="l" r="r" t="t"/>
              <a:pathLst>
                <a:path extrusionOk="0" h="619" w="302">
                  <a:moveTo>
                    <a:pt x="76" y="1"/>
                  </a:moveTo>
                  <a:cubicBezTo>
                    <a:pt x="25" y="1"/>
                    <a:pt x="0" y="51"/>
                    <a:pt x="0" y="76"/>
                  </a:cubicBezTo>
                  <a:cubicBezTo>
                    <a:pt x="0" y="251"/>
                    <a:pt x="50" y="427"/>
                    <a:pt x="151" y="577"/>
                  </a:cubicBezTo>
                  <a:cubicBezTo>
                    <a:pt x="165" y="606"/>
                    <a:pt x="180" y="618"/>
                    <a:pt x="200" y="618"/>
                  </a:cubicBezTo>
                  <a:cubicBezTo>
                    <a:pt x="214" y="618"/>
                    <a:pt x="230" y="612"/>
                    <a:pt x="251" y="602"/>
                  </a:cubicBezTo>
                  <a:cubicBezTo>
                    <a:pt x="276" y="602"/>
                    <a:pt x="301" y="552"/>
                    <a:pt x="276" y="502"/>
                  </a:cubicBezTo>
                  <a:cubicBezTo>
                    <a:pt x="226" y="452"/>
                    <a:pt x="201" y="376"/>
                    <a:pt x="176" y="301"/>
                  </a:cubicBezTo>
                  <a:cubicBezTo>
                    <a:pt x="176" y="276"/>
                    <a:pt x="151" y="226"/>
                    <a:pt x="151" y="201"/>
                  </a:cubicBezTo>
                  <a:cubicBezTo>
                    <a:pt x="151" y="151"/>
                    <a:pt x="151" y="126"/>
                    <a:pt x="151" y="76"/>
                  </a:cubicBezTo>
                  <a:cubicBezTo>
                    <a:pt x="126" y="51"/>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7"/>
            <p:cNvSpPr/>
            <p:nvPr/>
          </p:nvSpPr>
          <p:spPr>
            <a:xfrm>
              <a:off x="8553365" y="654165"/>
              <a:ext cx="10570" cy="12309"/>
            </a:xfrm>
            <a:custGeom>
              <a:rect b="b" l="l" r="r" t="t"/>
              <a:pathLst>
                <a:path extrusionOk="0" h="177" w="152">
                  <a:moveTo>
                    <a:pt x="76" y="1"/>
                  </a:moveTo>
                  <a:cubicBezTo>
                    <a:pt x="76" y="1"/>
                    <a:pt x="76" y="26"/>
                    <a:pt x="76" y="26"/>
                  </a:cubicBezTo>
                  <a:lnTo>
                    <a:pt x="26" y="26"/>
                  </a:lnTo>
                  <a:cubicBezTo>
                    <a:pt x="26" y="51"/>
                    <a:pt x="26" y="51"/>
                    <a:pt x="26" y="51"/>
                  </a:cubicBezTo>
                  <a:cubicBezTo>
                    <a:pt x="26" y="51"/>
                    <a:pt x="1" y="76"/>
                    <a:pt x="1" y="76"/>
                  </a:cubicBezTo>
                  <a:lnTo>
                    <a:pt x="1" y="101"/>
                  </a:lnTo>
                  <a:cubicBezTo>
                    <a:pt x="1" y="126"/>
                    <a:pt x="26" y="126"/>
                    <a:pt x="26" y="126"/>
                  </a:cubicBezTo>
                  <a:cubicBezTo>
                    <a:pt x="26" y="151"/>
                    <a:pt x="26" y="151"/>
                    <a:pt x="26" y="151"/>
                  </a:cubicBezTo>
                  <a:cubicBezTo>
                    <a:pt x="51" y="176"/>
                    <a:pt x="51" y="176"/>
                    <a:pt x="51" y="176"/>
                  </a:cubicBezTo>
                  <a:lnTo>
                    <a:pt x="101" y="176"/>
                  </a:lnTo>
                  <a:cubicBezTo>
                    <a:pt x="126" y="176"/>
                    <a:pt x="126" y="176"/>
                    <a:pt x="126" y="151"/>
                  </a:cubicBezTo>
                  <a:lnTo>
                    <a:pt x="151" y="151"/>
                  </a:lnTo>
                  <a:cubicBezTo>
                    <a:pt x="151" y="126"/>
                    <a:pt x="151" y="126"/>
                    <a:pt x="151" y="101"/>
                  </a:cubicBezTo>
                  <a:lnTo>
                    <a:pt x="151" y="76"/>
                  </a:lnTo>
                  <a:cubicBezTo>
                    <a:pt x="151" y="76"/>
                    <a:pt x="151" y="76"/>
                    <a:pt x="151" y="51"/>
                  </a:cubicBezTo>
                  <a:cubicBezTo>
                    <a:pt x="151" y="51"/>
                    <a:pt x="151" y="51"/>
                    <a:pt x="126" y="26"/>
                  </a:cubicBezTo>
                  <a:lnTo>
                    <a:pt x="101" y="26"/>
                  </a:lnTo>
                  <a:cubicBezTo>
                    <a:pt x="101" y="26"/>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7"/>
            <p:cNvSpPr/>
            <p:nvPr/>
          </p:nvSpPr>
          <p:spPr>
            <a:xfrm>
              <a:off x="8586536" y="615847"/>
              <a:ext cx="317253" cy="202230"/>
            </a:xfrm>
            <a:custGeom>
              <a:rect b="b" l="l" r="r" t="t"/>
              <a:pathLst>
                <a:path extrusionOk="0" h="2908" w="4562">
                  <a:moveTo>
                    <a:pt x="276" y="0"/>
                  </a:moveTo>
                  <a:lnTo>
                    <a:pt x="276" y="0"/>
                  </a:lnTo>
                  <a:cubicBezTo>
                    <a:pt x="276" y="0"/>
                    <a:pt x="0" y="2908"/>
                    <a:pt x="2281" y="2908"/>
                  </a:cubicBezTo>
                  <a:cubicBezTo>
                    <a:pt x="4561" y="2908"/>
                    <a:pt x="4386" y="226"/>
                    <a:pt x="4386" y="226"/>
                  </a:cubicBezTo>
                  <a:lnTo>
                    <a:pt x="4386" y="226"/>
                  </a:lnTo>
                  <a:cubicBezTo>
                    <a:pt x="3855" y="688"/>
                    <a:pt x="3152" y="959"/>
                    <a:pt x="2457" y="959"/>
                  </a:cubicBezTo>
                  <a:cubicBezTo>
                    <a:pt x="2398" y="959"/>
                    <a:pt x="2339" y="957"/>
                    <a:pt x="2281" y="953"/>
                  </a:cubicBezTo>
                  <a:cubicBezTo>
                    <a:pt x="1529" y="903"/>
                    <a:pt x="777" y="552"/>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7"/>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7"/>
            <p:cNvSpPr/>
            <p:nvPr/>
          </p:nvSpPr>
          <p:spPr>
            <a:xfrm>
              <a:off x="8630070" y="717587"/>
              <a:ext cx="237140" cy="106678"/>
            </a:xfrm>
            <a:custGeom>
              <a:rect b="b" l="l" r="r" t="t"/>
              <a:pathLst>
                <a:path extrusionOk="0" h="1534" w="3410">
                  <a:moveTo>
                    <a:pt x="814" y="251"/>
                  </a:moveTo>
                  <a:cubicBezTo>
                    <a:pt x="957" y="251"/>
                    <a:pt x="1099" y="323"/>
                    <a:pt x="1179" y="442"/>
                  </a:cubicBezTo>
                  <a:cubicBezTo>
                    <a:pt x="1204" y="492"/>
                    <a:pt x="1179" y="517"/>
                    <a:pt x="1154" y="542"/>
                  </a:cubicBezTo>
                  <a:cubicBezTo>
                    <a:pt x="1146" y="550"/>
                    <a:pt x="1137" y="553"/>
                    <a:pt x="1126" y="553"/>
                  </a:cubicBezTo>
                  <a:cubicBezTo>
                    <a:pt x="1101" y="553"/>
                    <a:pt x="1071" y="535"/>
                    <a:pt x="1053" y="517"/>
                  </a:cubicBezTo>
                  <a:cubicBezTo>
                    <a:pt x="1053" y="492"/>
                    <a:pt x="1028" y="492"/>
                    <a:pt x="1028" y="492"/>
                  </a:cubicBezTo>
                  <a:cubicBezTo>
                    <a:pt x="1028" y="492"/>
                    <a:pt x="1028" y="467"/>
                    <a:pt x="1003" y="467"/>
                  </a:cubicBezTo>
                  <a:cubicBezTo>
                    <a:pt x="978" y="442"/>
                    <a:pt x="978" y="442"/>
                    <a:pt x="953" y="442"/>
                  </a:cubicBezTo>
                  <a:cubicBezTo>
                    <a:pt x="953" y="417"/>
                    <a:pt x="953" y="417"/>
                    <a:pt x="953" y="417"/>
                  </a:cubicBezTo>
                  <a:lnTo>
                    <a:pt x="928" y="417"/>
                  </a:lnTo>
                  <a:cubicBezTo>
                    <a:pt x="903" y="417"/>
                    <a:pt x="878" y="417"/>
                    <a:pt x="878" y="392"/>
                  </a:cubicBezTo>
                  <a:lnTo>
                    <a:pt x="778" y="392"/>
                  </a:lnTo>
                  <a:cubicBezTo>
                    <a:pt x="778" y="392"/>
                    <a:pt x="753" y="417"/>
                    <a:pt x="728" y="417"/>
                  </a:cubicBezTo>
                  <a:cubicBezTo>
                    <a:pt x="702" y="417"/>
                    <a:pt x="652" y="392"/>
                    <a:pt x="652" y="367"/>
                  </a:cubicBezTo>
                  <a:cubicBezTo>
                    <a:pt x="627" y="317"/>
                    <a:pt x="652" y="292"/>
                    <a:pt x="702" y="267"/>
                  </a:cubicBezTo>
                  <a:cubicBezTo>
                    <a:pt x="739" y="256"/>
                    <a:pt x="777" y="251"/>
                    <a:pt x="814" y="251"/>
                  </a:cubicBezTo>
                  <a:close/>
                  <a:moveTo>
                    <a:pt x="2567" y="352"/>
                  </a:moveTo>
                  <a:cubicBezTo>
                    <a:pt x="2614" y="352"/>
                    <a:pt x="2661" y="357"/>
                    <a:pt x="2707" y="367"/>
                  </a:cubicBezTo>
                  <a:cubicBezTo>
                    <a:pt x="2758" y="367"/>
                    <a:pt x="2758" y="417"/>
                    <a:pt x="2758" y="442"/>
                  </a:cubicBezTo>
                  <a:cubicBezTo>
                    <a:pt x="2758" y="479"/>
                    <a:pt x="2731" y="502"/>
                    <a:pt x="2707" y="502"/>
                  </a:cubicBezTo>
                  <a:cubicBezTo>
                    <a:pt x="2698" y="502"/>
                    <a:pt x="2689" y="499"/>
                    <a:pt x="2682" y="492"/>
                  </a:cubicBezTo>
                  <a:cubicBezTo>
                    <a:pt x="2657" y="489"/>
                    <a:pt x="2631" y="487"/>
                    <a:pt x="2606" y="487"/>
                  </a:cubicBezTo>
                  <a:cubicBezTo>
                    <a:pt x="2437" y="487"/>
                    <a:pt x="2290" y="559"/>
                    <a:pt x="2181" y="668"/>
                  </a:cubicBezTo>
                  <a:cubicBezTo>
                    <a:pt x="2162" y="686"/>
                    <a:pt x="2142" y="694"/>
                    <a:pt x="2123" y="694"/>
                  </a:cubicBezTo>
                  <a:cubicBezTo>
                    <a:pt x="2067" y="694"/>
                    <a:pt x="2025" y="624"/>
                    <a:pt x="2081" y="567"/>
                  </a:cubicBezTo>
                  <a:cubicBezTo>
                    <a:pt x="2201" y="428"/>
                    <a:pt x="2384" y="352"/>
                    <a:pt x="2567" y="352"/>
                  </a:cubicBezTo>
                  <a:close/>
                  <a:moveTo>
                    <a:pt x="1905" y="643"/>
                  </a:moveTo>
                  <a:cubicBezTo>
                    <a:pt x="2006" y="643"/>
                    <a:pt x="2006" y="793"/>
                    <a:pt x="1905" y="793"/>
                  </a:cubicBezTo>
                  <a:cubicBezTo>
                    <a:pt x="1805" y="793"/>
                    <a:pt x="1805" y="643"/>
                    <a:pt x="1905" y="643"/>
                  </a:cubicBezTo>
                  <a:close/>
                  <a:moveTo>
                    <a:pt x="963" y="0"/>
                  </a:moveTo>
                  <a:cubicBezTo>
                    <a:pt x="849" y="0"/>
                    <a:pt x="735" y="26"/>
                    <a:pt x="627" y="66"/>
                  </a:cubicBezTo>
                  <a:cubicBezTo>
                    <a:pt x="352" y="191"/>
                    <a:pt x="151" y="392"/>
                    <a:pt x="1" y="668"/>
                  </a:cubicBezTo>
                  <a:cubicBezTo>
                    <a:pt x="126" y="843"/>
                    <a:pt x="276" y="1019"/>
                    <a:pt x="452" y="1144"/>
                  </a:cubicBezTo>
                  <a:cubicBezTo>
                    <a:pt x="788" y="1407"/>
                    <a:pt x="1227" y="1534"/>
                    <a:pt x="1669" y="1534"/>
                  </a:cubicBezTo>
                  <a:cubicBezTo>
                    <a:pt x="1984" y="1534"/>
                    <a:pt x="2301" y="1470"/>
                    <a:pt x="2582" y="1344"/>
                  </a:cubicBezTo>
                  <a:cubicBezTo>
                    <a:pt x="2933" y="1194"/>
                    <a:pt x="3209" y="918"/>
                    <a:pt x="3409" y="592"/>
                  </a:cubicBezTo>
                  <a:cubicBezTo>
                    <a:pt x="3409" y="592"/>
                    <a:pt x="3409" y="592"/>
                    <a:pt x="3409" y="567"/>
                  </a:cubicBezTo>
                  <a:cubicBezTo>
                    <a:pt x="3209" y="317"/>
                    <a:pt x="2908" y="166"/>
                    <a:pt x="2582" y="166"/>
                  </a:cubicBezTo>
                  <a:cubicBezTo>
                    <a:pt x="2231" y="166"/>
                    <a:pt x="1931" y="317"/>
                    <a:pt x="1705" y="567"/>
                  </a:cubicBezTo>
                  <a:cubicBezTo>
                    <a:pt x="1687" y="594"/>
                    <a:pt x="1667" y="605"/>
                    <a:pt x="1648" y="605"/>
                  </a:cubicBezTo>
                  <a:cubicBezTo>
                    <a:pt x="1612" y="605"/>
                    <a:pt x="1580" y="566"/>
                    <a:pt x="1580" y="517"/>
                  </a:cubicBezTo>
                  <a:cubicBezTo>
                    <a:pt x="1580" y="317"/>
                    <a:pt x="1429" y="141"/>
                    <a:pt x="1254" y="66"/>
                  </a:cubicBezTo>
                  <a:cubicBezTo>
                    <a:pt x="1161" y="20"/>
                    <a:pt x="1062" y="0"/>
                    <a:pt x="9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7"/>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7"/>
            <p:cNvSpPr/>
            <p:nvPr/>
          </p:nvSpPr>
          <p:spPr>
            <a:xfrm>
              <a:off x="8624854" y="707364"/>
              <a:ext cx="247571" cy="56677"/>
            </a:xfrm>
            <a:custGeom>
              <a:rect b="b" l="l" r="r" t="t"/>
              <a:pathLst>
                <a:path extrusionOk="0" h="815" w="3560">
                  <a:moveTo>
                    <a:pt x="1024" y="1"/>
                  </a:moveTo>
                  <a:cubicBezTo>
                    <a:pt x="941" y="1"/>
                    <a:pt x="858" y="13"/>
                    <a:pt x="777" y="38"/>
                  </a:cubicBezTo>
                  <a:cubicBezTo>
                    <a:pt x="427" y="138"/>
                    <a:pt x="201" y="364"/>
                    <a:pt x="1" y="664"/>
                  </a:cubicBezTo>
                  <a:cubicBezTo>
                    <a:pt x="26" y="714"/>
                    <a:pt x="51" y="765"/>
                    <a:pt x="76" y="815"/>
                  </a:cubicBezTo>
                  <a:cubicBezTo>
                    <a:pt x="226" y="539"/>
                    <a:pt x="427" y="338"/>
                    <a:pt x="702" y="213"/>
                  </a:cubicBezTo>
                  <a:cubicBezTo>
                    <a:pt x="810" y="173"/>
                    <a:pt x="924" y="147"/>
                    <a:pt x="1038" y="147"/>
                  </a:cubicBezTo>
                  <a:cubicBezTo>
                    <a:pt x="1137" y="147"/>
                    <a:pt x="1236" y="167"/>
                    <a:pt x="1329" y="213"/>
                  </a:cubicBezTo>
                  <a:cubicBezTo>
                    <a:pt x="1504" y="288"/>
                    <a:pt x="1655" y="464"/>
                    <a:pt x="1655" y="664"/>
                  </a:cubicBezTo>
                  <a:cubicBezTo>
                    <a:pt x="1655" y="718"/>
                    <a:pt x="1694" y="760"/>
                    <a:pt x="1734" y="760"/>
                  </a:cubicBezTo>
                  <a:cubicBezTo>
                    <a:pt x="1750" y="760"/>
                    <a:pt x="1766" y="753"/>
                    <a:pt x="1780" y="739"/>
                  </a:cubicBezTo>
                  <a:cubicBezTo>
                    <a:pt x="2006" y="464"/>
                    <a:pt x="2306" y="313"/>
                    <a:pt x="2657" y="313"/>
                  </a:cubicBezTo>
                  <a:cubicBezTo>
                    <a:pt x="2983" y="313"/>
                    <a:pt x="3284" y="464"/>
                    <a:pt x="3484" y="714"/>
                  </a:cubicBezTo>
                  <a:cubicBezTo>
                    <a:pt x="3484" y="739"/>
                    <a:pt x="3484" y="739"/>
                    <a:pt x="3484" y="739"/>
                  </a:cubicBezTo>
                  <a:cubicBezTo>
                    <a:pt x="3509" y="689"/>
                    <a:pt x="3559" y="639"/>
                    <a:pt x="3559" y="589"/>
                  </a:cubicBezTo>
                  <a:cubicBezTo>
                    <a:pt x="3359" y="364"/>
                    <a:pt x="3058" y="188"/>
                    <a:pt x="2732" y="163"/>
                  </a:cubicBezTo>
                  <a:cubicBezTo>
                    <a:pt x="2707" y="161"/>
                    <a:pt x="2681" y="160"/>
                    <a:pt x="2656" y="160"/>
                  </a:cubicBezTo>
                  <a:cubicBezTo>
                    <a:pt x="2331" y="160"/>
                    <a:pt x="2012" y="305"/>
                    <a:pt x="1780" y="514"/>
                  </a:cubicBezTo>
                  <a:cubicBezTo>
                    <a:pt x="1680" y="193"/>
                    <a:pt x="1355" y="1"/>
                    <a:pt x="10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7"/>
            <p:cNvSpPr/>
            <p:nvPr/>
          </p:nvSpPr>
          <p:spPr>
            <a:xfrm>
              <a:off x="8770824" y="741997"/>
              <a:ext cx="51044" cy="23923"/>
            </a:xfrm>
            <a:custGeom>
              <a:rect b="b" l="l" r="r" t="t"/>
              <a:pathLst>
                <a:path extrusionOk="0" h="344" w="734">
                  <a:moveTo>
                    <a:pt x="543" y="1"/>
                  </a:moveTo>
                  <a:cubicBezTo>
                    <a:pt x="360" y="1"/>
                    <a:pt x="177" y="77"/>
                    <a:pt x="57" y="216"/>
                  </a:cubicBezTo>
                  <a:cubicBezTo>
                    <a:pt x="1" y="273"/>
                    <a:pt x="43" y="343"/>
                    <a:pt x="99" y="343"/>
                  </a:cubicBezTo>
                  <a:cubicBezTo>
                    <a:pt x="118" y="343"/>
                    <a:pt x="138" y="335"/>
                    <a:pt x="157" y="317"/>
                  </a:cubicBezTo>
                  <a:cubicBezTo>
                    <a:pt x="266" y="208"/>
                    <a:pt x="413" y="136"/>
                    <a:pt x="582" y="136"/>
                  </a:cubicBezTo>
                  <a:cubicBezTo>
                    <a:pt x="607" y="136"/>
                    <a:pt x="633" y="138"/>
                    <a:pt x="658" y="141"/>
                  </a:cubicBezTo>
                  <a:cubicBezTo>
                    <a:pt x="665" y="148"/>
                    <a:pt x="674" y="151"/>
                    <a:pt x="683" y="151"/>
                  </a:cubicBezTo>
                  <a:cubicBezTo>
                    <a:pt x="707" y="151"/>
                    <a:pt x="734" y="128"/>
                    <a:pt x="734" y="91"/>
                  </a:cubicBezTo>
                  <a:cubicBezTo>
                    <a:pt x="734" y="66"/>
                    <a:pt x="734" y="16"/>
                    <a:pt x="683" y="16"/>
                  </a:cubicBezTo>
                  <a:cubicBezTo>
                    <a:pt x="637" y="6"/>
                    <a:pt x="590" y="1"/>
                    <a:pt x="5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7"/>
            <p:cNvSpPr/>
            <p:nvPr/>
          </p:nvSpPr>
          <p:spPr>
            <a:xfrm>
              <a:off x="8755594" y="762233"/>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7"/>
            <p:cNvSpPr/>
            <p:nvPr/>
          </p:nvSpPr>
          <p:spPr>
            <a:xfrm>
              <a:off x="8673673" y="735042"/>
              <a:ext cx="40126" cy="21002"/>
            </a:xfrm>
            <a:custGeom>
              <a:rect b="b" l="l" r="r" t="t"/>
              <a:pathLst>
                <a:path extrusionOk="0" h="302" w="577">
                  <a:moveTo>
                    <a:pt x="187" y="0"/>
                  </a:moveTo>
                  <a:cubicBezTo>
                    <a:pt x="150" y="0"/>
                    <a:pt x="112" y="5"/>
                    <a:pt x="75" y="16"/>
                  </a:cubicBezTo>
                  <a:cubicBezTo>
                    <a:pt x="25" y="41"/>
                    <a:pt x="0" y="66"/>
                    <a:pt x="25" y="116"/>
                  </a:cubicBezTo>
                  <a:cubicBezTo>
                    <a:pt x="25" y="141"/>
                    <a:pt x="75" y="166"/>
                    <a:pt x="101" y="166"/>
                  </a:cubicBezTo>
                  <a:cubicBezTo>
                    <a:pt x="126" y="166"/>
                    <a:pt x="151" y="141"/>
                    <a:pt x="151" y="141"/>
                  </a:cubicBezTo>
                  <a:lnTo>
                    <a:pt x="251" y="141"/>
                  </a:lnTo>
                  <a:cubicBezTo>
                    <a:pt x="251" y="166"/>
                    <a:pt x="276" y="166"/>
                    <a:pt x="301" y="166"/>
                  </a:cubicBezTo>
                  <a:lnTo>
                    <a:pt x="326" y="166"/>
                  </a:lnTo>
                  <a:cubicBezTo>
                    <a:pt x="326" y="166"/>
                    <a:pt x="326" y="166"/>
                    <a:pt x="326" y="191"/>
                  </a:cubicBezTo>
                  <a:cubicBezTo>
                    <a:pt x="351" y="191"/>
                    <a:pt x="351" y="191"/>
                    <a:pt x="376" y="216"/>
                  </a:cubicBezTo>
                  <a:cubicBezTo>
                    <a:pt x="401" y="216"/>
                    <a:pt x="401" y="241"/>
                    <a:pt x="401" y="241"/>
                  </a:cubicBezTo>
                  <a:cubicBezTo>
                    <a:pt x="401" y="241"/>
                    <a:pt x="426" y="241"/>
                    <a:pt x="426" y="266"/>
                  </a:cubicBezTo>
                  <a:cubicBezTo>
                    <a:pt x="444" y="284"/>
                    <a:pt x="474" y="302"/>
                    <a:pt x="499" y="302"/>
                  </a:cubicBezTo>
                  <a:cubicBezTo>
                    <a:pt x="510" y="302"/>
                    <a:pt x="519" y="299"/>
                    <a:pt x="527" y="291"/>
                  </a:cubicBezTo>
                  <a:cubicBezTo>
                    <a:pt x="552" y="266"/>
                    <a:pt x="577" y="241"/>
                    <a:pt x="552" y="191"/>
                  </a:cubicBezTo>
                  <a:cubicBezTo>
                    <a:pt x="472" y="72"/>
                    <a:pt x="330" y="0"/>
                    <a:pt x="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7" name="Google Shape;387;p7"/>
          <p:cNvGrpSpPr/>
          <p:nvPr/>
        </p:nvGrpSpPr>
        <p:grpSpPr>
          <a:xfrm rot="5400000">
            <a:off x="7072904" y="-427576"/>
            <a:ext cx="2715985" cy="1577610"/>
            <a:chOff x="2037450" y="1549075"/>
            <a:chExt cx="2214600" cy="1286375"/>
          </a:xfrm>
        </p:grpSpPr>
        <p:sp>
          <p:nvSpPr>
            <p:cNvPr id="388" name="Google Shape;388;p7"/>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7"/>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0" name="Google Shape;390;p7"/>
          <p:cNvGrpSpPr/>
          <p:nvPr/>
        </p:nvGrpSpPr>
        <p:grpSpPr>
          <a:xfrm rot="8238005">
            <a:off x="-772559" y="177577"/>
            <a:ext cx="2409432" cy="1032490"/>
            <a:chOff x="1928075" y="3261300"/>
            <a:chExt cx="1531375" cy="656225"/>
          </a:xfrm>
        </p:grpSpPr>
        <p:sp>
          <p:nvSpPr>
            <p:cNvPr id="391" name="Google Shape;391;p7"/>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7"/>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1">
    <p:spTree>
      <p:nvGrpSpPr>
        <p:cNvPr id="393" name="Shape 393"/>
        <p:cNvGrpSpPr/>
        <p:nvPr/>
      </p:nvGrpSpPr>
      <p:grpSpPr>
        <a:xfrm>
          <a:off x="0" y="0"/>
          <a:ext cx="0" cy="0"/>
          <a:chOff x="0" y="0"/>
          <a:chExt cx="0" cy="0"/>
        </a:xfrm>
      </p:grpSpPr>
      <p:grpSp>
        <p:nvGrpSpPr>
          <p:cNvPr id="394" name="Google Shape;394;p8"/>
          <p:cNvGrpSpPr/>
          <p:nvPr/>
        </p:nvGrpSpPr>
        <p:grpSpPr>
          <a:xfrm flipH="1" rot="-1854008">
            <a:off x="-394640" y="-157853"/>
            <a:ext cx="2506950" cy="1074278"/>
            <a:chOff x="1928075" y="3261300"/>
            <a:chExt cx="1531375" cy="656225"/>
          </a:xfrm>
        </p:grpSpPr>
        <p:sp>
          <p:nvSpPr>
            <p:cNvPr id="395" name="Google Shape;395;p8"/>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8"/>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7" name="Google Shape;397;p8"/>
          <p:cNvGrpSpPr/>
          <p:nvPr/>
        </p:nvGrpSpPr>
        <p:grpSpPr>
          <a:xfrm rot="4500380">
            <a:off x="40179" y="4155462"/>
            <a:ext cx="1219949" cy="1395627"/>
            <a:chOff x="5397400" y="2614075"/>
            <a:chExt cx="753800" cy="862350"/>
          </a:xfrm>
        </p:grpSpPr>
        <p:sp>
          <p:nvSpPr>
            <p:cNvPr id="398" name="Google Shape;398;p8"/>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8"/>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8"/>
          <p:cNvGrpSpPr/>
          <p:nvPr/>
        </p:nvGrpSpPr>
        <p:grpSpPr>
          <a:xfrm rot="6623745">
            <a:off x="7650911" y="3993809"/>
            <a:ext cx="2288298" cy="1329063"/>
            <a:chOff x="2037450" y="1549075"/>
            <a:chExt cx="2214600" cy="1286375"/>
          </a:xfrm>
        </p:grpSpPr>
        <p:sp>
          <p:nvSpPr>
            <p:cNvPr id="401" name="Google Shape;401;p8"/>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8"/>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3" name="Google Shape;403;p8"/>
          <p:cNvSpPr txBox="1"/>
          <p:nvPr>
            <p:ph type="title"/>
          </p:nvPr>
        </p:nvSpPr>
        <p:spPr>
          <a:xfrm>
            <a:off x="713100" y="2456438"/>
            <a:ext cx="25977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5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4" name="Google Shape;404;p8"/>
          <p:cNvSpPr txBox="1"/>
          <p:nvPr>
            <p:ph idx="2" type="title"/>
          </p:nvPr>
        </p:nvSpPr>
        <p:spPr>
          <a:xfrm>
            <a:off x="862725" y="1442363"/>
            <a:ext cx="914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05" name="Google Shape;405;p8"/>
          <p:cNvSpPr txBox="1"/>
          <p:nvPr>
            <p:ph idx="1" type="subTitle"/>
          </p:nvPr>
        </p:nvSpPr>
        <p:spPr>
          <a:xfrm>
            <a:off x="713100" y="3298238"/>
            <a:ext cx="2597700" cy="51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6" name="Shape 406"/>
        <p:cNvGrpSpPr/>
        <p:nvPr/>
      </p:nvGrpSpPr>
      <p:grpSpPr>
        <a:xfrm>
          <a:off x="0" y="0"/>
          <a:ext cx="0" cy="0"/>
          <a:chOff x="0" y="0"/>
          <a:chExt cx="0" cy="0"/>
        </a:xfrm>
      </p:grpSpPr>
      <p:grpSp>
        <p:nvGrpSpPr>
          <p:cNvPr id="407" name="Google Shape;407;p9"/>
          <p:cNvGrpSpPr/>
          <p:nvPr/>
        </p:nvGrpSpPr>
        <p:grpSpPr>
          <a:xfrm>
            <a:off x="-373871" y="286182"/>
            <a:ext cx="956636" cy="1405430"/>
            <a:chOff x="2316550" y="1172425"/>
            <a:chExt cx="1293275" cy="1900000"/>
          </a:xfrm>
        </p:grpSpPr>
        <p:sp>
          <p:nvSpPr>
            <p:cNvPr id="408" name="Google Shape;408;p9"/>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9"/>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9"/>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9"/>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9"/>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9"/>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9"/>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9"/>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9"/>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9"/>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9"/>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9"/>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9"/>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9"/>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9"/>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9"/>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9"/>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9"/>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9"/>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9"/>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9"/>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9"/>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9"/>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9"/>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9"/>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9"/>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9"/>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9"/>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9"/>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9"/>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9"/>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9"/>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9"/>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9"/>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9"/>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9"/>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9"/>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9"/>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9"/>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9"/>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9"/>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9"/>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9"/>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9"/>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9"/>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9"/>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9"/>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9"/>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9"/>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9"/>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9"/>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9"/>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9"/>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9"/>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9"/>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9"/>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9"/>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9"/>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9"/>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7" name="Google Shape;467;p9"/>
          <p:cNvGrpSpPr/>
          <p:nvPr/>
        </p:nvGrpSpPr>
        <p:grpSpPr>
          <a:xfrm rot="-8232345">
            <a:off x="-675382" y="3552957"/>
            <a:ext cx="2298808" cy="1335288"/>
            <a:chOff x="2037450" y="1549075"/>
            <a:chExt cx="2214600" cy="1286375"/>
          </a:xfrm>
        </p:grpSpPr>
        <p:sp>
          <p:nvSpPr>
            <p:cNvPr id="468" name="Google Shape;468;p9"/>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9"/>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0" name="Google Shape;470;p9"/>
          <p:cNvGrpSpPr/>
          <p:nvPr/>
        </p:nvGrpSpPr>
        <p:grpSpPr>
          <a:xfrm flipH="1">
            <a:off x="8028930" y="-201771"/>
            <a:ext cx="993433" cy="1136491"/>
            <a:chOff x="5397400" y="2614075"/>
            <a:chExt cx="753800" cy="862350"/>
          </a:xfrm>
        </p:grpSpPr>
        <p:sp>
          <p:nvSpPr>
            <p:cNvPr id="471" name="Google Shape;471;p9"/>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9"/>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3" name="Google Shape;473;p9"/>
          <p:cNvGrpSpPr/>
          <p:nvPr/>
        </p:nvGrpSpPr>
        <p:grpSpPr>
          <a:xfrm flipH="1" rot="-2942607">
            <a:off x="7782515" y="2027208"/>
            <a:ext cx="2328651" cy="1643220"/>
            <a:chOff x="-1931650" y="1578588"/>
            <a:chExt cx="2932000" cy="2068975"/>
          </a:xfrm>
        </p:grpSpPr>
        <p:sp>
          <p:nvSpPr>
            <p:cNvPr id="474" name="Google Shape;474;p9"/>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9"/>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9"/>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9"/>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9"/>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9"/>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9"/>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9"/>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9"/>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9"/>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9"/>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9"/>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9"/>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9"/>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9"/>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9"/>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9"/>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9"/>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9"/>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9"/>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9"/>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9"/>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9"/>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9"/>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9"/>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9"/>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9"/>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9"/>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9"/>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9"/>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9"/>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9"/>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9"/>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9"/>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9"/>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9"/>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9"/>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9"/>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9"/>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9"/>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9"/>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9"/>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9"/>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9"/>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9"/>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9"/>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9"/>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1" name="Google Shape;521;p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2" name="Google Shape;522;p9"/>
          <p:cNvSpPr txBox="1"/>
          <p:nvPr>
            <p:ph idx="2" type="title"/>
          </p:nvPr>
        </p:nvSpPr>
        <p:spPr>
          <a:xfrm>
            <a:off x="1537425" y="2728122"/>
            <a:ext cx="2742600" cy="55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b="0" sz="2200">
                <a:solidFill>
                  <a:schemeClr val="dk2"/>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3" name="Google Shape;523;p9"/>
          <p:cNvSpPr txBox="1"/>
          <p:nvPr>
            <p:ph idx="3" type="title"/>
          </p:nvPr>
        </p:nvSpPr>
        <p:spPr>
          <a:xfrm>
            <a:off x="4863972" y="2728122"/>
            <a:ext cx="2742600" cy="55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b="0" sz="2200">
                <a:solidFill>
                  <a:schemeClr val="dk2"/>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4" name="Google Shape;524;p9"/>
          <p:cNvSpPr txBox="1"/>
          <p:nvPr>
            <p:ph idx="1" type="subTitle"/>
          </p:nvPr>
        </p:nvSpPr>
        <p:spPr>
          <a:xfrm>
            <a:off x="4863975" y="3287025"/>
            <a:ext cx="2742600" cy="10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5" name="Google Shape;525;p9"/>
          <p:cNvSpPr txBox="1"/>
          <p:nvPr>
            <p:ph idx="4" type="subTitle"/>
          </p:nvPr>
        </p:nvSpPr>
        <p:spPr>
          <a:xfrm>
            <a:off x="1537425" y="3287025"/>
            <a:ext cx="2742600" cy="10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1_1">
    <p:spTree>
      <p:nvGrpSpPr>
        <p:cNvPr id="526" name="Shape 526"/>
        <p:cNvGrpSpPr/>
        <p:nvPr/>
      </p:nvGrpSpPr>
      <p:grpSpPr>
        <a:xfrm>
          <a:off x="0" y="0"/>
          <a:ext cx="0" cy="0"/>
          <a:chOff x="0" y="0"/>
          <a:chExt cx="0" cy="0"/>
        </a:xfrm>
      </p:grpSpPr>
      <p:grpSp>
        <p:nvGrpSpPr>
          <p:cNvPr id="527" name="Google Shape;527;p10"/>
          <p:cNvGrpSpPr/>
          <p:nvPr/>
        </p:nvGrpSpPr>
        <p:grpSpPr>
          <a:xfrm>
            <a:off x="234779" y="873919"/>
            <a:ext cx="956636" cy="1405430"/>
            <a:chOff x="2316550" y="1172425"/>
            <a:chExt cx="1293275" cy="1900000"/>
          </a:xfrm>
        </p:grpSpPr>
        <p:sp>
          <p:nvSpPr>
            <p:cNvPr id="528" name="Google Shape;528;p10"/>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0"/>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0"/>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10"/>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0"/>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0"/>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0"/>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0"/>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0"/>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0"/>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0"/>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0"/>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0"/>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0"/>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0"/>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0"/>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0"/>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0"/>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0"/>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0"/>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0"/>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0"/>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0"/>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0"/>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0"/>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0"/>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0"/>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0"/>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0"/>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0"/>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0"/>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0"/>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0"/>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0"/>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0"/>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0"/>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10"/>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0"/>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0"/>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0"/>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0"/>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0"/>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0"/>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0"/>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0"/>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0"/>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0"/>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0"/>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0"/>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10"/>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0"/>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0"/>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0"/>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0"/>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0"/>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0"/>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0"/>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0"/>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0"/>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7" name="Google Shape;587;p10"/>
          <p:cNvGrpSpPr/>
          <p:nvPr/>
        </p:nvGrpSpPr>
        <p:grpSpPr>
          <a:xfrm rot="-8962395">
            <a:off x="-605907" y="3709507"/>
            <a:ext cx="2298746" cy="1335252"/>
            <a:chOff x="2037450" y="1549075"/>
            <a:chExt cx="2214600" cy="1286375"/>
          </a:xfrm>
        </p:grpSpPr>
        <p:sp>
          <p:nvSpPr>
            <p:cNvPr id="588" name="Google Shape;588;p10"/>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0"/>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0" name="Google Shape;590;p10"/>
          <p:cNvGrpSpPr/>
          <p:nvPr/>
        </p:nvGrpSpPr>
        <p:grpSpPr>
          <a:xfrm flipH="1">
            <a:off x="8028930" y="-175696"/>
            <a:ext cx="993433" cy="1136491"/>
            <a:chOff x="5397400" y="2614075"/>
            <a:chExt cx="753800" cy="862350"/>
          </a:xfrm>
        </p:grpSpPr>
        <p:sp>
          <p:nvSpPr>
            <p:cNvPr id="591" name="Google Shape;591;p10"/>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0"/>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3" name="Google Shape;593;p10"/>
          <p:cNvGrpSpPr/>
          <p:nvPr/>
        </p:nvGrpSpPr>
        <p:grpSpPr>
          <a:xfrm flipH="1" rot="-2942607">
            <a:off x="7266578" y="2418183"/>
            <a:ext cx="2328651" cy="1643220"/>
            <a:chOff x="-1931650" y="1578588"/>
            <a:chExt cx="2932000" cy="2068975"/>
          </a:xfrm>
        </p:grpSpPr>
        <p:sp>
          <p:nvSpPr>
            <p:cNvPr id="594" name="Google Shape;594;p10"/>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0"/>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0"/>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0"/>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0"/>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0"/>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0"/>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0"/>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0"/>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0"/>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10"/>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0"/>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0"/>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0"/>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0"/>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0"/>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0"/>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0"/>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0"/>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10"/>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0"/>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0"/>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0"/>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0"/>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0"/>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0"/>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0"/>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10"/>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0"/>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10"/>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10"/>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0"/>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0"/>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0"/>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0"/>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0"/>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0"/>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0"/>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0"/>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0"/>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0"/>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10"/>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0"/>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0"/>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0"/>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0"/>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0"/>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1" name="Google Shape;641;p10"/>
          <p:cNvGrpSpPr/>
          <p:nvPr/>
        </p:nvGrpSpPr>
        <p:grpSpPr>
          <a:xfrm flipH="1" rot="-663621">
            <a:off x="789880" y="-381997"/>
            <a:ext cx="2413093" cy="1034059"/>
            <a:chOff x="1928075" y="3261300"/>
            <a:chExt cx="1531375" cy="656225"/>
          </a:xfrm>
        </p:grpSpPr>
        <p:sp>
          <p:nvSpPr>
            <p:cNvPr id="642" name="Google Shape;642;p10"/>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0"/>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4" name="Google Shape;644;p10"/>
          <p:cNvGrpSpPr/>
          <p:nvPr/>
        </p:nvGrpSpPr>
        <p:grpSpPr>
          <a:xfrm rot="-575064">
            <a:off x="6231180" y="238952"/>
            <a:ext cx="1149992" cy="897161"/>
            <a:chOff x="3845050" y="297847"/>
            <a:chExt cx="914393" cy="713360"/>
          </a:xfrm>
        </p:grpSpPr>
        <p:sp>
          <p:nvSpPr>
            <p:cNvPr id="645" name="Google Shape;645;p10"/>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0"/>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0"/>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0"/>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0"/>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10"/>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0"/>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0"/>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0"/>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0"/>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10"/>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0"/>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0"/>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0"/>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0"/>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0"/>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0"/>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0"/>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0"/>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0"/>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0"/>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6" name="Google Shape;666;p10"/>
          <p:cNvGrpSpPr/>
          <p:nvPr/>
        </p:nvGrpSpPr>
        <p:grpSpPr>
          <a:xfrm>
            <a:off x="1872625" y="4142575"/>
            <a:ext cx="886754" cy="841801"/>
            <a:chOff x="209175" y="1831500"/>
            <a:chExt cx="886754" cy="841801"/>
          </a:xfrm>
        </p:grpSpPr>
        <p:sp>
          <p:nvSpPr>
            <p:cNvPr id="667" name="Google Shape;667;p10"/>
            <p:cNvSpPr/>
            <p:nvPr/>
          </p:nvSpPr>
          <p:spPr>
            <a:xfrm>
              <a:off x="225716" y="1836995"/>
              <a:ext cx="862244" cy="830590"/>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10"/>
            <p:cNvSpPr/>
            <p:nvPr/>
          </p:nvSpPr>
          <p:spPr>
            <a:xfrm>
              <a:off x="209175" y="1831500"/>
              <a:ext cx="886754" cy="841801"/>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0"/>
            <p:cNvSpPr/>
            <p:nvPr/>
          </p:nvSpPr>
          <p:spPr>
            <a:xfrm>
              <a:off x="326229" y="2037471"/>
              <a:ext cx="582688" cy="454148"/>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0"/>
            <p:cNvSpPr/>
            <p:nvPr/>
          </p:nvSpPr>
          <p:spPr>
            <a:xfrm>
              <a:off x="320734" y="2031151"/>
              <a:ext cx="595053" cy="465854"/>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0"/>
            <p:cNvSpPr/>
            <p:nvPr/>
          </p:nvSpPr>
          <p:spPr>
            <a:xfrm>
              <a:off x="568635" y="2143259"/>
              <a:ext cx="114416" cy="347645"/>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10"/>
            <p:cNvSpPr/>
            <p:nvPr/>
          </p:nvSpPr>
          <p:spPr>
            <a:xfrm>
              <a:off x="377227" y="2077588"/>
              <a:ext cx="73640" cy="136508"/>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0"/>
            <p:cNvSpPr/>
            <p:nvPr/>
          </p:nvSpPr>
          <p:spPr>
            <a:xfrm>
              <a:off x="364807" y="2166176"/>
              <a:ext cx="46877" cy="15223"/>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10"/>
            <p:cNvSpPr/>
            <p:nvPr/>
          </p:nvSpPr>
          <p:spPr>
            <a:xfrm>
              <a:off x="371677" y="2133093"/>
              <a:ext cx="45503" cy="19344"/>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0"/>
            <p:cNvSpPr/>
            <p:nvPr/>
          </p:nvSpPr>
          <p:spPr>
            <a:xfrm>
              <a:off x="382723" y="2094185"/>
              <a:ext cx="49624" cy="23850"/>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0"/>
            <p:cNvSpPr/>
            <p:nvPr/>
          </p:nvSpPr>
          <p:spPr>
            <a:xfrm>
              <a:off x="777574" y="2121662"/>
              <a:ext cx="85895" cy="241967"/>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0"/>
            <p:cNvSpPr/>
            <p:nvPr/>
          </p:nvSpPr>
          <p:spPr>
            <a:xfrm>
              <a:off x="786257" y="2303233"/>
              <a:ext cx="44129" cy="32423"/>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10"/>
            <p:cNvSpPr/>
            <p:nvPr/>
          </p:nvSpPr>
          <p:spPr>
            <a:xfrm>
              <a:off x="815218" y="2268117"/>
              <a:ext cx="42755" cy="25719"/>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10"/>
            <p:cNvSpPr/>
            <p:nvPr/>
          </p:nvSpPr>
          <p:spPr>
            <a:xfrm>
              <a:off x="819340" y="2223659"/>
              <a:ext cx="49624" cy="17311"/>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0"/>
            <p:cNvSpPr/>
            <p:nvPr/>
          </p:nvSpPr>
          <p:spPr>
            <a:xfrm>
              <a:off x="824835" y="2172495"/>
              <a:ext cx="53746" cy="22092"/>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0"/>
            <p:cNvSpPr/>
            <p:nvPr/>
          </p:nvSpPr>
          <p:spPr>
            <a:xfrm>
              <a:off x="809668" y="2136720"/>
              <a:ext cx="52427" cy="25939"/>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10"/>
            <p:cNvSpPr/>
            <p:nvPr/>
          </p:nvSpPr>
          <p:spPr>
            <a:xfrm>
              <a:off x="709155" y="2102263"/>
              <a:ext cx="26214" cy="35941"/>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0"/>
            <p:cNvSpPr/>
            <p:nvPr/>
          </p:nvSpPr>
          <p:spPr>
            <a:xfrm>
              <a:off x="728444" y="2112485"/>
              <a:ext cx="20718" cy="33632"/>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10"/>
            <p:cNvSpPr/>
            <p:nvPr/>
          </p:nvSpPr>
          <p:spPr>
            <a:xfrm>
              <a:off x="497029" y="2342966"/>
              <a:ext cx="24840" cy="37644"/>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10"/>
            <p:cNvSpPr/>
            <p:nvPr/>
          </p:nvSpPr>
          <p:spPr>
            <a:xfrm>
              <a:off x="521814" y="2352088"/>
              <a:ext cx="22092" cy="34896"/>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0"/>
            <p:cNvSpPr/>
            <p:nvPr/>
          </p:nvSpPr>
          <p:spPr>
            <a:xfrm>
              <a:off x="491534" y="2083029"/>
              <a:ext cx="70287" cy="43469"/>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0"/>
            <p:cNvSpPr/>
            <p:nvPr/>
          </p:nvSpPr>
          <p:spPr>
            <a:xfrm>
              <a:off x="404760" y="2268117"/>
              <a:ext cx="13849" cy="24840"/>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0"/>
            <p:cNvSpPr/>
            <p:nvPr/>
          </p:nvSpPr>
          <p:spPr>
            <a:xfrm>
              <a:off x="425423" y="2265369"/>
              <a:ext cx="15223" cy="29511"/>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0"/>
            <p:cNvSpPr/>
            <p:nvPr/>
          </p:nvSpPr>
          <p:spPr>
            <a:xfrm>
              <a:off x="676512" y="2396986"/>
              <a:ext cx="74024" cy="40722"/>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0"/>
            <p:cNvSpPr/>
            <p:nvPr/>
          </p:nvSpPr>
          <p:spPr>
            <a:xfrm>
              <a:off x="717398" y="2258445"/>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0"/>
            <p:cNvSpPr/>
            <p:nvPr/>
          </p:nvSpPr>
          <p:spPr>
            <a:xfrm>
              <a:off x="495655" y="2197830"/>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0"/>
            <p:cNvSpPr/>
            <p:nvPr/>
          </p:nvSpPr>
          <p:spPr>
            <a:xfrm>
              <a:off x="524561" y="2276360"/>
              <a:ext cx="15223" cy="11101"/>
            </a:xfrm>
            <a:custGeom>
              <a:rect b="b" l="l" r="r" t="t"/>
              <a:pathLst>
                <a:path extrusionOk="0" h="202" w="277">
                  <a:moveTo>
                    <a:pt x="151" y="1"/>
                  </a:moveTo>
                  <a:cubicBezTo>
                    <a:pt x="1" y="1"/>
                    <a:pt x="1" y="201"/>
                    <a:pt x="151" y="201"/>
                  </a:cubicBezTo>
                  <a:cubicBezTo>
                    <a:pt x="277" y="201"/>
                    <a:pt x="277"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0"/>
            <p:cNvSpPr/>
            <p:nvPr/>
          </p:nvSpPr>
          <p:spPr>
            <a:xfrm>
              <a:off x="772518" y="2086271"/>
              <a:ext cx="13794" cy="11101"/>
            </a:xfrm>
            <a:custGeom>
              <a:rect b="b" l="l" r="r" t="t"/>
              <a:pathLst>
                <a:path extrusionOk="0" h="202" w="251">
                  <a:moveTo>
                    <a:pt x="125" y="1"/>
                  </a:moveTo>
                  <a:cubicBezTo>
                    <a:pt x="0" y="1"/>
                    <a:pt x="0" y="201"/>
                    <a:pt x="125" y="201"/>
                  </a:cubicBezTo>
                  <a:cubicBezTo>
                    <a:pt x="251" y="201"/>
                    <a:pt x="251"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0"/>
            <p:cNvSpPr/>
            <p:nvPr/>
          </p:nvSpPr>
          <p:spPr>
            <a:xfrm>
              <a:off x="655409" y="2167550"/>
              <a:ext cx="12475" cy="11101"/>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0"/>
            <p:cNvSpPr/>
            <p:nvPr/>
          </p:nvSpPr>
          <p:spPr>
            <a:xfrm>
              <a:off x="435040" y="2131719"/>
              <a:ext cx="15223" cy="11101"/>
            </a:xfrm>
            <a:custGeom>
              <a:rect b="b" l="l" r="r" t="t"/>
              <a:pathLst>
                <a:path extrusionOk="0" h="202" w="277">
                  <a:moveTo>
                    <a:pt x="151" y="1"/>
                  </a:moveTo>
                  <a:cubicBezTo>
                    <a:pt x="1" y="1"/>
                    <a:pt x="1"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6" name="Google Shape;696;p10"/>
          <p:cNvGrpSpPr/>
          <p:nvPr/>
        </p:nvGrpSpPr>
        <p:grpSpPr>
          <a:xfrm rot="10544758">
            <a:off x="5342933" y="4451262"/>
            <a:ext cx="1855933" cy="795305"/>
            <a:chOff x="1928075" y="3261300"/>
            <a:chExt cx="1531375" cy="656225"/>
          </a:xfrm>
        </p:grpSpPr>
        <p:sp>
          <p:nvSpPr>
            <p:cNvPr id="697" name="Google Shape;697;p10"/>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0"/>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9" name="Google Shape;699;p10"/>
          <p:cNvSpPr txBox="1"/>
          <p:nvPr>
            <p:ph type="title"/>
          </p:nvPr>
        </p:nvSpPr>
        <p:spPr>
          <a:xfrm>
            <a:off x="2459100" y="2456450"/>
            <a:ext cx="4225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00" name="Google Shape;700;p10"/>
          <p:cNvSpPr txBox="1"/>
          <p:nvPr>
            <p:ph idx="2" type="title"/>
          </p:nvPr>
        </p:nvSpPr>
        <p:spPr>
          <a:xfrm>
            <a:off x="4114800" y="1442363"/>
            <a:ext cx="914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701" name="Google Shape;701;p10"/>
          <p:cNvSpPr txBox="1"/>
          <p:nvPr>
            <p:ph idx="1" type="subTitle"/>
          </p:nvPr>
        </p:nvSpPr>
        <p:spPr>
          <a:xfrm>
            <a:off x="2459100" y="3298250"/>
            <a:ext cx="4225800" cy="51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1_1_1">
    <p:spTree>
      <p:nvGrpSpPr>
        <p:cNvPr id="702" name="Shape 702"/>
        <p:cNvGrpSpPr/>
        <p:nvPr/>
      </p:nvGrpSpPr>
      <p:grpSpPr>
        <a:xfrm>
          <a:off x="0" y="0"/>
          <a:ext cx="0" cy="0"/>
          <a:chOff x="0" y="0"/>
          <a:chExt cx="0" cy="0"/>
        </a:xfrm>
      </p:grpSpPr>
      <p:grpSp>
        <p:nvGrpSpPr>
          <p:cNvPr id="703" name="Google Shape;703;p11"/>
          <p:cNvGrpSpPr/>
          <p:nvPr/>
        </p:nvGrpSpPr>
        <p:grpSpPr>
          <a:xfrm flipH="1" rot="-1853996">
            <a:off x="-411509" y="-34009"/>
            <a:ext cx="2074873" cy="889125"/>
            <a:chOff x="1928075" y="3261300"/>
            <a:chExt cx="1531375" cy="656225"/>
          </a:xfrm>
        </p:grpSpPr>
        <p:sp>
          <p:nvSpPr>
            <p:cNvPr id="704" name="Google Shape;704;p11"/>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11"/>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6" name="Google Shape;706;p11"/>
          <p:cNvGrpSpPr/>
          <p:nvPr/>
        </p:nvGrpSpPr>
        <p:grpSpPr>
          <a:xfrm rot="2474667">
            <a:off x="7975132" y="4057345"/>
            <a:ext cx="1096960" cy="1254926"/>
            <a:chOff x="5397400" y="2614075"/>
            <a:chExt cx="753800" cy="862350"/>
          </a:xfrm>
        </p:grpSpPr>
        <p:sp>
          <p:nvSpPr>
            <p:cNvPr id="707" name="Google Shape;707;p11"/>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1"/>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9" name="Google Shape;709;p11"/>
          <p:cNvGrpSpPr/>
          <p:nvPr/>
        </p:nvGrpSpPr>
        <p:grpSpPr>
          <a:xfrm rot="9310281">
            <a:off x="6306403" y="-864504"/>
            <a:ext cx="2716130" cy="1577694"/>
            <a:chOff x="2037450" y="1549075"/>
            <a:chExt cx="2214600" cy="1286375"/>
          </a:xfrm>
        </p:grpSpPr>
        <p:sp>
          <p:nvSpPr>
            <p:cNvPr id="710" name="Google Shape;710;p11"/>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1"/>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2" name="Google Shape;712;p11"/>
          <p:cNvGrpSpPr/>
          <p:nvPr/>
        </p:nvGrpSpPr>
        <p:grpSpPr>
          <a:xfrm rot="-2337787">
            <a:off x="650545" y="4192107"/>
            <a:ext cx="560854" cy="823972"/>
            <a:chOff x="2316550" y="1172425"/>
            <a:chExt cx="1293275" cy="1900000"/>
          </a:xfrm>
        </p:grpSpPr>
        <p:sp>
          <p:nvSpPr>
            <p:cNvPr id="713" name="Google Shape;713;p11"/>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11"/>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11"/>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11"/>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1"/>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1"/>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11"/>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1"/>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11"/>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1"/>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1"/>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11"/>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11"/>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1"/>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1"/>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1"/>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1"/>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1"/>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11"/>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11"/>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11"/>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11"/>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11"/>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11"/>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11"/>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11"/>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11"/>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11"/>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11"/>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1"/>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11"/>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11"/>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11"/>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11"/>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11"/>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11"/>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11"/>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1"/>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11"/>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1"/>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11"/>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1"/>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11"/>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11"/>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1"/>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11"/>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1"/>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1"/>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11"/>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1"/>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1"/>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1"/>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1"/>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11"/>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1"/>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1"/>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1"/>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1"/>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1"/>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2" name="Google Shape;772;p11"/>
          <p:cNvSpPr txBox="1"/>
          <p:nvPr>
            <p:ph type="title"/>
          </p:nvPr>
        </p:nvSpPr>
        <p:spPr>
          <a:xfrm>
            <a:off x="5134800" y="2456450"/>
            <a:ext cx="32964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5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73" name="Google Shape;773;p11"/>
          <p:cNvSpPr txBox="1"/>
          <p:nvPr>
            <p:ph idx="2" type="title"/>
          </p:nvPr>
        </p:nvSpPr>
        <p:spPr>
          <a:xfrm>
            <a:off x="7389950" y="1442363"/>
            <a:ext cx="914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774" name="Google Shape;774;p11"/>
          <p:cNvSpPr txBox="1"/>
          <p:nvPr>
            <p:ph idx="1" type="subTitle"/>
          </p:nvPr>
        </p:nvSpPr>
        <p:spPr>
          <a:xfrm>
            <a:off x="5134800" y="3298250"/>
            <a:ext cx="3296400" cy="515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5" name="Shape 775"/>
        <p:cNvGrpSpPr/>
        <p:nvPr/>
      </p:nvGrpSpPr>
      <p:grpSpPr>
        <a:xfrm>
          <a:off x="0" y="0"/>
          <a:ext cx="0" cy="0"/>
          <a:chOff x="0" y="0"/>
          <a:chExt cx="0" cy="0"/>
        </a:xfrm>
      </p:grpSpPr>
      <p:grpSp>
        <p:nvGrpSpPr>
          <p:cNvPr id="776" name="Google Shape;776;p12"/>
          <p:cNvGrpSpPr/>
          <p:nvPr/>
        </p:nvGrpSpPr>
        <p:grpSpPr>
          <a:xfrm flipH="1" rot="-2700000">
            <a:off x="-87905" y="4162624"/>
            <a:ext cx="2413013" cy="1034025"/>
            <a:chOff x="1928075" y="3261300"/>
            <a:chExt cx="1531375" cy="656225"/>
          </a:xfrm>
        </p:grpSpPr>
        <p:sp>
          <p:nvSpPr>
            <p:cNvPr id="777" name="Google Shape;777;p12"/>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2"/>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9" name="Google Shape;779;p12"/>
          <p:cNvGrpSpPr/>
          <p:nvPr/>
        </p:nvGrpSpPr>
        <p:grpSpPr>
          <a:xfrm flipH="1">
            <a:off x="5595255" y="-357984"/>
            <a:ext cx="1203366" cy="1376656"/>
            <a:chOff x="5397400" y="2614075"/>
            <a:chExt cx="753800" cy="862350"/>
          </a:xfrm>
        </p:grpSpPr>
        <p:sp>
          <p:nvSpPr>
            <p:cNvPr id="780" name="Google Shape;780;p12"/>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2"/>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2" name="Google Shape;782;p12"/>
          <p:cNvGrpSpPr/>
          <p:nvPr/>
        </p:nvGrpSpPr>
        <p:grpSpPr>
          <a:xfrm flipH="1" rot="-1823598">
            <a:off x="6840317" y="3272048"/>
            <a:ext cx="2716090" cy="1577671"/>
            <a:chOff x="2037450" y="1549075"/>
            <a:chExt cx="2214600" cy="1286375"/>
          </a:xfrm>
        </p:grpSpPr>
        <p:sp>
          <p:nvSpPr>
            <p:cNvPr id="783" name="Google Shape;783;p12"/>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2"/>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5" name="Google Shape;785;p12"/>
          <p:cNvGrpSpPr/>
          <p:nvPr/>
        </p:nvGrpSpPr>
        <p:grpSpPr>
          <a:xfrm>
            <a:off x="-18538" y="-204788"/>
            <a:ext cx="2409465" cy="1032504"/>
            <a:chOff x="1928075" y="3261300"/>
            <a:chExt cx="1531375" cy="656225"/>
          </a:xfrm>
        </p:grpSpPr>
        <p:sp>
          <p:nvSpPr>
            <p:cNvPr id="786" name="Google Shape;786;p12"/>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2"/>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8" name="Google Shape;788;p12"/>
          <p:cNvGrpSpPr/>
          <p:nvPr/>
        </p:nvGrpSpPr>
        <p:grpSpPr>
          <a:xfrm flipH="1">
            <a:off x="227767" y="1485718"/>
            <a:ext cx="836768" cy="1575550"/>
            <a:chOff x="15707400" y="-1187712"/>
            <a:chExt cx="734200" cy="1382425"/>
          </a:xfrm>
        </p:grpSpPr>
        <p:sp>
          <p:nvSpPr>
            <p:cNvPr id="789" name="Google Shape;789;p12"/>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2"/>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2"/>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2"/>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2"/>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2"/>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2"/>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2"/>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2"/>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2"/>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2"/>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2"/>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2"/>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2"/>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2"/>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2"/>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2"/>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2"/>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2"/>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2"/>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2"/>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2"/>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2"/>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2"/>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2"/>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2"/>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2"/>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2"/>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2"/>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2"/>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2"/>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2"/>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2"/>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2"/>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3" name="Google Shape;823;p12"/>
          <p:cNvGrpSpPr/>
          <p:nvPr/>
        </p:nvGrpSpPr>
        <p:grpSpPr>
          <a:xfrm flipH="1" rot="-449545">
            <a:off x="7982474" y="882574"/>
            <a:ext cx="896837" cy="851372"/>
            <a:chOff x="4741369" y="4178435"/>
            <a:chExt cx="896803" cy="851340"/>
          </a:xfrm>
        </p:grpSpPr>
        <p:grpSp>
          <p:nvGrpSpPr>
            <p:cNvPr id="824" name="Google Shape;824;p12"/>
            <p:cNvGrpSpPr/>
            <p:nvPr/>
          </p:nvGrpSpPr>
          <p:grpSpPr>
            <a:xfrm>
              <a:off x="4741369" y="4178435"/>
              <a:ext cx="896803" cy="851340"/>
              <a:chOff x="1503750" y="154675"/>
              <a:chExt cx="733341" cy="696165"/>
            </a:xfrm>
          </p:grpSpPr>
          <p:sp>
            <p:nvSpPr>
              <p:cNvPr id="825" name="Google Shape;825;p12"/>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2"/>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7" name="Google Shape;827;p12"/>
            <p:cNvGrpSpPr/>
            <p:nvPr/>
          </p:nvGrpSpPr>
          <p:grpSpPr>
            <a:xfrm rot="728027">
              <a:off x="4896064" y="4371944"/>
              <a:ext cx="522241" cy="452053"/>
              <a:chOff x="-3687125" y="3130813"/>
              <a:chExt cx="848975" cy="734875"/>
            </a:xfrm>
          </p:grpSpPr>
          <p:sp>
            <p:nvSpPr>
              <p:cNvPr id="828" name="Google Shape;828;p12"/>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2"/>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2"/>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2"/>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2"/>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2"/>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2"/>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2"/>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2"/>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2"/>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2"/>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2"/>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2"/>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2"/>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2"/>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2"/>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2"/>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2"/>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2"/>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2"/>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2"/>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2"/>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2"/>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2"/>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2"/>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2"/>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2"/>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2"/>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2"/>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2"/>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2"/>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12"/>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12"/>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2"/>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2"/>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2"/>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2"/>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2"/>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2"/>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12"/>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2"/>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71" name="Google Shape;871;p12"/>
          <p:cNvSpPr txBox="1"/>
          <p:nvPr>
            <p:ph hasCustomPrompt="1" type="title"/>
          </p:nvPr>
        </p:nvSpPr>
        <p:spPr>
          <a:xfrm>
            <a:off x="1882050" y="1644375"/>
            <a:ext cx="5379900" cy="175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11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72" name="Google Shape;872;p12"/>
          <p:cNvSpPr txBox="1"/>
          <p:nvPr>
            <p:ph idx="1" type="subTitle"/>
          </p:nvPr>
        </p:nvSpPr>
        <p:spPr>
          <a:xfrm>
            <a:off x="1882050" y="3401700"/>
            <a:ext cx="5379900" cy="497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873" name="Shape 873"/>
        <p:cNvGrpSpPr/>
        <p:nvPr/>
      </p:nvGrpSpPr>
      <p:grpSpPr>
        <a:xfrm>
          <a:off x="0" y="0"/>
          <a:ext cx="0" cy="0"/>
          <a:chOff x="0" y="0"/>
          <a:chExt cx="0" cy="0"/>
        </a:xfrm>
      </p:grpSpPr>
      <p:grpSp>
        <p:nvGrpSpPr>
          <p:cNvPr id="874" name="Google Shape;874;p13"/>
          <p:cNvGrpSpPr/>
          <p:nvPr/>
        </p:nvGrpSpPr>
        <p:grpSpPr>
          <a:xfrm flipH="1" rot="3216501">
            <a:off x="-675753" y="4264263"/>
            <a:ext cx="1731923" cy="742125"/>
            <a:chOff x="1928075" y="3261300"/>
            <a:chExt cx="1531375" cy="656225"/>
          </a:xfrm>
        </p:grpSpPr>
        <p:sp>
          <p:nvSpPr>
            <p:cNvPr id="875" name="Google Shape;875;p13"/>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3"/>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7" name="Google Shape;877;p13"/>
          <p:cNvGrpSpPr/>
          <p:nvPr/>
        </p:nvGrpSpPr>
        <p:grpSpPr>
          <a:xfrm flipH="1" rot="-8694751">
            <a:off x="7942256" y="38979"/>
            <a:ext cx="1957554" cy="838851"/>
            <a:chOff x="1928075" y="3261300"/>
            <a:chExt cx="1531375" cy="656225"/>
          </a:xfrm>
        </p:grpSpPr>
        <p:sp>
          <p:nvSpPr>
            <p:cNvPr id="878" name="Google Shape;878;p13"/>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13"/>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0" name="Google Shape;880;p1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1_1_1_1">
    <p:spTree>
      <p:nvGrpSpPr>
        <p:cNvPr id="881" name="Shape 881"/>
        <p:cNvGrpSpPr/>
        <p:nvPr/>
      </p:nvGrpSpPr>
      <p:grpSpPr>
        <a:xfrm>
          <a:off x="0" y="0"/>
          <a:ext cx="0" cy="0"/>
          <a:chOff x="0" y="0"/>
          <a:chExt cx="0" cy="0"/>
        </a:xfrm>
      </p:grpSpPr>
      <p:grpSp>
        <p:nvGrpSpPr>
          <p:cNvPr id="882" name="Google Shape;882;p14"/>
          <p:cNvGrpSpPr/>
          <p:nvPr/>
        </p:nvGrpSpPr>
        <p:grpSpPr>
          <a:xfrm rot="5400000">
            <a:off x="2969354" y="-914101"/>
            <a:ext cx="2715985" cy="1577610"/>
            <a:chOff x="2037450" y="1549075"/>
            <a:chExt cx="2214600" cy="1286375"/>
          </a:xfrm>
        </p:grpSpPr>
        <p:sp>
          <p:nvSpPr>
            <p:cNvPr id="883" name="Google Shape;883;p14"/>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4"/>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5" name="Google Shape;885;p14"/>
          <p:cNvGrpSpPr/>
          <p:nvPr/>
        </p:nvGrpSpPr>
        <p:grpSpPr>
          <a:xfrm rot="8238005">
            <a:off x="-772559" y="177577"/>
            <a:ext cx="2409432" cy="1032490"/>
            <a:chOff x="1928075" y="3261300"/>
            <a:chExt cx="1531375" cy="656225"/>
          </a:xfrm>
        </p:grpSpPr>
        <p:sp>
          <p:nvSpPr>
            <p:cNvPr id="886" name="Google Shape;886;p14"/>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4"/>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8" name="Google Shape;888;p14"/>
          <p:cNvGrpSpPr/>
          <p:nvPr/>
        </p:nvGrpSpPr>
        <p:grpSpPr>
          <a:xfrm rot="-9545284">
            <a:off x="-227003" y="4189361"/>
            <a:ext cx="1976576" cy="847002"/>
            <a:chOff x="1928075" y="3261300"/>
            <a:chExt cx="1531375" cy="656225"/>
          </a:xfrm>
        </p:grpSpPr>
        <p:sp>
          <p:nvSpPr>
            <p:cNvPr id="889" name="Google Shape;889;p14"/>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4"/>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1" name="Google Shape;891;p14"/>
          <p:cNvGrpSpPr/>
          <p:nvPr/>
        </p:nvGrpSpPr>
        <p:grpSpPr>
          <a:xfrm flipH="1" rot="-3614422">
            <a:off x="7818590" y="354698"/>
            <a:ext cx="1552943" cy="1095839"/>
            <a:chOff x="-1931650" y="1578588"/>
            <a:chExt cx="2932000" cy="2068975"/>
          </a:xfrm>
        </p:grpSpPr>
        <p:sp>
          <p:nvSpPr>
            <p:cNvPr id="892" name="Google Shape;892;p14"/>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4"/>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4"/>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4"/>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4"/>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4"/>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4"/>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4"/>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4"/>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4"/>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4"/>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4"/>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4"/>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4"/>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4"/>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4"/>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4"/>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4"/>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4"/>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4"/>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4"/>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4"/>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4"/>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4"/>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4"/>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4"/>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4"/>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4"/>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4"/>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4"/>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4"/>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4"/>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4"/>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4"/>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4"/>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4"/>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4"/>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4"/>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4"/>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4"/>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4"/>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4"/>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4"/>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4"/>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4"/>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4"/>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9" name="Google Shape;939;p14"/>
          <p:cNvSpPr txBox="1"/>
          <p:nvPr>
            <p:ph type="title"/>
          </p:nvPr>
        </p:nvSpPr>
        <p:spPr>
          <a:xfrm>
            <a:off x="713100" y="2456450"/>
            <a:ext cx="3040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40" name="Google Shape;940;p14"/>
          <p:cNvSpPr txBox="1"/>
          <p:nvPr>
            <p:ph idx="2" type="title"/>
          </p:nvPr>
        </p:nvSpPr>
        <p:spPr>
          <a:xfrm>
            <a:off x="1776300" y="1442363"/>
            <a:ext cx="914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41" name="Google Shape;941;p14"/>
          <p:cNvSpPr txBox="1"/>
          <p:nvPr>
            <p:ph idx="1" type="subTitle"/>
          </p:nvPr>
        </p:nvSpPr>
        <p:spPr>
          <a:xfrm>
            <a:off x="713100" y="3298250"/>
            <a:ext cx="3040800" cy="51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942" name="Shape 942"/>
        <p:cNvGrpSpPr/>
        <p:nvPr/>
      </p:nvGrpSpPr>
      <p:grpSpPr>
        <a:xfrm>
          <a:off x="0" y="0"/>
          <a:ext cx="0" cy="0"/>
          <a:chOff x="0" y="0"/>
          <a:chExt cx="0" cy="0"/>
        </a:xfrm>
      </p:grpSpPr>
      <p:sp>
        <p:nvSpPr>
          <p:cNvPr id="943" name="Google Shape;943;p15"/>
          <p:cNvSpPr txBox="1"/>
          <p:nvPr>
            <p:ph type="title"/>
          </p:nvPr>
        </p:nvSpPr>
        <p:spPr>
          <a:xfrm flipH="1">
            <a:off x="5163164" y="1380475"/>
            <a:ext cx="1878300" cy="1078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44" name="Google Shape;944;p15"/>
          <p:cNvSpPr txBox="1"/>
          <p:nvPr>
            <p:ph idx="1" type="subTitle"/>
          </p:nvPr>
        </p:nvSpPr>
        <p:spPr>
          <a:xfrm flipH="1">
            <a:off x="5163289" y="2458938"/>
            <a:ext cx="3267600" cy="130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945" name="Google Shape;945;p15"/>
          <p:cNvGrpSpPr/>
          <p:nvPr/>
        </p:nvGrpSpPr>
        <p:grpSpPr>
          <a:xfrm rot="-8426842">
            <a:off x="6807990" y="-327797"/>
            <a:ext cx="2802609" cy="1200974"/>
            <a:chOff x="1928075" y="3261300"/>
            <a:chExt cx="1531375" cy="656225"/>
          </a:xfrm>
        </p:grpSpPr>
        <p:sp>
          <p:nvSpPr>
            <p:cNvPr id="946" name="Google Shape;946;p15"/>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5"/>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8" name="Google Shape;948;p15"/>
          <p:cNvGrpSpPr/>
          <p:nvPr/>
        </p:nvGrpSpPr>
        <p:grpSpPr>
          <a:xfrm flipH="1" rot="-3107472">
            <a:off x="7777393" y="4267750"/>
            <a:ext cx="2044791" cy="876234"/>
            <a:chOff x="1928075" y="3261300"/>
            <a:chExt cx="1531375" cy="656225"/>
          </a:xfrm>
        </p:grpSpPr>
        <p:sp>
          <p:nvSpPr>
            <p:cNvPr id="949" name="Google Shape;949;p15"/>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5"/>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951" name="Shape 951"/>
        <p:cNvGrpSpPr/>
        <p:nvPr/>
      </p:nvGrpSpPr>
      <p:grpSpPr>
        <a:xfrm>
          <a:off x="0" y="0"/>
          <a:ext cx="0" cy="0"/>
          <a:chOff x="0" y="0"/>
          <a:chExt cx="0" cy="0"/>
        </a:xfrm>
      </p:grpSpPr>
      <p:sp>
        <p:nvSpPr>
          <p:cNvPr id="952" name="Google Shape;952;p16"/>
          <p:cNvSpPr txBox="1"/>
          <p:nvPr>
            <p:ph type="title"/>
          </p:nvPr>
        </p:nvSpPr>
        <p:spPr>
          <a:xfrm>
            <a:off x="2109425" y="1380475"/>
            <a:ext cx="1878300" cy="1078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2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53" name="Google Shape;953;p16"/>
          <p:cNvSpPr txBox="1"/>
          <p:nvPr>
            <p:ph idx="1" type="subTitle"/>
          </p:nvPr>
        </p:nvSpPr>
        <p:spPr>
          <a:xfrm>
            <a:off x="720000" y="2458938"/>
            <a:ext cx="3267600" cy="1304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954" name="Google Shape;954;p16"/>
          <p:cNvGrpSpPr/>
          <p:nvPr/>
        </p:nvGrpSpPr>
        <p:grpSpPr>
          <a:xfrm flipH="1" rot="8426842">
            <a:off x="-442335" y="-327797"/>
            <a:ext cx="2802609" cy="1200974"/>
            <a:chOff x="1928075" y="3261300"/>
            <a:chExt cx="1531375" cy="656225"/>
          </a:xfrm>
        </p:grpSpPr>
        <p:sp>
          <p:nvSpPr>
            <p:cNvPr id="955" name="Google Shape;955;p16"/>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6"/>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7" name="Google Shape;957;p16"/>
          <p:cNvGrpSpPr/>
          <p:nvPr/>
        </p:nvGrpSpPr>
        <p:grpSpPr>
          <a:xfrm rot="3107472">
            <a:off x="-653920" y="4267750"/>
            <a:ext cx="2044791" cy="876234"/>
            <a:chOff x="1928075" y="3261300"/>
            <a:chExt cx="1531375" cy="656225"/>
          </a:xfrm>
        </p:grpSpPr>
        <p:sp>
          <p:nvSpPr>
            <p:cNvPr id="958" name="Google Shape;958;p16"/>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6"/>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960" name="Shape 960"/>
        <p:cNvGrpSpPr/>
        <p:nvPr/>
      </p:nvGrpSpPr>
      <p:grpSpPr>
        <a:xfrm>
          <a:off x="0" y="0"/>
          <a:ext cx="0" cy="0"/>
          <a:chOff x="0" y="0"/>
          <a:chExt cx="0" cy="0"/>
        </a:xfrm>
      </p:grpSpPr>
      <p:sp>
        <p:nvSpPr>
          <p:cNvPr id="961" name="Google Shape;961;p17"/>
          <p:cNvSpPr txBox="1"/>
          <p:nvPr>
            <p:ph type="title"/>
          </p:nvPr>
        </p:nvSpPr>
        <p:spPr>
          <a:xfrm>
            <a:off x="720000" y="539400"/>
            <a:ext cx="3471900" cy="750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200"/>
              <a:buNone/>
              <a:defRPr sz="6000">
                <a:solidFill>
                  <a:schemeClr val="dk2"/>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62" name="Google Shape;962;p17"/>
          <p:cNvSpPr txBox="1"/>
          <p:nvPr>
            <p:ph idx="1" type="subTitle"/>
          </p:nvPr>
        </p:nvSpPr>
        <p:spPr>
          <a:xfrm>
            <a:off x="720000" y="2563213"/>
            <a:ext cx="3434700" cy="873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3" name="Google Shape;963;p17"/>
          <p:cNvSpPr txBox="1"/>
          <p:nvPr>
            <p:ph idx="2" type="subTitle"/>
          </p:nvPr>
        </p:nvSpPr>
        <p:spPr>
          <a:xfrm>
            <a:off x="720000" y="2154288"/>
            <a:ext cx="3434700" cy="408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964" name="Google Shape;964;p17"/>
          <p:cNvGrpSpPr/>
          <p:nvPr/>
        </p:nvGrpSpPr>
        <p:grpSpPr>
          <a:xfrm flipH="1" rot="6451613">
            <a:off x="-1061010" y="-107843"/>
            <a:ext cx="2331488" cy="999089"/>
            <a:chOff x="1928075" y="3261300"/>
            <a:chExt cx="1531375" cy="656225"/>
          </a:xfrm>
        </p:grpSpPr>
        <p:sp>
          <p:nvSpPr>
            <p:cNvPr id="965" name="Google Shape;965;p17"/>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7"/>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7" name="Google Shape;967;p17"/>
          <p:cNvGrpSpPr/>
          <p:nvPr/>
        </p:nvGrpSpPr>
        <p:grpSpPr>
          <a:xfrm flipH="1" rot="2561084">
            <a:off x="7094714" y="-362784"/>
            <a:ext cx="2298668" cy="1335207"/>
            <a:chOff x="2037450" y="1549075"/>
            <a:chExt cx="2214600" cy="1286375"/>
          </a:xfrm>
        </p:grpSpPr>
        <p:sp>
          <p:nvSpPr>
            <p:cNvPr id="968" name="Google Shape;968;p17"/>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7"/>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0" name="Google Shape;970;p17"/>
          <p:cNvSpPr txBox="1"/>
          <p:nvPr/>
        </p:nvSpPr>
        <p:spPr>
          <a:xfrm>
            <a:off x="720000" y="3560850"/>
            <a:ext cx="36198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Rubik"/>
                <a:ea typeface="Rubik"/>
                <a:cs typeface="Rubik"/>
                <a:sym typeface="Rubik"/>
              </a:rPr>
              <a:t>CREDITS: This presentation template was created by </a:t>
            </a:r>
            <a:r>
              <a:rPr b="1" i="0" lang="fr-FR" sz="1200" u="none" cap="none" strike="noStrike">
                <a:solidFill>
                  <a:schemeClr val="hlink"/>
                </a:solidFill>
                <a:uFill>
                  <a:noFill/>
                </a:uFill>
                <a:latin typeface="Rubik"/>
                <a:ea typeface="Rubik"/>
                <a:cs typeface="Rubik"/>
                <a:sym typeface="Rubik"/>
                <a:hlinkClick r:id="rId2"/>
              </a:rPr>
              <a:t>Slidesgo</a:t>
            </a:r>
            <a:r>
              <a:rPr b="0" i="0" lang="fr-FR" sz="1200" u="none" cap="none" strike="noStrike">
                <a:solidFill>
                  <a:schemeClr val="lt2"/>
                </a:solidFill>
                <a:latin typeface="Rubik"/>
                <a:ea typeface="Rubik"/>
                <a:cs typeface="Rubik"/>
                <a:sym typeface="Rubik"/>
              </a:rPr>
              <a:t>, including icons by </a:t>
            </a:r>
            <a:r>
              <a:rPr b="1" i="0" lang="fr-FR" sz="1200" u="none" cap="none" strike="noStrike">
                <a:solidFill>
                  <a:schemeClr val="hlink"/>
                </a:solidFill>
                <a:uFill>
                  <a:noFill/>
                </a:uFill>
                <a:latin typeface="Rubik"/>
                <a:ea typeface="Rubik"/>
                <a:cs typeface="Rubik"/>
                <a:sym typeface="Rubik"/>
                <a:hlinkClick r:id="rId3"/>
              </a:rPr>
              <a:t>Flaticon</a:t>
            </a:r>
            <a:r>
              <a:rPr b="1" i="0" lang="fr-FR" sz="1200" u="none" cap="none" strike="noStrike">
                <a:solidFill>
                  <a:schemeClr val="dk2"/>
                </a:solidFill>
                <a:latin typeface="Rubik"/>
                <a:ea typeface="Rubik"/>
                <a:cs typeface="Rubik"/>
                <a:sym typeface="Rubik"/>
              </a:rPr>
              <a:t> </a:t>
            </a:r>
            <a:r>
              <a:rPr b="0" i="0" lang="fr-FR" sz="1200" u="none" cap="none" strike="noStrike">
                <a:solidFill>
                  <a:schemeClr val="lt2"/>
                </a:solidFill>
                <a:latin typeface="Rubik"/>
                <a:ea typeface="Rubik"/>
                <a:cs typeface="Rubik"/>
                <a:sym typeface="Rubik"/>
              </a:rPr>
              <a:t>and infographics &amp; images by </a:t>
            </a:r>
            <a:r>
              <a:rPr b="1" i="0" lang="fr-FR" sz="1200" u="none" cap="none" strike="noStrike">
                <a:solidFill>
                  <a:schemeClr val="hlink"/>
                </a:solidFill>
                <a:uFill>
                  <a:noFill/>
                </a:uFill>
                <a:latin typeface="Rubik"/>
                <a:ea typeface="Rubik"/>
                <a:cs typeface="Rubik"/>
                <a:sym typeface="Rubik"/>
                <a:hlinkClick r:id="rId4"/>
              </a:rPr>
              <a:t>Freepik</a:t>
            </a:r>
            <a:endParaRPr b="1" i="0" sz="1200" u="none" cap="none" strike="noStrike">
              <a:solidFill>
                <a:schemeClr val="dk2"/>
              </a:solidFill>
              <a:latin typeface="Rubik"/>
              <a:ea typeface="Rubik"/>
              <a:cs typeface="Rubik"/>
              <a:sym typeface="Rubik"/>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971" name="Shape 97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72" name="Shape 972"/>
        <p:cNvGrpSpPr/>
        <p:nvPr/>
      </p:nvGrpSpPr>
      <p:grpSpPr>
        <a:xfrm>
          <a:off x="0" y="0"/>
          <a:ext cx="0" cy="0"/>
          <a:chOff x="0" y="0"/>
          <a:chExt cx="0" cy="0"/>
        </a:xfrm>
      </p:grpSpPr>
      <p:grpSp>
        <p:nvGrpSpPr>
          <p:cNvPr id="973" name="Google Shape;973;p19"/>
          <p:cNvGrpSpPr/>
          <p:nvPr/>
        </p:nvGrpSpPr>
        <p:grpSpPr>
          <a:xfrm>
            <a:off x="234779" y="873919"/>
            <a:ext cx="956636" cy="1405430"/>
            <a:chOff x="2316550" y="1172425"/>
            <a:chExt cx="1293275" cy="1900000"/>
          </a:xfrm>
        </p:grpSpPr>
        <p:sp>
          <p:nvSpPr>
            <p:cNvPr id="974" name="Google Shape;974;p19"/>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9"/>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9"/>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9"/>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9"/>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9"/>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9"/>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9"/>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9"/>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9"/>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9"/>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9"/>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9"/>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9"/>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9"/>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9"/>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9"/>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9"/>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9"/>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9"/>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9"/>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9"/>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9"/>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9"/>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9"/>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9"/>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9"/>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9"/>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9"/>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9"/>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9"/>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9"/>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9"/>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9"/>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9"/>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9"/>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9"/>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9"/>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9"/>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9"/>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9"/>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9"/>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9"/>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9"/>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9"/>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9"/>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9"/>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9"/>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9"/>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9"/>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9"/>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9"/>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9"/>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9"/>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9"/>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9"/>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9"/>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9"/>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9"/>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3" name="Google Shape;1033;p19"/>
          <p:cNvGrpSpPr/>
          <p:nvPr/>
        </p:nvGrpSpPr>
        <p:grpSpPr>
          <a:xfrm rot="-8962395">
            <a:off x="-605907" y="3709507"/>
            <a:ext cx="2298746" cy="1335252"/>
            <a:chOff x="2037450" y="1549075"/>
            <a:chExt cx="2214600" cy="1286375"/>
          </a:xfrm>
        </p:grpSpPr>
        <p:sp>
          <p:nvSpPr>
            <p:cNvPr id="1034" name="Google Shape;1034;p19"/>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9"/>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6" name="Google Shape;1036;p19"/>
          <p:cNvGrpSpPr/>
          <p:nvPr/>
        </p:nvGrpSpPr>
        <p:grpSpPr>
          <a:xfrm flipH="1">
            <a:off x="8028930" y="-175696"/>
            <a:ext cx="993433" cy="1136491"/>
            <a:chOff x="5397400" y="2614075"/>
            <a:chExt cx="753800" cy="862350"/>
          </a:xfrm>
        </p:grpSpPr>
        <p:sp>
          <p:nvSpPr>
            <p:cNvPr id="1037" name="Google Shape;1037;p19"/>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9"/>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9" name="Google Shape;1039;p19"/>
          <p:cNvGrpSpPr/>
          <p:nvPr/>
        </p:nvGrpSpPr>
        <p:grpSpPr>
          <a:xfrm flipH="1" rot="-2942607">
            <a:off x="7266578" y="2418183"/>
            <a:ext cx="2328651" cy="1643220"/>
            <a:chOff x="-1931650" y="1578588"/>
            <a:chExt cx="2932000" cy="2068975"/>
          </a:xfrm>
        </p:grpSpPr>
        <p:sp>
          <p:nvSpPr>
            <p:cNvPr id="1040" name="Google Shape;1040;p19"/>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9"/>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9"/>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9"/>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9"/>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9"/>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9"/>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9"/>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9"/>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9"/>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9"/>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9"/>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9"/>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9"/>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9"/>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9"/>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9"/>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9"/>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9"/>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9"/>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9"/>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9"/>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9"/>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9"/>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9"/>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9"/>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9"/>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9"/>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9"/>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9"/>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9"/>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9"/>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9"/>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9"/>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9"/>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9"/>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9"/>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9"/>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9"/>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9"/>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9"/>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9"/>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9"/>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9"/>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9"/>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9"/>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9"/>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7" name="Google Shape;1087;p19"/>
          <p:cNvGrpSpPr/>
          <p:nvPr/>
        </p:nvGrpSpPr>
        <p:grpSpPr>
          <a:xfrm flipH="1" rot="-663621">
            <a:off x="789880" y="-381997"/>
            <a:ext cx="2413093" cy="1034059"/>
            <a:chOff x="1928075" y="3261300"/>
            <a:chExt cx="1531375" cy="656225"/>
          </a:xfrm>
        </p:grpSpPr>
        <p:sp>
          <p:nvSpPr>
            <p:cNvPr id="1088" name="Google Shape;1088;p19"/>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9"/>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0" name="Google Shape;1090;p19"/>
          <p:cNvGrpSpPr/>
          <p:nvPr/>
        </p:nvGrpSpPr>
        <p:grpSpPr>
          <a:xfrm rot="-575064">
            <a:off x="6231180" y="238952"/>
            <a:ext cx="1149992" cy="897161"/>
            <a:chOff x="3845050" y="297847"/>
            <a:chExt cx="914393" cy="713360"/>
          </a:xfrm>
        </p:grpSpPr>
        <p:sp>
          <p:nvSpPr>
            <p:cNvPr id="1091" name="Google Shape;1091;p19"/>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9"/>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9"/>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9"/>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9"/>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9"/>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9"/>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9"/>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9"/>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9"/>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9"/>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9"/>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9"/>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9"/>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9"/>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9"/>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9"/>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9"/>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9"/>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9"/>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9"/>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2" name="Google Shape;1112;p19"/>
          <p:cNvGrpSpPr/>
          <p:nvPr/>
        </p:nvGrpSpPr>
        <p:grpSpPr>
          <a:xfrm>
            <a:off x="1872625" y="4142575"/>
            <a:ext cx="886754" cy="841801"/>
            <a:chOff x="209175" y="1831500"/>
            <a:chExt cx="886754" cy="841801"/>
          </a:xfrm>
        </p:grpSpPr>
        <p:sp>
          <p:nvSpPr>
            <p:cNvPr id="1113" name="Google Shape;1113;p19"/>
            <p:cNvSpPr/>
            <p:nvPr/>
          </p:nvSpPr>
          <p:spPr>
            <a:xfrm>
              <a:off x="225716" y="1836995"/>
              <a:ext cx="862244" cy="830590"/>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9"/>
            <p:cNvSpPr/>
            <p:nvPr/>
          </p:nvSpPr>
          <p:spPr>
            <a:xfrm>
              <a:off x="209175" y="1831500"/>
              <a:ext cx="886754" cy="841801"/>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9"/>
            <p:cNvSpPr/>
            <p:nvPr/>
          </p:nvSpPr>
          <p:spPr>
            <a:xfrm>
              <a:off x="326229" y="2037471"/>
              <a:ext cx="582688" cy="454148"/>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9"/>
            <p:cNvSpPr/>
            <p:nvPr/>
          </p:nvSpPr>
          <p:spPr>
            <a:xfrm>
              <a:off x="320734" y="2031151"/>
              <a:ext cx="595053" cy="465854"/>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9"/>
            <p:cNvSpPr/>
            <p:nvPr/>
          </p:nvSpPr>
          <p:spPr>
            <a:xfrm>
              <a:off x="568635" y="2143259"/>
              <a:ext cx="114416" cy="347645"/>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9"/>
            <p:cNvSpPr/>
            <p:nvPr/>
          </p:nvSpPr>
          <p:spPr>
            <a:xfrm>
              <a:off x="377227" y="2077588"/>
              <a:ext cx="73640" cy="136508"/>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9"/>
            <p:cNvSpPr/>
            <p:nvPr/>
          </p:nvSpPr>
          <p:spPr>
            <a:xfrm>
              <a:off x="364807" y="2166176"/>
              <a:ext cx="46877" cy="15223"/>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9"/>
            <p:cNvSpPr/>
            <p:nvPr/>
          </p:nvSpPr>
          <p:spPr>
            <a:xfrm>
              <a:off x="371677" y="2133093"/>
              <a:ext cx="45503" cy="19344"/>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9"/>
            <p:cNvSpPr/>
            <p:nvPr/>
          </p:nvSpPr>
          <p:spPr>
            <a:xfrm>
              <a:off x="382723" y="2094185"/>
              <a:ext cx="49624" cy="23850"/>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9"/>
            <p:cNvSpPr/>
            <p:nvPr/>
          </p:nvSpPr>
          <p:spPr>
            <a:xfrm>
              <a:off x="777574" y="2121662"/>
              <a:ext cx="85895" cy="241967"/>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9"/>
            <p:cNvSpPr/>
            <p:nvPr/>
          </p:nvSpPr>
          <p:spPr>
            <a:xfrm>
              <a:off x="786257" y="2303233"/>
              <a:ext cx="44129" cy="32423"/>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9"/>
            <p:cNvSpPr/>
            <p:nvPr/>
          </p:nvSpPr>
          <p:spPr>
            <a:xfrm>
              <a:off x="815218" y="2268117"/>
              <a:ext cx="42755" cy="25719"/>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9"/>
            <p:cNvSpPr/>
            <p:nvPr/>
          </p:nvSpPr>
          <p:spPr>
            <a:xfrm>
              <a:off x="819340" y="2223659"/>
              <a:ext cx="49624" cy="17311"/>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9"/>
            <p:cNvSpPr/>
            <p:nvPr/>
          </p:nvSpPr>
          <p:spPr>
            <a:xfrm>
              <a:off x="824835" y="2172495"/>
              <a:ext cx="53746" cy="22092"/>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9"/>
            <p:cNvSpPr/>
            <p:nvPr/>
          </p:nvSpPr>
          <p:spPr>
            <a:xfrm>
              <a:off x="809668" y="2136720"/>
              <a:ext cx="52427" cy="25939"/>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9"/>
            <p:cNvSpPr/>
            <p:nvPr/>
          </p:nvSpPr>
          <p:spPr>
            <a:xfrm>
              <a:off x="709155" y="2102263"/>
              <a:ext cx="26214" cy="35941"/>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9"/>
            <p:cNvSpPr/>
            <p:nvPr/>
          </p:nvSpPr>
          <p:spPr>
            <a:xfrm>
              <a:off x="728444" y="2112485"/>
              <a:ext cx="20718" cy="33632"/>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9"/>
            <p:cNvSpPr/>
            <p:nvPr/>
          </p:nvSpPr>
          <p:spPr>
            <a:xfrm>
              <a:off x="497029" y="2342966"/>
              <a:ext cx="24840" cy="37644"/>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9"/>
            <p:cNvSpPr/>
            <p:nvPr/>
          </p:nvSpPr>
          <p:spPr>
            <a:xfrm>
              <a:off x="521814" y="2352088"/>
              <a:ext cx="22092" cy="34896"/>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9"/>
            <p:cNvSpPr/>
            <p:nvPr/>
          </p:nvSpPr>
          <p:spPr>
            <a:xfrm>
              <a:off x="491534" y="2083029"/>
              <a:ext cx="70287" cy="43469"/>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9"/>
            <p:cNvSpPr/>
            <p:nvPr/>
          </p:nvSpPr>
          <p:spPr>
            <a:xfrm>
              <a:off x="404760" y="2268117"/>
              <a:ext cx="13849" cy="24840"/>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9"/>
            <p:cNvSpPr/>
            <p:nvPr/>
          </p:nvSpPr>
          <p:spPr>
            <a:xfrm>
              <a:off x="425423" y="2265369"/>
              <a:ext cx="15223" cy="29511"/>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9"/>
            <p:cNvSpPr/>
            <p:nvPr/>
          </p:nvSpPr>
          <p:spPr>
            <a:xfrm>
              <a:off x="676512" y="2396986"/>
              <a:ext cx="74024" cy="40722"/>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9"/>
            <p:cNvSpPr/>
            <p:nvPr/>
          </p:nvSpPr>
          <p:spPr>
            <a:xfrm>
              <a:off x="717398" y="2258445"/>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9"/>
            <p:cNvSpPr/>
            <p:nvPr/>
          </p:nvSpPr>
          <p:spPr>
            <a:xfrm>
              <a:off x="495655" y="2197830"/>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9"/>
            <p:cNvSpPr/>
            <p:nvPr/>
          </p:nvSpPr>
          <p:spPr>
            <a:xfrm>
              <a:off x="524561" y="2276360"/>
              <a:ext cx="15223" cy="11101"/>
            </a:xfrm>
            <a:custGeom>
              <a:rect b="b" l="l" r="r" t="t"/>
              <a:pathLst>
                <a:path extrusionOk="0" h="202" w="277">
                  <a:moveTo>
                    <a:pt x="151" y="1"/>
                  </a:moveTo>
                  <a:cubicBezTo>
                    <a:pt x="1" y="1"/>
                    <a:pt x="1" y="201"/>
                    <a:pt x="151" y="201"/>
                  </a:cubicBezTo>
                  <a:cubicBezTo>
                    <a:pt x="277" y="201"/>
                    <a:pt x="277"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9"/>
            <p:cNvSpPr/>
            <p:nvPr/>
          </p:nvSpPr>
          <p:spPr>
            <a:xfrm>
              <a:off x="772518" y="2086271"/>
              <a:ext cx="13794" cy="11101"/>
            </a:xfrm>
            <a:custGeom>
              <a:rect b="b" l="l" r="r" t="t"/>
              <a:pathLst>
                <a:path extrusionOk="0" h="202" w="251">
                  <a:moveTo>
                    <a:pt x="125" y="1"/>
                  </a:moveTo>
                  <a:cubicBezTo>
                    <a:pt x="0" y="1"/>
                    <a:pt x="0" y="201"/>
                    <a:pt x="125" y="201"/>
                  </a:cubicBezTo>
                  <a:cubicBezTo>
                    <a:pt x="251" y="201"/>
                    <a:pt x="251"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9"/>
            <p:cNvSpPr/>
            <p:nvPr/>
          </p:nvSpPr>
          <p:spPr>
            <a:xfrm>
              <a:off x="655409" y="2167550"/>
              <a:ext cx="12475" cy="11101"/>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9"/>
            <p:cNvSpPr/>
            <p:nvPr/>
          </p:nvSpPr>
          <p:spPr>
            <a:xfrm>
              <a:off x="435040" y="2131719"/>
              <a:ext cx="15223" cy="11101"/>
            </a:xfrm>
            <a:custGeom>
              <a:rect b="b" l="l" r="r" t="t"/>
              <a:pathLst>
                <a:path extrusionOk="0" h="202" w="277">
                  <a:moveTo>
                    <a:pt x="151" y="1"/>
                  </a:moveTo>
                  <a:cubicBezTo>
                    <a:pt x="1" y="1"/>
                    <a:pt x="1"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2" name="Google Shape;1142;p19"/>
          <p:cNvGrpSpPr/>
          <p:nvPr/>
        </p:nvGrpSpPr>
        <p:grpSpPr>
          <a:xfrm rot="10544758">
            <a:off x="5342933" y="4451262"/>
            <a:ext cx="1855933" cy="795305"/>
            <a:chOff x="1928075" y="3261300"/>
            <a:chExt cx="1531375" cy="656225"/>
          </a:xfrm>
        </p:grpSpPr>
        <p:sp>
          <p:nvSpPr>
            <p:cNvPr id="1143" name="Google Shape;1143;p19"/>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9"/>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45" name="Shape 1145"/>
        <p:cNvGrpSpPr/>
        <p:nvPr/>
      </p:nvGrpSpPr>
      <p:grpSpPr>
        <a:xfrm>
          <a:off x="0" y="0"/>
          <a:ext cx="0" cy="0"/>
          <a:chOff x="0" y="0"/>
          <a:chExt cx="0" cy="0"/>
        </a:xfrm>
      </p:grpSpPr>
      <p:grpSp>
        <p:nvGrpSpPr>
          <p:cNvPr id="1146" name="Google Shape;1146;p20"/>
          <p:cNvGrpSpPr/>
          <p:nvPr/>
        </p:nvGrpSpPr>
        <p:grpSpPr>
          <a:xfrm flipH="1" rot="9010789">
            <a:off x="7384751" y="3700577"/>
            <a:ext cx="2298860" cy="1335318"/>
            <a:chOff x="2037450" y="1549075"/>
            <a:chExt cx="2214600" cy="1286375"/>
          </a:xfrm>
        </p:grpSpPr>
        <p:sp>
          <p:nvSpPr>
            <p:cNvPr id="1147" name="Google Shape;1147;p20"/>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20"/>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9" name="Google Shape;1149;p20"/>
          <p:cNvGrpSpPr/>
          <p:nvPr/>
        </p:nvGrpSpPr>
        <p:grpSpPr>
          <a:xfrm rot="-575087">
            <a:off x="8361550" y="182734"/>
            <a:ext cx="914356" cy="713331"/>
            <a:chOff x="3845050" y="297847"/>
            <a:chExt cx="914393" cy="713360"/>
          </a:xfrm>
        </p:grpSpPr>
        <p:sp>
          <p:nvSpPr>
            <p:cNvPr id="1150" name="Google Shape;1150;p20"/>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20"/>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20"/>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20"/>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20"/>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20"/>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20"/>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20"/>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20"/>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20"/>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20"/>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20"/>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20"/>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20"/>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20"/>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20"/>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20"/>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20"/>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20"/>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20"/>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20"/>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1" name="Google Shape;1171;p20"/>
          <p:cNvGrpSpPr/>
          <p:nvPr/>
        </p:nvGrpSpPr>
        <p:grpSpPr>
          <a:xfrm>
            <a:off x="-111600" y="4330987"/>
            <a:ext cx="655983" cy="622728"/>
            <a:chOff x="-91012" y="445025"/>
            <a:chExt cx="771745" cy="732622"/>
          </a:xfrm>
        </p:grpSpPr>
        <p:grpSp>
          <p:nvGrpSpPr>
            <p:cNvPr id="1172" name="Google Shape;1172;p20"/>
            <p:cNvGrpSpPr/>
            <p:nvPr/>
          </p:nvGrpSpPr>
          <p:grpSpPr>
            <a:xfrm>
              <a:off x="-91012" y="445025"/>
              <a:ext cx="771745" cy="732622"/>
              <a:chOff x="-91012" y="445025"/>
              <a:chExt cx="771745" cy="732622"/>
            </a:xfrm>
          </p:grpSpPr>
          <p:sp>
            <p:nvSpPr>
              <p:cNvPr id="1173" name="Google Shape;1173;p20"/>
              <p:cNvSpPr/>
              <p:nvPr/>
            </p:nvSpPr>
            <p:spPr>
              <a:xfrm>
                <a:off x="-76617" y="449808"/>
                <a:ext cx="750413" cy="722865"/>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20"/>
              <p:cNvSpPr/>
              <p:nvPr/>
            </p:nvSpPr>
            <p:spPr>
              <a:xfrm>
                <a:off x="-91012" y="445025"/>
                <a:ext cx="771745" cy="732622"/>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5" name="Google Shape;1175;p20"/>
            <p:cNvGrpSpPr/>
            <p:nvPr/>
          </p:nvGrpSpPr>
          <p:grpSpPr>
            <a:xfrm flipH="1" rot="964828">
              <a:off x="80111" y="618637"/>
              <a:ext cx="392191" cy="400810"/>
              <a:chOff x="9295375" y="2920038"/>
              <a:chExt cx="782650" cy="799850"/>
            </a:xfrm>
          </p:grpSpPr>
          <p:sp>
            <p:nvSpPr>
              <p:cNvPr id="1176" name="Google Shape;1176;p20"/>
              <p:cNvSpPr/>
              <p:nvPr/>
            </p:nvSpPr>
            <p:spPr>
              <a:xfrm>
                <a:off x="9296625" y="2956988"/>
                <a:ext cx="574600" cy="757925"/>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20"/>
              <p:cNvSpPr/>
              <p:nvPr/>
            </p:nvSpPr>
            <p:spPr>
              <a:xfrm>
                <a:off x="9295375" y="2951738"/>
                <a:ext cx="580850" cy="768150"/>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20"/>
              <p:cNvSpPr/>
              <p:nvPr/>
            </p:nvSpPr>
            <p:spPr>
              <a:xfrm>
                <a:off x="9346125" y="3101763"/>
                <a:ext cx="115950" cy="111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20"/>
              <p:cNvSpPr/>
              <p:nvPr/>
            </p:nvSpPr>
            <p:spPr>
              <a:xfrm>
                <a:off x="9341100" y="3232088"/>
                <a:ext cx="104675" cy="111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20"/>
              <p:cNvSpPr/>
              <p:nvPr/>
            </p:nvSpPr>
            <p:spPr>
              <a:xfrm>
                <a:off x="9360550" y="3353238"/>
                <a:ext cx="82100" cy="11725"/>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20"/>
              <p:cNvSpPr/>
              <p:nvPr/>
            </p:nvSpPr>
            <p:spPr>
              <a:xfrm>
                <a:off x="9415100" y="2991338"/>
                <a:ext cx="179800" cy="20675"/>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20"/>
              <p:cNvSpPr/>
              <p:nvPr/>
            </p:nvSpPr>
            <p:spPr>
              <a:xfrm>
                <a:off x="9623075" y="2995888"/>
                <a:ext cx="13800" cy="10050"/>
              </a:xfrm>
              <a:custGeom>
                <a:rect b="b" l="l" r="r" t="t"/>
                <a:pathLst>
                  <a:path extrusionOk="0" h="402" w="552">
                    <a:moveTo>
                      <a:pt x="276" y="0"/>
                    </a:moveTo>
                    <a:cubicBezTo>
                      <a:pt x="0" y="0"/>
                      <a:pt x="0"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20"/>
              <p:cNvSpPr/>
              <p:nvPr/>
            </p:nvSpPr>
            <p:spPr>
              <a:xfrm>
                <a:off x="9755275" y="3087363"/>
                <a:ext cx="28225" cy="35100"/>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20"/>
              <p:cNvSpPr/>
              <p:nvPr/>
            </p:nvSpPr>
            <p:spPr>
              <a:xfrm>
                <a:off x="9779075" y="3103663"/>
                <a:ext cx="22600" cy="29450"/>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20"/>
              <p:cNvSpPr/>
              <p:nvPr/>
            </p:nvSpPr>
            <p:spPr>
              <a:xfrm>
                <a:off x="9641250" y="3529263"/>
                <a:ext cx="25925" cy="14310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20"/>
              <p:cNvSpPr/>
              <p:nvPr/>
            </p:nvSpPr>
            <p:spPr>
              <a:xfrm>
                <a:off x="9680725" y="3646263"/>
                <a:ext cx="11300" cy="11300"/>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20"/>
              <p:cNvSpPr/>
              <p:nvPr/>
            </p:nvSpPr>
            <p:spPr>
              <a:xfrm>
                <a:off x="9505275" y="3378088"/>
                <a:ext cx="18200" cy="31975"/>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20"/>
              <p:cNvSpPr/>
              <p:nvPr/>
            </p:nvSpPr>
            <p:spPr>
              <a:xfrm>
                <a:off x="9524700" y="3379213"/>
                <a:ext cx="16950" cy="31975"/>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20"/>
              <p:cNvSpPr/>
              <p:nvPr/>
            </p:nvSpPr>
            <p:spPr>
              <a:xfrm>
                <a:off x="9355525" y="3264088"/>
                <a:ext cx="23825" cy="5637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20"/>
              <p:cNvSpPr/>
              <p:nvPr/>
            </p:nvSpPr>
            <p:spPr>
              <a:xfrm>
                <a:off x="9398125" y="3310413"/>
                <a:ext cx="13200" cy="10050"/>
              </a:xfrm>
              <a:custGeom>
                <a:rect b="b" l="l" r="r" t="t"/>
                <a:pathLst>
                  <a:path extrusionOk="0" h="402" w="528">
                    <a:moveTo>
                      <a:pt x="276" y="1"/>
                    </a:moveTo>
                    <a:cubicBezTo>
                      <a:pt x="1" y="1"/>
                      <a:pt x="1" y="402"/>
                      <a:pt x="276" y="402"/>
                    </a:cubicBezTo>
                    <a:cubicBezTo>
                      <a:pt x="527" y="402"/>
                      <a:pt x="527"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20"/>
              <p:cNvSpPr/>
              <p:nvPr/>
            </p:nvSpPr>
            <p:spPr>
              <a:xfrm>
                <a:off x="9403150" y="3130988"/>
                <a:ext cx="125950" cy="12825"/>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20"/>
              <p:cNvSpPr/>
              <p:nvPr/>
            </p:nvSpPr>
            <p:spPr>
              <a:xfrm>
                <a:off x="9570425" y="3131213"/>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20"/>
              <p:cNvSpPr/>
              <p:nvPr/>
            </p:nvSpPr>
            <p:spPr>
              <a:xfrm>
                <a:off x="9744000" y="3325463"/>
                <a:ext cx="27600" cy="32600"/>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20"/>
              <p:cNvSpPr/>
              <p:nvPr/>
            </p:nvSpPr>
            <p:spPr>
              <a:xfrm>
                <a:off x="9771575" y="3332988"/>
                <a:ext cx="24450" cy="35100"/>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20"/>
              <p:cNvSpPr/>
              <p:nvPr/>
            </p:nvSpPr>
            <p:spPr>
              <a:xfrm>
                <a:off x="9858650"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20"/>
              <p:cNvSpPr/>
              <p:nvPr/>
            </p:nvSpPr>
            <p:spPr>
              <a:xfrm>
                <a:off x="9853650" y="2920038"/>
                <a:ext cx="117850" cy="590375"/>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20"/>
              <p:cNvSpPr/>
              <p:nvPr/>
            </p:nvSpPr>
            <p:spPr>
              <a:xfrm>
                <a:off x="9878075" y="2970888"/>
                <a:ext cx="69575" cy="55650"/>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20"/>
              <p:cNvSpPr/>
              <p:nvPr/>
            </p:nvSpPr>
            <p:spPr>
              <a:xfrm>
                <a:off x="9870475" y="3000638"/>
                <a:ext cx="85775" cy="65850"/>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20"/>
              <p:cNvSpPr/>
              <p:nvPr/>
            </p:nvSpPr>
            <p:spPr>
              <a:xfrm>
                <a:off x="9879950" y="3041538"/>
                <a:ext cx="64750" cy="50500"/>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20"/>
              <p:cNvSpPr/>
              <p:nvPr/>
            </p:nvSpPr>
            <p:spPr>
              <a:xfrm>
                <a:off x="9886225" y="3074963"/>
                <a:ext cx="57050" cy="4540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20"/>
              <p:cNvSpPr/>
              <p:nvPr/>
            </p:nvSpPr>
            <p:spPr>
              <a:xfrm>
                <a:off x="9892500" y="3195588"/>
                <a:ext cx="35725" cy="26800"/>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20"/>
              <p:cNvSpPr/>
              <p:nvPr/>
            </p:nvSpPr>
            <p:spPr>
              <a:xfrm>
                <a:off x="9889575" y="3207738"/>
                <a:ext cx="59950" cy="42600"/>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20"/>
              <p:cNvSpPr/>
              <p:nvPr/>
            </p:nvSpPr>
            <p:spPr>
              <a:xfrm>
                <a:off x="9878700" y="3241088"/>
                <a:ext cx="64575" cy="51575"/>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20"/>
              <p:cNvSpPr/>
              <p:nvPr/>
            </p:nvSpPr>
            <p:spPr>
              <a:xfrm>
                <a:off x="9881500" y="3279938"/>
                <a:ext cx="61775" cy="43900"/>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20"/>
              <p:cNvSpPr/>
              <p:nvPr/>
            </p:nvSpPr>
            <p:spPr>
              <a:xfrm>
                <a:off x="9868825" y="3312213"/>
                <a:ext cx="86525" cy="58200"/>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20"/>
              <p:cNvSpPr/>
              <p:nvPr/>
            </p:nvSpPr>
            <p:spPr>
              <a:xfrm>
                <a:off x="9891250" y="3346888"/>
                <a:ext cx="60175" cy="47175"/>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20"/>
              <p:cNvSpPr/>
              <p:nvPr/>
            </p:nvSpPr>
            <p:spPr>
              <a:xfrm>
                <a:off x="9881850" y="3388463"/>
                <a:ext cx="58925" cy="38525"/>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20"/>
              <p:cNvSpPr/>
              <p:nvPr/>
            </p:nvSpPr>
            <p:spPr>
              <a:xfrm>
                <a:off x="9898750" y="3427088"/>
                <a:ext cx="42025" cy="3212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20"/>
              <p:cNvSpPr/>
              <p:nvPr/>
            </p:nvSpPr>
            <p:spPr>
              <a:xfrm>
                <a:off x="9965175"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20"/>
              <p:cNvSpPr/>
              <p:nvPr/>
            </p:nvSpPr>
            <p:spPr>
              <a:xfrm>
                <a:off x="9960175" y="2920038"/>
                <a:ext cx="117850" cy="590375"/>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20"/>
              <p:cNvSpPr/>
              <p:nvPr/>
            </p:nvSpPr>
            <p:spPr>
              <a:xfrm>
                <a:off x="10002150" y="2958588"/>
                <a:ext cx="11925" cy="294375"/>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20"/>
              <p:cNvSpPr/>
              <p:nvPr/>
            </p:nvSpPr>
            <p:spPr>
              <a:xfrm>
                <a:off x="10030025" y="3009513"/>
                <a:ext cx="14750" cy="125175"/>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20"/>
              <p:cNvSpPr/>
              <p:nvPr/>
            </p:nvSpPr>
            <p:spPr>
              <a:xfrm>
                <a:off x="10040375" y="3158163"/>
                <a:ext cx="13175" cy="10050"/>
              </a:xfrm>
              <a:custGeom>
                <a:rect b="b" l="l" r="r" t="t"/>
                <a:pathLst>
                  <a:path extrusionOk="0" h="402" w="527">
                    <a:moveTo>
                      <a:pt x="276" y="0"/>
                    </a:moveTo>
                    <a:cubicBezTo>
                      <a:pt x="0" y="0"/>
                      <a:pt x="0" y="402"/>
                      <a:pt x="276" y="402"/>
                    </a:cubicBezTo>
                    <a:cubicBezTo>
                      <a:pt x="526" y="402"/>
                      <a:pt x="52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20"/>
              <p:cNvSpPr/>
              <p:nvPr/>
            </p:nvSpPr>
            <p:spPr>
              <a:xfrm>
                <a:off x="9994300" y="3307138"/>
                <a:ext cx="14125" cy="142550"/>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20"/>
              <p:cNvSpPr/>
              <p:nvPr/>
            </p:nvSpPr>
            <p:spPr>
              <a:xfrm>
                <a:off x="9988350" y="3272188"/>
                <a:ext cx="10675" cy="1132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20"/>
              <p:cNvSpPr/>
              <p:nvPr/>
            </p:nvSpPr>
            <p:spPr>
              <a:xfrm>
                <a:off x="10028150" y="3355388"/>
                <a:ext cx="12250" cy="82400"/>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20"/>
              <p:cNvSpPr/>
              <p:nvPr/>
            </p:nvSpPr>
            <p:spPr>
              <a:xfrm>
                <a:off x="10028450" y="3322963"/>
                <a:ext cx="13200" cy="10675"/>
              </a:xfrm>
              <a:custGeom>
                <a:rect b="b" l="l" r="r" t="t"/>
                <a:pathLst>
                  <a:path extrusionOk="0" h="427" w="528">
                    <a:moveTo>
                      <a:pt x="251" y="0"/>
                    </a:moveTo>
                    <a:cubicBezTo>
                      <a:pt x="1" y="0"/>
                      <a:pt x="1" y="426"/>
                      <a:pt x="251" y="426"/>
                    </a:cubicBezTo>
                    <a:cubicBezTo>
                      <a:pt x="527" y="426"/>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18" name="Google Shape;1218;p20"/>
          <p:cNvGrpSpPr/>
          <p:nvPr/>
        </p:nvGrpSpPr>
        <p:grpSpPr>
          <a:xfrm flipH="1" rot="5563196">
            <a:off x="-639168" y="146662"/>
            <a:ext cx="1832977" cy="785467"/>
            <a:chOff x="1928075" y="3261300"/>
            <a:chExt cx="1531375" cy="656225"/>
          </a:xfrm>
        </p:grpSpPr>
        <p:sp>
          <p:nvSpPr>
            <p:cNvPr id="1219" name="Google Shape;1219;p20"/>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20"/>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445025"/>
            <a:ext cx="7717800" cy="5727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dk1"/>
              </a:buClr>
              <a:buSzPts val="3200"/>
              <a:buFont typeface="Oswald Medium"/>
              <a:buNone/>
              <a:defRPr b="0" i="0" sz="3200" u="none" cap="none" strike="noStrike">
                <a:solidFill>
                  <a:schemeClr val="dk1"/>
                </a:solidFill>
                <a:latin typeface="Oswald Medium"/>
                <a:ea typeface="Oswald Medium"/>
                <a:cs typeface="Oswald Medium"/>
                <a:sym typeface="Oswald Medium"/>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15000"/>
              </a:lnSpc>
              <a:spcBef>
                <a:spcPts val="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1pPr>
            <a:lvl2pPr indent="-317500" lvl="1" marL="9144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2pPr>
            <a:lvl3pPr indent="-317500" lvl="2" marL="13716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3pPr>
            <a:lvl4pPr indent="-317500" lvl="3" marL="18288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4pPr>
            <a:lvl5pPr indent="-317500" lvl="4" marL="22860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5pPr>
            <a:lvl6pPr indent="-317500" lvl="5" marL="27432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6pPr>
            <a:lvl7pPr indent="-317500" lvl="6" marL="32004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7pPr>
            <a:lvl8pPr indent="-317500" lvl="7" marL="3657600" marR="0" rtl="0" algn="l">
              <a:lnSpc>
                <a:spcPct val="115000"/>
              </a:lnSpc>
              <a:spcBef>
                <a:spcPts val="1600"/>
              </a:spcBef>
              <a:spcAft>
                <a:spcPts val="0"/>
              </a:spcAft>
              <a:buClr>
                <a:schemeClr val="lt2"/>
              </a:buClr>
              <a:buSzPts val="1400"/>
              <a:buFont typeface="Rubik"/>
              <a:buChar char="○"/>
              <a:defRPr b="0" i="0" sz="1400" u="none" cap="none" strike="noStrike">
                <a:solidFill>
                  <a:schemeClr val="lt2"/>
                </a:solidFill>
                <a:latin typeface="Rubik"/>
                <a:ea typeface="Rubik"/>
                <a:cs typeface="Rubik"/>
                <a:sym typeface="Rubik"/>
              </a:defRPr>
            </a:lvl8pPr>
            <a:lvl9pPr indent="-317500" lvl="8" marL="4114800" marR="0" rtl="0" algn="l">
              <a:lnSpc>
                <a:spcPct val="115000"/>
              </a:lnSpc>
              <a:spcBef>
                <a:spcPts val="1600"/>
              </a:spcBef>
              <a:spcAft>
                <a:spcPts val="1600"/>
              </a:spcAft>
              <a:buClr>
                <a:schemeClr val="lt2"/>
              </a:buClr>
              <a:buSzPts val="1400"/>
              <a:buFont typeface="Rubik"/>
              <a:buChar char="■"/>
              <a:defRPr b="0" i="0" sz="1400" u="none" cap="none" strike="noStrike">
                <a:solidFill>
                  <a:schemeClr val="lt2"/>
                </a:solidFill>
                <a:latin typeface="Rubik"/>
                <a:ea typeface="Rubik"/>
                <a:cs typeface="Rubik"/>
                <a:sym typeface="Rubi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www.justice.gov/usao/file/851856/download" TargetMode="External"/><Relationship Id="rId4" Type="http://schemas.openxmlformats.org/officeDocument/2006/relationships/hyperlink" Target="https://www.justice.gov/usao/file/851856/downloa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18.png"/><Relationship Id="rId13" Type="http://schemas.openxmlformats.org/officeDocument/2006/relationships/image" Target="../media/image27.png"/><Relationship Id="rId12" Type="http://schemas.openxmlformats.org/officeDocument/2006/relationships/image" Target="../media/image31.png"/><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26.png"/><Relationship Id="rId9"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hyperlink" Target="https://bjs.ojp.gov/content/pub/pdf/sv19.pd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21"/>
          <p:cNvSpPr txBox="1"/>
          <p:nvPr>
            <p:ph type="ctrTitle"/>
          </p:nvPr>
        </p:nvSpPr>
        <p:spPr>
          <a:xfrm>
            <a:off x="117764" y="965738"/>
            <a:ext cx="4911265" cy="3139206"/>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fr-FR" sz="5000">
                <a:solidFill>
                  <a:schemeClr val="dk2"/>
                </a:solidFill>
              </a:rPr>
              <a:t>Cyberstalking</a:t>
            </a:r>
            <a:endParaRPr sz="5000">
              <a:solidFill>
                <a:schemeClr val="dk2"/>
              </a:solidFill>
            </a:endParaRPr>
          </a:p>
        </p:txBody>
      </p:sp>
      <p:grpSp>
        <p:nvGrpSpPr>
          <p:cNvPr id="1226" name="Google Shape;1226;p21"/>
          <p:cNvGrpSpPr/>
          <p:nvPr/>
        </p:nvGrpSpPr>
        <p:grpSpPr>
          <a:xfrm>
            <a:off x="4978492" y="924671"/>
            <a:ext cx="3862548" cy="3294178"/>
            <a:chOff x="4978492" y="924659"/>
            <a:chExt cx="3862548" cy="3294178"/>
          </a:xfrm>
        </p:grpSpPr>
        <p:grpSp>
          <p:nvGrpSpPr>
            <p:cNvPr id="1227" name="Google Shape;1227;p21"/>
            <p:cNvGrpSpPr/>
            <p:nvPr/>
          </p:nvGrpSpPr>
          <p:grpSpPr>
            <a:xfrm>
              <a:off x="4978492" y="924659"/>
              <a:ext cx="3862548" cy="3294178"/>
              <a:chOff x="964425" y="518275"/>
              <a:chExt cx="5516350" cy="4704625"/>
            </a:xfrm>
          </p:grpSpPr>
          <p:sp>
            <p:nvSpPr>
              <p:cNvPr id="1228" name="Google Shape;1228;p21"/>
              <p:cNvSpPr/>
              <p:nvPr/>
            </p:nvSpPr>
            <p:spPr>
              <a:xfrm>
                <a:off x="1290225" y="523275"/>
                <a:ext cx="5190550" cy="4694250"/>
              </a:xfrm>
              <a:custGeom>
                <a:rect b="b" l="l" r="r" t="t"/>
                <a:pathLst>
                  <a:path extrusionOk="0" h="187770" w="207622">
                    <a:moveTo>
                      <a:pt x="102095" y="0"/>
                    </a:moveTo>
                    <a:cubicBezTo>
                      <a:pt x="58599" y="0"/>
                      <a:pt x="16706" y="33609"/>
                      <a:pt x="8598" y="76615"/>
                    </a:cubicBezTo>
                    <a:cubicBezTo>
                      <a:pt x="1" y="122179"/>
                      <a:pt x="30603" y="171753"/>
                      <a:pt x="75189" y="184510"/>
                    </a:cubicBezTo>
                    <a:cubicBezTo>
                      <a:pt x="82913" y="186720"/>
                      <a:pt x="90865" y="187769"/>
                      <a:pt x="98822" y="187769"/>
                    </a:cubicBezTo>
                    <a:cubicBezTo>
                      <a:pt x="136800" y="187769"/>
                      <a:pt x="174891" y="163863"/>
                      <a:pt x="188774" y="128119"/>
                    </a:cubicBezTo>
                    <a:cubicBezTo>
                      <a:pt x="207621" y="79572"/>
                      <a:pt x="178824" y="17015"/>
                      <a:pt x="126844" y="3807"/>
                    </a:cubicBezTo>
                    <a:cubicBezTo>
                      <a:pt x="118683" y="1214"/>
                      <a:pt x="110360" y="0"/>
                      <a:pt x="1020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21"/>
              <p:cNvSpPr/>
              <p:nvPr/>
            </p:nvSpPr>
            <p:spPr>
              <a:xfrm>
                <a:off x="1449375" y="518275"/>
                <a:ext cx="4714350" cy="4704400"/>
              </a:xfrm>
              <a:custGeom>
                <a:rect b="b" l="l" r="r" t="t"/>
                <a:pathLst>
                  <a:path extrusionOk="0" h="188176" w="188574">
                    <a:moveTo>
                      <a:pt x="95589" y="421"/>
                    </a:moveTo>
                    <a:cubicBezTo>
                      <a:pt x="103568" y="421"/>
                      <a:pt x="111533" y="1539"/>
                      <a:pt x="119175" y="3832"/>
                    </a:cubicBezTo>
                    <a:cubicBezTo>
                      <a:pt x="123661" y="5185"/>
                      <a:pt x="128122" y="6438"/>
                      <a:pt x="132433" y="8293"/>
                    </a:cubicBezTo>
                    <a:cubicBezTo>
                      <a:pt x="136593" y="10097"/>
                      <a:pt x="140603" y="12228"/>
                      <a:pt x="144413" y="14684"/>
                    </a:cubicBezTo>
                    <a:cubicBezTo>
                      <a:pt x="152032" y="19571"/>
                      <a:pt x="158824" y="25661"/>
                      <a:pt x="164613" y="32579"/>
                    </a:cubicBezTo>
                    <a:cubicBezTo>
                      <a:pt x="170453" y="39521"/>
                      <a:pt x="175265" y="47291"/>
                      <a:pt x="178999" y="55561"/>
                    </a:cubicBezTo>
                    <a:cubicBezTo>
                      <a:pt x="182759" y="63832"/>
                      <a:pt x="185390" y="72604"/>
                      <a:pt x="186819" y="81576"/>
                    </a:cubicBezTo>
                    <a:cubicBezTo>
                      <a:pt x="188223" y="90474"/>
                      <a:pt x="188398" y="99622"/>
                      <a:pt x="187220" y="108569"/>
                    </a:cubicBezTo>
                    <a:cubicBezTo>
                      <a:pt x="185992" y="117792"/>
                      <a:pt x="183310" y="126790"/>
                      <a:pt x="179175" y="135136"/>
                    </a:cubicBezTo>
                    <a:cubicBezTo>
                      <a:pt x="174864" y="143782"/>
                      <a:pt x="169075" y="151652"/>
                      <a:pt x="162257" y="158494"/>
                    </a:cubicBezTo>
                    <a:cubicBezTo>
                      <a:pt x="155390" y="165361"/>
                      <a:pt x="147495" y="171176"/>
                      <a:pt x="138974" y="175762"/>
                    </a:cubicBezTo>
                    <a:cubicBezTo>
                      <a:pt x="130428" y="180374"/>
                      <a:pt x="121230" y="183757"/>
                      <a:pt x="111706" y="185737"/>
                    </a:cubicBezTo>
                    <a:cubicBezTo>
                      <a:pt x="105373" y="187074"/>
                      <a:pt x="98907" y="187765"/>
                      <a:pt x="92441" y="187765"/>
                    </a:cubicBezTo>
                    <a:cubicBezTo>
                      <a:pt x="89208" y="187765"/>
                      <a:pt x="85975" y="187592"/>
                      <a:pt x="82758" y="187241"/>
                    </a:cubicBezTo>
                    <a:cubicBezTo>
                      <a:pt x="78074" y="186715"/>
                      <a:pt x="73439" y="185813"/>
                      <a:pt x="68880" y="184511"/>
                    </a:cubicBezTo>
                    <a:lnTo>
                      <a:pt x="68880" y="184511"/>
                    </a:lnTo>
                    <a:cubicBezTo>
                      <a:pt x="68878" y="184511"/>
                      <a:pt x="68876" y="184510"/>
                      <a:pt x="68873" y="184509"/>
                    </a:cubicBezTo>
                    <a:lnTo>
                      <a:pt x="68873" y="184509"/>
                    </a:lnTo>
                    <a:cubicBezTo>
                      <a:pt x="68873" y="184509"/>
                      <a:pt x="68873" y="184509"/>
                      <a:pt x="68873" y="184509"/>
                    </a:cubicBezTo>
                    <a:cubicBezTo>
                      <a:pt x="68872" y="184509"/>
                      <a:pt x="68870" y="184508"/>
                      <a:pt x="68868" y="184508"/>
                    </a:cubicBezTo>
                    <a:lnTo>
                      <a:pt x="68868" y="184508"/>
                    </a:lnTo>
                    <a:cubicBezTo>
                      <a:pt x="59421" y="181801"/>
                      <a:pt x="50501" y="177390"/>
                      <a:pt x="42482" y="171702"/>
                    </a:cubicBezTo>
                    <a:cubicBezTo>
                      <a:pt x="34387" y="165938"/>
                      <a:pt x="27244" y="158895"/>
                      <a:pt x="21254" y="150975"/>
                    </a:cubicBezTo>
                    <a:cubicBezTo>
                      <a:pt x="15289" y="143106"/>
                      <a:pt x="10477" y="134359"/>
                      <a:pt x="7019" y="125111"/>
                    </a:cubicBezTo>
                    <a:cubicBezTo>
                      <a:pt x="3585" y="115887"/>
                      <a:pt x="1505" y="106163"/>
                      <a:pt x="1079" y="96338"/>
                    </a:cubicBezTo>
                    <a:cubicBezTo>
                      <a:pt x="653" y="86589"/>
                      <a:pt x="1881" y="76789"/>
                      <a:pt x="4788" y="67441"/>
                    </a:cubicBezTo>
                    <a:cubicBezTo>
                      <a:pt x="7645" y="58343"/>
                      <a:pt x="12031" y="49722"/>
                      <a:pt x="17570" y="41952"/>
                    </a:cubicBezTo>
                    <a:cubicBezTo>
                      <a:pt x="23184" y="34108"/>
                      <a:pt x="29951" y="27115"/>
                      <a:pt x="37545" y="21200"/>
                    </a:cubicBezTo>
                    <a:cubicBezTo>
                      <a:pt x="45189" y="15260"/>
                      <a:pt x="53660" y="10373"/>
                      <a:pt x="62658" y="6839"/>
                    </a:cubicBezTo>
                    <a:cubicBezTo>
                      <a:pt x="71530" y="3355"/>
                      <a:pt x="80954" y="1175"/>
                      <a:pt x="90478" y="574"/>
                    </a:cubicBezTo>
                    <a:cubicBezTo>
                      <a:pt x="92180" y="472"/>
                      <a:pt x="93885" y="421"/>
                      <a:pt x="95589" y="421"/>
                    </a:cubicBezTo>
                    <a:close/>
                    <a:moveTo>
                      <a:pt x="95739" y="1"/>
                    </a:moveTo>
                    <a:cubicBezTo>
                      <a:pt x="88982" y="1"/>
                      <a:pt x="82225" y="808"/>
                      <a:pt x="75640" y="2353"/>
                    </a:cubicBezTo>
                    <a:cubicBezTo>
                      <a:pt x="66242" y="4558"/>
                      <a:pt x="57194" y="8218"/>
                      <a:pt x="48848" y="13055"/>
                    </a:cubicBezTo>
                    <a:cubicBezTo>
                      <a:pt x="40477" y="17917"/>
                      <a:pt x="32783" y="23982"/>
                      <a:pt x="26091" y="31000"/>
                    </a:cubicBezTo>
                    <a:cubicBezTo>
                      <a:pt x="19475" y="37942"/>
                      <a:pt x="13861" y="45862"/>
                      <a:pt x="9575" y="54459"/>
                    </a:cubicBezTo>
                    <a:cubicBezTo>
                      <a:pt x="5289" y="63080"/>
                      <a:pt x="2407" y="72378"/>
                      <a:pt x="1229" y="81952"/>
                    </a:cubicBezTo>
                    <a:cubicBezTo>
                      <a:pt x="1" y="91802"/>
                      <a:pt x="552" y="101827"/>
                      <a:pt x="2607" y="111501"/>
                    </a:cubicBezTo>
                    <a:cubicBezTo>
                      <a:pt x="4688" y="121226"/>
                      <a:pt x="8297" y="130624"/>
                      <a:pt x="13134" y="139296"/>
                    </a:cubicBezTo>
                    <a:cubicBezTo>
                      <a:pt x="17996" y="147993"/>
                      <a:pt x="24111" y="155988"/>
                      <a:pt x="31254" y="162905"/>
                    </a:cubicBezTo>
                    <a:cubicBezTo>
                      <a:pt x="38347" y="169747"/>
                      <a:pt x="46492" y="175537"/>
                      <a:pt x="55365" y="179798"/>
                    </a:cubicBezTo>
                    <a:cubicBezTo>
                      <a:pt x="59701" y="181878"/>
                      <a:pt x="64162" y="183582"/>
                      <a:pt x="68773" y="184910"/>
                    </a:cubicBezTo>
                    <a:cubicBezTo>
                      <a:pt x="68773" y="184910"/>
                      <a:pt x="68773" y="184910"/>
                      <a:pt x="68773" y="184910"/>
                    </a:cubicBezTo>
                    <a:lnTo>
                      <a:pt x="68773" y="184910"/>
                    </a:lnTo>
                    <a:cubicBezTo>
                      <a:pt x="68775" y="184911"/>
                      <a:pt x="68777" y="184912"/>
                      <a:pt x="68780" y="184912"/>
                    </a:cubicBezTo>
                    <a:lnTo>
                      <a:pt x="68780" y="184912"/>
                    </a:lnTo>
                    <a:cubicBezTo>
                      <a:pt x="76470" y="187106"/>
                      <a:pt x="84446" y="188175"/>
                      <a:pt x="92433" y="188175"/>
                    </a:cubicBezTo>
                    <a:cubicBezTo>
                      <a:pt x="94204" y="188175"/>
                      <a:pt x="95976" y="188123"/>
                      <a:pt x="97746" y="188018"/>
                    </a:cubicBezTo>
                    <a:cubicBezTo>
                      <a:pt x="107495" y="187467"/>
                      <a:pt x="117144" y="185361"/>
                      <a:pt x="126292" y="181953"/>
                    </a:cubicBezTo>
                    <a:cubicBezTo>
                      <a:pt x="135440" y="178569"/>
                      <a:pt x="144087" y="173858"/>
                      <a:pt x="151881" y="168018"/>
                    </a:cubicBezTo>
                    <a:cubicBezTo>
                      <a:pt x="159626" y="162203"/>
                      <a:pt x="166543" y="155286"/>
                      <a:pt x="172207" y="147441"/>
                    </a:cubicBezTo>
                    <a:cubicBezTo>
                      <a:pt x="177821" y="139647"/>
                      <a:pt x="182157" y="130925"/>
                      <a:pt x="184864" y="121702"/>
                    </a:cubicBezTo>
                    <a:cubicBezTo>
                      <a:pt x="187446" y="112955"/>
                      <a:pt x="188573" y="103807"/>
                      <a:pt x="188398" y="94709"/>
                    </a:cubicBezTo>
                    <a:cubicBezTo>
                      <a:pt x="188223" y="85612"/>
                      <a:pt x="186719" y="76564"/>
                      <a:pt x="184087" y="67842"/>
                    </a:cubicBezTo>
                    <a:cubicBezTo>
                      <a:pt x="181405" y="59095"/>
                      <a:pt x="177596" y="50674"/>
                      <a:pt x="172684" y="42930"/>
                    </a:cubicBezTo>
                    <a:cubicBezTo>
                      <a:pt x="167821" y="35235"/>
                      <a:pt x="161882" y="28168"/>
                      <a:pt x="155014" y="22153"/>
                    </a:cubicBezTo>
                    <a:cubicBezTo>
                      <a:pt x="148197" y="16188"/>
                      <a:pt x="140453" y="11250"/>
                      <a:pt x="132107" y="7716"/>
                    </a:cubicBezTo>
                    <a:cubicBezTo>
                      <a:pt x="127696" y="5862"/>
                      <a:pt x="123159" y="4558"/>
                      <a:pt x="118573" y="3230"/>
                    </a:cubicBezTo>
                    <a:cubicBezTo>
                      <a:pt x="113936" y="1877"/>
                      <a:pt x="109200" y="949"/>
                      <a:pt x="104387" y="448"/>
                    </a:cubicBezTo>
                    <a:cubicBezTo>
                      <a:pt x="101514" y="148"/>
                      <a:pt x="98626" y="1"/>
                      <a:pt x="957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21"/>
              <p:cNvSpPr/>
              <p:nvPr/>
            </p:nvSpPr>
            <p:spPr>
              <a:xfrm>
                <a:off x="1938725" y="3271425"/>
                <a:ext cx="1496275" cy="635325"/>
              </a:xfrm>
              <a:custGeom>
                <a:rect b="b" l="l" r="r" t="t"/>
                <a:pathLst>
                  <a:path extrusionOk="0" h="25413" w="59851">
                    <a:moveTo>
                      <a:pt x="46839" y="1"/>
                    </a:moveTo>
                    <a:cubicBezTo>
                      <a:pt x="46572" y="1"/>
                      <a:pt x="46301" y="30"/>
                      <a:pt x="46041" y="47"/>
                    </a:cubicBezTo>
                    <a:cubicBezTo>
                      <a:pt x="45490" y="72"/>
                      <a:pt x="44939" y="122"/>
                      <a:pt x="44387" y="197"/>
                    </a:cubicBezTo>
                    <a:cubicBezTo>
                      <a:pt x="42432" y="473"/>
                      <a:pt x="40528" y="1125"/>
                      <a:pt x="38823" y="2102"/>
                    </a:cubicBezTo>
                    <a:cubicBezTo>
                      <a:pt x="37169" y="3030"/>
                      <a:pt x="35715" y="4233"/>
                      <a:pt x="34387" y="5561"/>
                    </a:cubicBezTo>
                    <a:cubicBezTo>
                      <a:pt x="31730" y="8243"/>
                      <a:pt x="29625" y="11375"/>
                      <a:pt x="27344" y="14358"/>
                    </a:cubicBezTo>
                    <a:cubicBezTo>
                      <a:pt x="26317" y="15711"/>
                      <a:pt x="25239" y="17065"/>
                      <a:pt x="24036" y="18268"/>
                    </a:cubicBezTo>
                    <a:cubicBezTo>
                      <a:pt x="22583" y="19696"/>
                      <a:pt x="20903" y="20874"/>
                      <a:pt x="18999" y="21626"/>
                    </a:cubicBezTo>
                    <a:cubicBezTo>
                      <a:pt x="17453" y="22248"/>
                      <a:pt x="15774" y="22566"/>
                      <a:pt x="14097" y="22566"/>
                    </a:cubicBezTo>
                    <a:cubicBezTo>
                      <a:pt x="11178" y="22566"/>
                      <a:pt x="8263" y="21602"/>
                      <a:pt x="6066" y="19596"/>
                    </a:cubicBezTo>
                    <a:cubicBezTo>
                      <a:pt x="5339" y="18919"/>
                      <a:pt x="4713" y="18142"/>
                      <a:pt x="4237" y="17290"/>
                    </a:cubicBezTo>
                    <a:cubicBezTo>
                      <a:pt x="3760" y="16363"/>
                      <a:pt x="3485" y="15386"/>
                      <a:pt x="3359" y="14358"/>
                    </a:cubicBezTo>
                    <a:cubicBezTo>
                      <a:pt x="3109" y="12353"/>
                      <a:pt x="3485" y="10223"/>
                      <a:pt x="4813" y="8619"/>
                    </a:cubicBezTo>
                    <a:cubicBezTo>
                      <a:pt x="6066" y="7165"/>
                      <a:pt x="7946" y="6438"/>
                      <a:pt x="9826" y="6313"/>
                    </a:cubicBezTo>
                    <a:cubicBezTo>
                      <a:pt x="10068" y="6296"/>
                      <a:pt x="10313" y="6286"/>
                      <a:pt x="10557" y="6286"/>
                    </a:cubicBezTo>
                    <a:cubicBezTo>
                      <a:pt x="12104" y="6286"/>
                      <a:pt x="13635" y="6672"/>
                      <a:pt x="14588" y="7992"/>
                    </a:cubicBezTo>
                    <a:cubicBezTo>
                      <a:pt x="15440" y="9195"/>
                      <a:pt x="15590" y="10824"/>
                      <a:pt x="15214" y="12203"/>
                    </a:cubicBezTo>
                    <a:cubicBezTo>
                      <a:pt x="14888" y="13456"/>
                      <a:pt x="14036" y="14734"/>
                      <a:pt x="12708" y="15035"/>
                    </a:cubicBezTo>
                    <a:cubicBezTo>
                      <a:pt x="12463" y="15090"/>
                      <a:pt x="12220" y="15117"/>
                      <a:pt x="11982" y="15117"/>
                    </a:cubicBezTo>
                    <a:cubicBezTo>
                      <a:pt x="10612" y="15117"/>
                      <a:pt x="9396" y="14239"/>
                      <a:pt x="8798" y="12980"/>
                    </a:cubicBezTo>
                    <a:cubicBezTo>
                      <a:pt x="8472" y="12303"/>
                      <a:pt x="8247" y="11501"/>
                      <a:pt x="8171" y="10699"/>
                    </a:cubicBezTo>
                    <a:cubicBezTo>
                      <a:pt x="7745" y="11375"/>
                      <a:pt x="7545" y="12152"/>
                      <a:pt x="7520" y="12929"/>
                    </a:cubicBezTo>
                    <a:cubicBezTo>
                      <a:pt x="7520" y="15035"/>
                      <a:pt x="8973" y="16739"/>
                      <a:pt x="10953" y="17265"/>
                    </a:cubicBezTo>
                    <a:cubicBezTo>
                      <a:pt x="11397" y="17380"/>
                      <a:pt x="11845" y="17435"/>
                      <a:pt x="12287" y="17435"/>
                    </a:cubicBezTo>
                    <a:cubicBezTo>
                      <a:pt x="13870" y="17435"/>
                      <a:pt x="15396" y="16731"/>
                      <a:pt x="16492" y="15536"/>
                    </a:cubicBezTo>
                    <a:cubicBezTo>
                      <a:pt x="17821" y="14082"/>
                      <a:pt x="18447" y="12102"/>
                      <a:pt x="18222" y="10147"/>
                    </a:cubicBezTo>
                    <a:cubicBezTo>
                      <a:pt x="17996" y="8293"/>
                      <a:pt x="17094" y="6538"/>
                      <a:pt x="15791" y="5210"/>
                    </a:cubicBezTo>
                    <a:cubicBezTo>
                      <a:pt x="14437" y="3857"/>
                      <a:pt x="12658" y="3005"/>
                      <a:pt x="10753" y="2854"/>
                    </a:cubicBezTo>
                    <a:cubicBezTo>
                      <a:pt x="10532" y="2837"/>
                      <a:pt x="10310" y="2829"/>
                      <a:pt x="10089" y="2829"/>
                    </a:cubicBezTo>
                    <a:cubicBezTo>
                      <a:pt x="8359" y="2829"/>
                      <a:pt x="6656" y="3341"/>
                      <a:pt x="5189" y="4208"/>
                    </a:cubicBezTo>
                    <a:cubicBezTo>
                      <a:pt x="3485" y="5235"/>
                      <a:pt x="2056" y="6739"/>
                      <a:pt x="1204" y="8543"/>
                    </a:cubicBezTo>
                    <a:cubicBezTo>
                      <a:pt x="277" y="10523"/>
                      <a:pt x="1" y="12779"/>
                      <a:pt x="277" y="14934"/>
                    </a:cubicBezTo>
                    <a:cubicBezTo>
                      <a:pt x="552" y="17090"/>
                      <a:pt x="1379" y="19320"/>
                      <a:pt x="2758" y="21000"/>
                    </a:cubicBezTo>
                    <a:cubicBezTo>
                      <a:pt x="4086" y="22679"/>
                      <a:pt x="6041" y="23782"/>
                      <a:pt x="8046" y="24433"/>
                    </a:cubicBezTo>
                    <a:cubicBezTo>
                      <a:pt x="10202" y="25110"/>
                      <a:pt x="12507" y="25386"/>
                      <a:pt x="14738" y="25411"/>
                    </a:cubicBezTo>
                    <a:cubicBezTo>
                      <a:pt x="14834" y="25412"/>
                      <a:pt x="14930" y="25412"/>
                      <a:pt x="15026" y="25412"/>
                    </a:cubicBezTo>
                    <a:cubicBezTo>
                      <a:pt x="17286" y="25412"/>
                      <a:pt x="19539" y="25123"/>
                      <a:pt x="21630" y="24258"/>
                    </a:cubicBezTo>
                    <a:cubicBezTo>
                      <a:pt x="25665" y="22579"/>
                      <a:pt x="28598" y="19145"/>
                      <a:pt x="31204" y="15736"/>
                    </a:cubicBezTo>
                    <a:cubicBezTo>
                      <a:pt x="32457" y="14082"/>
                      <a:pt x="33685" y="12403"/>
                      <a:pt x="34913" y="10749"/>
                    </a:cubicBezTo>
                    <a:cubicBezTo>
                      <a:pt x="36142" y="9120"/>
                      <a:pt x="37370" y="7516"/>
                      <a:pt x="38798" y="6087"/>
                    </a:cubicBezTo>
                    <a:cubicBezTo>
                      <a:pt x="40152" y="4709"/>
                      <a:pt x="41705" y="3456"/>
                      <a:pt x="43485" y="2704"/>
                    </a:cubicBezTo>
                    <a:cubicBezTo>
                      <a:pt x="44806" y="2121"/>
                      <a:pt x="46173" y="1899"/>
                      <a:pt x="47573" y="1899"/>
                    </a:cubicBezTo>
                    <a:cubicBezTo>
                      <a:pt x="47978" y="1899"/>
                      <a:pt x="48387" y="1918"/>
                      <a:pt x="48798" y="1952"/>
                    </a:cubicBezTo>
                    <a:cubicBezTo>
                      <a:pt x="50828" y="2152"/>
                      <a:pt x="52808" y="2553"/>
                      <a:pt x="54838" y="2829"/>
                    </a:cubicBezTo>
                    <a:cubicBezTo>
                      <a:pt x="55761" y="2957"/>
                      <a:pt x="56724" y="3068"/>
                      <a:pt x="57681" y="3068"/>
                    </a:cubicBezTo>
                    <a:cubicBezTo>
                      <a:pt x="58414" y="3068"/>
                      <a:pt x="59144" y="3003"/>
                      <a:pt x="59851" y="2829"/>
                    </a:cubicBezTo>
                    <a:cubicBezTo>
                      <a:pt x="58723" y="2478"/>
                      <a:pt x="57545" y="2228"/>
                      <a:pt x="56392" y="1977"/>
                    </a:cubicBezTo>
                    <a:cubicBezTo>
                      <a:pt x="54813" y="1601"/>
                      <a:pt x="53234" y="1275"/>
                      <a:pt x="51630" y="924"/>
                    </a:cubicBezTo>
                    <a:cubicBezTo>
                      <a:pt x="50402" y="674"/>
                      <a:pt x="49149" y="423"/>
                      <a:pt x="47921" y="172"/>
                    </a:cubicBezTo>
                    <a:cubicBezTo>
                      <a:pt x="47670" y="122"/>
                      <a:pt x="47420" y="47"/>
                      <a:pt x="47194" y="22"/>
                    </a:cubicBezTo>
                    <a:cubicBezTo>
                      <a:pt x="47078" y="6"/>
                      <a:pt x="46959" y="1"/>
                      <a:pt x="4683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21"/>
              <p:cNvSpPr/>
              <p:nvPr/>
            </p:nvSpPr>
            <p:spPr>
              <a:xfrm>
                <a:off x="1928075" y="3261300"/>
                <a:ext cx="1531375" cy="656225"/>
              </a:xfrm>
              <a:custGeom>
                <a:rect b="b" l="l" r="r" t="t"/>
                <a:pathLst>
                  <a:path extrusionOk="0" h="26249" w="61255">
                    <a:moveTo>
                      <a:pt x="47265" y="406"/>
                    </a:moveTo>
                    <a:cubicBezTo>
                      <a:pt x="47385" y="406"/>
                      <a:pt x="47504" y="411"/>
                      <a:pt x="47620" y="427"/>
                    </a:cubicBezTo>
                    <a:cubicBezTo>
                      <a:pt x="47846" y="452"/>
                      <a:pt x="48096" y="527"/>
                      <a:pt x="48347" y="577"/>
                    </a:cubicBezTo>
                    <a:cubicBezTo>
                      <a:pt x="49575" y="828"/>
                      <a:pt x="50828" y="1079"/>
                      <a:pt x="52056" y="1329"/>
                    </a:cubicBezTo>
                    <a:cubicBezTo>
                      <a:pt x="53660" y="1680"/>
                      <a:pt x="55239" y="2006"/>
                      <a:pt x="56818" y="2382"/>
                    </a:cubicBezTo>
                    <a:cubicBezTo>
                      <a:pt x="57971" y="2633"/>
                      <a:pt x="59149" y="2883"/>
                      <a:pt x="60277" y="3234"/>
                    </a:cubicBezTo>
                    <a:cubicBezTo>
                      <a:pt x="59570" y="3408"/>
                      <a:pt x="58840" y="3473"/>
                      <a:pt x="58107" y="3473"/>
                    </a:cubicBezTo>
                    <a:cubicBezTo>
                      <a:pt x="57150" y="3473"/>
                      <a:pt x="56187" y="3362"/>
                      <a:pt x="55264" y="3234"/>
                    </a:cubicBezTo>
                    <a:cubicBezTo>
                      <a:pt x="53234" y="2983"/>
                      <a:pt x="51254" y="2557"/>
                      <a:pt x="49224" y="2357"/>
                    </a:cubicBezTo>
                    <a:cubicBezTo>
                      <a:pt x="48813" y="2323"/>
                      <a:pt x="48404" y="2304"/>
                      <a:pt x="47999" y="2304"/>
                    </a:cubicBezTo>
                    <a:cubicBezTo>
                      <a:pt x="46599" y="2304"/>
                      <a:pt x="45232" y="2526"/>
                      <a:pt x="43911" y="3109"/>
                    </a:cubicBezTo>
                    <a:cubicBezTo>
                      <a:pt x="42131" y="3861"/>
                      <a:pt x="40578" y="5114"/>
                      <a:pt x="39224" y="6492"/>
                    </a:cubicBezTo>
                    <a:cubicBezTo>
                      <a:pt x="37796" y="7921"/>
                      <a:pt x="36568" y="9525"/>
                      <a:pt x="35339" y="11154"/>
                    </a:cubicBezTo>
                    <a:cubicBezTo>
                      <a:pt x="34111" y="12808"/>
                      <a:pt x="32883" y="14487"/>
                      <a:pt x="31630" y="16141"/>
                    </a:cubicBezTo>
                    <a:cubicBezTo>
                      <a:pt x="29024" y="19550"/>
                      <a:pt x="26091" y="22984"/>
                      <a:pt x="22056" y="24663"/>
                    </a:cubicBezTo>
                    <a:cubicBezTo>
                      <a:pt x="19965" y="25528"/>
                      <a:pt x="17712" y="25817"/>
                      <a:pt x="15452" y="25817"/>
                    </a:cubicBezTo>
                    <a:cubicBezTo>
                      <a:pt x="15356" y="25817"/>
                      <a:pt x="15260" y="25817"/>
                      <a:pt x="15164" y="25816"/>
                    </a:cubicBezTo>
                    <a:cubicBezTo>
                      <a:pt x="12933" y="25791"/>
                      <a:pt x="10628" y="25515"/>
                      <a:pt x="8472" y="24838"/>
                    </a:cubicBezTo>
                    <a:cubicBezTo>
                      <a:pt x="6467" y="24187"/>
                      <a:pt x="4512" y="23084"/>
                      <a:pt x="3184" y="21405"/>
                    </a:cubicBezTo>
                    <a:cubicBezTo>
                      <a:pt x="1805" y="19725"/>
                      <a:pt x="978" y="17495"/>
                      <a:pt x="703" y="15339"/>
                    </a:cubicBezTo>
                    <a:cubicBezTo>
                      <a:pt x="427" y="13184"/>
                      <a:pt x="703" y="10928"/>
                      <a:pt x="1630" y="8948"/>
                    </a:cubicBezTo>
                    <a:cubicBezTo>
                      <a:pt x="2482" y="7144"/>
                      <a:pt x="3911" y="5640"/>
                      <a:pt x="5615" y="4613"/>
                    </a:cubicBezTo>
                    <a:cubicBezTo>
                      <a:pt x="7082" y="3746"/>
                      <a:pt x="8785" y="3234"/>
                      <a:pt x="10515" y="3234"/>
                    </a:cubicBezTo>
                    <a:cubicBezTo>
                      <a:pt x="10736" y="3234"/>
                      <a:pt x="10958" y="3242"/>
                      <a:pt x="11179" y="3259"/>
                    </a:cubicBezTo>
                    <a:cubicBezTo>
                      <a:pt x="13084" y="3410"/>
                      <a:pt x="14863" y="4262"/>
                      <a:pt x="16217" y="5615"/>
                    </a:cubicBezTo>
                    <a:cubicBezTo>
                      <a:pt x="17520" y="6943"/>
                      <a:pt x="18422" y="8698"/>
                      <a:pt x="18648" y="10552"/>
                    </a:cubicBezTo>
                    <a:cubicBezTo>
                      <a:pt x="18873" y="12507"/>
                      <a:pt x="18247" y="14487"/>
                      <a:pt x="16918" y="15941"/>
                    </a:cubicBezTo>
                    <a:cubicBezTo>
                      <a:pt x="15822" y="17136"/>
                      <a:pt x="14296" y="17840"/>
                      <a:pt x="12713" y="17840"/>
                    </a:cubicBezTo>
                    <a:cubicBezTo>
                      <a:pt x="12271" y="17840"/>
                      <a:pt x="11823" y="17785"/>
                      <a:pt x="11379" y="17670"/>
                    </a:cubicBezTo>
                    <a:cubicBezTo>
                      <a:pt x="9399" y="17144"/>
                      <a:pt x="7946" y="15440"/>
                      <a:pt x="7946" y="13334"/>
                    </a:cubicBezTo>
                    <a:cubicBezTo>
                      <a:pt x="7971" y="12557"/>
                      <a:pt x="8171" y="11780"/>
                      <a:pt x="8597" y="11129"/>
                    </a:cubicBezTo>
                    <a:cubicBezTo>
                      <a:pt x="8673" y="11906"/>
                      <a:pt x="8898" y="12708"/>
                      <a:pt x="9224" y="13385"/>
                    </a:cubicBezTo>
                    <a:cubicBezTo>
                      <a:pt x="9822" y="14644"/>
                      <a:pt x="11038" y="15522"/>
                      <a:pt x="12408" y="15522"/>
                    </a:cubicBezTo>
                    <a:cubicBezTo>
                      <a:pt x="12646" y="15522"/>
                      <a:pt x="12889" y="15495"/>
                      <a:pt x="13134" y="15440"/>
                    </a:cubicBezTo>
                    <a:cubicBezTo>
                      <a:pt x="14462" y="15139"/>
                      <a:pt x="15314" y="13861"/>
                      <a:pt x="15640" y="12608"/>
                    </a:cubicBezTo>
                    <a:cubicBezTo>
                      <a:pt x="16016" y="11229"/>
                      <a:pt x="15866" y="9600"/>
                      <a:pt x="15014" y="8422"/>
                    </a:cubicBezTo>
                    <a:cubicBezTo>
                      <a:pt x="14061" y="7080"/>
                      <a:pt x="12528" y="6691"/>
                      <a:pt x="10981" y="6691"/>
                    </a:cubicBezTo>
                    <a:cubicBezTo>
                      <a:pt x="10738" y="6691"/>
                      <a:pt x="10494" y="6701"/>
                      <a:pt x="10252" y="6718"/>
                    </a:cubicBezTo>
                    <a:cubicBezTo>
                      <a:pt x="8372" y="6843"/>
                      <a:pt x="6492" y="7570"/>
                      <a:pt x="5239" y="9024"/>
                    </a:cubicBezTo>
                    <a:cubicBezTo>
                      <a:pt x="3911" y="10628"/>
                      <a:pt x="3535" y="12758"/>
                      <a:pt x="3785" y="14763"/>
                    </a:cubicBezTo>
                    <a:cubicBezTo>
                      <a:pt x="3911" y="15791"/>
                      <a:pt x="4186" y="16768"/>
                      <a:pt x="4663" y="17695"/>
                    </a:cubicBezTo>
                    <a:cubicBezTo>
                      <a:pt x="5139" y="18547"/>
                      <a:pt x="5765" y="19324"/>
                      <a:pt x="6492" y="20001"/>
                    </a:cubicBezTo>
                    <a:cubicBezTo>
                      <a:pt x="8689" y="22007"/>
                      <a:pt x="11604" y="22971"/>
                      <a:pt x="14523" y="22971"/>
                    </a:cubicBezTo>
                    <a:cubicBezTo>
                      <a:pt x="16200" y="22971"/>
                      <a:pt x="17879" y="22653"/>
                      <a:pt x="19425" y="22031"/>
                    </a:cubicBezTo>
                    <a:cubicBezTo>
                      <a:pt x="21329" y="21279"/>
                      <a:pt x="23009" y="20101"/>
                      <a:pt x="24462" y="18673"/>
                    </a:cubicBezTo>
                    <a:cubicBezTo>
                      <a:pt x="25665" y="17470"/>
                      <a:pt x="26743" y="16116"/>
                      <a:pt x="27770" y="14763"/>
                    </a:cubicBezTo>
                    <a:cubicBezTo>
                      <a:pt x="30051" y="11780"/>
                      <a:pt x="32156" y="8648"/>
                      <a:pt x="34813" y="5991"/>
                    </a:cubicBezTo>
                    <a:cubicBezTo>
                      <a:pt x="36141" y="4638"/>
                      <a:pt x="37595" y="3435"/>
                      <a:pt x="39249" y="2507"/>
                    </a:cubicBezTo>
                    <a:cubicBezTo>
                      <a:pt x="40954" y="1530"/>
                      <a:pt x="42858" y="878"/>
                      <a:pt x="44813" y="602"/>
                    </a:cubicBezTo>
                    <a:cubicBezTo>
                      <a:pt x="45365" y="527"/>
                      <a:pt x="45916" y="477"/>
                      <a:pt x="46467" y="452"/>
                    </a:cubicBezTo>
                    <a:cubicBezTo>
                      <a:pt x="46727" y="435"/>
                      <a:pt x="46998" y="406"/>
                      <a:pt x="47265" y="406"/>
                    </a:cubicBezTo>
                    <a:close/>
                    <a:moveTo>
                      <a:pt x="47019" y="1"/>
                    </a:moveTo>
                    <a:cubicBezTo>
                      <a:pt x="45966" y="26"/>
                      <a:pt x="44913" y="126"/>
                      <a:pt x="43886" y="327"/>
                    </a:cubicBezTo>
                    <a:cubicBezTo>
                      <a:pt x="42031" y="703"/>
                      <a:pt x="40227" y="1404"/>
                      <a:pt x="38623" y="2407"/>
                    </a:cubicBezTo>
                    <a:cubicBezTo>
                      <a:pt x="35440" y="4337"/>
                      <a:pt x="32958" y="7169"/>
                      <a:pt x="30728" y="10101"/>
                    </a:cubicBezTo>
                    <a:cubicBezTo>
                      <a:pt x="28623" y="12883"/>
                      <a:pt x="26693" y="15841"/>
                      <a:pt x="24212" y="18322"/>
                    </a:cubicBezTo>
                    <a:cubicBezTo>
                      <a:pt x="22808" y="19725"/>
                      <a:pt x="21179" y="20878"/>
                      <a:pt x="19324" y="21630"/>
                    </a:cubicBezTo>
                    <a:cubicBezTo>
                      <a:pt x="17803" y="22239"/>
                      <a:pt x="16167" y="22562"/>
                      <a:pt x="14526" y="22562"/>
                    </a:cubicBezTo>
                    <a:cubicBezTo>
                      <a:pt x="13733" y="22562"/>
                      <a:pt x="12940" y="22487"/>
                      <a:pt x="12156" y="22332"/>
                    </a:cubicBezTo>
                    <a:cubicBezTo>
                      <a:pt x="10076" y="21906"/>
                      <a:pt x="8046" y="20953"/>
                      <a:pt x="6542" y="19450"/>
                    </a:cubicBezTo>
                    <a:cubicBezTo>
                      <a:pt x="5841" y="18773"/>
                      <a:pt x="5264" y="17996"/>
                      <a:pt x="4863" y="17119"/>
                    </a:cubicBezTo>
                    <a:cubicBezTo>
                      <a:pt x="4412" y="16166"/>
                      <a:pt x="4211" y="15089"/>
                      <a:pt x="4136" y="14036"/>
                    </a:cubicBezTo>
                    <a:cubicBezTo>
                      <a:pt x="4036" y="12056"/>
                      <a:pt x="4612" y="10076"/>
                      <a:pt x="6116" y="8748"/>
                    </a:cubicBezTo>
                    <a:cubicBezTo>
                      <a:pt x="7426" y="7571"/>
                      <a:pt x="9189" y="7122"/>
                      <a:pt x="10916" y="7122"/>
                    </a:cubicBezTo>
                    <a:cubicBezTo>
                      <a:pt x="11138" y="7122"/>
                      <a:pt x="11360" y="7130"/>
                      <a:pt x="11580" y="7144"/>
                    </a:cubicBezTo>
                    <a:cubicBezTo>
                      <a:pt x="12457" y="7194"/>
                      <a:pt x="13309" y="7395"/>
                      <a:pt x="13986" y="7921"/>
                    </a:cubicBezTo>
                    <a:cubicBezTo>
                      <a:pt x="14537" y="8372"/>
                      <a:pt x="14938" y="8973"/>
                      <a:pt x="15164" y="9650"/>
                    </a:cubicBezTo>
                    <a:cubicBezTo>
                      <a:pt x="15615" y="10953"/>
                      <a:pt x="15465" y="12507"/>
                      <a:pt x="14738" y="13710"/>
                    </a:cubicBezTo>
                    <a:cubicBezTo>
                      <a:pt x="14412" y="14237"/>
                      <a:pt x="13961" y="14688"/>
                      <a:pt x="13384" y="14913"/>
                    </a:cubicBezTo>
                    <a:cubicBezTo>
                      <a:pt x="13071" y="15043"/>
                      <a:pt x="12730" y="15103"/>
                      <a:pt x="12389" y="15103"/>
                    </a:cubicBezTo>
                    <a:cubicBezTo>
                      <a:pt x="11939" y="15103"/>
                      <a:pt x="11489" y="14998"/>
                      <a:pt x="11104" y="14813"/>
                    </a:cubicBezTo>
                    <a:cubicBezTo>
                      <a:pt x="9800" y="14187"/>
                      <a:pt x="9249" y="12683"/>
                      <a:pt x="9049" y="11354"/>
                    </a:cubicBezTo>
                    <a:cubicBezTo>
                      <a:pt x="9024" y="11079"/>
                      <a:pt x="8998" y="10803"/>
                      <a:pt x="8998" y="10552"/>
                    </a:cubicBezTo>
                    <a:cubicBezTo>
                      <a:pt x="8998" y="10432"/>
                      <a:pt x="8880" y="10335"/>
                      <a:pt x="8765" y="10335"/>
                    </a:cubicBezTo>
                    <a:cubicBezTo>
                      <a:pt x="8713" y="10335"/>
                      <a:pt x="8662" y="10355"/>
                      <a:pt x="8623" y="10402"/>
                    </a:cubicBezTo>
                    <a:cubicBezTo>
                      <a:pt x="7294" y="11881"/>
                      <a:pt x="7219" y="14212"/>
                      <a:pt x="8247" y="15916"/>
                    </a:cubicBezTo>
                    <a:cubicBezTo>
                      <a:pt x="9195" y="17460"/>
                      <a:pt x="11018" y="18267"/>
                      <a:pt x="12808" y="18267"/>
                    </a:cubicBezTo>
                    <a:cubicBezTo>
                      <a:pt x="13052" y="18267"/>
                      <a:pt x="13295" y="18252"/>
                      <a:pt x="13535" y="18222"/>
                    </a:cubicBezTo>
                    <a:cubicBezTo>
                      <a:pt x="15590" y="17946"/>
                      <a:pt x="17344" y="16492"/>
                      <a:pt x="18297" y="14688"/>
                    </a:cubicBezTo>
                    <a:cubicBezTo>
                      <a:pt x="19199" y="12984"/>
                      <a:pt x="19324" y="10953"/>
                      <a:pt x="18773" y="9099"/>
                    </a:cubicBezTo>
                    <a:cubicBezTo>
                      <a:pt x="18222" y="7269"/>
                      <a:pt x="17044" y="5640"/>
                      <a:pt x="15540" y="4487"/>
                    </a:cubicBezTo>
                    <a:cubicBezTo>
                      <a:pt x="14082" y="3377"/>
                      <a:pt x="12326" y="2822"/>
                      <a:pt x="10507" y="2822"/>
                    </a:cubicBezTo>
                    <a:cubicBezTo>
                      <a:pt x="10355" y="2822"/>
                      <a:pt x="10203" y="2825"/>
                      <a:pt x="10051" y="2833"/>
                    </a:cubicBezTo>
                    <a:cubicBezTo>
                      <a:pt x="5941" y="3034"/>
                      <a:pt x="2206" y="5916"/>
                      <a:pt x="853" y="9775"/>
                    </a:cubicBezTo>
                    <a:cubicBezTo>
                      <a:pt x="76" y="11881"/>
                      <a:pt x="1" y="14212"/>
                      <a:pt x="452" y="16417"/>
                    </a:cubicBezTo>
                    <a:cubicBezTo>
                      <a:pt x="903" y="18547"/>
                      <a:pt x="1881" y="20728"/>
                      <a:pt x="3409" y="22307"/>
                    </a:cubicBezTo>
                    <a:cubicBezTo>
                      <a:pt x="4938" y="23886"/>
                      <a:pt x="6968" y="24888"/>
                      <a:pt x="9074" y="25440"/>
                    </a:cubicBezTo>
                    <a:cubicBezTo>
                      <a:pt x="11151" y="26010"/>
                      <a:pt x="13395" y="26248"/>
                      <a:pt x="15559" y="26248"/>
                    </a:cubicBezTo>
                    <a:cubicBezTo>
                      <a:pt x="15771" y="26248"/>
                      <a:pt x="15982" y="26246"/>
                      <a:pt x="16191" y="26242"/>
                    </a:cubicBezTo>
                    <a:cubicBezTo>
                      <a:pt x="18572" y="26167"/>
                      <a:pt x="20928" y="25715"/>
                      <a:pt x="23059" y="24663"/>
                    </a:cubicBezTo>
                    <a:cubicBezTo>
                      <a:pt x="25039" y="23710"/>
                      <a:pt x="26768" y="22307"/>
                      <a:pt x="28297" y="20728"/>
                    </a:cubicBezTo>
                    <a:cubicBezTo>
                      <a:pt x="31405" y="17570"/>
                      <a:pt x="33811" y="13811"/>
                      <a:pt x="36517" y="10302"/>
                    </a:cubicBezTo>
                    <a:cubicBezTo>
                      <a:pt x="38948" y="7119"/>
                      <a:pt x="41981" y="3610"/>
                      <a:pt x="46142" y="2858"/>
                    </a:cubicBezTo>
                    <a:cubicBezTo>
                      <a:pt x="46727" y="2746"/>
                      <a:pt x="47321" y="2700"/>
                      <a:pt x="47917" y="2700"/>
                    </a:cubicBezTo>
                    <a:cubicBezTo>
                      <a:pt x="49315" y="2700"/>
                      <a:pt x="50729" y="2948"/>
                      <a:pt x="52081" y="3159"/>
                    </a:cubicBezTo>
                    <a:cubicBezTo>
                      <a:pt x="54075" y="3499"/>
                      <a:pt x="56092" y="3887"/>
                      <a:pt x="58110" y="3887"/>
                    </a:cubicBezTo>
                    <a:cubicBezTo>
                      <a:pt x="58173" y="3887"/>
                      <a:pt x="58235" y="3886"/>
                      <a:pt x="58297" y="3886"/>
                    </a:cubicBezTo>
                    <a:cubicBezTo>
                      <a:pt x="59174" y="3886"/>
                      <a:pt x="60051" y="3785"/>
                      <a:pt x="60903" y="3510"/>
                    </a:cubicBezTo>
                    <a:cubicBezTo>
                      <a:pt x="61254" y="3384"/>
                      <a:pt x="61004" y="3084"/>
                      <a:pt x="60778" y="2983"/>
                    </a:cubicBezTo>
                    <a:cubicBezTo>
                      <a:pt x="60452" y="2833"/>
                      <a:pt x="60101" y="2758"/>
                      <a:pt x="59751" y="2658"/>
                    </a:cubicBezTo>
                    <a:cubicBezTo>
                      <a:pt x="58447" y="2307"/>
                      <a:pt x="57119" y="2006"/>
                      <a:pt x="55816" y="1730"/>
                    </a:cubicBezTo>
                    <a:cubicBezTo>
                      <a:pt x="53234" y="1154"/>
                      <a:pt x="50628" y="602"/>
                      <a:pt x="48021" y="76"/>
                    </a:cubicBezTo>
                    <a:cubicBezTo>
                      <a:pt x="47695" y="1"/>
                      <a:pt x="47370" y="1"/>
                      <a:pt x="4701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21"/>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21"/>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21"/>
              <p:cNvSpPr/>
              <p:nvPr/>
            </p:nvSpPr>
            <p:spPr>
              <a:xfrm>
                <a:off x="2719450" y="641225"/>
                <a:ext cx="670450" cy="596425"/>
              </a:xfrm>
              <a:custGeom>
                <a:rect b="b" l="l" r="r" t="t"/>
                <a:pathLst>
                  <a:path extrusionOk="0" h="23857" w="26818">
                    <a:moveTo>
                      <a:pt x="17666" y="1"/>
                    </a:moveTo>
                    <a:cubicBezTo>
                      <a:pt x="17290" y="1"/>
                      <a:pt x="16915" y="23"/>
                      <a:pt x="16542" y="67"/>
                    </a:cubicBezTo>
                    <a:cubicBezTo>
                      <a:pt x="12381" y="543"/>
                      <a:pt x="9223" y="3801"/>
                      <a:pt x="7669" y="7510"/>
                    </a:cubicBezTo>
                    <a:cubicBezTo>
                      <a:pt x="6892" y="9415"/>
                      <a:pt x="6341" y="11646"/>
                      <a:pt x="6842" y="13676"/>
                    </a:cubicBezTo>
                    <a:cubicBezTo>
                      <a:pt x="7118" y="14703"/>
                      <a:pt x="7669" y="15605"/>
                      <a:pt x="8471" y="16282"/>
                    </a:cubicBezTo>
                    <a:cubicBezTo>
                      <a:pt x="9324" y="16959"/>
                      <a:pt x="10351" y="17360"/>
                      <a:pt x="11404" y="17611"/>
                    </a:cubicBezTo>
                    <a:cubicBezTo>
                      <a:pt x="12033" y="17746"/>
                      <a:pt x="12687" y="17818"/>
                      <a:pt x="13343" y="17818"/>
                    </a:cubicBezTo>
                    <a:cubicBezTo>
                      <a:pt x="14751" y="17818"/>
                      <a:pt x="16164" y="17486"/>
                      <a:pt x="17344" y="16733"/>
                    </a:cubicBezTo>
                    <a:cubicBezTo>
                      <a:pt x="18998" y="15706"/>
                      <a:pt x="20000" y="13876"/>
                      <a:pt x="19925" y="11921"/>
                    </a:cubicBezTo>
                    <a:cubicBezTo>
                      <a:pt x="19875" y="10994"/>
                      <a:pt x="19549" y="10092"/>
                      <a:pt x="18948" y="9390"/>
                    </a:cubicBezTo>
                    <a:cubicBezTo>
                      <a:pt x="18421" y="8788"/>
                      <a:pt x="17720" y="8412"/>
                      <a:pt x="16943" y="8262"/>
                    </a:cubicBezTo>
                    <a:cubicBezTo>
                      <a:pt x="16679" y="8208"/>
                      <a:pt x="16406" y="8181"/>
                      <a:pt x="16133" y="8181"/>
                    </a:cubicBezTo>
                    <a:cubicBezTo>
                      <a:pt x="15004" y="8181"/>
                      <a:pt x="13859" y="8642"/>
                      <a:pt x="13233" y="9590"/>
                    </a:cubicBezTo>
                    <a:cubicBezTo>
                      <a:pt x="13309" y="9565"/>
                      <a:pt x="13359" y="9565"/>
                      <a:pt x="13434" y="9565"/>
                    </a:cubicBezTo>
                    <a:cubicBezTo>
                      <a:pt x="13618" y="9556"/>
                      <a:pt x="13807" y="9550"/>
                      <a:pt x="13997" y="9550"/>
                    </a:cubicBezTo>
                    <a:cubicBezTo>
                      <a:pt x="14787" y="9550"/>
                      <a:pt x="15609" y="9653"/>
                      <a:pt x="16316" y="10016"/>
                    </a:cubicBezTo>
                    <a:cubicBezTo>
                      <a:pt x="16767" y="10217"/>
                      <a:pt x="17143" y="10568"/>
                      <a:pt x="17319" y="11044"/>
                    </a:cubicBezTo>
                    <a:cubicBezTo>
                      <a:pt x="17544" y="11621"/>
                      <a:pt x="17394" y="12297"/>
                      <a:pt x="17193" y="12849"/>
                    </a:cubicBezTo>
                    <a:cubicBezTo>
                      <a:pt x="16578" y="14387"/>
                      <a:pt x="14888" y="15170"/>
                      <a:pt x="13292" y="15170"/>
                    </a:cubicBezTo>
                    <a:cubicBezTo>
                      <a:pt x="12938" y="15170"/>
                      <a:pt x="12588" y="15131"/>
                      <a:pt x="12256" y="15054"/>
                    </a:cubicBezTo>
                    <a:cubicBezTo>
                      <a:pt x="11304" y="14854"/>
                      <a:pt x="10451" y="14302"/>
                      <a:pt x="9975" y="13450"/>
                    </a:cubicBezTo>
                    <a:cubicBezTo>
                      <a:pt x="9349" y="12322"/>
                      <a:pt x="9499" y="10944"/>
                      <a:pt x="9875" y="9766"/>
                    </a:cubicBezTo>
                    <a:cubicBezTo>
                      <a:pt x="10852" y="6683"/>
                      <a:pt x="13309" y="3651"/>
                      <a:pt x="16692" y="3325"/>
                    </a:cubicBezTo>
                    <a:cubicBezTo>
                      <a:pt x="16895" y="3304"/>
                      <a:pt x="17098" y="3294"/>
                      <a:pt x="17299" y="3294"/>
                    </a:cubicBezTo>
                    <a:cubicBezTo>
                      <a:pt x="19752" y="3294"/>
                      <a:pt x="22006" y="4816"/>
                      <a:pt x="22933" y="7109"/>
                    </a:cubicBezTo>
                    <a:cubicBezTo>
                      <a:pt x="23534" y="8513"/>
                      <a:pt x="23534" y="10067"/>
                      <a:pt x="23309" y="11545"/>
                    </a:cubicBezTo>
                    <a:cubicBezTo>
                      <a:pt x="23058" y="13174"/>
                      <a:pt x="22456" y="14778"/>
                      <a:pt x="21604" y="16207"/>
                    </a:cubicBezTo>
                    <a:cubicBezTo>
                      <a:pt x="19900" y="19089"/>
                      <a:pt x="16993" y="21295"/>
                      <a:pt x="13559" y="21320"/>
                    </a:cubicBezTo>
                    <a:cubicBezTo>
                      <a:pt x="10000" y="21320"/>
                      <a:pt x="6617" y="19265"/>
                      <a:pt x="4837" y="16232"/>
                    </a:cubicBezTo>
                    <a:cubicBezTo>
                      <a:pt x="3359" y="13651"/>
                      <a:pt x="2882" y="10493"/>
                      <a:pt x="3183" y="7560"/>
                    </a:cubicBezTo>
                    <a:cubicBezTo>
                      <a:pt x="3258" y="6758"/>
                      <a:pt x="3409" y="6006"/>
                      <a:pt x="3584" y="5229"/>
                    </a:cubicBezTo>
                    <a:cubicBezTo>
                      <a:pt x="3584" y="5204"/>
                      <a:pt x="3584" y="5179"/>
                      <a:pt x="3584" y="5154"/>
                    </a:cubicBezTo>
                    <a:cubicBezTo>
                      <a:pt x="2757" y="5580"/>
                      <a:pt x="1905" y="6006"/>
                      <a:pt x="1078" y="6458"/>
                    </a:cubicBezTo>
                    <a:cubicBezTo>
                      <a:pt x="301" y="8463"/>
                      <a:pt x="0" y="10693"/>
                      <a:pt x="226" y="12824"/>
                    </a:cubicBezTo>
                    <a:cubicBezTo>
                      <a:pt x="426" y="14603"/>
                      <a:pt x="978" y="16357"/>
                      <a:pt x="1930" y="17861"/>
                    </a:cubicBezTo>
                    <a:cubicBezTo>
                      <a:pt x="2857" y="19390"/>
                      <a:pt x="4186" y="20693"/>
                      <a:pt x="5689" y="21646"/>
                    </a:cubicBezTo>
                    <a:cubicBezTo>
                      <a:pt x="7919" y="23083"/>
                      <a:pt x="10582" y="23856"/>
                      <a:pt x="13241" y="23856"/>
                    </a:cubicBezTo>
                    <a:cubicBezTo>
                      <a:pt x="14198" y="23856"/>
                      <a:pt x="15155" y="23756"/>
                      <a:pt x="16091" y="23550"/>
                    </a:cubicBezTo>
                    <a:cubicBezTo>
                      <a:pt x="19725" y="22748"/>
                      <a:pt x="22707" y="20317"/>
                      <a:pt x="24487" y="17059"/>
                    </a:cubicBezTo>
                    <a:cubicBezTo>
                      <a:pt x="26266" y="13851"/>
                      <a:pt x="26817" y="9916"/>
                      <a:pt x="25765" y="6382"/>
                    </a:cubicBezTo>
                    <a:cubicBezTo>
                      <a:pt x="25138" y="4327"/>
                      <a:pt x="23985" y="2347"/>
                      <a:pt x="22131" y="1194"/>
                    </a:cubicBezTo>
                    <a:cubicBezTo>
                      <a:pt x="20796" y="386"/>
                      <a:pt x="19233" y="1"/>
                      <a:pt x="1766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21"/>
              <p:cNvSpPr/>
              <p:nvPr/>
            </p:nvSpPr>
            <p:spPr>
              <a:xfrm>
                <a:off x="2706900" y="630500"/>
                <a:ext cx="691775" cy="617675"/>
              </a:xfrm>
              <a:custGeom>
                <a:rect b="b" l="l" r="r" t="t"/>
                <a:pathLst>
                  <a:path extrusionOk="0" h="24707" w="27671">
                    <a:moveTo>
                      <a:pt x="18171" y="1"/>
                    </a:moveTo>
                    <a:cubicBezTo>
                      <a:pt x="17977" y="1"/>
                      <a:pt x="17783" y="7"/>
                      <a:pt x="17595" y="19"/>
                    </a:cubicBezTo>
                    <a:cubicBezTo>
                      <a:pt x="15816" y="621"/>
                      <a:pt x="14036" y="1247"/>
                      <a:pt x="12282" y="1924"/>
                    </a:cubicBezTo>
                    <a:cubicBezTo>
                      <a:pt x="10728" y="3052"/>
                      <a:pt x="9475" y="4556"/>
                      <a:pt x="8547" y="6235"/>
                    </a:cubicBezTo>
                    <a:cubicBezTo>
                      <a:pt x="7495" y="8115"/>
                      <a:pt x="6743" y="10320"/>
                      <a:pt x="6743" y="12476"/>
                    </a:cubicBezTo>
                    <a:cubicBezTo>
                      <a:pt x="6743" y="13553"/>
                      <a:pt x="6968" y="14656"/>
                      <a:pt x="7495" y="15608"/>
                    </a:cubicBezTo>
                    <a:cubicBezTo>
                      <a:pt x="8046" y="16561"/>
                      <a:pt x="8898" y="17288"/>
                      <a:pt x="9901" y="17764"/>
                    </a:cubicBezTo>
                    <a:cubicBezTo>
                      <a:pt x="11072" y="18346"/>
                      <a:pt x="12447" y="18649"/>
                      <a:pt x="13820" y="18649"/>
                    </a:cubicBezTo>
                    <a:cubicBezTo>
                      <a:pt x="16706" y="18649"/>
                      <a:pt x="19584" y="17310"/>
                      <a:pt x="20552" y="14405"/>
                    </a:cubicBezTo>
                    <a:cubicBezTo>
                      <a:pt x="21129" y="12626"/>
                      <a:pt x="20878" y="10420"/>
                      <a:pt x="19374" y="9167"/>
                    </a:cubicBezTo>
                    <a:cubicBezTo>
                      <a:pt x="18616" y="8517"/>
                      <a:pt x="17618" y="8192"/>
                      <a:pt x="16618" y="8192"/>
                    </a:cubicBezTo>
                    <a:cubicBezTo>
                      <a:pt x="15999" y="8192"/>
                      <a:pt x="15378" y="8317"/>
                      <a:pt x="14813" y="8566"/>
                    </a:cubicBezTo>
                    <a:cubicBezTo>
                      <a:pt x="14111" y="8892"/>
                      <a:pt x="13510" y="9443"/>
                      <a:pt x="13184" y="10145"/>
                    </a:cubicBezTo>
                    <a:cubicBezTo>
                      <a:pt x="13113" y="10263"/>
                      <a:pt x="13176" y="10448"/>
                      <a:pt x="13330" y="10448"/>
                    </a:cubicBezTo>
                    <a:cubicBezTo>
                      <a:pt x="13339" y="10448"/>
                      <a:pt x="13349" y="10447"/>
                      <a:pt x="13359" y="10445"/>
                    </a:cubicBezTo>
                    <a:cubicBezTo>
                      <a:pt x="13660" y="10408"/>
                      <a:pt x="13967" y="10389"/>
                      <a:pt x="14274" y="10389"/>
                    </a:cubicBezTo>
                    <a:cubicBezTo>
                      <a:pt x="14581" y="10389"/>
                      <a:pt x="14888" y="10408"/>
                      <a:pt x="15189" y="10445"/>
                    </a:cubicBezTo>
                    <a:cubicBezTo>
                      <a:pt x="16016" y="10521"/>
                      <a:pt x="17169" y="10771"/>
                      <a:pt x="17445" y="11674"/>
                    </a:cubicBezTo>
                    <a:cubicBezTo>
                      <a:pt x="17745" y="12601"/>
                      <a:pt x="17144" y="13704"/>
                      <a:pt x="16442" y="14305"/>
                    </a:cubicBezTo>
                    <a:cubicBezTo>
                      <a:pt x="15740" y="14857"/>
                      <a:pt x="14813" y="15157"/>
                      <a:pt x="13936" y="15182"/>
                    </a:cubicBezTo>
                    <a:cubicBezTo>
                      <a:pt x="13892" y="15184"/>
                      <a:pt x="13849" y="15184"/>
                      <a:pt x="13805" y="15184"/>
                    </a:cubicBezTo>
                    <a:cubicBezTo>
                      <a:pt x="12967" y="15184"/>
                      <a:pt x="12098" y="14953"/>
                      <a:pt x="11455" y="14405"/>
                    </a:cubicBezTo>
                    <a:cubicBezTo>
                      <a:pt x="10678" y="13754"/>
                      <a:pt x="10427" y="12751"/>
                      <a:pt x="10477" y="11749"/>
                    </a:cubicBezTo>
                    <a:cubicBezTo>
                      <a:pt x="10603" y="10095"/>
                      <a:pt x="11455" y="8440"/>
                      <a:pt x="12407" y="7137"/>
                    </a:cubicBezTo>
                    <a:cubicBezTo>
                      <a:pt x="13309" y="5909"/>
                      <a:pt x="14512" y="4907"/>
                      <a:pt x="15966" y="4430"/>
                    </a:cubicBezTo>
                    <a:cubicBezTo>
                      <a:pt x="16543" y="4242"/>
                      <a:pt x="17141" y="4151"/>
                      <a:pt x="17736" y="4151"/>
                    </a:cubicBezTo>
                    <a:cubicBezTo>
                      <a:pt x="19595" y="4151"/>
                      <a:pt x="21425" y="5041"/>
                      <a:pt x="22507" y="6636"/>
                    </a:cubicBezTo>
                    <a:cubicBezTo>
                      <a:pt x="24136" y="9067"/>
                      <a:pt x="23610" y="12425"/>
                      <a:pt x="22507" y="14957"/>
                    </a:cubicBezTo>
                    <a:cubicBezTo>
                      <a:pt x="21254" y="17839"/>
                      <a:pt x="18923" y="20395"/>
                      <a:pt x="15791" y="21122"/>
                    </a:cubicBezTo>
                    <a:cubicBezTo>
                      <a:pt x="15195" y="21261"/>
                      <a:pt x="14588" y="21327"/>
                      <a:pt x="13982" y="21327"/>
                    </a:cubicBezTo>
                    <a:cubicBezTo>
                      <a:pt x="11198" y="21327"/>
                      <a:pt x="8417" y="19934"/>
                      <a:pt x="6668" y="17814"/>
                    </a:cubicBezTo>
                    <a:cubicBezTo>
                      <a:pt x="4788" y="15558"/>
                      <a:pt x="4036" y="12526"/>
                      <a:pt x="4011" y="9618"/>
                    </a:cubicBezTo>
                    <a:cubicBezTo>
                      <a:pt x="4011" y="8165"/>
                      <a:pt x="4262" y="6761"/>
                      <a:pt x="4562" y="5333"/>
                    </a:cubicBezTo>
                    <a:lnTo>
                      <a:pt x="4562" y="5333"/>
                    </a:lnTo>
                    <a:cubicBezTo>
                      <a:pt x="4412" y="5408"/>
                      <a:pt x="4262" y="5508"/>
                      <a:pt x="4086" y="5583"/>
                    </a:cubicBezTo>
                    <a:cubicBezTo>
                      <a:pt x="4086" y="5608"/>
                      <a:pt x="4086" y="5633"/>
                      <a:pt x="4086" y="5658"/>
                    </a:cubicBezTo>
                    <a:cubicBezTo>
                      <a:pt x="3911" y="6435"/>
                      <a:pt x="3760" y="7187"/>
                      <a:pt x="3685" y="7964"/>
                    </a:cubicBezTo>
                    <a:cubicBezTo>
                      <a:pt x="3384" y="10922"/>
                      <a:pt x="3861" y="14080"/>
                      <a:pt x="5339" y="16661"/>
                    </a:cubicBezTo>
                    <a:cubicBezTo>
                      <a:pt x="7119" y="19694"/>
                      <a:pt x="10502" y="21749"/>
                      <a:pt x="14061" y="21749"/>
                    </a:cubicBezTo>
                    <a:cubicBezTo>
                      <a:pt x="17495" y="21724"/>
                      <a:pt x="20402" y="19518"/>
                      <a:pt x="22106" y="16636"/>
                    </a:cubicBezTo>
                    <a:cubicBezTo>
                      <a:pt x="22958" y="15207"/>
                      <a:pt x="23560" y="13603"/>
                      <a:pt x="23811" y="11974"/>
                    </a:cubicBezTo>
                    <a:cubicBezTo>
                      <a:pt x="24036" y="10496"/>
                      <a:pt x="24036" y="8942"/>
                      <a:pt x="23435" y="7538"/>
                    </a:cubicBezTo>
                    <a:cubicBezTo>
                      <a:pt x="22508" y="5245"/>
                      <a:pt x="20254" y="3723"/>
                      <a:pt x="17801" y="3723"/>
                    </a:cubicBezTo>
                    <a:cubicBezTo>
                      <a:pt x="17600" y="3723"/>
                      <a:pt x="17397" y="3733"/>
                      <a:pt x="17194" y="3754"/>
                    </a:cubicBezTo>
                    <a:cubicBezTo>
                      <a:pt x="13811" y="4080"/>
                      <a:pt x="11354" y="7112"/>
                      <a:pt x="10377" y="10195"/>
                    </a:cubicBezTo>
                    <a:cubicBezTo>
                      <a:pt x="10001" y="11373"/>
                      <a:pt x="9851" y="12751"/>
                      <a:pt x="10477" y="13879"/>
                    </a:cubicBezTo>
                    <a:cubicBezTo>
                      <a:pt x="10953" y="14731"/>
                      <a:pt x="11806" y="15283"/>
                      <a:pt x="12758" y="15483"/>
                    </a:cubicBezTo>
                    <a:cubicBezTo>
                      <a:pt x="13090" y="15560"/>
                      <a:pt x="13440" y="15599"/>
                      <a:pt x="13794" y="15599"/>
                    </a:cubicBezTo>
                    <a:cubicBezTo>
                      <a:pt x="15390" y="15599"/>
                      <a:pt x="17080" y="14816"/>
                      <a:pt x="17695" y="13278"/>
                    </a:cubicBezTo>
                    <a:cubicBezTo>
                      <a:pt x="17896" y="12726"/>
                      <a:pt x="18046" y="12050"/>
                      <a:pt x="17821" y="11473"/>
                    </a:cubicBezTo>
                    <a:cubicBezTo>
                      <a:pt x="17645" y="10997"/>
                      <a:pt x="17269" y="10646"/>
                      <a:pt x="16818" y="10445"/>
                    </a:cubicBezTo>
                    <a:cubicBezTo>
                      <a:pt x="16111" y="10082"/>
                      <a:pt x="15289" y="9979"/>
                      <a:pt x="14499" y="9979"/>
                    </a:cubicBezTo>
                    <a:cubicBezTo>
                      <a:pt x="14309" y="9979"/>
                      <a:pt x="14120" y="9985"/>
                      <a:pt x="13936" y="9994"/>
                    </a:cubicBezTo>
                    <a:cubicBezTo>
                      <a:pt x="13861" y="9994"/>
                      <a:pt x="13811" y="9994"/>
                      <a:pt x="13735" y="10019"/>
                    </a:cubicBezTo>
                    <a:cubicBezTo>
                      <a:pt x="14361" y="9071"/>
                      <a:pt x="15506" y="8610"/>
                      <a:pt x="16635" y="8610"/>
                    </a:cubicBezTo>
                    <a:cubicBezTo>
                      <a:pt x="16908" y="8610"/>
                      <a:pt x="17181" y="8637"/>
                      <a:pt x="17445" y="8691"/>
                    </a:cubicBezTo>
                    <a:cubicBezTo>
                      <a:pt x="18222" y="8841"/>
                      <a:pt x="18923" y="9217"/>
                      <a:pt x="19450" y="9819"/>
                    </a:cubicBezTo>
                    <a:cubicBezTo>
                      <a:pt x="20051" y="10521"/>
                      <a:pt x="20377" y="11423"/>
                      <a:pt x="20427" y="12350"/>
                    </a:cubicBezTo>
                    <a:cubicBezTo>
                      <a:pt x="20502" y="14305"/>
                      <a:pt x="19500" y="16135"/>
                      <a:pt x="17846" y="17162"/>
                    </a:cubicBezTo>
                    <a:cubicBezTo>
                      <a:pt x="16666" y="17915"/>
                      <a:pt x="15253" y="18247"/>
                      <a:pt x="13845" y="18247"/>
                    </a:cubicBezTo>
                    <a:cubicBezTo>
                      <a:pt x="13189" y="18247"/>
                      <a:pt x="12535" y="18175"/>
                      <a:pt x="11906" y="18040"/>
                    </a:cubicBezTo>
                    <a:cubicBezTo>
                      <a:pt x="10853" y="17789"/>
                      <a:pt x="9826" y="17388"/>
                      <a:pt x="8973" y="16711"/>
                    </a:cubicBezTo>
                    <a:cubicBezTo>
                      <a:pt x="8171" y="16034"/>
                      <a:pt x="7620" y="15132"/>
                      <a:pt x="7344" y="14105"/>
                    </a:cubicBezTo>
                    <a:cubicBezTo>
                      <a:pt x="6843" y="12075"/>
                      <a:pt x="7394" y="9844"/>
                      <a:pt x="8171" y="7939"/>
                    </a:cubicBezTo>
                    <a:cubicBezTo>
                      <a:pt x="9725" y="4230"/>
                      <a:pt x="12883" y="972"/>
                      <a:pt x="17044" y="496"/>
                    </a:cubicBezTo>
                    <a:cubicBezTo>
                      <a:pt x="17417" y="452"/>
                      <a:pt x="17792" y="430"/>
                      <a:pt x="18168" y="430"/>
                    </a:cubicBezTo>
                    <a:cubicBezTo>
                      <a:pt x="19735" y="430"/>
                      <a:pt x="21298" y="815"/>
                      <a:pt x="22633" y="1623"/>
                    </a:cubicBezTo>
                    <a:cubicBezTo>
                      <a:pt x="24487" y="2776"/>
                      <a:pt x="25640" y="4756"/>
                      <a:pt x="26267" y="6811"/>
                    </a:cubicBezTo>
                    <a:cubicBezTo>
                      <a:pt x="27319" y="10345"/>
                      <a:pt x="26768" y="14280"/>
                      <a:pt x="24989" y="17488"/>
                    </a:cubicBezTo>
                    <a:cubicBezTo>
                      <a:pt x="23209" y="20746"/>
                      <a:pt x="20227" y="23177"/>
                      <a:pt x="16593" y="23979"/>
                    </a:cubicBezTo>
                    <a:cubicBezTo>
                      <a:pt x="15657" y="24185"/>
                      <a:pt x="14700" y="24285"/>
                      <a:pt x="13743" y="24285"/>
                    </a:cubicBezTo>
                    <a:cubicBezTo>
                      <a:pt x="11084" y="24285"/>
                      <a:pt x="8421" y="23512"/>
                      <a:pt x="6191" y="22075"/>
                    </a:cubicBezTo>
                    <a:cubicBezTo>
                      <a:pt x="4688" y="21122"/>
                      <a:pt x="3359" y="19819"/>
                      <a:pt x="2432" y="18290"/>
                    </a:cubicBezTo>
                    <a:cubicBezTo>
                      <a:pt x="1480" y="16761"/>
                      <a:pt x="928" y="15032"/>
                      <a:pt x="728" y="13253"/>
                    </a:cubicBezTo>
                    <a:cubicBezTo>
                      <a:pt x="502" y="11122"/>
                      <a:pt x="803" y="8892"/>
                      <a:pt x="1580" y="6887"/>
                    </a:cubicBezTo>
                    <a:lnTo>
                      <a:pt x="1580" y="6887"/>
                    </a:lnTo>
                    <a:cubicBezTo>
                      <a:pt x="1404" y="6987"/>
                      <a:pt x="1229" y="7087"/>
                      <a:pt x="1029" y="7187"/>
                    </a:cubicBezTo>
                    <a:cubicBezTo>
                      <a:pt x="628" y="8340"/>
                      <a:pt x="377" y="9568"/>
                      <a:pt x="277" y="10821"/>
                    </a:cubicBezTo>
                    <a:cubicBezTo>
                      <a:pt x="1" y="14606"/>
                      <a:pt x="1329" y="18415"/>
                      <a:pt x="4136" y="21022"/>
                    </a:cubicBezTo>
                    <a:cubicBezTo>
                      <a:pt x="6735" y="23412"/>
                      <a:pt x="10279" y="24706"/>
                      <a:pt x="13793" y="24706"/>
                    </a:cubicBezTo>
                    <a:cubicBezTo>
                      <a:pt x="14075" y="24706"/>
                      <a:pt x="14357" y="24698"/>
                      <a:pt x="14638" y="24681"/>
                    </a:cubicBezTo>
                    <a:cubicBezTo>
                      <a:pt x="16542" y="24556"/>
                      <a:pt x="18422" y="24030"/>
                      <a:pt x="20101" y="23102"/>
                    </a:cubicBezTo>
                    <a:cubicBezTo>
                      <a:pt x="21781" y="22175"/>
                      <a:pt x="23234" y="20847"/>
                      <a:pt x="24362" y="19268"/>
                    </a:cubicBezTo>
                    <a:cubicBezTo>
                      <a:pt x="26643" y="16135"/>
                      <a:pt x="27670" y="12075"/>
                      <a:pt x="27019" y="8240"/>
                    </a:cubicBezTo>
                    <a:cubicBezTo>
                      <a:pt x="26668" y="6085"/>
                      <a:pt x="25766" y="3904"/>
                      <a:pt x="24212" y="2350"/>
                    </a:cubicBezTo>
                    <a:cubicBezTo>
                      <a:pt x="22758" y="922"/>
                      <a:pt x="20778" y="145"/>
                      <a:pt x="18748" y="19"/>
                    </a:cubicBezTo>
                    <a:cubicBezTo>
                      <a:pt x="18560" y="7"/>
                      <a:pt x="18366" y="1"/>
                      <a:pt x="1817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21"/>
              <p:cNvSpPr/>
              <p:nvPr/>
            </p:nvSpPr>
            <p:spPr>
              <a:xfrm>
                <a:off x="4345400" y="2683175"/>
                <a:ext cx="674200" cy="596475"/>
              </a:xfrm>
              <a:custGeom>
                <a:rect b="b" l="l" r="r" t="t"/>
                <a:pathLst>
                  <a:path extrusionOk="0" h="23859" w="26968">
                    <a:moveTo>
                      <a:pt x="17798" y="0"/>
                    </a:moveTo>
                    <a:cubicBezTo>
                      <a:pt x="17411" y="0"/>
                      <a:pt x="17025" y="23"/>
                      <a:pt x="16642" y="68"/>
                    </a:cubicBezTo>
                    <a:cubicBezTo>
                      <a:pt x="12481" y="569"/>
                      <a:pt x="9298" y="3853"/>
                      <a:pt x="7795" y="7587"/>
                    </a:cubicBezTo>
                    <a:cubicBezTo>
                      <a:pt x="7018" y="9492"/>
                      <a:pt x="6466" y="11722"/>
                      <a:pt x="7018" y="13778"/>
                    </a:cubicBezTo>
                    <a:cubicBezTo>
                      <a:pt x="7268" y="14780"/>
                      <a:pt x="7845" y="15682"/>
                      <a:pt x="8672" y="16334"/>
                    </a:cubicBezTo>
                    <a:cubicBezTo>
                      <a:pt x="9524" y="16986"/>
                      <a:pt x="10552" y="17387"/>
                      <a:pt x="11579" y="17612"/>
                    </a:cubicBezTo>
                    <a:cubicBezTo>
                      <a:pt x="12193" y="17744"/>
                      <a:pt x="12832" y="17814"/>
                      <a:pt x="13472" y="17814"/>
                    </a:cubicBezTo>
                    <a:cubicBezTo>
                      <a:pt x="14895" y="17814"/>
                      <a:pt x="16326" y="17471"/>
                      <a:pt x="17519" y="16710"/>
                    </a:cubicBezTo>
                    <a:cubicBezTo>
                      <a:pt x="19148" y="15682"/>
                      <a:pt x="20151" y="13853"/>
                      <a:pt x="20050" y="11898"/>
                    </a:cubicBezTo>
                    <a:cubicBezTo>
                      <a:pt x="20000" y="10996"/>
                      <a:pt x="19700" y="10068"/>
                      <a:pt x="19073" y="9392"/>
                    </a:cubicBezTo>
                    <a:cubicBezTo>
                      <a:pt x="18572" y="8790"/>
                      <a:pt x="17845" y="8439"/>
                      <a:pt x="17093" y="8264"/>
                    </a:cubicBezTo>
                    <a:cubicBezTo>
                      <a:pt x="16824" y="8210"/>
                      <a:pt x="16549" y="8183"/>
                      <a:pt x="16273" y="8183"/>
                    </a:cubicBezTo>
                    <a:cubicBezTo>
                      <a:pt x="15137" y="8183"/>
                      <a:pt x="14004" y="8644"/>
                      <a:pt x="13359" y="9592"/>
                    </a:cubicBezTo>
                    <a:cubicBezTo>
                      <a:pt x="13434" y="9567"/>
                      <a:pt x="13509" y="9567"/>
                      <a:pt x="13584" y="9567"/>
                    </a:cubicBezTo>
                    <a:cubicBezTo>
                      <a:pt x="13749" y="9558"/>
                      <a:pt x="13917" y="9553"/>
                      <a:pt x="14086" y="9553"/>
                    </a:cubicBezTo>
                    <a:cubicBezTo>
                      <a:pt x="14896" y="9553"/>
                      <a:pt x="15741" y="9666"/>
                      <a:pt x="16466" y="10018"/>
                    </a:cubicBezTo>
                    <a:cubicBezTo>
                      <a:pt x="16892" y="10244"/>
                      <a:pt x="17268" y="10570"/>
                      <a:pt x="17444" y="11046"/>
                    </a:cubicBezTo>
                    <a:cubicBezTo>
                      <a:pt x="17669" y="11622"/>
                      <a:pt x="17544" y="12299"/>
                      <a:pt x="17319" y="12850"/>
                    </a:cubicBezTo>
                    <a:cubicBezTo>
                      <a:pt x="16724" y="14389"/>
                      <a:pt x="15038" y="15172"/>
                      <a:pt x="13428" y="15172"/>
                    </a:cubicBezTo>
                    <a:cubicBezTo>
                      <a:pt x="13071" y="15172"/>
                      <a:pt x="12718" y="15133"/>
                      <a:pt x="12381" y="15056"/>
                    </a:cubicBezTo>
                    <a:cubicBezTo>
                      <a:pt x="11454" y="14855"/>
                      <a:pt x="10577" y="14304"/>
                      <a:pt x="10126" y="13452"/>
                    </a:cubicBezTo>
                    <a:cubicBezTo>
                      <a:pt x="9499" y="12324"/>
                      <a:pt x="9649" y="10945"/>
                      <a:pt x="10025" y="9768"/>
                    </a:cubicBezTo>
                    <a:cubicBezTo>
                      <a:pt x="11003" y="6685"/>
                      <a:pt x="13434" y="3652"/>
                      <a:pt x="16842" y="3326"/>
                    </a:cubicBezTo>
                    <a:cubicBezTo>
                      <a:pt x="17028" y="3309"/>
                      <a:pt x="17213" y="3300"/>
                      <a:pt x="17396" y="3300"/>
                    </a:cubicBezTo>
                    <a:cubicBezTo>
                      <a:pt x="19848" y="3300"/>
                      <a:pt x="22127" y="4826"/>
                      <a:pt x="23083" y="7111"/>
                    </a:cubicBezTo>
                    <a:cubicBezTo>
                      <a:pt x="23659" y="8514"/>
                      <a:pt x="23659" y="10068"/>
                      <a:pt x="23434" y="11547"/>
                    </a:cubicBezTo>
                    <a:cubicBezTo>
                      <a:pt x="23183" y="13201"/>
                      <a:pt x="22607" y="14780"/>
                      <a:pt x="21755" y="16209"/>
                    </a:cubicBezTo>
                    <a:cubicBezTo>
                      <a:pt x="20050" y="19091"/>
                      <a:pt x="17143" y="21296"/>
                      <a:pt x="13684" y="21321"/>
                    </a:cubicBezTo>
                    <a:cubicBezTo>
                      <a:pt x="10151" y="21321"/>
                      <a:pt x="6742" y="19266"/>
                      <a:pt x="4988" y="16234"/>
                    </a:cubicBezTo>
                    <a:cubicBezTo>
                      <a:pt x="3484" y="13652"/>
                      <a:pt x="3033" y="10494"/>
                      <a:pt x="3308" y="7562"/>
                    </a:cubicBezTo>
                    <a:cubicBezTo>
                      <a:pt x="3384" y="6760"/>
                      <a:pt x="3559" y="6008"/>
                      <a:pt x="3709" y="5231"/>
                    </a:cubicBezTo>
                    <a:cubicBezTo>
                      <a:pt x="3910" y="4304"/>
                      <a:pt x="4110" y="3376"/>
                      <a:pt x="4386" y="2474"/>
                    </a:cubicBezTo>
                    <a:cubicBezTo>
                      <a:pt x="4461" y="2173"/>
                      <a:pt x="4537" y="1873"/>
                      <a:pt x="4637" y="1572"/>
                    </a:cubicBezTo>
                    <a:lnTo>
                      <a:pt x="4637" y="1572"/>
                    </a:lnTo>
                    <a:cubicBezTo>
                      <a:pt x="4186" y="1948"/>
                      <a:pt x="3760" y="2374"/>
                      <a:pt x="3359" y="2825"/>
                    </a:cubicBezTo>
                    <a:cubicBezTo>
                      <a:pt x="1028" y="5532"/>
                      <a:pt x="0" y="9291"/>
                      <a:pt x="376" y="12825"/>
                    </a:cubicBezTo>
                    <a:cubicBezTo>
                      <a:pt x="552" y="14605"/>
                      <a:pt x="1128" y="16359"/>
                      <a:pt x="2055" y="17863"/>
                    </a:cubicBezTo>
                    <a:cubicBezTo>
                      <a:pt x="3008" y="19417"/>
                      <a:pt x="4336" y="20720"/>
                      <a:pt x="5865" y="21672"/>
                    </a:cubicBezTo>
                    <a:cubicBezTo>
                      <a:pt x="8093" y="23090"/>
                      <a:pt x="10740" y="23859"/>
                      <a:pt x="13379" y="23859"/>
                    </a:cubicBezTo>
                    <a:cubicBezTo>
                      <a:pt x="14332" y="23859"/>
                      <a:pt x="15285" y="23758"/>
                      <a:pt x="16216" y="23552"/>
                    </a:cubicBezTo>
                    <a:cubicBezTo>
                      <a:pt x="19875" y="22750"/>
                      <a:pt x="22882" y="20294"/>
                      <a:pt x="24637" y="17036"/>
                    </a:cubicBezTo>
                    <a:cubicBezTo>
                      <a:pt x="26416" y="13828"/>
                      <a:pt x="26968" y="9893"/>
                      <a:pt x="25890" y="6359"/>
                    </a:cubicBezTo>
                    <a:cubicBezTo>
                      <a:pt x="25263" y="4304"/>
                      <a:pt x="24111" y="2349"/>
                      <a:pt x="22256" y="1221"/>
                    </a:cubicBezTo>
                    <a:cubicBezTo>
                      <a:pt x="20930" y="377"/>
                      <a:pt x="19362" y="0"/>
                      <a:pt x="17798"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21"/>
              <p:cNvSpPr/>
              <p:nvPr/>
            </p:nvSpPr>
            <p:spPr>
              <a:xfrm>
                <a:off x="4336625" y="2672675"/>
                <a:ext cx="691125" cy="617625"/>
              </a:xfrm>
              <a:custGeom>
                <a:rect b="b" l="l" r="r" t="t"/>
                <a:pathLst>
                  <a:path extrusionOk="0" h="24705" w="27645">
                    <a:moveTo>
                      <a:pt x="18149" y="420"/>
                    </a:moveTo>
                    <a:cubicBezTo>
                      <a:pt x="19713" y="420"/>
                      <a:pt x="21281" y="797"/>
                      <a:pt x="22607" y="1641"/>
                    </a:cubicBezTo>
                    <a:cubicBezTo>
                      <a:pt x="24462" y="2769"/>
                      <a:pt x="25614" y="4724"/>
                      <a:pt x="26241" y="6779"/>
                    </a:cubicBezTo>
                    <a:cubicBezTo>
                      <a:pt x="27319" y="10313"/>
                      <a:pt x="26767" y="14248"/>
                      <a:pt x="24988" y="17456"/>
                    </a:cubicBezTo>
                    <a:cubicBezTo>
                      <a:pt x="23233" y="20714"/>
                      <a:pt x="20226" y="23170"/>
                      <a:pt x="16567" y="23972"/>
                    </a:cubicBezTo>
                    <a:cubicBezTo>
                      <a:pt x="15636" y="24178"/>
                      <a:pt x="14683" y="24279"/>
                      <a:pt x="13730" y="24279"/>
                    </a:cubicBezTo>
                    <a:cubicBezTo>
                      <a:pt x="11091" y="24279"/>
                      <a:pt x="8444" y="23510"/>
                      <a:pt x="6216" y="22092"/>
                    </a:cubicBezTo>
                    <a:cubicBezTo>
                      <a:pt x="4687" y="21140"/>
                      <a:pt x="3359" y="19837"/>
                      <a:pt x="2406" y="18283"/>
                    </a:cubicBezTo>
                    <a:cubicBezTo>
                      <a:pt x="1479" y="16779"/>
                      <a:pt x="903" y="15025"/>
                      <a:pt x="727" y="13245"/>
                    </a:cubicBezTo>
                    <a:cubicBezTo>
                      <a:pt x="351" y="9711"/>
                      <a:pt x="1379" y="5952"/>
                      <a:pt x="3710" y="3245"/>
                    </a:cubicBezTo>
                    <a:cubicBezTo>
                      <a:pt x="4111" y="2794"/>
                      <a:pt x="4537" y="2368"/>
                      <a:pt x="4988" y="1992"/>
                    </a:cubicBezTo>
                    <a:lnTo>
                      <a:pt x="4988" y="1992"/>
                    </a:lnTo>
                    <a:cubicBezTo>
                      <a:pt x="4888" y="2293"/>
                      <a:pt x="4812" y="2619"/>
                      <a:pt x="4737" y="2894"/>
                    </a:cubicBezTo>
                    <a:cubicBezTo>
                      <a:pt x="4461" y="3796"/>
                      <a:pt x="4261" y="4724"/>
                      <a:pt x="4060" y="5651"/>
                    </a:cubicBezTo>
                    <a:cubicBezTo>
                      <a:pt x="3910" y="6428"/>
                      <a:pt x="3760" y="7180"/>
                      <a:pt x="3659" y="7982"/>
                    </a:cubicBezTo>
                    <a:cubicBezTo>
                      <a:pt x="3384" y="10914"/>
                      <a:pt x="3835" y="14072"/>
                      <a:pt x="5339" y="16654"/>
                    </a:cubicBezTo>
                    <a:cubicBezTo>
                      <a:pt x="7093" y="19686"/>
                      <a:pt x="10502" y="21741"/>
                      <a:pt x="14035" y="21741"/>
                    </a:cubicBezTo>
                    <a:cubicBezTo>
                      <a:pt x="17494" y="21716"/>
                      <a:pt x="20401" y="19511"/>
                      <a:pt x="22106" y="16629"/>
                    </a:cubicBezTo>
                    <a:cubicBezTo>
                      <a:pt x="22958" y="15200"/>
                      <a:pt x="23534" y="13621"/>
                      <a:pt x="23785" y="11967"/>
                    </a:cubicBezTo>
                    <a:cubicBezTo>
                      <a:pt x="24010" y="10488"/>
                      <a:pt x="24010" y="8934"/>
                      <a:pt x="23434" y="7531"/>
                    </a:cubicBezTo>
                    <a:cubicBezTo>
                      <a:pt x="22478" y="5246"/>
                      <a:pt x="20199" y="3720"/>
                      <a:pt x="17747" y="3720"/>
                    </a:cubicBezTo>
                    <a:cubicBezTo>
                      <a:pt x="17564" y="3720"/>
                      <a:pt x="17379" y="3729"/>
                      <a:pt x="17193" y="3746"/>
                    </a:cubicBezTo>
                    <a:cubicBezTo>
                      <a:pt x="13785" y="4072"/>
                      <a:pt x="11354" y="7105"/>
                      <a:pt x="10376" y="10188"/>
                    </a:cubicBezTo>
                    <a:cubicBezTo>
                      <a:pt x="10000" y="11365"/>
                      <a:pt x="9850" y="12744"/>
                      <a:pt x="10477" y="13872"/>
                    </a:cubicBezTo>
                    <a:cubicBezTo>
                      <a:pt x="10928" y="14724"/>
                      <a:pt x="11805" y="15275"/>
                      <a:pt x="12732" y="15476"/>
                    </a:cubicBezTo>
                    <a:cubicBezTo>
                      <a:pt x="13069" y="15553"/>
                      <a:pt x="13422" y="15592"/>
                      <a:pt x="13779" y="15592"/>
                    </a:cubicBezTo>
                    <a:cubicBezTo>
                      <a:pt x="15389" y="15592"/>
                      <a:pt x="17075" y="14809"/>
                      <a:pt x="17670" y="13270"/>
                    </a:cubicBezTo>
                    <a:cubicBezTo>
                      <a:pt x="17895" y="12719"/>
                      <a:pt x="18020" y="12042"/>
                      <a:pt x="17795" y="11466"/>
                    </a:cubicBezTo>
                    <a:cubicBezTo>
                      <a:pt x="17619" y="10990"/>
                      <a:pt x="17243" y="10664"/>
                      <a:pt x="16817" y="10438"/>
                    </a:cubicBezTo>
                    <a:cubicBezTo>
                      <a:pt x="16092" y="10086"/>
                      <a:pt x="15247" y="9973"/>
                      <a:pt x="14437" y="9973"/>
                    </a:cubicBezTo>
                    <a:cubicBezTo>
                      <a:pt x="14268" y="9973"/>
                      <a:pt x="14100" y="9978"/>
                      <a:pt x="13935" y="9987"/>
                    </a:cubicBezTo>
                    <a:cubicBezTo>
                      <a:pt x="13860" y="9987"/>
                      <a:pt x="13785" y="9987"/>
                      <a:pt x="13710" y="10012"/>
                    </a:cubicBezTo>
                    <a:cubicBezTo>
                      <a:pt x="14355" y="9064"/>
                      <a:pt x="15488" y="8603"/>
                      <a:pt x="16624" y="8603"/>
                    </a:cubicBezTo>
                    <a:cubicBezTo>
                      <a:pt x="16900" y="8603"/>
                      <a:pt x="17175" y="8630"/>
                      <a:pt x="17444" y="8684"/>
                    </a:cubicBezTo>
                    <a:cubicBezTo>
                      <a:pt x="18196" y="8859"/>
                      <a:pt x="18923" y="9210"/>
                      <a:pt x="19424" y="9812"/>
                    </a:cubicBezTo>
                    <a:cubicBezTo>
                      <a:pt x="20051" y="10488"/>
                      <a:pt x="20351" y="11416"/>
                      <a:pt x="20401" y="12318"/>
                    </a:cubicBezTo>
                    <a:cubicBezTo>
                      <a:pt x="20502" y="14273"/>
                      <a:pt x="19499" y="16102"/>
                      <a:pt x="17870" y="17130"/>
                    </a:cubicBezTo>
                    <a:cubicBezTo>
                      <a:pt x="16677" y="17891"/>
                      <a:pt x="15246" y="18234"/>
                      <a:pt x="13823" y="18234"/>
                    </a:cubicBezTo>
                    <a:cubicBezTo>
                      <a:pt x="13183" y="18234"/>
                      <a:pt x="12544" y="18164"/>
                      <a:pt x="11930" y="18032"/>
                    </a:cubicBezTo>
                    <a:cubicBezTo>
                      <a:pt x="10903" y="17807"/>
                      <a:pt x="9875" y="17406"/>
                      <a:pt x="9023" y="16754"/>
                    </a:cubicBezTo>
                    <a:cubicBezTo>
                      <a:pt x="8196" y="16102"/>
                      <a:pt x="7619" y="15200"/>
                      <a:pt x="7369" y="14198"/>
                    </a:cubicBezTo>
                    <a:cubicBezTo>
                      <a:pt x="6817" y="12142"/>
                      <a:pt x="7369" y="9912"/>
                      <a:pt x="8146" y="8007"/>
                    </a:cubicBezTo>
                    <a:cubicBezTo>
                      <a:pt x="9649" y="4273"/>
                      <a:pt x="12832" y="989"/>
                      <a:pt x="16993" y="488"/>
                    </a:cubicBezTo>
                    <a:cubicBezTo>
                      <a:pt x="17376" y="443"/>
                      <a:pt x="17762" y="420"/>
                      <a:pt x="18149" y="420"/>
                    </a:cubicBezTo>
                    <a:close/>
                    <a:moveTo>
                      <a:pt x="18190" y="0"/>
                    </a:moveTo>
                    <a:cubicBezTo>
                      <a:pt x="16276" y="0"/>
                      <a:pt x="14401" y="548"/>
                      <a:pt x="12782" y="1566"/>
                    </a:cubicBezTo>
                    <a:cubicBezTo>
                      <a:pt x="10978" y="2719"/>
                      <a:pt x="9549" y="4398"/>
                      <a:pt x="8497" y="6278"/>
                    </a:cubicBezTo>
                    <a:cubicBezTo>
                      <a:pt x="7469" y="8157"/>
                      <a:pt x="6717" y="10388"/>
                      <a:pt x="6742" y="12568"/>
                    </a:cubicBezTo>
                    <a:cubicBezTo>
                      <a:pt x="6742" y="13646"/>
                      <a:pt x="6968" y="14724"/>
                      <a:pt x="7519" y="15676"/>
                    </a:cubicBezTo>
                    <a:cubicBezTo>
                      <a:pt x="8071" y="16604"/>
                      <a:pt x="8948" y="17305"/>
                      <a:pt x="9925" y="17782"/>
                    </a:cubicBezTo>
                    <a:cubicBezTo>
                      <a:pt x="11089" y="18348"/>
                      <a:pt x="12446" y="18642"/>
                      <a:pt x="13800" y="18642"/>
                    </a:cubicBezTo>
                    <a:cubicBezTo>
                      <a:pt x="16703" y="18642"/>
                      <a:pt x="19595" y="17288"/>
                      <a:pt x="20552" y="14348"/>
                    </a:cubicBezTo>
                    <a:cubicBezTo>
                      <a:pt x="21103" y="12594"/>
                      <a:pt x="20853" y="10413"/>
                      <a:pt x="19399" y="9185"/>
                    </a:cubicBezTo>
                    <a:cubicBezTo>
                      <a:pt x="18622" y="8517"/>
                      <a:pt x="17615" y="8186"/>
                      <a:pt x="16608" y="8186"/>
                    </a:cubicBezTo>
                    <a:cubicBezTo>
                      <a:pt x="15991" y="8186"/>
                      <a:pt x="15375" y="8311"/>
                      <a:pt x="14812" y="8558"/>
                    </a:cubicBezTo>
                    <a:cubicBezTo>
                      <a:pt x="14086" y="8884"/>
                      <a:pt x="13509" y="9436"/>
                      <a:pt x="13158" y="10137"/>
                    </a:cubicBezTo>
                    <a:cubicBezTo>
                      <a:pt x="13111" y="10255"/>
                      <a:pt x="13153" y="10440"/>
                      <a:pt x="13305" y="10440"/>
                    </a:cubicBezTo>
                    <a:cubicBezTo>
                      <a:pt x="13314" y="10440"/>
                      <a:pt x="13324" y="10440"/>
                      <a:pt x="13334" y="10438"/>
                    </a:cubicBezTo>
                    <a:cubicBezTo>
                      <a:pt x="13634" y="10401"/>
                      <a:pt x="13948" y="10382"/>
                      <a:pt x="14261" y="10382"/>
                    </a:cubicBezTo>
                    <a:cubicBezTo>
                      <a:pt x="14574" y="10382"/>
                      <a:pt x="14888" y="10401"/>
                      <a:pt x="15188" y="10438"/>
                    </a:cubicBezTo>
                    <a:cubicBezTo>
                      <a:pt x="15990" y="10513"/>
                      <a:pt x="17143" y="10764"/>
                      <a:pt x="17419" y="11666"/>
                    </a:cubicBezTo>
                    <a:cubicBezTo>
                      <a:pt x="17720" y="12619"/>
                      <a:pt x="17143" y="13696"/>
                      <a:pt x="16416" y="14298"/>
                    </a:cubicBezTo>
                    <a:cubicBezTo>
                      <a:pt x="15715" y="14849"/>
                      <a:pt x="14812" y="15150"/>
                      <a:pt x="13910" y="15175"/>
                    </a:cubicBezTo>
                    <a:cubicBezTo>
                      <a:pt x="13862" y="15176"/>
                      <a:pt x="13814" y="15177"/>
                      <a:pt x="13766" y="15177"/>
                    </a:cubicBezTo>
                    <a:cubicBezTo>
                      <a:pt x="12933" y="15177"/>
                      <a:pt x="12070" y="14968"/>
                      <a:pt x="11454" y="14423"/>
                    </a:cubicBezTo>
                    <a:cubicBezTo>
                      <a:pt x="10652" y="13746"/>
                      <a:pt x="10401" y="12744"/>
                      <a:pt x="10477" y="11741"/>
                    </a:cubicBezTo>
                    <a:cubicBezTo>
                      <a:pt x="10602" y="10087"/>
                      <a:pt x="11429" y="8433"/>
                      <a:pt x="12406" y="7130"/>
                    </a:cubicBezTo>
                    <a:cubicBezTo>
                      <a:pt x="13284" y="5927"/>
                      <a:pt x="14512" y="4899"/>
                      <a:pt x="15940" y="4423"/>
                    </a:cubicBezTo>
                    <a:cubicBezTo>
                      <a:pt x="16523" y="4235"/>
                      <a:pt x="17124" y="4144"/>
                      <a:pt x="17721" y="4144"/>
                    </a:cubicBezTo>
                    <a:cubicBezTo>
                      <a:pt x="19583" y="4144"/>
                      <a:pt x="21399" y="5034"/>
                      <a:pt x="22482" y="6629"/>
                    </a:cubicBezTo>
                    <a:cubicBezTo>
                      <a:pt x="24136" y="9060"/>
                      <a:pt x="23584" y="12418"/>
                      <a:pt x="22482" y="14974"/>
                    </a:cubicBezTo>
                    <a:cubicBezTo>
                      <a:pt x="21254" y="17832"/>
                      <a:pt x="18898" y="20388"/>
                      <a:pt x="15765" y="21115"/>
                    </a:cubicBezTo>
                    <a:cubicBezTo>
                      <a:pt x="15173" y="21254"/>
                      <a:pt x="14570" y="21320"/>
                      <a:pt x="13966" y="21320"/>
                    </a:cubicBezTo>
                    <a:cubicBezTo>
                      <a:pt x="11189" y="21320"/>
                      <a:pt x="8391" y="19927"/>
                      <a:pt x="6642" y="17807"/>
                    </a:cubicBezTo>
                    <a:cubicBezTo>
                      <a:pt x="4762" y="15551"/>
                      <a:pt x="4010" y="12518"/>
                      <a:pt x="4010" y="9611"/>
                    </a:cubicBezTo>
                    <a:cubicBezTo>
                      <a:pt x="4010" y="8132"/>
                      <a:pt x="4261" y="6729"/>
                      <a:pt x="4562" y="5275"/>
                    </a:cubicBezTo>
                    <a:cubicBezTo>
                      <a:pt x="4837" y="4072"/>
                      <a:pt x="5113" y="2844"/>
                      <a:pt x="5564" y="1666"/>
                    </a:cubicBezTo>
                    <a:cubicBezTo>
                      <a:pt x="5589" y="1591"/>
                      <a:pt x="5614" y="1516"/>
                      <a:pt x="5690" y="1416"/>
                    </a:cubicBezTo>
                    <a:cubicBezTo>
                      <a:pt x="5740" y="1315"/>
                      <a:pt x="5715" y="1240"/>
                      <a:pt x="5639" y="1165"/>
                    </a:cubicBezTo>
                    <a:cubicBezTo>
                      <a:pt x="5610" y="1121"/>
                      <a:pt x="5564" y="1094"/>
                      <a:pt x="5511" y="1094"/>
                    </a:cubicBezTo>
                    <a:cubicBezTo>
                      <a:pt x="5473" y="1094"/>
                      <a:pt x="5431" y="1108"/>
                      <a:pt x="5389" y="1140"/>
                    </a:cubicBezTo>
                    <a:cubicBezTo>
                      <a:pt x="5389" y="1140"/>
                      <a:pt x="5364" y="1140"/>
                      <a:pt x="5364" y="1165"/>
                    </a:cubicBezTo>
                    <a:cubicBezTo>
                      <a:pt x="2306" y="3395"/>
                      <a:pt x="527" y="7055"/>
                      <a:pt x="276" y="10814"/>
                    </a:cubicBezTo>
                    <a:cubicBezTo>
                      <a:pt x="0" y="14624"/>
                      <a:pt x="1329" y="18408"/>
                      <a:pt x="4136" y="21015"/>
                    </a:cubicBezTo>
                    <a:cubicBezTo>
                      <a:pt x="6715" y="23410"/>
                      <a:pt x="10225" y="24704"/>
                      <a:pt x="13714" y="24704"/>
                    </a:cubicBezTo>
                    <a:cubicBezTo>
                      <a:pt x="14022" y="24704"/>
                      <a:pt x="14330" y="24694"/>
                      <a:pt x="14637" y="24674"/>
                    </a:cubicBezTo>
                    <a:cubicBezTo>
                      <a:pt x="16542" y="24548"/>
                      <a:pt x="18421" y="24022"/>
                      <a:pt x="20076" y="23095"/>
                    </a:cubicBezTo>
                    <a:cubicBezTo>
                      <a:pt x="21780" y="22168"/>
                      <a:pt x="23233" y="20814"/>
                      <a:pt x="24361" y="19235"/>
                    </a:cubicBezTo>
                    <a:cubicBezTo>
                      <a:pt x="26642" y="16102"/>
                      <a:pt x="27645" y="12067"/>
                      <a:pt x="27018" y="8233"/>
                    </a:cubicBezTo>
                    <a:cubicBezTo>
                      <a:pt x="26642" y="6077"/>
                      <a:pt x="25740" y="3872"/>
                      <a:pt x="24161" y="2318"/>
                    </a:cubicBezTo>
                    <a:cubicBezTo>
                      <a:pt x="22707" y="889"/>
                      <a:pt x="20702" y="112"/>
                      <a:pt x="18672" y="12"/>
                    </a:cubicBezTo>
                    <a:cubicBezTo>
                      <a:pt x="18511" y="4"/>
                      <a:pt x="18350" y="0"/>
                      <a:pt x="1819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21"/>
              <p:cNvSpPr/>
              <p:nvPr/>
            </p:nvSpPr>
            <p:spPr>
              <a:xfrm>
                <a:off x="5586625" y="1834325"/>
                <a:ext cx="368450" cy="445350"/>
              </a:xfrm>
              <a:custGeom>
                <a:rect b="b" l="l" r="r" t="t"/>
                <a:pathLst>
                  <a:path extrusionOk="0" h="17814" w="14738">
                    <a:moveTo>
                      <a:pt x="11212" y="0"/>
                    </a:moveTo>
                    <a:cubicBezTo>
                      <a:pt x="10867" y="0"/>
                      <a:pt x="10521" y="20"/>
                      <a:pt x="10176" y="62"/>
                    </a:cubicBezTo>
                    <a:cubicBezTo>
                      <a:pt x="6016" y="563"/>
                      <a:pt x="2858" y="3872"/>
                      <a:pt x="1329" y="7606"/>
                    </a:cubicBezTo>
                    <a:cubicBezTo>
                      <a:pt x="552" y="9511"/>
                      <a:pt x="1" y="11741"/>
                      <a:pt x="552" y="13771"/>
                    </a:cubicBezTo>
                    <a:cubicBezTo>
                      <a:pt x="828" y="14799"/>
                      <a:pt x="1379" y="15676"/>
                      <a:pt x="2206" y="16328"/>
                    </a:cubicBezTo>
                    <a:cubicBezTo>
                      <a:pt x="3058" y="17005"/>
                      <a:pt x="4086" y="17406"/>
                      <a:pt x="5138" y="17606"/>
                    </a:cubicBezTo>
                    <a:cubicBezTo>
                      <a:pt x="5768" y="17741"/>
                      <a:pt x="6420" y="17814"/>
                      <a:pt x="7072" y="17814"/>
                    </a:cubicBezTo>
                    <a:cubicBezTo>
                      <a:pt x="8472" y="17814"/>
                      <a:pt x="9873" y="17481"/>
                      <a:pt x="11053" y="16729"/>
                    </a:cubicBezTo>
                    <a:cubicBezTo>
                      <a:pt x="12682" y="15701"/>
                      <a:pt x="13685" y="13847"/>
                      <a:pt x="13585" y="11892"/>
                    </a:cubicBezTo>
                    <a:cubicBezTo>
                      <a:pt x="13534" y="10989"/>
                      <a:pt x="13234" y="10087"/>
                      <a:pt x="12632" y="9385"/>
                    </a:cubicBezTo>
                    <a:cubicBezTo>
                      <a:pt x="12106" y="8809"/>
                      <a:pt x="11379" y="8433"/>
                      <a:pt x="10627" y="8283"/>
                    </a:cubicBezTo>
                    <a:cubicBezTo>
                      <a:pt x="10348" y="8221"/>
                      <a:pt x="10060" y="8190"/>
                      <a:pt x="9770" y="8190"/>
                    </a:cubicBezTo>
                    <a:cubicBezTo>
                      <a:pt x="8657" y="8190"/>
                      <a:pt x="7535" y="8651"/>
                      <a:pt x="6918" y="9586"/>
                    </a:cubicBezTo>
                    <a:cubicBezTo>
                      <a:pt x="6968" y="9586"/>
                      <a:pt x="7043" y="9586"/>
                      <a:pt x="7118" y="9561"/>
                    </a:cubicBezTo>
                    <a:cubicBezTo>
                      <a:pt x="7244" y="9558"/>
                      <a:pt x="7371" y="9556"/>
                      <a:pt x="7500" y="9556"/>
                    </a:cubicBezTo>
                    <a:cubicBezTo>
                      <a:pt x="8345" y="9556"/>
                      <a:pt x="9239" y="9642"/>
                      <a:pt x="10001" y="10012"/>
                    </a:cubicBezTo>
                    <a:cubicBezTo>
                      <a:pt x="10452" y="10238"/>
                      <a:pt x="10828" y="10588"/>
                      <a:pt x="11003" y="11040"/>
                    </a:cubicBezTo>
                    <a:cubicBezTo>
                      <a:pt x="11204" y="11641"/>
                      <a:pt x="11078" y="12293"/>
                      <a:pt x="10853" y="12869"/>
                    </a:cubicBezTo>
                    <a:cubicBezTo>
                      <a:pt x="10255" y="14415"/>
                      <a:pt x="8555" y="15182"/>
                      <a:pt x="6938" y="15182"/>
                    </a:cubicBezTo>
                    <a:cubicBezTo>
                      <a:pt x="6589" y="15182"/>
                      <a:pt x="6244" y="15146"/>
                      <a:pt x="5915" y="15075"/>
                    </a:cubicBezTo>
                    <a:cubicBezTo>
                      <a:pt x="4988" y="14849"/>
                      <a:pt x="4136" y="14298"/>
                      <a:pt x="3660" y="13446"/>
                    </a:cubicBezTo>
                    <a:cubicBezTo>
                      <a:pt x="3033" y="12318"/>
                      <a:pt x="3184" y="10964"/>
                      <a:pt x="3559" y="9761"/>
                    </a:cubicBezTo>
                    <a:cubicBezTo>
                      <a:pt x="4537" y="6679"/>
                      <a:pt x="6968" y="3671"/>
                      <a:pt x="10377" y="3320"/>
                    </a:cubicBezTo>
                    <a:cubicBezTo>
                      <a:pt x="10562" y="3303"/>
                      <a:pt x="10747" y="3294"/>
                      <a:pt x="10932" y="3294"/>
                    </a:cubicBezTo>
                    <a:cubicBezTo>
                      <a:pt x="12316" y="3294"/>
                      <a:pt x="13654" y="3783"/>
                      <a:pt x="14737" y="4624"/>
                    </a:cubicBezTo>
                    <a:cubicBezTo>
                      <a:pt x="14086" y="3095"/>
                      <a:pt x="13384" y="1591"/>
                      <a:pt x="12657" y="112"/>
                    </a:cubicBezTo>
                    <a:cubicBezTo>
                      <a:pt x="12175" y="39"/>
                      <a:pt x="11694" y="0"/>
                      <a:pt x="11212"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21"/>
              <p:cNvSpPr/>
              <p:nvPr/>
            </p:nvSpPr>
            <p:spPr>
              <a:xfrm>
                <a:off x="5424975" y="1873450"/>
                <a:ext cx="630975" cy="557550"/>
              </a:xfrm>
              <a:custGeom>
                <a:rect b="b" l="l" r="r" t="t"/>
                <a:pathLst>
                  <a:path extrusionOk="0" h="22302" w="25239">
                    <a:moveTo>
                      <a:pt x="4637" y="1"/>
                    </a:moveTo>
                    <a:lnTo>
                      <a:pt x="4637" y="1"/>
                    </a:lnTo>
                    <a:cubicBezTo>
                      <a:pt x="4186" y="402"/>
                      <a:pt x="3760" y="803"/>
                      <a:pt x="3384" y="1254"/>
                    </a:cubicBezTo>
                    <a:cubicBezTo>
                      <a:pt x="1028" y="3986"/>
                      <a:pt x="0" y="7720"/>
                      <a:pt x="376" y="11279"/>
                    </a:cubicBezTo>
                    <a:cubicBezTo>
                      <a:pt x="577" y="13034"/>
                      <a:pt x="1128" y="14788"/>
                      <a:pt x="2081" y="16317"/>
                    </a:cubicBezTo>
                    <a:cubicBezTo>
                      <a:pt x="3008" y="17846"/>
                      <a:pt x="4336" y="19149"/>
                      <a:pt x="5865" y="20126"/>
                    </a:cubicBezTo>
                    <a:cubicBezTo>
                      <a:pt x="8097" y="21547"/>
                      <a:pt x="10750" y="22302"/>
                      <a:pt x="13394" y="22302"/>
                    </a:cubicBezTo>
                    <a:cubicBezTo>
                      <a:pt x="14342" y="22302"/>
                      <a:pt x="15290" y="22205"/>
                      <a:pt x="16216" y="22006"/>
                    </a:cubicBezTo>
                    <a:cubicBezTo>
                      <a:pt x="19875" y="21204"/>
                      <a:pt x="22883" y="18723"/>
                      <a:pt x="24662" y="15490"/>
                    </a:cubicBezTo>
                    <a:cubicBezTo>
                      <a:pt x="24863" y="15089"/>
                      <a:pt x="25063" y="14688"/>
                      <a:pt x="25239" y="14262"/>
                    </a:cubicBezTo>
                    <a:cubicBezTo>
                      <a:pt x="25188" y="14061"/>
                      <a:pt x="25113" y="13861"/>
                      <a:pt x="25063" y="13635"/>
                    </a:cubicBezTo>
                    <a:cubicBezTo>
                      <a:pt x="24587" y="12106"/>
                      <a:pt x="24086" y="10577"/>
                      <a:pt x="23534" y="9074"/>
                    </a:cubicBezTo>
                    <a:cubicBezTo>
                      <a:pt x="23509" y="9374"/>
                      <a:pt x="23484" y="9675"/>
                      <a:pt x="23434" y="9976"/>
                    </a:cubicBezTo>
                    <a:cubicBezTo>
                      <a:pt x="23183" y="11630"/>
                      <a:pt x="22607" y="13234"/>
                      <a:pt x="21755" y="14663"/>
                    </a:cubicBezTo>
                    <a:cubicBezTo>
                      <a:pt x="20051" y="17520"/>
                      <a:pt x="17143" y="19750"/>
                      <a:pt x="13685" y="19750"/>
                    </a:cubicBezTo>
                    <a:cubicBezTo>
                      <a:pt x="13663" y="19751"/>
                      <a:pt x="13642" y="19751"/>
                      <a:pt x="13621" y="19751"/>
                    </a:cubicBezTo>
                    <a:cubicBezTo>
                      <a:pt x="10110" y="19751"/>
                      <a:pt x="6757" y="17702"/>
                      <a:pt x="4988" y="14688"/>
                    </a:cubicBezTo>
                    <a:cubicBezTo>
                      <a:pt x="3484" y="12081"/>
                      <a:pt x="3033" y="8948"/>
                      <a:pt x="3334" y="5991"/>
                    </a:cubicBezTo>
                    <a:cubicBezTo>
                      <a:pt x="3409" y="5214"/>
                      <a:pt x="3559" y="4437"/>
                      <a:pt x="3710" y="3685"/>
                    </a:cubicBezTo>
                    <a:cubicBezTo>
                      <a:pt x="3910" y="2758"/>
                      <a:pt x="4136" y="1830"/>
                      <a:pt x="4386" y="928"/>
                    </a:cubicBezTo>
                    <a:cubicBezTo>
                      <a:pt x="4462" y="627"/>
                      <a:pt x="4537" y="302"/>
                      <a:pt x="4637"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21"/>
              <p:cNvSpPr/>
              <p:nvPr/>
            </p:nvSpPr>
            <p:spPr>
              <a:xfrm>
                <a:off x="5584125" y="1824150"/>
                <a:ext cx="380350" cy="466100"/>
              </a:xfrm>
              <a:custGeom>
                <a:rect b="b" l="l" r="r" t="t"/>
                <a:pathLst>
                  <a:path extrusionOk="0" h="18644" w="15214">
                    <a:moveTo>
                      <a:pt x="11374" y="1"/>
                    </a:moveTo>
                    <a:cubicBezTo>
                      <a:pt x="9495" y="1"/>
                      <a:pt x="7659" y="549"/>
                      <a:pt x="6091" y="1572"/>
                    </a:cubicBezTo>
                    <a:cubicBezTo>
                      <a:pt x="4261" y="2725"/>
                      <a:pt x="2832" y="4379"/>
                      <a:pt x="1805" y="6259"/>
                    </a:cubicBezTo>
                    <a:cubicBezTo>
                      <a:pt x="752" y="8163"/>
                      <a:pt x="0" y="10369"/>
                      <a:pt x="25" y="12549"/>
                    </a:cubicBezTo>
                    <a:cubicBezTo>
                      <a:pt x="25" y="13627"/>
                      <a:pt x="251" y="14730"/>
                      <a:pt x="802" y="15657"/>
                    </a:cubicBezTo>
                    <a:cubicBezTo>
                      <a:pt x="1379" y="16584"/>
                      <a:pt x="2231" y="17311"/>
                      <a:pt x="3208" y="17788"/>
                    </a:cubicBezTo>
                    <a:cubicBezTo>
                      <a:pt x="4367" y="18351"/>
                      <a:pt x="5717" y="18643"/>
                      <a:pt x="7065" y="18643"/>
                    </a:cubicBezTo>
                    <a:cubicBezTo>
                      <a:pt x="9974" y="18643"/>
                      <a:pt x="12876" y="17283"/>
                      <a:pt x="13835" y="14354"/>
                    </a:cubicBezTo>
                    <a:cubicBezTo>
                      <a:pt x="14386" y="12600"/>
                      <a:pt x="14136" y="10419"/>
                      <a:pt x="12682" y="9166"/>
                    </a:cubicBezTo>
                    <a:cubicBezTo>
                      <a:pt x="11906" y="8514"/>
                      <a:pt x="10900" y="8180"/>
                      <a:pt x="9896" y="8180"/>
                    </a:cubicBezTo>
                    <a:cubicBezTo>
                      <a:pt x="9277" y="8180"/>
                      <a:pt x="8659" y="8307"/>
                      <a:pt x="8096" y="8564"/>
                    </a:cubicBezTo>
                    <a:cubicBezTo>
                      <a:pt x="7369" y="8865"/>
                      <a:pt x="6792" y="9417"/>
                      <a:pt x="6441" y="10118"/>
                    </a:cubicBezTo>
                    <a:cubicBezTo>
                      <a:pt x="6394" y="10237"/>
                      <a:pt x="6459" y="10446"/>
                      <a:pt x="6594" y="10446"/>
                    </a:cubicBezTo>
                    <a:cubicBezTo>
                      <a:pt x="6601" y="10446"/>
                      <a:pt x="6609" y="10445"/>
                      <a:pt x="6617" y="10444"/>
                    </a:cubicBezTo>
                    <a:cubicBezTo>
                      <a:pt x="6962" y="10403"/>
                      <a:pt x="7307" y="10384"/>
                      <a:pt x="7647" y="10384"/>
                    </a:cubicBezTo>
                    <a:cubicBezTo>
                      <a:pt x="7926" y="10384"/>
                      <a:pt x="8201" y="10397"/>
                      <a:pt x="8472" y="10419"/>
                    </a:cubicBezTo>
                    <a:cubicBezTo>
                      <a:pt x="9299" y="10519"/>
                      <a:pt x="10426" y="10745"/>
                      <a:pt x="10727" y="11647"/>
                    </a:cubicBezTo>
                    <a:cubicBezTo>
                      <a:pt x="11003" y="12600"/>
                      <a:pt x="10426" y="13702"/>
                      <a:pt x="9700" y="14279"/>
                    </a:cubicBezTo>
                    <a:cubicBezTo>
                      <a:pt x="9023" y="14855"/>
                      <a:pt x="8096" y="15131"/>
                      <a:pt x="7193" y="15156"/>
                    </a:cubicBezTo>
                    <a:cubicBezTo>
                      <a:pt x="7117" y="15160"/>
                      <a:pt x="7040" y="15163"/>
                      <a:pt x="6962" y="15163"/>
                    </a:cubicBezTo>
                    <a:cubicBezTo>
                      <a:pt x="6177" y="15163"/>
                      <a:pt x="5353" y="14929"/>
                      <a:pt x="4737" y="14404"/>
                    </a:cubicBezTo>
                    <a:cubicBezTo>
                      <a:pt x="3960" y="13727"/>
                      <a:pt x="3685" y="12725"/>
                      <a:pt x="3760" y="11747"/>
                    </a:cubicBezTo>
                    <a:cubicBezTo>
                      <a:pt x="3885" y="10093"/>
                      <a:pt x="4712" y="8439"/>
                      <a:pt x="5690" y="7111"/>
                    </a:cubicBezTo>
                    <a:cubicBezTo>
                      <a:pt x="6567" y="5908"/>
                      <a:pt x="7795" y="4905"/>
                      <a:pt x="9223" y="4429"/>
                    </a:cubicBezTo>
                    <a:cubicBezTo>
                      <a:pt x="9818" y="4233"/>
                      <a:pt x="10430" y="4139"/>
                      <a:pt x="11035" y="4139"/>
                    </a:cubicBezTo>
                    <a:cubicBezTo>
                      <a:pt x="12602" y="4139"/>
                      <a:pt x="14129" y="4769"/>
                      <a:pt x="15213" y="5908"/>
                    </a:cubicBezTo>
                    <a:cubicBezTo>
                      <a:pt x="15088" y="5632"/>
                      <a:pt x="14963" y="5331"/>
                      <a:pt x="14837" y="5031"/>
                    </a:cubicBezTo>
                    <a:cubicBezTo>
                      <a:pt x="13754" y="4190"/>
                      <a:pt x="12416" y="3701"/>
                      <a:pt x="11032" y="3701"/>
                    </a:cubicBezTo>
                    <a:cubicBezTo>
                      <a:pt x="10847" y="3701"/>
                      <a:pt x="10662" y="3710"/>
                      <a:pt x="10477" y="3727"/>
                    </a:cubicBezTo>
                    <a:cubicBezTo>
                      <a:pt x="7068" y="4078"/>
                      <a:pt x="4637" y="7086"/>
                      <a:pt x="3659" y="10168"/>
                    </a:cubicBezTo>
                    <a:cubicBezTo>
                      <a:pt x="3284" y="11371"/>
                      <a:pt x="3133" y="12725"/>
                      <a:pt x="3760" y="13853"/>
                    </a:cubicBezTo>
                    <a:cubicBezTo>
                      <a:pt x="4236" y="14705"/>
                      <a:pt x="5088" y="15256"/>
                      <a:pt x="6015" y="15482"/>
                    </a:cubicBezTo>
                    <a:cubicBezTo>
                      <a:pt x="6344" y="15553"/>
                      <a:pt x="6689" y="15589"/>
                      <a:pt x="7038" y="15589"/>
                    </a:cubicBezTo>
                    <a:cubicBezTo>
                      <a:pt x="8655" y="15589"/>
                      <a:pt x="10355" y="14822"/>
                      <a:pt x="10953" y="13276"/>
                    </a:cubicBezTo>
                    <a:cubicBezTo>
                      <a:pt x="11178" y="12700"/>
                      <a:pt x="11304" y="12048"/>
                      <a:pt x="11103" y="11447"/>
                    </a:cubicBezTo>
                    <a:cubicBezTo>
                      <a:pt x="10928" y="10995"/>
                      <a:pt x="10552" y="10645"/>
                      <a:pt x="10101" y="10419"/>
                    </a:cubicBezTo>
                    <a:cubicBezTo>
                      <a:pt x="9339" y="10049"/>
                      <a:pt x="8445" y="9963"/>
                      <a:pt x="7600" y="9963"/>
                    </a:cubicBezTo>
                    <a:cubicBezTo>
                      <a:pt x="7471" y="9963"/>
                      <a:pt x="7344" y="9965"/>
                      <a:pt x="7218" y="9968"/>
                    </a:cubicBezTo>
                    <a:cubicBezTo>
                      <a:pt x="7143" y="9993"/>
                      <a:pt x="7068" y="9993"/>
                      <a:pt x="7018" y="9993"/>
                    </a:cubicBezTo>
                    <a:cubicBezTo>
                      <a:pt x="7635" y="9058"/>
                      <a:pt x="8757" y="8597"/>
                      <a:pt x="9870" y="8597"/>
                    </a:cubicBezTo>
                    <a:cubicBezTo>
                      <a:pt x="10160" y="8597"/>
                      <a:pt x="10448" y="8628"/>
                      <a:pt x="10727" y="8690"/>
                    </a:cubicBezTo>
                    <a:cubicBezTo>
                      <a:pt x="11479" y="8840"/>
                      <a:pt x="12206" y="9216"/>
                      <a:pt x="12732" y="9792"/>
                    </a:cubicBezTo>
                    <a:cubicBezTo>
                      <a:pt x="13334" y="10494"/>
                      <a:pt x="13634" y="11396"/>
                      <a:pt x="13685" y="12299"/>
                    </a:cubicBezTo>
                    <a:cubicBezTo>
                      <a:pt x="13785" y="14254"/>
                      <a:pt x="12782" y="16108"/>
                      <a:pt x="11153" y="17136"/>
                    </a:cubicBezTo>
                    <a:cubicBezTo>
                      <a:pt x="9973" y="17888"/>
                      <a:pt x="8572" y="18221"/>
                      <a:pt x="7172" y="18221"/>
                    </a:cubicBezTo>
                    <a:cubicBezTo>
                      <a:pt x="6520" y="18221"/>
                      <a:pt x="5868" y="18148"/>
                      <a:pt x="5238" y="18013"/>
                    </a:cubicBezTo>
                    <a:cubicBezTo>
                      <a:pt x="4186" y="17813"/>
                      <a:pt x="3158" y="17412"/>
                      <a:pt x="2306" y="16735"/>
                    </a:cubicBezTo>
                    <a:cubicBezTo>
                      <a:pt x="1479" y="16083"/>
                      <a:pt x="928" y="15206"/>
                      <a:pt x="652" y="14178"/>
                    </a:cubicBezTo>
                    <a:cubicBezTo>
                      <a:pt x="101" y="12148"/>
                      <a:pt x="652" y="9918"/>
                      <a:pt x="1429" y="8013"/>
                    </a:cubicBezTo>
                    <a:cubicBezTo>
                      <a:pt x="2958" y="4279"/>
                      <a:pt x="6116" y="970"/>
                      <a:pt x="10276" y="469"/>
                    </a:cubicBezTo>
                    <a:cubicBezTo>
                      <a:pt x="10621" y="427"/>
                      <a:pt x="10967" y="407"/>
                      <a:pt x="11312" y="407"/>
                    </a:cubicBezTo>
                    <a:cubicBezTo>
                      <a:pt x="11794" y="407"/>
                      <a:pt x="12275" y="446"/>
                      <a:pt x="12757" y="519"/>
                    </a:cubicBezTo>
                    <a:cubicBezTo>
                      <a:pt x="12682" y="369"/>
                      <a:pt x="12607" y="218"/>
                      <a:pt x="12532" y="68"/>
                    </a:cubicBezTo>
                    <a:cubicBezTo>
                      <a:pt x="12356" y="43"/>
                      <a:pt x="12156" y="18"/>
                      <a:pt x="11955" y="18"/>
                    </a:cubicBezTo>
                    <a:cubicBezTo>
                      <a:pt x="11761" y="6"/>
                      <a:pt x="11568" y="1"/>
                      <a:pt x="1137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21"/>
              <p:cNvSpPr/>
              <p:nvPr/>
            </p:nvSpPr>
            <p:spPr>
              <a:xfrm>
                <a:off x="5416200" y="1851225"/>
                <a:ext cx="644150" cy="590075"/>
              </a:xfrm>
              <a:custGeom>
                <a:rect b="b" l="l" r="r" t="t"/>
                <a:pathLst>
                  <a:path extrusionOk="0" h="23603" w="25766">
                    <a:moveTo>
                      <a:pt x="5492" y="1"/>
                    </a:moveTo>
                    <a:cubicBezTo>
                      <a:pt x="5459" y="1"/>
                      <a:pt x="5424" y="12"/>
                      <a:pt x="5389" y="38"/>
                    </a:cubicBezTo>
                    <a:cubicBezTo>
                      <a:pt x="5389" y="63"/>
                      <a:pt x="5389" y="63"/>
                      <a:pt x="5364" y="63"/>
                    </a:cubicBezTo>
                    <a:cubicBezTo>
                      <a:pt x="2306" y="2318"/>
                      <a:pt x="552" y="5978"/>
                      <a:pt x="276" y="9737"/>
                    </a:cubicBezTo>
                    <a:cubicBezTo>
                      <a:pt x="0" y="13522"/>
                      <a:pt x="1329" y="17331"/>
                      <a:pt x="4136" y="19938"/>
                    </a:cubicBezTo>
                    <a:cubicBezTo>
                      <a:pt x="6715" y="22309"/>
                      <a:pt x="10225" y="23602"/>
                      <a:pt x="13733" y="23602"/>
                    </a:cubicBezTo>
                    <a:cubicBezTo>
                      <a:pt x="14043" y="23602"/>
                      <a:pt x="14353" y="23592"/>
                      <a:pt x="14662" y="23572"/>
                    </a:cubicBezTo>
                    <a:cubicBezTo>
                      <a:pt x="16542" y="23446"/>
                      <a:pt x="18422" y="22945"/>
                      <a:pt x="20076" y="22018"/>
                    </a:cubicBezTo>
                    <a:cubicBezTo>
                      <a:pt x="21780" y="21065"/>
                      <a:pt x="23234" y="19712"/>
                      <a:pt x="24362" y="18158"/>
                    </a:cubicBezTo>
                    <a:cubicBezTo>
                      <a:pt x="24913" y="17406"/>
                      <a:pt x="25389" y="16604"/>
                      <a:pt x="25765" y="15777"/>
                    </a:cubicBezTo>
                    <a:cubicBezTo>
                      <a:pt x="25715" y="15577"/>
                      <a:pt x="25665" y="15376"/>
                      <a:pt x="25590" y="15151"/>
                    </a:cubicBezTo>
                    <a:cubicBezTo>
                      <a:pt x="25414" y="15577"/>
                      <a:pt x="25214" y="15978"/>
                      <a:pt x="25013" y="16379"/>
                    </a:cubicBezTo>
                    <a:cubicBezTo>
                      <a:pt x="23234" y="19612"/>
                      <a:pt x="20226" y="22093"/>
                      <a:pt x="16567" y="22895"/>
                    </a:cubicBezTo>
                    <a:cubicBezTo>
                      <a:pt x="15641" y="23094"/>
                      <a:pt x="14693" y="23191"/>
                      <a:pt x="13745" y="23191"/>
                    </a:cubicBezTo>
                    <a:cubicBezTo>
                      <a:pt x="11101" y="23191"/>
                      <a:pt x="8448" y="22436"/>
                      <a:pt x="6216" y="21015"/>
                    </a:cubicBezTo>
                    <a:cubicBezTo>
                      <a:pt x="4687" y="20038"/>
                      <a:pt x="3359" y="18735"/>
                      <a:pt x="2432" y="17206"/>
                    </a:cubicBezTo>
                    <a:cubicBezTo>
                      <a:pt x="1479" y="15677"/>
                      <a:pt x="928" y="13923"/>
                      <a:pt x="727" y="12168"/>
                    </a:cubicBezTo>
                    <a:cubicBezTo>
                      <a:pt x="351" y="8609"/>
                      <a:pt x="1379" y="4875"/>
                      <a:pt x="3710" y="2143"/>
                    </a:cubicBezTo>
                    <a:cubicBezTo>
                      <a:pt x="4111" y="1692"/>
                      <a:pt x="4537" y="1291"/>
                      <a:pt x="4988" y="890"/>
                    </a:cubicBezTo>
                    <a:lnTo>
                      <a:pt x="4988" y="890"/>
                    </a:lnTo>
                    <a:cubicBezTo>
                      <a:pt x="4888" y="1191"/>
                      <a:pt x="4813" y="1516"/>
                      <a:pt x="4737" y="1817"/>
                    </a:cubicBezTo>
                    <a:cubicBezTo>
                      <a:pt x="4487" y="2719"/>
                      <a:pt x="4261" y="3647"/>
                      <a:pt x="4061" y="4574"/>
                    </a:cubicBezTo>
                    <a:cubicBezTo>
                      <a:pt x="3910" y="5326"/>
                      <a:pt x="3760" y="6103"/>
                      <a:pt x="3685" y="6880"/>
                    </a:cubicBezTo>
                    <a:cubicBezTo>
                      <a:pt x="3384" y="9837"/>
                      <a:pt x="3835" y="12970"/>
                      <a:pt x="5339" y="15577"/>
                    </a:cubicBezTo>
                    <a:cubicBezTo>
                      <a:pt x="7108" y="18591"/>
                      <a:pt x="10461" y="20640"/>
                      <a:pt x="13972" y="20640"/>
                    </a:cubicBezTo>
                    <a:cubicBezTo>
                      <a:pt x="13993" y="20640"/>
                      <a:pt x="14014" y="20640"/>
                      <a:pt x="14036" y="20639"/>
                    </a:cubicBezTo>
                    <a:cubicBezTo>
                      <a:pt x="17494" y="20639"/>
                      <a:pt x="20402" y="18409"/>
                      <a:pt x="22106" y="15552"/>
                    </a:cubicBezTo>
                    <a:cubicBezTo>
                      <a:pt x="22958" y="14123"/>
                      <a:pt x="23534" y="12519"/>
                      <a:pt x="23785" y="10865"/>
                    </a:cubicBezTo>
                    <a:cubicBezTo>
                      <a:pt x="23835" y="10564"/>
                      <a:pt x="23860" y="10263"/>
                      <a:pt x="23885" y="9963"/>
                    </a:cubicBezTo>
                    <a:cubicBezTo>
                      <a:pt x="23760" y="9612"/>
                      <a:pt x="23635" y="9261"/>
                      <a:pt x="23509" y="8910"/>
                    </a:cubicBezTo>
                    <a:lnTo>
                      <a:pt x="23509" y="8910"/>
                    </a:lnTo>
                    <a:cubicBezTo>
                      <a:pt x="23585" y="10614"/>
                      <a:pt x="23133" y="12394"/>
                      <a:pt x="22482" y="13872"/>
                    </a:cubicBezTo>
                    <a:cubicBezTo>
                      <a:pt x="21254" y="16730"/>
                      <a:pt x="18898" y="19311"/>
                      <a:pt x="15765" y="20038"/>
                    </a:cubicBezTo>
                    <a:cubicBezTo>
                      <a:pt x="15187" y="20169"/>
                      <a:pt x="14599" y="20232"/>
                      <a:pt x="14010" y="20232"/>
                    </a:cubicBezTo>
                    <a:cubicBezTo>
                      <a:pt x="11225" y="20232"/>
                      <a:pt x="8421" y="18835"/>
                      <a:pt x="6642" y="16705"/>
                    </a:cubicBezTo>
                    <a:cubicBezTo>
                      <a:pt x="4762" y="14449"/>
                      <a:pt x="4011" y="11416"/>
                      <a:pt x="4011" y="8534"/>
                    </a:cubicBezTo>
                    <a:cubicBezTo>
                      <a:pt x="4011" y="7055"/>
                      <a:pt x="4261" y="5627"/>
                      <a:pt x="4562" y="4198"/>
                    </a:cubicBezTo>
                    <a:cubicBezTo>
                      <a:pt x="4838" y="2995"/>
                      <a:pt x="5113" y="1742"/>
                      <a:pt x="5564" y="589"/>
                    </a:cubicBezTo>
                    <a:cubicBezTo>
                      <a:pt x="5589" y="514"/>
                      <a:pt x="5615" y="439"/>
                      <a:pt x="5690" y="339"/>
                    </a:cubicBezTo>
                    <a:cubicBezTo>
                      <a:pt x="5740" y="238"/>
                      <a:pt x="5715" y="138"/>
                      <a:pt x="5640" y="88"/>
                    </a:cubicBezTo>
                    <a:cubicBezTo>
                      <a:pt x="5607" y="39"/>
                      <a:pt x="5553" y="1"/>
                      <a:pt x="549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21"/>
              <p:cNvSpPr/>
              <p:nvPr/>
            </p:nvSpPr>
            <p:spPr>
              <a:xfrm>
                <a:off x="2079725" y="1558800"/>
                <a:ext cx="2162925" cy="1265950"/>
              </a:xfrm>
              <a:custGeom>
                <a:rect b="b" l="l" r="r" t="t"/>
                <a:pathLst>
                  <a:path extrusionOk="0" h="50638" w="86517">
                    <a:moveTo>
                      <a:pt x="17955" y="0"/>
                    </a:moveTo>
                    <a:cubicBezTo>
                      <a:pt x="16944" y="0"/>
                      <a:pt x="15921" y="82"/>
                      <a:pt x="14887" y="256"/>
                    </a:cubicBezTo>
                    <a:cubicBezTo>
                      <a:pt x="10953" y="908"/>
                      <a:pt x="7569" y="3013"/>
                      <a:pt x="4912" y="5920"/>
                    </a:cubicBezTo>
                    <a:cubicBezTo>
                      <a:pt x="2958" y="8051"/>
                      <a:pt x="1379" y="10507"/>
                      <a:pt x="0" y="13063"/>
                    </a:cubicBezTo>
                    <a:cubicBezTo>
                      <a:pt x="1278" y="11409"/>
                      <a:pt x="2682" y="9855"/>
                      <a:pt x="4211" y="8426"/>
                    </a:cubicBezTo>
                    <a:cubicBezTo>
                      <a:pt x="6742" y="6046"/>
                      <a:pt x="9649" y="3965"/>
                      <a:pt x="12958" y="2837"/>
                    </a:cubicBezTo>
                    <a:cubicBezTo>
                      <a:pt x="14489" y="2319"/>
                      <a:pt x="16081" y="2024"/>
                      <a:pt x="17680" y="2024"/>
                    </a:cubicBezTo>
                    <a:cubicBezTo>
                      <a:pt x="17860" y="2024"/>
                      <a:pt x="18040" y="2028"/>
                      <a:pt x="18221" y="2035"/>
                    </a:cubicBezTo>
                    <a:cubicBezTo>
                      <a:pt x="20201" y="2136"/>
                      <a:pt x="22080" y="2737"/>
                      <a:pt x="23835" y="3639"/>
                    </a:cubicBezTo>
                    <a:cubicBezTo>
                      <a:pt x="28121" y="5845"/>
                      <a:pt x="31705" y="8928"/>
                      <a:pt x="34988" y="12386"/>
                    </a:cubicBezTo>
                    <a:cubicBezTo>
                      <a:pt x="37494" y="15043"/>
                      <a:pt x="39975" y="17925"/>
                      <a:pt x="43334" y="19504"/>
                    </a:cubicBezTo>
                    <a:cubicBezTo>
                      <a:pt x="45392" y="20482"/>
                      <a:pt x="47609" y="20890"/>
                      <a:pt x="49843" y="20890"/>
                    </a:cubicBezTo>
                    <a:cubicBezTo>
                      <a:pt x="51389" y="20890"/>
                      <a:pt x="52944" y="20695"/>
                      <a:pt x="54462" y="20356"/>
                    </a:cubicBezTo>
                    <a:cubicBezTo>
                      <a:pt x="57745" y="19630"/>
                      <a:pt x="60853" y="18326"/>
                      <a:pt x="64186" y="17825"/>
                    </a:cubicBezTo>
                    <a:cubicBezTo>
                      <a:pt x="64957" y="17715"/>
                      <a:pt x="65733" y="17653"/>
                      <a:pt x="66507" y="17653"/>
                    </a:cubicBezTo>
                    <a:cubicBezTo>
                      <a:pt x="67319" y="17653"/>
                      <a:pt x="68127" y="17721"/>
                      <a:pt x="68923" y="17875"/>
                    </a:cubicBezTo>
                    <a:cubicBezTo>
                      <a:pt x="70702" y="18251"/>
                      <a:pt x="72381" y="19053"/>
                      <a:pt x="73835" y="20131"/>
                    </a:cubicBezTo>
                    <a:cubicBezTo>
                      <a:pt x="75840" y="21584"/>
                      <a:pt x="77519" y="23464"/>
                      <a:pt x="78998" y="25444"/>
                    </a:cubicBezTo>
                    <a:cubicBezTo>
                      <a:pt x="80502" y="27474"/>
                      <a:pt x="81855" y="29655"/>
                      <a:pt x="82783" y="32011"/>
                    </a:cubicBezTo>
                    <a:cubicBezTo>
                      <a:pt x="83960" y="35093"/>
                      <a:pt x="84286" y="38627"/>
                      <a:pt x="82582" y="41585"/>
                    </a:cubicBezTo>
                    <a:cubicBezTo>
                      <a:pt x="81103" y="44216"/>
                      <a:pt x="78422" y="45920"/>
                      <a:pt x="75665" y="46948"/>
                    </a:cubicBezTo>
                    <a:cubicBezTo>
                      <a:pt x="73088" y="47876"/>
                      <a:pt x="70324" y="48312"/>
                      <a:pt x="67584" y="48312"/>
                    </a:cubicBezTo>
                    <a:cubicBezTo>
                      <a:pt x="66992" y="48312"/>
                      <a:pt x="66402" y="48291"/>
                      <a:pt x="65815" y="48251"/>
                    </a:cubicBezTo>
                    <a:cubicBezTo>
                      <a:pt x="61880" y="47976"/>
                      <a:pt x="57795" y="46823"/>
                      <a:pt x="54687" y="44316"/>
                    </a:cubicBezTo>
                    <a:cubicBezTo>
                      <a:pt x="52331" y="42361"/>
                      <a:pt x="50702" y="39504"/>
                      <a:pt x="50727" y="36397"/>
                    </a:cubicBezTo>
                    <a:cubicBezTo>
                      <a:pt x="50752" y="35143"/>
                      <a:pt x="51028" y="33890"/>
                      <a:pt x="51604" y="32787"/>
                    </a:cubicBezTo>
                    <a:cubicBezTo>
                      <a:pt x="52406" y="31183"/>
                      <a:pt x="53835" y="29930"/>
                      <a:pt x="55314" y="28978"/>
                    </a:cubicBezTo>
                    <a:cubicBezTo>
                      <a:pt x="57269" y="27766"/>
                      <a:pt x="59671" y="26986"/>
                      <a:pt x="62016" y="26986"/>
                    </a:cubicBezTo>
                    <a:cubicBezTo>
                      <a:pt x="63939" y="26986"/>
                      <a:pt x="65824" y="27510"/>
                      <a:pt x="67394" y="28752"/>
                    </a:cubicBezTo>
                    <a:cubicBezTo>
                      <a:pt x="70176" y="30933"/>
                      <a:pt x="71454" y="34968"/>
                      <a:pt x="70000" y="38276"/>
                    </a:cubicBezTo>
                    <a:cubicBezTo>
                      <a:pt x="69349" y="39780"/>
                      <a:pt x="68096" y="40958"/>
                      <a:pt x="66517" y="41484"/>
                    </a:cubicBezTo>
                    <a:cubicBezTo>
                      <a:pt x="65848" y="41711"/>
                      <a:pt x="65082" y="41856"/>
                      <a:pt x="64322" y="41856"/>
                    </a:cubicBezTo>
                    <a:cubicBezTo>
                      <a:pt x="63403" y="41856"/>
                      <a:pt x="62494" y="41644"/>
                      <a:pt x="61780" y="41108"/>
                    </a:cubicBezTo>
                    <a:cubicBezTo>
                      <a:pt x="59725" y="39580"/>
                      <a:pt x="60076" y="36171"/>
                      <a:pt x="61705" y="34467"/>
                    </a:cubicBezTo>
                    <a:cubicBezTo>
                      <a:pt x="62298" y="33843"/>
                      <a:pt x="63112" y="33543"/>
                      <a:pt x="63941" y="33543"/>
                    </a:cubicBezTo>
                    <a:cubicBezTo>
                      <a:pt x="64478" y="33543"/>
                      <a:pt x="65021" y="33669"/>
                      <a:pt x="65514" y="33915"/>
                    </a:cubicBezTo>
                    <a:cubicBezTo>
                      <a:pt x="66141" y="34216"/>
                      <a:pt x="66592" y="34818"/>
                      <a:pt x="66742" y="35494"/>
                    </a:cubicBezTo>
                    <a:cubicBezTo>
                      <a:pt x="67419" y="34216"/>
                      <a:pt x="66667" y="32487"/>
                      <a:pt x="65389" y="31885"/>
                    </a:cubicBezTo>
                    <a:cubicBezTo>
                      <a:pt x="64896" y="31649"/>
                      <a:pt x="64366" y="31544"/>
                      <a:pt x="63831" y="31544"/>
                    </a:cubicBezTo>
                    <a:cubicBezTo>
                      <a:pt x="62490" y="31544"/>
                      <a:pt x="61115" y="32207"/>
                      <a:pt x="60201" y="33138"/>
                    </a:cubicBezTo>
                    <a:cubicBezTo>
                      <a:pt x="59148" y="34241"/>
                      <a:pt x="58547" y="35770"/>
                      <a:pt x="58447" y="37299"/>
                    </a:cubicBezTo>
                    <a:cubicBezTo>
                      <a:pt x="58346" y="38853"/>
                      <a:pt x="58747" y="40482"/>
                      <a:pt x="59750" y="41710"/>
                    </a:cubicBezTo>
                    <a:cubicBezTo>
                      <a:pt x="60986" y="43218"/>
                      <a:pt x="62881" y="44116"/>
                      <a:pt x="64784" y="44116"/>
                    </a:cubicBezTo>
                    <a:cubicBezTo>
                      <a:pt x="64810" y="44116"/>
                      <a:pt x="64836" y="44116"/>
                      <a:pt x="64863" y="44116"/>
                    </a:cubicBezTo>
                    <a:cubicBezTo>
                      <a:pt x="68547" y="44116"/>
                      <a:pt x="71529" y="40908"/>
                      <a:pt x="72206" y="37449"/>
                    </a:cubicBezTo>
                    <a:cubicBezTo>
                      <a:pt x="72983" y="33439"/>
                      <a:pt x="71103" y="28978"/>
                      <a:pt x="68196" y="26196"/>
                    </a:cubicBezTo>
                    <a:cubicBezTo>
                      <a:pt x="66605" y="24677"/>
                      <a:pt x="64596" y="24063"/>
                      <a:pt x="62460" y="24063"/>
                    </a:cubicBezTo>
                    <a:cubicBezTo>
                      <a:pt x="62376" y="24063"/>
                      <a:pt x="62291" y="24064"/>
                      <a:pt x="62206" y="24066"/>
                    </a:cubicBezTo>
                    <a:cubicBezTo>
                      <a:pt x="60126" y="24091"/>
                      <a:pt x="58046" y="24542"/>
                      <a:pt x="56116" y="25319"/>
                    </a:cubicBezTo>
                    <a:cubicBezTo>
                      <a:pt x="52306" y="26848"/>
                      <a:pt x="48346" y="29805"/>
                      <a:pt x="47820" y="34141"/>
                    </a:cubicBezTo>
                    <a:cubicBezTo>
                      <a:pt x="47394" y="37900"/>
                      <a:pt x="48948" y="41610"/>
                      <a:pt x="51404" y="44392"/>
                    </a:cubicBezTo>
                    <a:cubicBezTo>
                      <a:pt x="54061" y="47374"/>
                      <a:pt x="57670" y="49204"/>
                      <a:pt x="61529" y="50031"/>
                    </a:cubicBezTo>
                    <a:cubicBezTo>
                      <a:pt x="63454" y="50447"/>
                      <a:pt x="65440" y="50637"/>
                      <a:pt x="67430" y="50637"/>
                    </a:cubicBezTo>
                    <a:cubicBezTo>
                      <a:pt x="69638" y="50637"/>
                      <a:pt x="71850" y="50402"/>
                      <a:pt x="73985" y="49981"/>
                    </a:cubicBezTo>
                    <a:cubicBezTo>
                      <a:pt x="77745" y="49229"/>
                      <a:pt x="81579" y="47650"/>
                      <a:pt x="83835" y="44392"/>
                    </a:cubicBezTo>
                    <a:cubicBezTo>
                      <a:pt x="86041" y="41184"/>
                      <a:pt x="86517" y="37023"/>
                      <a:pt x="85715" y="33289"/>
                    </a:cubicBezTo>
                    <a:cubicBezTo>
                      <a:pt x="84838" y="29178"/>
                      <a:pt x="82582" y="25494"/>
                      <a:pt x="79950" y="22261"/>
                    </a:cubicBezTo>
                    <a:cubicBezTo>
                      <a:pt x="77294" y="18978"/>
                      <a:pt x="74111" y="16146"/>
                      <a:pt x="69950" y="15043"/>
                    </a:cubicBezTo>
                    <a:cubicBezTo>
                      <a:pt x="68605" y="14675"/>
                      <a:pt x="67219" y="14491"/>
                      <a:pt x="65838" y="14491"/>
                    </a:cubicBezTo>
                    <a:cubicBezTo>
                      <a:pt x="65058" y="14491"/>
                      <a:pt x="64279" y="14549"/>
                      <a:pt x="63509" y="14667"/>
                    </a:cubicBezTo>
                    <a:cubicBezTo>
                      <a:pt x="61454" y="14993"/>
                      <a:pt x="59474" y="15670"/>
                      <a:pt x="57494" y="16321"/>
                    </a:cubicBezTo>
                    <a:cubicBezTo>
                      <a:pt x="55589" y="16948"/>
                      <a:pt x="53634" y="17574"/>
                      <a:pt x="51629" y="17775"/>
                    </a:cubicBezTo>
                    <a:cubicBezTo>
                      <a:pt x="51228" y="17817"/>
                      <a:pt x="50827" y="17838"/>
                      <a:pt x="50428" y="17838"/>
                    </a:cubicBezTo>
                    <a:cubicBezTo>
                      <a:pt x="48913" y="17838"/>
                      <a:pt x="47430" y="17533"/>
                      <a:pt x="46040" y="16898"/>
                    </a:cubicBezTo>
                    <a:cubicBezTo>
                      <a:pt x="42557" y="15294"/>
                      <a:pt x="40101" y="12161"/>
                      <a:pt x="37419" y="9554"/>
                    </a:cubicBezTo>
                    <a:cubicBezTo>
                      <a:pt x="32189" y="4457"/>
                      <a:pt x="25404" y="0"/>
                      <a:pt x="1795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21"/>
              <p:cNvSpPr/>
              <p:nvPr/>
            </p:nvSpPr>
            <p:spPr>
              <a:xfrm>
                <a:off x="2037450" y="1549075"/>
                <a:ext cx="2214600" cy="1286375"/>
              </a:xfrm>
              <a:custGeom>
                <a:rect b="b" l="l" r="r" t="t"/>
                <a:pathLst>
                  <a:path extrusionOk="0" h="51455" w="88584">
                    <a:moveTo>
                      <a:pt x="19646" y="389"/>
                    </a:moveTo>
                    <a:cubicBezTo>
                      <a:pt x="27095" y="389"/>
                      <a:pt x="33880" y="4846"/>
                      <a:pt x="39110" y="9943"/>
                    </a:cubicBezTo>
                    <a:cubicBezTo>
                      <a:pt x="41792" y="12550"/>
                      <a:pt x="44248" y="15683"/>
                      <a:pt x="47731" y="17287"/>
                    </a:cubicBezTo>
                    <a:cubicBezTo>
                      <a:pt x="49121" y="17922"/>
                      <a:pt x="50604" y="18227"/>
                      <a:pt x="52119" y="18227"/>
                    </a:cubicBezTo>
                    <a:cubicBezTo>
                      <a:pt x="52518" y="18227"/>
                      <a:pt x="52919" y="18206"/>
                      <a:pt x="53320" y="18164"/>
                    </a:cubicBezTo>
                    <a:cubicBezTo>
                      <a:pt x="55325" y="17963"/>
                      <a:pt x="57280" y="17337"/>
                      <a:pt x="59185" y="16710"/>
                    </a:cubicBezTo>
                    <a:cubicBezTo>
                      <a:pt x="61165" y="16059"/>
                      <a:pt x="63145" y="15382"/>
                      <a:pt x="65200" y="15056"/>
                    </a:cubicBezTo>
                    <a:cubicBezTo>
                      <a:pt x="65970" y="14938"/>
                      <a:pt x="66749" y="14880"/>
                      <a:pt x="67529" y="14880"/>
                    </a:cubicBezTo>
                    <a:cubicBezTo>
                      <a:pt x="68910" y="14880"/>
                      <a:pt x="70296" y="15064"/>
                      <a:pt x="71641" y="15432"/>
                    </a:cubicBezTo>
                    <a:cubicBezTo>
                      <a:pt x="75802" y="16535"/>
                      <a:pt x="78985" y="19367"/>
                      <a:pt x="81641" y="22650"/>
                    </a:cubicBezTo>
                    <a:cubicBezTo>
                      <a:pt x="84273" y="25883"/>
                      <a:pt x="86529" y="29567"/>
                      <a:pt x="87406" y="33678"/>
                    </a:cubicBezTo>
                    <a:cubicBezTo>
                      <a:pt x="88208" y="37412"/>
                      <a:pt x="87732" y="41573"/>
                      <a:pt x="85526" y="44781"/>
                    </a:cubicBezTo>
                    <a:cubicBezTo>
                      <a:pt x="83270" y="48039"/>
                      <a:pt x="79436" y="49618"/>
                      <a:pt x="75676" y="50370"/>
                    </a:cubicBezTo>
                    <a:cubicBezTo>
                      <a:pt x="73541" y="50791"/>
                      <a:pt x="71329" y="51026"/>
                      <a:pt x="69121" y="51026"/>
                    </a:cubicBezTo>
                    <a:cubicBezTo>
                      <a:pt x="67131" y="51026"/>
                      <a:pt x="65145" y="50836"/>
                      <a:pt x="63220" y="50420"/>
                    </a:cubicBezTo>
                    <a:cubicBezTo>
                      <a:pt x="59361" y="49593"/>
                      <a:pt x="55752" y="47763"/>
                      <a:pt x="53095" y="44781"/>
                    </a:cubicBezTo>
                    <a:cubicBezTo>
                      <a:pt x="50639" y="41999"/>
                      <a:pt x="49085" y="38289"/>
                      <a:pt x="49511" y="34530"/>
                    </a:cubicBezTo>
                    <a:cubicBezTo>
                      <a:pt x="50037" y="30194"/>
                      <a:pt x="53997" y="27237"/>
                      <a:pt x="57807" y="25708"/>
                    </a:cubicBezTo>
                    <a:cubicBezTo>
                      <a:pt x="59737" y="24931"/>
                      <a:pt x="61817" y="24480"/>
                      <a:pt x="63897" y="24455"/>
                    </a:cubicBezTo>
                    <a:cubicBezTo>
                      <a:pt x="63982" y="24453"/>
                      <a:pt x="64067" y="24452"/>
                      <a:pt x="64151" y="24452"/>
                    </a:cubicBezTo>
                    <a:cubicBezTo>
                      <a:pt x="66287" y="24452"/>
                      <a:pt x="68296" y="25066"/>
                      <a:pt x="69887" y="26585"/>
                    </a:cubicBezTo>
                    <a:cubicBezTo>
                      <a:pt x="72794" y="29367"/>
                      <a:pt x="74674" y="33828"/>
                      <a:pt x="73897" y="37838"/>
                    </a:cubicBezTo>
                    <a:cubicBezTo>
                      <a:pt x="73220" y="41297"/>
                      <a:pt x="70238" y="44505"/>
                      <a:pt x="66554" y="44505"/>
                    </a:cubicBezTo>
                    <a:cubicBezTo>
                      <a:pt x="66527" y="44505"/>
                      <a:pt x="66501" y="44505"/>
                      <a:pt x="66475" y="44505"/>
                    </a:cubicBezTo>
                    <a:cubicBezTo>
                      <a:pt x="64572" y="44505"/>
                      <a:pt x="62677" y="43607"/>
                      <a:pt x="61441" y="42099"/>
                    </a:cubicBezTo>
                    <a:cubicBezTo>
                      <a:pt x="60438" y="40871"/>
                      <a:pt x="60037" y="39242"/>
                      <a:pt x="60138" y="37688"/>
                    </a:cubicBezTo>
                    <a:cubicBezTo>
                      <a:pt x="60238" y="36159"/>
                      <a:pt x="60839" y="34630"/>
                      <a:pt x="61892" y="33527"/>
                    </a:cubicBezTo>
                    <a:cubicBezTo>
                      <a:pt x="62806" y="32596"/>
                      <a:pt x="64181" y="31933"/>
                      <a:pt x="65522" y="31933"/>
                    </a:cubicBezTo>
                    <a:cubicBezTo>
                      <a:pt x="66057" y="31933"/>
                      <a:pt x="66587" y="32038"/>
                      <a:pt x="67080" y="32274"/>
                    </a:cubicBezTo>
                    <a:cubicBezTo>
                      <a:pt x="68358" y="32876"/>
                      <a:pt x="69110" y="34605"/>
                      <a:pt x="68433" y="35883"/>
                    </a:cubicBezTo>
                    <a:cubicBezTo>
                      <a:pt x="68283" y="35207"/>
                      <a:pt x="67832" y="34605"/>
                      <a:pt x="67205" y="34304"/>
                    </a:cubicBezTo>
                    <a:cubicBezTo>
                      <a:pt x="66712" y="34058"/>
                      <a:pt x="66169" y="33932"/>
                      <a:pt x="65632" y="33932"/>
                    </a:cubicBezTo>
                    <a:cubicBezTo>
                      <a:pt x="64803" y="33932"/>
                      <a:pt x="63989" y="34232"/>
                      <a:pt x="63396" y="34856"/>
                    </a:cubicBezTo>
                    <a:cubicBezTo>
                      <a:pt x="61767" y="36560"/>
                      <a:pt x="61416" y="39969"/>
                      <a:pt x="63471" y="41497"/>
                    </a:cubicBezTo>
                    <a:cubicBezTo>
                      <a:pt x="64185" y="42033"/>
                      <a:pt x="65094" y="42245"/>
                      <a:pt x="66013" y="42245"/>
                    </a:cubicBezTo>
                    <a:cubicBezTo>
                      <a:pt x="66773" y="42245"/>
                      <a:pt x="67539" y="42100"/>
                      <a:pt x="68208" y="41873"/>
                    </a:cubicBezTo>
                    <a:cubicBezTo>
                      <a:pt x="69787" y="41347"/>
                      <a:pt x="71040" y="40169"/>
                      <a:pt x="71691" y="38665"/>
                    </a:cubicBezTo>
                    <a:cubicBezTo>
                      <a:pt x="73145" y="35357"/>
                      <a:pt x="71867" y="31322"/>
                      <a:pt x="69085" y="29141"/>
                    </a:cubicBezTo>
                    <a:cubicBezTo>
                      <a:pt x="67515" y="27899"/>
                      <a:pt x="65630" y="27375"/>
                      <a:pt x="63707" y="27375"/>
                    </a:cubicBezTo>
                    <a:cubicBezTo>
                      <a:pt x="61362" y="27375"/>
                      <a:pt x="58960" y="28155"/>
                      <a:pt x="57005" y="29367"/>
                    </a:cubicBezTo>
                    <a:cubicBezTo>
                      <a:pt x="55526" y="30319"/>
                      <a:pt x="54097" y="31572"/>
                      <a:pt x="53295" y="33176"/>
                    </a:cubicBezTo>
                    <a:cubicBezTo>
                      <a:pt x="52719" y="34279"/>
                      <a:pt x="52443" y="35532"/>
                      <a:pt x="52418" y="36786"/>
                    </a:cubicBezTo>
                    <a:cubicBezTo>
                      <a:pt x="52393" y="39893"/>
                      <a:pt x="53997" y="42750"/>
                      <a:pt x="56378" y="44705"/>
                    </a:cubicBezTo>
                    <a:cubicBezTo>
                      <a:pt x="59486" y="47212"/>
                      <a:pt x="63571" y="48365"/>
                      <a:pt x="67506" y="48640"/>
                    </a:cubicBezTo>
                    <a:cubicBezTo>
                      <a:pt x="68093" y="48680"/>
                      <a:pt x="68683" y="48701"/>
                      <a:pt x="69275" y="48701"/>
                    </a:cubicBezTo>
                    <a:cubicBezTo>
                      <a:pt x="72015" y="48701"/>
                      <a:pt x="74779" y="48265"/>
                      <a:pt x="77356" y="47337"/>
                    </a:cubicBezTo>
                    <a:cubicBezTo>
                      <a:pt x="80113" y="46309"/>
                      <a:pt x="82794" y="44605"/>
                      <a:pt x="84273" y="41974"/>
                    </a:cubicBezTo>
                    <a:cubicBezTo>
                      <a:pt x="85977" y="39016"/>
                      <a:pt x="85651" y="35482"/>
                      <a:pt x="84474" y="32400"/>
                    </a:cubicBezTo>
                    <a:cubicBezTo>
                      <a:pt x="83546" y="30044"/>
                      <a:pt x="82193" y="27863"/>
                      <a:pt x="80689" y="25833"/>
                    </a:cubicBezTo>
                    <a:cubicBezTo>
                      <a:pt x="79210" y="23853"/>
                      <a:pt x="77531" y="21973"/>
                      <a:pt x="75526" y="20520"/>
                    </a:cubicBezTo>
                    <a:cubicBezTo>
                      <a:pt x="74072" y="19442"/>
                      <a:pt x="72393" y="18640"/>
                      <a:pt x="70614" y="18264"/>
                    </a:cubicBezTo>
                    <a:cubicBezTo>
                      <a:pt x="69805" y="18110"/>
                      <a:pt x="68997" y="18042"/>
                      <a:pt x="68189" y="18042"/>
                    </a:cubicBezTo>
                    <a:cubicBezTo>
                      <a:pt x="67418" y="18042"/>
                      <a:pt x="66648" y="18104"/>
                      <a:pt x="65877" y="18214"/>
                    </a:cubicBezTo>
                    <a:cubicBezTo>
                      <a:pt x="62544" y="18715"/>
                      <a:pt x="59436" y="20019"/>
                      <a:pt x="56153" y="20745"/>
                    </a:cubicBezTo>
                    <a:cubicBezTo>
                      <a:pt x="54635" y="21084"/>
                      <a:pt x="53080" y="21279"/>
                      <a:pt x="51534" y="21279"/>
                    </a:cubicBezTo>
                    <a:cubicBezTo>
                      <a:pt x="49300" y="21279"/>
                      <a:pt x="47083" y="20871"/>
                      <a:pt x="45025" y="19893"/>
                    </a:cubicBezTo>
                    <a:cubicBezTo>
                      <a:pt x="41666" y="18314"/>
                      <a:pt x="39185" y="15432"/>
                      <a:pt x="36679" y="12775"/>
                    </a:cubicBezTo>
                    <a:cubicBezTo>
                      <a:pt x="33396" y="9317"/>
                      <a:pt x="29812" y="6234"/>
                      <a:pt x="25526" y="4028"/>
                    </a:cubicBezTo>
                    <a:cubicBezTo>
                      <a:pt x="23771" y="3126"/>
                      <a:pt x="21892" y="2525"/>
                      <a:pt x="19912" y="2424"/>
                    </a:cubicBezTo>
                    <a:cubicBezTo>
                      <a:pt x="19731" y="2417"/>
                      <a:pt x="19551" y="2413"/>
                      <a:pt x="19371" y="2413"/>
                    </a:cubicBezTo>
                    <a:cubicBezTo>
                      <a:pt x="17772" y="2413"/>
                      <a:pt x="16180" y="2708"/>
                      <a:pt x="14649" y="3226"/>
                    </a:cubicBezTo>
                    <a:cubicBezTo>
                      <a:pt x="11340" y="4354"/>
                      <a:pt x="8433" y="6435"/>
                      <a:pt x="5902" y="8815"/>
                    </a:cubicBezTo>
                    <a:cubicBezTo>
                      <a:pt x="4373" y="10244"/>
                      <a:pt x="2969" y="11798"/>
                      <a:pt x="1691" y="13452"/>
                    </a:cubicBezTo>
                    <a:cubicBezTo>
                      <a:pt x="3070" y="10896"/>
                      <a:pt x="4649" y="8440"/>
                      <a:pt x="6603" y="6309"/>
                    </a:cubicBezTo>
                    <a:cubicBezTo>
                      <a:pt x="9260" y="3402"/>
                      <a:pt x="12644" y="1297"/>
                      <a:pt x="16578" y="645"/>
                    </a:cubicBezTo>
                    <a:cubicBezTo>
                      <a:pt x="17612" y="471"/>
                      <a:pt x="18635" y="389"/>
                      <a:pt x="19646" y="389"/>
                    </a:cubicBezTo>
                    <a:close/>
                    <a:moveTo>
                      <a:pt x="19644" y="1"/>
                    </a:moveTo>
                    <a:cubicBezTo>
                      <a:pt x="16665" y="1"/>
                      <a:pt x="13704" y="665"/>
                      <a:pt x="11065" y="2149"/>
                    </a:cubicBezTo>
                    <a:cubicBezTo>
                      <a:pt x="7631" y="4104"/>
                      <a:pt x="5024" y="7186"/>
                      <a:pt x="2919" y="10495"/>
                    </a:cubicBezTo>
                    <a:cubicBezTo>
                      <a:pt x="1892" y="12149"/>
                      <a:pt x="964" y="13878"/>
                      <a:pt x="87" y="15633"/>
                    </a:cubicBezTo>
                    <a:cubicBezTo>
                      <a:pt x="1" y="15788"/>
                      <a:pt x="129" y="15932"/>
                      <a:pt x="266" y="15932"/>
                    </a:cubicBezTo>
                    <a:cubicBezTo>
                      <a:pt x="328" y="15932"/>
                      <a:pt x="391" y="15903"/>
                      <a:pt x="438" y="15833"/>
                    </a:cubicBezTo>
                    <a:cubicBezTo>
                      <a:pt x="1190" y="14655"/>
                      <a:pt x="2092" y="13577"/>
                      <a:pt x="2969" y="12500"/>
                    </a:cubicBezTo>
                    <a:cubicBezTo>
                      <a:pt x="4949" y="10169"/>
                      <a:pt x="7180" y="7988"/>
                      <a:pt x="9711" y="6259"/>
                    </a:cubicBezTo>
                    <a:cubicBezTo>
                      <a:pt x="12493" y="4304"/>
                      <a:pt x="15776" y="2851"/>
                      <a:pt x="19235" y="2825"/>
                    </a:cubicBezTo>
                    <a:cubicBezTo>
                      <a:pt x="21090" y="2825"/>
                      <a:pt x="22944" y="3252"/>
                      <a:pt x="24624" y="4054"/>
                    </a:cubicBezTo>
                    <a:cubicBezTo>
                      <a:pt x="26904" y="5106"/>
                      <a:pt x="29060" y="6510"/>
                      <a:pt x="31015" y="8064"/>
                    </a:cubicBezTo>
                    <a:cubicBezTo>
                      <a:pt x="34122" y="10520"/>
                      <a:pt x="36654" y="13527"/>
                      <a:pt x="39486" y="16309"/>
                    </a:cubicBezTo>
                    <a:cubicBezTo>
                      <a:pt x="41967" y="18765"/>
                      <a:pt x="44799" y="20720"/>
                      <a:pt x="48283" y="21397"/>
                    </a:cubicBezTo>
                    <a:cubicBezTo>
                      <a:pt x="49357" y="21609"/>
                      <a:pt x="50426" y="21703"/>
                      <a:pt x="51491" y="21703"/>
                    </a:cubicBezTo>
                    <a:cubicBezTo>
                      <a:pt x="53829" y="21703"/>
                      <a:pt x="56143" y="21249"/>
                      <a:pt x="58433" y="20595"/>
                    </a:cubicBezTo>
                    <a:cubicBezTo>
                      <a:pt x="61441" y="19743"/>
                      <a:pt x="64448" y="18590"/>
                      <a:pt x="67606" y="18465"/>
                    </a:cubicBezTo>
                    <a:cubicBezTo>
                      <a:pt x="67803" y="18455"/>
                      <a:pt x="67999" y="18451"/>
                      <a:pt x="68195" y="18451"/>
                    </a:cubicBezTo>
                    <a:cubicBezTo>
                      <a:pt x="69576" y="18451"/>
                      <a:pt x="70948" y="18684"/>
                      <a:pt x="72243" y="19166"/>
                    </a:cubicBezTo>
                    <a:cubicBezTo>
                      <a:pt x="74072" y="19868"/>
                      <a:pt x="75727" y="21046"/>
                      <a:pt x="77155" y="22425"/>
                    </a:cubicBezTo>
                    <a:cubicBezTo>
                      <a:pt x="79085" y="24254"/>
                      <a:pt x="80714" y="26410"/>
                      <a:pt x="82118" y="28690"/>
                    </a:cubicBezTo>
                    <a:cubicBezTo>
                      <a:pt x="83245" y="30495"/>
                      <a:pt x="84198" y="32450"/>
                      <a:pt x="84699" y="34530"/>
                    </a:cubicBezTo>
                    <a:cubicBezTo>
                      <a:pt x="85426" y="37512"/>
                      <a:pt x="85025" y="40645"/>
                      <a:pt x="83045" y="43051"/>
                    </a:cubicBezTo>
                    <a:cubicBezTo>
                      <a:pt x="81165" y="45332"/>
                      <a:pt x="78358" y="46710"/>
                      <a:pt x="75551" y="47462"/>
                    </a:cubicBezTo>
                    <a:cubicBezTo>
                      <a:pt x="73517" y="48008"/>
                      <a:pt x="71395" y="48281"/>
                      <a:pt x="69279" y="48281"/>
                    </a:cubicBezTo>
                    <a:cubicBezTo>
                      <a:pt x="68189" y="48281"/>
                      <a:pt x="67101" y="48209"/>
                      <a:pt x="66027" y="48064"/>
                    </a:cubicBezTo>
                    <a:cubicBezTo>
                      <a:pt x="62218" y="47588"/>
                      <a:pt x="58183" y="46159"/>
                      <a:pt x="55501" y="43302"/>
                    </a:cubicBezTo>
                    <a:cubicBezTo>
                      <a:pt x="53571" y="41247"/>
                      <a:pt x="52468" y="38390"/>
                      <a:pt x="52945" y="35557"/>
                    </a:cubicBezTo>
                    <a:cubicBezTo>
                      <a:pt x="53496" y="32224"/>
                      <a:pt x="56328" y="29868"/>
                      <a:pt x="59336" y="28665"/>
                    </a:cubicBezTo>
                    <a:cubicBezTo>
                      <a:pt x="60716" y="28116"/>
                      <a:pt x="62210" y="27780"/>
                      <a:pt x="63701" y="27780"/>
                    </a:cubicBezTo>
                    <a:cubicBezTo>
                      <a:pt x="64321" y="27780"/>
                      <a:pt x="64940" y="27838"/>
                      <a:pt x="65551" y="27963"/>
                    </a:cubicBezTo>
                    <a:cubicBezTo>
                      <a:pt x="67581" y="28364"/>
                      <a:pt x="69361" y="29567"/>
                      <a:pt x="70514" y="31297"/>
                    </a:cubicBezTo>
                    <a:cubicBezTo>
                      <a:pt x="72343" y="34029"/>
                      <a:pt x="72519" y="38164"/>
                      <a:pt x="69887" y="40470"/>
                    </a:cubicBezTo>
                    <a:cubicBezTo>
                      <a:pt x="68922" y="41298"/>
                      <a:pt x="67454" y="41818"/>
                      <a:pt x="66078" y="41818"/>
                    </a:cubicBezTo>
                    <a:cubicBezTo>
                      <a:pt x="64415" y="41818"/>
                      <a:pt x="62886" y="41059"/>
                      <a:pt x="62544" y="39167"/>
                    </a:cubicBezTo>
                    <a:cubicBezTo>
                      <a:pt x="62343" y="37989"/>
                      <a:pt x="62619" y="36685"/>
                      <a:pt x="63270" y="35683"/>
                    </a:cubicBezTo>
                    <a:cubicBezTo>
                      <a:pt x="63840" y="34801"/>
                      <a:pt x="64666" y="34350"/>
                      <a:pt x="65609" y="34350"/>
                    </a:cubicBezTo>
                    <a:cubicBezTo>
                      <a:pt x="65952" y="34350"/>
                      <a:pt x="66311" y="34410"/>
                      <a:pt x="66679" y="34530"/>
                    </a:cubicBezTo>
                    <a:cubicBezTo>
                      <a:pt x="67506" y="34806"/>
                      <a:pt x="68133" y="35583"/>
                      <a:pt x="68082" y="36460"/>
                    </a:cubicBezTo>
                    <a:cubicBezTo>
                      <a:pt x="68057" y="36560"/>
                      <a:pt x="68133" y="36635"/>
                      <a:pt x="68208" y="36660"/>
                    </a:cubicBezTo>
                    <a:cubicBezTo>
                      <a:pt x="68235" y="36669"/>
                      <a:pt x="68263" y="36675"/>
                      <a:pt x="68290" y="36675"/>
                    </a:cubicBezTo>
                    <a:cubicBezTo>
                      <a:pt x="68338" y="36675"/>
                      <a:pt x="68386" y="36658"/>
                      <a:pt x="68433" y="36610"/>
                    </a:cubicBezTo>
                    <a:cubicBezTo>
                      <a:pt x="69511" y="35432"/>
                      <a:pt x="69210" y="33552"/>
                      <a:pt x="68108" y="32500"/>
                    </a:cubicBezTo>
                    <a:cubicBezTo>
                      <a:pt x="67411" y="31817"/>
                      <a:pt x="66488" y="31533"/>
                      <a:pt x="65543" y="31533"/>
                    </a:cubicBezTo>
                    <a:cubicBezTo>
                      <a:pt x="64685" y="31533"/>
                      <a:pt x="63809" y="31767"/>
                      <a:pt x="63070" y="32149"/>
                    </a:cubicBezTo>
                    <a:cubicBezTo>
                      <a:pt x="60213" y="33628"/>
                      <a:pt x="59085" y="37362"/>
                      <a:pt x="60037" y="40319"/>
                    </a:cubicBezTo>
                    <a:cubicBezTo>
                      <a:pt x="60930" y="43135"/>
                      <a:pt x="63720" y="44916"/>
                      <a:pt x="66572" y="44916"/>
                    </a:cubicBezTo>
                    <a:cubicBezTo>
                      <a:pt x="67325" y="44916"/>
                      <a:pt x="68082" y="44792"/>
                      <a:pt x="68809" y="44530"/>
                    </a:cubicBezTo>
                    <a:cubicBezTo>
                      <a:pt x="72368" y="43277"/>
                      <a:pt x="74524" y="39568"/>
                      <a:pt x="74473" y="35883"/>
                    </a:cubicBezTo>
                    <a:cubicBezTo>
                      <a:pt x="74473" y="33778"/>
                      <a:pt x="73822" y="31698"/>
                      <a:pt x="72819" y="29843"/>
                    </a:cubicBezTo>
                    <a:cubicBezTo>
                      <a:pt x="71867" y="28064"/>
                      <a:pt x="70539" y="26284"/>
                      <a:pt x="68784" y="25181"/>
                    </a:cubicBezTo>
                    <a:cubicBezTo>
                      <a:pt x="67370" y="24325"/>
                      <a:pt x="65721" y="24036"/>
                      <a:pt x="64083" y="24036"/>
                    </a:cubicBezTo>
                    <a:cubicBezTo>
                      <a:pt x="63515" y="24036"/>
                      <a:pt x="62948" y="24071"/>
                      <a:pt x="62393" y="24129"/>
                    </a:cubicBezTo>
                    <a:cubicBezTo>
                      <a:pt x="60288" y="24379"/>
                      <a:pt x="58258" y="24981"/>
                      <a:pt x="56353" y="25908"/>
                    </a:cubicBezTo>
                    <a:cubicBezTo>
                      <a:pt x="54448" y="26836"/>
                      <a:pt x="52594" y="28114"/>
                      <a:pt x="51190" y="29743"/>
                    </a:cubicBezTo>
                    <a:cubicBezTo>
                      <a:pt x="49787" y="31397"/>
                      <a:pt x="49085" y="33377"/>
                      <a:pt x="49035" y="35557"/>
                    </a:cubicBezTo>
                    <a:cubicBezTo>
                      <a:pt x="48960" y="39367"/>
                      <a:pt x="50739" y="43026"/>
                      <a:pt x="53396" y="45708"/>
                    </a:cubicBezTo>
                    <a:cubicBezTo>
                      <a:pt x="56328" y="48690"/>
                      <a:pt x="60263" y="50395"/>
                      <a:pt x="64373" y="51071"/>
                    </a:cubicBezTo>
                    <a:cubicBezTo>
                      <a:pt x="65969" y="51328"/>
                      <a:pt x="67608" y="51455"/>
                      <a:pt x="69253" y="51455"/>
                    </a:cubicBezTo>
                    <a:cubicBezTo>
                      <a:pt x="71949" y="51455"/>
                      <a:pt x="74662" y="51114"/>
                      <a:pt x="77230" y="50445"/>
                    </a:cubicBezTo>
                    <a:cubicBezTo>
                      <a:pt x="81065" y="49467"/>
                      <a:pt x="84699" y="47387"/>
                      <a:pt x="86604" y="43778"/>
                    </a:cubicBezTo>
                    <a:cubicBezTo>
                      <a:pt x="88509" y="40194"/>
                      <a:pt x="88584" y="35883"/>
                      <a:pt x="87431" y="32049"/>
                    </a:cubicBezTo>
                    <a:cubicBezTo>
                      <a:pt x="86178" y="27888"/>
                      <a:pt x="83621" y="24154"/>
                      <a:pt x="80739" y="20946"/>
                    </a:cubicBezTo>
                    <a:cubicBezTo>
                      <a:pt x="79311" y="19342"/>
                      <a:pt x="77681" y="17863"/>
                      <a:pt x="75827" y="16760"/>
                    </a:cubicBezTo>
                    <a:cubicBezTo>
                      <a:pt x="73947" y="15633"/>
                      <a:pt x="71842" y="14906"/>
                      <a:pt x="69686" y="14605"/>
                    </a:cubicBezTo>
                    <a:cubicBezTo>
                      <a:pt x="69014" y="14522"/>
                      <a:pt x="68346" y="14482"/>
                      <a:pt x="67682" y="14482"/>
                    </a:cubicBezTo>
                    <a:cubicBezTo>
                      <a:pt x="66144" y="14482"/>
                      <a:pt x="64626" y="14696"/>
                      <a:pt x="63120" y="15081"/>
                    </a:cubicBezTo>
                    <a:cubicBezTo>
                      <a:pt x="60940" y="15633"/>
                      <a:pt x="58859" y="16435"/>
                      <a:pt x="56704" y="17061"/>
                    </a:cubicBezTo>
                    <a:cubicBezTo>
                      <a:pt x="55194" y="17474"/>
                      <a:pt x="53633" y="17810"/>
                      <a:pt x="52067" y="17810"/>
                    </a:cubicBezTo>
                    <a:cubicBezTo>
                      <a:pt x="51449" y="17810"/>
                      <a:pt x="50830" y="17758"/>
                      <a:pt x="50213" y="17638"/>
                    </a:cubicBezTo>
                    <a:cubicBezTo>
                      <a:pt x="48158" y="17262"/>
                      <a:pt x="46303" y="16159"/>
                      <a:pt x="44724" y="14831"/>
                    </a:cubicBezTo>
                    <a:cubicBezTo>
                      <a:pt x="43145" y="13527"/>
                      <a:pt x="41792" y="12024"/>
                      <a:pt x="40363" y="10595"/>
                    </a:cubicBezTo>
                    <a:cubicBezTo>
                      <a:pt x="38784" y="8991"/>
                      <a:pt x="37155" y="7487"/>
                      <a:pt x="35375" y="6109"/>
                    </a:cubicBezTo>
                    <a:cubicBezTo>
                      <a:pt x="31917" y="3402"/>
                      <a:pt x="27982" y="1247"/>
                      <a:pt x="23671" y="394"/>
                    </a:cubicBezTo>
                    <a:cubicBezTo>
                      <a:pt x="22344" y="137"/>
                      <a:pt x="20992" y="1"/>
                      <a:pt x="196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21"/>
              <p:cNvSpPr/>
              <p:nvPr/>
            </p:nvSpPr>
            <p:spPr>
              <a:xfrm>
                <a:off x="2608550" y="3985450"/>
                <a:ext cx="711800" cy="654975"/>
              </a:xfrm>
              <a:custGeom>
                <a:rect b="b" l="l" r="r" t="t"/>
                <a:pathLst>
                  <a:path extrusionOk="0" h="26199" w="28472">
                    <a:moveTo>
                      <a:pt x="16867" y="0"/>
                    </a:moveTo>
                    <a:cubicBezTo>
                      <a:pt x="14225" y="0"/>
                      <a:pt x="11625" y="941"/>
                      <a:pt x="9323" y="2163"/>
                    </a:cubicBezTo>
                    <a:cubicBezTo>
                      <a:pt x="6416" y="3717"/>
                      <a:pt x="3734" y="5847"/>
                      <a:pt x="2005" y="8679"/>
                    </a:cubicBezTo>
                    <a:cubicBezTo>
                      <a:pt x="702" y="10810"/>
                      <a:pt x="0" y="13291"/>
                      <a:pt x="50" y="15797"/>
                    </a:cubicBezTo>
                    <a:cubicBezTo>
                      <a:pt x="100" y="17902"/>
                      <a:pt x="677" y="20033"/>
                      <a:pt x="1805" y="21837"/>
                    </a:cubicBezTo>
                    <a:cubicBezTo>
                      <a:pt x="2807" y="23466"/>
                      <a:pt x="4286" y="24544"/>
                      <a:pt x="6015" y="25371"/>
                    </a:cubicBezTo>
                    <a:cubicBezTo>
                      <a:pt x="6692" y="25672"/>
                      <a:pt x="7419" y="25973"/>
                      <a:pt x="8171" y="26198"/>
                    </a:cubicBezTo>
                    <a:cubicBezTo>
                      <a:pt x="11579" y="25547"/>
                      <a:pt x="14988" y="24895"/>
                      <a:pt x="18396" y="24268"/>
                    </a:cubicBezTo>
                    <a:cubicBezTo>
                      <a:pt x="20151" y="22113"/>
                      <a:pt x="20527" y="19030"/>
                      <a:pt x="20326" y="16374"/>
                    </a:cubicBezTo>
                    <a:cubicBezTo>
                      <a:pt x="20176" y="14093"/>
                      <a:pt x="19349" y="11587"/>
                      <a:pt x="17218" y="10434"/>
                    </a:cubicBezTo>
                    <a:cubicBezTo>
                      <a:pt x="16412" y="9991"/>
                      <a:pt x="15533" y="9790"/>
                      <a:pt x="14650" y="9790"/>
                    </a:cubicBezTo>
                    <a:cubicBezTo>
                      <a:pt x="11884" y="9790"/>
                      <a:pt x="9075" y="11759"/>
                      <a:pt x="8296" y="14419"/>
                    </a:cubicBezTo>
                    <a:cubicBezTo>
                      <a:pt x="7770" y="16273"/>
                      <a:pt x="7895" y="19657"/>
                      <a:pt x="10326" y="20008"/>
                    </a:cubicBezTo>
                    <a:cubicBezTo>
                      <a:pt x="10475" y="20030"/>
                      <a:pt x="10627" y="20041"/>
                      <a:pt x="10781" y="20041"/>
                    </a:cubicBezTo>
                    <a:cubicBezTo>
                      <a:pt x="12187" y="20041"/>
                      <a:pt x="13769" y="19147"/>
                      <a:pt x="14537" y="17927"/>
                    </a:cubicBezTo>
                    <a:lnTo>
                      <a:pt x="14537" y="17927"/>
                    </a:lnTo>
                    <a:cubicBezTo>
                      <a:pt x="14010" y="18178"/>
                      <a:pt x="13434" y="18328"/>
                      <a:pt x="12882" y="18328"/>
                    </a:cubicBezTo>
                    <a:cubicBezTo>
                      <a:pt x="12856" y="18329"/>
                      <a:pt x="12830" y="18330"/>
                      <a:pt x="12804" y="18330"/>
                    </a:cubicBezTo>
                    <a:cubicBezTo>
                      <a:pt x="11311" y="18330"/>
                      <a:pt x="10802" y="16927"/>
                      <a:pt x="10802" y="15597"/>
                    </a:cubicBezTo>
                    <a:cubicBezTo>
                      <a:pt x="10827" y="14143"/>
                      <a:pt x="12130" y="13241"/>
                      <a:pt x="13459" y="13015"/>
                    </a:cubicBezTo>
                    <a:cubicBezTo>
                      <a:pt x="13706" y="12973"/>
                      <a:pt x="13953" y="12952"/>
                      <a:pt x="14196" y="12952"/>
                    </a:cubicBezTo>
                    <a:cubicBezTo>
                      <a:pt x="15532" y="12952"/>
                      <a:pt x="16769" y="13586"/>
                      <a:pt x="17469" y="14795"/>
                    </a:cubicBezTo>
                    <a:cubicBezTo>
                      <a:pt x="18446" y="16424"/>
                      <a:pt x="18296" y="18579"/>
                      <a:pt x="17444" y="20233"/>
                    </a:cubicBezTo>
                    <a:cubicBezTo>
                      <a:pt x="16183" y="22696"/>
                      <a:pt x="13404" y="24013"/>
                      <a:pt x="10690" y="24013"/>
                    </a:cubicBezTo>
                    <a:cubicBezTo>
                      <a:pt x="9952" y="24013"/>
                      <a:pt x="9218" y="23915"/>
                      <a:pt x="8521" y="23717"/>
                    </a:cubicBezTo>
                    <a:cubicBezTo>
                      <a:pt x="4562" y="22564"/>
                      <a:pt x="2757" y="18203"/>
                      <a:pt x="3434" y="14343"/>
                    </a:cubicBezTo>
                    <a:cubicBezTo>
                      <a:pt x="4211" y="10058"/>
                      <a:pt x="7719" y="6474"/>
                      <a:pt x="11679" y="4895"/>
                    </a:cubicBezTo>
                    <a:cubicBezTo>
                      <a:pt x="13044" y="4356"/>
                      <a:pt x="14524" y="4036"/>
                      <a:pt x="16000" y="4036"/>
                    </a:cubicBezTo>
                    <a:cubicBezTo>
                      <a:pt x="16585" y="4036"/>
                      <a:pt x="17169" y="4086"/>
                      <a:pt x="17745" y="4193"/>
                    </a:cubicBezTo>
                    <a:cubicBezTo>
                      <a:pt x="19800" y="4544"/>
                      <a:pt x="21604" y="5697"/>
                      <a:pt x="22807" y="7376"/>
                    </a:cubicBezTo>
                    <a:cubicBezTo>
                      <a:pt x="25715" y="11361"/>
                      <a:pt x="24837" y="16649"/>
                      <a:pt x="22732" y="20760"/>
                    </a:cubicBezTo>
                    <a:cubicBezTo>
                      <a:pt x="22181" y="21812"/>
                      <a:pt x="21529" y="22840"/>
                      <a:pt x="20827" y="23792"/>
                    </a:cubicBezTo>
                    <a:cubicBezTo>
                      <a:pt x="22506" y="23491"/>
                      <a:pt x="24211" y="23166"/>
                      <a:pt x="25890" y="22840"/>
                    </a:cubicBezTo>
                    <a:cubicBezTo>
                      <a:pt x="26216" y="22063"/>
                      <a:pt x="26517" y="21286"/>
                      <a:pt x="26767" y="20509"/>
                    </a:cubicBezTo>
                    <a:cubicBezTo>
                      <a:pt x="28471" y="15246"/>
                      <a:pt x="28221" y="8780"/>
                      <a:pt x="24887" y="4193"/>
                    </a:cubicBezTo>
                    <a:cubicBezTo>
                      <a:pt x="23384" y="2138"/>
                      <a:pt x="21228" y="634"/>
                      <a:pt x="18697" y="158"/>
                    </a:cubicBezTo>
                    <a:cubicBezTo>
                      <a:pt x="18087" y="50"/>
                      <a:pt x="17476" y="0"/>
                      <a:pt x="16867"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21"/>
              <p:cNvSpPr/>
              <p:nvPr/>
            </p:nvSpPr>
            <p:spPr>
              <a:xfrm>
                <a:off x="1474450" y="2734875"/>
                <a:ext cx="452400" cy="757050"/>
              </a:xfrm>
              <a:custGeom>
                <a:rect b="b" l="l" r="r" t="t"/>
                <a:pathLst>
                  <a:path extrusionOk="0" h="30282" w="18096">
                    <a:moveTo>
                      <a:pt x="12305" y="1"/>
                    </a:moveTo>
                    <a:cubicBezTo>
                      <a:pt x="10483" y="1"/>
                      <a:pt x="8674" y="1019"/>
                      <a:pt x="7294" y="2136"/>
                    </a:cubicBezTo>
                    <a:cubicBezTo>
                      <a:pt x="4061" y="4792"/>
                      <a:pt x="1880" y="8652"/>
                      <a:pt x="0" y="12361"/>
                    </a:cubicBezTo>
                    <a:cubicBezTo>
                      <a:pt x="101" y="13414"/>
                      <a:pt x="226" y="14466"/>
                      <a:pt x="351" y="15519"/>
                    </a:cubicBezTo>
                    <a:cubicBezTo>
                      <a:pt x="1279" y="14216"/>
                      <a:pt x="2206" y="12938"/>
                      <a:pt x="3208" y="11684"/>
                    </a:cubicBezTo>
                    <a:cubicBezTo>
                      <a:pt x="4587" y="9905"/>
                      <a:pt x="6066" y="8151"/>
                      <a:pt x="7770" y="6697"/>
                    </a:cubicBezTo>
                    <a:cubicBezTo>
                      <a:pt x="8724" y="5883"/>
                      <a:pt x="10002" y="4874"/>
                      <a:pt x="11343" y="4874"/>
                    </a:cubicBezTo>
                    <a:cubicBezTo>
                      <a:pt x="11447" y="4874"/>
                      <a:pt x="11550" y="4880"/>
                      <a:pt x="11655" y="4892"/>
                    </a:cubicBezTo>
                    <a:cubicBezTo>
                      <a:pt x="12206" y="4968"/>
                      <a:pt x="12732" y="5243"/>
                      <a:pt x="13008" y="5745"/>
                    </a:cubicBezTo>
                    <a:cubicBezTo>
                      <a:pt x="13284" y="6271"/>
                      <a:pt x="13234" y="6923"/>
                      <a:pt x="13108" y="7474"/>
                    </a:cubicBezTo>
                    <a:cubicBezTo>
                      <a:pt x="12933" y="8351"/>
                      <a:pt x="12557" y="9178"/>
                      <a:pt x="12156" y="9955"/>
                    </a:cubicBezTo>
                    <a:cubicBezTo>
                      <a:pt x="11630" y="11033"/>
                      <a:pt x="11003" y="12060"/>
                      <a:pt x="10376" y="13063"/>
                    </a:cubicBezTo>
                    <a:cubicBezTo>
                      <a:pt x="7745" y="17223"/>
                      <a:pt x="4787" y="21133"/>
                      <a:pt x="2181" y="25269"/>
                    </a:cubicBezTo>
                    <a:cubicBezTo>
                      <a:pt x="2582" y="26948"/>
                      <a:pt x="3033" y="28627"/>
                      <a:pt x="3509" y="30281"/>
                    </a:cubicBezTo>
                    <a:cubicBezTo>
                      <a:pt x="3559" y="30206"/>
                      <a:pt x="3584" y="30131"/>
                      <a:pt x="3635" y="30056"/>
                    </a:cubicBezTo>
                    <a:cubicBezTo>
                      <a:pt x="5940" y="25795"/>
                      <a:pt x="9574" y="22512"/>
                      <a:pt x="12582" y="18752"/>
                    </a:cubicBezTo>
                    <a:cubicBezTo>
                      <a:pt x="15489" y="15118"/>
                      <a:pt x="18096" y="10406"/>
                      <a:pt x="17344" y="5569"/>
                    </a:cubicBezTo>
                    <a:cubicBezTo>
                      <a:pt x="17018" y="3364"/>
                      <a:pt x="15915" y="857"/>
                      <a:pt x="13584" y="181"/>
                    </a:cubicBezTo>
                    <a:cubicBezTo>
                      <a:pt x="13161" y="57"/>
                      <a:pt x="12733" y="1"/>
                      <a:pt x="1230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21"/>
              <p:cNvSpPr/>
              <p:nvPr/>
            </p:nvSpPr>
            <p:spPr>
              <a:xfrm>
                <a:off x="1854150" y="3982125"/>
                <a:ext cx="683600" cy="732850"/>
              </a:xfrm>
              <a:custGeom>
                <a:rect b="b" l="l" r="r" t="t"/>
                <a:pathLst>
                  <a:path extrusionOk="0" h="29314" w="27344">
                    <a:moveTo>
                      <a:pt x="21921" y="1"/>
                    </a:moveTo>
                    <a:cubicBezTo>
                      <a:pt x="20696" y="1"/>
                      <a:pt x="19452" y="216"/>
                      <a:pt x="18321" y="491"/>
                    </a:cubicBezTo>
                    <a:cubicBezTo>
                      <a:pt x="13986" y="1544"/>
                      <a:pt x="10126" y="3950"/>
                      <a:pt x="5840" y="5203"/>
                    </a:cubicBezTo>
                    <a:cubicBezTo>
                      <a:pt x="4323" y="5648"/>
                      <a:pt x="2741" y="5930"/>
                      <a:pt x="1146" y="5930"/>
                    </a:cubicBezTo>
                    <a:cubicBezTo>
                      <a:pt x="765" y="5930"/>
                      <a:pt x="383" y="5914"/>
                      <a:pt x="1" y="5880"/>
                    </a:cubicBezTo>
                    <a:lnTo>
                      <a:pt x="1" y="5880"/>
                    </a:lnTo>
                    <a:cubicBezTo>
                      <a:pt x="803" y="7108"/>
                      <a:pt x="1605" y="8336"/>
                      <a:pt x="2432" y="9514"/>
                    </a:cubicBezTo>
                    <a:cubicBezTo>
                      <a:pt x="2757" y="9489"/>
                      <a:pt x="3058" y="9439"/>
                      <a:pt x="3384" y="9389"/>
                    </a:cubicBezTo>
                    <a:cubicBezTo>
                      <a:pt x="6943" y="8862"/>
                      <a:pt x="10276" y="7459"/>
                      <a:pt x="13484" y="5855"/>
                    </a:cubicBezTo>
                    <a:cubicBezTo>
                      <a:pt x="15138" y="5028"/>
                      <a:pt x="16717" y="4050"/>
                      <a:pt x="18422" y="3374"/>
                    </a:cubicBezTo>
                    <a:cubicBezTo>
                      <a:pt x="19110" y="3098"/>
                      <a:pt x="19917" y="2835"/>
                      <a:pt x="20696" y="2835"/>
                    </a:cubicBezTo>
                    <a:cubicBezTo>
                      <a:pt x="21051" y="2835"/>
                      <a:pt x="21400" y="2889"/>
                      <a:pt x="21730" y="3023"/>
                    </a:cubicBezTo>
                    <a:cubicBezTo>
                      <a:pt x="23660" y="3800"/>
                      <a:pt x="23309" y="6632"/>
                      <a:pt x="23033" y="8261"/>
                    </a:cubicBezTo>
                    <a:cubicBezTo>
                      <a:pt x="22808" y="9689"/>
                      <a:pt x="22407" y="11068"/>
                      <a:pt x="21956" y="12446"/>
                    </a:cubicBezTo>
                    <a:cubicBezTo>
                      <a:pt x="21555" y="13574"/>
                      <a:pt x="21078" y="14677"/>
                      <a:pt x="20752" y="15830"/>
                    </a:cubicBezTo>
                    <a:cubicBezTo>
                      <a:pt x="20151" y="17885"/>
                      <a:pt x="19925" y="20065"/>
                      <a:pt x="20101" y="22221"/>
                    </a:cubicBezTo>
                    <a:cubicBezTo>
                      <a:pt x="20251" y="24577"/>
                      <a:pt x="20903" y="26908"/>
                      <a:pt x="22206" y="28863"/>
                    </a:cubicBezTo>
                    <a:cubicBezTo>
                      <a:pt x="22331" y="29013"/>
                      <a:pt x="22432" y="29163"/>
                      <a:pt x="22532" y="29314"/>
                    </a:cubicBezTo>
                    <a:cubicBezTo>
                      <a:pt x="24061" y="29038"/>
                      <a:pt x="25565" y="28737"/>
                      <a:pt x="27093" y="28462"/>
                    </a:cubicBezTo>
                    <a:cubicBezTo>
                      <a:pt x="26467" y="27960"/>
                      <a:pt x="25890" y="27384"/>
                      <a:pt x="25414" y="26757"/>
                    </a:cubicBezTo>
                    <a:cubicBezTo>
                      <a:pt x="23961" y="24827"/>
                      <a:pt x="23635" y="22321"/>
                      <a:pt x="23860" y="19965"/>
                    </a:cubicBezTo>
                    <a:cubicBezTo>
                      <a:pt x="24336" y="15354"/>
                      <a:pt x="26868" y="11193"/>
                      <a:pt x="27244" y="6557"/>
                    </a:cubicBezTo>
                    <a:cubicBezTo>
                      <a:pt x="27344" y="5404"/>
                      <a:pt x="27319" y="4176"/>
                      <a:pt x="27018" y="3023"/>
                    </a:cubicBezTo>
                    <a:cubicBezTo>
                      <a:pt x="26692" y="1845"/>
                      <a:pt x="25940" y="993"/>
                      <a:pt x="24813" y="517"/>
                    </a:cubicBezTo>
                    <a:cubicBezTo>
                      <a:pt x="23911" y="144"/>
                      <a:pt x="22922" y="1"/>
                      <a:pt x="21921"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21"/>
              <p:cNvSpPr/>
              <p:nvPr/>
            </p:nvSpPr>
            <p:spPr>
              <a:xfrm>
                <a:off x="1914925" y="4052975"/>
                <a:ext cx="530725" cy="664500"/>
              </a:xfrm>
              <a:custGeom>
                <a:rect b="b" l="l" r="r" t="t"/>
                <a:pathLst>
                  <a:path extrusionOk="0" h="26580" w="21229">
                    <a:moveTo>
                      <a:pt x="18265" y="1"/>
                    </a:moveTo>
                    <a:cubicBezTo>
                      <a:pt x="17486" y="1"/>
                      <a:pt x="16679" y="264"/>
                      <a:pt x="15991" y="540"/>
                    </a:cubicBezTo>
                    <a:cubicBezTo>
                      <a:pt x="14286" y="1216"/>
                      <a:pt x="12707" y="2194"/>
                      <a:pt x="11053" y="3021"/>
                    </a:cubicBezTo>
                    <a:cubicBezTo>
                      <a:pt x="7845" y="4625"/>
                      <a:pt x="4512" y="6028"/>
                      <a:pt x="953" y="6555"/>
                    </a:cubicBezTo>
                    <a:cubicBezTo>
                      <a:pt x="627" y="6605"/>
                      <a:pt x="326" y="6655"/>
                      <a:pt x="1" y="6680"/>
                    </a:cubicBezTo>
                    <a:cubicBezTo>
                      <a:pt x="101" y="6805"/>
                      <a:pt x="176" y="6931"/>
                      <a:pt x="251" y="7056"/>
                    </a:cubicBezTo>
                    <a:cubicBezTo>
                      <a:pt x="2206" y="6830"/>
                      <a:pt x="4111" y="6354"/>
                      <a:pt x="5991" y="5703"/>
                    </a:cubicBezTo>
                    <a:cubicBezTo>
                      <a:pt x="7695" y="5076"/>
                      <a:pt x="9349" y="4324"/>
                      <a:pt x="11003" y="3522"/>
                    </a:cubicBezTo>
                    <a:cubicBezTo>
                      <a:pt x="11855" y="3071"/>
                      <a:pt x="12707" y="2645"/>
                      <a:pt x="13585" y="2194"/>
                    </a:cubicBezTo>
                    <a:cubicBezTo>
                      <a:pt x="14437" y="1743"/>
                      <a:pt x="15289" y="1266"/>
                      <a:pt x="16191" y="916"/>
                    </a:cubicBezTo>
                    <a:cubicBezTo>
                      <a:pt x="16793" y="678"/>
                      <a:pt x="17566" y="410"/>
                      <a:pt x="18294" y="410"/>
                    </a:cubicBezTo>
                    <a:cubicBezTo>
                      <a:pt x="18717" y="410"/>
                      <a:pt x="19124" y="501"/>
                      <a:pt x="19474" y="740"/>
                    </a:cubicBezTo>
                    <a:cubicBezTo>
                      <a:pt x="20226" y="1266"/>
                      <a:pt x="20377" y="2344"/>
                      <a:pt x="20402" y="3221"/>
                    </a:cubicBezTo>
                    <a:cubicBezTo>
                      <a:pt x="20427" y="4525"/>
                      <a:pt x="20151" y="5853"/>
                      <a:pt x="19825" y="7131"/>
                    </a:cubicBezTo>
                    <a:cubicBezTo>
                      <a:pt x="19449" y="8610"/>
                      <a:pt x="18948" y="10064"/>
                      <a:pt x="18397" y="11467"/>
                    </a:cubicBezTo>
                    <a:cubicBezTo>
                      <a:pt x="17620" y="13472"/>
                      <a:pt x="17244" y="15577"/>
                      <a:pt x="17194" y="17708"/>
                    </a:cubicBezTo>
                    <a:cubicBezTo>
                      <a:pt x="17144" y="20039"/>
                      <a:pt x="17519" y="22394"/>
                      <a:pt x="18472" y="24525"/>
                    </a:cubicBezTo>
                    <a:cubicBezTo>
                      <a:pt x="18798" y="25252"/>
                      <a:pt x="19199" y="25928"/>
                      <a:pt x="19675" y="26580"/>
                    </a:cubicBezTo>
                    <a:cubicBezTo>
                      <a:pt x="19825" y="26530"/>
                      <a:pt x="19976" y="26505"/>
                      <a:pt x="20101" y="26480"/>
                    </a:cubicBezTo>
                    <a:cubicBezTo>
                      <a:pt x="20001" y="26329"/>
                      <a:pt x="19900" y="26204"/>
                      <a:pt x="19775" y="26029"/>
                    </a:cubicBezTo>
                    <a:cubicBezTo>
                      <a:pt x="18472" y="24074"/>
                      <a:pt x="17820" y="21743"/>
                      <a:pt x="17670" y="19387"/>
                    </a:cubicBezTo>
                    <a:cubicBezTo>
                      <a:pt x="17494" y="17231"/>
                      <a:pt x="17720" y="15051"/>
                      <a:pt x="18321" y="12996"/>
                    </a:cubicBezTo>
                    <a:cubicBezTo>
                      <a:pt x="18647" y="11843"/>
                      <a:pt x="19124" y="10740"/>
                      <a:pt x="19525" y="9612"/>
                    </a:cubicBezTo>
                    <a:cubicBezTo>
                      <a:pt x="19976" y="8234"/>
                      <a:pt x="20377" y="6855"/>
                      <a:pt x="20602" y="5427"/>
                    </a:cubicBezTo>
                    <a:cubicBezTo>
                      <a:pt x="20878" y="3798"/>
                      <a:pt x="21229" y="966"/>
                      <a:pt x="19299" y="189"/>
                    </a:cubicBezTo>
                    <a:cubicBezTo>
                      <a:pt x="18969" y="55"/>
                      <a:pt x="18620" y="1"/>
                      <a:pt x="1826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21"/>
              <p:cNvSpPr/>
              <p:nvPr/>
            </p:nvSpPr>
            <p:spPr>
              <a:xfrm>
                <a:off x="1472575" y="2725100"/>
                <a:ext cx="454275" cy="780600"/>
              </a:xfrm>
              <a:custGeom>
                <a:rect b="b" l="l" r="r" t="t"/>
                <a:pathLst>
                  <a:path extrusionOk="0" h="31224" w="18171">
                    <a:moveTo>
                      <a:pt x="12358" y="0"/>
                    </a:moveTo>
                    <a:cubicBezTo>
                      <a:pt x="12029" y="0"/>
                      <a:pt x="11694" y="32"/>
                      <a:pt x="11354" y="95"/>
                    </a:cubicBezTo>
                    <a:cubicBezTo>
                      <a:pt x="9299" y="471"/>
                      <a:pt x="7469" y="1750"/>
                      <a:pt x="6015" y="3203"/>
                    </a:cubicBezTo>
                    <a:cubicBezTo>
                      <a:pt x="4537" y="4707"/>
                      <a:pt x="3258" y="6386"/>
                      <a:pt x="2156" y="8166"/>
                    </a:cubicBezTo>
                    <a:cubicBezTo>
                      <a:pt x="1379" y="9419"/>
                      <a:pt x="677" y="10697"/>
                      <a:pt x="0" y="12000"/>
                    </a:cubicBezTo>
                    <a:cubicBezTo>
                      <a:pt x="25" y="12251"/>
                      <a:pt x="50" y="12502"/>
                      <a:pt x="75" y="12752"/>
                    </a:cubicBezTo>
                    <a:cubicBezTo>
                      <a:pt x="1955" y="9043"/>
                      <a:pt x="4136" y="5183"/>
                      <a:pt x="7369" y="2527"/>
                    </a:cubicBezTo>
                    <a:cubicBezTo>
                      <a:pt x="8749" y="1410"/>
                      <a:pt x="10558" y="392"/>
                      <a:pt x="12380" y="392"/>
                    </a:cubicBezTo>
                    <a:cubicBezTo>
                      <a:pt x="12808" y="392"/>
                      <a:pt x="13236" y="448"/>
                      <a:pt x="13659" y="572"/>
                    </a:cubicBezTo>
                    <a:cubicBezTo>
                      <a:pt x="15990" y="1248"/>
                      <a:pt x="17093" y="3755"/>
                      <a:pt x="17419" y="5960"/>
                    </a:cubicBezTo>
                    <a:cubicBezTo>
                      <a:pt x="18171" y="10797"/>
                      <a:pt x="15564" y="15509"/>
                      <a:pt x="12657" y="19143"/>
                    </a:cubicBezTo>
                    <a:cubicBezTo>
                      <a:pt x="9649" y="22903"/>
                      <a:pt x="6015" y="26186"/>
                      <a:pt x="3710" y="30447"/>
                    </a:cubicBezTo>
                    <a:cubicBezTo>
                      <a:pt x="3659" y="30522"/>
                      <a:pt x="3634" y="30597"/>
                      <a:pt x="3584" y="30672"/>
                    </a:cubicBezTo>
                    <a:cubicBezTo>
                      <a:pt x="3634" y="30848"/>
                      <a:pt x="3710" y="31048"/>
                      <a:pt x="3760" y="31223"/>
                    </a:cubicBezTo>
                    <a:cubicBezTo>
                      <a:pt x="5890" y="27013"/>
                      <a:pt x="9374" y="23755"/>
                      <a:pt x="12356" y="20171"/>
                    </a:cubicBezTo>
                    <a:cubicBezTo>
                      <a:pt x="15188" y="16762"/>
                      <a:pt x="17720" y="12727"/>
                      <a:pt x="17945" y="8191"/>
                    </a:cubicBezTo>
                    <a:cubicBezTo>
                      <a:pt x="18045" y="6111"/>
                      <a:pt x="17644" y="3830"/>
                      <a:pt x="16416" y="2126"/>
                    </a:cubicBezTo>
                    <a:cubicBezTo>
                      <a:pt x="15417" y="752"/>
                      <a:pt x="13969" y="0"/>
                      <a:pt x="123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21"/>
              <p:cNvSpPr/>
              <p:nvPr/>
            </p:nvSpPr>
            <p:spPr>
              <a:xfrm>
                <a:off x="2677475" y="4086350"/>
                <a:ext cx="573950" cy="505825"/>
              </a:xfrm>
              <a:custGeom>
                <a:rect b="b" l="l" r="r" t="t"/>
                <a:pathLst>
                  <a:path extrusionOk="0" h="20233" w="22958">
                    <a:moveTo>
                      <a:pt x="13243" y="0"/>
                    </a:moveTo>
                    <a:cubicBezTo>
                      <a:pt x="11767" y="0"/>
                      <a:pt x="10287" y="320"/>
                      <a:pt x="8922" y="859"/>
                    </a:cubicBezTo>
                    <a:cubicBezTo>
                      <a:pt x="4962" y="2438"/>
                      <a:pt x="1454" y="6022"/>
                      <a:pt x="677" y="10307"/>
                    </a:cubicBezTo>
                    <a:cubicBezTo>
                      <a:pt x="0" y="14167"/>
                      <a:pt x="1805" y="18528"/>
                      <a:pt x="5764" y="19681"/>
                    </a:cubicBezTo>
                    <a:cubicBezTo>
                      <a:pt x="6461" y="19879"/>
                      <a:pt x="7195" y="19977"/>
                      <a:pt x="7933" y="19977"/>
                    </a:cubicBezTo>
                    <a:cubicBezTo>
                      <a:pt x="10647" y="19977"/>
                      <a:pt x="13426" y="18660"/>
                      <a:pt x="14687" y="16197"/>
                    </a:cubicBezTo>
                    <a:cubicBezTo>
                      <a:pt x="15539" y="14543"/>
                      <a:pt x="15689" y="12388"/>
                      <a:pt x="14712" y="10759"/>
                    </a:cubicBezTo>
                    <a:cubicBezTo>
                      <a:pt x="14012" y="9550"/>
                      <a:pt x="12775" y="8916"/>
                      <a:pt x="11439" y="8916"/>
                    </a:cubicBezTo>
                    <a:cubicBezTo>
                      <a:pt x="11196" y="8916"/>
                      <a:pt x="10949" y="8937"/>
                      <a:pt x="10702" y="8979"/>
                    </a:cubicBezTo>
                    <a:cubicBezTo>
                      <a:pt x="9373" y="9205"/>
                      <a:pt x="8070" y="10107"/>
                      <a:pt x="8045" y="11561"/>
                    </a:cubicBezTo>
                    <a:cubicBezTo>
                      <a:pt x="8045" y="12891"/>
                      <a:pt x="8554" y="14294"/>
                      <a:pt x="10047" y="14294"/>
                    </a:cubicBezTo>
                    <a:cubicBezTo>
                      <a:pt x="10073" y="14294"/>
                      <a:pt x="10099" y="14293"/>
                      <a:pt x="10125" y="14292"/>
                    </a:cubicBezTo>
                    <a:cubicBezTo>
                      <a:pt x="10677" y="14292"/>
                      <a:pt x="11253" y="14142"/>
                      <a:pt x="11780" y="13891"/>
                    </a:cubicBezTo>
                    <a:lnTo>
                      <a:pt x="11780" y="13891"/>
                    </a:lnTo>
                    <a:cubicBezTo>
                      <a:pt x="11012" y="15111"/>
                      <a:pt x="9430" y="16005"/>
                      <a:pt x="8024" y="16005"/>
                    </a:cubicBezTo>
                    <a:cubicBezTo>
                      <a:pt x="7870" y="16005"/>
                      <a:pt x="7718" y="15994"/>
                      <a:pt x="7569" y="15972"/>
                    </a:cubicBezTo>
                    <a:cubicBezTo>
                      <a:pt x="5138" y="15621"/>
                      <a:pt x="5013" y="12237"/>
                      <a:pt x="5539" y="10383"/>
                    </a:cubicBezTo>
                    <a:cubicBezTo>
                      <a:pt x="6318" y="7723"/>
                      <a:pt x="9127" y="5754"/>
                      <a:pt x="11893" y="5754"/>
                    </a:cubicBezTo>
                    <a:cubicBezTo>
                      <a:pt x="12776" y="5754"/>
                      <a:pt x="13655" y="5955"/>
                      <a:pt x="14461" y="6398"/>
                    </a:cubicBezTo>
                    <a:cubicBezTo>
                      <a:pt x="16592" y="7551"/>
                      <a:pt x="17419" y="10057"/>
                      <a:pt x="17569" y="12338"/>
                    </a:cubicBezTo>
                    <a:cubicBezTo>
                      <a:pt x="17770" y="14994"/>
                      <a:pt x="17394" y="18077"/>
                      <a:pt x="15639" y="20232"/>
                    </a:cubicBezTo>
                    <a:cubicBezTo>
                      <a:pt x="15815" y="20182"/>
                      <a:pt x="16015" y="20157"/>
                      <a:pt x="16216" y="20107"/>
                    </a:cubicBezTo>
                    <a:cubicBezTo>
                      <a:pt x="16692" y="19455"/>
                      <a:pt x="17068" y="18729"/>
                      <a:pt x="17343" y="17927"/>
                    </a:cubicBezTo>
                    <a:cubicBezTo>
                      <a:pt x="17870" y="16423"/>
                      <a:pt x="18045" y="14794"/>
                      <a:pt x="18020" y="13190"/>
                    </a:cubicBezTo>
                    <a:cubicBezTo>
                      <a:pt x="17995" y="11786"/>
                      <a:pt x="17820" y="10333"/>
                      <a:pt x="17243" y="9029"/>
                    </a:cubicBezTo>
                    <a:cubicBezTo>
                      <a:pt x="16466" y="7150"/>
                      <a:pt x="14887" y="5721"/>
                      <a:pt x="12857" y="5420"/>
                    </a:cubicBezTo>
                    <a:cubicBezTo>
                      <a:pt x="12548" y="5374"/>
                      <a:pt x="12237" y="5352"/>
                      <a:pt x="11926" y="5352"/>
                    </a:cubicBezTo>
                    <a:cubicBezTo>
                      <a:pt x="10372" y="5352"/>
                      <a:pt x="8826" y="5909"/>
                      <a:pt x="7594" y="6849"/>
                    </a:cubicBezTo>
                    <a:cubicBezTo>
                      <a:pt x="6015" y="8027"/>
                      <a:pt x="4988" y="9806"/>
                      <a:pt x="4887" y="11811"/>
                    </a:cubicBezTo>
                    <a:cubicBezTo>
                      <a:pt x="4837" y="13064"/>
                      <a:pt x="4988" y="14518"/>
                      <a:pt x="5840" y="15495"/>
                    </a:cubicBezTo>
                    <a:cubicBezTo>
                      <a:pt x="6377" y="16123"/>
                      <a:pt x="7156" y="16410"/>
                      <a:pt x="7959" y="16410"/>
                    </a:cubicBezTo>
                    <a:cubicBezTo>
                      <a:pt x="8054" y="16410"/>
                      <a:pt x="8150" y="16406"/>
                      <a:pt x="8246" y="16398"/>
                    </a:cubicBezTo>
                    <a:cubicBezTo>
                      <a:pt x="9950" y="16272"/>
                      <a:pt x="11830" y="15094"/>
                      <a:pt x="12456" y="13465"/>
                    </a:cubicBezTo>
                    <a:cubicBezTo>
                      <a:pt x="12495" y="13329"/>
                      <a:pt x="12367" y="13208"/>
                      <a:pt x="12238" y="13208"/>
                    </a:cubicBezTo>
                    <a:cubicBezTo>
                      <a:pt x="12201" y="13208"/>
                      <a:pt x="12164" y="13218"/>
                      <a:pt x="12130" y="13240"/>
                    </a:cubicBezTo>
                    <a:cubicBezTo>
                      <a:pt x="11604" y="13566"/>
                      <a:pt x="10978" y="13791"/>
                      <a:pt x="10376" y="13866"/>
                    </a:cubicBezTo>
                    <a:cubicBezTo>
                      <a:pt x="10276" y="13877"/>
                      <a:pt x="10175" y="13883"/>
                      <a:pt x="10076" y="13883"/>
                    </a:cubicBezTo>
                    <a:cubicBezTo>
                      <a:pt x="9704" y="13883"/>
                      <a:pt x="9350" y="13798"/>
                      <a:pt x="9073" y="13541"/>
                    </a:cubicBezTo>
                    <a:cubicBezTo>
                      <a:pt x="8546" y="13064"/>
                      <a:pt x="8471" y="12237"/>
                      <a:pt x="8471" y="11561"/>
                    </a:cubicBezTo>
                    <a:cubicBezTo>
                      <a:pt x="8494" y="10035"/>
                      <a:pt x="10117" y="9340"/>
                      <a:pt x="11470" y="9340"/>
                    </a:cubicBezTo>
                    <a:cubicBezTo>
                      <a:pt x="11584" y="9340"/>
                      <a:pt x="11696" y="9345"/>
                      <a:pt x="11805" y="9355"/>
                    </a:cubicBezTo>
                    <a:cubicBezTo>
                      <a:pt x="13759" y="9505"/>
                      <a:pt x="14887" y="11235"/>
                      <a:pt x="14962" y="13089"/>
                    </a:cubicBezTo>
                    <a:cubicBezTo>
                      <a:pt x="15135" y="16969"/>
                      <a:pt x="11557" y="19557"/>
                      <a:pt x="7949" y="19557"/>
                    </a:cubicBezTo>
                    <a:cubicBezTo>
                      <a:pt x="7898" y="19557"/>
                      <a:pt x="7846" y="19557"/>
                      <a:pt x="7795" y="19556"/>
                    </a:cubicBezTo>
                    <a:cubicBezTo>
                      <a:pt x="6065" y="19531"/>
                      <a:pt x="4336" y="18879"/>
                      <a:pt x="3108" y="17626"/>
                    </a:cubicBezTo>
                    <a:cubicBezTo>
                      <a:pt x="1604" y="16097"/>
                      <a:pt x="902" y="13891"/>
                      <a:pt x="952" y="11761"/>
                    </a:cubicBezTo>
                    <a:cubicBezTo>
                      <a:pt x="1053" y="7350"/>
                      <a:pt x="4411" y="3440"/>
                      <a:pt x="8246" y="1611"/>
                    </a:cubicBezTo>
                    <a:cubicBezTo>
                      <a:pt x="9813" y="858"/>
                      <a:pt x="11555" y="402"/>
                      <a:pt x="13296" y="402"/>
                    </a:cubicBezTo>
                    <a:cubicBezTo>
                      <a:pt x="13643" y="402"/>
                      <a:pt x="13990" y="420"/>
                      <a:pt x="14336" y="458"/>
                    </a:cubicBezTo>
                    <a:cubicBezTo>
                      <a:pt x="16491" y="708"/>
                      <a:pt x="18421" y="1811"/>
                      <a:pt x="19699" y="3566"/>
                    </a:cubicBezTo>
                    <a:cubicBezTo>
                      <a:pt x="22657" y="7601"/>
                      <a:pt x="21554" y="12989"/>
                      <a:pt x="19298" y="17074"/>
                    </a:cubicBezTo>
                    <a:cubicBezTo>
                      <a:pt x="18772" y="18052"/>
                      <a:pt x="18145" y="19004"/>
                      <a:pt x="17444" y="19881"/>
                    </a:cubicBezTo>
                    <a:lnTo>
                      <a:pt x="18070" y="19756"/>
                    </a:lnTo>
                    <a:cubicBezTo>
                      <a:pt x="18772" y="18804"/>
                      <a:pt x="19424" y="17776"/>
                      <a:pt x="19975" y="16724"/>
                    </a:cubicBezTo>
                    <a:cubicBezTo>
                      <a:pt x="22080" y="12613"/>
                      <a:pt x="22958" y="7325"/>
                      <a:pt x="20050" y="3340"/>
                    </a:cubicBezTo>
                    <a:cubicBezTo>
                      <a:pt x="18847" y="1661"/>
                      <a:pt x="17043" y="508"/>
                      <a:pt x="14988" y="157"/>
                    </a:cubicBezTo>
                    <a:cubicBezTo>
                      <a:pt x="14412" y="50"/>
                      <a:pt x="13828" y="0"/>
                      <a:pt x="1324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21"/>
              <p:cNvSpPr/>
              <p:nvPr/>
            </p:nvSpPr>
            <p:spPr>
              <a:xfrm>
                <a:off x="2584725" y="3975425"/>
                <a:ext cx="735625" cy="668750"/>
              </a:xfrm>
              <a:custGeom>
                <a:rect b="b" l="l" r="r" t="t"/>
                <a:pathLst>
                  <a:path extrusionOk="0" h="26750" w="29425">
                    <a:moveTo>
                      <a:pt x="17782" y="0"/>
                    </a:moveTo>
                    <a:cubicBezTo>
                      <a:pt x="16650" y="0"/>
                      <a:pt x="15512" y="163"/>
                      <a:pt x="14412" y="459"/>
                    </a:cubicBezTo>
                    <a:cubicBezTo>
                      <a:pt x="12607" y="935"/>
                      <a:pt x="10878" y="1712"/>
                      <a:pt x="9274" y="2664"/>
                    </a:cubicBezTo>
                    <a:cubicBezTo>
                      <a:pt x="7745" y="3541"/>
                      <a:pt x="6291" y="4569"/>
                      <a:pt x="5038" y="5822"/>
                    </a:cubicBezTo>
                    <a:cubicBezTo>
                      <a:pt x="3058" y="7752"/>
                      <a:pt x="1555" y="10208"/>
                      <a:pt x="928" y="12915"/>
                    </a:cubicBezTo>
                    <a:cubicBezTo>
                      <a:pt x="1" y="16900"/>
                      <a:pt x="928" y="21912"/>
                      <a:pt x="4261" y="24594"/>
                    </a:cubicBezTo>
                    <a:cubicBezTo>
                      <a:pt x="5439" y="25547"/>
                      <a:pt x="6843" y="26248"/>
                      <a:pt x="8271" y="26750"/>
                    </a:cubicBezTo>
                    <a:cubicBezTo>
                      <a:pt x="8572" y="26699"/>
                      <a:pt x="8848" y="26649"/>
                      <a:pt x="9124" y="26599"/>
                    </a:cubicBezTo>
                    <a:cubicBezTo>
                      <a:pt x="8372" y="26374"/>
                      <a:pt x="7645" y="26073"/>
                      <a:pt x="6968" y="25772"/>
                    </a:cubicBezTo>
                    <a:cubicBezTo>
                      <a:pt x="5239" y="24945"/>
                      <a:pt x="3760" y="23867"/>
                      <a:pt x="2758" y="22238"/>
                    </a:cubicBezTo>
                    <a:cubicBezTo>
                      <a:pt x="1630" y="20434"/>
                      <a:pt x="1053" y="18303"/>
                      <a:pt x="1003" y="16198"/>
                    </a:cubicBezTo>
                    <a:cubicBezTo>
                      <a:pt x="953" y="13692"/>
                      <a:pt x="1655" y="11211"/>
                      <a:pt x="2958" y="9080"/>
                    </a:cubicBezTo>
                    <a:cubicBezTo>
                      <a:pt x="4687" y="6248"/>
                      <a:pt x="7369" y="4118"/>
                      <a:pt x="10276" y="2564"/>
                    </a:cubicBezTo>
                    <a:cubicBezTo>
                      <a:pt x="12578" y="1342"/>
                      <a:pt x="15178" y="401"/>
                      <a:pt x="17820" y="401"/>
                    </a:cubicBezTo>
                    <a:cubicBezTo>
                      <a:pt x="18429" y="401"/>
                      <a:pt x="19040" y="451"/>
                      <a:pt x="19650" y="559"/>
                    </a:cubicBezTo>
                    <a:cubicBezTo>
                      <a:pt x="22181" y="1035"/>
                      <a:pt x="24337" y="2539"/>
                      <a:pt x="25840" y="4594"/>
                    </a:cubicBezTo>
                    <a:cubicBezTo>
                      <a:pt x="29174" y="9181"/>
                      <a:pt x="29424" y="15647"/>
                      <a:pt x="27720" y="20910"/>
                    </a:cubicBezTo>
                    <a:cubicBezTo>
                      <a:pt x="27470" y="21687"/>
                      <a:pt x="27169" y="22464"/>
                      <a:pt x="26843" y="23241"/>
                    </a:cubicBezTo>
                    <a:cubicBezTo>
                      <a:pt x="27018" y="23216"/>
                      <a:pt x="27169" y="23191"/>
                      <a:pt x="27319" y="23141"/>
                    </a:cubicBezTo>
                    <a:cubicBezTo>
                      <a:pt x="28372" y="20559"/>
                      <a:pt x="29074" y="17877"/>
                      <a:pt x="29149" y="15070"/>
                    </a:cubicBezTo>
                    <a:cubicBezTo>
                      <a:pt x="29224" y="12213"/>
                      <a:pt x="28748" y="9306"/>
                      <a:pt x="27545" y="6724"/>
                    </a:cubicBezTo>
                    <a:cubicBezTo>
                      <a:pt x="26492" y="4419"/>
                      <a:pt x="24813" y="2338"/>
                      <a:pt x="22557" y="1135"/>
                    </a:cubicBezTo>
                    <a:cubicBezTo>
                      <a:pt x="21070" y="347"/>
                      <a:pt x="19433" y="0"/>
                      <a:pt x="1778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21"/>
              <p:cNvSpPr/>
              <p:nvPr/>
            </p:nvSpPr>
            <p:spPr>
              <a:xfrm>
                <a:off x="1483225" y="2856700"/>
                <a:ext cx="323325" cy="509900"/>
              </a:xfrm>
              <a:custGeom>
                <a:rect b="b" l="l" r="r" t="t"/>
                <a:pathLst>
                  <a:path extrusionOk="0" h="20396" w="12933">
                    <a:moveTo>
                      <a:pt x="10992" y="1"/>
                    </a:moveTo>
                    <a:cubicBezTo>
                      <a:pt x="9651" y="1"/>
                      <a:pt x="8373" y="1010"/>
                      <a:pt x="7419" y="1824"/>
                    </a:cubicBezTo>
                    <a:cubicBezTo>
                      <a:pt x="5715" y="3278"/>
                      <a:pt x="4236" y="5032"/>
                      <a:pt x="2857" y="6811"/>
                    </a:cubicBezTo>
                    <a:cubicBezTo>
                      <a:pt x="1855" y="8065"/>
                      <a:pt x="928" y="9343"/>
                      <a:pt x="0" y="10646"/>
                    </a:cubicBezTo>
                    <a:cubicBezTo>
                      <a:pt x="25" y="10847"/>
                      <a:pt x="50" y="11047"/>
                      <a:pt x="101" y="11273"/>
                    </a:cubicBezTo>
                    <a:cubicBezTo>
                      <a:pt x="1253" y="9568"/>
                      <a:pt x="2482" y="7914"/>
                      <a:pt x="3760" y="6310"/>
                    </a:cubicBezTo>
                    <a:cubicBezTo>
                      <a:pt x="5163" y="4606"/>
                      <a:pt x="6667" y="2852"/>
                      <a:pt x="8446" y="1548"/>
                    </a:cubicBezTo>
                    <a:cubicBezTo>
                      <a:pt x="9091" y="1065"/>
                      <a:pt x="10108" y="401"/>
                      <a:pt x="11020" y="401"/>
                    </a:cubicBezTo>
                    <a:cubicBezTo>
                      <a:pt x="11383" y="401"/>
                      <a:pt x="11730" y="507"/>
                      <a:pt x="12030" y="771"/>
                    </a:cubicBezTo>
                    <a:cubicBezTo>
                      <a:pt x="12457" y="1122"/>
                      <a:pt x="12482" y="1699"/>
                      <a:pt x="12406" y="2225"/>
                    </a:cubicBezTo>
                    <a:cubicBezTo>
                      <a:pt x="12306" y="3077"/>
                      <a:pt x="11930" y="3904"/>
                      <a:pt x="11554" y="4681"/>
                    </a:cubicBezTo>
                    <a:cubicBezTo>
                      <a:pt x="10376" y="7062"/>
                      <a:pt x="8847" y="9268"/>
                      <a:pt x="7369" y="11448"/>
                    </a:cubicBezTo>
                    <a:cubicBezTo>
                      <a:pt x="5589" y="14030"/>
                      <a:pt x="3785" y="16586"/>
                      <a:pt x="2081" y="19218"/>
                    </a:cubicBezTo>
                    <a:cubicBezTo>
                      <a:pt x="1955" y="19418"/>
                      <a:pt x="1830" y="19619"/>
                      <a:pt x="1680" y="19844"/>
                    </a:cubicBezTo>
                    <a:cubicBezTo>
                      <a:pt x="1730" y="20020"/>
                      <a:pt x="1780" y="20220"/>
                      <a:pt x="1830" y="20396"/>
                    </a:cubicBezTo>
                    <a:cubicBezTo>
                      <a:pt x="4436" y="16260"/>
                      <a:pt x="7394" y="12350"/>
                      <a:pt x="10025" y="8190"/>
                    </a:cubicBezTo>
                    <a:cubicBezTo>
                      <a:pt x="10652" y="7187"/>
                      <a:pt x="11279" y="6160"/>
                      <a:pt x="11805" y="5082"/>
                    </a:cubicBezTo>
                    <a:cubicBezTo>
                      <a:pt x="12206" y="4305"/>
                      <a:pt x="12582" y="3478"/>
                      <a:pt x="12757" y="2601"/>
                    </a:cubicBezTo>
                    <a:cubicBezTo>
                      <a:pt x="12883" y="2050"/>
                      <a:pt x="12933" y="1398"/>
                      <a:pt x="12657" y="872"/>
                    </a:cubicBezTo>
                    <a:cubicBezTo>
                      <a:pt x="12381" y="370"/>
                      <a:pt x="11855" y="95"/>
                      <a:pt x="11304" y="19"/>
                    </a:cubicBezTo>
                    <a:cubicBezTo>
                      <a:pt x="11199" y="7"/>
                      <a:pt x="11096" y="1"/>
                      <a:pt x="1099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21"/>
              <p:cNvSpPr/>
              <p:nvPr/>
            </p:nvSpPr>
            <p:spPr>
              <a:xfrm>
                <a:off x="1847250" y="3972125"/>
                <a:ext cx="701175" cy="721550"/>
              </a:xfrm>
              <a:custGeom>
                <a:rect b="b" l="l" r="r" t="t"/>
                <a:pathLst>
                  <a:path extrusionOk="0" h="28862" w="28047">
                    <a:moveTo>
                      <a:pt x="22244" y="1"/>
                    </a:moveTo>
                    <a:cubicBezTo>
                      <a:pt x="21293" y="1"/>
                      <a:pt x="20333" y="123"/>
                      <a:pt x="19424" y="290"/>
                    </a:cubicBezTo>
                    <a:cubicBezTo>
                      <a:pt x="15214" y="1067"/>
                      <a:pt x="11455" y="3323"/>
                      <a:pt x="7419" y="4751"/>
                    </a:cubicBezTo>
                    <a:cubicBezTo>
                      <a:pt x="5462" y="5436"/>
                      <a:pt x="3434" y="5930"/>
                      <a:pt x="1334" y="5930"/>
                    </a:cubicBezTo>
                    <a:cubicBezTo>
                      <a:pt x="1282" y="5930"/>
                      <a:pt x="1230" y="5930"/>
                      <a:pt x="1179" y="5929"/>
                    </a:cubicBezTo>
                    <a:cubicBezTo>
                      <a:pt x="803" y="5904"/>
                      <a:pt x="402" y="5879"/>
                      <a:pt x="1" y="5829"/>
                    </a:cubicBezTo>
                    <a:lnTo>
                      <a:pt x="1" y="5829"/>
                    </a:lnTo>
                    <a:cubicBezTo>
                      <a:pt x="101" y="5979"/>
                      <a:pt x="201" y="6130"/>
                      <a:pt x="277" y="6280"/>
                    </a:cubicBezTo>
                    <a:cubicBezTo>
                      <a:pt x="659" y="6314"/>
                      <a:pt x="1041" y="6330"/>
                      <a:pt x="1422" y="6330"/>
                    </a:cubicBezTo>
                    <a:cubicBezTo>
                      <a:pt x="3017" y="6330"/>
                      <a:pt x="4599" y="6048"/>
                      <a:pt x="6116" y="5603"/>
                    </a:cubicBezTo>
                    <a:cubicBezTo>
                      <a:pt x="10402" y="4350"/>
                      <a:pt x="14262" y="1944"/>
                      <a:pt x="18597" y="891"/>
                    </a:cubicBezTo>
                    <a:cubicBezTo>
                      <a:pt x="19728" y="616"/>
                      <a:pt x="20972" y="401"/>
                      <a:pt x="22197" y="401"/>
                    </a:cubicBezTo>
                    <a:cubicBezTo>
                      <a:pt x="23198" y="401"/>
                      <a:pt x="24187" y="544"/>
                      <a:pt x="25089" y="917"/>
                    </a:cubicBezTo>
                    <a:cubicBezTo>
                      <a:pt x="26216" y="1393"/>
                      <a:pt x="26968" y="2245"/>
                      <a:pt x="27294" y="3423"/>
                    </a:cubicBezTo>
                    <a:cubicBezTo>
                      <a:pt x="27595" y="4576"/>
                      <a:pt x="27620" y="5804"/>
                      <a:pt x="27520" y="6957"/>
                    </a:cubicBezTo>
                    <a:cubicBezTo>
                      <a:pt x="27144" y="11593"/>
                      <a:pt x="24612" y="15754"/>
                      <a:pt x="24136" y="20365"/>
                    </a:cubicBezTo>
                    <a:cubicBezTo>
                      <a:pt x="23911" y="22721"/>
                      <a:pt x="24237" y="25227"/>
                      <a:pt x="25690" y="27157"/>
                    </a:cubicBezTo>
                    <a:cubicBezTo>
                      <a:pt x="26166" y="27784"/>
                      <a:pt x="26743" y="28360"/>
                      <a:pt x="27369" y="28862"/>
                    </a:cubicBezTo>
                    <a:cubicBezTo>
                      <a:pt x="27545" y="28811"/>
                      <a:pt x="27720" y="28786"/>
                      <a:pt x="27921" y="28761"/>
                    </a:cubicBezTo>
                    <a:cubicBezTo>
                      <a:pt x="26793" y="27909"/>
                      <a:pt x="25841" y="26882"/>
                      <a:pt x="25264" y="25628"/>
                    </a:cubicBezTo>
                    <a:cubicBezTo>
                      <a:pt x="24237" y="23423"/>
                      <a:pt x="24362" y="20866"/>
                      <a:pt x="24863" y="18561"/>
                    </a:cubicBezTo>
                    <a:cubicBezTo>
                      <a:pt x="25765" y="14250"/>
                      <a:pt x="28046" y="10190"/>
                      <a:pt x="27996" y="5703"/>
                    </a:cubicBezTo>
                    <a:cubicBezTo>
                      <a:pt x="27971" y="4626"/>
                      <a:pt x="27846" y="3448"/>
                      <a:pt x="27394" y="2470"/>
                    </a:cubicBezTo>
                    <a:cubicBezTo>
                      <a:pt x="26943" y="1568"/>
                      <a:pt x="26191" y="917"/>
                      <a:pt x="25264" y="541"/>
                    </a:cubicBezTo>
                    <a:cubicBezTo>
                      <a:pt x="24320" y="147"/>
                      <a:pt x="23287" y="1"/>
                      <a:pt x="222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21"/>
              <p:cNvSpPr/>
              <p:nvPr/>
            </p:nvSpPr>
            <p:spPr>
              <a:xfrm>
                <a:off x="4435000" y="652275"/>
                <a:ext cx="509425" cy="553350"/>
              </a:xfrm>
              <a:custGeom>
                <a:rect b="b" l="l" r="r" t="t"/>
                <a:pathLst>
                  <a:path extrusionOk="0" h="22134" w="20377">
                    <a:moveTo>
                      <a:pt x="6266" y="1"/>
                    </a:moveTo>
                    <a:cubicBezTo>
                      <a:pt x="5614" y="427"/>
                      <a:pt x="5013" y="878"/>
                      <a:pt x="4461" y="1404"/>
                    </a:cubicBezTo>
                    <a:cubicBezTo>
                      <a:pt x="2707" y="3008"/>
                      <a:pt x="1379" y="5038"/>
                      <a:pt x="702" y="7319"/>
                    </a:cubicBezTo>
                    <a:cubicBezTo>
                      <a:pt x="125" y="9249"/>
                      <a:pt x="0" y="11304"/>
                      <a:pt x="401" y="13259"/>
                    </a:cubicBezTo>
                    <a:cubicBezTo>
                      <a:pt x="777" y="15038"/>
                      <a:pt x="1629" y="16542"/>
                      <a:pt x="2907" y="17845"/>
                    </a:cubicBezTo>
                    <a:cubicBezTo>
                      <a:pt x="5121" y="20077"/>
                      <a:pt x="8571" y="22133"/>
                      <a:pt x="11887" y="22133"/>
                    </a:cubicBezTo>
                    <a:cubicBezTo>
                      <a:pt x="13075" y="22133"/>
                      <a:pt x="14247" y="21869"/>
                      <a:pt x="15339" y="21254"/>
                    </a:cubicBezTo>
                    <a:cubicBezTo>
                      <a:pt x="17995" y="19750"/>
                      <a:pt x="19374" y="16567"/>
                      <a:pt x="19950" y="13710"/>
                    </a:cubicBezTo>
                    <a:cubicBezTo>
                      <a:pt x="20376" y="11504"/>
                      <a:pt x="20251" y="8948"/>
                      <a:pt x="18547" y="7294"/>
                    </a:cubicBezTo>
                    <a:cubicBezTo>
                      <a:pt x="17464" y="6241"/>
                      <a:pt x="16019" y="5763"/>
                      <a:pt x="14548" y="5763"/>
                    </a:cubicBezTo>
                    <a:cubicBezTo>
                      <a:pt x="12309" y="5763"/>
                      <a:pt x="10012" y="6871"/>
                      <a:pt x="8847" y="8747"/>
                    </a:cubicBezTo>
                    <a:cubicBezTo>
                      <a:pt x="7845" y="10377"/>
                      <a:pt x="7068" y="13635"/>
                      <a:pt x="9324" y="14612"/>
                    </a:cubicBezTo>
                    <a:cubicBezTo>
                      <a:pt x="9770" y="14807"/>
                      <a:pt x="10285" y="14899"/>
                      <a:pt x="10816" y="14899"/>
                    </a:cubicBezTo>
                    <a:cubicBezTo>
                      <a:pt x="11925" y="14899"/>
                      <a:pt x="13105" y="14497"/>
                      <a:pt x="13885" y="13785"/>
                    </a:cubicBezTo>
                    <a:lnTo>
                      <a:pt x="13885" y="13785"/>
                    </a:lnTo>
                    <a:cubicBezTo>
                      <a:pt x="13657" y="13816"/>
                      <a:pt x="13420" y="13834"/>
                      <a:pt x="13183" y="13834"/>
                    </a:cubicBezTo>
                    <a:cubicBezTo>
                      <a:pt x="12848" y="13834"/>
                      <a:pt x="12514" y="13798"/>
                      <a:pt x="12206" y="13710"/>
                    </a:cubicBezTo>
                    <a:cubicBezTo>
                      <a:pt x="10702" y="13309"/>
                      <a:pt x="10602" y="11805"/>
                      <a:pt x="10953" y="10502"/>
                    </a:cubicBezTo>
                    <a:cubicBezTo>
                      <a:pt x="11346" y="9276"/>
                      <a:pt x="12543" y="8739"/>
                      <a:pt x="13741" y="8739"/>
                    </a:cubicBezTo>
                    <a:cubicBezTo>
                      <a:pt x="13915" y="8739"/>
                      <a:pt x="14089" y="8750"/>
                      <a:pt x="14261" y="8772"/>
                    </a:cubicBezTo>
                    <a:cubicBezTo>
                      <a:pt x="15890" y="8973"/>
                      <a:pt x="17218" y="10026"/>
                      <a:pt x="17619" y="11655"/>
                    </a:cubicBezTo>
                    <a:cubicBezTo>
                      <a:pt x="18070" y="13585"/>
                      <a:pt x="17243" y="15665"/>
                      <a:pt x="15840" y="17018"/>
                    </a:cubicBezTo>
                    <a:cubicBezTo>
                      <a:pt x="14517" y="18302"/>
                      <a:pt x="12709" y="18908"/>
                      <a:pt x="10883" y="18908"/>
                    </a:cubicBezTo>
                    <a:cubicBezTo>
                      <a:pt x="9214" y="18908"/>
                      <a:pt x="7531" y="18402"/>
                      <a:pt x="6191" y="17444"/>
                    </a:cubicBezTo>
                    <a:cubicBezTo>
                      <a:pt x="2582" y="14863"/>
                      <a:pt x="2557" y="9650"/>
                      <a:pt x="4862" y="6191"/>
                    </a:cubicBezTo>
                    <a:cubicBezTo>
                      <a:pt x="6241" y="4111"/>
                      <a:pt x="8321" y="2507"/>
                      <a:pt x="10627" y="1529"/>
                    </a:cubicBezTo>
                    <a:cubicBezTo>
                      <a:pt x="9198" y="978"/>
                      <a:pt x="7719" y="477"/>
                      <a:pt x="626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21"/>
              <p:cNvSpPr/>
              <p:nvPr/>
            </p:nvSpPr>
            <p:spPr>
              <a:xfrm>
                <a:off x="4148650" y="580225"/>
                <a:ext cx="993775" cy="791300"/>
              </a:xfrm>
              <a:custGeom>
                <a:rect b="b" l="l" r="r" t="t"/>
                <a:pathLst>
                  <a:path extrusionOk="0" h="31652" w="39751">
                    <a:moveTo>
                      <a:pt x="7845" y="0"/>
                    </a:moveTo>
                    <a:cubicBezTo>
                      <a:pt x="7620" y="552"/>
                      <a:pt x="7344" y="1078"/>
                      <a:pt x="7143" y="1504"/>
                    </a:cubicBezTo>
                    <a:cubicBezTo>
                      <a:pt x="6492" y="2757"/>
                      <a:pt x="5715" y="3960"/>
                      <a:pt x="4913" y="5113"/>
                    </a:cubicBezTo>
                    <a:cubicBezTo>
                      <a:pt x="4211" y="6116"/>
                      <a:pt x="3459" y="7018"/>
                      <a:pt x="2833" y="8045"/>
                    </a:cubicBezTo>
                    <a:cubicBezTo>
                      <a:pt x="1655" y="10000"/>
                      <a:pt x="802" y="12181"/>
                      <a:pt x="427" y="14411"/>
                    </a:cubicBezTo>
                    <a:cubicBezTo>
                      <a:pt x="0" y="16817"/>
                      <a:pt x="126" y="19324"/>
                      <a:pt x="1028" y="21604"/>
                    </a:cubicBezTo>
                    <a:cubicBezTo>
                      <a:pt x="2131" y="24336"/>
                      <a:pt x="4336" y="26416"/>
                      <a:pt x="6893" y="27770"/>
                    </a:cubicBezTo>
                    <a:cubicBezTo>
                      <a:pt x="8597" y="28697"/>
                      <a:pt x="10427" y="29299"/>
                      <a:pt x="12256" y="29900"/>
                    </a:cubicBezTo>
                    <a:cubicBezTo>
                      <a:pt x="13935" y="30427"/>
                      <a:pt x="15615" y="30903"/>
                      <a:pt x="17344" y="31229"/>
                    </a:cubicBezTo>
                    <a:cubicBezTo>
                      <a:pt x="18759" y="31489"/>
                      <a:pt x="20199" y="31652"/>
                      <a:pt x="21632" y="31652"/>
                    </a:cubicBezTo>
                    <a:cubicBezTo>
                      <a:pt x="23094" y="31652"/>
                      <a:pt x="24549" y="31483"/>
                      <a:pt x="25965" y="31078"/>
                    </a:cubicBezTo>
                    <a:cubicBezTo>
                      <a:pt x="28697" y="30301"/>
                      <a:pt x="31053" y="28672"/>
                      <a:pt x="33033" y="26642"/>
                    </a:cubicBezTo>
                    <a:cubicBezTo>
                      <a:pt x="35138" y="24487"/>
                      <a:pt x="37018" y="21980"/>
                      <a:pt x="38221" y="19198"/>
                    </a:cubicBezTo>
                    <a:cubicBezTo>
                      <a:pt x="38948" y="17569"/>
                      <a:pt x="39474" y="15790"/>
                      <a:pt x="39750" y="13935"/>
                    </a:cubicBezTo>
                    <a:cubicBezTo>
                      <a:pt x="38798" y="13259"/>
                      <a:pt x="37795" y="12607"/>
                      <a:pt x="36818" y="11955"/>
                    </a:cubicBezTo>
                    <a:lnTo>
                      <a:pt x="36818" y="11955"/>
                    </a:lnTo>
                    <a:cubicBezTo>
                      <a:pt x="36868" y="15690"/>
                      <a:pt x="34788" y="19249"/>
                      <a:pt x="32206" y="21905"/>
                    </a:cubicBezTo>
                    <a:cubicBezTo>
                      <a:pt x="29048" y="25138"/>
                      <a:pt x="24838" y="27394"/>
                      <a:pt x="20351" y="27920"/>
                    </a:cubicBezTo>
                    <a:cubicBezTo>
                      <a:pt x="19697" y="27999"/>
                      <a:pt x="19039" y="28038"/>
                      <a:pt x="18380" y="28038"/>
                    </a:cubicBezTo>
                    <a:cubicBezTo>
                      <a:pt x="14624" y="28038"/>
                      <a:pt x="10874" y="26771"/>
                      <a:pt x="7995" y="24361"/>
                    </a:cubicBezTo>
                    <a:cubicBezTo>
                      <a:pt x="6266" y="22933"/>
                      <a:pt x="4737" y="21028"/>
                      <a:pt x="4161" y="18848"/>
                    </a:cubicBezTo>
                    <a:cubicBezTo>
                      <a:pt x="3559" y="16567"/>
                      <a:pt x="4111" y="14186"/>
                      <a:pt x="5063" y="12081"/>
                    </a:cubicBezTo>
                    <a:cubicBezTo>
                      <a:pt x="6792" y="8196"/>
                      <a:pt x="9925" y="5138"/>
                      <a:pt x="11605" y="1228"/>
                    </a:cubicBezTo>
                    <a:cubicBezTo>
                      <a:pt x="11630" y="1178"/>
                      <a:pt x="11655" y="1128"/>
                      <a:pt x="11680" y="1053"/>
                    </a:cubicBezTo>
                    <a:cubicBezTo>
                      <a:pt x="11329" y="953"/>
                      <a:pt x="10978" y="852"/>
                      <a:pt x="10602" y="752"/>
                    </a:cubicBezTo>
                    <a:cubicBezTo>
                      <a:pt x="9700" y="476"/>
                      <a:pt x="8772" y="226"/>
                      <a:pt x="784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21"/>
              <p:cNvSpPr/>
              <p:nvPr/>
            </p:nvSpPr>
            <p:spPr>
              <a:xfrm>
                <a:off x="4137375" y="577725"/>
                <a:ext cx="1015075" cy="804400"/>
              </a:xfrm>
              <a:custGeom>
                <a:rect b="b" l="l" r="r" t="t"/>
                <a:pathLst>
                  <a:path extrusionOk="0" h="32176" w="40603">
                    <a:moveTo>
                      <a:pt x="7845" y="0"/>
                    </a:moveTo>
                    <a:cubicBezTo>
                      <a:pt x="6893" y="2556"/>
                      <a:pt x="5163" y="4737"/>
                      <a:pt x="3584" y="6942"/>
                    </a:cubicBezTo>
                    <a:cubicBezTo>
                      <a:pt x="2281" y="8772"/>
                      <a:pt x="1329" y="10877"/>
                      <a:pt x="752" y="13058"/>
                    </a:cubicBezTo>
                    <a:cubicBezTo>
                      <a:pt x="151" y="15414"/>
                      <a:pt x="0" y="17945"/>
                      <a:pt x="602" y="20326"/>
                    </a:cubicBezTo>
                    <a:cubicBezTo>
                      <a:pt x="1253" y="22958"/>
                      <a:pt x="2832" y="25213"/>
                      <a:pt x="4963" y="26842"/>
                    </a:cubicBezTo>
                    <a:cubicBezTo>
                      <a:pt x="6366" y="27920"/>
                      <a:pt x="7945" y="28722"/>
                      <a:pt x="9574" y="29349"/>
                    </a:cubicBezTo>
                    <a:cubicBezTo>
                      <a:pt x="11404" y="30025"/>
                      <a:pt x="13259" y="30652"/>
                      <a:pt x="15163" y="31153"/>
                    </a:cubicBezTo>
                    <a:cubicBezTo>
                      <a:pt x="17406" y="31756"/>
                      <a:pt x="19749" y="32175"/>
                      <a:pt x="22084" y="32175"/>
                    </a:cubicBezTo>
                    <a:cubicBezTo>
                      <a:pt x="22853" y="32175"/>
                      <a:pt x="23622" y="32130"/>
                      <a:pt x="24386" y="32030"/>
                    </a:cubicBezTo>
                    <a:cubicBezTo>
                      <a:pt x="27143" y="31654"/>
                      <a:pt x="29675" y="30527"/>
                      <a:pt x="31830" y="28797"/>
                    </a:cubicBezTo>
                    <a:cubicBezTo>
                      <a:pt x="34286" y="26867"/>
                      <a:pt x="36417" y="24311"/>
                      <a:pt x="37970" y="21629"/>
                    </a:cubicBezTo>
                    <a:cubicBezTo>
                      <a:pt x="39249" y="19424"/>
                      <a:pt x="40176" y="16892"/>
                      <a:pt x="40602" y="14311"/>
                    </a:cubicBezTo>
                    <a:cubicBezTo>
                      <a:pt x="40477" y="14236"/>
                      <a:pt x="40351" y="14135"/>
                      <a:pt x="40201" y="14035"/>
                    </a:cubicBezTo>
                    <a:cubicBezTo>
                      <a:pt x="39925" y="15890"/>
                      <a:pt x="39399" y="17669"/>
                      <a:pt x="38672" y="19298"/>
                    </a:cubicBezTo>
                    <a:cubicBezTo>
                      <a:pt x="37469" y="22080"/>
                      <a:pt x="35589" y="24587"/>
                      <a:pt x="33484" y="26742"/>
                    </a:cubicBezTo>
                    <a:cubicBezTo>
                      <a:pt x="31504" y="28772"/>
                      <a:pt x="29148" y="30401"/>
                      <a:pt x="26416" y="31178"/>
                    </a:cubicBezTo>
                    <a:cubicBezTo>
                      <a:pt x="25000" y="31583"/>
                      <a:pt x="23545" y="31752"/>
                      <a:pt x="22083" y="31752"/>
                    </a:cubicBezTo>
                    <a:cubicBezTo>
                      <a:pt x="20650" y="31752"/>
                      <a:pt x="19210" y="31589"/>
                      <a:pt x="17795" y="31329"/>
                    </a:cubicBezTo>
                    <a:cubicBezTo>
                      <a:pt x="16066" y="31003"/>
                      <a:pt x="14386" y="30527"/>
                      <a:pt x="12707" y="30000"/>
                    </a:cubicBezTo>
                    <a:cubicBezTo>
                      <a:pt x="10878" y="29399"/>
                      <a:pt x="9048" y="28797"/>
                      <a:pt x="7344" y="27870"/>
                    </a:cubicBezTo>
                    <a:cubicBezTo>
                      <a:pt x="4787" y="26516"/>
                      <a:pt x="2582" y="24436"/>
                      <a:pt x="1479" y="21704"/>
                    </a:cubicBezTo>
                    <a:cubicBezTo>
                      <a:pt x="577" y="19424"/>
                      <a:pt x="451" y="16917"/>
                      <a:pt x="878" y="14511"/>
                    </a:cubicBezTo>
                    <a:cubicBezTo>
                      <a:pt x="1253" y="12281"/>
                      <a:pt x="2106" y="10100"/>
                      <a:pt x="3284" y="8145"/>
                    </a:cubicBezTo>
                    <a:cubicBezTo>
                      <a:pt x="3910" y="7118"/>
                      <a:pt x="4662" y="6216"/>
                      <a:pt x="5364" y="5213"/>
                    </a:cubicBezTo>
                    <a:cubicBezTo>
                      <a:pt x="6166" y="4060"/>
                      <a:pt x="6943" y="2857"/>
                      <a:pt x="7594" y="1604"/>
                    </a:cubicBezTo>
                    <a:cubicBezTo>
                      <a:pt x="7795" y="1178"/>
                      <a:pt x="8071" y="652"/>
                      <a:pt x="8296" y="100"/>
                    </a:cubicBezTo>
                    <a:cubicBezTo>
                      <a:pt x="8146" y="75"/>
                      <a:pt x="7995" y="25"/>
                      <a:pt x="784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21"/>
              <p:cNvSpPr/>
              <p:nvPr/>
            </p:nvSpPr>
            <p:spPr>
              <a:xfrm>
                <a:off x="4410550" y="648525"/>
                <a:ext cx="541375" cy="567175"/>
              </a:xfrm>
              <a:custGeom>
                <a:rect b="b" l="l" r="r" t="t"/>
                <a:pathLst>
                  <a:path extrusionOk="0" h="22687" w="21655">
                    <a:moveTo>
                      <a:pt x="6743" y="0"/>
                    </a:moveTo>
                    <a:cubicBezTo>
                      <a:pt x="4963" y="1228"/>
                      <a:pt x="3459" y="2782"/>
                      <a:pt x="2382" y="4712"/>
                    </a:cubicBezTo>
                    <a:cubicBezTo>
                      <a:pt x="477" y="8146"/>
                      <a:pt x="1" y="12807"/>
                      <a:pt x="2006" y="16316"/>
                    </a:cubicBezTo>
                    <a:cubicBezTo>
                      <a:pt x="3058" y="18095"/>
                      <a:pt x="4788" y="19549"/>
                      <a:pt x="6517" y="20627"/>
                    </a:cubicBezTo>
                    <a:cubicBezTo>
                      <a:pt x="8420" y="21807"/>
                      <a:pt x="10624" y="22686"/>
                      <a:pt x="12883" y="22686"/>
                    </a:cubicBezTo>
                    <a:cubicBezTo>
                      <a:pt x="12975" y="22686"/>
                      <a:pt x="13067" y="22685"/>
                      <a:pt x="13159" y="22682"/>
                    </a:cubicBezTo>
                    <a:cubicBezTo>
                      <a:pt x="15665" y="22607"/>
                      <a:pt x="17820" y="21253"/>
                      <a:pt x="19224" y="19198"/>
                    </a:cubicBezTo>
                    <a:cubicBezTo>
                      <a:pt x="20151" y="17820"/>
                      <a:pt x="20778" y="16191"/>
                      <a:pt x="21179" y="14562"/>
                    </a:cubicBezTo>
                    <a:cubicBezTo>
                      <a:pt x="21505" y="13258"/>
                      <a:pt x="21655" y="11855"/>
                      <a:pt x="21454" y="10501"/>
                    </a:cubicBezTo>
                    <a:cubicBezTo>
                      <a:pt x="21154" y="8521"/>
                      <a:pt x="19976" y="6817"/>
                      <a:pt x="18096" y="6015"/>
                    </a:cubicBezTo>
                    <a:cubicBezTo>
                      <a:pt x="17269" y="5668"/>
                      <a:pt x="16379" y="5504"/>
                      <a:pt x="15487" y="5504"/>
                    </a:cubicBezTo>
                    <a:cubicBezTo>
                      <a:pt x="14512" y="5504"/>
                      <a:pt x="13535" y="5699"/>
                      <a:pt x="12632" y="6065"/>
                    </a:cubicBezTo>
                    <a:cubicBezTo>
                      <a:pt x="10778" y="6842"/>
                      <a:pt x="9374" y="8321"/>
                      <a:pt x="8773" y="10251"/>
                    </a:cubicBezTo>
                    <a:cubicBezTo>
                      <a:pt x="8422" y="11429"/>
                      <a:pt x="8196" y="12807"/>
                      <a:pt x="8798" y="13935"/>
                    </a:cubicBezTo>
                    <a:cubicBezTo>
                      <a:pt x="9199" y="14712"/>
                      <a:pt x="10001" y="15213"/>
                      <a:pt x="10853" y="15364"/>
                    </a:cubicBezTo>
                    <a:cubicBezTo>
                      <a:pt x="11148" y="15422"/>
                      <a:pt x="11456" y="15450"/>
                      <a:pt x="11770" y="15450"/>
                    </a:cubicBezTo>
                    <a:cubicBezTo>
                      <a:pt x="13216" y="15450"/>
                      <a:pt x="14775" y="14842"/>
                      <a:pt x="15640" y="13709"/>
                    </a:cubicBezTo>
                    <a:cubicBezTo>
                      <a:pt x="15752" y="13575"/>
                      <a:pt x="15604" y="13401"/>
                      <a:pt x="15464" y="13401"/>
                    </a:cubicBezTo>
                    <a:cubicBezTo>
                      <a:pt x="15447" y="13401"/>
                      <a:pt x="15430" y="13403"/>
                      <a:pt x="15414" y="13409"/>
                    </a:cubicBezTo>
                    <a:cubicBezTo>
                      <a:pt x="15026" y="13506"/>
                      <a:pt x="14606" y="13561"/>
                      <a:pt x="14195" y="13561"/>
                    </a:cubicBezTo>
                    <a:cubicBezTo>
                      <a:pt x="13970" y="13561"/>
                      <a:pt x="13748" y="13544"/>
                      <a:pt x="13535" y="13509"/>
                    </a:cubicBezTo>
                    <a:cubicBezTo>
                      <a:pt x="13083" y="13434"/>
                      <a:pt x="12632" y="13258"/>
                      <a:pt x="12382" y="12857"/>
                    </a:cubicBezTo>
                    <a:cubicBezTo>
                      <a:pt x="11981" y="12256"/>
                      <a:pt x="12156" y="11429"/>
                      <a:pt x="12332" y="10777"/>
                    </a:cubicBezTo>
                    <a:cubicBezTo>
                      <a:pt x="12663" y="9717"/>
                      <a:pt x="13683" y="9314"/>
                      <a:pt x="14720" y="9314"/>
                    </a:cubicBezTo>
                    <a:cubicBezTo>
                      <a:pt x="15253" y="9314"/>
                      <a:pt x="15791" y="9421"/>
                      <a:pt x="16241" y="9599"/>
                    </a:cubicBezTo>
                    <a:cubicBezTo>
                      <a:pt x="18121" y="10351"/>
                      <a:pt x="18622" y="12481"/>
                      <a:pt x="18096" y="14311"/>
                    </a:cubicBezTo>
                    <a:cubicBezTo>
                      <a:pt x="17240" y="17176"/>
                      <a:pt x="14548" y="18618"/>
                      <a:pt x="11793" y="18618"/>
                    </a:cubicBezTo>
                    <a:cubicBezTo>
                      <a:pt x="10836" y="18618"/>
                      <a:pt x="9871" y="18444"/>
                      <a:pt x="8973" y="18095"/>
                    </a:cubicBezTo>
                    <a:cubicBezTo>
                      <a:pt x="7244" y="17419"/>
                      <a:pt x="5815" y="16090"/>
                      <a:pt x="5139" y="14336"/>
                    </a:cubicBezTo>
                    <a:cubicBezTo>
                      <a:pt x="4286" y="12080"/>
                      <a:pt x="4587" y="9499"/>
                      <a:pt x="5690" y="7394"/>
                    </a:cubicBezTo>
                    <a:cubicBezTo>
                      <a:pt x="7043" y="4837"/>
                      <a:pt x="9474" y="2958"/>
                      <a:pt x="12181" y="1905"/>
                    </a:cubicBezTo>
                    <a:cubicBezTo>
                      <a:pt x="11981" y="1830"/>
                      <a:pt x="11805" y="1755"/>
                      <a:pt x="11605" y="1679"/>
                    </a:cubicBezTo>
                    <a:cubicBezTo>
                      <a:pt x="9299" y="2657"/>
                      <a:pt x="7219" y="4261"/>
                      <a:pt x="5840" y="6341"/>
                    </a:cubicBezTo>
                    <a:cubicBezTo>
                      <a:pt x="3535" y="9800"/>
                      <a:pt x="3560" y="15013"/>
                      <a:pt x="7169" y="17594"/>
                    </a:cubicBezTo>
                    <a:cubicBezTo>
                      <a:pt x="8509" y="18552"/>
                      <a:pt x="10192" y="19058"/>
                      <a:pt x="11861" y="19058"/>
                    </a:cubicBezTo>
                    <a:cubicBezTo>
                      <a:pt x="13687" y="19058"/>
                      <a:pt x="15495" y="18452"/>
                      <a:pt x="16818" y="17168"/>
                    </a:cubicBezTo>
                    <a:cubicBezTo>
                      <a:pt x="18221" y="15815"/>
                      <a:pt x="19048" y="13735"/>
                      <a:pt x="18597" y="11805"/>
                    </a:cubicBezTo>
                    <a:cubicBezTo>
                      <a:pt x="18196" y="10176"/>
                      <a:pt x="16868" y="9123"/>
                      <a:pt x="15239" y="8922"/>
                    </a:cubicBezTo>
                    <a:cubicBezTo>
                      <a:pt x="15067" y="8900"/>
                      <a:pt x="14893" y="8889"/>
                      <a:pt x="14719" y="8889"/>
                    </a:cubicBezTo>
                    <a:cubicBezTo>
                      <a:pt x="13521" y="8889"/>
                      <a:pt x="12324" y="9426"/>
                      <a:pt x="11931" y="10652"/>
                    </a:cubicBezTo>
                    <a:cubicBezTo>
                      <a:pt x="11580" y="11955"/>
                      <a:pt x="11680" y="13459"/>
                      <a:pt x="13184" y="13860"/>
                    </a:cubicBezTo>
                    <a:cubicBezTo>
                      <a:pt x="13492" y="13948"/>
                      <a:pt x="13826" y="13984"/>
                      <a:pt x="14161" y="13984"/>
                    </a:cubicBezTo>
                    <a:cubicBezTo>
                      <a:pt x="14398" y="13984"/>
                      <a:pt x="14635" y="13966"/>
                      <a:pt x="14863" y="13935"/>
                    </a:cubicBezTo>
                    <a:lnTo>
                      <a:pt x="14863" y="13935"/>
                    </a:lnTo>
                    <a:cubicBezTo>
                      <a:pt x="14083" y="14647"/>
                      <a:pt x="12903" y="15049"/>
                      <a:pt x="11794" y="15049"/>
                    </a:cubicBezTo>
                    <a:cubicBezTo>
                      <a:pt x="11263" y="15049"/>
                      <a:pt x="10748" y="14957"/>
                      <a:pt x="10302" y="14762"/>
                    </a:cubicBezTo>
                    <a:cubicBezTo>
                      <a:pt x="8046" y="13785"/>
                      <a:pt x="8823" y="10527"/>
                      <a:pt x="9825" y="8897"/>
                    </a:cubicBezTo>
                    <a:cubicBezTo>
                      <a:pt x="10990" y="7021"/>
                      <a:pt x="13287" y="5913"/>
                      <a:pt x="15526" y="5913"/>
                    </a:cubicBezTo>
                    <a:cubicBezTo>
                      <a:pt x="16997" y="5913"/>
                      <a:pt x="18442" y="6391"/>
                      <a:pt x="19525" y="7444"/>
                    </a:cubicBezTo>
                    <a:cubicBezTo>
                      <a:pt x="21229" y="9098"/>
                      <a:pt x="21354" y="11654"/>
                      <a:pt x="20928" y="13860"/>
                    </a:cubicBezTo>
                    <a:cubicBezTo>
                      <a:pt x="20352" y="16717"/>
                      <a:pt x="18973" y="19900"/>
                      <a:pt x="16317" y="21404"/>
                    </a:cubicBezTo>
                    <a:cubicBezTo>
                      <a:pt x="15225" y="22019"/>
                      <a:pt x="14053" y="22283"/>
                      <a:pt x="12865" y="22283"/>
                    </a:cubicBezTo>
                    <a:cubicBezTo>
                      <a:pt x="9549" y="22283"/>
                      <a:pt x="6099" y="20227"/>
                      <a:pt x="3885" y="17995"/>
                    </a:cubicBezTo>
                    <a:cubicBezTo>
                      <a:pt x="2607" y="16692"/>
                      <a:pt x="1755" y="15188"/>
                      <a:pt x="1379" y="13409"/>
                    </a:cubicBezTo>
                    <a:cubicBezTo>
                      <a:pt x="978" y="11454"/>
                      <a:pt x="1103" y="9399"/>
                      <a:pt x="1680" y="7469"/>
                    </a:cubicBezTo>
                    <a:cubicBezTo>
                      <a:pt x="2357" y="5188"/>
                      <a:pt x="3685" y="3158"/>
                      <a:pt x="5439" y="1554"/>
                    </a:cubicBezTo>
                    <a:cubicBezTo>
                      <a:pt x="5991" y="1028"/>
                      <a:pt x="6592" y="577"/>
                      <a:pt x="7244" y="151"/>
                    </a:cubicBezTo>
                    <a:cubicBezTo>
                      <a:pt x="7068" y="100"/>
                      <a:pt x="6918" y="50"/>
                      <a:pt x="674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21"/>
              <p:cNvSpPr/>
              <p:nvPr/>
            </p:nvSpPr>
            <p:spPr>
              <a:xfrm>
                <a:off x="4237625" y="606525"/>
                <a:ext cx="832100" cy="674650"/>
              </a:xfrm>
              <a:custGeom>
                <a:rect b="b" l="l" r="r" t="t"/>
                <a:pathLst>
                  <a:path extrusionOk="0" h="26986" w="33284">
                    <a:moveTo>
                      <a:pt x="8121" y="1"/>
                    </a:moveTo>
                    <a:cubicBezTo>
                      <a:pt x="8096" y="76"/>
                      <a:pt x="8071" y="126"/>
                      <a:pt x="8046" y="176"/>
                    </a:cubicBezTo>
                    <a:cubicBezTo>
                      <a:pt x="6366" y="4086"/>
                      <a:pt x="3233" y="7144"/>
                      <a:pt x="1504" y="11029"/>
                    </a:cubicBezTo>
                    <a:cubicBezTo>
                      <a:pt x="552" y="13134"/>
                      <a:pt x="0" y="15515"/>
                      <a:pt x="602" y="17796"/>
                    </a:cubicBezTo>
                    <a:cubicBezTo>
                      <a:pt x="1178" y="19976"/>
                      <a:pt x="2707" y="21881"/>
                      <a:pt x="4436" y="23309"/>
                    </a:cubicBezTo>
                    <a:cubicBezTo>
                      <a:pt x="7315" y="25719"/>
                      <a:pt x="11065" y="26986"/>
                      <a:pt x="14821" y="26986"/>
                    </a:cubicBezTo>
                    <a:cubicBezTo>
                      <a:pt x="15480" y="26986"/>
                      <a:pt x="16138" y="26947"/>
                      <a:pt x="16792" y="26868"/>
                    </a:cubicBezTo>
                    <a:cubicBezTo>
                      <a:pt x="21279" y="26342"/>
                      <a:pt x="25489" y="24086"/>
                      <a:pt x="28647" y="20853"/>
                    </a:cubicBezTo>
                    <a:cubicBezTo>
                      <a:pt x="31229" y="18197"/>
                      <a:pt x="33284" y="14638"/>
                      <a:pt x="33259" y="10903"/>
                    </a:cubicBezTo>
                    <a:cubicBezTo>
                      <a:pt x="33108" y="10803"/>
                      <a:pt x="32958" y="10703"/>
                      <a:pt x="32808" y="10628"/>
                    </a:cubicBezTo>
                    <a:lnTo>
                      <a:pt x="32808" y="10628"/>
                    </a:lnTo>
                    <a:cubicBezTo>
                      <a:pt x="33008" y="14688"/>
                      <a:pt x="30552" y="18547"/>
                      <a:pt x="27620" y="21254"/>
                    </a:cubicBezTo>
                    <a:cubicBezTo>
                      <a:pt x="24311" y="24337"/>
                      <a:pt x="19925" y="26417"/>
                      <a:pt x="15364" y="26567"/>
                    </a:cubicBezTo>
                    <a:cubicBezTo>
                      <a:pt x="15182" y="26574"/>
                      <a:pt x="14999" y="26577"/>
                      <a:pt x="14817" y="26577"/>
                    </a:cubicBezTo>
                    <a:cubicBezTo>
                      <a:pt x="10632" y="26577"/>
                      <a:pt x="6415" y="24931"/>
                      <a:pt x="3509" y="21881"/>
                    </a:cubicBezTo>
                    <a:cubicBezTo>
                      <a:pt x="1805" y="20076"/>
                      <a:pt x="627" y="17871"/>
                      <a:pt x="777" y="15314"/>
                    </a:cubicBezTo>
                    <a:cubicBezTo>
                      <a:pt x="903" y="13109"/>
                      <a:pt x="1830" y="11054"/>
                      <a:pt x="2958" y="9174"/>
                    </a:cubicBezTo>
                    <a:cubicBezTo>
                      <a:pt x="4737" y="6141"/>
                      <a:pt x="7193" y="3409"/>
                      <a:pt x="8522" y="126"/>
                    </a:cubicBezTo>
                    <a:cubicBezTo>
                      <a:pt x="8396" y="76"/>
                      <a:pt x="8246" y="51"/>
                      <a:pt x="81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21"/>
              <p:cNvSpPr/>
              <p:nvPr/>
            </p:nvSpPr>
            <p:spPr>
              <a:xfrm>
                <a:off x="3347900" y="3256875"/>
                <a:ext cx="1967450" cy="1421125"/>
              </a:xfrm>
              <a:custGeom>
                <a:rect b="b" l="l" r="r" t="t"/>
                <a:pathLst>
                  <a:path extrusionOk="0" h="56845" w="78698">
                    <a:moveTo>
                      <a:pt x="23707" y="0"/>
                    </a:moveTo>
                    <a:cubicBezTo>
                      <a:pt x="22393" y="0"/>
                      <a:pt x="21074" y="94"/>
                      <a:pt x="19775" y="203"/>
                    </a:cubicBezTo>
                    <a:cubicBezTo>
                      <a:pt x="16842" y="454"/>
                      <a:pt x="13860" y="930"/>
                      <a:pt x="11103" y="2008"/>
                    </a:cubicBezTo>
                    <a:cubicBezTo>
                      <a:pt x="8822" y="2885"/>
                      <a:pt x="6742" y="4263"/>
                      <a:pt x="5138" y="6118"/>
                    </a:cubicBezTo>
                    <a:cubicBezTo>
                      <a:pt x="3359" y="8173"/>
                      <a:pt x="2231" y="10679"/>
                      <a:pt x="1429" y="13261"/>
                    </a:cubicBezTo>
                    <a:cubicBezTo>
                      <a:pt x="476" y="16268"/>
                      <a:pt x="0" y="19376"/>
                      <a:pt x="326" y="22534"/>
                    </a:cubicBezTo>
                    <a:cubicBezTo>
                      <a:pt x="602" y="25441"/>
                      <a:pt x="1504" y="28349"/>
                      <a:pt x="3158" y="30755"/>
                    </a:cubicBezTo>
                    <a:cubicBezTo>
                      <a:pt x="4662" y="32960"/>
                      <a:pt x="6842" y="34689"/>
                      <a:pt x="9449" y="35266"/>
                    </a:cubicBezTo>
                    <a:cubicBezTo>
                      <a:pt x="10148" y="35427"/>
                      <a:pt x="10852" y="35501"/>
                      <a:pt x="11552" y="35501"/>
                    </a:cubicBezTo>
                    <a:cubicBezTo>
                      <a:pt x="14014" y="35501"/>
                      <a:pt x="16445" y="34590"/>
                      <a:pt x="18572" y="33361"/>
                    </a:cubicBezTo>
                    <a:cubicBezTo>
                      <a:pt x="21629" y="31582"/>
                      <a:pt x="24411" y="29151"/>
                      <a:pt x="26141" y="26018"/>
                    </a:cubicBezTo>
                    <a:cubicBezTo>
                      <a:pt x="27419" y="23712"/>
                      <a:pt x="28020" y="21055"/>
                      <a:pt x="27770" y="18424"/>
                    </a:cubicBezTo>
                    <a:cubicBezTo>
                      <a:pt x="27569" y="16243"/>
                      <a:pt x="26792" y="14088"/>
                      <a:pt x="25489" y="12333"/>
                    </a:cubicBezTo>
                    <a:cubicBezTo>
                      <a:pt x="24311" y="10754"/>
                      <a:pt x="22732" y="9802"/>
                      <a:pt x="20928" y="9150"/>
                    </a:cubicBezTo>
                    <a:cubicBezTo>
                      <a:pt x="19345" y="8585"/>
                      <a:pt x="17487" y="8203"/>
                      <a:pt x="15655" y="8203"/>
                    </a:cubicBezTo>
                    <a:cubicBezTo>
                      <a:pt x="13105" y="8203"/>
                      <a:pt x="10606" y="8942"/>
                      <a:pt x="8973" y="10955"/>
                    </a:cubicBezTo>
                    <a:cubicBezTo>
                      <a:pt x="7193" y="13161"/>
                      <a:pt x="7043" y="16293"/>
                      <a:pt x="7419" y="18975"/>
                    </a:cubicBezTo>
                    <a:cubicBezTo>
                      <a:pt x="7745" y="21306"/>
                      <a:pt x="8672" y="23862"/>
                      <a:pt x="10903" y="24990"/>
                    </a:cubicBezTo>
                    <a:cubicBezTo>
                      <a:pt x="11641" y="25356"/>
                      <a:pt x="12422" y="25523"/>
                      <a:pt x="13204" y="25523"/>
                    </a:cubicBezTo>
                    <a:cubicBezTo>
                      <a:pt x="16111" y="25523"/>
                      <a:pt x="19012" y="23223"/>
                      <a:pt x="19624" y="20379"/>
                    </a:cubicBezTo>
                    <a:cubicBezTo>
                      <a:pt x="20050" y="18474"/>
                      <a:pt x="19599" y="15015"/>
                      <a:pt x="17118" y="14865"/>
                    </a:cubicBezTo>
                    <a:cubicBezTo>
                      <a:pt x="17070" y="14862"/>
                      <a:pt x="17022" y="14861"/>
                      <a:pt x="16973" y="14861"/>
                    </a:cubicBezTo>
                    <a:cubicBezTo>
                      <a:pt x="15456" y="14861"/>
                      <a:pt x="13788" y="15987"/>
                      <a:pt x="13108" y="17371"/>
                    </a:cubicBezTo>
                    <a:cubicBezTo>
                      <a:pt x="13609" y="17070"/>
                      <a:pt x="14161" y="16870"/>
                      <a:pt x="14712" y="16795"/>
                    </a:cubicBezTo>
                    <a:cubicBezTo>
                      <a:pt x="14802" y="16784"/>
                      <a:pt x="14890" y="16779"/>
                      <a:pt x="14974" y="16779"/>
                    </a:cubicBezTo>
                    <a:cubicBezTo>
                      <a:pt x="16337" y="16779"/>
                      <a:pt x="16903" y="18075"/>
                      <a:pt x="17068" y="19326"/>
                    </a:cubicBezTo>
                    <a:cubicBezTo>
                      <a:pt x="17193" y="20805"/>
                      <a:pt x="15915" y="21832"/>
                      <a:pt x="14612" y="22183"/>
                    </a:cubicBezTo>
                    <a:cubicBezTo>
                      <a:pt x="14253" y="22273"/>
                      <a:pt x="13894" y="22317"/>
                      <a:pt x="13543" y="22317"/>
                    </a:cubicBezTo>
                    <a:cubicBezTo>
                      <a:pt x="12323" y="22317"/>
                      <a:pt x="11191" y="21780"/>
                      <a:pt x="10451" y="20729"/>
                    </a:cubicBezTo>
                    <a:cubicBezTo>
                      <a:pt x="9349" y="19201"/>
                      <a:pt x="9298" y="17045"/>
                      <a:pt x="9975" y="15341"/>
                    </a:cubicBezTo>
                    <a:cubicBezTo>
                      <a:pt x="11102" y="12512"/>
                      <a:pt x="14139" y="10892"/>
                      <a:pt x="17110" y="10892"/>
                    </a:cubicBezTo>
                    <a:cubicBezTo>
                      <a:pt x="17508" y="10892"/>
                      <a:pt x="17905" y="10921"/>
                      <a:pt x="18296" y="10980"/>
                    </a:cubicBezTo>
                    <a:cubicBezTo>
                      <a:pt x="22356" y="11607"/>
                      <a:pt x="24687" y="15617"/>
                      <a:pt x="24512" y="19501"/>
                    </a:cubicBezTo>
                    <a:cubicBezTo>
                      <a:pt x="24336" y="23887"/>
                      <a:pt x="21203" y="27948"/>
                      <a:pt x="17419" y="29978"/>
                    </a:cubicBezTo>
                    <a:cubicBezTo>
                      <a:pt x="15774" y="30846"/>
                      <a:pt x="13920" y="31423"/>
                      <a:pt x="12048" y="31423"/>
                    </a:cubicBezTo>
                    <a:cubicBezTo>
                      <a:pt x="11867" y="31423"/>
                      <a:pt x="11685" y="31417"/>
                      <a:pt x="11504" y="31406"/>
                    </a:cubicBezTo>
                    <a:cubicBezTo>
                      <a:pt x="9474" y="31281"/>
                      <a:pt x="7569" y="30429"/>
                      <a:pt x="6166" y="28950"/>
                    </a:cubicBezTo>
                    <a:cubicBezTo>
                      <a:pt x="2757" y="25391"/>
                      <a:pt x="2933" y="20053"/>
                      <a:pt x="4562" y="15692"/>
                    </a:cubicBezTo>
                    <a:cubicBezTo>
                      <a:pt x="6040" y="11707"/>
                      <a:pt x="8722" y="8123"/>
                      <a:pt x="12306" y="5767"/>
                    </a:cubicBezTo>
                    <a:cubicBezTo>
                      <a:pt x="15060" y="3961"/>
                      <a:pt x="18324" y="2971"/>
                      <a:pt x="21598" y="2971"/>
                    </a:cubicBezTo>
                    <a:cubicBezTo>
                      <a:pt x="22913" y="2971"/>
                      <a:pt x="24229" y="3131"/>
                      <a:pt x="25514" y="3461"/>
                    </a:cubicBezTo>
                    <a:cubicBezTo>
                      <a:pt x="27670" y="4038"/>
                      <a:pt x="29875" y="5090"/>
                      <a:pt x="31404" y="6744"/>
                    </a:cubicBezTo>
                    <a:cubicBezTo>
                      <a:pt x="33008" y="8499"/>
                      <a:pt x="33584" y="10855"/>
                      <a:pt x="33634" y="13186"/>
                    </a:cubicBezTo>
                    <a:cubicBezTo>
                      <a:pt x="33685" y="18048"/>
                      <a:pt x="31404" y="22659"/>
                      <a:pt x="31680" y="27547"/>
                    </a:cubicBezTo>
                    <a:cubicBezTo>
                      <a:pt x="31755" y="28724"/>
                      <a:pt x="31955" y="30028"/>
                      <a:pt x="32532" y="31080"/>
                    </a:cubicBezTo>
                    <a:cubicBezTo>
                      <a:pt x="33108" y="32108"/>
                      <a:pt x="34111" y="32659"/>
                      <a:pt x="35238" y="32885"/>
                    </a:cubicBezTo>
                    <a:cubicBezTo>
                      <a:pt x="35711" y="32976"/>
                      <a:pt x="36193" y="33017"/>
                      <a:pt x="36679" y="33017"/>
                    </a:cubicBezTo>
                    <a:cubicBezTo>
                      <a:pt x="38336" y="33017"/>
                      <a:pt x="40037" y="32545"/>
                      <a:pt x="41529" y="31983"/>
                    </a:cubicBezTo>
                    <a:cubicBezTo>
                      <a:pt x="45539" y="30479"/>
                      <a:pt x="48973" y="27847"/>
                      <a:pt x="52908" y="26193"/>
                    </a:cubicBezTo>
                    <a:cubicBezTo>
                      <a:pt x="54838" y="25391"/>
                      <a:pt x="56893" y="24840"/>
                      <a:pt x="58998" y="24815"/>
                    </a:cubicBezTo>
                    <a:cubicBezTo>
                      <a:pt x="61078" y="24815"/>
                      <a:pt x="63108" y="25291"/>
                      <a:pt x="64988" y="26143"/>
                    </a:cubicBezTo>
                    <a:cubicBezTo>
                      <a:pt x="68923" y="27897"/>
                      <a:pt x="71981" y="31206"/>
                      <a:pt x="73459" y="35241"/>
                    </a:cubicBezTo>
                    <a:cubicBezTo>
                      <a:pt x="75038" y="39552"/>
                      <a:pt x="74863" y="44464"/>
                      <a:pt x="73209" y="48725"/>
                    </a:cubicBezTo>
                    <a:cubicBezTo>
                      <a:pt x="72306" y="51005"/>
                      <a:pt x="71053" y="53111"/>
                      <a:pt x="69650" y="55116"/>
                    </a:cubicBezTo>
                    <a:cubicBezTo>
                      <a:pt x="70903" y="55692"/>
                      <a:pt x="72156" y="56269"/>
                      <a:pt x="73384" y="56845"/>
                    </a:cubicBezTo>
                    <a:cubicBezTo>
                      <a:pt x="74311" y="55116"/>
                      <a:pt x="75214" y="53361"/>
                      <a:pt x="76016" y="51557"/>
                    </a:cubicBezTo>
                    <a:cubicBezTo>
                      <a:pt x="77118" y="49126"/>
                      <a:pt x="77945" y="46644"/>
                      <a:pt x="78296" y="43988"/>
                    </a:cubicBezTo>
                    <a:cubicBezTo>
                      <a:pt x="78697" y="41030"/>
                      <a:pt x="78647" y="37998"/>
                      <a:pt x="78096" y="35040"/>
                    </a:cubicBezTo>
                    <a:cubicBezTo>
                      <a:pt x="77570" y="32183"/>
                      <a:pt x="76567" y="29376"/>
                      <a:pt x="74863" y="26995"/>
                    </a:cubicBezTo>
                    <a:cubicBezTo>
                      <a:pt x="73184" y="24614"/>
                      <a:pt x="70828" y="22810"/>
                      <a:pt x="68046" y="21932"/>
                    </a:cubicBezTo>
                    <a:cubicBezTo>
                      <a:pt x="66191" y="21356"/>
                      <a:pt x="64211" y="21130"/>
                      <a:pt x="62306" y="21005"/>
                    </a:cubicBezTo>
                    <a:cubicBezTo>
                      <a:pt x="61844" y="20981"/>
                      <a:pt x="61383" y="20968"/>
                      <a:pt x="60924" y="20968"/>
                    </a:cubicBezTo>
                    <a:cubicBezTo>
                      <a:pt x="59489" y="20968"/>
                      <a:pt x="58066" y="21090"/>
                      <a:pt x="56642" y="21356"/>
                    </a:cubicBezTo>
                    <a:cubicBezTo>
                      <a:pt x="53334" y="21958"/>
                      <a:pt x="50251" y="23386"/>
                      <a:pt x="47344" y="25090"/>
                    </a:cubicBezTo>
                    <a:cubicBezTo>
                      <a:pt x="45840" y="25993"/>
                      <a:pt x="44361" y="26945"/>
                      <a:pt x="42908" y="27922"/>
                    </a:cubicBezTo>
                    <a:cubicBezTo>
                      <a:pt x="41655" y="28750"/>
                      <a:pt x="40326" y="29727"/>
                      <a:pt x="38797" y="29978"/>
                    </a:cubicBezTo>
                    <a:cubicBezTo>
                      <a:pt x="38613" y="30010"/>
                      <a:pt x="38427" y="30027"/>
                      <a:pt x="38244" y="30027"/>
                    </a:cubicBezTo>
                    <a:cubicBezTo>
                      <a:pt x="37580" y="30027"/>
                      <a:pt x="36943" y="29801"/>
                      <a:pt x="36492" y="29251"/>
                    </a:cubicBezTo>
                    <a:cubicBezTo>
                      <a:pt x="35865" y="28499"/>
                      <a:pt x="35715" y="27471"/>
                      <a:pt x="35665" y="26519"/>
                    </a:cubicBezTo>
                    <a:cubicBezTo>
                      <a:pt x="35489" y="23737"/>
                      <a:pt x="36216" y="20930"/>
                      <a:pt x="36918" y="18273"/>
                    </a:cubicBezTo>
                    <a:cubicBezTo>
                      <a:pt x="37419" y="16268"/>
                      <a:pt x="37544" y="14163"/>
                      <a:pt x="37344" y="12108"/>
                    </a:cubicBezTo>
                    <a:cubicBezTo>
                      <a:pt x="37143" y="9827"/>
                      <a:pt x="36492" y="7546"/>
                      <a:pt x="35264" y="5592"/>
                    </a:cubicBezTo>
                    <a:cubicBezTo>
                      <a:pt x="33960" y="3436"/>
                      <a:pt x="31955" y="1807"/>
                      <a:pt x="29599" y="930"/>
                    </a:cubicBezTo>
                    <a:cubicBezTo>
                      <a:pt x="27707" y="218"/>
                      <a:pt x="25713" y="0"/>
                      <a:pt x="23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21"/>
              <p:cNvSpPr/>
              <p:nvPr/>
            </p:nvSpPr>
            <p:spPr>
              <a:xfrm>
                <a:off x="5407425" y="4578750"/>
                <a:ext cx="9425" cy="8400"/>
              </a:xfrm>
              <a:custGeom>
                <a:rect b="b" l="l" r="r" t="t"/>
                <a:pathLst>
                  <a:path extrusionOk="0" h="336" w="377">
                    <a:moveTo>
                      <a:pt x="292" y="1"/>
                    </a:moveTo>
                    <a:cubicBezTo>
                      <a:pt x="223" y="1"/>
                      <a:pt x="145" y="34"/>
                      <a:pt x="126" y="110"/>
                    </a:cubicBezTo>
                    <a:cubicBezTo>
                      <a:pt x="76" y="185"/>
                      <a:pt x="51" y="261"/>
                      <a:pt x="1" y="336"/>
                    </a:cubicBezTo>
                    <a:cubicBezTo>
                      <a:pt x="126" y="236"/>
                      <a:pt x="251" y="110"/>
                      <a:pt x="377" y="10"/>
                    </a:cubicBezTo>
                    <a:lnTo>
                      <a:pt x="351" y="10"/>
                    </a:lnTo>
                    <a:cubicBezTo>
                      <a:pt x="334" y="4"/>
                      <a:pt x="313" y="1"/>
                      <a:pt x="29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21"/>
              <p:cNvSpPr/>
              <p:nvPr/>
            </p:nvSpPr>
            <p:spPr>
              <a:xfrm>
                <a:off x="3319700" y="3246550"/>
                <a:ext cx="2004425" cy="1435850"/>
              </a:xfrm>
              <a:custGeom>
                <a:rect b="b" l="l" r="r" t="t"/>
                <a:pathLst>
                  <a:path extrusionOk="0" h="57434" w="80177">
                    <a:moveTo>
                      <a:pt x="24963" y="1"/>
                    </a:moveTo>
                    <a:cubicBezTo>
                      <a:pt x="24687" y="1"/>
                      <a:pt x="24411" y="6"/>
                      <a:pt x="24136" y="15"/>
                    </a:cubicBezTo>
                    <a:cubicBezTo>
                      <a:pt x="20853" y="140"/>
                      <a:pt x="17544" y="416"/>
                      <a:pt x="14386" y="1268"/>
                    </a:cubicBezTo>
                    <a:cubicBezTo>
                      <a:pt x="11930" y="1944"/>
                      <a:pt x="9549" y="2997"/>
                      <a:pt x="7569" y="4651"/>
                    </a:cubicBezTo>
                    <a:cubicBezTo>
                      <a:pt x="5640" y="6280"/>
                      <a:pt x="4186" y="8436"/>
                      <a:pt x="3183" y="10766"/>
                    </a:cubicBezTo>
                    <a:cubicBezTo>
                      <a:pt x="702" y="16406"/>
                      <a:pt x="0" y="22972"/>
                      <a:pt x="2507" y="28736"/>
                    </a:cubicBezTo>
                    <a:cubicBezTo>
                      <a:pt x="3584" y="31268"/>
                      <a:pt x="5289" y="33574"/>
                      <a:pt x="7695" y="34977"/>
                    </a:cubicBezTo>
                    <a:cubicBezTo>
                      <a:pt x="9243" y="35903"/>
                      <a:pt x="10974" y="36320"/>
                      <a:pt x="12726" y="36320"/>
                    </a:cubicBezTo>
                    <a:cubicBezTo>
                      <a:pt x="13725" y="36320"/>
                      <a:pt x="14732" y="36184"/>
                      <a:pt x="15715" y="35930"/>
                    </a:cubicBezTo>
                    <a:cubicBezTo>
                      <a:pt x="17519" y="35453"/>
                      <a:pt x="19173" y="34626"/>
                      <a:pt x="20727" y="33624"/>
                    </a:cubicBezTo>
                    <a:cubicBezTo>
                      <a:pt x="22331" y="32596"/>
                      <a:pt x="23860" y="31393"/>
                      <a:pt x="25163" y="30015"/>
                    </a:cubicBezTo>
                    <a:cubicBezTo>
                      <a:pt x="27168" y="27859"/>
                      <a:pt x="28672" y="25203"/>
                      <a:pt x="29173" y="22270"/>
                    </a:cubicBezTo>
                    <a:cubicBezTo>
                      <a:pt x="29900" y="18060"/>
                      <a:pt x="28522" y="12947"/>
                      <a:pt x="24838" y="10441"/>
                    </a:cubicBezTo>
                    <a:cubicBezTo>
                      <a:pt x="23158" y="9313"/>
                      <a:pt x="21053" y="8686"/>
                      <a:pt x="19073" y="8386"/>
                    </a:cubicBezTo>
                    <a:cubicBezTo>
                      <a:pt x="18327" y="8273"/>
                      <a:pt x="17562" y="8208"/>
                      <a:pt x="16798" y="8208"/>
                    </a:cubicBezTo>
                    <a:cubicBezTo>
                      <a:pt x="15354" y="8208"/>
                      <a:pt x="13909" y="8439"/>
                      <a:pt x="12582" y="9012"/>
                    </a:cubicBezTo>
                    <a:cubicBezTo>
                      <a:pt x="10502" y="9914"/>
                      <a:pt x="9023" y="11694"/>
                      <a:pt x="8396" y="13874"/>
                    </a:cubicBezTo>
                    <a:cubicBezTo>
                      <a:pt x="7970" y="15353"/>
                      <a:pt x="7895" y="16907"/>
                      <a:pt x="8020" y="18436"/>
                    </a:cubicBezTo>
                    <a:cubicBezTo>
                      <a:pt x="8121" y="19914"/>
                      <a:pt x="8421" y="21418"/>
                      <a:pt x="9073" y="22772"/>
                    </a:cubicBezTo>
                    <a:cubicBezTo>
                      <a:pt x="9950" y="24651"/>
                      <a:pt x="11579" y="26080"/>
                      <a:pt x="13685" y="26305"/>
                    </a:cubicBezTo>
                    <a:cubicBezTo>
                      <a:pt x="13891" y="26327"/>
                      <a:pt x="14097" y="26338"/>
                      <a:pt x="14303" y="26338"/>
                    </a:cubicBezTo>
                    <a:cubicBezTo>
                      <a:pt x="16001" y="26338"/>
                      <a:pt x="17674" y="25621"/>
                      <a:pt x="18948" y="24526"/>
                    </a:cubicBezTo>
                    <a:cubicBezTo>
                      <a:pt x="20427" y="23248"/>
                      <a:pt x="21354" y="21393"/>
                      <a:pt x="21304" y="19438"/>
                    </a:cubicBezTo>
                    <a:cubicBezTo>
                      <a:pt x="21254" y="18160"/>
                      <a:pt x="21003" y="16656"/>
                      <a:pt x="20076" y="15704"/>
                    </a:cubicBezTo>
                    <a:cubicBezTo>
                      <a:pt x="19537" y="15124"/>
                      <a:pt x="18793" y="14869"/>
                      <a:pt x="18041" y="14869"/>
                    </a:cubicBezTo>
                    <a:cubicBezTo>
                      <a:pt x="17883" y="14869"/>
                      <a:pt x="17726" y="14880"/>
                      <a:pt x="17569" y="14902"/>
                    </a:cubicBezTo>
                    <a:cubicBezTo>
                      <a:pt x="15865" y="15178"/>
                      <a:pt x="14061" y="16556"/>
                      <a:pt x="13609" y="18260"/>
                    </a:cubicBezTo>
                    <a:cubicBezTo>
                      <a:pt x="13570" y="18377"/>
                      <a:pt x="13684" y="18525"/>
                      <a:pt x="13807" y="18525"/>
                    </a:cubicBezTo>
                    <a:cubicBezTo>
                      <a:pt x="13842" y="18525"/>
                      <a:pt x="13877" y="18513"/>
                      <a:pt x="13910" y="18486"/>
                    </a:cubicBezTo>
                    <a:cubicBezTo>
                      <a:pt x="14411" y="18110"/>
                      <a:pt x="15013" y="17809"/>
                      <a:pt x="15614" y="17684"/>
                    </a:cubicBezTo>
                    <a:cubicBezTo>
                      <a:pt x="15790" y="17642"/>
                      <a:pt x="15974" y="17614"/>
                      <a:pt x="16158" y="17614"/>
                    </a:cubicBezTo>
                    <a:cubicBezTo>
                      <a:pt x="16420" y="17614"/>
                      <a:pt x="16682" y="17672"/>
                      <a:pt x="16918" y="17834"/>
                    </a:cubicBezTo>
                    <a:cubicBezTo>
                      <a:pt x="17519" y="18235"/>
                      <a:pt x="17695" y="19062"/>
                      <a:pt x="17770" y="19739"/>
                    </a:cubicBezTo>
                    <a:cubicBezTo>
                      <a:pt x="17920" y="21418"/>
                      <a:pt x="16066" y="22295"/>
                      <a:pt x="14612" y="22320"/>
                    </a:cubicBezTo>
                    <a:cubicBezTo>
                      <a:pt x="12732" y="22320"/>
                      <a:pt x="11454" y="20792"/>
                      <a:pt x="11153" y="19012"/>
                    </a:cubicBezTo>
                    <a:cubicBezTo>
                      <a:pt x="10527" y="15203"/>
                      <a:pt x="13760" y="12170"/>
                      <a:pt x="17344" y="11769"/>
                    </a:cubicBezTo>
                    <a:cubicBezTo>
                      <a:pt x="17637" y="11734"/>
                      <a:pt x="17932" y="11717"/>
                      <a:pt x="18228" y="11717"/>
                    </a:cubicBezTo>
                    <a:cubicBezTo>
                      <a:pt x="19649" y="11717"/>
                      <a:pt x="21069" y="12121"/>
                      <a:pt x="22231" y="12972"/>
                    </a:cubicBezTo>
                    <a:cubicBezTo>
                      <a:pt x="23935" y="14250"/>
                      <a:pt x="24938" y="16330"/>
                      <a:pt x="25188" y="18411"/>
                    </a:cubicBezTo>
                    <a:cubicBezTo>
                      <a:pt x="25715" y="22822"/>
                      <a:pt x="22883" y="27158"/>
                      <a:pt x="19274" y="29488"/>
                    </a:cubicBezTo>
                    <a:cubicBezTo>
                      <a:pt x="17463" y="30653"/>
                      <a:pt x="15291" y="31383"/>
                      <a:pt x="13176" y="31383"/>
                    </a:cubicBezTo>
                    <a:cubicBezTo>
                      <a:pt x="11193" y="31383"/>
                      <a:pt x="9260" y="30741"/>
                      <a:pt x="7720" y="29213"/>
                    </a:cubicBezTo>
                    <a:cubicBezTo>
                      <a:pt x="4211" y="25704"/>
                      <a:pt x="4512" y="20290"/>
                      <a:pt x="6166" y="15980"/>
                    </a:cubicBezTo>
                    <a:cubicBezTo>
                      <a:pt x="7720" y="11995"/>
                      <a:pt x="10527" y="8411"/>
                      <a:pt x="14186" y="6180"/>
                    </a:cubicBezTo>
                    <a:cubicBezTo>
                      <a:pt x="16743" y="4639"/>
                      <a:pt x="19729" y="3795"/>
                      <a:pt x="22715" y="3795"/>
                    </a:cubicBezTo>
                    <a:cubicBezTo>
                      <a:pt x="24296" y="3795"/>
                      <a:pt x="25876" y="4032"/>
                      <a:pt x="27394" y="4526"/>
                    </a:cubicBezTo>
                    <a:cubicBezTo>
                      <a:pt x="29600" y="5253"/>
                      <a:pt x="31855" y="6531"/>
                      <a:pt x="33083" y="8586"/>
                    </a:cubicBezTo>
                    <a:cubicBezTo>
                      <a:pt x="34311" y="10641"/>
                      <a:pt x="34487" y="13147"/>
                      <a:pt x="34261" y="15503"/>
                    </a:cubicBezTo>
                    <a:cubicBezTo>
                      <a:pt x="33810" y="20040"/>
                      <a:pt x="31830" y="24476"/>
                      <a:pt x="32507" y="29112"/>
                    </a:cubicBezTo>
                    <a:cubicBezTo>
                      <a:pt x="32682" y="30190"/>
                      <a:pt x="32958" y="31318"/>
                      <a:pt x="33635" y="32195"/>
                    </a:cubicBezTo>
                    <a:cubicBezTo>
                      <a:pt x="34236" y="32972"/>
                      <a:pt x="35088" y="33423"/>
                      <a:pt x="36016" y="33649"/>
                    </a:cubicBezTo>
                    <a:cubicBezTo>
                      <a:pt x="36588" y="33784"/>
                      <a:pt x="37179" y="33843"/>
                      <a:pt x="37775" y="33843"/>
                    </a:cubicBezTo>
                    <a:cubicBezTo>
                      <a:pt x="39161" y="33843"/>
                      <a:pt x="40576" y="33526"/>
                      <a:pt x="41855" y="33122"/>
                    </a:cubicBezTo>
                    <a:cubicBezTo>
                      <a:pt x="45740" y="31869"/>
                      <a:pt x="49073" y="29438"/>
                      <a:pt x="52732" y="27659"/>
                    </a:cubicBezTo>
                    <a:cubicBezTo>
                      <a:pt x="54612" y="26757"/>
                      <a:pt x="56617" y="25980"/>
                      <a:pt x="58697" y="25754"/>
                    </a:cubicBezTo>
                    <a:cubicBezTo>
                      <a:pt x="59201" y="25693"/>
                      <a:pt x="59706" y="25663"/>
                      <a:pt x="60208" y="25663"/>
                    </a:cubicBezTo>
                    <a:cubicBezTo>
                      <a:pt x="61755" y="25663"/>
                      <a:pt x="63287" y="25945"/>
                      <a:pt x="64763" y="26456"/>
                    </a:cubicBezTo>
                    <a:cubicBezTo>
                      <a:pt x="68748" y="27834"/>
                      <a:pt x="72056" y="30892"/>
                      <a:pt x="73760" y="34752"/>
                    </a:cubicBezTo>
                    <a:cubicBezTo>
                      <a:pt x="75640" y="38937"/>
                      <a:pt x="75690" y="43824"/>
                      <a:pt x="74261" y="48135"/>
                    </a:cubicBezTo>
                    <a:cubicBezTo>
                      <a:pt x="73384" y="50742"/>
                      <a:pt x="71956" y="53098"/>
                      <a:pt x="70402" y="55353"/>
                    </a:cubicBezTo>
                    <a:cubicBezTo>
                      <a:pt x="70527" y="55403"/>
                      <a:pt x="70652" y="55478"/>
                      <a:pt x="70778" y="55529"/>
                    </a:cubicBezTo>
                    <a:cubicBezTo>
                      <a:pt x="72181" y="53524"/>
                      <a:pt x="73434" y="51418"/>
                      <a:pt x="74337" y="49138"/>
                    </a:cubicBezTo>
                    <a:cubicBezTo>
                      <a:pt x="75991" y="44877"/>
                      <a:pt x="76166" y="39965"/>
                      <a:pt x="74587" y="35654"/>
                    </a:cubicBezTo>
                    <a:cubicBezTo>
                      <a:pt x="73109" y="31619"/>
                      <a:pt x="70051" y="28310"/>
                      <a:pt x="66116" y="26556"/>
                    </a:cubicBezTo>
                    <a:cubicBezTo>
                      <a:pt x="64236" y="25704"/>
                      <a:pt x="62206" y="25228"/>
                      <a:pt x="60126" y="25228"/>
                    </a:cubicBezTo>
                    <a:cubicBezTo>
                      <a:pt x="58021" y="25253"/>
                      <a:pt x="55966" y="25804"/>
                      <a:pt x="54036" y="26606"/>
                    </a:cubicBezTo>
                    <a:cubicBezTo>
                      <a:pt x="50101" y="28260"/>
                      <a:pt x="46667" y="30892"/>
                      <a:pt x="42657" y="32396"/>
                    </a:cubicBezTo>
                    <a:cubicBezTo>
                      <a:pt x="41165" y="32958"/>
                      <a:pt x="39464" y="33430"/>
                      <a:pt x="37807" y="33430"/>
                    </a:cubicBezTo>
                    <a:cubicBezTo>
                      <a:pt x="37321" y="33430"/>
                      <a:pt x="36839" y="33389"/>
                      <a:pt x="36366" y="33298"/>
                    </a:cubicBezTo>
                    <a:cubicBezTo>
                      <a:pt x="35239" y="33072"/>
                      <a:pt x="34236" y="32521"/>
                      <a:pt x="33660" y="31493"/>
                    </a:cubicBezTo>
                    <a:cubicBezTo>
                      <a:pt x="33083" y="30441"/>
                      <a:pt x="32883" y="29137"/>
                      <a:pt x="32808" y="27960"/>
                    </a:cubicBezTo>
                    <a:cubicBezTo>
                      <a:pt x="32532" y="23072"/>
                      <a:pt x="34813" y="18461"/>
                      <a:pt x="34762" y="13599"/>
                    </a:cubicBezTo>
                    <a:cubicBezTo>
                      <a:pt x="34712" y="11268"/>
                      <a:pt x="34136" y="8912"/>
                      <a:pt x="32532" y="7157"/>
                    </a:cubicBezTo>
                    <a:cubicBezTo>
                      <a:pt x="31003" y="5503"/>
                      <a:pt x="28798" y="4451"/>
                      <a:pt x="26642" y="3874"/>
                    </a:cubicBezTo>
                    <a:cubicBezTo>
                      <a:pt x="25357" y="3544"/>
                      <a:pt x="24041" y="3384"/>
                      <a:pt x="22726" y="3384"/>
                    </a:cubicBezTo>
                    <a:cubicBezTo>
                      <a:pt x="19452" y="3384"/>
                      <a:pt x="16188" y="4374"/>
                      <a:pt x="13434" y="6180"/>
                    </a:cubicBezTo>
                    <a:cubicBezTo>
                      <a:pt x="9850" y="8536"/>
                      <a:pt x="7168" y="12120"/>
                      <a:pt x="5690" y="16105"/>
                    </a:cubicBezTo>
                    <a:cubicBezTo>
                      <a:pt x="4061" y="20466"/>
                      <a:pt x="3885" y="25804"/>
                      <a:pt x="7294" y="29363"/>
                    </a:cubicBezTo>
                    <a:cubicBezTo>
                      <a:pt x="8697" y="30842"/>
                      <a:pt x="10602" y="31694"/>
                      <a:pt x="12632" y="31819"/>
                    </a:cubicBezTo>
                    <a:cubicBezTo>
                      <a:pt x="12813" y="31830"/>
                      <a:pt x="12995" y="31836"/>
                      <a:pt x="13176" y="31836"/>
                    </a:cubicBezTo>
                    <a:cubicBezTo>
                      <a:pt x="15048" y="31836"/>
                      <a:pt x="16902" y="31259"/>
                      <a:pt x="18547" y="30391"/>
                    </a:cubicBezTo>
                    <a:cubicBezTo>
                      <a:pt x="22331" y="28361"/>
                      <a:pt x="25464" y="24300"/>
                      <a:pt x="25640" y="19914"/>
                    </a:cubicBezTo>
                    <a:cubicBezTo>
                      <a:pt x="25815" y="16030"/>
                      <a:pt x="23484" y="12020"/>
                      <a:pt x="19424" y="11393"/>
                    </a:cubicBezTo>
                    <a:cubicBezTo>
                      <a:pt x="19033" y="11334"/>
                      <a:pt x="18636" y="11305"/>
                      <a:pt x="18238" y="11305"/>
                    </a:cubicBezTo>
                    <a:cubicBezTo>
                      <a:pt x="15267" y="11305"/>
                      <a:pt x="12230" y="12925"/>
                      <a:pt x="11103" y="15754"/>
                    </a:cubicBezTo>
                    <a:cubicBezTo>
                      <a:pt x="10426" y="17458"/>
                      <a:pt x="10477" y="19614"/>
                      <a:pt x="11579" y="21142"/>
                    </a:cubicBezTo>
                    <a:cubicBezTo>
                      <a:pt x="12319" y="22193"/>
                      <a:pt x="13451" y="22730"/>
                      <a:pt x="14671" y="22730"/>
                    </a:cubicBezTo>
                    <a:cubicBezTo>
                      <a:pt x="15022" y="22730"/>
                      <a:pt x="15381" y="22686"/>
                      <a:pt x="15740" y="22596"/>
                    </a:cubicBezTo>
                    <a:cubicBezTo>
                      <a:pt x="17043" y="22245"/>
                      <a:pt x="18321" y="21218"/>
                      <a:pt x="18196" y="19739"/>
                    </a:cubicBezTo>
                    <a:cubicBezTo>
                      <a:pt x="18031" y="18466"/>
                      <a:pt x="17466" y="17192"/>
                      <a:pt x="16106" y="17192"/>
                    </a:cubicBezTo>
                    <a:cubicBezTo>
                      <a:pt x="16021" y="17192"/>
                      <a:pt x="15932" y="17197"/>
                      <a:pt x="15840" y="17208"/>
                    </a:cubicBezTo>
                    <a:cubicBezTo>
                      <a:pt x="15289" y="17283"/>
                      <a:pt x="14737" y="17483"/>
                      <a:pt x="14236" y="17784"/>
                    </a:cubicBezTo>
                    <a:cubicBezTo>
                      <a:pt x="14916" y="16400"/>
                      <a:pt x="16584" y="15274"/>
                      <a:pt x="18101" y="15274"/>
                    </a:cubicBezTo>
                    <a:cubicBezTo>
                      <a:pt x="18150" y="15274"/>
                      <a:pt x="18198" y="15275"/>
                      <a:pt x="18246" y="15278"/>
                    </a:cubicBezTo>
                    <a:cubicBezTo>
                      <a:pt x="20727" y="15428"/>
                      <a:pt x="21178" y="18887"/>
                      <a:pt x="20752" y="20792"/>
                    </a:cubicBezTo>
                    <a:cubicBezTo>
                      <a:pt x="20140" y="23636"/>
                      <a:pt x="17239" y="25936"/>
                      <a:pt x="14332" y="25936"/>
                    </a:cubicBezTo>
                    <a:cubicBezTo>
                      <a:pt x="13550" y="25936"/>
                      <a:pt x="12769" y="25769"/>
                      <a:pt x="12031" y="25403"/>
                    </a:cubicBezTo>
                    <a:cubicBezTo>
                      <a:pt x="9800" y="24275"/>
                      <a:pt x="8873" y="21719"/>
                      <a:pt x="8547" y="19388"/>
                    </a:cubicBezTo>
                    <a:cubicBezTo>
                      <a:pt x="8171" y="16706"/>
                      <a:pt x="8321" y="13574"/>
                      <a:pt x="10101" y="11368"/>
                    </a:cubicBezTo>
                    <a:cubicBezTo>
                      <a:pt x="11734" y="9355"/>
                      <a:pt x="14233" y="8616"/>
                      <a:pt x="16783" y="8616"/>
                    </a:cubicBezTo>
                    <a:cubicBezTo>
                      <a:pt x="18615" y="8616"/>
                      <a:pt x="20473" y="8998"/>
                      <a:pt x="22056" y="9563"/>
                    </a:cubicBezTo>
                    <a:cubicBezTo>
                      <a:pt x="23860" y="10215"/>
                      <a:pt x="25439" y="11167"/>
                      <a:pt x="26617" y="12746"/>
                    </a:cubicBezTo>
                    <a:cubicBezTo>
                      <a:pt x="27920" y="14501"/>
                      <a:pt x="28697" y="16656"/>
                      <a:pt x="28898" y="18837"/>
                    </a:cubicBezTo>
                    <a:cubicBezTo>
                      <a:pt x="29148" y="21468"/>
                      <a:pt x="28547" y="24125"/>
                      <a:pt x="27269" y="26431"/>
                    </a:cubicBezTo>
                    <a:cubicBezTo>
                      <a:pt x="25539" y="29564"/>
                      <a:pt x="22757" y="31995"/>
                      <a:pt x="19700" y="33774"/>
                    </a:cubicBezTo>
                    <a:cubicBezTo>
                      <a:pt x="17573" y="35003"/>
                      <a:pt x="15142" y="35914"/>
                      <a:pt x="12680" y="35914"/>
                    </a:cubicBezTo>
                    <a:cubicBezTo>
                      <a:pt x="11980" y="35914"/>
                      <a:pt x="11276" y="35840"/>
                      <a:pt x="10577" y="35679"/>
                    </a:cubicBezTo>
                    <a:cubicBezTo>
                      <a:pt x="7970" y="35102"/>
                      <a:pt x="5790" y="33373"/>
                      <a:pt x="4286" y="31168"/>
                    </a:cubicBezTo>
                    <a:cubicBezTo>
                      <a:pt x="2632" y="28762"/>
                      <a:pt x="1730" y="25854"/>
                      <a:pt x="1454" y="22947"/>
                    </a:cubicBezTo>
                    <a:cubicBezTo>
                      <a:pt x="1128" y="19789"/>
                      <a:pt x="1604" y="16681"/>
                      <a:pt x="2557" y="13674"/>
                    </a:cubicBezTo>
                    <a:cubicBezTo>
                      <a:pt x="3359" y="11092"/>
                      <a:pt x="4487" y="8586"/>
                      <a:pt x="6266" y="6531"/>
                    </a:cubicBezTo>
                    <a:cubicBezTo>
                      <a:pt x="7870" y="4676"/>
                      <a:pt x="9950" y="3298"/>
                      <a:pt x="12231" y="2421"/>
                    </a:cubicBezTo>
                    <a:cubicBezTo>
                      <a:pt x="14988" y="1343"/>
                      <a:pt x="17970" y="867"/>
                      <a:pt x="20903" y="616"/>
                    </a:cubicBezTo>
                    <a:cubicBezTo>
                      <a:pt x="22202" y="507"/>
                      <a:pt x="23521" y="413"/>
                      <a:pt x="24835" y="413"/>
                    </a:cubicBezTo>
                    <a:cubicBezTo>
                      <a:pt x="26841" y="413"/>
                      <a:pt x="28835" y="631"/>
                      <a:pt x="30727" y="1343"/>
                    </a:cubicBezTo>
                    <a:cubicBezTo>
                      <a:pt x="33083" y="2220"/>
                      <a:pt x="35088" y="3849"/>
                      <a:pt x="36392" y="6005"/>
                    </a:cubicBezTo>
                    <a:cubicBezTo>
                      <a:pt x="37620" y="7959"/>
                      <a:pt x="38271" y="10240"/>
                      <a:pt x="38472" y="12521"/>
                    </a:cubicBezTo>
                    <a:cubicBezTo>
                      <a:pt x="38672" y="14576"/>
                      <a:pt x="38547" y="16681"/>
                      <a:pt x="38046" y="18686"/>
                    </a:cubicBezTo>
                    <a:cubicBezTo>
                      <a:pt x="37344" y="21343"/>
                      <a:pt x="36617" y="24150"/>
                      <a:pt x="36793" y="26932"/>
                    </a:cubicBezTo>
                    <a:cubicBezTo>
                      <a:pt x="36843" y="27884"/>
                      <a:pt x="36993" y="28912"/>
                      <a:pt x="37620" y="29664"/>
                    </a:cubicBezTo>
                    <a:cubicBezTo>
                      <a:pt x="38071" y="30214"/>
                      <a:pt x="38708" y="30440"/>
                      <a:pt x="39372" y="30440"/>
                    </a:cubicBezTo>
                    <a:cubicBezTo>
                      <a:pt x="39555" y="30440"/>
                      <a:pt x="39741" y="30423"/>
                      <a:pt x="39925" y="30391"/>
                    </a:cubicBezTo>
                    <a:cubicBezTo>
                      <a:pt x="41454" y="30140"/>
                      <a:pt x="42783" y="29163"/>
                      <a:pt x="44036" y="28335"/>
                    </a:cubicBezTo>
                    <a:cubicBezTo>
                      <a:pt x="45489" y="27358"/>
                      <a:pt x="46968" y="26406"/>
                      <a:pt x="48472" y="25503"/>
                    </a:cubicBezTo>
                    <a:cubicBezTo>
                      <a:pt x="51379" y="23799"/>
                      <a:pt x="54462" y="22371"/>
                      <a:pt x="57770" y="21769"/>
                    </a:cubicBezTo>
                    <a:cubicBezTo>
                      <a:pt x="59194" y="21503"/>
                      <a:pt x="60617" y="21381"/>
                      <a:pt x="62052" y="21381"/>
                    </a:cubicBezTo>
                    <a:cubicBezTo>
                      <a:pt x="62511" y="21381"/>
                      <a:pt x="62972" y="21394"/>
                      <a:pt x="63434" y="21418"/>
                    </a:cubicBezTo>
                    <a:cubicBezTo>
                      <a:pt x="65339" y="21543"/>
                      <a:pt x="67319" y="21769"/>
                      <a:pt x="69174" y="22345"/>
                    </a:cubicBezTo>
                    <a:cubicBezTo>
                      <a:pt x="71956" y="23223"/>
                      <a:pt x="74312" y="25027"/>
                      <a:pt x="75991" y="27408"/>
                    </a:cubicBezTo>
                    <a:cubicBezTo>
                      <a:pt x="77695" y="29789"/>
                      <a:pt x="78698" y="32596"/>
                      <a:pt x="79224" y="35453"/>
                    </a:cubicBezTo>
                    <a:cubicBezTo>
                      <a:pt x="79775" y="38411"/>
                      <a:pt x="79825" y="41443"/>
                      <a:pt x="79424" y="44401"/>
                    </a:cubicBezTo>
                    <a:cubicBezTo>
                      <a:pt x="79073" y="47057"/>
                      <a:pt x="78246" y="49539"/>
                      <a:pt x="77144" y="51970"/>
                    </a:cubicBezTo>
                    <a:cubicBezTo>
                      <a:pt x="76342" y="53774"/>
                      <a:pt x="75439" y="55529"/>
                      <a:pt x="74512" y="57258"/>
                    </a:cubicBezTo>
                    <a:lnTo>
                      <a:pt x="74913" y="57433"/>
                    </a:lnTo>
                    <a:cubicBezTo>
                      <a:pt x="75164" y="56932"/>
                      <a:pt x="75414" y="56456"/>
                      <a:pt x="75690" y="55955"/>
                    </a:cubicBezTo>
                    <a:cubicBezTo>
                      <a:pt x="76968" y="53473"/>
                      <a:pt x="78221" y="50917"/>
                      <a:pt x="79048" y="48210"/>
                    </a:cubicBezTo>
                    <a:cubicBezTo>
                      <a:pt x="79875" y="45478"/>
                      <a:pt x="80176" y="42571"/>
                      <a:pt x="80101" y="39714"/>
                    </a:cubicBezTo>
                    <a:cubicBezTo>
                      <a:pt x="79926" y="33950"/>
                      <a:pt x="78071" y="27609"/>
                      <a:pt x="73309" y="24000"/>
                    </a:cubicBezTo>
                    <a:cubicBezTo>
                      <a:pt x="70527" y="21919"/>
                      <a:pt x="67093" y="21243"/>
                      <a:pt x="63685" y="21017"/>
                    </a:cubicBezTo>
                    <a:cubicBezTo>
                      <a:pt x="63157" y="20985"/>
                      <a:pt x="62631" y="20968"/>
                      <a:pt x="62106" y="20968"/>
                    </a:cubicBezTo>
                    <a:cubicBezTo>
                      <a:pt x="58989" y="20968"/>
                      <a:pt x="55925" y="21545"/>
                      <a:pt x="53008" y="22746"/>
                    </a:cubicBezTo>
                    <a:cubicBezTo>
                      <a:pt x="49800" y="24050"/>
                      <a:pt x="46868" y="25955"/>
                      <a:pt x="43986" y="27859"/>
                    </a:cubicBezTo>
                    <a:cubicBezTo>
                      <a:pt x="42962" y="28542"/>
                      <a:pt x="40928" y="30037"/>
                      <a:pt x="39346" y="30037"/>
                    </a:cubicBezTo>
                    <a:cubicBezTo>
                      <a:pt x="38604" y="30037"/>
                      <a:pt x="37962" y="29708"/>
                      <a:pt x="37569" y="28812"/>
                    </a:cubicBezTo>
                    <a:cubicBezTo>
                      <a:pt x="37118" y="27759"/>
                      <a:pt x="37143" y="26506"/>
                      <a:pt x="37219" y="25378"/>
                    </a:cubicBezTo>
                    <a:cubicBezTo>
                      <a:pt x="37294" y="23874"/>
                      <a:pt x="37569" y="22396"/>
                      <a:pt x="37895" y="20917"/>
                    </a:cubicBezTo>
                    <a:cubicBezTo>
                      <a:pt x="38171" y="19739"/>
                      <a:pt x="38547" y="18561"/>
                      <a:pt x="38747" y="17358"/>
                    </a:cubicBezTo>
                    <a:cubicBezTo>
                      <a:pt x="38898" y="16305"/>
                      <a:pt x="38998" y="15228"/>
                      <a:pt x="38973" y="14150"/>
                    </a:cubicBezTo>
                    <a:cubicBezTo>
                      <a:pt x="38948" y="9438"/>
                      <a:pt x="37143" y="4526"/>
                      <a:pt x="32958" y="1969"/>
                    </a:cubicBezTo>
                    <a:cubicBezTo>
                      <a:pt x="30563" y="487"/>
                      <a:pt x="27754" y="1"/>
                      <a:pt x="2496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21"/>
              <p:cNvSpPr/>
              <p:nvPr/>
            </p:nvSpPr>
            <p:spPr>
              <a:xfrm>
                <a:off x="2247625" y="2084025"/>
                <a:ext cx="981875" cy="1019575"/>
              </a:xfrm>
              <a:custGeom>
                <a:rect b="b" l="l" r="r" t="t"/>
                <a:pathLst>
                  <a:path extrusionOk="0" h="40783" w="39275">
                    <a:moveTo>
                      <a:pt x="17822" y="1"/>
                    </a:moveTo>
                    <a:cubicBezTo>
                      <a:pt x="16296" y="1"/>
                      <a:pt x="14767" y="176"/>
                      <a:pt x="13259" y="550"/>
                    </a:cubicBezTo>
                    <a:cubicBezTo>
                      <a:pt x="9901" y="1377"/>
                      <a:pt x="6818" y="3132"/>
                      <a:pt x="4287" y="5463"/>
                    </a:cubicBezTo>
                    <a:cubicBezTo>
                      <a:pt x="3284" y="6365"/>
                      <a:pt x="2357" y="7367"/>
                      <a:pt x="1580" y="8470"/>
                    </a:cubicBezTo>
                    <a:cubicBezTo>
                      <a:pt x="1204" y="8971"/>
                      <a:pt x="878" y="9473"/>
                      <a:pt x="602" y="10024"/>
                    </a:cubicBezTo>
                    <a:cubicBezTo>
                      <a:pt x="352" y="10475"/>
                      <a:pt x="1" y="11127"/>
                      <a:pt x="176" y="11653"/>
                    </a:cubicBezTo>
                    <a:cubicBezTo>
                      <a:pt x="300" y="12065"/>
                      <a:pt x="746" y="12176"/>
                      <a:pt x="1219" y="12176"/>
                    </a:cubicBezTo>
                    <a:cubicBezTo>
                      <a:pt x="1610" y="12176"/>
                      <a:pt x="2021" y="12100"/>
                      <a:pt x="2282" y="12054"/>
                    </a:cubicBezTo>
                    <a:cubicBezTo>
                      <a:pt x="2883" y="11929"/>
                      <a:pt x="3460" y="11753"/>
                      <a:pt x="4036" y="11553"/>
                    </a:cubicBezTo>
                    <a:cubicBezTo>
                      <a:pt x="4688" y="10575"/>
                      <a:pt x="5414" y="9648"/>
                      <a:pt x="6267" y="8821"/>
                    </a:cubicBezTo>
                    <a:cubicBezTo>
                      <a:pt x="8021" y="7067"/>
                      <a:pt x="10176" y="5713"/>
                      <a:pt x="12507" y="4811"/>
                    </a:cubicBezTo>
                    <a:cubicBezTo>
                      <a:pt x="14582" y="4008"/>
                      <a:pt x="16815" y="3562"/>
                      <a:pt x="19030" y="3562"/>
                    </a:cubicBezTo>
                    <a:cubicBezTo>
                      <a:pt x="19304" y="3562"/>
                      <a:pt x="19578" y="3569"/>
                      <a:pt x="19851" y="3583"/>
                    </a:cubicBezTo>
                    <a:cubicBezTo>
                      <a:pt x="22357" y="3683"/>
                      <a:pt x="24788" y="4360"/>
                      <a:pt x="26968" y="5538"/>
                    </a:cubicBezTo>
                    <a:cubicBezTo>
                      <a:pt x="29174" y="6716"/>
                      <a:pt x="31129" y="8370"/>
                      <a:pt x="32683" y="10325"/>
                    </a:cubicBezTo>
                    <a:cubicBezTo>
                      <a:pt x="34212" y="12280"/>
                      <a:pt x="35365" y="14535"/>
                      <a:pt x="36016" y="16916"/>
                    </a:cubicBezTo>
                    <a:cubicBezTo>
                      <a:pt x="36718" y="19648"/>
                      <a:pt x="36768" y="22606"/>
                      <a:pt x="35991" y="25337"/>
                    </a:cubicBezTo>
                    <a:cubicBezTo>
                      <a:pt x="35189" y="28170"/>
                      <a:pt x="33435" y="30525"/>
                      <a:pt x="31254" y="32455"/>
                    </a:cubicBezTo>
                    <a:cubicBezTo>
                      <a:pt x="29099" y="34360"/>
                      <a:pt x="26567" y="36039"/>
                      <a:pt x="23886" y="37092"/>
                    </a:cubicBezTo>
                    <a:cubicBezTo>
                      <a:pt x="22435" y="37670"/>
                      <a:pt x="20891" y="38024"/>
                      <a:pt x="19357" y="38024"/>
                    </a:cubicBezTo>
                    <a:cubicBezTo>
                      <a:pt x="18029" y="38024"/>
                      <a:pt x="16709" y="37758"/>
                      <a:pt x="15465" y="37142"/>
                    </a:cubicBezTo>
                    <a:cubicBezTo>
                      <a:pt x="14136" y="36490"/>
                      <a:pt x="12983" y="35538"/>
                      <a:pt x="11906" y="34561"/>
                    </a:cubicBezTo>
                    <a:cubicBezTo>
                      <a:pt x="10853" y="33583"/>
                      <a:pt x="9876" y="32530"/>
                      <a:pt x="9099" y="31353"/>
                    </a:cubicBezTo>
                    <a:cubicBezTo>
                      <a:pt x="8347" y="30150"/>
                      <a:pt x="7821" y="28796"/>
                      <a:pt x="7720" y="27368"/>
                    </a:cubicBezTo>
                    <a:cubicBezTo>
                      <a:pt x="7570" y="25789"/>
                      <a:pt x="7921" y="24185"/>
                      <a:pt x="8447" y="22681"/>
                    </a:cubicBezTo>
                    <a:cubicBezTo>
                      <a:pt x="8948" y="21202"/>
                      <a:pt x="9575" y="19774"/>
                      <a:pt x="10252" y="18395"/>
                    </a:cubicBezTo>
                    <a:cubicBezTo>
                      <a:pt x="10828" y="17142"/>
                      <a:pt x="11505" y="15914"/>
                      <a:pt x="12357" y="14811"/>
                    </a:cubicBezTo>
                    <a:cubicBezTo>
                      <a:pt x="13234" y="13708"/>
                      <a:pt x="14312" y="12806"/>
                      <a:pt x="15590" y="12154"/>
                    </a:cubicBezTo>
                    <a:cubicBezTo>
                      <a:pt x="16968" y="11503"/>
                      <a:pt x="18472" y="11102"/>
                      <a:pt x="19951" y="10801"/>
                    </a:cubicBezTo>
                    <a:cubicBezTo>
                      <a:pt x="20880" y="10606"/>
                      <a:pt x="21835" y="10447"/>
                      <a:pt x="22786" y="10447"/>
                    </a:cubicBezTo>
                    <a:cubicBezTo>
                      <a:pt x="23426" y="10447"/>
                      <a:pt x="24063" y="10519"/>
                      <a:pt x="24688" y="10701"/>
                    </a:cubicBezTo>
                    <a:cubicBezTo>
                      <a:pt x="25966" y="11102"/>
                      <a:pt x="27119" y="11904"/>
                      <a:pt x="28021" y="12906"/>
                    </a:cubicBezTo>
                    <a:cubicBezTo>
                      <a:pt x="29826" y="14961"/>
                      <a:pt x="30703" y="17794"/>
                      <a:pt x="30452" y="20500"/>
                    </a:cubicBezTo>
                    <a:cubicBezTo>
                      <a:pt x="30202" y="23182"/>
                      <a:pt x="28848" y="25613"/>
                      <a:pt x="26818" y="27342"/>
                    </a:cubicBezTo>
                    <a:cubicBezTo>
                      <a:pt x="25101" y="28796"/>
                      <a:pt x="22842" y="29862"/>
                      <a:pt x="20552" y="29862"/>
                    </a:cubicBezTo>
                    <a:cubicBezTo>
                      <a:pt x="20235" y="29862"/>
                      <a:pt x="19917" y="29841"/>
                      <a:pt x="19600" y="29799"/>
                    </a:cubicBezTo>
                    <a:cubicBezTo>
                      <a:pt x="18372" y="29623"/>
                      <a:pt x="17169" y="29072"/>
                      <a:pt x="16367" y="28094"/>
                    </a:cubicBezTo>
                    <a:cubicBezTo>
                      <a:pt x="15540" y="27117"/>
                      <a:pt x="15164" y="25814"/>
                      <a:pt x="15189" y="24535"/>
                    </a:cubicBezTo>
                    <a:cubicBezTo>
                      <a:pt x="15239" y="21779"/>
                      <a:pt x="17219" y="19347"/>
                      <a:pt x="19525" y="17994"/>
                    </a:cubicBezTo>
                    <a:cubicBezTo>
                      <a:pt x="20401" y="17472"/>
                      <a:pt x="21431" y="17102"/>
                      <a:pt x="22468" y="17102"/>
                    </a:cubicBezTo>
                    <a:cubicBezTo>
                      <a:pt x="22825" y="17102"/>
                      <a:pt x="23182" y="17146"/>
                      <a:pt x="23535" y="17242"/>
                    </a:cubicBezTo>
                    <a:cubicBezTo>
                      <a:pt x="24312" y="17443"/>
                      <a:pt x="25014" y="17894"/>
                      <a:pt x="25490" y="18545"/>
                    </a:cubicBezTo>
                    <a:cubicBezTo>
                      <a:pt x="25440" y="18245"/>
                      <a:pt x="25364" y="17969"/>
                      <a:pt x="25289" y="17693"/>
                    </a:cubicBezTo>
                    <a:cubicBezTo>
                      <a:pt x="24913" y="16390"/>
                      <a:pt x="24111" y="15212"/>
                      <a:pt x="22833" y="14711"/>
                    </a:cubicBezTo>
                    <a:cubicBezTo>
                      <a:pt x="22296" y="14494"/>
                      <a:pt x="21738" y="14400"/>
                      <a:pt x="21177" y="14400"/>
                    </a:cubicBezTo>
                    <a:cubicBezTo>
                      <a:pt x="20117" y="14400"/>
                      <a:pt x="19047" y="14737"/>
                      <a:pt x="18096" y="15212"/>
                    </a:cubicBezTo>
                    <a:cubicBezTo>
                      <a:pt x="16367" y="16089"/>
                      <a:pt x="14863" y="17468"/>
                      <a:pt x="13760" y="19047"/>
                    </a:cubicBezTo>
                    <a:cubicBezTo>
                      <a:pt x="12633" y="20676"/>
                      <a:pt x="11856" y="22606"/>
                      <a:pt x="11906" y="24611"/>
                    </a:cubicBezTo>
                    <a:cubicBezTo>
                      <a:pt x="12006" y="28220"/>
                      <a:pt x="14613" y="31628"/>
                      <a:pt x="18096" y="32606"/>
                    </a:cubicBezTo>
                    <a:cubicBezTo>
                      <a:pt x="18833" y="32813"/>
                      <a:pt x="19575" y="32909"/>
                      <a:pt x="20312" y="32909"/>
                    </a:cubicBezTo>
                    <a:cubicBezTo>
                      <a:pt x="23760" y="32909"/>
                      <a:pt x="27103" y="30818"/>
                      <a:pt x="29375" y="28320"/>
                    </a:cubicBezTo>
                    <a:cubicBezTo>
                      <a:pt x="31730" y="25764"/>
                      <a:pt x="33234" y="22355"/>
                      <a:pt x="33209" y="18846"/>
                    </a:cubicBezTo>
                    <a:cubicBezTo>
                      <a:pt x="33209" y="17167"/>
                      <a:pt x="32833" y="15488"/>
                      <a:pt x="32081" y="13959"/>
                    </a:cubicBezTo>
                    <a:cubicBezTo>
                      <a:pt x="31254" y="12305"/>
                      <a:pt x="30001" y="10901"/>
                      <a:pt x="28522" y="9824"/>
                    </a:cubicBezTo>
                    <a:cubicBezTo>
                      <a:pt x="26643" y="8470"/>
                      <a:pt x="24412" y="7443"/>
                      <a:pt x="22131" y="7092"/>
                    </a:cubicBezTo>
                    <a:cubicBezTo>
                      <a:pt x="21599" y="7012"/>
                      <a:pt x="21063" y="6973"/>
                      <a:pt x="20528" y="6973"/>
                    </a:cubicBezTo>
                    <a:cubicBezTo>
                      <a:pt x="19048" y="6973"/>
                      <a:pt x="17572" y="7273"/>
                      <a:pt x="16191" y="7844"/>
                    </a:cubicBezTo>
                    <a:cubicBezTo>
                      <a:pt x="12532" y="9372"/>
                      <a:pt x="9800" y="12581"/>
                      <a:pt x="7946" y="16014"/>
                    </a:cubicBezTo>
                    <a:cubicBezTo>
                      <a:pt x="6267" y="19122"/>
                      <a:pt x="4938" y="22581"/>
                      <a:pt x="4788" y="26165"/>
                    </a:cubicBezTo>
                    <a:cubicBezTo>
                      <a:pt x="4738" y="27969"/>
                      <a:pt x="4988" y="29774"/>
                      <a:pt x="5665" y="31478"/>
                    </a:cubicBezTo>
                    <a:cubicBezTo>
                      <a:pt x="6417" y="33383"/>
                      <a:pt x="7645" y="35062"/>
                      <a:pt x="9149" y="36465"/>
                    </a:cubicBezTo>
                    <a:cubicBezTo>
                      <a:pt x="10628" y="37844"/>
                      <a:pt x="12332" y="38972"/>
                      <a:pt x="14212" y="39724"/>
                    </a:cubicBezTo>
                    <a:cubicBezTo>
                      <a:pt x="15841" y="40350"/>
                      <a:pt x="17595" y="40726"/>
                      <a:pt x="19349" y="40776"/>
                    </a:cubicBezTo>
                    <a:cubicBezTo>
                      <a:pt x="19503" y="40780"/>
                      <a:pt x="19656" y="40783"/>
                      <a:pt x="19810" y="40783"/>
                    </a:cubicBezTo>
                    <a:cubicBezTo>
                      <a:pt x="23235" y="40783"/>
                      <a:pt x="26596" y="39718"/>
                      <a:pt x="29475" y="37919"/>
                    </a:cubicBezTo>
                    <a:cubicBezTo>
                      <a:pt x="32683" y="35889"/>
                      <a:pt x="35289" y="32931"/>
                      <a:pt x="36868" y="29473"/>
                    </a:cubicBezTo>
                    <a:cubicBezTo>
                      <a:pt x="37695" y="27718"/>
                      <a:pt x="38297" y="25814"/>
                      <a:pt x="38698" y="23934"/>
                    </a:cubicBezTo>
                    <a:cubicBezTo>
                      <a:pt x="39074" y="22129"/>
                      <a:pt x="39274" y="20300"/>
                      <a:pt x="39224" y="18445"/>
                    </a:cubicBezTo>
                    <a:cubicBezTo>
                      <a:pt x="39124" y="14961"/>
                      <a:pt x="38021" y="11553"/>
                      <a:pt x="35941" y="8721"/>
                    </a:cubicBezTo>
                    <a:cubicBezTo>
                      <a:pt x="33535" y="5438"/>
                      <a:pt x="29976" y="3157"/>
                      <a:pt x="26217" y="1678"/>
                    </a:cubicBezTo>
                    <a:cubicBezTo>
                      <a:pt x="23536" y="616"/>
                      <a:pt x="20684" y="1"/>
                      <a:pt x="1782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21"/>
              <p:cNvSpPr/>
              <p:nvPr/>
            </p:nvSpPr>
            <p:spPr>
              <a:xfrm>
                <a:off x="2237600" y="2072875"/>
                <a:ext cx="1006925" cy="1040775"/>
              </a:xfrm>
              <a:custGeom>
                <a:rect b="b" l="l" r="r" t="t"/>
                <a:pathLst>
                  <a:path extrusionOk="0" h="41631" w="40277">
                    <a:moveTo>
                      <a:pt x="18223" y="447"/>
                    </a:moveTo>
                    <a:cubicBezTo>
                      <a:pt x="21085" y="447"/>
                      <a:pt x="23937" y="1062"/>
                      <a:pt x="26618" y="2124"/>
                    </a:cubicBezTo>
                    <a:cubicBezTo>
                      <a:pt x="30377" y="3603"/>
                      <a:pt x="33936" y="5884"/>
                      <a:pt x="36342" y="9167"/>
                    </a:cubicBezTo>
                    <a:cubicBezTo>
                      <a:pt x="38422" y="11999"/>
                      <a:pt x="39525" y="15407"/>
                      <a:pt x="39625" y="18916"/>
                    </a:cubicBezTo>
                    <a:cubicBezTo>
                      <a:pt x="39675" y="20746"/>
                      <a:pt x="39475" y="22575"/>
                      <a:pt x="39099" y="24380"/>
                    </a:cubicBezTo>
                    <a:cubicBezTo>
                      <a:pt x="38698" y="26260"/>
                      <a:pt x="38096" y="28164"/>
                      <a:pt x="37269" y="29919"/>
                    </a:cubicBezTo>
                    <a:cubicBezTo>
                      <a:pt x="35690" y="33377"/>
                      <a:pt x="33084" y="36335"/>
                      <a:pt x="29876" y="38365"/>
                    </a:cubicBezTo>
                    <a:cubicBezTo>
                      <a:pt x="26997" y="40164"/>
                      <a:pt x="23636" y="41229"/>
                      <a:pt x="20211" y="41229"/>
                    </a:cubicBezTo>
                    <a:cubicBezTo>
                      <a:pt x="20057" y="41229"/>
                      <a:pt x="19904" y="41226"/>
                      <a:pt x="19750" y="41222"/>
                    </a:cubicBezTo>
                    <a:cubicBezTo>
                      <a:pt x="17996" y="41172"/>
                      <a:pt x="16242" y="40796"/>
                      <a:pt x="14613" y="40170"/>
                    </a:cubicBezTo>
                    <a:cubicBezTo>
                      <a:pt x="12733" y="39418"/>
                      <a:pt x="11029" y="38290"/>
                      <a:pt x="9550" y="36911"/>
                    </a:cubicBezTo>
                    <a:cubicBezTo>
                      <a:pt x="8046" y="35508"/>
                      <a:pt x="6818" y="33829"/>
                      <a:pt x="6066" y="31924"/>
                    </a:cubicBezTo>
                    <a:cubicBezTo>
                      <a:pt x="5389" y="30220"/>
                      <a:pt x="5139" y="28415"/>
                      <a:pt x="5189" y="26611"/>
                    </a:cubicBezTo>
                    <a:cubicBezTo>
                      <a:pt x="5339" y="23027"/>
                      <a:pt x="6668" y="19568"/>
                      <a:pt x="8347" y="16460"/>
                    </a:cubicBezTo>
                    <a:cubicBezTo>
                      <a:pt x="10201" y="13027"/>
                      <a:pt x="12933" y="9818"/>
                      <a:pt x="16592" y="8290"/>
                    </a:cubicBezTo>
                    <a:cubicBezTo>
                      <a:pt x="17973" y="7719"/>
                      <a:pt x="19449" y="7419"/>
                      <a:pt x="20929" y="7419"/>
                    </a:cubicBezTo>
                    <a:cubicBezTo>
                      <a:pt x="21464" y="7419"/>
                      <a:pt x="22000" y="7458"/>
                      <a:pt x="22532" y="7538"/>
                    </a:cubicBezTo>
                    <a:cubicBezTo>
                      <a:pt x="24813" y="7889"/>
                      <a:pt x="27044" y="8916"/>
                      <a:pt x="28923" y="10270"/>
                    </a:cubicBezTo>
                    <a:cubicBezTo>
                      <a:pt x="30402" y="11347"/>
                      <a:pt x="31655" y="12751"/>
                      <a:pt x="32482" y="14405"/>
                    </a:cubicBezTo>
                    <a:cubicBezTo>
                      <a:pt x="33234" y="15934"/>
                      <a:pt x="33610" y="17613"/>
                      <a:pt x="33610" y="19292"/>
                    </a:cubicBezTo>
                    <a:cubicBezTo>
                      <a:pt x="33635" y="22801"/>
                      <a:pt x="32131" y="26210"/>
                      <a:pt x="29776" y="28766"/>
                    </a:cubicBezTo>
                    <a:cubicBezTo>
                      <a:pt x="27504" y="31264"/>
                      <a:pt x="24161" y="33355"/>
                      <a:pt x="20713" y="33355"/>
                    </a:cubicBezTo>
                    <a:cubicBezTo>
                      <a:pt x="19976" y="33355"/>
                      <a:pt x="19234" y="33259"/>
                      <a:pt x="18497" y="33052"/>
                    </a:cubicBezTo>
                    <a:cubicBezTo>
                      <a:pt x="15014" y="32074"/>
                      <a:pt x="12407" y="28666"/>
                      <a:pt x="12307" y="25057"/>
                    </a:cubicBezTo>
                    <a:cubicBezTo>
                      <a:pt x="12257" y="23052"/>
                      <a:pt x="13034" y="21122"/>
                      <a:pt x="14161" y="19518"/>
                    </a:cubicBezTo>
                    <a:cubicBezTo>
                      <a:pt x="15264" y="17914"/>
                      <a:pt x="16768" y="16535"/>
                      <a:pt x="18497" y="15658"/>
                    </a:cubicBezTo>
                    <a:cubicBezTo>
                      <a:pt x="19448" y="15183"/>
                      <a:pt x="20518" y="14846"/>
                      <a:pt x="21578" y="14846"/>
                    </a:cubicBezTo>
                    <a:cubicBezTo>
                      <a:pt x="22139" y="14846"/>
                      <a:pt x="22697" y="14940"/>
                      <a:pt x="23234" y="15157"/>
                    </a:cubicBezTo>
                    <a:cubicBezTo>
                      <a:pt x="24512" y="15658"/>
                      <a:pt x="25314" y="16836"/>
                      <a:pt x="25690" y="18139"/>
                    </a:cubicBezTo>
                    <a:cubicBezTo>
                      <a:pt x="25765" y="18415"/>
                      <a:pt x="25841" y="18691"/>
                      <a:pt x="25891" y="18991"/>
                    </a:cubicBezTo>
                    <a:cubicBezTo>
                      <a:pt x="25415" y="18340"/>
                      <a:pt x="24713" y="17889"/>
                      <a:pt x="23936" y="17688"/>
                    </a:cubicBezTo>
                    <a:cubicBezTo>
                      <a:pt x="23583" y="17592"/>
                      <a:pt x="23226" y="17548"/>
                      <a:pt x="22869" y="17548"/>
                    </a:cubicBezTo>
                    <a:cubicBezTo>
                      <a:pt x="21832" y="17548"/>
                      <a:pt x="20802" y="17918"/>
                      <a:pt x="19926" y="18440"/>
                    </a:cubicBezTo>
                    <a:cubicBezTo>
                      <a:pt x="17620" y="19793"/>
                      <a:pt x="15640" y="22225"/>
                      <a:pt x="15590" y="24981"/>
                    </a:cubicBezTo>
                    <a:cubicBezTo>
                      <a:pt x="15565" y="26260"/>
                      <a:pt x="15941" y="27563"/>
                      <a:pt x="16768" y="28540"/>
                    </a:cubicBezTo>
                    <a:cubicBezTo>
                      <a:pt x="17570" y="29518"/>
                      <a:pt x="18773" y="30069"/>
                      <a:pt x="20001" y="30245"/>
                    </a:cubicBezTo>
                    <a:cubicBezTo>
                      <a:pt x="20318" y="30287"/>
                      <a:pt x="20636" y="30308"/>
                      <a:pt x="20953" y="30308"/>
                    </a:cubicBezTo>
                    <a:cubicBezTo>
                      <a:pt x="23243" y="30308"/>
                      <a:pt x="25502" y="29242"/>
                      <a:pt x="27219" y="27788"/>
                    </a:cubicBezTo>
                    <a:cubicBezTo>
                      <a:pt x="29249" y="26059"/>
                      <a:pt x="30603" y="23628"/>
                      <a:pt x="30853" y="20946"/>
                    </a:cubicBezTo>
                    <a:cubicBezTo>
                      <a:pt x="31079" y="18240"/>
                      <a:pt x="30227" y="15407"/>
                      <a:pt x="28397" y="13352"/>
                    </a:cubicBezTo>
                    <a:cubicBezTo>
                      <a:pt x="27520" y="12350"/>
                      <a:pt x="26367" y="11548"/>
                      <a:pt x="25089" y="11147"/>
                    </a:cubicBezTo>
                    <a:cubicBezTo>
                      <a:pt x="24464" y="10965"/>
                      <a:pt x="23827" y="10893"/>
                      <a:pt x="23187" y="10893"/>
                    </a:cubicBezTo>
                    <a:cubicBezTo>
                      <a:pt x="22236" y="10893"/>
                      <a:pt x="21281" y="11052"/>
                      <a:pt x="20352" y="11247"/>
                    </a:cubicBezTo>
                    <a:cubicBezTo>
                      <a:pt x="18873" y="11548"/>
                      <a:pt x="17369" y="11949"/>
                      <a:pt x="15991" y="12600"/>
                    </a:cubicBezTo>
                    <a:cubicBezTo>
                      <a:pt x="14713" y="13252"/>
                      <a:pt x="13635" y="14154"/>
                      <a:pt x="12758" y="15257"/>
                    </a:cubicBezTo>
                    <a:cubicBezTo>
                      <a:pt x="11906" y="16360"/>
                      <a:pt x="11229" y="17588"/>
                      <a:pt x="10653" y="18841"/>
                    </a:cubicBezTo>
                    <a:cubicBezTo>
                      <a:pt x="9976" y="20220"/>
                      <a:pt x="9349" y="21648"/>
                      <a:pt x="8848" y="23127"/>
                    </a:cubicBezTo>
                    <a:cubicBezTo>
                      <a:pt x="8322" y="24631"/>
                      <a:pt x="7971" y="26235"/>
                      <a:pt x="8121" y="27814"/>
                    </a:cubicBezTo>
                    <a:cubicBezTo>
                      <a:pt x="8222" y="29242"/>
                      <a:pt x="8748" y="30596"/>
                      <a:pt x="9500" y="31799"/>
                    </a:cubicBezTo>
                    <a:cubicBezTo>
                      <a:pt x="10277" y="32976"/>
                      <a:pt x="11254" y="34029"/>
                      <a:pt x="12307" y="35007"/>
                    </a:cubicBezTo>
                    <a:cubicBezTo>
                      <a:pt x="13384" y="35984"/>
                      <a:pt x="14537" y="36936"/>
                      <a:pt x="15866" y="37588"/>
                    </a:cubicBezTo>
                    <a:cubicBezTo>
                      <a:pt x="17110" y="38204"/>
                      <a:pt x="18430" y="38470"/>
                      <a:pt x="19758" y="38470"/>
                    </a:cubicBezTo>
                    <a:cubicBezTo>
                      <a:pt x="21292" y="38470"/>
                      <a:pt x="22836" y="38116"/>
                      <a:pt x="24287" y="37538"/>
                    </a:cubicBezTo>
                    <a:cubicBezTo>
                      <a:pt x="26968" y="36485"/>
                      <a:pt x="29500" y="34806"/>
                      <a:pt x="31655" y="32901"/>
                    </a:cubicBezTo>
                    <a:cubicBezTo>
                      <a:pt x="33836" y="30971"/>
                      <a:pt x="35590" y="28616"/>
                      <a:pt x="36392" y="25783"/>
                    </a:cubicBezTo>
                    <a:cubicBezTo>
                      <a:pt x="37169" y="23052"/>
                      <a:pt x="37119" y="20094"/>
                      <a:pt x="36417" y="17362"/>
                    </a:cubicBezTo>
                    <a:cubicBezTo>
                      <a:pt x="35766" y="14981"/>
                      <a:pt x="34613" y="12726"/>
                      <a:pt x="33084" y="10771"/>
                    </a:cubicBezTo>
                    <a:cubicBezTo>
                      <a:pt x="31530" y="8816"/>
                      <a:pt x="29575" y="7162"/>
                      <a:pt x="27369" y="5984"/>
                    </a:cubicBezTo>
                    <a:cubicBezTo>
                      <a:pt x="25189" y="4806"/>
                      <a:pt x="22758" y="4129"/>
                      <a:pt x="20252" y="4029"/>
                    </a:cubicBezTo>
                    <a:cubicBezTo>
                      <a:pt x="19979" y="4015"/>
                      <a:pt x="19705" y="4008"/>
                      <a:pt x="19431" y="4008"/>
                    </a:cubicBezTo>
                    <a:cubicBezTo>
                      <a:pt x="17216" y="4008"/>
                      <a:pt x="14983" y="4454"/>
                      <a:pt x="12908" y="5257"/>
                    </a:cubicBezTo>
                    <a:cubicBezTo>
                      <a:pt x="10577" y="6159"/>
                      <a:pt x="8422" y="7513"/>
                      <a:pt x="6668" y="9267"/>
                    </a:cubicBezTo>
                    <a:cubicBezTo>
                      <a:pt x="5815" y="10094"/>
                      <a:pt x="5089" y="11021"/>
                      <a:pt x="4437" y="11999"/>
                    </a:cubicBezTo>
                    <a:cubicBezTo>
                      <a:pt x="3861" y="12199"/>
                      <a:pt x="3284" y="12375"/>
                      <a:pt x="2683" y="12500"/>
                    </a:cubicBezTo>
                    <a:cubicBezTo>
                      <a:pt x="2422" y="12546"/>
                      <a:pt x="2011" y="12622"/>
                      <a:pt x="1620" y="12622"/>
                    </a:cubicBezTo>
                    <a:cubicBezTo>
                      <a:pt x="1147" y="12622"/>
                      <a:pt x="701" y="12511"/>
                      <a:pt x="577" y="12099"/>
                    </a:cubicBezTo>
                    <a:cubicBezTo>
                      <a:pt x="402" y="11573"/>
                      <a:pt x="753" y="10921"/>
                      <a:pt x="1003" y="10470"/>
                    </a:cubicBezTo>
                    <a:cubicBezTo>
                      <a:pt x="1279" y="9919"/>
                      <a:pt x="1605" y="9417"/>
                      <a:pt x="1981" y="8916"/>
                    </a:cubicBezTo>
                    <a:cubicBezTo>
                      <a:pt x="2758" y="7813"/>
                      <a:pt x="3685" y="6811"/>
                      <a:pt x="4663" y="5909"/>
                    </a:cubicBezTo>
                    <a:cubicBezTo>
                      <a:pt x="7219" y="3578"/>
                      <a:pt x="10302" y="1823"/>
                      <a:pt x="13660" y="996"/>
                    </a:cubicBezTo>
                    <a:cubicBezTo>
                      <a:pt x="15168" y="622"/>
                      <a:pt x="16697" y="447"/>
                      <a:pt x="18223" y="447"/>
                    </a:cubicBezTo>
                    <a:close/>
                    <a:moveTo>
                      <a:pt x="18345" y="0"/>
                    </a:moveTo>
                    <a:cubicBezTo>
                      <a:pt x="14676" y="0"/>
                      <a:pt x="11061" y="1044"/>
                      <a:pt x="7921" y="2951"/>
                    </a:cubicBezTo>
                    <a:cubicBezTo>
                      <a:pt x="5339" y="4505"/>
                      <a:pt x="3034" y="6610"/>
                      <a:pt x="1329" y="9092"/>
                    </a:cubicBezTo>
                    <a:cubicBezTo>
                      <a:pt x="953" y="9668"/>
                      <a:pt x="552" y="10295"/>
                      <a:pt x="327" y="10946"/>
                    </a:cubicBezTo>
                    <a:cubicBezTo>
                      <a:pt x="151" y="11422"/>
                      <a:pt x="1" y="11999"/>
                      <a:pt x="277" y="12450"/>
                    </a:cubicBezTo>
                    <a:cubicBezTo>
                      <a:pt x="549" y="12908"/>
                      <a:pt x="1083" y="13039"/>
                      <a:pt x="1635" y="13039"/>
                    </a:cubicBezTo>
                    <a:cubicBezTo>
                      <a:pt x="2050" y="13039"/>
                      <a:pt x="2475" y="12966"/>
                      <a:pt x="2808" y="12901"/>
                    </a:cubicBezTo>
                    <a:cubicBezTo>
                      <a:pt x="3409" y="12776"/>
                      <a:pt x="4036" y="12600"/>
                      <a:pt x="4612" y="12375"/>
                    </a:cubicBezTo>
                    <a:cubicBezTo>
                      <a:pt x="4638" y="12375"/>
                      <a:pt x="4638" y="12350"/>
                      <a:pt x="4638" y="12350"/>
                    </a:cubicBezTo>
                    <a:cubicBezTo>
                      <a:pt x="4688" y="12325"/>
                      <a:pt x="4713" y="12325"/>
                      <a:pt x="4738" y="12275"/>
                    </a:cubicBezTo>
                    <a:cubicBezTo>
                      <a:pt x="7344" y="8265"/>
                      <a:pt x="11730" y="5558"/>
                      <a:pt x="16417" y="4706"/>
                    </a:cubicBezTo>
                    <a:cubicBezTo>
                      <a:pt x="17436" y="4519"/>
                      <a:pt x="18475" y="4424"/>
                      <a:pt x="19514" y="4424"/>
                    </a:cubicBezTo>
                    <a:cubicBezTo>
                      <a:pt x="20850" y="4424"/>
                      <a:pt x="22187" y="4582"/>
                      <a:pt x="23485" y="4906"/>
                    </a:cubicBezTo>
                    <a:cubicBezTo>
                      <a:pt x="25791" y="5483"/>
                      <a:pt x="27921" y="6585"/>
                      <a:pt x="29776" y="8039"/>
                    </a:cubicBezTo>
                    <a:cubicBezTo>
                      <a:pt x="33485" y="10996"/>
                      <a:pt x="36091" y="15458"/>
                      <a:pt x="36492" y="20220"/>
                    </a:cubicBezTo>
                    <a:cubicBezTo>
                      <a:pt x="36718" y="23127"/>
                      <a:pt x="36217" y="26134"/>
                      <a:pt x="34713" y="28666"/>
                    </a:cubicBezTo>
                    <a:cubicBezTo>
                      <a:pt x="33360" y="30997"/>
                      <a:pt x="31304" y="32826"/>
                      <a:pt x="29099" y="34380"/>
                    </a:cubicBezTo>
                    <a:cubicBezTo>
                      <a:pt x="26818" y="35984"/>
                      <a:pt x="24262" y="37438"/>
                      <a:pt x="21455" y="37914"/>
                    </a:cubicBezTo>
                    <a:cubicBezTo>
                      <a:pt x="20883" y="38020"/>
                      <a:pt x="20303" y="38076"/>
                      <a:pt x="19723" y="38076"/>
                    </a:cubicBezTo>
                    <a:cubicBezTo>
                      <a:pt x="18930" y="38076"/>
                      <a:pt x="18137" y="37970"/>
                      <a:pt x="17369" y="37738"/>
                    </a:cubicBezTo>
                    <a:cubicBezTo>
                      <a:pt x="15991" y="37337"/>
                      <a:pt x="14738" y="36535"/>
                      <a:pt x="13635" y="35608"/>
                    </a:cubicBezTo>
                    <a:cubicBezTo>
                      <a:pt x="11605" y="33929"/>
                      <a:pt x="9550" y="31874"/>
                      <a:pt x="8798" y="29292"/>
                    </a:cubicBezTo>
                    <a:cubicBezTo>
                      <a:pt x="7921" y="26235"/>
                      <a:pt x="9174" y="23127"/>
                      <a:pt x="10402" y="20370"/>
                    </a:cubicBezTo>
                    <a:cubicBezTo>
                      <a:pt x="11455" y="17989"/>
                      <a:pt x="12633" y="15433"/>
                      <a:pt x="14788" y="13829"/>
                    </a:cubicBezTo>
                    <a:cubicBezTo>
                      <a:pt x="15941" y="12976"/>
                      <a:pt x="17294" y="12450"/>
                      <a:pt x="18673" y="12074"/>
                    </a:cubicBezTo>
                    <a:cubicBezTo>
                      <a:pt x="20105" y="11686"/>
                      <a:pt x="21607" y="11321"/>
                      <a:pt x="23089" y="11321"/>
                    </a:cubicBezTo>
                    <a:cubicBezTo>
                      <a:pt x="23137" y="11321"/>
                      <a:pt x="23186" y="11321"/>
                      <a:pt x="23234" y="11322"/>
                    </a:cubicBezTo>
                    <a:cubicBezTo>
                      <a:pt x="24663" y="11322"/>
                      <a:pt x="25991" y="11798"/>
                      <a:pt x="27094" y="12701"/>
                    </a:cubicBezTo>
                    <a:cubicBezTo>
                      <a:pt x="28121" y="13503"/>
                      <a:pt x="28923" y="14555"/>
                      <a:pt x="29500" y="15733"/>
                    </a:cubicBezTo>
                    <a:cubicBezTo>
                      <a:pt x="30653" y="18114"/>
                      <a:pt x="30778" y="20946"/>
                      <a:pt x="29851" y="23428"/>
                    </a:cubicBezTo>
                    <a:cubicBezTo>
                      <a:pt x="28948" y="25809"/>
                      <a:pt x="27069" y="27738"/>
                      <a:pt x="24813" y="28891"/>
                    </a:cubicBezTo>
                    <a:cubicBezTo>
                      <a:pt x="23650" y="29480"/>
                      <a:pt x="22240" y="29896"/>
                      <a:pt x="20874" y="29896"/>
                    </a:cubicBezTo>
                    <a:cubicBezTo>
                      <a:pt x="19737" y="29896"/>
                      <a:pt x="18631" y="29608"/>
                      <a:pt x="17720" y="28891"/>
                    </a:cubicBezTo>
                    <a:cubicBezTo>
                      <a:pt x="16743" y="28139"/>
                      <a:pt x="16166" y="26936"/>
                      <a:pt x="16041" y="25733"/>
                    </a:cubicBezTo>
                    <a:cubicBezTo>
                      <a:pt x="15891" y="24455"/>
                      <a:pt x="16217" y="23177"/>
                      <a:pt x="16843" y="22049"/>
                    </a:cubicBezTo>
                    <a:cubicBezTo>
                      <a:pt x="17520" y="20871"/>
                      <a:pt x="18522" y="19869"/>
                      <a:pt x="19650" y="19117"/>
                    </a:cubicBezTo>
                    <a:cubicBezTo>
                      <a:pt x="20567" y="18471"/>
                      <a:pt x="21692" y="17946"/>
                      <a:pt x="22838" y="17946"/>
                    </a:cubicBezTo>
                    <a:cubicBezTo>
                      <a:pt x="23070" y="17946"/>
                      <a:pt x="23303" y="17968"/>
                      <a:pt x="23535" y="18014"/>
                    </a:cubicBezTo>
                    <a:cubicBezTo>
                      <a:pt x="24663" y="18240"/>
                      <a:pt x="25715" y="18991"/>
                      <a:pt x="25991" y="20119"/>
                    </a:cubicBezTo>
                    <a:cubicBezTo>
                      <a:pt x="26025" y="20232"/>
                      <a:pt x="26115" y="20284"/>
                      <a:pt x="26203" y="20284"/>
                    </a:cubicBezTo>
                    <a:cubicBezTo>
                      <a:pt x="26311" y="20284"/>
                      <a:pt x="26417" y="20207"/>
                      <a:pt x="26417" y="20069"/>
                    </a:cubicBezTo>
                    <a:cubicBezTo>
                      <a:pt x="26442" y="17964"/>
                      <a:pt x="25440" y="15608"/>
                      <a:pt x="23410" y="14781"/>
                    </a:cubicBezTo>
                    <a:cubicBezTo>
                      <a:pt x="22813" y="14533"/>
                      <a:pt x="22193" y="14427"/>
                      <a:pt x="21572" y="14427"/>
                    </a:cubicBezTo>
                    <a:cubicBezTo>
                      <a:pt x="20496" y="14427"/>
                      <a:pt x="19416" y="14746"/>
                      <a:pt x="18447" y="15207"/>
                    </a:cubicBezTo>
                    <a:cubicBezTo>
                      <a:pt x="16668" y="16084"/>
                      <a:pt x="15139" y="17463"/>
                      <a:pt x="13961" y="19067"/>
                    </a:cubicBezTo>
                    <a:cubicBezTo>
                      <a:pt x="12758" y="20696"/>
                      <a:pt x="11931" y="22651"/>
                      <a:pt x="11881" y="24706"/>
                    </a:cubicBezTo>
                    <a:cubicBezTo>
                      <a:pt x="11856" y="26560"/>
                      <a:pt x="12507" y="28440"/>
                      <a:pt x="13560" y="29969"/>
                    </a:cubicBezTo>
                    <a:cubicBezTo>
                      <a:pt x="14613" y="31473"/>
                      <a:pt x="16116" y="32676"/>
                      <a:pt x="17871" y="33302"/>
                    </a:cubicBezTo>
                    <a:cubicBezTo>
                      <a:pt x="18784" y="33622"/>
                      <a:pt x="19735" y="33770"/>
                      <a:pt x="20686" y="33770"/>
                    </a:cubicBezTo>
                    <a:cubicBezTo>
                      <a:pt x="21821" y="33770"/>
                      <a:pt x="22958" y="33559"/>
                      <a:pt x="24036" y="33177"/>
                    </a:cubicBezTo>
                    <a:cubicBezTo>
                      <a:pt x="27871" y="31824"/>
                      <a:pt x="31104" y="28691"/>
                      <a:pt x="32783" y="24981"/>
                    </a:cubicBezTo>
                    <a:cubicBezTo>
                      <a:pt x="34237" y="21773"/>
                      <a:pt x="34512" y="18039"/>
                      <a:pt x="33109" y="14756"/>
                    </a:cubicBezTo>
                    <a:cubicBezTo>
                      <a:pt x="32357" y="13027"/>
                      <a:pt x="31154" y="11523"/>
                      <a:pt x="29700" y="10345"/>
                    </a:cubicBezTo>
                    <a:cubicBezTo>
                      <a:pt x="27871" y="8866"/>
                      <a:pt x="25640" y="7763"/>
                      <a:pt x="23334" y="7262"/>
                    </a:cubicBezTo>
                    <a:cubicBezTo>
                      <a:pt x="22515" y="7094"/>
                      <a:pt x="21689" y="7008"/>
                      <a:pt x="20866" y="7008"/>
                    </a:cubicBezTo>
                    <a:cubicBezTo>
                      <a:pt x="19600" y="7008"/>
                      <a:pt x="18344" y="7213"/>
                      <a:pt x="17144" y="7638"/>
                    </a:cubicBezTo>
                    <a:cubicBezTo>
                      <a:pt x="15214" y="8315"/>
                      <a:pt x="13510" y="9443"/>
                      <a:pt x="12056" y="10821"/>
                    </a:cubicBezTo>
                    <a:cubicBezTo>
                      <a:pt x="10552" y="12250"/>
                      <a:pt x="9299" y="13929"/>
                      <a:pt x="8272" y="15733"/>
                    </a:cubicBezTo>
                    <a:cubicBezTo>
                      <a:pt x="7369" y="17337"/>
                      <a:pt x="6592" y="19017"/>
                      <a:pt x="5991" y="20746"/>
                    </a:cubicBezTo>
                    <a:cubicBezTo>
                      <a:pt x="4738" y="24230"/>
                      <a:pt x="4262" y="28114"/>
                      <a:pt x="5540" y="31673"/>
                    </a:cubicBezTo>
                    <a:cubicBezTo>
                      <a:pt x="6242" y="33653"/>
                      <a:pt x="7420" y="35408"/>
                      <a:pt x="8898" y="36861"/>
                    </a:cubicBezTo>
                    <a:cubicBezTo>
                      <a:pt x="10402" y="38340"/>
                      <a:pt x="12156" y="39568"/>
                      <a:pt x="14086" y="40395"/>
                    </a:cubicBezTo>
                    <a:cubicBezTo>
                      <a:pt x="16068" y="41232"/>
                      <a:pt x="18196" y="41630"/>
                      <a:pt x="20329" y="41630"/>
                    </a:cubicBezTo>
                    <a:cubicBezTo>
                      <a:pt x="21838" y="41630"/>
                      <a:pt x="23349" y="41431"/>
                      <a:pt x="24813" y="41047"/>
                    </a:cubicBezTo>
                    <a:cubicBezTo>
                      <a:pt x="28472" y="40069"/>
                      <a:pt x="31806" y="37964"/>
                      <a:pt x="34312" y="35157"/>
                    </a:cubicBezTo>
                    <a:cubicBezTo>
                      <a:pt x="37044" y="32149"/>
                      <a:pt x="38673" y="28365"/>
                      <a:pt x="39500" y="24405"/>
                    </a:cubicBezTo>
                    <a:cubicBezTo>
                      <a:pt x="40277" y="20821"/>
                      <a:pt x="40277" y="17011"/>
                      <a:pt x="39074" y="13478"/>
                    </a:cubicBezTo>
                    <a:cubicBezTo>
                      <a:pt x="37846" y="9894"/>
                      <a:pt x="35390" y="6886"/>
                      <a:pt x="32332" y="4706"/>
                    </a:cubicBezTo>
                    <a:cubicBezTo>
                      <a:pt x="30477" y="3402"/>
                      <a:pt x="28447" y="2375"/>
                      <a:pt x="26342" y="1573"/>
                    </a:cubicBezTo>
                    <a:cubicBezTo>
                      <a:pt x="24036" y="696"/>
                      <a:pt x="21630" y="144"/>
                      <a:pt x="19199" y="19"/>
                    </a:cubicBezTo>
                    <a:cubicBezTo>
                      <a:pt x="18914" y="6"/>
                      <a:pt x="18630" y="0"/>
                      <a:pt x="1834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21"/>
              <p:cNvSpPr/>
              <p:nvPr/>
            </p:nvSpPr>
            <p:spPr>
              <a:xfrm>
                <a:off x="2389875" y="4344025"/>
                <a:ext cx="2856550" cy="878700"/>
              </a:xfrm>
              <a:custGeom>
                <a:rect b="b" l="l" r="r" t="t"/>
                <a:pathLst>
                  <a:path extrusionOk="0" h="35148" w="114262">
                    <a:moveTo>
                      <a:pt x="55457" y="5736"/>
                    </a:moveTo>
                    <a:cubicBezTo>
                      <a:pt x="55678" y="5736"/>
                      <a:pt x="55774" y="6094"/>
                      <a:pt x="55514" y="6141"/>
                    </a:cubicBezTo>
                    <a:cubicBezTo>
                      <a:pt x="55163" y="6216"/>
                      <a:pt x="54813" y="6316"/>
                      <a:pt x="54437" y="6391"/>
                    </a:cubicBezTo>
                    <a:cubicBezTo>
                      <a:pt x="54422" y="6394"/>
                      <a:pt x="54408" y="6396"/>
                      <a:pt x="54394" y="6396"/>
                    </a:cubicBezTo>
                    <a:cubicBezTo>
                      <a:pt x="54175" y="6396"/>
                      <a:pt x="54100" y="6038"/>
                      <a:pt x="54336" y="5990"/>
                    </a:cubicBezTo>
                    <a:cubicBezTo>
                      <a:pt x="54687" y="5890"/>
                      <a:pt x="55063" y="5815"/>
                      <a:pt x="55414" y="5740"/>
                    </a:cubicBezTo>
                    <a:cubicBezTo>
                      <a:pt x="55429" y="5737"/>
                      <a:pt x="55443" y="5736"/>
                      <a:pt x="55457" y="5736"/>
                    </a:cubicBezTo>
                    <a:close/>
                    <a:moveTo>
                      <a:pt x="51521" y="6482"/>
                    </a:moveTo>
                    <a:cubicBezTo>
                      <a:pt x="51744" y="6482"/>
                      <a:pt x="51809" y="6824"/>
                      <a:pt x="51579" y="6893"/>
                    </a:cubicBezTo>
                    <a:cubicBezTo>
                      <a:pt x="51304" y="6993"/>
                      <a:pt x="51053" y="7068"/>
                      <a:pt x="50802" y="7143"/>
                    </a:cubicBezTo>
                    <a:cubicBezTo>
                      <a:pt x="50779" y="7150"/>
                      <a:pt x="50757" y="7153"/>
                      <a:pt x="50736" y="7153"/>
                    </a:cubicBezTo>
                    <a:cubicBezTo>
                      <a:pt x="50512" y="7153"/>
                      <a:pt x="50448" y="6811"/>
                      <a:pt x="50677" y="6742"/>
                    </a:cubicBezTo>
                    <a:cubicBezTo>
                      <a:pt x="50953" y="6667"/>
                      <a:pt x="51203" y="6567"/>
                      <a:pt x="51454" y="6492"/>
                    </a:cubicBezTo>
                    <a:cubicBezTo>
                      <a:pt x="51478" y="6485"/>
                      <a:pt x="51500" y="6482"/>
                      <a:pt x="51521" y="6482"/>
                    </a:cubicBezTo>
                    <a:close/>
                    <a:moveTo>
                      <a:pt x="49025" y="6827"/>
                    </a:moveTo>
                    <a:cubicBezTo>
                      <a:pt x="49216" y="6827"/>
                      <a:pt x="49271" y="7154"/>
                      <a:pt x="49048" y="7244"/>
                    </a:cubicBezTo>
                    <a:cubicBezTo>
                      <a:pt x="48647" y="7394"/>
                      <a:pt x="48246" y="7544"/>
                      <a:pt x="47845" y="7720"/>
                    </a:cubicBezTo>
                    <a:cubicBezTo>
                      <a:pt x="47818" y="7731"/>
                      <a:pt x="47792" y="7736"/>
                      <a:pt x="47768" y="7736"/>
                    </a:cubicBezTo>
                    <a:cubicBezTo>
                      <a:pt x="47577" y="7736"/>
                      <a:pt x="47522" y="7408"/>
                      <a:pt x="47745" y="7319"/>
                    </a:cubicBezTo>
                    <a:cubicBezTo>
                      <a:pt x="48146" y="7143"/>
                      <a:pt x="48547" y="6993"/>
                      <a:pt x="48948" y="6843"/>
                    </a:cubicBezTo>
                    <a:cubicBezTo>
                      <a:pt x="48975" y="6832"/>
                      <a:pt x="49001" y="6827"/>
                      <a:pt x="49025" y="6827"/>
                    </a:cubicBezTo>
                    <a:close/>
                    <a:moveTo>
                      <a:pt x="45494" y="7629"/>
                    </a:moveTo>
                    <a:cubicBezTo>
                      <a:pt x="45707" y="7629"/>
                      <a:pt x="45764" y="7978"/>
                      <a:pt x="45539" y="8046"/>
                    </a:cubicBezTo>
                    <a:cubicBezTo>
                      <a:pt x="45063" y="8171"/>
                      <a:pt x="44612" y="8321"/>
                      <a:pt x="44161" y="8447"/>
                    </a:cubicBezTo>
                    <a:cubicBezTo>
                      <a:pt x="44135" y="8457"/>
                      <a:pt x="44110" y="8462"/>
                      <a:pt x="44087" y="8462"/>
                    </a:cubicBezTo>
                    <a:cubicBezTo>
                      <a:pt x="43888" y="8462"/>
                      <a:pt x="43811" y="8113"/>
                      <a:pt x="44036" y="8046"/>
                    </a:cubicBezTo>
                    <a:lnTo>
                      <a:pt x="45414" y="7645"/>
                    </a:lnTo>
                    <a:cubicBezTo>
                      <a:pt x="45443" y="7634"/>
                      <a:pt x="45470" y="7629"/>
                      <a:pt x="45494" y="7629"/>
                    </a:cubicBezTo>
                    <a:close/>
                    <a:moveTo>
                      <a:pt x="42066" y="8337"/>
                    </a:moveTo>
                    <a:cubicBezTo>
                      <a:pt x="42275" y="8337"/>
                      <a:pt x="42360" y="8679"/>
                      <a:pt x="42131" y="8747"/>
                    </a:cubicBezTo>
                    <a:lnTo>
                      <a:pt x="41354" y="8973"/>
                    </a:lnTo>
                    <a:cubicBezTo>
                      <a:pt x="41325" y="8983"/>
                      <a:pt x="41298" y="8988"/>
                      <a:pt x="41273" y="8988"/>
                    </a:cubicBezTo>
                    <a:cubicBezTo>
                      <a:pt x="41061" y="8988"/>
                      <a:pt x="41004" y="8639"/>
                      <a:pt x="41228" y="8572"/>
                    </a:cubicBezTo>
                    <a:cubicBezTo>
                      <a:pt x="41479" y="8497"/>
                      <a:pt x="41755" y="8422"/>
                      <a:pt x="42005" y="8346"/>
                    </a:cubicBezTo>
                    <a:cubicBezTo>
                      <a:pt x="42027" y="8340"/>
                      <a:pt x="42047" y="8337"/>
                      <a:pt x="42066" y="8337"/>
                    </a:cubicBezTo>
                    <a:close/>
                    <a:moveTo>
                      <a:pt x="39596" y="8818"/>
                    </a:moveTo>
                    <a:cubicBezTo>
                      <a:pt x="39836" y="8818"/>
                      <a:pt x="39911" y="9176"/>
                      <a:pt x="39675" y="9224"/>
                    </a:cubicBezTo>
                    <a:cubicBezTo>
                      <a:pt x="39324" y="9324"/>
                      <a:pt x="38998" y="9399"/>
                      <a:pt x="38647" y="9474"/>
                    </a:cubicBezTo>
                    <a:cubicBezTo>
                      <a:pt x="38632" y="9477"/>
                      <a:pt x="38618" y="9479"/>
                      <a:pt x="38604" y="9479"/>
                    </a:cubicBezTo>
                    <a:cubicBezTo>
                      <a:pt x="38383" y="9479"/>
                      <a:pt x="38287" y="9120"/>
                      <a:pt x="38547" y="9073"/>
                    </a:cubicBezTo>
                    <a:cubicBezTo>
                      <a:pt x="38873" y="8998"/>
                      <a:pt x="39223" y="8923"/>
                      <a:pt x="39549" y="8823"/>
                    </a:cubicBezTo>
                    <a:cubicBezTo>
                      <a:pt x="39565" y="8820"/>
                      <a:pt x="39581" y="8818"/>
                      <a:pt x="39596" y="8818"/>
                    </a:cubicBezTo>
                    <a:close/>
                    <a:moveTo>
                      <a:pt x="36340" y="9409"/>
                    </a:moveTo>
                    <a:cubicBezTo>
                      <a:pt x="36539" y="9409"/>
                      <a:pt x="36616" y="9758"/>
                      <a:pt x="36391" y="9825"/>
                    </a:cubicBezTo>
                    <a:cubicBezTo>
                      <a:pt x="36015" y="9950"/>
                      <a:pt x="35665" y="10076"/>
                      <a:pt x="35314" y="10176"/>
                    </a:cubicBezTo>
                    <a:cubicBezTo>
                      <a:pt x="35283" y="10187"/>
                      <a:pt x="35255" y="10192"/>
                      <a:pt x="35230" y="10192"/>
                    </a:cubicBezTo>
                    <a:cubicBezTo>
                      <a:pt x="35020" y="10192"/>
                      <a:pt x="34965" y="9864"/>
                      <a:pt x="35188" y="9775"/>
                    </a:cubicBezTo>
                    <a:cubicBezTo>
                      <a:pt x="35539" y="9650"/>
                      <a:pt x="35915" y="9549"/>
                      <a:pt x="36266" y="9424"/>
                    </a:cubicBezTo>
                    <a:cubicBezTo>
                      <a:pt x="36292" y="9414"/>
                      <a:pt x="36317" y="9409"/>
                      <a:pt x="36340" y="9409"/>
                    </a:cubicBezTo>
                    <a:close/>
                    <a:moveTo>
                      <a:pt x="32623" y="10267"/>
                    </a:moveTo>
                    <a:cubicBezTo>
                      <a:pt x="32847" y="10267"/>
                      <a:pt x="32911" y="10608"/>
                      <a:pt x="32682" y="10677"/>
                    </a:cubicBezTo>
                    <a:cubicBezTo>
                      <a:pt x="32306" y="10777"/>
                      <a:pt x="31905" y="10878"/>
                      <a:pt x="31529" y="10978"/>
                    </a:cubicBezTo>
                    <a:cubicBezTo>
                      <a:pt x="31514" y="10981"/>
                      <a:pt x="31500" y="10982"/>
                      <a:pt x="31487" y="10982"/>
                    </a:cubicBezTo>
                    <a:cubicBezTo>
                      <a:pt x="31268" y="10982"/>
                      <a:pt x="31193" y="10624"/>
                      <a:pt x="31429" y="10577"/>
                    </a:cubicBezTo>
                    <a:cubicBezTo>
                      <a:pt x="31805" y="10477"/>
                      <a:pt x="32181" y="10376"/>
                      <a:pt x="32557" y="10276"/>
                    </a:cubicBezTo>
                    <a:cubicBezTo>
                      <a:pt x="32580" y="10270"/>
                      <a:pt x="32602" y="10267"/>
                      <a:pt x="32623" y="10267"/>
                    </a:cubicBezTo>
                    <a:close/>
                    <a:moveTo>
                      <a:pt x="29159" y="10743"/>
                    </a:moveTo>
                    <a:cubicBezTo>
                      <a:pt x="29367" y="10743"/>
                      <a:pt x="29451" y="11085"/>
                      <a:pt x="29198" y="11153"/>
                    </a:cubicBezTo>
                    <a:cubicBezTo>
                      <a:pt x="28797" y="11254"/>
                      <a:pt x="28371" y="11354"/>
                      <a:pt x="27945" y="11454"/>
                    </a:cubicBezTo>
                    <a:cubicBezTo>
                      <a:pt x="27931" y="11457"/>
                      <a:pt x="27916" y="11459"/>
                      <a:pt x="27902" y="11459"/>
                    </a:cubicBezTo>
                    <a:cubicBezTo>
                      <a:pt x="27681" y="11459"/>
                      <a:pt x="27585" y="11100"/>
                      <a:pt x="27845" y="11053"/>
                    </a:cubicBezTo>
                    <a:lnTo>
                      <a:pt x="29098" y="10752"/>
                    </a:lnTo>
                    <a:cubicBezTo>
                      <a:pt x="29119" y="10746"/>
                      <a:pt x="29140" y="10743"/>
                      <a:pt x="29159" y="10743"/>
                    </a:cubicBezTo>
                    <a:close/>
                    <a:moveTo>
                      <a:pt x="25327" y="11696"/>
                    </a:moveTo>
                    <a:cubicBezTo>
                      <a:pt x="25553" y="11696"/>
                      <a:pt x="25619" y="12060"/>
                      <a:pt x="25389" y="12106"/>
                    </a:cubicBezTo>
                    <a:lnTo>
                      <a:pt x="24537" y="12356"/>
                    </a:lnTo>
                    <a:cubicBezTo>
                      <a:pt x="24515" y="12363"/>
                      <a:pt x="24495" y="12366"/>
                      <a:pt x="24476" y="12366"/>
                    </a:cubicBezTo>
                    <a:cubicBezTo>
                      <a:pt x="24272" y="12366"/>
                      <a:pt x="24207" y="12024"/>
                      <a:pt x="24436" y="11955"/>
                    </a:cubicBezTo>
                    <a:cubicBezTo>
                      <a:pt x="24712" y="11880"/>
                      <a:pt x="24988" y="11805"/>
                      <a:pt x="25263" y="11705"/>
                    </a:cubicBezTo>
                    <a:cubicBezTo>
                      <a:pt x="25286" y="11699"/>
                      <a:pt x="25307" y="11696"/>
                      <a:pt x="25327" y="11696"/>
                    </a:cubicBezTo>
                    <a:close/>
                    <a:moveTo>
                      <a:pt x="21973" y="12227"/>
                    </a:moveTo>
                    <a:cubicBezTo>
                      <a:pt x="22191" y="12227"/>
                      <a:pt x="22266" y="12585"/>
                      <a:pt x="22030" y="12632"/>
                    </a:cubicBezTo>
                    <a:lnTo>
                      <a:pt x="20652" y="13008"/>
                    </a:lnTo>
                    <a:cubicBezTo>
                      <a:pt x="20637" y="13011"/>
                      <a:pt x="20623" y="13012"/>
                      <a:pt x="20609" y="13012"/>
                    </a:cubicBezTo>
                    <a:cubicBezTo>
                      <a:pt x="20388" y="13012"/>
                      <a:pt x="20292" y="12654"/>
                      <a:pt x="20552" y="12607"/>
                    </a:cubicBezTo>
                    <a:cubicBezTo>
                      <a:pt x="21003" y="12482"/>
                      <a:pt x="21454" y="12356"/>
                      <a:pt x="21930" y="12231"/>
                    </a:cubicBezTo>
                    <a:cubicBezTo>
                      <a:pt x="21945" y="12228"/>
                      <a:pt x="21959" y="12227"/>
                      <a:pt x="21973" y="12227"/>
                    </a:cubicBezTo>
                    <a:close/>
                    <a:moveTo>
                      <a:pt x="18332" y="13074"/>
                    </a:moveTo>
                    <a:cubicBezTo>
                      <a:pt x="18540" y="13074"/>
                      <a:pt x="18623" y="13415"/>
                      <a:pt x="18371" y="13484"/>
                    </a:cubicBezTo>
                    <a:cubicBezTo>
                      <a:pt x="18070" y="13559"/>
                      <a:pt x="17745" y="13635"/>
                      <a:pt x="17419" y="13710"/>
                    </a:cubicBezTo>
                    <a:cubicBezTo>
                      <a:pt x="17398" y="13716"/>
                      <a:pt x="17377" y="13719"/>
                      <a:pt x="17358" y="13719"/>
                    </a:cubicBezTo>
                    <a:cubicBezTo>
                      <a:pt x="17150" y="13719"/>
                      <a:pt x="17066" y="13378"/>
                      <a:pt x="17319" y="13309"/>
                    </a:cubicBezTo>
                    <a:cubicBezTo>
                      <a:pt x="17644" y="13234"/>
                      <a:pt x="17945" y="13158"/>
                      <a:pt x="18271" y="13083"/>
                    </a:cubicBezTo>
                    <a:cubicBezTo>
                      <a:pt x="18292" y="13077"/>
                      <a:pt x="18313" y="13074"/>
                      <a:pt x="18332" y="13074"/>
                    </a:cubicBezTo>
                    <a:close/>
                    <a:moveTo>
                      <a:pt x="15064" y="13669"/>
                    </a:moveTo>
                    <a:cubicBezTo>
                      <a:pt x="15256" y="13669"/>
                      <a:pt x="15311" y="13997"/>
                      <a:pt x="15088" y="14086"/>
                    </a:cubicBezTo>
                    <a:cubicBezTo>
                      <a:pt x="14787" y="14186"/>
                      <a:pt x="14486" y="14286"/>
                      <a:pt x="14186" y="14387"/>
                    </a:cubicBezTo>
                    <a:cubicBezTo>
                      <a:pt x="14164" y="14393"/>
                      <a:pt x="14144" y="14396"/>
                      <a:pt x="14125" y="14396"/>
                    </a:cubicBezTo>
                    <a:cubicBezTo>
                      <a:pt x="13921" y="14396"/>
                      <a:pt x="13856" y="14054"/>
                      <a:pt x="14085" y="13986"/>
                    </a:cubicBezTo>
                    <a:cubicBezTo>
                      <a:pt x="14386" y="13885"/>
                      <a:pt x="14687" y="13785"/>
                      <a:pt x="14988" y="13685"/>
                    </a:cubicBezTo>
                    <a:cubicBezTo>
                      <a:pt x="15015" y="13674"/>
                      <a:pt x="15041" y="13669"/>
                      <a:pt x="15064" y="13669"/>
                    </a:cubicBezTo>
                    <a:close/>
                    <a:moveTo>
                      <a:pt x="33770" y="12589"/>
                    </a:moveTo>
                    <a:cubicBezTo>
                      <a:pt x="33899" y="12589"/>
                      <a:pt x="34021" y="12691"/>
                      <a:pt x="33960" y="12858"/>
                    </a:cubicBezTo>
                    <a:cubicBezTo>
                      <a:pt x="33735" y="13509"/>
                      <a:pt x="33509" y="14136"/>
                      <a:pt x="33284" y="14788"/>
                    </a:cubicBezTo>
                    <a:cubicBezTo>
                      <a:pt x="33253" y="14889"/>
                      <a:pt x="33166" y="14933"/>
                      <a:pt x="33079" y="14933"/>
                    </a:cubicBezTo>
                    <a:cubicBezTo>
                      <a:pt x="32950" y="14933"/>
                      <a:pt x="32823" y="14837"/>
                      <a:pt x="32883" y="14687"/>
                    </a:cubicBezTo>
                    <a:lnTo>
                      <a:pt x="33559" y="12732"/>
                    </a:lnTo>
                    <a:cubicBezTo>
                      <a:pt x="33599" y="12633"/>
                      <a:pt x="33686" y="12589"/>
                      <a:pt x="33770" y="12589"/>
                    </a:cubicBezTo>
                    <a:close/>
                    <a:moveTo>
                      <a:pt x="12102" y="14307"/>
                    </a:moveTo>
                    <a:cubicBezTo>
                      <a:pt x="12342" y="14307"/>
                      <a:pt x="12417" y="14665"/>
                      <a:pt x="12181" y="14712"/>
                    </a:cubicBezTo>
                    <a:cubicBezTo>
                      <a:pt x="11679" y="14788"/>
                      <a:pt x="11178" y="14863"/>
                      <a:pt x="10702" y="14938"/>
                    </a:cubicBezTo>
                    <a:cubicBezTo>
                      <a:pt x="10685" y="14941"/>
                      <a:pt x="10668" y="14942"/>
                      <a:pt x="10653" y="14942"/>
                    </a:cubicBezTo>
                    <a:cubicBezTo>
                      <a:pt x="10415" y="14942"/>
                      <a:pt x="10342" y="14607"/>
                      <a:pt x="10577" y="14537"/>
                    </a:cubicBezTo>
                    <a:cubicBezTo>
                      <a:pt x="10627" y="14537"/>
                      <a:pt x="10677" y="14512"/>
                      <a:pt x="10727" y="14512"/>
                    </a:cubicBezTo>
                    <a:lnTo>
                      <a:pt x="10802" y="14512"/>
                    </a:lnTo>
                    <a:cubicBezTo>
                      <a:pt x="11228" y="14437"/>
                      <a:pt x="11629" y="14361"/>
                      <a:pt x="12055" y="14311"/>
                    </a:cubicBezTo>
                    <a:cubicBezTo>
                      <a:pt x="12072" y="14308"/>
                      <a:pt x="12087" y="14307"/>
                      <a:pt x="12102" y="14307"/>
                    </a:cubicBezTo>
                    <a:close/>
                    <a:moveTo>
                      <a:pt x="60799" y="6852"/>
                    </a:moveTo>
                    <a:cubicBezTo>
                      <a:pt x="60942" y="6852"/>
                      <a:pt x="61088" y="7065"/>
                      <a:pt x="60953" y="7219"/>
                    </a:cubicBezTo>
                    <a:cubicBezTo>
                      <a:pt x="60652" y="7620"/>
                      <a:pt x="60326" y="7996"/>
                      <a:pt x="60001" y="8397"/>
                    </a:cubicBezTo>
                    <a:cubicBezTo>
                      <a:pt x="60928" y="8422"/>
                      <a:pt x="61830" y="8422"/>
                      <a:pt x="62732" y="8447"/>
                    </a:cubicBezTo>
                    <a:cubicBezTo>
                      <a:pt x="62883" y="8447"/>
                      <a:pt x="63008" y="8622"/>
                      <a:pt x="62933" y="8747"/>
                    </a:cubicBezTo>
                    <a:cubicBezTo>
                      <a:pt x="62356" y="9650"/>
                      <a:pt x="61780" y="10552"/>
                      <a:pt x="61204" y="11454"/>
                    </a:cubicBezTo>
                    <a:cubicBezTo>
                      <a:pt x="62381" y="11429"/>
                      <a:pt x="63534" y="11404"/>
                      <a:pt x="64712" y="11404"/>
                    </a:cubicBezTo>
                    <a:cubicBezTo>
                      <a:pt x="64913" y="11404"/>
                      <a:pt x="64963" y="11630"/>
                      <a:pt x="64863" y="11755"/>
                    </a:cubicBezTo>
                    <a:cubicBezTo>
                      <a:pt x="63985" y="12833"/>
                      <a:pt x="63058" y="13885"/>
                      <a:pt x="62106" y="14888"/>
                    </a:cubicBezTo>
                    <a:cubicBezTo>
                      <a:pt x="62472" y="14917"/>
                      <a:pt x="62833" y="14931"/>
                      <a:pt x="63193" y="14931"/>
                    </a:cubicBezTo>
                    <a:cubicBezTo>
                      <a:pt x="63745" y="14931"/>
                      <a:pt x="64291" y="14898"/>
                      <a:pt x="64838" y="14838"/>
                    </a:cubicBezTo>
                    <a:cubicBezTo>
                      <a:pt x="64853" y="14835"/>
                      <a:pt x="64867" y="14834"/>
                      <a:pt x="64881" y="14834"/>
                    </a:cubicBezTo>
                    <a:cubicBezTo>
                      <a:pt x="65112" y="14834"/>
                      <a:pt x="65098" y="15215"/>
                      <a:pt x="64838" y="15239"/>
                    </a:cubicBezTo>
                    <a:cubicBezTo>
                      <a:pt x="64258" y="15321"/>
                      <a:pt x="63679" y="15359"/>
                      <a:pt x="63099" y="15359"/>
                    </a:cubicBezTo>
                    <a:cubicBezTo>
                      <a:pt x="62626" y="15359"/>
                      <a:pt x="62153" y="15334"/>
                      <a:pt x="61680" y="15289"/>
                    </a:cubicBezTo>
                    <a:cubicBezTo>
                      <a:pt x="61504" y="15264"/>
                      <a:pt x="61379" y="15063"/>
                      <a:pt x="61529" y="14913"/>
                    </a:cubicBezTo>
                    <a:cubicBezTo>
                      <a:pt x="62482" y="13935"/>
                      <a:pt x="63384" y="12883"/>
                      <a:pt x="64261" y="11830"/>
                    </a:cubicBezTo>
                    <a:lnTo>
                      <a:pt x="64261" y="11830"/>
                    </a:lnTo>
                    <a:lnTo>
                      <a:pt x="60803" y="11880"/>
                    </a:lnTo>
                    <a:cubicBezTo>
                      <a:pt x="60652" y="11880"/>
                      <a:pt x="60552" y="11705"/>
                      <a:pt x="60627" y="11554"/>
                    </a:cubicBezTo>
                    <a:lnTo>
                      <a:pt x="62356" y="8848"/>
                    </a:lnTo>
                    <a:cubicBezTo>
                      <a:pt x="61429" y="8848"/>
                      <a:pt x="60502" y="8823"/>
                      <a:pt x="59574" y="8798"/>
                    </a:cubicBezTo>
                    <a:cubicBezTo>
                      <a:pt x="59374" y="8798"/>
                      <a:pt x="59324" y="8572"/>
                      <a:pt x="59424" y="8447"/>
                    </a:cubicBezTo>
                    <a:cubicBezTo>
                      <a:pt x="59850" y="7945"/>
                      <a:pt x="60251" y="7444"/>
                      <a:pt x="60677" y="6918"/>
                    </a:cubicBezTo>
                    <a:cubicBezTo>
                      <a:pt x="60712" y="6871"/>
                      <a:pt x="60755" y="6852"/>
                      <a:pt x="60799" y="6852"/>
                    </a:cubicBezTo>
                    <a:close/>
                    <a:moveTo>
                      <a:pt x="34865" y="13561"/>
                    </a:moveTo>
                    <a:cubicBezTo>
                      <a:pt x="35009" y="13561"/>
                      <a:pt x="35150" y="13705"/>
                      <a:pt x="35063" y="13860"/>
                    </a:cubicBezTo>
                    <a:cubicBezTo>
                      <a:pt x="34762" y="14336"/>
                      <a:pt x="34512" y="14813"/>
                      <a:pt x="34361" y="15339"/>
                    </a:cubicBezTo>
                    <a:cubicBezTo>
                      <a:pt x="34322" y="15438"/>
                      <a:pt x="34235" y="15482"/>
                      <a:pt x="34149" y="15482"/>
                    </a:cubicBezTo>
                    <a:cubicBezTo>
                      <a:pt x="34018" y="15482"/>
                      <a:pt x="33890" y="15380"/>
                      <a:pt x="33935" y="15214"/>
                    </a:cubicBezTo>
                    <a:cubicBezTo>
                      <a:pt x="34136" y="14662"/>
                      <a:pt x="34361" y="14136"/>
                      <a:pt x="34687" y="13660"/>
                    </a:cubicBezTo>
                    <a:cubicBezTo>
                      <a:pt x="34734" y="13590"/>
                      <a:pt x="34800" y="13561"/>
                      <a:pt x="34865" y="13561"/>
                    </a:cubicBezTo>
                    <a:close/>
                    <a:moveTo>
                      <a:pt x="8357" y="14929"/>
                    </a:moveTo>
                    <a:cubicBezTo>
                      <a:pt x="8561" y="14929"/>
                      <a:pt x="8626" y="15270"/>
                      <a:pt x="8396" y="15339"/>
                    </a:cubicBezTo>
                    <a:cubicBezTo>
                      <a:pt x="8020" y="15439"/>
                      <a:pt x="7644" y="15539"/>
                      <a:pt x="7268" y="15640"/>
                    </a:cubicBezTo>
                    <a:cubicBezTo>
                      <a:pt x="7252" y="15643"/>
                      <a:pt x="7237" y="15644"/>
                      <a:pt x="7222" y="15644"/>
                    </a:cubicBezTo>
                    <a:cubicBezTo>
                      <a:pt x="6982" y="15644"/>
                      <a:pt x="6907" y="15286"/>
                      <a:pt x="7143" y="15239"/>
                    </a:cubicBezTo>
                    <a:cubicBezTo>
                      <a:pt x="7519" y="15138"/>
                      <a:pt x="7895" y="15038"/>
                      <a:pt x="8296" y="14938"/>
                    </a:cubicBezTo>
                    <a:cubicBezTo>
                      <a:pt x="8317" y="14932"/>
                      <a:pt x="8338" y="14929"/>
                      <a:pt x="8357" y="14929"/>
                    </a:cubicBezTo>
                    <a:close/>
                    <a:moveTo>
                      <a:pt x="5156" y="15635"/>
                    </a:moveTo>
                    <a:cubicBezTo>
                      <a:pt x="5377" y="15635"/>
                      <a:pt x="5473" y="15993"/>
                      <a:pt x="5213" y="16041"/>
                    </a:cubicBezTo>
                    <a:lnTo>
                      <a:pt x="3960" y="16341"/>
                    </a:lnTo>
                    <a:cubicBezTo>
                      <a:pt x="3939" y="16348"/>
                      <a:pt x="3918" y="16351"/>
                      <a:pt x="3899" y="16351"/>
                    </a:cubicBezTo>
                    <a:cubicBezTo>
                      <a:pt x="3691" y="16351"/>
                      <a:pt x="3608" y="16009"/>
                      <a:pt x="3860" y="15940"/>
                    </a:cubicBezTo>
                    <a:cubicBezTo>
                      <a:pt x="4286" y="15840"/>
                      <a:pt x="4687" y="15740"/>
                      <a:pt x="5113" y="15640"/>
                    </a:cubicBezTo>
                    <a:cubicBezTo>
                      <a:pt x="5128" y="15637"/>
                      <a:pt x="5142" y="15635"/>
                      <a:pt x="5156" y="15635"/>
                    </a:cubicBezTo>
                    <a:close/>
                    <a:moveTo>
                      <a:pt x="73057" y="15624"/>
                    </a:moveTo>
                    <a:cubicBezTo>
                      <a:pt x="73256" y="15624"/>
                      <a:pt x="73333" y="15973"/>
                      <a:pt x="73108" y="16041"/>
                    </a:cubicBezTo>
                    <a:cubicBezTo>
                      <a:pt x="72833" y="16141"/>
                      <a:pt x="72582" y="16241"/>
                      <a:pt x="72331" y="16341"/>
                    </a:cubicBezTo>
                    <a:cubicBezTo>
                      <a:pt x="72304" y="16352"/>
                      <a:pt x="72278" y="16357"/>
                      <a:pt x="72254" y="16357"/>
                    </a:cubicBezTo>
                    <a:cubicBezTo>
                      <a:pt x="72058" y="16357"/>
                      <a:pt x="71983" y="16030"/>
                      <a:pt x="72206" y="15940"/>
                    </a:cubicBezTo>
                    <a:cubicBezTo>
                      <a:pt x="72482" y="15840"/>
                      <a:pt x="72732" y="15740"/>
                      <a:pt x="72983" y="15640"/>
                    </a:cubicBezTo>
                    <a:cubicBezTo>
                      <a:pt x="73009" y="15629"/>
                      <a:pt x="73034" y="15624"/>
                      <a:pt x="73057" y="15624"/>
                    </a:cubicBezTo>
                    <a:close/>
                    <a:moveTo>
                      <a:pt x="49710" y="8143"/>
                    </a:moveTo>
                    <a:cubicBezTo>
                      <a:pt x="49880" y="8143"/>
                      <a:pt x="50033" y="8359"/>
                      <a:pt x="49875" y="8497"/>
                    </a:cubicBezTo>
                    <a:cubicBezTo>
                      <a:pt x="49198" y="9148"/>
                      <a:pt x="48672" y="9875"/>
                      <a:pt x="48296" y="10727"/>
                    </a:cubicBezTo>
                    <a:cubicBezTo>
                      <a:pt x="49023" y="10752"/>
                      <a:pt x="49825" y="10727"/>
                      <a:pt x="50527" y="10853"/>
                    </a:cubicBezTo>
                    <a:cubicBezTo>
                      <a:pt x="50727" y="10903"/>
                      <a:pt x="51003" y="10903"/>
                      <a:pt x="51153" y="11103"/>
                    </a:cubicBezTo>
                    <a:cubicBezTo>
                      <a:pt x="51379" y="11404"/>
                      <a:pt x="51178" y="11630"/>
                      <a:pt x="51003" y="11930"/>
                    </a:cubicBezTo>
                    <a:cubicBezTo>
                      <a:pt x="50627" y="12557"/>
                      <a:pt x="50151" y="13158"/>
                      <a:pt x="49725" y="13760"/>
                    </a:cubicBezTo>
                    <a:cubicBezTo>
                      <a:pt x="50042" y="13777"/>
                      <a:pt x="50360" y="13785"/>
                      <a:pt x="50677" y="13785"/>
                    </a:cubicBezTo>
                    <a:cubicBezTo>
                      <a:pt x="51312" y="13785"/>
                      <a:pt x="51947" y="13752"/>
                      <a:pt x="52582" y="13685"/>
                    </a:cubicBezTo>
                    <a:cubicBezTo>
                      <a:pt x="52591" y="13683"/>
                      <a:pt x="52599" y="13683"/>
                      <a:pt x="52608" y="13683"/>
                    </a:cubicBezTo>
                    <a:cubicBezTo>
                      <a:pt x="52746" y="13683"/>
                      <a:pt x="52852" y="13867"/>
                      <a:pt x="52757" y="13986"/>
                    </a:cubicBezTo>
                    <a:cubicBezTo>
                      <a:pt x="52181" y="14788"/>
                      <a:pt x="51630" y="15615"/>
                      <a:pt x="51053" y="16417"/>
                    </a:cubicBezTo>
                    <a:cubicBezTo>
                      <a:pt x="51171" y="16450"/>
                      <a:pt x="51302" y="16464"/>
                      <a:pt x="51441" y="16464"/>
                    </a:cubicBezTo>
                    <a:cubicBezTo>
                      <a:pt x="51923" y="16464"/>
                      <a:pt x="52493" y="16300"/>
                      <a:pt x="52883" y="16241"/>
                    </a:cubicBezTo>
                    <a:cubicBezTo>
                      <a:pt x="53635" y="16166"/>
                      <a:pt x="54386" y="16066"/>
                      <a:pt x="55138" y="15965"/>
                    </a:cubicBezTo>
                    <a:cubicBezTo>
                      <a:pt x="55146" y="15965"/>
                      <a:pt x="55153" y="15964"/>
                      <a:pt x="55160" y="15964"/>
                    </a:cubicBezTo>
                    <a:cubicBezTo>
                      <a:pt x="55389" y="15964"/>
                      <a:pt x="55381" y="16343"/>
                      <a:pt x="55138" y="16392"/>
                    </a:cubicBezTo>
                    <a:cubicBezTo>
                      <a:pt x="54186" y="16492"/>
                      <a:pt x="53208" y="16617"/>
                      <a:pt x="52256" y="16742"/>
                    </a:cubicBezTo>
                    <a:cubicBezTo>
                      <a:pt x="51939" y="16786"/>
                      <a:pt x="51614" y="16862"/>
                      <a:pt x="51300" y="16862"/>
                    </a:cubicBezTo>
                    <a:cubicBezTo>
                      <a:pt x="51067" y="16862"/>
                      <a:pt x="50840" y="16820"/>
                      <a:pt x="50627" y="16692"/>
                    </a:cubicBezTo>
                    <a:cubicBezTo>
                      <a:pt x="50527" y="16642"/>
                      <a:pt x="50477" y="16492"/>
                      <a:pt x="50552" y="16392"/>
                    </a:cubicBezTo>
                    <a:cubicBezTo>
                      <a:pt x="51078" y="15640"/>
                      <a:pt x="51630" y="14888"/>
                      <a:pt x="52156" y="14136"/>
                    </a:cubicBezTo>
                    <a:lnTo>
                      <a:pt x="52156" y="14136"/>
                    </a:lnTo>
                    <a:cubicBezTo>
                      <a:pt x="51602" y="14180"/>
                      <a:pt x="51057" y="14206"/>
                      <a:pt x="50511" y="14206"/>
                    </a:cubicBezTo>
                    <a:cubicBezTo>
                      <a:pt x="50117" y="14206"/>
                      <a:pt x="49723" y="14192"/>
                      <a:pt x="49324" y="14161"/>
                    </a:cubicBezTo>
                    <a:cubicBezTo>
                      <a:pt x="49173" y="14136"/>
                      <a:pt x="49048" y="13986"/>
                      <a:pt x="49148" y="13835"/>
                    </a:cubicBezTo>
                    <a:cubicBezTo>
                      <a:pt x="49424" y="13459"/>
                      <a:pt x="49675" y="13083"/>
                      <a:pt x="49950" y="12707"/>
                    </a:cubicBezTo>
                    <a:cubicBezTo>
                      <a:pt x="50251" y="12256"/>
                      <a:pt x="50627" y="12056"/>
                      <a:pt x="50351" y="11579"/>
                    </a:cubicBezTo>
                    <a:cubicBezTo>
                      <a:pt x="50147" y="11203"/>
                      <a:pt x="49521" y="11141"/>
                      <a:pt x="48921" y="11141"/>
                    </a:cubicBezTo>
                    <a:cubicBezTo>
                      <a:pt x="48625" y="11141"/>
                      <a:pt x="48336" y="11156"/>
                      <a:pt x="48107" y="11156"/>
                    </a:cubicBezTo>
                    <a:cubicBezTo>
                      <a:pt x="48059" y="11156"/>
                      <a:pt x="48013" y="11155"/>
                      <a:pt x="47970" y="11153"/>
                    </a:cubicBezTo>
                    <a:cubicBezTo>
                      <a:pt x="47845" y="11128"/>
                      <a:pt x="47720" y="11003"/>
                      <a:pt x="47770" y="10878"/>
                    </a:cubicBezTo>
                    <a:cubicBezTo>
                      <a:pt x="48196" y="9850"/>
                      <a:pt x="48772" y="8973"/>
                      <a:pt x="49574" y="8196"/>
                    </a:cubicBezTo>
                    <a:cubicBezTo>
                      <a:pt x="49617" y="8159"/>
                      <a:pt x="49664" y="8143"/>
                      <a:pt x="49710" y="8143"/>
                    </a:cubicBezTo>
                    <a:close/>
                    <a:moveTo>
                      <a:pt x="69390" y="16282"/>
                    </a:moveTo>
                    <a:cubicBezTo>
                      <a:pt x="69614" y="16282"/>
                      <a:pt x="69679" y="16624"/>
                      <a:pt x="69449" y="16692"/>
                    </a:cubicBezTo>
                    <a:cubicBezTo>
                      <a:pt x="69098" y="16793"/>
                      <a:pt x="68772" y="16893"/>
                      <a:pt x="68422" y="16993"/>
                    </a:cubicBezTo>
                    <a:cubicBezTo>
                      <a:pt x="68400" y="16999"/>
                      <a:pt x="68380" y="17002"/>
                      <a:pt x="68361" y="17002"/>
                    </a:cubicBezTo>
                    <a:cubicBezTo>
                      <a:pt x="68156" y="17002"/>
                      <a:pt x="68092" y="16661"/>
                      <a:pt x="68321" y="16592"/>
                    </a:cubicBezTo>
                    <a:lnTo>
                      <a:pt x="69324" y="16291"/>
                    </a:lnTo>
                    <a:cubicBezTo>
                      <a:pt x="69347" y="16285"/>
                      <a:pt x="69369" y="16282"/>
                      <a:pt x="69390" y="16282"/>
                    </a:cubicBezTo>
                    <a:close/>
                    <a:moveTo>
                      <a:pt x="65224" y="16833"/>
                    </a:moveTo>
                    <a:cubicBezTo>
                      <a:pt x="65429" y="16833"/>
                      <a:pt x="65493" y="17175"/>
                      <a:pt x="65264" y="17244"/>
                    </a:cubicBezTo>
                    <a:cubicBezTo>
                      <a:pt x="64913" y="17369"/>
                      <a:pt x="64537" y="17494"/>
                      <a:pt x="64186" y="17595"/>
                    </a:cubicBezTo>
                    <a:cubicBezTo>
                      <a:pt x="64159" y="17606"/>
                      <a:pt x="64133" y="17611"/>
                      <a:pt x="64109" y="17611"/>
                    </a:cubicBezTo>
                    <a:cubicBezTo>
                      <a:pt x="63918" y="17611"/>
                      <a:pt x="63863" y="17283"/>
                      <a:pt x="64086" y="17194"/>
                    </a:cubicBezTo>
                    <a:cubicBezTo>
                      <a:pt x="64437" y="17093"/>
                      <a:pt x="64788" y="16968"/>
                      <a:pt x="65163" y="16843"/>
                    </a:cubicBezTo>
                    <a:cubicBezTo>
                      <a:pt x="65185" y="16836"/>
                      <a:pt x="65205" y="16833"/>
                      <a:pt x="65224" y="16833"/>
                    </a:cubicBezTo>
                    <a:close/>
                    <a:moveTo>
                      <a:pt x="103033" y="16474"/>
                    </a:moveTo>
                    <a:cubicBezTo>
                      <a:pt x="103155" y="16474"/>
                      <a:pt x="103289" y="16576"/>
                      <a:pt x="103259" y="16742"/>
                    </a:cubicBezTo>
                    <a:cubicBezTo>
                      <a:pt x="103159" y="17244"/>
                      <a:pt x="102908" y="17720"/>
                      <a:pt x="102507" y="18071"/>
                    </a:cubicBezTo>
                    <a:cubicBezTo>
                      <a:pt x="102468" y="18110"/>
                      <a:pt x="102422" y="18127"/>
                      <a:pt x="102378" y="18127"/>
                    </a:cubicBezTo>
                    <a:cubicBezTo>
                      <a:pt x="102222" y="18127"/>
                      <a:pt x="102076" y="17926"/>
                      <a:pt x="102231" y="17770"/>
                    </a:cubicBezTo>
                    <a:cubicBezTo>
                      <a:pt x="102557" y="17469"/>
                      <a:pt x="102783" y="17068"/>
                      <a:pt x="102858" y="16617"/>
                    </a:cubicBezTo>
                    <a:cubicBezTo>
                      <a:pt x="102878" y="16518"/>
                      <a:pt x="102953" y="16474"/>
                      <a:pt x="103033" y="16474"/>
                    </a:cubicBezTo>
                    <a:close/>
                    <a:moveTo>
                      <a:pt x="61882" y="17554"/>
                    </a:moveTo>
                    <a:cubicBezTo>
                      <a:pt x="62073" y="17554"/>
                      <a:pt x="62128" y="17881"/>
                      <a:pt x="61905" y="17971"/>
                    </a:cubicBezTo>
                    <a:cubicBezTo>
                      <a:pt x="61354" y="18196"/>
                      <a:pt x="60803" y="18397"/>
                      <a:pt x="60251" y="18622"/>
                    </a:cubicBezTo>
                    <a:cubicBezTo>
                      <a:pt x="60224" y="18633"/>
                      <a:pt x="60198" y="18638"/>
                      <a:pt x="60174" y="18638"/>
                    </a:cubicBezTo>
                    <a:cubicBezTo>
                      <a:pt x="59978" y="18638"/>
                      <a:pt x="59903" y="18310"/>
                      <a:pt x="60126" y="18221"/>
                    </a:cubicBezTo>
                    <a:cubicBezTo>
                      <a:pt x="60677" y="17996"/>
                      <a:pt x="61254" y="17770"/>
                      <a:pt x="61805" y="17569"/>
                    </a:cubicBezTo>
                    <a:cubicBezTo>
                      <a:pt x="61833" y="17559"/>
                      <a:pt x="61858" y="17554"/>
                      <a:pt x="61882" y="17554"/>
                    </a:cubicBezTo>
                    <a:close/>
                    <a:moveTo>
                      <a:pt x="75274" y="17861"/>
                    </a:moveTo>
                    <a:cubicBezTo>
                      <a:pt x="75479" y="17861"/>
                      <a:pt x="75543" y="18202"/>
                      <a:pt x="75314" y="18271"/>
                    </a:cubicBezTo>
                    <a:cubicBezTo>
                      <a:pt x="74888" y="18422"/>
                      <a:pt x="74487" y="18547"/>
                      <a:pt x="74061" y="18697"/>
                    </a:cubicBezTo>
                    <a:cubicBezTo>
                      <a:pt x="74039" y="18704"/>
                      <a:pt x="74019" y="18707"/>
                      <a:pt x="74000" y="18707"/>
                    </a:cubicBezTo>
                    <a:cubicBezTo>
                      <a:pt x="73792" y="18707"/>
                      <a:pt x="73706" y="18365"/>
                      <a:pt x="73935" y="18296"/>
                    </a:cubicBezTo>
                    <a:cubicBezTo>
                      <a:pt x="74361" y="18146"/>
                      <a:pt x="74788" y="17996"/>
                      <a:pt x="75214" y="17870"/>
                    </a:cubicBezTo>
                    <a:cubicBezTo>
                      <a:pt x="75235" y="17864"/>
                      <a:pt x="75255" y="17861"/>
                      <a:pt x="75274" y="17861"/>
                    </a:cubicBezTo>
                    <a:close/>
                    <a:moveTo>
                      <a:pt x="104271" y="17127"/>
                    </a:moveTo>
                    <a:cubicBezTo>
                      <a:pt x="104426" y="17127"/>
                      <a:pt x="104572" y="17340"/>
                      <a:pt x="104437" y="17494"/>
                    </a:cubicBezTo>
                    <a:cubicBezTo>
                      <a:pt x="104061" y="17971"/>
                      <a:pt x="103710" y="18422"/>
                      <a:pt x="103334" y="18898"/>
                    </a:cubicBezTo>
                    <a:cubicBezTo>
                      <a:pt x="103293" y="18944"/>
                      <a:pt x="103247" y="18964"/>
                      <a:pt x="103202" y="18964"/>
                    </a:cubicBezTo>
                    <a:cubicBezTo>
                      <a:pt x="103054" y="18964"/>
                      <a:pt x="102918" y="18751"/>
                      <a:pt x="103033" y="18597"/>
                    </a:cubicBezTo>
                    <a:cubicBezTo>
                      <a:pt x="103409" y="18121"/>
                      <a:pt x="103785" y="17670"/>
                      <a:pt x="104136" y="17194"/>
                    </a:cubicBezTo>
                    <a:cubicBezTo>
                      <a:pt x="104177" y="17147"/>
                      <a:pt x="104224" y="17127"/>
                      <a:pt x="104271" y="17127"/>
                    </a:cubicBezTo>
                    <a:close/>
                    <a:moveTo>
                      <a:pt x="38914" y="10517"/>
                    </a:moveTo>
                    <a:cubicBezTo>
                      <a:pt x="39056" y="10517"/>
                      <a:pt x="39202" y="10672"/>
                      <a:pt x="39098" y="10828"/>
                    </a:cubicBezTo>
                    <a:cubicBezTo>
                      <a:pt x="38722" y="11479"/>
                      <a:pt x="38246" y="12081"/>
                      <a:pt x="37720" y="12607"/>
                    </a:cubicBezTo>
                    <a:cubicBezTo>
                      <a:pt x="38497" y="12707"/>
                      <a:pt x="39249" y="12783"/>
                      <a:pt x="40025" y="12858"/>
                    </a:cubicBezTo>
                    <a:cubicBezTo>
                      <a:pt x="40401" y="12908"/>
                      <a:pt x="40652" y="12858"/>
                      <a:pt x="40853" y="13184"/>
                    </a:cubicBezTo>
                    <a:cubicBezTo>
                      <a:pt x="40903" y="13234"/>
                      <a:pt x="40903" y="13334"/>
                      <a:pt x="40853" y="13384"/>
                    </a:cubicBezTo>
                    <a:cubicBezTo>
                      <a:pt x="40301" y="14261"/>
                      <a:pt x="39324" y="15013"/>
                      <a:pt x="38497" y="15715"/>
                    </a:cubicBezTo>
                    <a:cubicBezTo>
                      <a:pt x="39241" y="15763"/>
                      <a:pt x="39986" y="15791"/>
                      <a:pt x="40730" y="15791"/>
                    </a:cubicBezTo>
                    <a:cubicBezTo>
                      <a:pt x="41138" y="15791"/>
                      <a:pt x="41547" y="15783"/>
                      <a:pt x="41955" y="15765"/>
                    </a:cubicBezTo>
                    <a:cubicBezTo>
                      <a:pt x="42106" y="15765"/>
                      <a:pt x="42206" y="15965"/>
                      <a:pt x="42131" y="16091"/>
                    </a:cubicBezTo>
                    <a:cubicBezTo>
                      <a:pt x="41529" y="16943"/>
                      <a:pt x="40953" y="17770"/>
                      <a:pt x="40351" y="18622"/>
                    </a:cubicBezTo>
                    <a:cubicBezTo>
                      <a:pt x="41655" y="18597"/>
                      <a:pt x="42958" y="18497"/>
                      <a:pt x="44261" y="18271"/>
                    </a:cubicBezTo>
                    <a:cubicBezTo>
                      <a:pt x="44269" y="18270"/>
                      <a:pt x="44276" y="18270"/>
                      <a:pt x="44283" y="18270"/>
                    </a:cubicBezTo>
                    <a:cubicBezTo>
                      <a:pt x="44519" y="18270"/>
                      <a:pt x="44629" y="18649"/>
                      <a:pt x="44361" y="18697"/>
                    </a:cubicBezTo>
                    <a:cubicBezTo>
                      <a:pt x="43031" y="18904"/>
                      <a:pt x="41679" y="19026"/>
                      <a:pt x="40325" y="19026"/>
                    </a:cubicBezTo>
                    <a:cubicBezTo>
                      <a:pt x="40200" y="19026"/>
                      <a:pt x="40075" y="19025"/>
                      <a:pt x="39950" y="19023"/>
                    </a:cubicBezTo>
                    <a:cubicBezTo>
                      <a:pt x="39800" y="19023"/>
                      <a:pt x="39675" y="18848"/>
                      <a:pt x="39775" y="18722"/>
                    </a:cubicBezTo>
                    <a:lnTo>
                      <a:pt x="41529" y="16191"/>
                    </a:lnTo>
                    <a:lnTo>
                      <a:pt x="41529" y="16191"/>
                    </a:lnTo>
                    <a:cubicBezTo>
                      <a:pt x="41235" y="16197"/>
                      <a:pt x="40940" y="16200"/>
                      <a:pt x="40646" y="16200"/>
                    </a:cubicBezTo>
                    <a:cubicBezTo>
                      <a:pt x="39762" y="16200"/>
                      <a:pt x="38879" y="16172"/>
                      <a:pt x="37995" y="16116"/>
                    </a:cubicBezTo>
                    <a:cubicBezTo>
                      <a:pt x="37820" y="16091"/>
                      <a:pt x="37720" y="15890"/>
                      <a:pt x="37845" y="15740"/>
                    </a:cubicBezTo>
                    <a:cubicBezTo>
                      <a:pt x="38246" y="15389"/>
                      <a:pt x="38622" y="15013"/>
                      <a:pt x="38998" y="14637"/>
                    </a:cubicBezTo>
                    <a:cubicBezTo>
                      <a:pt x="39148" y="14512"/>
                      <a:pt x="40176" y="13710"/>
                      <a:pt x="40151" y="13534"/>
                    </a:cubicBezTo>
                    <a:cubicBezTo>
                      <a:pt x="40101" y="13033"/>
                      <a:pt x="37745" y="13033"/>
                      <a:pt x="37269" y="12983"/>
                    </a:cubicBezTo>
                    <a:cubicBezTo>
                      <a:pt x="37093" y="12958"/>
                      <a:pt x="36968" y="12757"/>
                      <a:pt x="37118" y="12632"/>
                    </a:cubicBezTo>
                    <a:cubicBezTo>
                      <a:pt x="37770" y="12031"/>
                      <a:pt x="38296" y="11379"/>
                      <a:pt x="38747" y="10627"/>
                    </a:cubicBezTo>
                    <a:cubicBezTo>
                      <a:pt x="38786" y="10549"/>
                      <a:pt x="38850" y="10517"/>
                      <a:pt x="38914" y="10517"/>
                    </a:cubicBezTo>
                    <a:close/>
                    <a:moveTo>
                      <a:pt x="72245" y="18579"/>
                    </a:moveTo>
                    <a:cubicBezTo>
                      <a:pt x="72449" y="18579"/>
                      <a:pt x="72579" y="18860"/>
                      <a:pt x="72382" y="18948"/>
                    </a:cubicBezTo>
                    <a:cubicBezTo>
                      <a:pt x="72031" y="19123"/>
                      <a:pt x="71705" y="19274"/>
                      <a:pt x="71354" y="19449"/>
                    </a:cubicBezTo>
                    <a:cubicBezTo>
                      <a:pt x="71323" y="19461"/>
                      <a:pt x="71293" y="19467"/>
                      <a:pt x="71265" y="19467"/>
                    </a:cubicBezTo>
                    <a:cubicBezTo>
                      <a:pt x="71061" y="19467"/>
                      <a:pt x="70933" y="19183"/>
                      <a:pt x="71153" y="19073"/>
                    </a:cubicBezTo>
                    <a:lnTo>
                      <a:pt x="72156" y="18597"/>
                    </a:lnTo>
                    <a:cubicBezTo>
                      <a:pt x="72187" y="18585"/>
                      <a:pt x="72217" y="18579"/>
                      <a:pt x="72245" y="18579"/>
                    </a:cubicBezTo>
                    <a:close/>
                    <a:moveTo>
                      <a:pt x="57981" y="18738"/>
                    </a:moveTo>
                    <a:cubicBezTo>
                      <a:pt x="58185" y="18738"/>
                      <a:pt x="58250" y="19080"/>
                      <a:pt x="58021" y="19148"/>
                    </a:cubicBezTo>
                    <a:cubicBezTo>
                      <a:pt x="57645" y="19299"/>
                      <a:pt x="57269" y="19449"/>
                      <a:pt x="56893" y="19575"/>
                    </a:cubicBezTo>
                    <a:cubicBezTo>
                      <a:pt x="56865" y="19586"/>
                      <a:pt x="56840" y="19590"/>
                      <a:pt x="56816" y="19590"/>
                    </a:cubicBezTo>
                    <a:cubicBezTo>
                      <a:pt x="56624" y="19590"/>
                      <a:pt x="56569" y="19263"/>
                      <a:pt x="56792" y="19174"/>
                    </a:cubicBezTo>
                    <a:cubicBezTo>
                      <a:pt x="57168" y="19048"/>
                      <a:pt x="57544" y="18898"/>
                      <a:pt x="57920" y="18747"/>
                    </a:cubicBezTo>
                    <a:cubicBezTo>
                      <a:pt x="57942" y="18741"/>
                      <a:pt x="57962" y="18738"/>
                      <a:pt x="57981" y="18738"/>
                    </a:cubicBezTo>
                    <a:close/>
                    <a:moveTo>
                      <a:pt x="54798" y="19565"/>
                    </a:moveTo>
                    <a:cubicBezTo>
                      <a:pt x="55007" y="19565"/>
                      <a:pt x="55092" y="19907"/>
                      <a:pt x="54863" y="19976"/>
                    </a:cubicBezTo>
                    <a:cubicBezTo>
                      <a:pt x="54537" y="20076"/>
                      <a:pt x="54211" y="20176"/>
                      <a:pt x="53910" y="20276"/>
                    </a:cubicBezTo>
                    <a:cubicBezTo>
                      <a:pt x="53881" y="20287"/>
                      <a:pt x="53855" y="20291"/>
                      <a:pt x="53830" y="20291"/>
                    </a:cubicBezTo>
                    <a:cubicBezTo>
                      <a:pt x="53617" y="20291"/>
                      <a:pt x="53560" y="19943"/>
                      <a:pt x="53785" y="19875"/>
                    </a:cubicBezTo>
                    <a:cubicBezTo>
                      <a:pt x="54111" y="19775"/>
                      <a:pt x="54437" y="19675"/>
                      <a:pt x="54737" y="19575"/>
                    </a:cubicBezTo>
                    <a:cubicBezTo>
                      <a:pt x="54759" y="19568"/>
                      <a:pt x="54779" y="19565"/>
                      <a:pt x="54798" y="19565"/>
                    </a:cubicBezTo>
                    <a:close/>
                    <a:moveTo>
                      <a:pt x="68683" y="19640"/>
                    </a:moveTo>
                    <a:cubicBezTo>
                      <a:pt x="68891" y="19640"/>
                      <a:pt x="68975" y="19982"/>
                      <a:pt x="68722" y="20051"/>
                    </a:cubicBezTo>
                    <a:cubicBezTo>
                      <a:pt x="68346" y="20201"/>
                      <a:pt x="67945" y="20326"/>
                      <a:pt x="67544" y="20477"/>
                    </a:cubicBezTo>
                    <a:cubicBezTo>
                      <a:pt x="67518" y="20487"/>
                      <a:pt x="67493" y="20492"/>
                      <a:pt x="67470" y="20492"/>
                    </a:cubicBezTo>
                    <a:cubicBezTo>
                      <a:pt x="67272" y="20492"/>
                      <a:pt x="67195" y="20143"/>
                      <a:pt x="67419" y="20076"/>
                    </a:cubicBezTo>
                    <a:cubicBezTo>
                      <a:pt x="67820" y="19925"/>
                      <a:pt x="68221" y="19800"/>
                      <a:pt x="68622" y="19650"/>
                    </a:cubicBezTo>
                    <a:cubicBezTo>
                      <a:pt x="68643" y="19643"/>
                      <a:pt x="68664" y="19640"/>
                      <a:pt x="68683" y="19640"/>
                    </a:cubicBezTo>
                    <a:close/>
                    <a:moveTo>
                      <a:pt x="65348" y="20361"/>
                    </a:moveTo>
                    <a:cubicBezTo>
                      <a:pt x="65557" y="20361"/>
                      <a:pt x="65612" y="20688"/>
                      <a:pt x="65389" y="20778"/>
                    </a:cubicBezTo>
                    <a:cubicBezTo>
                      <a:pt x="65163" y="20853"/>
                      <a:pt x="64938" y="20928"/>
                      <a:pt x="64737" y="21003"/>
                    </a:cubicBezTo>
                    <a:cubicBezTo>
                      <a:pt x="64707" y="21014"/>
                      <a:pt x="64679" y="21019"/>
                      <a:pt x="64653" y="21019"/>
                    </a:cubicBezTo>
                    <a:cubicBezTo>
                      <a:pt x="64444" y="21019"/>
                      <a:pt x="64389" y="20691"/>
                      <a:pt x="64612" y="20602"/>
                    </a:cubicBezTo>
                    <a:lnTo>
                      <a:pt x="65264" y="20377"/>
                    </a:lnTo>
                    <a:cubicBezTo>
                      <a:pt x="65294" y="20366"/>
                      <a:pt x="65322" y="20361"/>
                      <a:pt x="65348" y="20361"/>
                    </a:cubicBezTo>
                    <a:close/>
                    <a:moveTo>
                      <a:pt x="50988" y="20417"/>
                    </a:moveTo>
                    <a:cubicBezTo>
                      <a:pt x="51193" y="20417"/>
                      <a:pt x="51257" y="20759"/>
                      <a:pt x="51028" y="20828"/>
                    </a:cubicBezTo>
                    <a:cubicBezTo>
                      <a:pt x="50577" y="20978"/>
                      <a:pt x="50126" y="21103"/>
                      <a:pt x="49650" y="21254"/>
                    </a:cubicBezTo>
                    <a:cubicBezTo>
                      <a:pt x="49628" y="21260"/>
                      <a:pt x="49608" y="21263"/>
                      <a:pt x="49589" y="21263"/>
                    </a:cubicBezTo>
                    <a:cubicBezTo>
                      <a:pt x="49384" y="21263"/>
                      <a:pt x="49320" y="20922"/>
                      <a:pt x="49549" y="20853"/>
                    </a:cubicBezTo>
                    <a:cubicBezTo>
                      <a:pt x="50000" y="20702"/>
                      <a:pt x="50452" y="20577"/>
                      <a:pt x="50928" y="20427"/>
                    </a:cubicBezTo>
                    <a:cubicBezTo>
                      <a:pt x="50949" y="20420"/>
                      <a:pt x="50969" y="20417"/>
                      <a:pt x="50988" y="20417"/>
                    </a:cubicBezTo>
                    <a:close/>
                    <a:moveTo>
                      <a:pt x="27621" y="12433"/>
                    </a:moveTo>
                    <a:cubicBezTo>
                      <a:pt x="27764" y="12433"/>
                      <a:pt x="27899" y="12577"/>
                      <a:pt x="27795" y="12732"/>
                    </a:cubicBezTo>
                    <a:cubicBezTo>
                      <a:pt x="27294" y="13534"/>
                      <a:pt x="26792" y="14336"/>
                      <a:pt x="26266" y="15138"/>
                    </a:cubicBezTo>
                    <a:cubicBezTo>
                      <a:pt x="26460" y="15138"/>
                      <a:pt x="26658" y="15137"/>
                      <a:pt x="26856" y="15137"/>
                    </a:cubicBezTo>
                    <a:cubicBezTo>
                      <a:pt x="27452" y="15137"/>
                      <a:pt x="28058" y="15151"/>
                      <a:pt x="28622" y="15264"/>
                    </a:cubicBezTo>
                    <a:cubicBezTo>
                      <a:pt x="28923" y="15314"/>
                      <a:pt x="29248" y="15339"/>
                      <a:pt x="29349" y="15665"/>
                    </a:cubicBezTo>
                    <a:cubicBezTo>
                      <a:pt x="29449" y="15991"/>
                      <a:pt x="29173" y="16266"/>
                      <a:pt x="28998" y="16492"/>
                    </a:cubicBezTo>
                    <a:cubicBezTo>
                      <a:pt x="28622" y="17018"/>
                      <a:pt x="28196" y="17519"/>
                      <a:pt x="27770" y="18021"/>
                    </a:cubicBezTo>
                    <a:cubicBezTo>
                      <a:pt x="28191" y="18021"/>
                      <a:pt x="28632" y="18009"/>
                      <a:pt x="29074" y="18009"/>
                    </a:cubicBezTo>
                    <a:cubicBezTo>
                      <a:pt x="29737" y="18009"/>
                      <a:pt x="30401" y="18036"/>
                      <a:pt x="31003" y="18171"/>
                    </a:cubicBezTo>
                    <a:cubicBezTo>
                      <a:pt x="31329" y="18246"/>
                      <a:pt x="31529" y="18271"/>
                      <a:pt x="31554" y="18622"/>
                    </a:cubicBezTo>
                    <a:cubicBezTo>
                      <a:pt x="31629" y="19474"/>
                      <a:pt x="30126" y="19900"/>
                      <a:pt x="30201" y="20803"/>
                    </a:cubicBezTo>
                    <a:cubicBezTo>
                      <a:pt x="30214" y="21034"/>
                      <a:pt x="30250" y="21095"/>
                      <a:pt x="30344" y="21095"/>
                    </a:cubicBezTo>
                    <a:cubicBezTo>
                      <a:pt x="30423" y="21095"/>
                      <a:pt x="30544" y="21051"/>
                      <a:pt x="30727" y="21028"/>
                    </a:cubicBezTo>
                    <a:cubicBezTo>
                      <a:pt x="30978" y="21003"/>
                      <a:pt x="31228" y="20978"/>
                      <a:pt x="31479" y="20928"/>
                    </a:cubicBezTo>
                    <a:cubicBezTo>
                      <a:pt x="32055" y="20878"/>
                      <a:pt x="32632" y="20803"/>
                      <a:pt x="33183" y="20727"/>
                    </a:cubicBezTo>
                    <a:cubicBezTo>
                      <a:pt x="33191" y="20727"/>
                      <a:pt x="33199" y="20726"/>
                      <a:pt x="33206" y="20726"/>
                    </a:cubicBezTo>
                    <a:cubicBezTo>
                      <a:pt x="33459" y="20726"/>
                      <a:pt x="33451" y="21129"/>
                      <a:pt x="33183" y="21153"/>
                    </a:cubicBezTo>
                    <a:cubicBezTo>
                      <a:pt x="32557" y="21229"/>
                      <a:pt x="31930" y="21304"/>
                      <a:pt x="31304" y="21379"/>
                    </a:cubicBezTo>
                    <a:cubicBezTo>
                      <a:pt x="31015" y="21418"/>
                      <a:pt x="30578" y="21545"/>
                      <a:pt x="30232" y="21545"/>
                    </a:cubicBezTo>
                    <a:cubicBezTo>
                      <a:pt x="30127" y="21545"/>
                      <a:pt x="30031" y="21533"/>
                      <a:pt x="29950" y="21504"/>
                    </a:cubicBezTo>
                    <a:cubicBezTo>
                      <a:pt x="29649" y="21429"/>
                      <a:pt x="29499" y="21279"/>
                      <a:pt x="29524" y="20928"/>
                    </a:cubicBezTo>
                    <a:cubicBezTo>
                      <a:pt x="29599" y="20326"/>
                      <a:pt x="31228" y="19073"/>
                      <a:pt x="31003" y="18597"/>
                    </a:cubicBezTo>
                    <a:cubicBezTo>
                      <a:pt x="30903" y="18372"/>
                      <a:pt x="27670" y="18447"/>
                      <a:pt x="27319" y="18422"/>
                    </a:cubicBezTo>
                    <a:cubicBezTo>
                      <a:pt x="27143" y="18422"/>
                      <a:pt x="27043" y="18196"/>
                      <a:pt x="27168" y="18071"/>
                    </a:cubicBezTo>
                    <a:cubicBezTo>
                      <a:pt x="27494" y="17720"/>
                      <a:pt x="27770" y="17369"/>
                      <a:pt x="28071" y="17018"/>
                    </a:cubicBezTo>
                    <a:cubicBezTo>
                      <a:pt x="28271" y="16767"/>
                      <a:pt x="28446" y="16542"/>
                      <a:pt x="28647" y="16291"/>
                    </a:cubicBezTo>
                    <a:cubicBezTo>
                      <a:pt x="28973" y="16041"/>
                      <a:pt x="28948" y="15865"/>
                      <a:pt x="28547" y="15815"/>
                    </a:cubicBezTo>
                    <a:cubicBezTo>
                      <a:pt x="28267" y="15577"/>
                      <a:pt x="27683" y="15535"/>
                      <a:pt x="27104" y="15535"/>
                    </a:cubicBezTo>
                    <a:cubicBezTo>
                      <a:pt x="26779" y="15535"/>
                      <a:pt x="26456" y="15548"/>
                      <a:pt x="26189" y="15548"/>
                    </a:cubicBezTo>
                    <a:cubicBezTo>
                      <a:pt x="26078" y="15548"/>
                      <a:pt x="25977" y="15546"/>
                      <a:pt x="25890" y="15539"/>
                    </a:cubicBezTo>
                    <a:cubicBezTo>
                      <a:pt x="25740" y="15539"/>
                      <a:pt x="25614" y="15364"/>
                      <a:pt x="25715" y="15239"/>
                    </a:cubicBezTo>
                    <a:cubicBezTo>
                      <a:pt x="26291" y="14336"/>
                      <a:pt x="26867" y="13434"/>
                      <a:pt x="27444" y="12532"/>
                    </a:cubicBezTo>
                    <a:cubicBezTo>
                      <a:pt x="27491" y="12462"/>
                      <a:pt x="27556" y="12433"/>
                      <a:pt x="27621" y="12433"/>
                    </a:cubicBezTo>
                    <a:close/>
                    <a:moveTo>
                      <a:pt x="62609" y="21037"/>
                    </a:moveTo>
                    <a:cubicBezTo>
                      <a:pt x="62800" y="21037"/>
                      <a:pt x="62855" y="21365"/>
                      <a:pt x="62632" y="21454"/>
                    </a:cubicBezTo>
                    <a:cubicBezTo>
                      <a:pt x="62056" y="21655"/>
                      <a:pt x="61479" y="21830"/>
                      <a:pt x="60903" y="22031"/>
                    </a:cubicBezTo>
                    <a:cubicBezTo>
                      <a:pt x="60875" y="22042"/>
                      <a:pt x="60849" y="22047"/>
                      <a:pt x="60825" y="22047"/>
                    </a:cubicBezTo>
                    <a:cubicBezTo>
                      <a:pt x="60629" y="22047"/>
                      <a:pt x="60557" y="21719"/>
                      <a:pt x="60803" y="21630"/>
                    </a:cubicBezTo>
                    <a:cubicBezTo>
                      <a:pt x="61379" y="21429"/>
                      <a:pt x="61955" y="21254"/>
                      <a:pt x="62532" y="21053"/>
                    </a:cubicBezTo>
                    <a:cubicBezTo>
                      <a:pt x="62559" y="21042"/>
                      <a:pt x="62585" y="21037"/>
                      <a:pt x="62609" y="21037"/>
                    </a:cubicBezTo>
                    <a:close/>
                    <a:moveTo>
                      <a:pt x="46734" y="21445"/>
                    </a:moveTo>
                    <a:cubicBezTo>
                      <a:pt x="46957" y="21445"/>
                      <a:pt x="47022" y="21786"/>
                      <a:pt x="46792" y="21855"/>
                    </a:cubicBezTo>
                    <a:lnTo>
                      <a:pt x="45539" y="22206"/>
                    </a:lnTo>
                    <a:cubicBezTo>
                      <a:pt x="45516" y="22213"/>
                      <a:pt x="45494" y="22215"/>
                      <a:pt x="45473" y="22215"/>
                    </a:cubicBezTo>
                    <a:cubicBezTo>
                      <a:pt x="45249" y="22215"/>
                      <a:pt x="45185" y="21874"/>
                      <a:pt x="45414" y="21805"/>
                    </a:cubicBezTo>
                    <a:cubicBezTo>
                      <a:pt x="45840" y="21680"/>
                      <a:pt x="46266" y="21580"/>
                      <a:pt x="46667" y="21454"/>
                    </a:cubicBezTo>
                    <a:cubicBezTo>
                      <a:pt x="46691" y="21448"/>
                      <a:pt x="46713" y="21445"/>
                      <a:pt x="46734" y="21445"/>
                    </a:cubicBezTo>
                    <a:close/>
                    <a:moveTo>
                      <a:pt x="57736" y="22222"/>
                    </a:moveTo>
                    <a:cubicBezTo>
                      <a:pt x="57960" y="22222"/>
                      <a:pt x="58024" y="22563"/>
                      <a:pt x="57795" y="22632"/>
                    </a:cubicBezTo>
                    <a:cubicBezTo>
                      <a:pt x="57444" y="22707"/>
                      <a:pt x="57118" y="22783"/>
                      <a:pt x="56767" y="22858"/>
                    </a:cubicBezTo>
                    <a:cubicBezTo>
                      <a:pt x="56746" y="22864"/>
                      <a:pt x="56726" y="22867"/>
                      <a:pt x="56706" y="22867"/>
                    </a:cubicBezTo>
                    <a:cubicBezTo>
                      <a:pt x="56498" y="22867"/>
                      <a:pt x="56415" y="22526"/>
                      <a:pt x="56667" y="22457"/>
                    </a:cubicBezTo>
                    <a:cubicBezTo>
                      <a:pt x="56993" y="22382"/>
                      <a:pt x="57344" y="22306"/>
                      <a:pt x="57670" y="22231"/>
                    </a:cubicBezTo>
                    <a:cubicBezTo>
                      <a:pt x="57693" y="22225"/>
                      <a:pt x="57715" y="22222"/>
                      <a:pt x="57736" y="22222"/>
                    </a:cubicBezTo>
                    <a:close/>
                    <a:moveTo>
                      <a:pt x="42985" y="22040"/>
                    </a:moveTo>
                    <a:cubicBezTo>
                      <a:pt x="43181" y="22040"/>
                      <a:pt x="43253" y="22367"/>
                      <a:pt x="43008" y="22457"/>
                    </a:cubicBezTo>
                    <a:cubicBezTo>
                      <a:pt x="42632" y="22582"/>
                      <a:pt x="42231" y="22732"/>
                      <a:pt x="41830" y="22858"/>
                    </a:cubicBezTo>
                    <a:cubicBezTo>
                      <a:pt x="41803" y="22869"/>
                      <a:pt x="41777" y="22874"/>
                      <a:pt x="41752" y="22874"/>
                    </a:cubicBezTo>
                    <a:cubicBezTo>
                      <a:pt x="41556" y="22874"/>
                      <a:pt x="41482" y="22546"/>
                      <a:pt x="41705" y="22457"/>
                    </a:cubicBezTo>
                    <a:cubicBezTo>
                      <a:pt x="42106" y="22331"/>
                      <a:pt x="42507" y="22181"/>
                      <a:pt x="42908" y="22056"/>
                    </a:cubicBezTo>
                    <a:cubicBezTo>
                      <a:pt x="42935" y="22045"/>
                      <a:pt x="42961" y="22040"/>
                      <a:pt x="42985" y="22040"/>
                    </a:cubicBezTo>
                    <a:close/>
                    <a:moveTo>
                      <a:pt x="39916" y="22748"/>
                    </a:moveTo>
                    <a:cubicBezTo>
                      <a:pt x="40140" y="22748"/>
                      <a:pt x="40205" y="23090"/>
                      <a:pt x="39975" y="23159"/>
                    </a:cubicBezTo>
                    <a:cubicBezTo>
                      <a:pt x="39574" y="23284"/>
                      <a:pt x="39173" y="23409"/>
                      <a:pt x="38772" y="23509"/>
                    </a:cubicBezTo>
                    <a:cubicBezTo>
                      <a:pt x="38751" y="23516"/>
                      <a:pt x="38731" y="23519"/>
                      <a:pt x="38711" y="23519"/>
                    </a:cubicBezTo>
                    <a:cubicBezTo>
                      <a:pt x="38503" y="23519"/>
                      <a:pt x="38420" y="23177"/>
                      <a:pt x="38672" y="23108"/>
                    </a:cubicBezTo>
                    <a:cubicBezTo>
                      <a:pt x="39048" y="22983"/>
                      <a:pt x="39449" y="22883"/>
                      <a:pt x="39850" y="22757"/>
                    </a:cubicBezTo>
                    <a:cubicBezTo>
                      <a:pt x="39873" y="22751"/>
                      <a:pt x="39896" y="22748"/>
                      <a:pt x="39916" y="22748"/>
                    </a:cubicBezTo>
                    <a:close/>
                    <a:moveTo>
                      <a:pt x="54187" y="22967"/>
                    </a:moveTo>
                    <a:cubicBezTo>
                      <a:pt x="54379" y="22967"/>
                      <a:pt x="54434" y="23295"/>
                      <a:pt x="54211" y="23384"/>
                    </a:cubicBezTo>
                    <a:cubicBezTo>
                      <a:pt x="53710" y="23534"/>
                      <a:pt x="53208" y="23710"/>
                      <a:pt x="52732" y="23860"/>
                    </a:cubicBezTo>
                    <a:cubicBezTo>
                      <a:pt x="52702" y="23871"/>
                      <a:pt x="52674" y="23876"/>
                      <a:pt x="52648" y="23876"/>
                    </a:cubicBezTo>
                    <a:cubicBezTo>
                      <a:pt x="52439" y="23876"/>
                      <a:pt x="52384" y="23549"/>
                      <a:pt x="52607" y="23459"/>
                    </a:cubicBezTo>
                    <a:cubicBezTo>
                      <a:pt x="53108" y="23309"/>
                      <a:pt x="53610" y="23133"/>
                      <a:pt x="54111" y="22983"/>
                    </a:cubicBezTo>
                    <a:cubicBezTo>
                      <a:pt x="54138" y="22972"/>
                      <a:pt x="54164" y="22967"/>
                      <a:pt x="54187" y="22967"/>
                    </a:cubicBezTo>
                    <a:close/>
                    <a:moveTo>
                      <a:pt x="36042" y="23644"/>
                    </a:moveTo>
                    <a:cubicBezTo>
                      <a:pt x="36234" y="23644"/>
                      <a:pt x="36291" y="23971"/>
                      <a:pt x="36091" y="24061"/>
                    </a:cubicBezTo>
                    <a:cubicBezTo>
                      <a:pt x="35715" y="24186"/>
                      <a:pt x="35364" y="24336"/>
                      <a:pt x="35013" y="24462"/>
                    </a:cubicBezTo>
                    <a:cubicBezTo>
                      <a:pt x="34983" y="24473"/>
                      <a:pt x="34955" y="24478"/>
                      <a:pt x="34929" y="24478"/>
                    </a:cubicBezTo>
                    <a:cubicBezTo>
                      <a:pt x="34719" y="24478"/>
                      <a:pt x="34664" y="24150"/>
                      <a:pt x="34888" y="24061"/>
                    </a:cubicBezTo>
                    <a:cubicBezTo>
                      <a:pt x="35238" y="23935"/>
                      <a:pt x="35614" y="23785"/>
                      <a:pt x="35965" y="23660"/>
                    </a:cubicBezTo>
                    <a:cubicBezTo>
                      <a:pt x="35993" y="23649"/>
                      <a:pt x="36018" y="23644"/>
                      <a:pt x="36042" y="23644"/>
                    </a:cubicBezTo>
                    <a:close/>
                    <a:moveTo>
                      <a:pt x="90668" y="11885"/>
                    </a:moveTo>
                    <a:cubicBezTo>
                      <a:pt x="90794" y="11885"/>
                      <a:pt x="90913" y="11981"/>
                      <a:pt x="90853" y="12131"/>
                    </a:cubicBezTo>
                    <a:cubicBezTo>
                      <a:pt x="90627" y="12707"/>
                      <a:pt x="90402" y="13259"/>
                      <a:pt x="90176" y="13835"/>
                    </a:cubicBezTo>
                    <a:cubicBezTo>
                      <a:pt x="90702" y="13923"/>
                      <a:pt x="91229" y="13967"/>
                      <a:pt x="91758" y="13967"/>
                    </a:cubicBezTo>
                    <a:cubicBezTo>
                      <a:pt x="92288" y="13967"/>
                      <a:pt x="92820" y="13923"/>
                      <a:pt x="93359" y="13835"/>
                    </a:cubicBezTo>
                    <a:cubicBezTo>
                      <a:pt x="93372" y="13833"/>
                      <a:pt x="93385" y="13832"/>
                      <a:pt x="93398" y="13832"/>
                    </a:cubicBezTo>
                    <a:cubicBezTo>
                      <a:pt x="93534" y="13832"/>
                      <a:pt x="93656" y="13948"/>
                      <a:pt x="93610" y="14086"/>
                    </a:cubicBezTo>
                    <a:cubicBezTo>
                      <a:pt x="93359" y="14963"/>
                      <a:pt x="93033" y="15815"/>
                      <a:pt x="92682" y="16642"/>
                    </a:cubicBezTo>
                    <a:cubicBezTo>
                      <a:pt x="93735" y="16517"/>
                      <a:pt x="94662" y="16216"/>
                      <a:pt x="95590" y="15690"/>
                    </a:cubicBezTo>
                    <a:cubicBezTo>
                      <a:pt x="95620" y="15675"/>
                      <a:pt x="95654" y="15668"/>
                      <a:pt x="95688" y="15668"/>
                    </a:cubicBezTo>
                    <a:cubicBezTo>
                      <a:pt x="95820" y="15668"/>
                      <a:pt x="95955" y="15776"/>
                      <a:pt x="95915" y="15915"/>
                    </a:cubicBezTo>
                    <a:cubicBezTo>
                      <a:pt x="95715" y="16492"/>
                      <a:pt x="95540" y="17043"/>
                      <a:pt x="95339" y="17595"/>
                    </a:cubicBezTo>
                    <a:cubicBezTo>
                      <a:pt x="95264" y="17820"/>
                      <a:pt x="95113" y="18096"/>
                      <a:pt x="95088" y="18346"/>
                    </a:cubicBezTo>
                    <a:cubicBezTo>
                      <a:pt x="94988" y="18472"/>
                      <a:pt x="95013" y="18622"/>
                      <a:pt x="95088" y="18773"/>
                    </a:cubicBezTo>
                    <a:cubicBezTo>
                      <a:pt x="95071" y="18963"/>
                      <a:pt x="95114" y="19046"/>
                      <a:pt x="95199" y="19046"/>
                    </a:cubicBezTo>
                    <a:cubicBezTo>
                      <a:pt x="95238" y="19046"/>
                      <a:pt x="95285" y="19029"/>
                      <a:pt x="95339" y="18998"/>
                    </a:cubicBezTo>
                    <a:cubicBezTo>
                      <a:pt x="95371" y="19004"/>
                      <a:pt x="95406" y="19007"/>
                      <a:pt x="95444" y="19007"/>
                    </a:cubicBezTo>
                    <a:cubicBezTo>
                      <a:pt x="95878" y="19007"/>
                      <a:pt x="96649" y="18637"/>
                      <a:pt x="97018" y="18522"/>
                    </a:cubicBezTo>
                    <a:cubicBezTo>
                      <a:pt x="97520" y="18397"/>
                      <a:pt x="97996" y="18271"/>
                      <a:pt x="98497" y="18121"/>
                    </a:cubicBezTo>
                    <a:cubicBezTo>
                      <a:pt x="98510" y="18119"/>
                      <a:pt x="98523" y="18118"/>
                      <a:pt x="98536" y="18118"/>
                    </a:cubicBezTo>
                    <a:cubicBezTo>
                      <a:pt x="98676" y="18118"/>
                      <a:pt x="98816" y="18236"/>
                      <a:pt x="98748" y="18397"/>
                    </a:cubicBezTo>
                    <a:lnTo>
                      <a:pt x="97545" y="21479"/>
                    </a:lnTo>
                    <a:cubicBezTo>
                      <a:pt x="98497" y="21279"/>
                      <a:pt x="99424" y="21003"/>
                      <a:pt x="100301" y="20577"/>
                    </a:cubicBezTo>
                    <a:cubicBezTo>
                      <a:pt x="100339" y="20558"/>
                      <a:pt x="100375" y="20550"/>
                      <a:pt x="100409" y="20550"/>
                    </a:cubicBezTo>
                    <a:cubicBezTo>
                      <a:pt x="100558" y="20550"/>
                      <a:pt x="100659" y="20710"/>
                      <a:pt x="100577" y="20853"/>
                    </a:cubicBezTo>
                    <a:cubicBezTo>
                      <a:pt x="100076" y="22081"/>
                      <a:pt x="99499" y="23284"/>
                      <a:pt x="98848" y="24462"/>
                    </a:cubicBezTo>
                    <a:cubicBezTo>
                      <a:pt x="98809" y="24531"/>
                      <a:pt x="98750" y="24560"/>
                      <a:pt x="98690" y="24560"/>
                    </a:cubicBezTo>
                    <a:cubicBezTo>
                      <a:pt x="98552" y="24560"/>
                      <a:pt x="98410" y="24410"/>
                      <a:pt x="98497" y="24236"/>
                    </a:cubicBezTo>
                    <a:cubicBezTo>
                      <a:pt x="99048" y="23234"/>
                      <a:pt x="99525" y="22206"/>
                      <a:pt x="100001" y="21153"/>
                    </a:cubicBezTo>
                    <a:lnTo>
                      <a:pt x="100001" y="21153"/>
                    </a:lnTo>
                    <a:cubicBezTo>
                      <a:pt x="99124" y="21529"/>
                      <a:pt x="98221" y="21805"/>
                      <a:pt x="97269" y="21955"/>
                    </a:cubicBezTo>
                    <a:cubicBezTo>
                      <a:pt x="97258" y="21958"/>
                      <a:pt x="97247" y="21959"/>
                      <a:pt x="97235" y="21959"/>
                    </a:cubicBezTo>
                    <a:cubicBezTo>
                      <a:pt x="97111" y="21959"/>
                      <a:pt x="96950" y="21842"/>
                      <a:pt x="97018" y="21705"/>
                    </a:cubicBezTo>
                    <a:cubicBezTo>
                      <a:pt x="97419" y="20677"/>
                      <a:pt x="97820" y="19650"/>
                      <a:pt x="98221" y="18647"/>
                    </a:cubicBezTo>
                    <a:lnTo>
                      <a:pt x="98221" y="18647"/>
                    </a:lnTo>
                    <a:cubicBezTo>
                      <a:pt x="97419" y="18848"/>
                      <a:pt x="96617" y="19073"/>
                      <a:pt x="95840" y="19299"/>
                    </a:cubicBezTo>
                    <a:cubicBezTo>
                      <a:pt x="95622" y="19353"/>
                      <a:pt x="95272" y="19500"/>
                      <a:pt x="94972" y="19500"/>
                    </a:cubicBezTo>
                    <a:cubicBezTo>
                      <a:pt x="94858" y="19500"/>
                      <a:pt x="94752" y="19479"/>
                      <a:pt x="94662" y="19424"/>
                    </a:cubicBezTo>
                    <a:cubicBezTo>
                      <a:pt x="94311" y="19148"/>
                      <a:pt x="94512" y="18773"/>
                      <a:pt x="94612" y="18422"/>
                    </a:cubicBezTo>
                    <a:cubicBezTo>
                      <a:pt x="94863" y="17695"/>
                      <a:pt x="95088" y="16993"/>
                      <a:pt x="95339" y="16291"/>
                    </a:cubicBezTo>
                    <a:lnTo>
                      <a:pt x="95339" y="16291"/>
                    </a:lnTo>
                    <a:cubicBezTo>
                      <a:pt x="94387" y="16767"/>
                      <a:pt x="93409" y="17018"/>
                      <a:pt x="92357" y="17093"/>
                    </a:cubicBezTo>
                    <a:cubicBezTo>
                      <a:pt x="92346" y="17095"/>
                      <a:pt x="92337" y="17095"/>
                      <a:pt x="92327" y="17095"/>
                    </a:cubicBezTo>
                    <a:cubicBezTo>
                      <a:pt x="92173" y="17095"/>
                      <a:pt x="92110" y="16909"/>
                      <a:pt x="92181" y="16767"/>
                    </a:cubicBezTo>
                    <a:cubicBezTo>
                      <a:pt x="92532" y="15965"/>
                      <a:pt x="92858" y="15138"/>
                      <a:pt x="93108" y="14286"/>
                    </a:cubicBezTo>
                    <a:lnTo>
                      <a:pt x="93108" y="14286"/>
                    </a:lnTo>
                    <a:cubicBezTo>
                      <a:pt x="92622" y="14342"/>
                      <a:pt x="92140" y="14373"/>
                      <a:pt x="91658" y="14373"/>
                    </a:cubicBezTo>
                    <a:cubicBezTo>
                      <a:pt x="91049" y="14373"/>
                      <a:pt x="90441" y="14323"/>
                      <a:pt x="89825" y="14211"/>
                    </a:cubicBezTo>
                    <a:cubicBezTo>
                      <a:pt x="89725" y="14186"/>
                      <a:pt x="89625" y="14061"/>
                      <a:pt x="89675" y="13960"/>
                    </a:cubicBezTo>
                    <a:lnTo>
                      <a:pt x="90452" y="12031"/>
                    </a:lnTo>
                    <a:cubicBezTo>
                      <a:pt x="90492" y="11929"/>
                      <a:pt x="90582" y="11885"/>
                      <a:pt x="90668" y="11885"/>
                    </a:cubicBezTo>
                    <a:close/>
                    <a:moveTo>
                      <a:pt x="14180" y="15925"/>
                    </a:moveTo>
                    <a:cubicBezTo>
                      <a:pt x="14313" y="15925"/>
                      <a:pt x="14446" y="16072"/>
                      <a:pt x="14361" y="16241"/>
                    </a:cubicBezTo>
                    <a:cubicBezTo>
                      <a:pt x="14085" y="16818"/>
                      <a:pt x="13810" y="17394"/>
                      <a:pt x="13534" y="17945"/>
                    </a:cubicBezTo>
                    <a:cubicBezTo>
                      <a:pt x="13776" y="17972"/>
                      <a:pt x="14013" y="17985"/>
                      <a:pt x="14249" y="17985"/>
                    </a:cubicBezTo>
                    <a:cubicBezTo>
                      <a:pt x="15111" y="17985"/>
                      <a:pt x="15935" y="17809"/>
                      <a:pt x="16742" y="17494"/>
                    </a:cubicBezTo>
                    <a:cubicBezTo>
                      <a:pt x="16769" y="17483"/>
                      <a:pt x="16794" y="17478"/>
                      <a:pt x="16818" y="17478"/>
                    </a:cubicBezTo>
                    <a:cubicBezTo>
                      <a:pt x="16952" y="17478"/>
                      <a:pt x="17039" y="17639"/>
                      <a:pt x="17018" y="17745"/>
                    </a:cubicBezTo>
                    <a:cubicBezTo>
                      <a:pt x="16767" y="18697"/>
                      <a:pt x="16366" y="19549"/>
                      <a:pt x="15915" y="20427"/>
                    </a:cubicBezTo>
                    <a:cubicBezTo>
                      <a:pt x="16792" y="20251"/>
                      <a:pt x="17669" y="20101"/>
                      <a:pt x="18547" y="19950"/>
                    </a:cubicBezTo>
                    <a:cubicBezTo>
                      <a:pt x="18732" y="19920"/>
                      <a:pt x="19022" y="19822"/>
                      <a:pt x="19281" y="19822"/>
                    </a:cubicBezTo>
                    <a:cubicBezTo>
                      <a:pt x="19443" y="19822"/>
                      <a:pt x="19594" y="19860"/>
                      <a:pt x="19700" y="19976"/>
                    </a:cubicBezTo>
                    <a:cubicBezTo>
                      <a:pt x="19825" y="20151"/>
                      <a:pt x="19750" y="20301"/>
                      <a:pt x="19700" y="20502"/>
                    </a:cubicBezTo>
                    <a:cubicBezTo>
                      <a:pt x="19524" y="21179"/>
                      <a:pt x="19123" y="21905"/>
                      <a:pt x="18772" y="22557"/>
                    </a:cubicBezTo>
                    <a:cubicBezTo>
                      <a:pt x="20050" y="22156"/>
                      <a:pt x="21329" y="21855"/>
                      <a:pt x="22657" y="21680"/>
                    </a:cubicBezTo>
                    <a:cubicBezTo>
                      <a:pt x="22666" y="21678"/>
                      <a:pt x="22675" y="21678"/>
                      <a:pt x="22683" y="21678"/>
                    </a:cubicBezTo>
                    <a:cubicBezTo>
                      <a:pt x="22840" y="21678"/>
                      <a:pt x="22905" y="21887"/>
                      <a:pt x="22857" y="22006"/>
                    </a:cubicBezTo>
                    <a:cubicBezTo>
                      <a:pt x="22406" y="22833"/>
                      <a:pt x="21955" y="23685"/>
                      <a:pt x="21504" y="24537"/>
                    </a:cubicBezTo>
                    <a:cubicBezTo>
                      <a:pt x="21466" y="24606"/>
                      <a:pt x="21406" y="24635"/>
                      <a:pt x="21346" y="24635"/>
                    </a:cubicBezTo>
                    <a:cubicBezTo>
                      <a:pt x="21209" y="24635"/>
                      <a:pt x="21066" y="24485"/>
                      <a:pt x="21153" y="24311"/>
                    </a:cubicBezTo>
                    <a:cubicBezTo>
                      <a:pt x="21529" y="23610"/>
                      <a:pt x="21905" y="22883"/>
                      <a:pt x="22281" y="22156"/>
                    </a:cubicBezTo>
                    <a:lnTo>
                      <a:pt x="22281" y="22156"/>
                    </a:lnTo>
                    <a:cubicBezTo>
                      <a:pt x="20978" y="22356"/>
                      <a:pt x="19674" y="22682"/>
                      <a:pt x="18421" y="23108"/>
                    </a:cubicBezTo>
                    <a:cubicBezTo>
                      <a:pt x="18397" y="23119"/>
                      <a:pt x="18374" y="23123"/>
                      <a:pt x="18353" y="23123"/>
                    </a:cubicBezTo>
                    <a:cubicBezTo>
                      <a:pt x="18215" y="23123"/>
                      <a:pt x="18131" y="22937"/>
                      <a:pt x="18196" y="22808"/>
                    </a:cubicBezTo>
                    <a:cubicBezTo>
                      <a:pt x="18421" y="22331"/>
                      <a:pt x="18622" y="21855"/>
                      <a:pt x="18847" y="21379"/>
                    </a:cubicBezTo>
                    <a:cubicBezTo>
                      <a:pt x="19098" y="20853"/>
                      <a:pt x="19399" y="20452"/>
                      <a:pt x="18647" y="20351"/>
                    </a:cubicBezTo>
                    <a:cubicBezTo>
                      <a:pt x="18607" y="20347"/>
                      <a:pt x="18566" y="20344"/>
                      <a:pt x="18523" y="20344"/>
                    </a:cubicBezTo>
                    <a:cubicBezTo>
                      <a:pt x="18129" y="20344"/>
                      <a:pt x="17605" y="20534"/>
                      <a:pt x="17243" y="20602"/>
                    </a:cubicBezTo>
                    <a:cubicBezTo>
                      <a:pt x="16692" y="20702"/>
                      <a:pt x="16141" y="20803"/>
                      <a:pt x="15614" y="20903"/>
                    </a:cubicBezTo>
                    <a:cubicBezTo>
                      <a:pt x="15603" y="20904"/>
                      <a:pt x="15592" y="20905"/>
                      <a:pt x="15581" y="20905"/>
                    </a:cubicBezTo>
                    <a:cubicBezTo>
                      <a:pt x="15420" y="20905"/>
                      <a:pt x="15293" y="20741"/>
                      <a:pt x="15364" y="20577"/>
                    </a:cubicBezTo>
                    <a:cubicBezTo>
                      <a:pt x="15790" y="19750"/>
                      <a:pt x="16191" y="18923"/>
                      <a:pt x="16492" y="18021"/>
                    </a:cubicBezTo>
                    <a:lnTo>
                      <a:pt x="16492" y="18021"/>
                    </a:lnTo>
                    <a:cubicBezTo>
                      <a:pt x="15755" y="18278"/>
                      <a:pt x="15007" y="18394"/>
                      <a:pt x="14247" y="18394"/>
                    </a:cubicBezTo>
                    <a:cubicBezTo>
                      <a:pt x="13895" y="18394"/>
                      <a:pt x="13540" y="18369"/>
                      <a:pt x="13183" y="18321"/>
                    </a:cubicBezTo>
                    <a:cubicBezTo>
                      <a:pt x="13033" y="18321"/>
                      <a:pt x="13008" y="18121"/>
                      <a:pt x="13058" y="18021"/>
                    </a:cubicBezTo>
                    <a:cubicBezTo>
                      <a:pt x="13359" y="17369"/>
                      <a:pt x="13684" y="16692"/>
                      <a:pt x="14010" y="16041"/>
                    </a:cubicBezTo>
                    <a:cubicBezTo>
                      <a:pt x="14051" y="15959"/>
                      <a:pt x="14115" y="15925"/>
                      <a:pt x="14180" y="15925"/>
                    </a:cubicBezTo>
                    <a:close/>
                    <a:moveTo>
                      <a:pt x="49735" y="23951"/>
                    </a:moveTo>
                    <a:cubicBezTo>
                      <a:pt x="49940" y="23951"/>
                      <a:pt x="50004" y="24293"/>
                      <a:pt x="49775" y="24362"/>
                    </a:cubicBezTo>
                    <a:cubicBezTo>
                      <a:pt x="49399" y="24462"/>
                      <a:pt x="49023" y="24562"/>
                      <a:pt x="48647" y="24662"/>
                    </a:cubicBezTo>
                    <a:cubicBezTo>
                      <a:pt x="48624" y="24669"/>
                      <a:pt x="48601" y="24672"/>
                      <a:pt x="48581" y="24672"/>
                    </a:cubicBezTo>
                    <a:cubicBezTo>
                      <a:pt x="48357" y="24672"/>
                      <a:pt x="48292" y="24330"/>
                      <a:pt x="48522" y="24261"/>
                    </a:cubicBezTo>
                    <a:cubicBezTo>
                      <a:pt x="48898" y="24161"/>
                      <a:pt x="49299" y="24061"/>
                      <a:pt x="49675" y="23961"/>
                    </a:cubicBezTo>
                    <a:cubicBezTo>
                      <a:pt x="49696" y="23954"/>
                      <a:pt x="49716" y="23951"/>
                      <a:pt x="49735" y="23951"/>
                    </a:cubicBezTo>
                    <a:close/>
                    <a:moveTo>
                      <a:pt x="78465" y="23703"/>
                    </a:moveTo>
                    <a:cubicBezTo>
                      <a:pt x="78620" y="23703"/>
                      <a:pt x="78779" y="23850"/>
                      <a:pt x="78672" y="24011"/>
                    </a:cubicBezTo>
                    <a:cubicBezTo>
                      <a:pt x="78447" y="24311"/>
                      <a:pt x="78321" y="24637"/>
                      <a:pt x="78271" y="25013"/>
                    </a:cubicBezTo>
                    <a:cubicBezTo>
                      <a:pt x="78258" y="25141"/>
                      <a:pt x="78141" y="25211"/>
                      <a:pt x="78032" y="25211"/>
                    </a:cubicBezTo>
                    <a:cubicBezTo>
                      <a:pt x="77928" y="25211"/>
                      <a:pt x="77833" y="25148"/>
                      <a:pt x="77845" y="25013"/>
                    </a:cubicBezTo>
                    <a:cubicBezTo>
                      <a:pt x="77895" y="24562"/>
                      <a:pt x="78046" y="24161"/>
                      <a:pt x="78296" y="23785"/>
                    </a:cubicBezTo>
                    <a:cubicBezTo>
                      <a:pt x="78340" y="23727"/>
                      <a:pt x="78402" y="23703"/>
                      <a:pt x="78465" y="23703"/>
                    </a:cubicBezTo>
                    <a:close/>
                    <a:moveTo>
                      <a:pt x="32484" y="24386"/>
                    </a:moveTo>
                    <a:cubicBezTo>
                      <a:pt x="32686" y="24386"/>
                      <a:pt x="32822" y="24676"/>
                      <a:pt x="32607" y="24763"/>
                    </a:cubicBezTo>
                    <a:cubicBezTo>
                      <a:pt x="32181" y="24938"/>
                      <a:pt x="31780" y="25113"/>
                      <a:pt x="31354" y="25289"/>
                    </a:cubicBezTo>
                    <a:cubicBezTo>
                      <a:pt x="31319" y="25306"/>
                      <a:pt x="31284" y="25314"/>
                      <a:pt x="31252" y="25314"/>
                    </a:cubicBezTo>
                    <a:cubicBezTo>
                      <a:pt x="31055" y="25314"/>
                      <a:pt x="30934" y="25024"/>
                      <a:pt x="31128" y="24938"/>
                    </a:cubicBezTo>
                    <a:cubicBezTo>
                      <a:pt x="31554" y="24763"/>
                      <a:pt x="31980" y="24587"/>
                      <a:pt x="32381" y="24412"/>
                    </a:cubicBezTo>
                    <a:cubicBezTo>
                      <a:pt x="32416" y="24394"/>
                      <a:pt x="32451" y="24386"/>
                      <a:pt x="32484" y="24386"/>
                    </a:cubicBezTo>
                    <a:close/>
                    <a:moveTo>
                      <a:pt x="45656" y="24728"/>
                    </a:moveTo>
                    <a:cubicBezTo>
                      <a:pt x="45880" y="24728"/>
                      <a:pt x="45944" y="25070"/>
                      <a:pt x="45715" y="25138"/>
                    </a:cubicBezTo>
                    <a:cubicBezTo>
                      <a:pt x="45339" y="25264"/>
                      <a:pt x="44963" y="25389"/>
                      <a:pt x="44587" y="25489"/>
                    </a:cubicBezTo>
                    <a:cubicBezTo>
                      <a:pt x="44557" y="25500"/>
                      <a:pt x="44529" y="25505"/>
                      <a:pt x="44503" y="25505"/>
                    </a:cubicBezTo>
                    <a:cubicBezTo>
                      <a:pt x="44293" y="25505"/>
                      <a:pt x="44238" y="25178"/>
                      <a:pt x="44462" y="25088"/>
                    </a:cubicBezTo>
                    <a:cubicBezTo>
                      <a:pt x="44838" y="24988"/>
                      <a:pt x="45213" y="24863"/>
                      <a:pt x="45589" y="24737"/>
                    </a:cubicBezTo>
                    <a:cubicBezTo>
                      <a:pt x="45613" y="24731"/>
                      <a:pt x="45635" y="24728"/>
                      <a:pt x="45656" y="24728"/>
                    </a:cubicBezTo>
                    <a:close/>
                    <a:moveTo>
                      <a:pt x="79303" y="24116"/>
                    </a:moveTo>
                    <a:cubicBezTo>
                      <a:pt x="79424" y="24116"/>
                      <a:pt x="79554" y="24212"/>
                      <a:pt x="79524" y="24362"/>
                    </a:cubicBezTo>
                    <a:cubicBezTo>
                      <a:pt x="79349" y="24988"/>
                      <a:pt x="79048" y="25539"/>
                      <a:pt x="78622" y="25991"/>
                    </a:cubicBezTo>
                    <a:cubicBezTo>
                      <a:pt x="78581" y="26037"/>
                      <a:pt x="78534" y="26057"/>
                      <a:pt x="78487" y="26057"/>
                    </a:cubicBezTo>
                    <a:cubicBezTo>
                      <a:pt x="78333" y="26057"/>
                      <a:pt x="78187" y="25844"/>
                      <a:pt x="78321" y="25690"/>
                    </a:cubicBezTo>
                    <a:cubicBezTo>
                      <a:pt x="78722" y="25289"/>
                      <a:pt x="78973" y="24813"/>
                      <a:pt x="79123" y="24261"/>
                    </a:cubicBezTo>
                    <a:cubicBezTo>
                      <a:pt x="79144" y="24160"/>
                      <a:pt x="79221" y="24116"/>
                      <a:pt x="79303" y="24116"/>
                    </a:cubicBezTo>
                    <a:close/>
                    <a:moveTo>
                      <a:pt x="41964" y="25448"/>
                    </a:moveTo>
                    <a:cubicBezTo>
                      <a:pt x="42174" y="25448"/>
                      <a:pt x="42229" y="25776"/>
                      <a:pt x="42005" y="25865"/>
                    </a:cubicBezTo>
                    <a:cubicBezTo>
                      <a:pt x="41604" y="25991"/>
                      <a:pt x="41203" y="26141"/>
                      <a:pt x="40802" y="26266"/>
                    </a:cubicBezTo>
                    <a:cubicBezTo>
                      <a:pt x="40775" y="26277"/>
                      <a:pt x="40749" y="26282"/>
                      <a:pt x="40726" y="26282"/>
                    </a:cubicBezTo>
                    <a:cubicBezTo>
                      <a:pt x="40534" y="26282"/>
                      <a:pt x="40479" y="25955"/>
                      <a:pt x="40702" y="25865"/>
                    </a:cubicBezTo>
                    <a:cubicBezTo>
                      <a:pt x="41103" y="25740"/>
                      <a:pt x="41504" y="25590"/>
                      <a:pt x="41880" y="25464"/>
                    </a:cubicBezTo>
                    <a:cubicBezTo>
                      <a:pt x="41910" y="25453"/>
                      <a:pt x="41938" y="25448"/>
                      <a:pt x="41964" y="25448"/>
                    </a:cubicBezTo>
                    <a:close/>
                    <a:moveTo>
                      <a:pt x="28262" y="25756"/>
                    </a:moveTo>
                    <a:cubicBezTo>
                      <a:pt x="28486" y="25756"/>
                      <a:pt x="28550" y="26097"/>
                      <a:pt x="28321" y="26166"/>
                    </a:cubicBezTo>
                    <a:cubicBezTo>
                      <a:pt x="27895" y="26266"/>
                      <a:pt x="27469" y="26367"/>
                      <a:pt x="27043" y="26467"/>
                    </a:cubicBezTo>
                    <a:cubicBezTo>
                      <a:pt x="27028" y="26470"/>
                      <a:pt x="27014" y="26471"/>
                      <a:pt x="27000" y="26471"/>
                    </a:cubicBezTo>
                    <a:cubicBezTo>
                      <a:pt x="26782" y="26471"/>
                      <a:pt x="26707" y="26113"/>
                      <a:pt x="26943" y="26066"/>
                    </a:cubicBezTo>
                    <a:cubicBezTo>
                      <a:pt x="27369" y="25966"/>
                      <a:pt x="27770" y="25865"/>
                      <a:pt x="28196" y="25765"/>
                    </a:cubicBezTo>
                    <a:cubicBezTo>
                      <a:pt x="28219" y="25759"/>
                      <a:pt x="28241" y="25756"/>
                      <a:pt x="28262" y="25756"/>
                    </a:cubicBezTo>
                    <a:close/>
                    <a:moveTo>
                      <a:pt x="38072" y="26200"/>
                    </a:moveTo>
                    <a:cubicBezTo>
                      <a:pt x="38264" y="26200"/>
                      <a:pt x="38322" y="26528"/>
                      <a:pt x="38121" y="26617"/>
                    </a:cubicBezTo>
                    <a:lnTo>
                      <a:pt x="36742" y="27169"/>
                    </a:lnTo>
                    <a:cubicBezTo>
                      <a:pt x="36721" y="27175"/>
                      <a:pt x="36701" y="27178"/>
                      <a:pt x="36681" y="27178"/>
                    </a:cubicBezTo>
                    <a:cubicBezTo>
                      <a:pt x="36473" y="27178"/>
                      <a:pt x="36388" y="26834"/>
                      <a:pt x="36617" y="26742"/>
                    </a:cubicBezTo>
                    <a:cubicBezTo>
                      <a:pt x="37093" y="26567"/>
                      <a:pt x="37544" y="26392"/>
                      <a:pt x="37995" y="26216"/>
                    </a:cubicBezTo>
                    <a:cubicBezTo>
                      <a:pt x="38023" y="26205"/>
                      <a:pt x="38049" y="26200"/>
                      <a:pt x="38072" y="26200"/>
                    </a:cubicBezTo>
                    <a:close/>
                    <a:moveTo>
                      <a:pt x="24389" y="26526"/>
                    </a:moveTo>
                    <a:cubicBezTo>
                      <a:pt x="24584" y="26526"/>
                      <a:pt x="24657" y="26854"/>
                      <a:pt x="24411" y="26943"/>
                    </a:cubicBezTo>
                    <a:cubicBezTo>
                      <a:pt x="24060" y="27043"/>
                      <a:pt x="23710" y="27169"/>
                      <a:pt x="23334" y="27294"/>
                    </a:cubicBezTo>
                    <a:cubicBezTo>
                      <a:pt x="23312" y="27300"/>
                      <a:pt x="23292" y="27303"/>
                      <a:pt x="23273" y="27303"/>
                    </a:cubicBezTo>
                    <a:cubicBezTo>
                      <a:pt x="23069" y="27303"/>
                      <a:pt x="23004" y="26962"/>
                      <a:pt x="23233" y="26893"/>
                    </a:cubicBezTo>
                    <a:lnTo>
                      <a:pt x="24311" y="26542"/>
                    </a:lnTo>
                    <a:cubicBezTo>
                      <a:pt x="24339" y="26531"/>
                      <a:pt x="24365" y="26526"/>
                      <a:pt x="24389" y="26526"/>
                    </a:cubicBezTo>
                    <a:close/>
                    <a:moveTo>
                      <a:pt x="32919" y="27460"/>
                    </a:moveTo>
                    <a:cubicBezTo>
                      <a:pt x="33127" y="27460"/>
                      <a:pt x="33210" y="27802"/>
                      <a:pt x="32958" y="27870"/>
                    </a:cubicBezTo>
                    <a:cubicBezTo>
                      <a:pt x="32607" y="27971"/>
                      <a:pt x="32256" y="28071"/>
                      <a:pt x="31905" y="28171"/>
                    </a:cubicBezTo>
                    <a:cubicBezTo>
                      <a:pt x="31882" y="28177"/>
                      <a:pt x="31860" y="28180"/>
                      <a:pt x="31839" y="28180"/>
                    </a:cubicBezTo>
                    <a:cubicBezTo>
                      <a:pt x="31615" y="28180"/>
                      <a:pt x="31550" y="27839"/>
                      <a:pt x="31780" y="27770"/>
                    </a:cubicBezTo>
                    <a:cubicBezTo>
                      <a:pt x="32131" y="27670"/>
                      <a:pt x="32507" y="27570"/>
                      <a:pt x="32858" y="27469"/>
                    </a:cubicBezTo>
                    <a:cubicBezTo>
                      <a:pt x="32879" y="27463"/>
                      <a:pt x="32899" y="27460"/>
                      <a:pt x="32919" y="27460"/>
                    </a:cubicBezTo>
                    <a:close/>
                    <a:moveTo>
                      <a:pt x="29318" y="28493"/>
                    </a:moveTo>
                    <a:cubicBezTo>
                      <a:pt x="29559" y="28493"/>
                      <a:pt x="29634" y="28874"/>
                      <a:pt x="29374" y="28898"/>
                    </a:cubicBezTo>
                    <a:cubicBezTo>
                      <a:pt x="29048" y="28973"/>
                      <a:pt x="28697" y="29023"/>
                      <a:pt x="28371" y="29098"/>
                    </a:cubicBezTo>
                    <a:cubicBezTo>
                      <a:pt x="28363" y="29099"/>
                      <a:pt x="28355" y="29100"/>
                      <a:pt x="28347" y="29100"/>
                    </a:cubicBezTo>
                    <a:cubicBezTo>
                      <a:pt x="28090" y="29100"/>
                      <a:pt x="28003" y="28722"/>
                      <a:pt x="28246" y="28697"/>
                    </a:cubicBezTo>
                    <a:lnTo>
                      <a:pt x="29274" y="28497"/>
                    </a:lnTo>
                    <a:cubicBezTo>
                      <a:pt x="29289" y="28494"/>
                      <a:pt x="29304" y="28493"/>
                      <a:pt x="29318" y="28493"/>
                    </a:cubicBezTo>
                    <a:close/>
                    <a:moveTo>
                      <a:pt x="81830" y="0"/>
                    </a:moveTo>
                    <a:cubicBezTo>
                      <a:pt x="75164" y="1254"/>
                      <a:pt x="68497" y="2507"/>
                      <a:pt x="61830" y="3785"/>
                    </a:cubicBezTo>
                    <a:cubicBezTo>
                      <a:pt x="41228" y="7670"/>
                      <a:pt x="20602" y="11579"/>
                      <a:pt x="0" y="15489"/>
                    </a:cubicBezTo>
                    <a:cubicBezTo>
                      <a:pt x="5464" y="19900"/>
                      <a:pt x="11404" y="23735"/>
                      <a:pt x="17745" y="26768"/>
                    </a:cubicBezTo>
                    <a:cubicBezTo>
                      <a:pt x="19048" y="27394"/>
                      <a:pt x="20351" y="27996"/>
                      <a:pt x="21680" y="28547"/>
                    </a:cubicBezTo>
                    <a:cubicBezTo>
                      <a:pt x="24161" y="27996"/>
                      <a:pt x="26642" y="27419"/>
                      <a:pt x="29123" y="26868"/>
                    </a:cubicBezTo>
                    <a:cubicBezTo>
                      <a:pt x="45138" y="23284"/>
                      <a:pt x="61153" y="19675"/>
                      <a:pt x="77169" y="16066"/>
                    </a:cubicBezTo>
                    <a:cubicBezTo>
                      <a:pt x="77185" y="16063"/>
                      <a:pt x="77200" y="16061"/>
                      <a:pt x="77215" y="16061"/>
                    </a:cubicBezTo>
                    <a:cubicBezTo>
                      <a:pt x="77455" y="16061"/>
                      <a:pt x="77530" y="16420"/>
                      <a:pt x="77294" y="16467"/>
                    </a:cubicBezTo>
                    <a:cubicBezTo>
                      <a:pt x="72757" y="17494"/>
                      <a:pt x="68221" y="18522"/>
                      <a:pt x="63710" y="19524"/>
                    </a:cubicBezTo>
                    <a:cubicBezTo>
                      <a:pt x="49925" y="22632"/>
                      <a:pt x="36141" y="25715"/>
                      <a:pt x="22356" y="28823"/>
                    </a:cubicBezTo>
                    <a:cubicBezTo>
                      <a:pt x="25238" y="30001"/>
                      <a:pt x="28171" y="31028"/>
                      <a:pt x="31153" y="31880"/>
                    </a:cubicBezTo>
                    <a:cubicBezTo>
                      <a:pt x="36467" y="33384"/>
                      <a:pt x="41905" y="34362"/>
                      <a:pt x="47369" y="34838"/>
                    </a:cubicBezTo>
                    <a:cubicBezTo>
                      <a:pt x="47294" y="34763"/>
                      <a:pt x="47269" y="34637"/>
                      <a:pt x="47369" y="34537"/>
                    </a:cubicBezTo>
                    <a:cubicBezTo>
                      <a:pt x="48121" y="33735"/>
                      <a:pt x="48672" y="32833"/>
                      <a:pt x="49073" y="31805"/>
                    </a:cubicBezTo>
                    <a:lnTo>
                      <a:pt x="49073" y="31805"/>
                    </a:lnTo>
                    <a:cubicBezTo>
                      <a:pt x="47820" y="32031"/>
                      <a:pt x="46592" y="32331"/>
                      <a:pt x="45389" y="32707"/>
                    </a:cubicBezTo>
                    <a:cubicBezTo>
                      <a:pt x="45369" y="32712"/>
                      <a:pt x="45350" y="32714"/>
                      <a:pt x="45332" y="32714"/>
                    </a:cubicBezTo>
                    <a:cubicBezTo>
                      <a:pt x="45147" y="32714"/>
                      <a:pt x="45074" y="32494"/>
                      <a:pt x="45188" y="32357"/>
                    </a:cubicBezTo>
                    <a:cubicBezTo>
                      <a:pt x="45790" y="31580"/>
                      <a:pt x="46341" y="30778"/>
                      <a:pt x="46893" y="29976"/>
                    </a:cubicBezTo>
                    <a:cubicBezTo>
                      <a:pt x="46872" y="29975"/>
                      <a:pt x="46852" y="29975"/>
                      <a:pt x="46832" y="29975"/>
                    </a:cubicBezTo>
                    <a:cubicBezTo>
                      <a:pt x="45665" y="29975"/>
                      <a:pt x="44588" y="30591"/>
                      <a:pt x="43424" y="30591"/>
                    </a:cubicBezTo>
                    <a:cubicBezTo>
                      <a:pt x="43262" y="30591"/>
                      <a:pt x="43098" y="30579"/>
                      <a:pt x="42933" y="30552"/>
                    </a:cubicBezTo>
                    <a:cubicBezTo>
                      <a:pt x="42807" y="30527"/>
                      <a:pt x="42757" y="30352"/>
                      <a:pt x="42807" y="30251"/>
                    </a:cubicBezTo>
                    <a:cubicBezTo>
                      <a:pt x="43484" y="29149"/>
                      <a:pt x="44261" y="28171"/>
                      <a:pt x="45163" y="27269"/>
                    </a:cubicBezTo>
                    <a:cubicBezTo>
                      <a:pt x="45210" y="27222"/>
                      <a:pt x="45261" y="27202"/>
                      <a:pt x="45310" y="27202"/>
                    </a:cubicBezTo>
                    <a:cubicBezTo>
                      <a:pt x="45468" y="27202"/>
                      <a:pt x="45598" y="27410"/>
                      <a:pt x="45464" y="27544"/>
                    </a:cubicBezTo>
                    <a:cubicBezTo>
                      <a:pt x="44662" y="28346"/>
                      <a:pt x="43960" y="29224"/>
                      <a:pt x="43359" y="30176"/>
                    </a:cubicBezTo>
                    <a:cubicBezTo>
                      <a:pt x="43415" y="30179"/>
                      <a:pt x="43471" y="30181"/>
                      <a:pt x="43527" y="30181"/>
                    </a:cubicBezTo>
                    <a:cubicBezTo>
                      <a:pt x="44668" y="30181"/>
                      <a:pt x="45741" y="29551"/>
                      <a:pt x="46891" y="29551"/>
                    </a:cubicBezTo>
                    <a:cubicBezTo>
                      <a:pt x="47016" y="29551"/>
                      <a:pt x="47142" y="29558"/>
                      <a:pt x="47269" y="29575"/>
                    </a:cubicBezTo>
                    <a:cubicBezTo>
                      <a:pt x="47419" y="29600"/>
                      <a:pt x="47544" y="29750"/>
                      <a:pt x="47444" y="29875"/>
                    </a:cubicBezTo>
                    <a:cubicBezTo>
                      <a:pt x="46943" y="30652"/>
                      <a:pt x="46416" y="31404"/>
                      <a:pt x="45865" y="32131"/>
                    </a:cubicBezTo>
                    <a:cubicBezTo>
                      <a:pt x="47018" y="31805"/>
                      <a:pt x="48171" y="31529"/>
                      <a:pt x="49349" y="31329"/>
                    </a:cubicBezTo>
                    <a:cubicBezTo>
                      <a:pt x="49362" y="31327"/>
                      <a:pt x="49375" y="31326"/>
                      <a:pt x="49388" y="31326"/>
                    </a:cubicBezTo>
                    <a:cubicBezTo>
                      <a:pt x="49528" y="31326"/>
                      <a:pt x="49670" y="31442"/>
                      <a:pt x="49625" y="31580"/>
                    </a:cubicBezTo>
                    <a:cubicBezTo>
                      <a:pt x="49249" y="32657"/>
                      <a:pt x="48697" y="33610"/>
                      <a:pt x="47970" y="34462"/>
                    </a:cubicBezTo>
                    <a:cubicBezTo>
                      <a:pt x="49023" y="34362"/>
                      <a:pt x="50076" y="33835"/>
                      <a:pt x="51053" y="33509"/>
                    </a:cubicBezTo>
                    <a:cubicBezTo>
                      <a:pt x="51388" y="33398"/>
                      <a:pt x="52028" y="33023"/>
                      <a:pt x="52520" y="33023"/>
                    </a:cubicBezTo>
                    <a:cubicBezTo>
                      <a:pt x="52690" y="33023"/>
                      <a:pt x="52842" y="33068"/>
                      <a:pt x="52958" y="33184"/>
                    </a:cubicBezTo>
                    <a:cubicBezTo>
                      <a:pt x="53359" y="33560"/>
                      <a:pt x="53108" y="34362"/>
                      <a:pt x="52707" y="35113"/>
                    </a:cubicBezTo>
                    <a:cubicBezTo>
                      <a:pt x="53475" y="35137"/>
                      <a:pt x="54241" y="35148"/>
                      <a:pt x="55006" y="35148"/>
                    </a:cubicBezTo>
                    <a:cubicBezTo>
                      <a:pt x="56712" y="35148"/>
                      <a:pt x="58413" y="35092"/>
                      <a:pt x="60126" y="34988"/>
                    </a:cubicBezTo>
                    <a:cubicBezTo>
                      <a:pt x="61479" y="34913"/>
                      <a:pt x="62833" y="34813"/>
                      <a:pt x="64186" y="34662"/>
                    </a:cubicBezTo>
                    <a:lnTo>
                      <a:pt x="65138" y="32758"/>
                    </a:lnTo>
                    <a:lnTo>
                      <a:pt x="65138" y="32758"/>
                    </a:lnTo>
                    <a:cubicBezTo>
                      <a:pt x="64061" y="33058"/>
                      <a:pt x="63008" y="33334"/>
                      <a:pt x="61930" y="33560"/>
                    </a:cubicBezTo>
                    <a:cubicBezTo>
                      <a:pt x="61907" y="33565"/>
                      <a:pt x="61884" y="33568"/>
                      <a:pt x="61863" y="33568"/>
                    </a:cubicBezTo>
                    <a:cubicBezTo>
                      <a:pt x="61703" y="33568"/>
                      <a:pt x="61613" y="33414"/>
                      <a:pt x="61680" y="33259"/>
                    </a:cubicBezTo>
                    <a:cubicBezTo>
                      <a:pt x="62131" y="32357"/>
                      <a:pt x="62557" y="31454"/>
                      <a:pt x="62958" y="30552"/>
                    </a:cubicBezTo>
                    <a:lnTo>
                      <a:pt x="62958" y="30552"/>
                    </a:lnTo>
                    <a:cubicBezTo>
                      <a:pt x="61655" y="30878"/>
                      <a:pt x="60326" y="31128"/>
                      <a:pt x="58973" y="31354"/>
                    </a:cubicBezTo>
                    <a:cubicBezTo>
                      <a:pt x="58963" y="31356"/>
                      <a:pt x="58953" y="31356"/>
                      <a:pt x="58944" y="31356"/>
                    </a:cubicBezTo>
                    <a:cubicBezTo>
                      <a:pt x="58801" y="31356"/>
                      <a:pt x="58654" y="31192"/>
                      <a:pt x="58747" y="31028"/>
                    </a:cubicBezTo>
                    <a:cubicBezTo>
                      <a:pt x="59249" y="30251"/>
                      <a:pt x="59700" y="29449"/>
                      <a:pt x="60101" y="28597"/>
                    </a:cubicBezTo>
                    <a:lnTo>
                      <a:pt x="60101" y="28597"/>
                    </a:lnTo>
                    <a:cubicBezTo>
                      <a:pt x="59123" y="28848"/>
                      <a:pt x="58121" y="29023"/>
                      <a:pt x="57093" y="29073"/>
                    </a:cubicBezTo>
                    <a:cubicBezTo>
                      <a:pt x="56943" y="29073"/>
                      <a:pt x="56818" y="28873"/>
                      <a:pt x="56893" y="28748"/>
                    </a:cubicBezTo>
                    <a:cubicBezTo>
                      <a:pt x="57444" y="28046"/>
                      <a:pt x="58021" y="27344"/>
                      <a:pt x="58597" y="26692"/>
                    </a:cubicBezTo>
                    <a:lnTo>
                      <a:pt x="58597" y="26692"/>
                    </a:lnTo>
                    <a:cubicBezTo>
                      <a:pt x="57568" y="26818"/>
                      <a:pt x="56522" y="26874"/>
                      <a:pt x="55487" y="26874"/>
                    </a:cubicBezTo>
                    <a:cubicBezTo>
                      <a:pt x="55287" y="26874"/>
                      <a:pt x="55087" y="26872"/>
                      <a:pt x="54888" y="26868"/>
                    </a:cubicBezTo>
                    <a:cubicBezTo>
                      <a:pt x="54737" y="26868"/>
                      <a:pt x="54612" y="26692"/>
                      <a:pt x="54687" y="26542"/>
                    </a:cubicBezTo>
                    <a:lnTo>
                      <a:pt x="56241" y="24362"/>
                    </a:lnTo>
                    <a:cubicBezTo>
                      <a:pt x="56285" y="24304"/>
                      <a:pt x="56347" y="24279"/>
                      <a:pt x="56409" y="24279"/>
                    </a:cubicBezTo>
                    <a:cubicBezTo>
                      <a:pt x="56563" y="24279"/>
                      <a:pt x="56717" y="24427"/>
                      <a:pt x="56592" y="24587"/>
                    </a:cubicBezTo>
                    <a:lnTo>
                      <a:pt x="55289" y="26442"/>
                    </a:lnTo>
                    <a:cubicBezTo>
                      <a:pt x="55445" y="26445"/>
                      <a:pt x="55602" y="26446"/>
                      <a:pt x="55759" y="26446"/>
                    </a:cubicBezTo>
                    <a:cubicBezTo>
                      <a:pt x="56855" y="26446"/>
                      <a:pt x="57952" y="26370"/>
                      <a:pt x="59048" y="26216"/>
                    </a:cubicBezTo>
                    <a:cubicBezTo>
                      <a:pt x="59067" y="26211"/>
                      <a:pt x="59086" y="26209"/>
                      <a:pt x="59104" y="26209"/>
                    </a:cubicBezTo>
                    <a:cubicBezTo>
                      <a:pt x="59275" y="26209"/>
                      <a:pt x="59385" y="26409"/>
                      <a:pt x="59249" y="26567"/>
                    </a:cubicBezTo>
                    <a:cubicBezTo>
                      <a:pt x="58647" y="27219"/>
                      <a:pt x="58096" y="27920"/>
                      <a:pt x="57544" y="28622"/>
                    </a:cubicBezTo>
                    <a:cubicBezTo>
                      <a:pt x="58522" y="28522"/>
                      <a:pt x="59474" y="28372"/>
                      <a:pt x="60452" y="28096"/>
                    </a:cubicBezTo>
                    <a:cubicBezTo>
                      <a:pt x="60476" y="28086"/>
                      <a:pt x="60499" y="28081"/>
                      <a:pt x="60520" y="28081"/>
                    </a:cubicBezTo>
                    <a:cubicBezTo>
                      <a:pt x="60658" y="28081"/>
                      <a:pt x="60742" y="28267"/>
                      <a:pt x="60677" y="28397"/>
                    </a:cubicBezTo>
                    <a:cubicBezTo>
                      <a:pt x="60276" y="29249"/>
                      <a:pt x="59850" y="30051"/>
                      <a:pt x="59349" y="30853"/>
                    </a:cubicBezTo>
                    <a:cubicBezTo>
                      <a:pt x="60677" y="30627"/>
                      <a:pt x="61980" y="30377"/>
                      <a:pt x="63284" y="30076"/>
                    </a:cubicBezTo>
                    <a:cubicBezTo>
                      <a:pt x="63304" y="30070"/>
                      <a:pt x="63324" y="30067"/>
                      <a:pt x="63344" y="30067"/>
                    </a:cubicBezTo>
                    <a:cubicBezTo>
                      <a:pt x="63486" y="30067"/>
                      <a:pt x="63576" y="30222"/>
                      <a:pt x="63509" y="30377"/>
                    </a:cubicBezTo>
                    <a:cubicBezTo>
                      <a:pt x="63108" y="31279"/>
                      <a:pt x="62682" y="32156"/>
                      <a:pt x="62231" y="33058"/>
                    </a:cubicBezTo>
                    <a:cubicBezTo>
                      <a:pt x="63334" y="32808"/>
                      <a:pt x="64387" y="32532"/>
                      <a:pt x="65464" y="32231"/>
                    </a:cubicBezTo>
                    <a:cubicBezTo>
                      <a:pt x="65483" y="32226"/>
                      <a:pt x="65501" y="32223"/>
                      <a:pt x="65519" y="32223"/>
                    </a:cubicBezTo>
                    <a:cubicBezTo>
                      <a:pt x="65664" y="32223"/>
                      <a:pt x="65757" y="32398"/>
                      <a:pt x="65690" y="32532"/>
                    </a:cubicBezTo>
                    <a:lnTo>
                      <a:pt x="64662" y="34612"/>
                    </a:lnTo>
                    <a:cubicBezTo>
                      <a:pt x="67895" y="34286"/>
                      <a:pt x="71128" y="33760"/>
                      <a:pt x="74311" y="33083"/>
                    </a:cubicBezTo>
                    <a:cubicBezTo>
                      <a:pt x="75013" y="31830"/>
                      <a:pt x="75615" y="30527"/>
                      <a:pt x="76116" y="29174"/>
                    </a:cubicBezTo>
                    <a:lnTo>
                      <a:pt x="76116" y="29174"/>
                    </a:lnTo>
                    <a:cubicBezTo>
                      <a:pt x="74888" y="29700"/>
                      <a:pt x="73585" y="30001"/>
                      <a:pt x="72231" y="30101"/>
                    </a:cubicBezTo>
                    <a:cubicBezTo>
                      <a:pt x="72222" y="30102"/>
                      <a:pt x="72213" y="30103"/>
                      <a:pt x="72204" y="30103"/>
                    </a:cubicBezTo>
                    <a:cubicBezTo>
                      <a:pt x="72026" y="30103"/>
                      <a:pt x="71985" y="29869"/>
                      <a:pt x="72081" y="29750"/>
                    </a:cubicBezTo>
                    <a:cubicBezTo>
                      <a:pt x="72757" y="28998"/>
                      <a:pt x="73284" y="28196"/>
                      <a:pt x="73685" y="27294"/>
                    </a:cubicBezTo>
                    <a:lnTo>
                      <a:pt x="73685" y="27294"/>
                    </a:lnTo>
                    <a:cubicBezTo>
                      <a:pt x="72755" y="27490"/>
                      <a:pt x="71826" y="27598"/>
                      <a:pt x="70888" y="27598"/>
                    </a:cubicBezTo>
                    <a:cubicBezTo>
                      <a:pt x="70510" y="27598"/>
                      <a:pt x="70131" y="27580"/>
                      <a:pt x="69750" y="27544"/>
                    </a:cubicBezTo>
                    <a:cubicBezTo>
                      <a:pt x="69625" y="27544"/>
                      <a:pt x="69474" y="27369"/>
                      <a:pt x="69575" y="27244"/>
                    </a:cubicBezTo>
                    <a:cubicBezTo>
                      <a:pt x="70176" y="26392"/>
                      <a:pt x="70652" y="25514"/>
                      <a:pt x="70978" y="24562"/>
                    </a:cubicBezTo>
                    <a:cubicBezTo>
                      <a:pt x="69625" y="24537"/>
                      <a:pt x="68246" y="24512"/>
                      <a:pt x="66868" y="24487"/>
                    </a:cubicBezTo>
                    <a:cubicBezTo>
                      <a:pt x="66742" y="24487"/>
                      <a:pt x="66592" y="24311"/>
                      <a:pt x="66692" y="24161"/>
                    </a:cubicBezTo>
                    <a:lnTo>
                      <a:pt x="68998" y="21153"/>
                    </a:lnTo>
                    <a:cubicBezTo>
                      <a:pt x="69043" y="21087"/>
                      <a:pt x="69105" y="21059"/>
                      <a:pt x="69166" y="21059"/>
                    </a:cubicBezTo>
                    <a:cubicBezTo>
                      <a:pt x="69312" y="21059"/>
                      <a:pt x="69455" y="21213"/>
                      <a:pt x="69349" y="21354"/>
                    </a:cubicBezTo>
                    <a:cubicBezTo>
                      <a:pt x="68672" y="22256"/>
                      <a:pt x="67970" y="23159"/>
                      <a:pt x="67294" y="24061"/>
                    </a:cubicBezTo>
                    <a:cubicBezTo>
                      <a:pt x="68622" y="24086"/>
                      <a:pt x="69950" y="24111"/>
                      <a:pt x="71279" y="24136"/>
                    </a:cubicBezTo>
                    <a:cubicBezTo>
                      <a:pt x="71429" y="24136"/>
                      <a:pt x="71529" y="24286"/>
                      <a:pt x="71479" y="24412"/>
                    </a:cubicBezTo>
                    <a:cubicBezTo>
                      <a:pt x="71153" y="25389"/>
                      <a:pt x="70727" y="26291"/>
                      <a:pt x="70126" y="27143"/>
                    </a:cubicBezTo>
                    <a:cubicBezTo>
                      <a:pt x="70401" y="27159"/>
                      <a:pt x="70675" y="27167"/>
                      <a:pt x="70948" y="27167"/>
                    </a:cubicBezTo>
                    <a:cubicBezTo>
                      <a:pt x="71969" y="27167"/>
                      <a:pt x="72977" y="27055"/>
                      <a:pt x="73986" y="26818"/>
                    </a:cubicBezTo>
                    <a:cubicBezTo>
                      <a:pt x="73996" y="26816"/>
                      <a:pt x="74008" y="26814"/>
                      <a:pt x="74019" y="26814"/>
                    </a:cubicBezTo>
                    <a:cubicBezTo>
                      <a:pt x="74140" y="26814"/>
                      <a:pt x="74282" y="26931"/>
                      <a:pt x="74236" y="27068"/>
                    </a:cubicBezTo>
                    <a:cubicBezTo>
                      <a:pt x="73860" y="28021"/>
                      <a:pt x="73359" y="28873"/>
                      <a:pt x="72707" y="29650"/>
                    </a:cubicBezTo>
                    <a:cubicBezTo>
                      <a:pt x="74011" y="29499"/>
                      <a:pt x="75214" y="29149"/>
                      <a:pt x="76392" y="28597"/>
                    </a:cubicBezTo>
                    <a:cubicBezTo>
                      <a:pt x="76422" y="28582"/>
                      <a:pt x="76456" y="28575"/>
                      <a:pt x="76489" y="28575"/>
                    </a:cubicBezTo>
                    <a:cubicBezTo>
                      <a:pt x="76621" y="28575"/>
                      <a:pt x="76752" y="28683"/>
                      <a:pt x="76692" y="28823"/>
                    </a:cubicBezTo>
                    <a:cubicBezTo>
                      <a:pt x="76191" y="30251"/>
                      <a:pt x="75590" y="31655"/>
                      <a:pt x="74863" y="32983"/>
                    </a:cubicBezTo>
                    <a:cubicBezTo>
                      <a:pt x="79549" y="31956"/>
                      <a:pt x="84186" y="30602"/>
                      <a:pt x="88672" y="28923"/>
                    </a:cubicBezTo>
                    <a:cubicBezTo>
                      <a:pt x="88923" y="28848"/>
                      <a:pt x="89149" y="28748"/>
                      <a:pt x="89399" y="28647"/>
                    </a:cubicBezTo>
                    <a:cubicBezTo>
                      <a:pt x="89675" y="28071"/>
                      <a:pt x="89900" y="27469"/>
                      <a:pt x="90051" y="26818"/>
                    </a:cubicBezTo>
                    <a:lnTo>
                      <a:pt x="90051" y="26818"/>
                    </a:lnTo>
                    <a:cubicBezTo>
                      <a:pt x="89249" y="27068"/>
                      <a:pt x="88422" y="27419"/>
                      <a:pt x="87645" y="27519"/>
                    </a:cubicBezTo>
                    <a:cubicBezTo>
                      <a:pt x="87530" y="27534"/>
                      <a:pt x="87415" y="27565"/>
                      <a:pt x="87304" y="27565"/>
                    </a:cubicBezTo>
                    <a:cubicBezTo>
                      <a:pt x="87222" y="27565"/>
                      <a:pt x="87143" y="27548"/>
                      <a:pt x="87068" y="27494"/>
                    </a:cubicBezTo>
                    <a:cubicBezTo>
                      <a:pt x="86793" y="27294"/>
                      <a:pt x="86893" y="27043"/>
                      <a:pt x="86918" y="26768"/>
                    </a:cubicBezTo>
                    <a:cubicBezTo>
                      <a:pt x="86993" y="26016"/>
                      <a:pt x="87118" y="25264"/>
                      <a:pt x="87219" y="24537"/>
                    </a:cubicBezTo>
                    <a:lnTo>
                      <a:pt x="87219" y="24537"/>
                    </a:lnTo>
                    <a:cubicBezTo>
                      <a:pt x="86041" y="25038"/>
                      <a:pt x="84788" y="25364"/>
                      <a:pt x="83509" y="25539"/>
                    </a:cubicBezTo>
                    <a:cubicBezTo>
                      <a:pt x="83500" y="25541"/>
                      <a:pt x="83491" y="25541"/>
                      <a:pt x="83483" y="25541"/>
                    </a:cubicBezTo>
                    <a:cubicBezTo>
                      <a:pt x="83324" y="25541"/>
                      <a:pt x="83239" y="25332"/>
                      <a:pt x="83334" y="25214"/>
                    </a:cubicBezTo>
                    <a:cubicBezTo>
                      <a:pt x="83910" y="24336"/>
                      <a:pt x="84336" y="23384"/>
                      <a:pt x="84687" y="22382"/>
                    </a:cubicBezTo>
                    <a:lnTo>
                      <a:pt x="84687" y="22382"/>
                    </a:lnTo>
                    <a:cubicBezTo>
                      <a:pt x="83710" y="22632"/>
                      <a:pt x="82732" y="22783"/>
                      <a:pt x="81705" y="22808"/>
                    </a:cubicBezTo>
                    <a:cubicBezTo>
                      <a:pt x="81529" y="22808"/>
                      <a:pt x="81454" y="22632"/>
                      <a:pt x="81529" y="22507"/>
                    </a:cubicBezTo>
                    <a:cubicBezTo>
                      <a:pt x="81880" y="21780"/>
                      <a:pt x="82231" y="21078"/>
                      <a:pt x="82582" y="20351"/>
                    </a:cubicBezTo>
                    <a:lnTo>
                      <a:pt x="82582" y="20351"/>
                    </a:lnTo>
                    <a:cubicBezTo>
                      <a:pt x="81555" y="20377"/>
                      <a:pt x="80527" y="20377"/>
                      <a:pt x="79474" y="20377"/>
                    </a:cubicBezTo>
                    <a:cubicBezTo>
                      <a:pt x="79349" y="20377"/>
                      <a:pt x="79249" y="20251"/>
                      <a:pt x="79274" y="20126"/>
                    </a:cubicBezTo>
                    <a:cubicBezTo>
                      <a:pt x="79549" y="19224"/>
                      <a:pt x="79925" y="18372"/>
                      <a:pt x="80402" y="17544"/>
                    </a:cubicBezTo>
                    <a:cubicBezTo>
                      <a:pt x="80438" y="17478"/>
                      <a:pt x="80497" y="17451"/>
                      <a:pt x="80557" y="17451"/>
                    </a:cubicBezTo>
                    <a:cubicBezTo>
                      <a:pt x="80702" y="17451"/>
                      <a:pt x="80859" y="17611"/>
                      <a:pt x="80753" y="17770"/>
                    </a:cubicBezTo>
                    <a:cubicBezTo>
                      <a:pt x="80352" y="18472"/>
                      <a:pt x="80026" y="19199"/>
                      <a:pt x="79775" y="19950"/>
                    </a:cubicBezTo>
                    <a:lnTo>
                      <a:pt x="82933" y="19950"/>
                    </a:lnTo>
                    <a:cubicBezTo>
                      <a:pt x="83083" y="19950"/>
                      <a:pt x="83184" y="20126"/>
                      <a:pt x="83108" y="20251"/>
                    </a:cubicBezTo>
                    <a:cubicBezTo>
                      <a:pt x="82758" y="20953"/>
                      <a:pt x="82407" y="21680"/>
                      <a:pt x="82056" y="22382"/>
                    </a:cubicBezTo>
                    <a:cubicBezTo>
                      <a:pt x="83033" y="22306"/>
                      <a:pt x="83986" y="22156"/>
                      <a:pt x="84938" y="21880"/>
                    </a:cubicBezTo>
                    <a:cubicBezTo>
                      <a:pt x="84958" y="21874"/>
                      <a:pt x="84978" y="21870"/>
                      <a:pt x="84998" y="21870"/>
                    </a:cubicBezTo>
                    <a:cubicBezTo>
                      <a:pt x="85126" y="21870"/>
                      <a:pt x="85235" y="22001"/>
                      <a:pt x="85214" y="22131"/>
                    </a:cubicBezTo>
                    <a:cubicBezTo>
                      <a:pt x="84888" y="23184"/>
                      <a:pt x="84462" y="24136"/>
                      <a:pt x="83910" y="25038"/>
                    </a:cubicBezTo>
                    <a:cubicBezTo>
                      <a:pt x="85113" y="24863"/>
                      <a:pt x="86266" y="24512"/>
                      <a:pt x="87394" y="24011"/>
                    </a:cubicBezTo>
                    <a:cubicBezTo>
                      <a:pt x="87429" y="23996"/>
                      <a:pt x="87463" y="23989"/>
                      <a:pt x="87495" y="23989"/>
                    </a:cubicBezTo>
                    <a:cubicBezTo>
                      <a:pt x="87623" y="23989"/>
                      <a:pt x="87715" y="24101"/>
                      <a:pt x="87695" y="24261"/>
                    </a:cubicBezTo>
                    <a:cubicBezTo>
                      <a:pt x="87620" y="24737"/>
                      <a:pt x="87018" y="26768"/>
                      <a:pt x="87519" y="27118"/>
                    </a:cubicBezTo>
                    <a:cubicBezTo>
                      <a:pt x="87534" y="27130"/>
                      <a:pt x="87558" y="27135"/>
                      <a:pt x="87590" y="27135"/>
                    </a:cubicBezTo>
                    <a:cubicBezTo>
                      <a:pt x="87829" y="27135"/>
                      <a:pt x="88498" y="26834"/>
                      <a:pt x="88697" y="26768"/>
                    </a:cubicBezTo>
                    <a:cubicBezTo>
                      <a:pt x="89224" y="26617"/>
                      <a:pt x="89750" y="26467"/>
                      <a:pt x="90251" y="26316"/>
                    </a:cubicBezTo>
                    <a:cubicBezTo>
                      <a:pt x="90275" y="26310"/>
                      <a:pt x="90297" y="26307"/>
                      <a:pt x="90319" y="26307"/>
                    </a:cubicBezTo>
                    <a:cubicBezTo>
                      <a:pt x="90458" y="26307"/>
                      <a:pt x="90549" y="26437"/>
                      <a:pt x="90527" y="26567"/>
                    </a:cubicBezTo>
                    <a:cubicBezTo>
                      <a:pt x="90402" y="27219"/>
                      <a:pt x="90201" y="27845"/>
                      <a:pt x="89976" y="28447"/>
                    </a:cubicBezTo>
                    <a:cubicBezTo>
                      <a:pt x="98622" y="25088"/>
                      <a:pt x="106818" y="20552"/>
                      <a:pt x="114261" y="14988"/>
                    </a:cubicBezTo>
                    <a:cubicBezTo>
                      <a:pt x="113785" y="14762"/>
                      <a:pt x="113309" y="14562"/>
                      <a:pt x="112808" y="14336"/>
                    </a:cubicBezTo>
                    <a:cubicBezTo>
                      <a:pt x="106442" y="11379"/>
                      <a:pt x="100076" y="8447"/>
                      <a:pt x="93710" y="5489"/>
                    </a:cubicBezTo>
                    <a:lnTo>
                      <a:pt x="8183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21"/>
              <p:cNvSpPr/>
              <p:nvPr/>
            </p:nvSpPr>
            <p:spPr>
              <a:xfrm>
                <a:off x="3590375" y="5180875"/>
                <a:ext cx="122200" cy="41000"/>
              </a:xfrm>
              <a:custGeom>
                <a:rect b="b" l="l" r="r" t="t"/>
                <a:pathLst>
                  <a:path extrusionOk="0" h="1640" w="4888">
                    <a:moveTo>
                      <a:pt x="4338" y="0"/>
                    </a:moveTo>
                    <a:cubicBezTo>
                      <a:pt x="4130" y="0"/>
                      <a:pt x="3491" y="318"/>
                      <a:pt x="3309" y="386"/>
                    </a:cubicBezTo>
                    <a:cubicBezTo>
                      <a:pt x="2256" y="737"/>
                      <a:pt x="1128" y="1314"/>
                      <a:pt x="0" y="1414"/>
                    </a:cubicBezTo>
                    <a:cubicBezTo>
                      <a:pt x="1379" y="1514"/>
                      <a:pt x="2757" y="1589"/>
                      <a:pt x="4161" y="1639"/>
                    </a:cubicBezTo>
                    <a:cubicBezTo>
                      <a:pt x="4186" y="1564"/>
                      <a:pt x="4236" y="1489"/>
                      <a:pt x="4261" y="1414"/>
                    </a:cubicBezTo>
                    <a:cubicBezTo>
                      <a:pt x="4386" y="1163"/>
                      <a:pt x="4888" y="286"/>
                      <a:pt x="4386" y="10"/>
                    </a:cubicBezTo>
                    <a:cubicBezTo>
                      <a:pt x="4375" y="4"/>
                      <a:pt x="4359" y="0"/>
                      <a:pt x="4338" y="0"/>
                    </a:cubicBezTo>
                    <a:close/>
                  </a:path>
                </a:pathLst>
              </a:custGeom>
              <a:solidFill>
                <a:srgbClr val="99E7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21"/>
              <p:cNvSpPr/>
              <p:nvPr/>
            </p:nvSpPr>
            <p:spPr>
              <a:xfrm>
                <a:off x="2379225" y="4333375"/>
                <a:ext cx="2876600" cy="397900"/>
              </a:xfrm>
              <a:custGeom>
                <a:rect b="b" l="l" r="r" t="t"/>
                <a:pathLst>
                  <a:path extrusionOk="0" h="15916" w="115064">
                    <a:moveTo>
                      <a:pt x="82231" y="0"/>
                    </a:moveTo>
                    <a:cubicBezTo>
                      <a:pt x="66667" y="2958"/>
                      <a:pt x="51103" y="5890"/>
                      <a:pt x="35539" y="8823"/>
                    </a:cubicBezTo>
                    <a:cubicBezTo>
                      <a:pt x="35389" y="8873"/>
                      <a:pt x="35238" y="8898"/>
                      <a:pt x="35063" y="8923"/>
                    </a:cubicBezTo>
                    <a:cubicBezTo>
                      <a:pt x="33384" y="9249"/>
                      <a:pt x="31679" y="9574"/>
                      <a:pt x="30000" y="9875"/>
                    </a:cubicBezTo>
                    <a:lnTo>
                      <a:pt x="29374" y="10000"/>
                    </a:lnTo>
                    <a:cubicBezTo>
                      <a:pt x="28973" y="10076"/>
                      <a:pt x="28547" y="10151"/>
                      <a:pt x="28146" y="10226"/>
                    </a:cubicBezTo>
                    <a:cubicBezTo>
                      <a:pt x="27945" y="10276"/>
                      <a:pt x="27745" y="10301"/>
                      <a:pt x="27569" y="10351"/>
                    </a:cubicBezTo>
                    <a:cubicBezTo>
                      <a:pt x="24161" y="10978"/>
                      <a:pt x="20752" y="11630"/>
                      <a:pt x="17344" y="12281"/>
                    </a:cubicBezTo>
                    <a:cubicBezTo>
                      <a:pt x="17068" y="12331"/>
                      <a:pt x="16792" y="12381"/>
                      <a:pt x="16491" y="12432"/>
                    </a:cubicBezTo>
                    <a:cubicBezTo>
                      <a:pt x="14637" y="12782"/>
                      <a:pt x="12782" y="13133"/>
                      <a:pt x="10927" y="13484"/>
                    </a:cubicBezTo>
                    <a:cubicBezTo>
                      <a:pt x="9499" y="13760"/>
                      <a:pt x="8070" y="14036"/>
                      <a:pt x="6642" y="14311"/>
                    </a:cubicBezTo>
                    <a:lnTo>
                      <a:pt x="6090" y="14412"/>
                    </a:lnTo>
                    <a:lnTo>
                      <a:pt x="1529" y="15264"/>
                    </a:lnTo>
                    <a:cubicBezTo>
                      <a:pt x="1404" y="15289"/>
                      <a:pt x="1253" y="15314"/>
                      <a:pt x="1103" y="15364"/>
                    </a:cubicBezTo>
                    <a:cubicBezTo>
                      <a:pt x="727" y="15414"/>
                      <a:pt x="351" y="15489"/>
                      <a:pt x="0" y="15564"/>
                    </a:cubicBezTo>
                    <a:cubicBezTo>
                      <a:pt x="125" y="15665"/>
                      <a:pt x="276" y="15790"/>
                      <a:pt x="426" y="15915"/>
                    </a:cubicBezTo>
                    <a:cubicBezTo>
                      <a:pt x="21028" y="12005"/>
                      <a:pt x="41654" y="8096"/>
                      <a:pt x="62256" y="4211"/>
                    </a:cubicBezTo>
                    <a:cubicBezTo>
                      <a:pt x="68923" y="2933"/>
                      <a:pt x="75590" y="1680"/>
                      <a:pt x="82256" y="426"/>
                    </a:cubicBezTo>
                    <a:lnTo>
                      <a:pt x="94136" y="5915"/>
                    </a:lnTo>
                    <a:cubicBezTo>
                      <a:pt x="100502" y="8873"/>
                      <a:pt x="106868" y="11805"/>
                      <a:pt x="113259" y="14762"/>
                    </a:cubicBezTo>
                    <a:cubicBezTo>
                      <a:pt x="113735" y="14988"/>
                      <a:pt x="114211" y="15188"/>
                      <a:pt x="114687" y="15414"/>
                    </a:cubicBezTo>
                    <a:cubicBezTo>
                      <a:pt x="114813" y="15314"/>
                      <a:pt x="114938" y="15214"/>
                      <a:pt x="115063" y="15138"/>
                    </a:cubicBezTo>
                    <a:cubicBezTo>
                      <a:pt x="114211" y="14737"/>
                      <a:pt x="113359" y="14361"/>
                      <a:pt x="112532" y="13960"/>
                    </a:cubicBezTo>
                    <a:lnTo>
                      <a:pt x="112131" y="13785"/>
                    </a:lnTo>
                    <a:cubicBezTo>
                      <a:pt x="110903" y="13209"/>
                      <a:pt x="109650" y="12632"/>
                      <a:pt x="108397" y="12056"/>
                    </a:cubicBezTo>
                    <a:cubicBezTo>
                      <a:pt x="108271" y="12005"/>
                      <a:pt x="108146" y="11930"/>
                      <a:pt x="108021" y="11880"/>
                    </a:cubicBezTo>
                    <a:cubicBezTo>
                      <a:pt x="107319" y="11554"/>
                      <a:pt x="106617" y="11229"/>
                      <a:pt x="105915" y="10903"/>
                    </a:cubicBezTo>
                    <a:cubicBezTo>
                      <a:pt x="99550" y="7970"/>
                      <a:pt x="93184" y="5013"/>
                      <a:pt x="86818" y="2056"/>
                    </a:cubicBezTo>
                    <a:cubicBezTo>
                      <a:pt x="85339" y="1379"/>
                      <a:pt x="83860" y="702"/>
                      <a:pt x="82382" y="25"/>
                    </a:cubicBezTo>
                    <a:cubicBezTo>
                      <a:pt x="82382" y="25"/>
                      <a:pt x="82356" y="0"/>
                      <a:pt x="8233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21"/>
              <p:cNvSpPr/>
              <p:nvPr/>
            </p:nvSpPr>
            <p:spPr>
              <a:xfrm>
                <a:off x="2931850" y="4745550"/>
                <a:ext cx="1396275" cy="319050"/>
              </a:xfrm>
              <a:custGeom>
                <a:rect b="b" l="l" r="r" t="t"/>
                <a:pathLst>
                  <a:path extrusionOk="0" h="12762" w="55851">
                    <a:moveTo>
                      <a:pt x="55536" y="0"/>
                    </a:moveTo>
                    <a:cubicBezTo>
                      <a:pt x="55521" y="0"/>
                      <a:pt x="55506" y="2"/>
                      <a:pt x="55490" y="5"/>
                    </a:cubicBezTo>
                    <a:cubicBezTo>
                      <a:pt x="39474" y="3614"/>
                      <a:pt x="23459" y="7223"/>
                      <a:pt x="7444" y="10807"/>
                    </a:cubicBezTo>
                    <a:cubicBezTo>
                      <a:pt x="4963" y="11358"/>
                      <a:pt x="2482" y="11935"/>
                      <a:pt x="1" y="12486"/>
                    </a:cubicBezTo>
                    <a:cubicBezTo>
                      <a:pt x="226" y="12586"/>
                      <a:pt x="452" y="12661"/>
                      <a:pt x="677" y="12762"/>
                    </a:cubicBezTo>
                    <a:cubicBezTo>
                      <a:pt x="14462" y="9654"/>
                      <a:pt x="28246" y="6571"/>
                      <a:pt x="42031" y="3463"/>
                    </a:cubicBezTo>
                    <a:cubicBezTo>
                      <a:pt x="46542" y="2461"/>
                      <a:pt x="51078" y="1433"/>
                      <a:pt x="55615" y="406"/>
                    </a:cubicBezTo>
                    <a:cubicBezTo>
                      <a:pt x="55851" y="359"/>
                      <a:pt x="55776" y="0"/>
                      <a:pt x="5553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21"/>
              <p:cNvSpPr/>
              <p:nvPr/>
            </p:nvSpPr>
            <p:spPr>
              <a:xfrm>
                <a:off x="2480050" y="4734900"/>
                <a:ext cx="46650" cy="17900"/>
              </a:xfrm>
              <a:custGeom>
                <a:rect b="b" l="l" r="r" t="t"/>
                <a:pathLst>
                  <a:path extrusionOk="0" h="716" w="1866">
                    <a:moveTo>
                      <a:pt x="1549" y="0"/>
                    </a:moveTo>
                    <a:cubicBezTo>
                      <a:pt x="1535" y="0"/>
                      <a:pt x="1521" y="2"/>
                      <a:pt x="1506" y="5"/>
                    </a:cubicBezTo>
                    <a:cubicBezTo>
                      <a:pt x="1080" y="105"/>
                      <a:pt x="679" y="205"/>
                      <a:pt x="253" y="305"/>
                    </a:cubicBezTo>
                    <a:cubicBezTo>
                      <a:pt x="1" y="374"/>
                      <a:pt x="84" y="716"/>
                      <a:pt x="292" y="716"/>
                    </a:cubicBezTo>
                    <a:cubicBezTo>
                      <a:pt x="311" y="716"/>
                      <a:pt x="332" y="713"/>
                      <a:pt x="353" y="706"/>
                    </a:cubicBezTo>
                    <a:lnTo>
                      <a:pt x="1606" y="406"/>
                    </a:lnTo>
                    <a:cubicBezTo>
                      <a:pt x="1866" y="358"/>
                      <a:pt x="1770" y="0"/>
                      <a:pt x="15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21"/>
              <p:cNvSpPr/>
              <p:nvPr/>
            </p:nvSpPr>
            <p:spPr>
              <a:xfrm>
                <a:off x="2562550" y="4717225"/>
                <a:ext cx="42975" cy="17900"/>
              </a:xfrm>
              <a:custGeom>
                <a:rect b="b" l="l" r="r" t="t"/>
                <a:pathLst>
                  <a:path extrusionOk="0" h="716" w="1719">
                    <a:moveTo>
                      <a:pt x="1450" y="1"/>
                    </a:moveTo>
                    <a:cubicBezTo>
                      <a:pt x="1431" y="1"/>
                      <a:pt x="1410" y="4"/>
                      <a:pt x="1389" y="10"/>
                    </a:cubicBezTo>
                    <a:cubicBezTo>
                      <a:pt x="988" y="110"/>
                      <a:pt x="612" y="210"/>
                      <a:pt x="236" y="311"/>
                    </a:cubicBezTo>
                    <a:cubicBezTo>
                      <a:pt x="0" y="358"/>
                      <a:pt x="75" y="716"/>
                      <a:pt x="315" y="716"/>
                    </a:cubicBezTo>
                    <a:cubicBezTo>
                      <a:pt x="330" y="716"/>
                      <a:pt x="345" y="715"/>
                      <a:pt x="361" y="712"/>
                    </a:cubicBezTo>
                    <a:cubicBezTo>
                      <a:pt x="737" y="611"/>
                      <a:pt x="1113" y="511"/>
                      <a:pt x="1489" y="411"/>
                    </a:cubicBezTo>
                    <a:cubicBezTo>
                      <a:pt x="1719" y="342"/>
                      <a:pt x="1654" y="1"/>
                      <a:pt x="14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21"/>
              <p:cNvSpPr/>
              <p:nvPr/>
            </p:nvSpPr>
            <p:spPr>
              <a:xfrm>
                <a:off x="2648400" y="4701700"/>
                <a:ext cx="51900" cy="15900"/>
              </a:xfrm>
              <a:custGeom>
                <a:rect b="b" l="l" r="r" t="t"/>
                <a:pathLst>
                  <a:path extrusionOk="0" h="636" w="2076">
                    <a:moveTo>
                      <a:pt x="1761" y="0"/>
                    </a:moveTo>
                    <a:cubicBezTo>
                      <a:pt x="1746" y="0"/>
                      <a:pt x="1731" y="1"/>
                      <a:pt x="1714" y="4"/>
                    </a:cubicBezTo>
                    <a:cubicBezTo>
                      <a:pt x="1288" y="54"/>
                      <a:pt x="887" y="130"/>
                      <a:pt x="461" y="205"/>
                    </a:cubicBezTo>
                    <a:lnTo>
                      <a:pt x="386" y="205"/>
                    </a:lnTo>
                    <a:cubicBezTo>
                      <a:pt x="336" y="205"/>
                      <a:pt x="286" y="230"/>
                      <a:pt x="236" y="230"/>
                    </a:cubicBezTo>
                    <a:cubicBezTo>
                      <a:pt x="1" y="300"/>
                      <a:pt x="74" y="635"/>
                      <a:pt x="312" y="635"/>
                    </a:cubicBezTo>
                    <a:cubicBezTo>
                      <a:pt x="327" y="635"/>
                      <a:pt x="344" y="634"/>
                      <a:pt x="361" y="631"/>
                    </a:cubicBezTo>
                    <a:cubicBezTo>
                      <a:pt x="837" y="556"/>
                      <a:pt x="1338" y="481"/>
                      <a:pt x="1840" y="405"/>
                    </a:cubicBezTo>
                    <a:cubicBezTo>
                      <a:pt x="2076" y="358"/>
                      <a:pt x="2001" y="0"/>
                      <a:pt x="176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21"/>
              <p:cNvSpPr/>
              <p:nvPr/>
            </p:nvSpPr>
            <p:spPr>
              <a:xfrm>
                <a:off x="2736275" y="4685725"/>
                <a:ext cx="36400" cy="18200"/>
              </a:xfrm>
              <a:custGeom>
                <a:rect b="b" l="l" r="r" t="t"/>
                <a:pathLst>
                  <a:path extrusionOk="0" h="728" w="1456">
                    <a:moveTo>
                      <a:pt x="1208" y="1"/>
                    </a:moveTo>
                    <a:cubicBezTo>
                      <a:pt x="1185" y="1"/>
                      <a:pt x="1159" y="6"/>
                      <a:pt x="1132" y="17"/>
                    </a:cubicBezTo>
                    <a:cubicBezTo>
                      <a:pt x="831" y="117"/>
                      <a:pt x="530" y="217"/>
                      <a:pt x="229" y="318"/>
                    </a:cubicBezTo>
                    <a:cubicBezTo>
                      <a:pt x="0" y="386"/>
                      <a:pt x="65" y="728"/>
                      <a:pt x="269" y="728"/>
                    </a:cubicBezTo>
                    <a:cubicBezTo>
                      <a:pt x="288" y="728"/>
                      <a:pt x="308" y="725"/>
                      <a:pt x="330" y="719"/>
                    </a:cubicBezTo>
                    <a:cubicBezTo>
                      <a:pt x="630" y="618"/>
                      <a:pt x="931" y="518"/>
                      <a:pt x="1232" y="418"/>
                    </a:cubicBezTo>
                    <a:cubicBezTo>
                      <a:pt x="1455" y="329"/>
                      <a:pt x="1400" y="1"/>
                      <a:pt x="120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21"/>
              <p:cNvSpPr/>
              <p:nvPr/>
            </p:nvSpPr>
            <p:spPr>
              <a:xfrm>
                <a:off x="2816525" y="4670850"/>
                <a:ext cx="38950" cy="16175"/>
              </a:xfrm>
              <a:custGeom>
                <a:rect b="b" l="l" r="r" t="t"/>
                <a:pathLst>
                  <a:path extrusionOk="0" h="647" w="1558">
                    <a:moveTo>
                      <a:pt x="1266" y="1"/>
                    </a:moveTo>
                    <a:cubicBezTo>
                      <a:pt x="1247" y="1"/>
                      <a:pt x="1226" y="4"/>
                      <a:pt x="1205" y="10"/>
                    </a:cubicBezTo>
                    <a:cubicBezTo>
                      <a:pt x="879" y="85"/>
                      <a:pt x="578" y="161"/>
                      <a:pt x="253" y="236"/>
                    </a:cubicBezTo>
                    <a:cubicBezTo>
                      <a:pt x="0" y="305"/>
                      <a:pt x="84" y="646"/>
                      <a:pt x="292" y="646"/>
                    </a:cubicBezTo>
                    <a:cubicBezTo>
                      <a:pt x="311" y="646"/>
                      <a:pt x="332" y="643"/>
                      <a:pt x="353" y="637"/>
                    </a:cubicBezTo>
                    <a:cubicBezTo>
                      <a:pt x="679" y="562"/>
                      <a:pt x="1004" y="486"/>
                      <a:pt x="1305" y="411"/>
                    </a:cubicBezTo>
                    <a:cubicBezTo>
                      <a:pt x="1557" y="342"/>
                      <a:pt x="1474" y="1"/>
                      <a:pt x="126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21"/>
              <p:cNvSpPr/>
              <p:nvPr/>
            </p:nvSpPr>
            <p:spPr>
              <a:xfrm>
                <a:off x="2897175" y="4649675"/>
                <a:ext cx="49375" cy="19675"/>
              </a:xfrm>
              <a:custGeom>
                <a:rect b="b" l="l" r="r" t="t"/>
                <a:pathLst>
                  <a:path extrusionOk="0" h="787" w="1975">
                    <a:moveTo>
                      <a:pt x="1681" y="1"/>
                    </a:moveTo>
                    <a:cubicBezTo>
                      <a:pt x="1667" y="1"/>
                      <a:pt x="1653" y="2"/>
                      <a:pt x="1638" y="5"/>
                    </a:cubicBezTo>
                    <a:cubicBezTo>
                      <a:pt x="1162" y="130"/>
                      <a:pt x="711" y="256"/>
                      <a:pt x="260" y="381"/>
                    </a:cubicBezTo>
                    <a:cubicBezTo>
                      <a:pt x="0" y="428"/>
                      <a:pt x="96" y="786"/>
                      <a:pt x="317" y="786"/>
                    </a:cubicBezTo>
                    <a:cubicBezTo>
                      <a:pt x="331" y="786"/>
                      <a:pt x="345" y="785"/>
                      <a:pt x="360" y="782"/>
                    </a:cubicBezTo>
                    <a:lnTo>
                      <a:pt x="1738" y="406"/>
                    </a:lnTo>
                    <a:cubicBezTo>
                      <a:pt x="1974" y="359"/>
                      <a:pt x="1899" y="1"/>
                      <a:pt x="168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21"/>
              <p:cNvSpPr/>
              <p:nvPr/>
            </p:nvSpPr>
            <p:spPr>
              <a:xfrm>
                <a:off x="2995050" y="4636400"/>
                <a:ext cx="35325" cy="16775"/>
              </a:xfrm>
              <a:custGeom>
                <a:rect b="b" l="l" r="r" t="t"/>
                <a:pathLst>
                  <a:path extrusionOk="0" h="671" w="1413">
                    <a:moveTo>
                      <a:pt x="1120" y="1"/>
                    </a:moveTo>
                    <a:cubicBezTo>
                      <a:pt x="1100" y="1"/>
                      <a:pt x="1079" y="4"/>
                      <a:pt x="1056" y="10"/>
                    </a:cubicBezTo>
                    <a:cubicBezTo>
                      <a:pt x="781" y="110"/>
                      <a:pt x="505" y="185"/>
                      <a:pt x="229" y="260"/>
                    </a:cubicBezTo>
                    <a:cubicBezTo>
                      <a:pt x="0" y="329"/>
                      <a:pt x="65" y="671"/>
                      <a:pt x="269" y="671"/>
                    </a:cubicBezTo>
                    <a:cubicBezTo>
                      <a:pt x="288" y="671"/>
                      <a:pt x="308" y="668"/>
                      <a:pt x="330" y="661"/>
                    </a:cubicBezTo>
                    <a:lnTo>
                      <a:pt x="1182" y="411"/>
                    </a:lnTo>
                    <a:cubicBezTo>
                      <a:pt x="1412" y="365"/>
                      <a:pt x="1346" y="1"/>
                      <a:pt x="11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21"/>
              <p:cNvSpPr/>
              <p:nvPr/>
            </p:nvSpPr>
            <p:spPr>
              <a:xfrm>
                <a:off x="3079500" y="4612600"/>
                <a:ext cx="46650" cy="17900"/>
              </a:xfrm>
              <a:custGeom>
                <a:rect b="b" l="l" r="r" t="t"/>
                <a:pathLst>
                  <a:path extrusionOk="0" h="716" w="1866">
                    <a:moveTo>
                      <a:pt x="1574" y="0"/>
                    </a:moveTo>
                    <a:cubicBezTo>
                      <a:pt x="1555" y="0"/>
                      <a:pt x="1534" y="3"/>
                      <a:pt x="1513" y="9"/>
                    </a:cubicBezTo>
                    <a:cubicBezTo>
                      <a:pt x="1087" y="110"/>
                      <a:pt x="661" y="210"/>
                      <a:pt x="260" y="310"/>
                    </a:cubicBezTo>
                    <a:cubicBezTo>
                      <a:pt x="0" y="357"/>
                      <a:pt x="96" y="716"/>
                      <a:pt x="317" y="716"/>
                    </a:cubicBezTo>
                    <a:cubicBezTo>
                      <a:pt x="331" y="716"/>
                      <a:pt x="346" y="714"/>
                      <a:pt x="360" y="711"/>
                    </a:cubicBezTo>
                    <a:cubicBezTo>
                      <a:pt x="786" y="611"/>
                      <a:pt x="1212" y="511"/>
                      <a:pt x="1613" y="410"/>
                    </a:cubicBezTo>
                    <a:cubicBezTo>
                      <a:pt x="1866" y="342"/>
                      <a:pt x="1782" y="0"/>
                      <a:pt x="157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21"/>
              <p:cNvSpPr/>
              <p:nvPr/>
            </p:nvSpPr>
            <p:spPr>
              <a:xfrm>
                <a:off x="3169675" y="4600675"/>
                <a:ext cx="43000" cy="17925"/>
              </a:xfrm>
              <a:custGeom>
                <a:rect b="b" l="l" r="r" t="t"/>
                <a:pathLst>
                  <a:path extrusionOk="0" h="717" w="1720">
                    <a:moveTo>
                      <a:pt x="1431" y="1"/>
                    </a:moveTo>
                    <a:cubicBezTo>
                      <a:pt x="1410" y="1"/>
                      <a:pt x="1388" y="4"/>
                      <a:pt x="1365" y="10"/>
                    </a:cubicBezTo>
                    <a:cubicBezTo>
                      <a:pt x="989" y="110"/>
                      <a:pt x="613" y="211"/>
                      <a:pt x="237" y="311"/>
                    </a:cubicBezTo>
                    <a:cubicBezTo>
                      <a:pt x="1" y="358"/>
                      <a:pt x="76" y="716"/>
                      <a:pt x="295" y="716"/>
                    </a:cubicBezTo>
                    <a:cubicBezTo>
                      <a:pt x="308" y="716"/>
                      <a:pt x="322" y="715"/>
                      <a:pt x="337" y="712"/>
                    </a:cubicBezTo>
                    <a:cubicBezTo>
                      <a:pt x="713" y="612"/>
                      <a:pt x="1114" y="511"/>
                      <a:pt x="1490" y="411"/>
                    </a:cubicBezTo>
                    <a:cubicBezTo>
                      <a:pt x="1719" y="342"/>
                      <a:pt x="1655" y="1"/>
                      <a:pt x="143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21"/>
              <p:cNvSpPr/>
              <p:nvPr/>
            </p:nvSpPr>
            <p:spPr>
              <a:xfrm>
                <a:off x="3264000" y="4579225"/>
                <a:ext cx="41275" cy="19600"/>
              </a:xfrm>
              <a:custGeom>
                <a:rect b="b" l="l" r="r" t="t"/>
                <a:pathLst>
                  <a:path extrusionOk="0" h="784" w="1651">
                    <a:moveTo>
                      <a:pt x="1375" y="1"/>
                    </a:moveTo>
                    <a:cubicBezTo>
                      <a:pt x="1352" y="1"/>
                      <a:pt x="1327" y="6"/>
                      <a:pt x="1301" y="16"/>
                    </a:cubicBezTo>
                    <a:cubicBezTo>
                      <a:pt x="950" y="141"/>
                      <a:pt x="574" y="242"/>
                      <a:pt x="223" y="367"/>
                    </a:cubicBezTo>
                    <a:cubicBezTo>
                      <a:pt x="0" y="456"/>
                      <a:pt x="55" y="784"/>
                      <a:pt x="265" y="784"/>
                    </a:cubicBezTo>
                    <a:cubicBezTo>
                      <a:pt x="290" y="784"/>
                      <a:pt x="318" y="779"/>
                      <a:pt x="349" y="768"/>
                    </a:cubicBezTo>
                    <a:cubicBezTo>
                      <a:pt x="700" y="668"/>
                      <a:pt x="1050" y="542"/>
                      <a:pt x="1426" y="417"/>
                    </a:cubicBezTo>
                    <a:cubicBezTo>
                      <a:pt x="1651" y="350"/>
                      <a:pt x="1574" y="1"/>
                      <a:pt x="13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21"/>
              <p:cNvSpPr/>
              <p:nvPr/>
            </p:nvSpPr>
            <p:spPr>
              <a:xfrm>
                <a:off x="3347050" y="4564475"/>
                <a:ext cx="40600" cy="16525"/>
              </a:xfrm>
              <a:custGeom>
                <a:rect b="b" l="l" r="r" t="t"/>
                <a:pathLst>
                  <a:path extrusionOk="0" h="661" w="1624">
                    <a:moveTo>
                      <a:pt x="1309" y="0"/>
                    </a:moveTo>
                    <a:cubicBezTo>
                      <a:pt x="1294" y="0"/>
                      <a:pt x="1278" y="2"/>
                      <a:pt x="1262" y="5"/>
                    </a:cubicBezTo>
                    <a:cubicBezTo>
                      <a:pt x="936" y="105"/>
                      <a:pt x="586" y="180"/>
                      <a:pt x="260" y="255"/>
                    </a:cubicBezTo>
                    <a:cubicBezTo>
                      <a:pt x="0" y="302"/>
                      <a:pt x="96" y="661"/>
                      <a:pt x="317" y="661"/>
                    </a:cubicBezTo>
                    <a:cubicBezTo>
                      <a:pt x="331" y="661"/>
                      <a:pt x="345" y="659"/>
                      <a:pt x="360" y="656"/>
                    </a:cubicBezTo>
                    <a:cubicBezTo>
                      <a:pt x="711" y="581"/>
                      <a:pt x="1037" y="506"/>
                      <a:pt x="1388" y="406"/>
                    </a:cubicBezTo>
                    <a:cubicBezTo>
                      <a:pt x="1624" y="358"/>
                      <a:pt x="1549" y="0"/>
                      <a:pt x="13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21"/>
              <p:cNvSpPr/>
              <p:nvPr/>
            </p:nvSpPr>
            <p:spPr>
              <a:xfrm>
                <a:off x="3414950" y="4552450"/>
                <a:ext cx="33950" cy="16300"/>
              </a:xfrm>
              <a:custGeom>
                <a:rect b="b" l="l" r="r" t="t"/>
                <a:pathLst>
                  <a:path extrusionOk="0" h="652" w="1358">
                    <a:moveTo>
                      <a:pt x="1063" y="0"/>
                    </a:moveTo>
                    <a:cubicBezTo>
                      <a:pt x="1044" y="0"/>
                      <a:pt x="1024" y="3"/>
                      <a:pt x="1002" y="9"/>
                    </a:cubicBezTo>
                    <a:cubicBezTo>
                      <a:pt x="752" y="85"/>
                      <a:pt x="476" y="160"/>
                      <a:pt x="225" y="235"/>
                    </a:cubicBezTo>
                    <a:cubicBezTo>
                      <a:pt x="1" y="302"/>
                      <a:pt x="58" y="651"/>
                      <a:pt x="270" y="651"/>
                    </a:cubicBezTo>
                    <a:cubicBezTo>
                      <a:pt x="295" y="651"/>
                      <a:pt x="322" y="646"/>
                      <a:pt x="351" y="636"/>
                    </a:cubicBezTo>
                    <a:lnTo>
                      <a:pt x="1128" y="410"/>
                    </a:lnTo>
                    <a:cubicBezTo>
                      <a:pt x="1357" y="342"/>
                      <a:pt x="1272" y="0"/>
                      <a:pt x="10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21"/>
              <p:cNvSpPr/>
              <p:nvPr/>
            </p:nvSpPr>
            <p:spPr>
              <a:xfrm>
                <a:off x="3485150" y="4534750"/>
                <a:ext cx="48825" cy="20825"/>
              </a:xfrm>
              <a:custGeom>
                <a:rect b="b" l="l" r="r" t="t"/>
                <a:pathLst>
                  <a:path extrusionOk="0" h="833" w="1953">
                    <a:moveTo>
                      <a:pt x="1683" y="0"/>
                    </a:moveTo>
                    <a:cubicBezTo>
                      <a:pt x="1659" y="0"/>
                      <a:pt x="1632" y="5"/>
                      <a:pt x="1603" y="16"/>
                    </a:cubicBezTo>
                    <a:lnTo>
                      <a:pt x="225" y="417"/>
                    </a:lnTo>
                    <a:cubicBezTo>
                      <a:pt x="0" y="484"/>
                      <a:pt x="77" y="833"/>
                      <a:pt x="276" y="833"/>
                    </a:cubicBezTo>
                    <a:cubicBezTo>
                      <a:pt x="299" y="833"/>
                      <a:pt x="324" y="828"/>
                      <a:pt x="350" y="818"/>
                    </a:cubicBezTo>
                    <a:cubicBezTo>
                      <a:pt x="801" y="692"/>
                      <a:pt x="1252" y="542"/>
                      <a:pt x="1728" y="417"/>
                    </a:cubicBezTo>
                    <a:cubicBezTo>
                      <a:pt x="1953" y="349"/>
                      <a:pt x="1896" y="0"/>
                      <a:pt x="168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21"/>
              <p:cNvSpPr/>
              <p:nvPr/>
            </p:nvSpPr>
            <p:spPr>
              <a:xfrm>
                <a:off x="3577900" y="4514675"/>
                <a:ext cx="43775" cy="22750"/>
              </a:xfrm>
              <a:custGeom>
                <a:rect b="b" l="l" r="r" t="t"/>
                <a:pathLst>
                  <a:path extrusionOk="0" h="910" w="1751">
                    <a:moveTo>
                      <a:pt x="1504" y="1"/>
                    </a:moveTo>
                    <a:cubicBezTo>
                      <a:pt x="1480" y="1"/>
                      <a:pt x="1454" y="6"/>
                      <a:pt x="1427" y="17"/>
                    </a:cubicBezTo>
                    <a:cubicBezTo>
                      <a:pt x="1026" y="167"/>
                      <a:pt x="625" y="317"/>
                      <a:pt x="224" y="493"/>
                    </a:cubicBezTo>
                    <a:cubicBezTo>
                      <a:pt x="1" y="582"/>
                      <a:pt x="56" y="910"/>
                      <a:pt x="247" y="910"/>
                    </a:cubicBezTo>
                    <a:cubicBezTo>
                      <a:pt x="271" y="910"/>
                      <a:pt x="297" y="905"/>
                      <a:pt x="324" y="894"/>
                    </a:cubicBezTo>
                    <a:cubicBezTo>
                      <a:pt x="725" y="718"/>
                      <a:pt x="1126" y="568"/>
                      <a:pt x="1527" y="418"/>
                    </a:cubicBezTo>
                    <a:cubicBezTo>
                      <a:pt x="1750" y="328"/>
                      <a:pt x="1695" y="1"/>
                      <a:pt x="15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21"/>
              <p:cNvSpPr/>
              <p:nvPr/>
            </p:nvSpPr>
            <p:spPr>
              <a:xfrm>
                <a:off x="3651050" y="4506075"/>
                <a:ext cx="34050" cy="16775"/>
              </a:xfrm>
              <a:custGeom>
                <a:rect b="b" l="l" r="r" t="t"/>
                <a:pathLst>
                  <a:path extrusionOk="0" h="671" w="1362">
                    <a:moveTo>
                      <a:pt x="1074" y="0"/>
                    </a:moveTo>
                    <a:cubicBezTo>
                      <a:pt x="1053" y="0"/>
                      <a:pt x="1031" y="3"/>
                      <a:pt x="1007" y="10"/>
                    </a:cubicBezTo>
                    <a:cubicBezTo>
                      <a:pt x="756" y="85"/>
                      <a:pt x="506" y="185"/>
                      <a:pt x="230" y="260"/>
                    </a:cubicBezTo>
                    <a:cubicBezTo>
                      <a:pt x="1" y="329"/>
                      <a:pt x="65" y="671"/>
                      <a:pt x="289" y="671"/>
                    </a:cubicBezTo>
                    <a:cubicBezTo>
                      <a:pt x="310" y="671"/>
                      <a:pt x="332" y="668"/>
                      <a:pt x="355" y="661"/>
                    </a:cubicBezTo>
                    <a:cubicBezTo>
                      <a:pt x="606" y="586"/>
                      <a:pt x="857" y="511"/>
                      <a:pt x="1132" y="411"/>
                    </a:cubicBezTo>
                    <a:cubicBezTo>
                      <a:pt x="1362" y="342"/>
                      <a:pt x="1297" y="0"/>
                      <a:pt x="107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21"/>
              <p:cNvSpPr/>
              <p:nvPr/>
            </p:nvSpPr>
            <p:spPr>
              <a:xfrm>
                <a:off x="3742375" y="4487400"/>
                <a:ext cx="41850" cy="16525"/>
              </a:xfrm>
              <a:custGeom>
                <a:rect b="b" l="l" r="r" t="t"/>
                <a:pathLst>
                  <a:path extrusionOk="0" h="661" w="1674">
                    <a:moveTo>
                      <a:pt x="1357" y="1"/>
                    </a:moveTo>
                    <a:cubicBezTo>
                      <a:pt x="1343" y="1"/>
                      <a:pt x="1329" y="2"/>
                      <a:pt x="1314" y="5"/>
                    </a:cubicBezTo>
                    <a:cubicBezTo>
                      <a:pt x="963" y="80"/>
                      <a:pt x="587" y="155"/>
                      <a:pt x="236" y="255"/>
                    </a:cubicBezTo>
                    <a:cubicBezTo>
                      <a:pt x="0" y="303"/>
                      <a:pt x="75" y="661"/>
                      <a:pt x="294" y="661"/>
                    </a:cubicBezTo>
                    <a:cubicBezTo>
                      <a:pt x="308" y="661"/>
                      <a:pt x="322" y="659"/>
                      <a:pt x="337" y="656"/>
                    </a:cubicBezTo>
                    <a:cubicBezTo>
                      <a:pt x="713" y="581"/>
                      <a:pt x="1063" y="481"/>
                      <a:pt x="1414" y="406"/>
                    </a:cubicBezTo>
                    <a:cubicBezTo>
                      <a:pt x="1674" y="359"/>
                      <a:pt x="1578" y="1"/>
                      <a:pt x="135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21"/>
              <p:cNvSpPr/>
              <p:nvPr/>
            </p:nvSpPr>
            <p:spPr>
              <a:xfrm>
                <a:off x="2964975" y="5007175"/>
                <a:ext cx="41325" cy="19450"/>
              </a:xfrm>
              <a:custGeom>
                <a:rect b="b" l="l" r="r" t="t"/>
                <a:pathLst>
                  <a:path extrusionOk="0" h="778" w="1653">
                    <a:moveTo>
                      <a:pt x="1385" y="0"/>
                    </a:moveTo>
                    <a:cubicBezTo>
                      <a:pt x="1361" y="0"/>
                      <a:pt x="1335" y="5"/>
                      <a:pt x="1307" y="16"/>
                    </a:cubicBezTo>
                    <a:lnTo>
                      <a:pt x="229" y="367"/>
                    </a:lnTo>
                    <a:cubicBezTo>
                      <a:pt x="0" y="436"/>
                      <a:pt x="65" y="777"/>
                      <a:pt x="269" y="777"/>
                    </a:cubicBezTo>
                    <a:cubicBezTo>
                      <a:pt x="288" y="777"/>
                      <a:pt x="308" y="774"/>
                      <a:pt x="330" y="768"/>
                    </a:cubicBezTo>
                    <a:cubicBezTo>
                      <a:pt x="706" y="643"/>
                      <a:pt x="1056" y="517"/>
                      <a:pt x="1407" y="417"/>
                    </a:cubicBezTo>
                    <a:cubicBezTo>
                      <a:pt x="1653" y="328"/>
                      <a:pt x="1580" y="0"/>
                      <a:pt x="13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21"/>
              <p:cNvSpPr/>
              <p:nvPr/>
            </p:nvSpPr>
            <p:spPr>
              <a:xfrm>
                <a:off x="3057525" y="4987900"/>
                <a:ext cx="46125" cy="17925"/>
              </a:xfrm>
              <a:custGeom>
                <a:rect b="b" l="l" r="r" t="t"/>
                <a:pathLst>
                  <a:path extrusionOk="0" h="717" w="1845">
                    <a:moveTo>
                      <a:pt x="1556" y="1"/>
                    </a:moveTo>
                    <a:cubicBezTo>
                      <a:pt x="1535" y="1"/>
                      <a:pt x="1513" y="4"/>
                      <a:pt x="1490" y="10"/>
                    </a:cubicBezTo>
                    <a:cubicBezTo>
                      <a:pt x="1064" y="110"/>
                      <a:pt x="663" y="211"/>
                      <a:pt x="237" y="311"/>
                    </a:cubicBezTo>
                    <a:cubicBezTo>
                      <a:pt x="1" y="358"/>
                      <a:pt x="76" y="716"/>
                      <a:pt x="294" y="716"/>
                    </a:cubicBezTo>
                    <a:cubicBezTo>
                      <a:pt x="308" y="716"/>
                      <a:pt x="322" y="715"/>
                      <a:pt x="337" y="712"/>
                    </a:cubicBezTo>
                    <a:cubicBezTo>
                      <a:pt x="763" y="612"/>
                      <a:pt x="1189" y="511"/>
                      <a:pt x="1615" y="411"/>
                    </a:cubicBezTo>
                    <a:cubicBezTo>
                      <a:pt x="1844" y="342"/>
                      <a:pt x="1780" y="1"/>
                      <a:pt x="15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21"/>
              <p:cNvSpPr/>
              <p:nvPr/>
            </p:nvSpPr>
            <p:spPr>
              <a:xfrm>
                <a:off x="3163225" y="4953675"/>
                <a:ext cx="47225" cy="23225"/>
              </a:xfrm>
              <a:custGeom>
                <a:rect b="b" l="l" r="r" t="t"/>
                <a:pathLst>
                  <a:path extrusionOk="0" h="929" w="1889">
                    <a:moveTo>
                      <a:pt x="1566" y="0"/>
                    </a:moveTo>
                    <a:cubicBezTo>
                      <a:pt x="1536" y="0"/>
                      <a:pt x="1504" y="8"/>
                      <a:pt x="1472" y="26"/>
                    </a:cubicBezTo>
                    <a:cubicBezTo>
                      <a:pt x="1046" y="201"/>
                      <a:pt x="620" y="377"/>
                      <a:pt x="194" y="552"/>
                    </a:cubicBezTo>
                    <a:cubicBezTo>
                      <a:pt x="0" y="638"/>
                      <a:pt x="121" y="928"/>
                      <a:pt x="318" y="928"/>
                    </a:cubicBezTo>
                    <a:cubicBezTo>
                      <a:pt x="350" y="928"/>
                      <a:pt x="385" y="920"/>
                      <a:pt x="420" y="903"/>
                    </a:cubicBezTo>
                    <a:cubicBezTo>
                      <a:pt x="846" y="727"/>
                      <a:pt x="1247" y="552"/>
                      <a:pt x="1673" y="377"/>
                    </a:cubicBezTo>
                    <a:cubicBezTo>
                      <a:pt x="1888" y="290"/>
                      <a:pt x="1752" y="0"/>
                      <a:pt x="15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21"/>
              <p:cNvSpPr/>
              <p:nvPr/>
            </p:nvSpPr>
            <p:spPr>
              <a:xfrm>
                <a:off x="3256475" y="4935100"/>
                <a:ext cx="40700" cy="20875"/>
              </a:xfrm>
              <a:custGeom>
                <a:rect b="b" l="l" r="r" t="t"/>
                <a:pathLst>
                  <a:path extrusionOk="0" h="835" w="1628">
                    <a:moveTo>
                      <a:pt x="1378" y="1"/>
                    </a:moveTo>
                    <a:cubicBezTo>
                      <a:pt x="1354" y="1"/>
                      <a:pt x="1329" y="6"/>
                      <a:pt x="1301" y="17"/>
                    </a:cubicBezTo>
                    <a:cubicBezTo>
                      <a:pt x="950" y="142"/>
                      <a:pt x="574" y="292"/>
                      <a:pt x="224" y="418"/>
                    </a:cubicBezTo>
                    <a:cubicBezTo>
                      <a:pt x="0" y="507"/>
                      <a:pt x="55" y="835"/>
                      <a:pt x="265" y="835"/>
                    </a:cubicBezTo>
                    <a:cubicBezTo>
                      <a:pt x="291" y="835"/>
                      <a:pt x="319" y="830"/>
                      <a:pt x="349" y="819"/>
                    </a:cubicBezTo>
                    <a:cubicBezTo>
                      <a:pt x="700" y="693"/>
                      <a:pt x="1051" y="543"/>
                      <a:pt x="1427" y="418"/>
                    </a:cubicBezTo>
                    <a:cubicBezTo>
                      <a:pt x="1627" y="328"/>
                      <a:pt x="1570" y="1"/>
                      <a:pt x="13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21"/>
              <p:cNvSpPr/>
              <p:nvPr/>
            </p:nvSpPr>
            <p:spPr>
              <a:xfrm>
                <a:off x="3350350" y="4912725"/>
                <a:ext cx="44650" cy="19275"/>
              </a:xfrm>
              <a:custGeom>
                <a:rect b="b" l="l" r="r" t="t"/>
                <a:pathLst>
                  <a:path extrusionOk="0" h="771" w="1786">
                    <a:moveTo>
                      <a:pt x="1497" y="0"/>
                    </a:moveTo>
                    <a:cubicBezTo>
                      <a:pt x="1477" y="0"/>
                      <a:pt x="1454" y="3"/>
                      <a:pt x="1431" y="9"/>
                    </a:cubicBezTo>
                    <a:cubicBezTo>
                      <a:pt x="1030" y="135"/>
                      <a:pt x="629" y="235"/>
                      <a:pt x="253" y="360"/>
                    </a:cubicBezTo>
                    <a:cubicBezTo>
                      <a:pt x="1" y="429"/>
                      <a:pt x="84" y="771"/>
                      <a:pt x="292" y="771"/>
                    </a:cubicBezTo>
                    <a:cubicBezTo>
                      <a:pt x="312" y="771"/>
                      <a:pt x="332" y="768"/>
                      <a:pt x="353" y="761"/>
                    </a:cubicBezTo>
                    <a:cubicBezTo>
                      <a:pt x="754" y="661"/>
                      <a:pt x="1155" y="536"/>
                      <a:pt x="1556" y="411"/>
                    </a:cubicBezTo>
                    <a:cubicBezTo>
                      <a:pt x="1786" y="342"/>
                      <a:pt x="1721" y="0"/>
                      <a:pt x="14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21"/>
              <p:cNvSpPr/>
              <p:nvPr/>
            </p:nvSpPr>
            <p:spPr>
              <a:xfrm>
                <a:off x="3426900" y="4895000"/>
                <a:ext cx="44325" cy="20875"/>
              </a:xfrm>
              <a:custGeom>
                <a:rect b="b" l="l" r="r" t="t"/>
                <a:pathLst>
                  <a:path extrusionOk="0" h="835" w="1773">
                    <a:moveTo>
                      <a:pt x="1504" y="1"/>
                    </a:moveTo>
                    <a:cubicBezTo>
                      <a:pt x="1480" y="1"/>
                      <a:pt x="1454" y="6"/>
                      <a:pt x="1427" y="17"/>
                    </a:cubicBezTo>
                    <a:cubicBezTo>
                      <a:pt x="1026" y="142"/>
                      <a:pt x="625" y="292"/>
                      <a:pt x="224" y="418"/>
                    </a:cubicBezTo>
                    <a:cubicBezTo>
                      <a:pt x="1" y="507"/>
                      <a:pt x="75" y="835"/>
                      <a:pt x="271" y="835"/>
                    </a:cubicBezTo>
                    <a:cubicBezTo>
                      <a:pt x="296" y="835"/>
                      <a:pt x="322" y="830"/>
                      <a:pt x="349" y="819"/>
                    </a:cubicBezTo>
                    <a:cubicBezTo>
                      <a:pt x="750" y="693"/>
                      <a:pt x="1151" y="543"/>
                      <a:pt x="1527" y="418"/>
                    </a:cubicBezTo>
                    <a:cubicBezTo>
                      <a:pt x="1772" y="328"/>
                      <a:pt x="1700" y="1"/>
                      <a:pt x="15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21"/>
              <p:cNvSpPr/>
              <p:nvPr/>
            </p:nvSpPr>
            <p:spPr>
              <a:xfrm>
                <a:off x="3519475" y="4880125"/>
                <a:ext cx="45950" cy="19300"/>
              </a:xfrm>
              <a:custGeom>
                <a:rect b="b" l="l" r="r" t="t"/>
                <a:pathLst>
                  <a:path extrusionOk="0" h="772" w="1838">
                    <a:moveTo>
                      <a:pt x="1550" y="1"/>
                    </a:moveTo>
                    <a:cubicBezTo>
                      <a:pt x="1529" y="1"/>
                      <a:pt x="1507" y="4"/>
                      <a:pt x="1483" y="10"/>
                    </a:cubicBezTo>
                    <a:cubicBezTo>
                      <a:pt x="1082" y="136"/>
                      <a:pt x="656" y="236"/>
                      <a:pt x="230" y="361"/>
                    </a:cubicBezTo>
                    <a:cubicBezTo>
                      <a:pt x="1" y="430"/>
                      <a:pt x="65" y="771"/>
                      <a:pt x="289" y="771"/>
                    </a:cubicBezTo>
                    <a:cubicBezTo>
                      <a:pt x="310" y="771"/>
                      <a:pt x="332" y="769"/>
                      <a:pt x="355" y="762"/>
                    </a:cubicBezTo>
                    <a:cubicBezTo>
                      <a:pt x="756" y="637"/>
                      <a:pt x="1182" y="537"/>
                      <a:pt x="1608" y="411"/>
                    </a:cubicBezTo>
                    <a:cubicBezTo>
                      <a:pt x="1838" y="342"/>
                      <a:pt x="1773" y="1"/>
                      <a:pt x="15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21"/>
              <p:cNvSpPr/>
              <p:nvPr/>
            </p:nvSpPr>
            <p:spPr>
              <a:xfrm>
                <a:off x="3622875" y="4854450"/>
                <a:ext cx="48450" cy="21175"/>
              </a:xfrm>
              <a:custGeom>
                <a:rect b="b" l="l" r="r" t="t"/>
                <a:pathLst>
                  <a:path extrusionOk="0" h="847" w="1938">
                    <a:moveTo>
                      <a:pt x="1668" y="0"/>
                    </a:moveTo>
                    <a:cubicBezTo>
                      <a:pt x="1649" y="0"/>
                      <a:pt x="1629" y="3"/>
                      <a:pt x="1608" y="10"/>
                    </a:cubicBezTo>
                    <a:cubicBezTo>
                      <a:pt x="1132" y="160"/>
                      <a:pt x="680" y="285"/>
                      <a:pt x="229" y="436"/>
                    </a:cubicBezTo>
                    <a:cubicBezTo>
                      <a:pt x="0" y="505"/>
                      <a:pt x="64" y="846"/>
                      <a:pt x="269" y="846"/>
                    </a:cubicBezTo>
                    <a:cubicBezTo>
                      <a:pt x="288" y="846"/>
                      <a:pt x="308" y="843"/>
                      <a:pt x="330" y="837"/>
                    </a:cubicBezTo>
                    <a:cubicBezTo>
                      <a:pt x="806" y="686"/>
                      <a:pt x="1257" y="561"/>
                      <a:pt x="1708" y="411"/>
                    </a:cubicBezTo>
                    <a:cubicBezTo>
                      <a:pt x="1937" y="342"/>
                      <a:pt x="1873" y="0"/>
                      <a:pt x="166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21"/>
              <p:cNvSpPr/>
              <p:nvPr/>
            </p:nvSpPr>
            <p:spPr>
              <a:xfrm>
                <a:off x="3728875" y="4833150"/>
                <a:ext cx="38300" cy="18175"/>
              </a:xfrm>
              <a:custGeom>
                <a:rect b="b" l="l" r="r" t="t"/>
                <a:pathLst>
                  <a:path extrusionOk="0" h="727" w="1532">
                    <a:moveTo>
                      <a:pt x="1238" y="0"/>
                    </a:moveTo>
                    <a:cubicBezTo>
                      <a:pt x="1219" y="0"/>
                      <a:pt x="1199" y="3"/>
                      <a:pt x="1177" y="10"/>
                    </a:cubicBezTo>
                    <a:cubicBezTo>
                      <a:pt x="877" y="110"/>
                      <a:pt x="551" y="210"/>
                      <a:pt x="225" y="310"/>
                    </a:cubicBezTo>
                    <a:cubicBezTo>
                      <a:pt x="0" y="378"/>
                      <a:pt x="57" y="726"/>
                      <a:pt x="270" y="726"/>
                    </a:cubicBezTo>
                    <a:cubicBezTo>
                      <a:pt x="295" y="726"/>
                      <a:pt x="321" y="722"/>
                      <a:pt x="350" y="711"/>
                    </a:cubicBezTo>
                    <a:cubicBezTo>
                      <a:pt x="651" y="611"/>
                      <a:pt x="977" y="511"/>
                      <a:pt x="1303" y="411"/>
                    </a:cubicBezTo>
                    <a:cubicBezTo>
                      <a:pt x="1532" y="342"/>
                      <a:pt x="1447" y="0"/>
                      <a:pt x="123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21"/>
              <p:cNvSpPr/>
              <p:nvPr/>
            </p:nvSpPr>
            <p:spPr>
              <a:xfrm>
                <a:off x="3804100" y="4812475"/>
                <a:ext cx="42025" cy="21325"/>
              </a:xfrm>
              <a:custGeom>
                <a:rect b="b" l="l" r="r" t="t"/>
                <a:pathLst>
                  <a:path extrusionOk="0" h="853" w="1681">
                    <a:moveTo>
                      <a:pt x="1412" y="0"/>
                    </a:moveTo>
                    <a:cubicBezTo>
                      <a:pt x="1393" y="0"/>
                      <a:pt x="1373" y="3"/>
                      <a:pt x="1351" y="9"/>
                    </a:cubicBezTo>
                    <a:cubicBezTo>
                      <a:pt x="975" y="160"/>
                      <a:pt x="599" y="310"/>
                      <a:pt x="223" y="436"/>
                    </a:cubicBezTo>
                    <a:cubicBezTo>
                      <a:pt x="0" y="525"/>
                      <a:pt x="55" y="852"/>
                      <a:pt x="247" y="852"/>
                    </a:cubicBezTo>
                    <a:cubicBezTo>
                      <a:pt x="271" y="852"/>
                      <a:pt x="296" y="848"/>
                      <a:pt x="324" y="837"/>
                    </a:cubicBezTo>
                    <a:cubicBezTo>
                      <a:pt x="700" y="711"/>
                      <a:pt x="1076" y="561"/>
                      <a:pt x="1452" y="410"/>
                    </a:cubicBezTo>
                    <a:cubicBezTo>
                      <a:pt x="1681" y="342"/>
                      <a:pt x="1616" y="0"/>
                      <a:pt x="14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21"/>
              <p:cNvSpPr/>
              <p:nvPr/>
            </p:nvSpPr>
            <p:spPr>
              <a:xfrm>
                <a:off x="3887425" y="4782850"/>
                <a:ext cx="55675" cy="27150"/>
              </a:xfrm>
              <a:custGeom>
                <a:rect b="b" l="l" r="r" t="t"/>
                <a:pathLst>
                  <a:path extrusionOk="0" h="1086" w="2227">
                    <a:moveTo>
                      <a:pt x="1980" y="1"/>
                    </a:moveTo>
                    <a:cubicBezTo>
                      <a:pt x="1956" y="1"/>
                      <a:pt x="1931" y="6"/>
                      <a:pt x="1903" y="16"/>
                    </a:cubicBezTo>
                    <a:cubicBezTo>
                      <a:pt x="1352" y="217"/>
                      <a:pt x="775" y="443"/>
                      <a:pt x="224" y="668"/>
                    </a:cubicBezTo>
                    <a:cubicBezTo>
                      <a:pt x="1" y="757"/>
                      <a:pt x="76" y="1085"/>
                      <a:pt x="272" y="1085"/>
                    </a:cubicBezTo>
                    <a:cubicBezTo>
                      <a:pt x="296" y="1085"/>
                      <a:pt x="322" y="1080"/>
                      <a:pt x="349" y="1069"/>
                    </a:cubicBezTo>
                    <a:cubicBezTo>
                      <a:pt x="901" y="844"/>
                      <a:pt x="1452" y="643"/>
                      <a:pt x="2003" y="418"/>
                    </a:cubicBezTo>
                    <a:cubicBezTo>
                      <a:pt x="2226" y="328"/>
                      <a:pt x="2171" y="1"/>
                      <a:pt x="198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21"/>
              <p:cNvSpPr/>
              <p:nvPr/>
            </p:nvSpPr>
            <p:spPr>
              <a:xfrm>
                <a:off x="3986425" y="4764850"/>
                <a:ext cx="40775" cy="19450"/>
              </a:xfrm>
              <a:custGeom>
                <a:rect b="b" l="l" r="r" t="t"/>
                <a:pathLst>
                  <a:path extrusionOk="0" h="778" w="1631">
                    <a:moveTo>
                      <a:pt x="1362" y="0"/>
                    </a:moveTo>
                    <a:cubicBezTo>
                      <a:pt x="1343" y="0"/>
                      <a:pt x="1323" y="3"/>
                      <a:pt x="1301" y="10"/>
                    </a:cubicBezTo>
                    <a:cubicBezTo>
                      <a:pt x="926" y="135"/>
                      <a:pt x="575" y="260"/>
                      <a:pt x="224" y="361"/>
                    </a:cubicBezTo>
                    <a:cubicBezTo>
                      <a:pt x="1" y="450"/>
                      <a:pt x="56" y="778"/>
                      <a:pt x="247" y="778"/>
                    </a:cubicBezTo>
                    <a:cubicBezTo>
                      <a:pt x="271" y="778"/>
                      <a:pt x="297" y="773"/>
                      <a:pt x="324" y="762"/>
                    </a:cubicBezTo>
                    <a:cubicBezTo>
                      <a:pt x="675" y="661"/>
                      <a:pt x="1051" y="536"/>
                      <a:pt x="1402" y="411"/>
                    </a:cubicBezTo>
                    <a:cubicBezTo>
                      <a:pt x="1631" y="342"/>
                      <a:pt x="1567" y="0"/>
                      <a:pt x="136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21"/>
              <p:cNvSpPr/>
              <p:nvPr/>
            </p:nvSpPr>
            <p:spPr>
              <a:xfrm>
                <a:off x="4092175" y="4751050"/>
                <a:ext cx="39675" cy="18050"/>
              </a:xfrm>
              <a:custGeom>
                <a:rect b="b" l="l" r="r" t="t"/>
                <a:pathLst>
                  <a:path extrusionOk="0" h="722" w="1587">
                    <a:moveTo>
                      <a:pt x="1298" y="1"/>
                    </a:moveTo>
                    <a:cubicBezTo>
                      <a:pt x="1277" y="1"/>
                      <a:pt x="1255" y="4"/>
                      <a:pt x="1232" y="10"/>
                    </a:cubicBezTo>
                    <a:lnTo>
                      <a:pt x="229" y="311"/>
                    </a:lnTo>
                    <a:cubicBezTo>
                      <a:pt x="0" y="380"/>
                      <a:pt x="64" y="721"/>
                      <a:pt x="269" y="721"/>
                    </a:cubicBezTo>
                    <a:cubicBezTo>
                      <a:pt x="288" y="721"/>
                      <a:pt x="308" y="718"/>
                      <a:pt x="330" y="712"/>
                    </a:cubicBezTo>
                    <a:cubicBezTo>
                      <a:pt x="680" y="612"/>
                      <a:pt x="1006" y="512"/>
                      <a:pt x="1357" y="411"/>
                    </a:cubicBezTo>
                    <a:cubicBezTo>
                      <a:pt x="1587" y="343"/>
                      <a:pt x="1522" y="1"/>
                      <a:pt x="12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21"/>
              <p:cNvSpPr/>
              <p:nvPr/>
            </p:nvSpPr>
            <p:spPr>
              <a:xfrm>
                <a:off x="4189425" y="4734625"/>
                <a:ext cx="33775" cy="18350"/>
              </a:xfrm>
              <a:custGeom>
                <a:rect b="b" l="l" r="r" t="t"/>
                <a:pathLst>
                  <a:path extrusionOk="0" h="734" w="1351">
                    <a:moveTo>
                      <a:pt x="1075" y="0"/>
                    </a:moveTo>
                    <a:cubicBezTo>
                      <a:pt x="1052" y="0"/>
                      <a:pt x="1027" y="5"/>
                      <a:pt x="1001" y="16"/>
                    </a:cubicBezTo>
                    <a:cubicBezTo>
                      <a:pt x="750" y="116"/>
                      <a:pt x="500" y="216"/>
                      <a:pt x="224" y="316"/>
                    </a:cubicBezTo>
                    <a:cubicBezTo>
                      <a:pt x="1" y="406"/>
                      <a:pt x="76" y="733"/>
                      <a:pt x="272" y="733"/>
                    </a:cubicBezTo>
                    <a:cubicBezTo>
                      <a:pt x="296" y="733"/>
                      <a:pt x="322" y="728"/>
                      <a:pt x="349" y="717"/>
                    </a:cubicBezTo>
                    <a:cubicBezTo>
                      <a:pt x="600" y="617"/>
                      <a:pt x="851" y="517"/>
                      <a:pt x="1126" y="417"/>
                    </a:cubicBezTo>
                    <a:cubicBezTo>
                      <a:pt x="1351" y="349"/>
                      <a:pt x="1274" y="0"/>
                      <a:pt x="107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21"/>
              <p:cNvSpPr/>
              <p:nvPr/>
            </p:nvSpPr>
            <p:spPr>
              <a:xfrm>
                <a:off x="3089925" y="5056400"/>
                <a:ext cx="41000" cy="15125"/>
              </a:xfrm>
              <a:custGeom>
                <a:rect b="b" l="l" r="r" t="t"/>
                <a:pathLst>
                  <a:path extrusionOk="0" h="605" w="1640">
                    <a:moveTo>
                      <a:pt x="1296" y="1"/>
                    </a:moveTo>
                    <a:cubicBezTo>
                      <a:pt x="1288" y="1"/>
                      <a:pt x="1280" y="1"/>
                      <a:pt x="1272" y="2"/>
                    </a:cubicBezTo>
                    <a:lnTo>
                      <a:pt x="244" y="202"/>
                    </a:lnTo>
                    <a:cubicBezTo>
                      <a:pt x="1" y="227"/>
                      <a:pt x="88" y="605"/>
                      <a:pt x="345" y="605"/>
                    </a:cubicBezTo>
                    <a:cubicBezTo>
                      <a:pt x="353" y="605"/>
                      <a:pt x="361" y="604"/>
                      <a:pt x="369" y="603"/>
                    </a:cubicBezTo>
                    <a:cubicBezTo>
                      <a:pt x="695" y="528"/>
                      <a:pt x="1046" y="478"/>
                      <a:pt x="1372" y="403"/>
                    </a:cubicBezTo>
                    <a:cubicBezTo>
                      <a:pt x="1639" y="379"/>
                      <a:pt x="1553" y="1"/>
                      <a:pt x="129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21"/>
              <p:cNvSpPr/>
              <p:nvPr/>
            </p:nvSpPr>
            <p:spPr>
              <a:xfrm>
                <a:off x="3178625" y="5030500"/>
                <a:ext cx="41500" cy="18050"/>
              </a:xfrm>
              <a:custGeom>
                <a:rect b="b" l="l" r="r" t="t"/>
                <a:pathLst>
                  <a:path extrusionOk="0" h="722" w="1660">
                    <a:moveTo>
                      <a:pt x="1369" y="1"/>
                    </a:moveTo>
                    <a:cubicBezTo>
                      <a:pt x="1349" y="1"/>
                      <a:pt x="1329" y="4"/>
                      <a:pt x="1308" y="10"/>
                    </a:cubicBezTo>
                    <a:cubicBezTo>
                      <a:pt x="957" y="111"/>
                      <a:pt x="581" y="211"/>
                      <a:pt x="230" y="311"/>
                    </a:cubicBezTo>
                    <a:cubicBezTo>
                      <a:pt x="0" y="380"/>
                      <a:pt x="65" y="721"/>
                      <a:pt x="289" y="721"/>
                    </a:cubicBezTo>
                    <a:cubicBezTo>
                      <a:pt x="310" y="721"/>
                      <a:pt x="332" y="718"/>
                      <a:pt x="355" y="712"/>
                    </a:cubicBezTo>
                    <a:cubicBezTo>
                      <a:pt x="706" y="612"/>
                      <a:pt x="1057" y="512"/>
                      <a:pt x="1408" y="411"/>
                    </a:cubicBezTo>
                    <a:cubicBezTo>
                      <a:pt x="1660" y="343"/>
                      <a:pt x="1577" y="1"/>
                      <a:pt x="13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21"/>
              <p:cNvSpPr/>
              <p:nvPr/>
            </p:nvSpPr>
            <p:spPr>
              <a:xfrm>
                <a:off x="3299550" y="4999025"/>
                <a:ext cx="48375" cy="24450"/>
              </a:xfrm>
              <a:custGeom>
                <a:rect b="b" l="l" r="r" t="t"/>
                <a:pathLst>
                  <a:path extrusionOk="0" h="978" w="1935">
                    <a:moveTo>
                      <a:pt x="1685" y="0"/>
                    </a:moveTo>
                    <a:cubicBezTo>
                      <a:pt x="1662" y="0"/>
                      <a:pt x="1636" y="5"/>
                      <a:pt x="1608" y="16"/>
                    </a:cubicBezTo>
                    <a:cubicBezTo>
                      <a:pt x="1157" y="192"/>
                      <a:pt x="706" y="367"/>
                      <a:pt x="230" y="542"/>
                    </a:cubicBezTo>
                    <a:cubicBezTo>
                      <a:pt x="1" y="634"/>
                      <a:pt x="86" y="978"/>
                      <a:pt x="294" y="978"/>
                    </a:cubicBezTo>
                    <a:cubicBezTo>
                      <a:pt x="314" y="978"/>
                      <a:pt x="334" y="975"/>
                      <a:pt x="355" y="969"/>
                    </a:cubicBezTo>
                    <a:lnTo>
                      <a:pt x="1734" y="417"/>
                    </a:lnTo>
                    <a:cubicBezTo>
                      <a:pt x="1935" y="328"/>
                      <a:pt x="1877" y="0"/>
                      <a:pt x="16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21"/>
              <p:cNvSpPr/>
              <p:nvPr/>
            </p:nvSpPr>
            <p:spPr>
              <a:xfrm>
                <a:off x="3401850" y="4980225"/>
                <a:ext cx="43750" cy="20875"/>
              </a:xfrm>
              <a:custGeom>
                <a:rect b="b" l="l" r="r" t="t"/>
                <a:pathLst>
                  <a:path extrusionOk="0" h="835" w="1750">
                    <a:moveTo>
                      <a:pt x="1485" y="0"/>
                    </a:moveTo>
                    <a:cubicBezTo>
                      <a:pt x="1459" y="0"/>
                      <a:pt x="1431" y="5"/>
                      <a:pt x="1401" y="16"/>
                    </a:cubicBezTo>
                    <a:cubicBezTo>
                      <a:pt x="1025" y="142"/>
                      <a:pt x="624" y="292"/>
                      <a:pt x="223" y="417"/>
                    </a:cubicBezTo>
                    <a:cubicBezTo>
                      <a:pt x="0" y="507"/>
                      <a:pt x="55" y="834"/>
                      <a:pt x="247" y="834"/>
                    </a:cubicBezTo>
                    <a:cubicBezTo>
                      <a:pt x="270" y="834"/>
                      <a:pt x="296" y="829"/>
                      <a:pt x="323" y="818"/>
                    </a:cubicBezTo>
                    <a:cubicBezTo>
                      <a:pt x="724" y="693"/>
                      <a:pt x="1125" y="543"/>
                      <a:pt x="1526" y="417"/>
                    </a:cubicBezTo>
                    <a:cubicBezTo>
                      <a:pt x="1750" y="328"/>
                      <a:pt x="1695" y="0"/>
                      <a:pt x="14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21"/>
              <p:cNvSpPr/>
              <p:nvPr/>
            </p:nvSpPr>
            <p:spPr>
              <a:xfrm>
                <a:off x="3495825" y="4962225"/>
                <a:ext cx="42675" cy="19450"/>
              </a:xfrm>
              <a:custGeom>
                <a:rect b="b" l="l" r="r" t="t"/>
                <a:pathLst>
                  <a:path extrusionOk="0" h="778" w="1707">
                    <a:moveTo>
                      <a:pt x="1418" y="0"/>
                    </a:moveTo>
                    <a:cubicBezTo>
                      <a:pt x="1397" y="0"/>
                      <a:pt x="1375" y="3"/>
                      <a:pt x="1351" y="9"/>
                    </a:cubicBezTo>
                    <a:cubicBezTo>
                      <a:pt x="975" y="135"/>
                      <a:pt x="600" y="260"/>
                      <a:pt x="224" y="360"/>
                    </a:cubicBezTo>
                    <a:cubicBezTo>
                      <a:pt x="0" y="450"/>
                      <a:pt x="55" y="777"/>
                      <a:pt x="265" y="777"/>
                    </a:cubicBezTo>
                    <a:cubicBezTo>
                      <a:pt x="291" y="777"/>
                      <a:pt x="319" y="772"/>
                      <a:pt x="349" y="761"/>
                    </a:cubicBezTo>
                    <a:cubicBezTo>
                      <a:pt x="725" y="661"/>
                      <a:pt x="1101" y="536"/>
                      <a:pt x="1477" y="410"/>
                    </a:cubicBezTo>
                    <a:cubicBezTo>
                      <a:pt x="1706" y="342"/>
                      <a:pt x="1642" y="0"/>
                      <a:pt x="14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21"/>
              <p:cNvSpPr/>
              <p:nvPr/>
            </p:nvSpPr>
            <p:spPr>
              <a:xfrm>
                <a:off x="3597175" y="4942800"/>
                <a:ext cx="42825" cy="18025"/>
              </a:xfrm>
              <a:custGeom>
                <a:rect b="b" l="l" r="r" t="t"/>
                <a:pathLst>
                  <a:path extrusionOk="0" h="721" w="1713">
                    <a:moveTo>
                      <a:pt x="1443" y="0"/>
                    </a:moveTo>
                    <a:cubicBezTo>
                      <a:pt x="1424" y="0"/>
                      <a:pt x="1404" y="3"/>
                      <a:pt x="1383" y="10"/>
                    </a:cubicBezTo>
                    <a:cubicBezTo>
                      <a:pt x="1007" y="110"/>
                      <a:pt x="606" y="210"/>
                      <a:pt x="230" y="310"/>
                    </a:cubicBezTo>
                    <a:cubicBezTo>
                      <a:pt x="0" y="379"/>
                      <a:pt x="65" y="721"/>
                      <a:pt x="289" y="721"/>
                    </a:cubicBezTo>
                    <a:cubicBezTo>
                      <a:pt x="309" y="721"/>
                      <a:pt x="332" y="718"/>
                      <a:pt x="355" y="711"/>
                    </a:cubicBezTo>
                    <a:cubicBezTo>
                      <a:pt x="731" y="611"/>
                      <a:pt x="1107" y="511"/>
                      <a:pt x="1483" y="411"/>
                    </a:cubicBezTo>
                    <a:cubicBezTo>
                      <a:pt x="1712" y="342"/>
                      <a:pt x="1648" y="0"/>
                      <a:pt x="144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21"/>
              <p:cNvSpPr/>
              <p:nvPr/>
            </p:nvSpPr>
            <p:spPr>
              <a:xfrm>
                <a:off x="3699450" y="4918200"/>
                <a:ext cx="51300" cy="22750"/>
              </a:xfrm>
              <a:custGeom>
                <a:rect b="b" l="l" r="r" t="t"/>
                <a:pathLst>
                  <a:path extrusionOk="0" h="910" w="2052">
                    <a:moveTo>
                      <a:pt x="1804" y="0"/>
                    </a:moveTo>
                    <a:cubicBezTo>
                      <a:pt x="1781" y="0"/>
                      <a:pt x="1755" y="5"/>
                      <a:pt x="1728" y="16"/>
                    </a:cubicBezTo>
                    <a:lnTo>
                      <a:pt x="224" y="492"/>
                    </a:lnTo>
                    <a:cubicBezTo>
                      <a:pt x="1" y="582"/>
                      <a:pt x="56" y="909"/>
                      <a:pt x="265" y="909"/>
                    </a:cubicBezTo>
                    <a:cubicBezTo>
                      <a:pt x="291" y="909"/>
                      <a:pt x="319" y="904"/>
                      <a:pt x="349" y="893"/>
                    </a:cubicBezTo>
                    <a:cubicBezTo>
                      <a:pt x="825" y="743"/>
                      <a:pt x="1327" y="567"/>
                      <a:pt x="1828" y="417"/>
                    </a:cubicBezTo>
                    <a:cubicBezTo>
                      <a:pt x="2051" y="328"/>
                      <a:pt x="1996" y="0"/>
                      <a:pt x="18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21"/>
              <p:cNvSpPr/>
              <p:nvPr/>
            </p:nvSpPr>
            <p:spPr>
              <a:xfrm>
                <a:off x="3800225" y="4899550"/>
                <a:ext cx="40275" cy="16175"/>
              </a:xfrm>
              <a:custGeom>
                <a:rect b="b" l="l" r="r" t="t"/>
                <a:pathLst>
                  <a:path extrusionOk="0" h="647" w="1611">
                    <a:moveTo>
                      <a:pt x="1322" y="1"/>
                    </a:moveTo>
                    <a:cubicBezTo>
                      <a:pt x="1301" y="1"/>
                      <a:pt x="1279" y="4"/>
                      <a:pt x="1256" y="10"/>
                    </a:cubicBezTo>
                    <a:cubicBezTo>
                      <a:pt x="930" y="85"/>
                      <a:pt x="579" y="161"/>
                      <a:pt x="253" y="236"/>
                    </a:cubicBezTo>
                    <a:cubicBezTo>
                      <a:pt x="1" y="305"/>
                      <a:pt x="84" y="646"/>
                      <a:pt x="292" y="646"/>
                    </a:cubicBezTo>
                    <a:cubicBezTo>
                      <a:pt x="312" y="646"/>
                      <a:pt x="332" y="643"/>
                      <a:pt x="353" y="637"/>
                    </a:cubicBezTo>
                    <a:cubicBezTo>
                      <a:pt x="704" y="562"/>
                      <a:pt x="1030" y="486"/>
                      <a:pt x="1381" y="411"/>
                    </a:cubicBezTo>
                    <a:cubicBezTo>
                      <a:pt x="1610" y="342"/>
                      <a:pt x="1546" y="1"/>
                      <a:pt x="13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21"/>
              <p:cNvSpPr/>
              <p:nvPr/>
            </p:nvSpPr>
            <p:spPr>
              <a:xfrm>
                <a:off x="3903800" y="4869950"/>
                <a:ext cx="57475" cy="25250"/>
              </a:xfrm>
              <a:custGeom>
                <a:rect b="b" l="l" r="r" t="t"/>
                <a:pathLst>
                  <a:path extrusionOk="0" h="1010" w="2299">
                    <a:moveTo>
                      <a:pt x="2052" y="0"/>
                    </a:moveTo>
                    <a:cubicBezTo>
                      <a:pt x="2028" y="0"/>
                      <a:pt x="2002" y="5"/>
                      <a:pt x="1975" y="16"/>
                    </a:cubicBezTo>
                    <a:cubicBezTo>
                      <a:pt x="1398" y="217"/>
                      <a:pt x="822" y="392"/>
                      <a:pt x="246" y="593"/>
                    </a:cubicBezTo>
                    <a:cubicBezTo>
                      <a:pt x="0" y="682"/>
                      <a:pt x="72" y="1010"/>
                      <a:pt x="268" y="1010"/>
                    </a:cubicBezTo>
                    <a:cubicBezTo>
                      <a:pt x="292" y="1010"/>
                      <a:pt x="318" y="1005"/>
                      <a:pt x="346" y="994"/>
                    </a:cubicBezTo>
                    <a:cubicBezTo>
                      <a:pt x="922" y="793"/>
                      <a:pt x="1499" y="618"/>
                      <a:pt x="2075" y="417"/>
                    </a:cubicBezTo>
                    <a:cubicBezTo>
                      <a:pt x="2298" y="328"/>
                      <a:pt x="2243" y="0"/>
                      <a:pt x="20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21"/>
              <p:cNvSpPr/>
              <p:nvPr/>
            </p:nvSpPr>
            <p:spPr>
              <a:xfrm>
                <a:off x="3999575" y="4853025"/>
                <a:ext cx="30625" cy="16500"/>
              </a:xfrm>
              <a:custGeom>
                <a:rect b="b" l="l" r="r" t="t"/>
                <a:pathLst>
                  <a:path extrusionOk="0" h="660" w="1225">
                    <a:moveTo>
                      <a:pt x="960" y="1"/>
                    </a:moveTo>
                    <a:cubicBezTo>
                      <a:pt x="934" y="1"/>
                      <a:pt x="906" y="6"/>
                      <a:pt x="876" y="17"/>
                    </a:cubicBezTo>
                    <a:lnTo>
                      <a:pt x="224" y="242"/>
                    </a:lnTo>
                    <a:cubicBezTo>
                      <a:pt x="1" y="331"/>
                      <a:pt x="56" y="659"/>
                      <a:pt x="265" y="659"/>
                    </a:cubicBezTo>
                    <a:cubicBezTo>
                      <a:pt x="291" y="659"/>
                      <a:pt x="319" y="654"/>
                      <a:pt x="349" y="643"/>
                    </a:cubicBezTo>
                    <a:cubicBezTo>
                      <a:pt x="550" y="568"/>
                      <a:pt x="775" y="493"/>
                      <a:pt x="1001" y="418"/>
                    </a:cubicBezTo>
                    <a:cubicBezTo>
                      <a:pt x="1224" y="328"/>
                      <a:pt x="1169" y="1"/>
                      <a:pt x="9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21"/>
              <p:cNvSpPr/>
              <p:nvPr/>
            </p:nvSpPr>
            <p:spPr>
              <a:xfrm>
                <a:off x="4069725" y="4835025"/>
                <a:ext cx="44525" cy="21300"/>
              </a:xfrm>
              <a:custGeom>
                <a:rect b="b" l="l" r="r" t="t"/>
                <a:pathLst>
                  <a:path extrusionOk="0" h="852" w="1781">
                    <a:moveTo>
                      <a:pt x="1489" y="0"/>
                    </a:moveTo>
                    <a:cubicBezTo>
                      <a:pt x="1470" y="0"/>
                      <a:pt x="1449" y="3"/>
                      <a:pt x="1428" y="10"/>
                    </a:cubicBezTo>
                    <a:cubicBezTo>
                      <a:pt x="1027" y="160"/>
                      <a:pt x="626" y="285"/>
                      <a:pt x="225" y="436"/>
                    </a:cubicBezTo>
                    <a:cubicBezTo>
                      <a:pt x="1" y="503"/>
                      <a:pt x="78" y="852"/>
                      <a:pt x="276" y="852"/>
                    </a:cubicBezTo>
                    <a:cubicBezTo>
                      <a:pt x="299" y="852"/>
                      <a:pt x="324" y="847"/>
                      <a:pt x="350" y="837"/>
                    </a:cubicBezTo>
                    <a:cubicBezTo>
                      <a:pt x="751" y="686"/>
                      <a:pt x="1152" y="561"/>
                      <a:pt x="1528" y="411"/>
                    </a:cubicBezTo>
                    <a:cubicBezTo>
                      <a:pt x="1781" y="342"/>
                      <a:pt x="1697" y="0"/>
                      <a:pt x="14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21"/>
              <p:cNvSpPr/>
              <p:nvPr/>
            </p:nvSpPr>
            <p:spPr>
              <a:xfrm>
                <a:off x="4163200" y="4808500"/>
                <a:ext cx="41175" cy="22200"/>
              </a:xfrm>
              <a:custGeom>
                <a:rect b="b" l="l" r="r" t="t"/>
                <a:pathLst>
                  <a:path extrusionOk="0" h="888" w="1647">
                    <a:moveTo>
                      <a:pt x="1312" y="0"/>
                    </a:moveTo>
                    <a:cubicBezTo>
                      <a:pt x="1284" y="0"/>
                      <a:pt x="1254" y="6"/>
                      <a:pt x="1223" y="18"/>
                    </a:cubicBezTo>
                    <a:lnTo>
                      <a:pt x="220" y="494"/>
                    </a:lnTo>
                    <a:cubicBezTo>
                      <a:pt x="0" y="604"/>
                      <a:pt x="128" y="888"/>
                      <a:pt x="332" y="888"/>
                    </a:cubicBezTo>
                    <a:cubicBezTo>
                      <a:pt x="360" y="888"/>
                      <a:pt x="390" y="882"/>
                      <a:pt x="421" y="870"/>
                    </a:cubicBezTo>
                    <a:cubicBezTo>
                      <a:pt x="772" y="695"/>
                      <a:pt x="1098" y="544"/>
                      <a:pt x="1449" y="369"/>
                    </a:cubicBezTo>
                    <a:cubicBezTo>
                      <a:pt x="1646" y="281"/>
                      <a:pt x="1516" y="0"/>
                      <a:pt x="1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21"/>
              <p:cNvSpPr/>
              <p:nvPr/>
            </p:nvSpPr>
            <p:spPr>
              <a:xfrm>
                <a:off x="4232525" y="4790525"/>
                <a:ext cx="45950" cy="21175"/>
              </a:xfrm>
              <a:custGeom>
                <a:rect b="b" l="l" r="r" t="t"/>
                <a:pathLst>
                  <a:path extrusionOk="0" h="847" w="1838">
                    <a:moveTo>
                      <a:pt x="1568" y="1"/>
                    </a:moveTo>
                    <a:cubicBezTo>
                      <a:pt x="1549" y="1"/>
                      <a:pt x="1529" y="4"/>
                      <a:pt x="1508" y="10"/>
                    </a:cubicBezTo>
                    <a:cubicBezTo>
                      <a:pt x="1082" y="136"/>
                      <a:pt x="655" y="286"/>
                      <a:pt x="229" y="436"/>
                    </a:cubicBezTo>
                    <a:cubicBezTo>
                      <a:pt x="0" y="505"/>
                      <a:pt x="86" y="847"/>
                      <a:pt x="294" y="847"/>
                    </a:cubicBezTo>
                    <a:cubicBezTo>
                      <a:pt x="313" y="847"/>
                      <a:pt x="333" y="844"/>
                      <a:pt x="355" y="837"/>
                    </a:cubicBezTo>
                    <a:cubicBezTo>
                      <a:pt x="781" y="687"/>
                      <a:pt x="1182" y="562"/>
                      <a:pt x="1608" y="411"/>
                    </a:cubicBezTo>
                    <a:cubicBezTo>
                      <a:pt x="1837" y="342"/>
                      <a:pt x="1773" y="1"/>
                      <a:pt x="15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21"/>
              <p:cNvSpPr/>
              <p:nvPr/>
            </p:nvSpPr>
            <p:spPr>
              <a:xfrm>
                <a:off x="2715050" y="4742150"/>
                <a:ext cx="247450" cy="217775"/>
              </a:xfrm>
              <a:custGeom>
                <a:rect b="b" l="l" r="r" t="t"/>
                <a:pathLst>
                  <a:path extrusionOk="0" h="8711" w="9898">
                    <a:moveTo>
                      <a:pt x="1173" y="0"/>
                    </a:moveTo>
                    <a:cubicBezTo>
                      <a:pt x="1108" y="0"/>
                      <a:pt x="1044" y="34"/>
                      <a:pt x="1003" y="116"/>
                    </a:cubicBezTo>
                    <a:cubicBezTo>
                      <a:pt x="677" y="767"/>
                      <a:pt x="352" y="1444"/>
                      <a:pt x="51" y="2096"/>
                    </a:cubicBezTo>
                    <a:cubicBezTo>
                      <a:pt x="1" y="2196"/>
                      <a:pt x="26" y="2396"/>
                      <a:pt x="176" y="2396"/>
                    </a:cubicBezTo>
                    <a:cubicBezTo>
                      <a:pt x="533" y="2444"/>
                      <a:pt x="888" y="2469"/>
                      <a:pt x="1240" y="2469"/>
                    </a:cubicBezTo>
                    <a:cubicBezTo>
                      <a:pt x="2000" y="2469"/>
                      <a:pt x="2748" y="2353"/>
                      <a:pt x="3485" y="2096"/>
                    </a:cubicBezTo>
                    <a:lnTo>
                      <a:pt x="3485" y="2096"/>
                    </a:lnTo>
                    <a:cubicBezTo>
                      <a:pt x="3184" y="2998"/>
                      <a:pt x="2783" y="3825"/>
                      <a:pt x="2357" y="4652"/>
                    </a:cubicBezTo>
                    <a:cubicBezTo>
                      <a:pt x="2286" y="4816"/>
                      <a:pt x="2413" y="4980"/>
                      <a:pt x="2574" y="4980"/>
                    </a:cubicBezTo>
                    <a:cubicBezTo>
                      <a:pt x="2585" y="4980"/>
                      <a:pt x="2596" y="4979"/>
                      <a:pt x="2607" y="4978"/>
                    </a:cubicBezTo>
                    <a:cubicBezTo>
                      <a:pt x="3134" y="4878"/>
                      <a:pt x="3685" y="4777"/>
                      <a:pt x="4236" y="4677"/>
                    </a:cubicBezTo>
                    <a:cubicBezTo>
                      <a:pt x="4598" y="4609"/>
                      <a:pt x="5122" y="4419"/>
                      <a:pt x="5516" y="4419"/>
                    </a:cubicBezTo>
                    <a:cubicBezTo>
                      <a:pt x="5559" y="4419"/>
                      <a:pt x="5600" y="4422"/>
                      <a:pt x="5640" y="4426"/>
                    </a:cubicBezTo>
                    <a:cubicBezTo>
                      <a:pt x="6392" y="4527"/>
                      <a:pt x="6091" y="4928"/>
                      <a:pt x="5840" y="5454"/>
                    </a:cubicBezTo>
                    <a:cubicBezTo>
                      <a:pt x="5615" y="5930"/>
                      <a:pt x="5414" y="6406"/>
                      <a:pt x="5189" y="6883"/>
                    </a:cubicBezTo>
                    <a:cubicBezTo>
                      <a:pt x="5124" y="7012"/>
                      <a:pt x="5208" y="7198"/>
                      <a:pt x="5346" y="7198"/>
                    </a:cubicBezTo>
                    <a:cubicBezTo>
                      <a:pt x="5367" y="7198"/>
                      <a:pt x="5390" y="7194"/>
                      <a:pt x="5414" y="7183"/>
                    </a:cubicBezTo>
                    <a:cubicBezTo>
                      <a:pt x="6667" y="6757"/>
                      <a:pt x="7971" y="6431"/>
                      <a:pt x="9274" y="6231"/>
                    </a:cubicBezTo>
                    <a:lnTo>
                      <a:pt x="9274" y="6231"/>
                    </a:lnTo>
                    <a:cubicBezTo>
                      <a:pt x="8898" y="6958"/>
                      <a:pt x="8522" y="7685"/>
                      <a:pt x="8146" y="8386"/>
                    </a:cubicBezTo>
                    <a:cubicBezTo>
                      <a:pt x="8059" y="8560"/>
                      <a:pt x="8202" y="8710"/>
                      <a:pt x="8339" y="8710"/>
                    </a:cubicBezTo>
                    <a:cubicBezTo>
                      <a:pt x="8399" y="8710"/>
                      <a:pt x="8459" y="8681"/>
                      <a:pt x="8497" y="8612"/>
                    </a:cubicBezTo>
                    <a:cubicBezTo>
                      <a:pt x="8948" y="7760"/>
                      <a:pt x="9399" y="6908"/>
                      <a:pt x="9850" y="6081"/>
                    </a:cubicBezTo>
                    <a:cubicBezTo>
                      <a:pt x="9898" y="5962"/>
                      <a:pt x="9833" y="5753"/>
                      <a:pt x="9676" y="5753"/>
                    </a:cubicBezTo>
                    <a:cubicBezTo>
                      <a:pt x="9668" y="5753"/>
                      <a:pt x="9659" y="5753"/>
                      <a:pt x="9650" y="5755"/>
                    </a:cubicBezTo>
                    <a:cubicBezTo>
                      <a:pt x="8322" y="5930"/>
                      <a:pt x="7043" y="6231"/>
                      <a:pt x="5765" y="6632"/>
                    </a:cubicBezTo>
                    <a:cubicBezTo>
                      <a:pt x="6116" y="5980"/>
                      <a:pt x="6517" y="5254"/>
                      <a:pt x="6693" y="4577"/>
                    </a:cubicBezTo>
                    <a:cubicBezTo>
                      <a:pt x="6743" y="4376"/>
                      <a:pt x="6818" y="4226"/>
                      <a:pt x="6693" y="4051"/>
                    </a:cubicBezTo>
                    <a:cubicBezTo>
                      <a:pt x="6587" y="3935"/>
                      <a:pt x="6436" y="3897"/>
                      <a:pt x="6274" y="3897"/>
                    </a:cubicBezTo>
                    <a:cubicBezTo>
                      <a:pt x="6015" y="3897"/>
                      <a:pt x="5725" y="3995"/>
                      <a:pt x="5540" y="4025"/>
                    </a:cubicBezTo>
                    <a:cubicBezTo>
                      <a:pt x="4662" y="4176"/>
                      <a:pt x="3785" y="4326"/>
                      <a:pt x="2908" y="4502"/>
                    </a:cubicBezTo>
                    <a:cubicBezTo>
                      <a:pt x="3359" y="3624"/>
                      <a:pt x="3760" y="2772"/>
                      <a:pt x="4011" y="1820"/>
                    </a:cubicBezTo>
                    <a:cubicBezTo>
                      <a:pt x="4032" y="1714"/>
                      <a:pt x="3945" y="1553"/>
                      <a:pt x="3811" y="1553"/>
                    </a:cubicBezTo>
                    <a:cubicBezTo>
                      <a:pt x="3787" y="1553"/>
                      <a:pt x="3762" y="1558"/>
                      <a:pt x="3735" y="1569"/>
                    </a:cubicBezTo>
                    <a:cubicBezTo>
                      <a:pt x="2928" y="1884"/>
                      <a:pt x="2104" y="2060"/>
                      <a:pt x="1242" y="2060"/>
                    </a:cubicBezTo>
                    <a:cubicBezTo>
                      <a:pt x="1006" y="2060"/>
                      <a:pt x="769" y="2047"/>
                      <a:pt x="527" y="2020"/>
                    </a:cubicBezTo>
                    <a:cubicBezTo>
                      <a:pt x="803" y="1444"/>
                      <a:pt x="1078" y="893"/>
                      <a:pt x="1354" y="316"/>
                    </a:cubicBezTo>
                    <a:cubicBezTo>
                      <a:pt x="1439" y="147"/>
                      <a:pt x="1306" y="0"/>
                      <a:pt x="11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21"/>
              <p:cNvSpPr/>
              <p:nvPr/>
            </p:nvSpPr>
            <p:spPr>
              <a:xfrm>
                <a:off x="3030225" y="4654825"/>
                <a:ext cx="196125" cy="227825"/>
              </a:xfrm>
              <a:custGeom>
                <a:rect b="b" l="l" r="r" t="t"/>
                <a:pathLst>
                  <a:path extrusionOk="0" h="9113" w="7845">
                    <a:moveTo>
                      <a:pt x="2007" y="1"/>
                    </a:moveTo>
                    <a:cubicBezTo>
                      <a:pt x="1942" y="1"/>
                      <a:pt x="1877" y="30"/>
                      <a:pt x="1830" y="100"/>
                    </a:cubicBezTo>
                    <a:cubicBezTo>
                      <a:pt x="1253" y="1002"/>
                      <a:pt x="677" y="1904"/>
                      <a:pt x="101" y="2807"/>
                    </a:cubicBezTo>
                    <a:cubicBezTo>
                      <a:pt x="0" y="2932"/>
                      <a:pt x="126" y="3107"/>
                      <a:pt x="276" y="3107"/>
                    </a:cubicBezTo>
                    <a:cubicBezTo>
                      <a:pt x="363" y="3114"/>
                      <a:pt x="464" y="3116"/>
                      <a:pt x="575" y="3116"/>
                    </a:cubicBezTo>
                    <a:cubicBezTo>
                      <a:pt x="842" y="3116"/>
                      <a:pt x="1165" y="3103"/>
                      <a:pt x="1490" y="3103"/>
                    </a:cubicBezTo>
                    <a:cubicBezTo>
                      <a:pt x="2069" y="3103"/>
                      <a:pt x="2653" y="3145"/>
                      <a:pt x="2933" y="3383"/>
                    </a:cubicBezTo>
                    <a:cubicBezTo>
                      <a:pt x="3334" y="3433"/>
                      <a:pt x="3359" y="3609"/>
                      <a:pt x="3033" y="3859"/>
                    </a:cubicBezTo>
                    <a:cubicBezTo>
                      <a:pt x="2832" y="4110"/>
                      <a:pt x="2657" y="4335"/>
                      <a:pt x="2457" y="4586"/>
                    </a:cubicBezTo>
                    <a:cubicBezTo>
                      <a:pt x="2156" y="4937"/>
                      <a:pt x="1880" y="5288"/>
                      <a:pt x="1554" y="5639"/>
                    </a:cubicBezTo>
                    <a:cubicBezTo>
                      <a:pt x="1429" y="5764"/>
                      <a:pt x="1529" y="5990"/>
                      <a:pt x="1705" y="5990"/>
                    </a:cubicBezTo>
                    <a:cubicBezTo>
                      <a:pt x="2056" y="6015"/>
                      <a:pt x="5289" y="5940"/>
                      <a:pt x="5389" y="6165"/>
                    </a:cubicBezTo>
                    <a:cubicBezTo>
                      <a:pt x="5614" y="6641"/>
                      <a:pt x="3985" y="7894"/>
                      <a:pt x="3910" y="8496"/>
                    </a:cubicBezTo>
                    <a:cubicBezTo>
                      <a:pt x="3885" y="8847"/>
                      <a:pt x="4035" y="8997"/>
                      <a:pt x="4336" y="9072"/>
                    </a:cubicBezTo>
                    <a:cubicBezTo>
                      <a:pt x="4417" y="9101"/>
                      <a:pt x="4513" y="9113"/>
                      <a:pt x="4618" y="9113"/>
                    </a:cubicBezTo>
                    <a:cubicBezTo>
                      <a:pt x="4964" y="9113"/>
                      <a:pt x="5401" y="8986"/>
                      <a:pt x="5690" y="8947"/>
                    </a:cubicBezTo>
                    <a:cubicBezTo>
                      <a:pt x="6316" y="8872"/>
                      <a:pt x="6943" y="8797"/>
                      <a:pt x="7569" y="8721"/>
                    </a:cubicBezTo>
                    <a:cubicBezTo>
                      <a:pt x="7837" y="8697"/>
                      <a:pt x="7845" y="8294"/>
                      <a:pt x="7592" y="8294"/>
                    </a:cubicBezTo>
                    <a:cubicBezTo>
                      <a:pt x="7585" y="8294"/>
                      <a:pt x="7577" y="8295"/>
                      <a:pt x="7569" y="8295"/>
                    </a:cubicBezTo>
                    <a:cubicBezTo>
                      <a:pt x="7018" y="8371"/>
                      <a:pt x="6441" y="8446"/>
                      <a:pt x="5865" y="8496"/>
                    </a:cubicBezTo>
                    <a:lnTo>
                      <a:pt x="5113" y="8596"/>
                    </a:lnTo>
                    <a:cubicBezTo>
                      <a:pt x="4930" y="8619"/>
                      <a:pt x="4809" y="8663"/>
                      <a:pt x="4730" y="8663"/>
                    </a:cubicBezTo>
                    <a:cubicBezTo>
                      <a:pt x="4636" y="8663"/>
                      <a:pt x="4600" y="8602"/>
                      <a:pt x="4587" y="8371"/>
                    </a:cubicBezTo>
                    <a:cubicBezTo>
                      <a:pt x="4512" y="7468"/>
                      <a:pt x="6015" y="7042"/>
                      <a:pt x="5940" y="6190"/>
                    </a:cubicBezTo>
                    <a:cubicBezTo>
                      <a:pt x="5915" y="5839"/>
                      <a:pt x="5715" y="5814"/>
                      <a:pt x="5389" y="5739"/>
                    </a:cubicBezTo>
                    <a:cubicBezTo>
                      <a:pt x="4787" y="5604"/>
                      <a:pt x="4123" y="5577"/>
                      <a:pt x="3460" y="5577"/>
                    </a:cubicBezTo>
                    <a:cubicBezTo>
                      <a:pt x="3018" y="5577"/>
                      <a:pt x="2577" y="5589"/>
                      <a:pt x="2156" y="5589"/>
                    </a:cubicBezTo>
                    <a:cubicBezTo>
                      <a:pt x="2582" y="5087"/>
                      <a:pt x="3008" y="4586"/>
                      <a:pt x="3384" y="4060"/>
                    </a:cubicBezTo>
                    <a:cubicBezTo>
                      <a:pt x="3559" y="3834"/>
                      <a:pt x="3835" y="3559"/>
                      <a:pt x="3735" y="3233"/>
                    </a:cubicBezTo>
                    <a:cubicBezTo>
                      <a:pt x="3634" y="2907"/>
                      <a:pt x="3309" y="2882"/>
                      <a:pt x="3008" y="2832"/>
                    </a:cubicBezTo>
                    <a:cubicBezTo>
                      <a:pt x="2444" y="2719"/>
                      <a:pt x="1838" y="2705"/>
                      <a:pt x="1242" y="2705"/>
                    </a:cubicBezTo>
                    <a:cubicBezTo>
                      <a:pt x="1044" y="2705"/>
                      <a:pt x="846" y="2706"/>
                      <a:pt x="652" y="2706"/>
                    </a:cubicBezTo>
                    <a:cubicBezTo>
                      <a:pt x="1178" y="1904"/>
                      <a:pt x="1680" y="1102"/>
                      <a:pt x="2181" y="300"/>
                    </a:cubicBezTo>
                    <a:cubicBezTo>
                      <a:pt x="2285" y="145"/>
                      <a:pt x="2150" y="1"/>
                      <a:pt x="20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21"/>
              <p:cNvSpPr/>
              <p:nvPr/>
            </p:nvSpPr>
            <p:spPr>
              <a:xfrm>
                <a:off x="3314050" y="4606950"/>
                <a:ext cx="191550" cy="212750"/>
              </a:xfrm>
              <a:custGeom>
                <a:rect b="b" l="l" r="r" t="t"/>
                <a:pathLst>
                  <a:path extrusionOk="0" h="8510" w="7662">
                    <a:moveTo>
                      <a:pt x="1947" y="0"/>
                    </a:moveTo>
                    <a:cubicBezTo>
                      <a:pt x="1883" y="0"/>
                      <a:pt x="1819" y="32"/>
                      <a:pt x="1780" y="110"/>
                    </a:cubicBezTo>
                    <a:cubicBezTo>
                      <a:pt x="1329" y="862"/>
                      <a:pt x="803" y="1514"/>
                      <a:pt x="151" y="2115"/>
                    </a:cubicBezTo>
                    <a:cubicBezTo>
                      <a:pt x="1" y="2240"/>
                      <a:pt x="126" y="2441"/>
                      <a:pt x="302" y="2466"/>
                    </a:cubicBezTo>
                    <a:cubicBezTo>
                      <a:pt x="778" y="2516"/>
                      <a:pt x="3134" y="2516"/>
                      <a:pt x="3184" y="3017"/>
                    </a:cubicBezTo>
                    <a:cubicBezTo>
                      <a:pt x="3209" y="3193"/>
                      <a:pt x="2181" y="3995"/>
                      <a:pt x="2031" y="4120"/>
                    </a:cubicBezTo>
                    <a:cubicBezTo>
                      <a:pt x="1655" y="4496"/>
                      <a:pt x="1279" y="4872"/>
                      <a:pt x="878" y="5223"/>
                    </a:cubicBezTo>
                    <a:cubicBezTo>
                      <a:pt x="753" y="5373"/>
                      <a:pt x="853" y="5574"/>
                      <a:pt x="1028" y="5599"/>
                    </a:cubicBezTo>
                    <a:cubicBezTo>
                      <a:pt x="1912" y="5655"/>
                      <a:pt x="2795" y="5683"/>
                      <a:pt x="3679" y="5683"/>
                    </a:cubicBezTo>
                    <a:cubicBezTo>
                      <a:pt x="3973" y="5683"/>
                      <a:pt x="4268" y="5680"/>
                      <a:pt x="4562" y="5674"/>
                    </a:cubicBezTo>
                    <a:lnTo>
                      <a:pt x="4562" y="5674"/>
                    </a:lnTo>
                    <a:lnTo>
                      <a:pt x="2808" y="8205"/>
                    </a:lnTo>
                    <a:cubicBezTo>
                      <a:pt x="2708" y="8331"/>
                      <a:pt x="2833" y="8506"/>
                      <a:pt x="2983" y="8506"/>
                    </a:cubicBezTo>
                    <a:cubicBezTo>
                      <a:pt x="3108" y="8508"/>
                      <a:pt x="3233" y="8509"/>
                      <a:pt x="3358" y="8509"/>
                    </a:cubicBezTo>
                    <a:cubicBezTo>
                      <a:pt x="4712" y="8509"/>
                      <a:pt x="6064" y="8387"/>
                      <a:pt x="7394" y="8180"/>
                    </a:cubicBezTo>
                    <a:cubicBezTo>
                      <a:pt x="7662" y="8132"/>
                      <a:pt x="7552" y="7753"/>
                      <a:pt x="7316" y="7753"/>
                    </a:cubicBezTo>
                    <a:cubicBezTo>
                      <a:pt x="7309" y="7753"/>
                      <a:pt x="7302" y="7753"/>
                      <a:pt x="7294" y="7754"/>
                    </a:cubicBezTo>
                    <a:cubicBezTo>
                      <a:pt x="5991" y="7980"/>
                      <a:pt x="4688" y="8080"/>
                      <a:pt x="3384" y="8105"/>
                    </a:cubicBezTo>
                    <a:cubicBezTo>
                      <a:pt x="3986" y="7253"/>
                      <a:pt x="4562" y="6426"/>
                      <a:pt x="5164" y="5574"/>
                    </a:cubicBezTo>
                    <a:cubicBezTo>
                      <a:pt x="5239" y="5448"/>
                      <a:pt x="5139" y="5248"/>
                      <a:pt x="4988" y="5248"/>
                    </a:cubicBezTo>
                    <a:cubicBezTo>
                      <a:pt x="4580" y="5266"/>
                      <a:pt x="4171" y="5274"/>
                      <a:pt x="3763" y="5274"/>
                    </a:cubicBezTo>
                    <a:cubicBezTo>
                      <a:pt x="3019" y="5274"/>
                      <a:pt x="2274" y="5246"/>
                      <a:pt x="1530" y="5198"/>
                    </a:cubicBezTo>
                    <a:cubicBezTo>
                      <a:pt x="2357" y="4496"/>
                      <a:pt x="3334" y="3744"/>
                      <a:pt x="3886" y="2867"/>
                    </a:cubicBezTo>
                    <a:cubicBezTo>
                      <a:pt x="3936" y="2817"/>
                      <a:pt x="3936" y="2717"/>
                      <a:pt x="3886" y="2667"/>
                    </a:cubicBezTo>
                    <a:cubicBezTo>
                      <a:pt x="3685" y="2341"/>
                      <a:pt x="3434" y="2391"/>
                      <a:pt x="3058" y="2341"/>
                    </a:cubicBezTo>
                    <a:cubicBezTo>
                      <a:pt x="2282" y="2266"/>
                      <a:pt x="1530" y="2190"/>
                      <a:pt x="753" y="2090"/>
                    </a:cubicBezTo>
                    <a:cubicBezTo>
                      <a:pt x="1279" y="1564"/>
                      <a:pt x="1755" y="962"/>
                      <a:pt x="2131" y="311"/>
                    </a:cubicBezTo>
                    <a:cubicBezTo>
                      <a:pt x="2235" y="155"/>
                      <a:pt x="2089" y="0"/>
                      <a:pt x="19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21"/>
              <p:cNvSpPr/>
              <p:nvPr/>
            </p:nvSpPr>
            <p:spPr>
              <a:xfrm>
                <a:off x="3582850" y="4547575"/>
                <a:ext cx="191750" cy="218000"/>
              </a:xfrm>
              <a:custGeom>
                <a:rect b="b" l="l" r="r" t="t"/>
                <a:pathLst>
                  <a:path extrusionOk="0" h="8720" w="7670">
                    <a:moveTo>
                      <a:pt x="1991" y="1"/>
                    </a:moveTo>
                    <a:cubicBezTo>
                      <a:pt x="1945" y="1"/>
                      <a:pt x="1898" y="17"/>
                      <a:pt x="1855" y="54"/>
                    </a:cubicBezTo>
                    <a:cubicBezTo>
                      <a:pt x="1053" y="831"/>
                      <a:pt x="477" y="1708"/>
                      <a:pt x="51" y="2736"/>
                    </a:cubicBezTo>
                    <a:cubicBezTo>
                      <a:pt x="1" y="2861"/>
                      <a:pt x="126" y="2986"/>
                      <a:pt x="251" y="3011"/>
                    </a:cubicBezTo>
                    <a:cubicBezTo>
                      <a:pt x="294" y="3013"/>
                      <a:pt x="340" y="3014"/>
                      <a:pt x="388" y="3014"/>
                    </a:cubicBezTo>
                    <a:cubicBezTo>
                      <a:pt x="617" y="3014"/>
                      <a:pt x="906" y="2999"/>
                      <a:pt x="1202" y="2999"/>
                    </a:cubicBezTo>
                    <a:cubicBezTo>
                      <a:pt x="1802" y="2999"/>
                      <a:pt x="2428" y="3061"/>
                      <a:pt x="2632" y="3437"/>
                    </a:cubicBezTo>
                    <a:cubicBezTo>
                      <a:pt x="2908" y="3914"/>
                      <a:pt x="2532" y="4114"/>
                      <a:pt x="2231" y="4565"/>
                    </a:cubicBezTo>
                    <a:cubicBezTo>
                      <a:pt x="1956" y="4941"/>
                      <a:pt x="1705" y="5317"/>
                      <a:pt x="1429" y="5693"/>
                    </a:cubicBezTo>
                    <a:cubicBezTo>
                      <a:pt x="1329" y="5844"/>
                      <a:pt x="1454" y="5994"/>
                      <a:pt x="1605" y="6019"/>
                    </a:cubicBezTo>
                    <a:cubicBezTo>
                      <a:pt x="2004" y="6050"/>
                      <a:pt x="2398" y="6064"/>
                      <a:pt x="2792" y="6064"/>
                    </a:cubicBezTo>
                    <a:cubicBezTo>
                      <a:pt x="3338" y="6064"/>
                      <a:pt x="3883" y="6038"/>
                      <a:pt x="4437" y="5994"/>
                    </a:cubicBezTo>
                    <a:lnTo>
                      <a:pt x="4437" y="5994"/>
                    </a:lnTo>
                    <a:cubicBezTo>
                      <a:pt x="3911" y="6746"/>
                      <a:pt x="3359" y="7498"/>
                      <a:pt x="2833" y="8250"/>
                    </a:cubicBezTo>
                    <a:cubicBezTo>
                      <a:pt x="2758" y="8350"/>
                      <a:pt x="2808" y="8500"/>
                      <a:pt x="2908" y="8550"/>
                    </a:cubicBezTo>
                    <a:cubicBezTo>
                      <a:pt x="3121" y="8678"/>
                      <a:pt x="3348" y="8720"/>
                      <a:pt x="3581" y="8720"/>
                    </a:cubicBezTo>
                    <a:cubicBezTo>
                      <a:pt x="3895" y="8720"/>
                      <a:pt x="4220" y="8644"/>
                      <a:pt x="4537" y="8600"/>
                    </a:cubicBezTo>
                    <a:cubicBezTo>
                      <a:pt x="5489" y="8475"/>
                      <a:pt x="6467" y="8350"/>
                      <a:pt x="7419" y="8250"/>
                    </a:cubicBezTo>
                    <a:cubicBezTo>
                      <a:pt x="7662" y="8201"/>
                      <a:pt x="7670" y="7822"/>
                      <a:pt x="7441" y="7822"/>
                    </a:cubicBezTo>
                    <a:cubicBezTo>
                      <a:pt x="7434" y="7822"/>
                      <a:pt x="7427" y="7823"/>
                      <a:pt x="7419" y="7823"/>
                    </a:cubicBezTo>
                    <a:cubicBezTo>
                      <a:pt x="6667" y="7924"/>
                      <a:pt x="5916" y="8024"/>
                      <a:pt x="5164" y="8099"/>
                    </a:cubicBezTo>
                    <a:cubicBezTo>
                      <a:pt x="4774" y="8158"/>
                      <a:pt x="4204" y="8322"/>
                      <a:pt x="3722" y="8322"/>
                    </a:cubicBezTo>
                    <a:cubicBezTo>
                      <a:pt x="3583" y="8322"/>
                      <a:pt x="3452" y="8308"/>
                      <a:pt x="3334" y="8275"/>
                    </a:cubicBezTo>
                    <a:cubicBezTo>
                      <a:pt x="3911" y="7473"/>
                      <a:pt x="4462" y="6646"/>
                      <a:pt x="5038" y="5844"/>
                    </a:cubicBezTo>
                    <a:cubicBezTo>
                      <a:pt x="5133" y="5725"/>
                      <a:pt x="5027" y="5541"/>
                      <a:pt x="4889" y="5541"/>
                    </a:cubicBezTo>
                    <a:cubicBezTo>
                      <a:pt x="4880" y="5541"/>
                      <a:pt x="4872" y="5541"/>
                      <a:pt x="4863" y="5543"/>
                    </a:cubicBezTo>
                    <a:cubicBezTo>
                      <a:pt x="4228" y="5610"/>
                      <a:pt x="3593" y="5643"/>
                      <a:pt x="2958" y="5643"/>
                    </a:cubicBezTo>
                    <a:cubicBezTo>
                      <a:pt x="2641" y="5643"/>
                      <a:pt x="2323" y="5635"/>
                      <a:pt x="2006" y="5618"/>
                    </a:cubicBezTo>
                    <a:cubicBezTo>
                      <a:pt x="2432" y="5016"/>
                      <a:pt x="2908" y="4415"/>
                      <a:pt x="3284" y="3788"/>
                    </a:cubicBezTo>
                    <a:cubicBezTo>
                      <a:pt x="3459" y="3488"/>
                      <a:pt x="3660" y="3262"/>
                      <a:pt x="3434" y="2961"/>
                    </a:cubicBezTo>
                    <a:cubicBezTo>
                      <a:pt x="3284" y="2761"/>
                      <a:pt x="3008" y="2761"/>
                      <a:pt x="2808" y="2711"/>
                    </a:cubicBezTo>
                    <a:cubicBezTo>
                      <a:pt x="2106" y="2585"/>
                      <a:pt x="1304" y="2610"/>
                      <a:pt x="577" y="2585"/>
                    </a:cubicBezTo>
                    <a:cubicBezTo>
                      <a:pt x="953" y="1733"/>
                      <a:pt x="1479" y="1006"/>
                      <a:pt x="2156" y="355"/>
                    </a:cubicBezTo>
                    <a:cubicBezTo>
                      <a:pt x="2314" y="217"/>
                      <a:pt x="2161" y="1"/>
                      <a:pt x="19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21"/>
              <p:cNvSpPr/>
              <p:nvPr/>
            </p:nvSpPr>
            <p:spPr>
              <a:xfrm>
                <a:off x="3458800" y="5024075"/>
                <a:ext cx="265050" cy="197800"/>
              </a:xfrm>
              <a:custGeom>
                <a:rect b="b" l="l" r="r" t="t"/>
                <a:pathLst>
                  <a:path extrusionOk="0" h="7912" w="10602">
                    <a:moveTo>
                      <a:pt x="2553" y="0"/>
                    </a:moveTo>
                    <a:cubicBezTo>
                      <a:pt x="2504" y="0"/>
                      <a:pt x="2453" y="20"/>
                      <a:pt x="2406" y="67"/>
                    </a:cubicBezTo>
                    <a:cubicBezTo>
                      <a:pt x="1504" y="969"/>
                      <a:pt x="727" y="1947"/>
                      <a:pt x="50" y="3049"/>
                    </a:cubicBezTo>
                    <a:cubicBezTo>
                      <a:pt x="0" y="3150"/>
                      <a:pt x="50" y="3325"/>
                      <a:pt x="176" y="3350"/>
                    </a:cubicBezTo>
                    <a:cubicBezTo>
                      <a:pt x="341" y="3377"/>
                      <a:pt x="505" y="3389"/>
                      <a:pt x="667" y="3389"/>
                    </a:cubicBezTo>
                    <a:cubicBezTo>
                      <a:pt x="1831" y="3389"/>
                      <a:pt x="2908" y="2773"/>
                      <a:pt x="4075" y="2773"/>
                    </a:cubicBezTo>
                    <a:cubicBezTo>
                      <a:pt x="4095" y="2773"/>
                      <a:pt x="4115" y="2773"/>
                      <a:pt x="4136" y="2774"/>
                    </a:cubicBezTo>
                    <a:cubicBezTo>
                      <a:pt x="3584" y="3576"/>
                      <a:pt x="3033" y="4378"/>
                      <a:pt x="2431" y="5155"/>
                    </a:cubicBezTo>
                    <a:cubicBezTo>
                      <a:pt x="2317" y="5292"/>
                      <a:pt x="2390" y="5512"/>
                      <a:pt x="2575" y="5512"/>
                    </a:cubicBezTo>
                    <a:cubicBezTo>
                      <a:pt x="2593" y="5512"/>
                      <a:pt x="2612" y="5510"/>
                      <a:pt x="2632" y="5505"/>
                    </a:cubicBezTo>
                    <a:cubicBezTo>
                      <a:pt x="3835" y="5129"/>
                      <a:pt x="5063" y="4829"/>
                      <a:pt x="6316" y="4603"/>
                    </a:cubicBezTo>
                    <a:lnTo>
                      <a:pt x="6316" y="4603"/>
                    </a:lnTo>
                    <a:cubicBezTo>
                      <a:pt x="5915" y="5631"/>
                      <a:pt x="5364" y="6533"/>
                      <a:pt x="4612" y="7335"/>
                    </a:cubicBezTo>
                    <a:cubicBezTo>
                      <a:pt x="4512" y="7435"/>
                      <a:pt x="4537" y="7561"/>
                      <a:pt x="4612" y="7636"/>
                    </a:cubicBezTo>
                    <a:cubicBezTo>
                      <a:pt x="4837" y="7661"/>
                      <a:pt x="5063" y="7661"/>
                      <a:pt x="5263" y="7686"/>
                    </a:cubicBezTo>
                    <a:cubicBezTo>
                      <a:pt x="6391" y="7586"/>
                      <a:pt x="7519" y="7009"/>
                      <a:pt x="8572" y="6658"/>
                    </a:cubicBezTo>
                    <a:cubicBezTo>
                      <a:pt x="8754" y="6590"/>
                      <a:pt x="9393" y="6272"/>
                      <a:pt x="9620" y="6272"/>
                    </a:cubicBezTo>
                    <a:cubicBezTo>
                      <a:pt x="9643" y="6272"/>
                      <a:pt x="9661" y="6276"/>
                      <a:pt x="9675" y="6282"/>
                    </a:cubicBezTo>
                    <a:cubicBezTo>
                      <a:pt x="10151" y="6558"/>
                      <a:pt x="9649" y="7435"/>
                      <a:pt x="9524" y="7686"/>
                    </a:cubicBezTo>
                    <a:cubicBezTo>
                      <a:pt x="9499" y="7761"/>
                      <a:pt x="9449" y="7836"/>
                      <a:pt x="9424" y="7911"/>
                    </a:cubicBezTo>
                    <a:lnTo>
                      <a:pt x="9950" y="7911"/>
                    </a:lnTo>
                    <a:cubicBezTo>
                      <a:pt x="10351" y="7160"/>
                      <a:pt x="10602" y="6358"/>
                      <a:pt x="10201" y="5982"/>
                    </a:cubicBezTo>
                    <a:cubicBezTo>
                      <a:pt x="10085" y="5866"/>
                      <a:pt x="9933" y="5821"/>
                      <a:pt x="9763" y="5821"/>
                    </a:cubicBezTo>
                    <a:cubicBezTo>
                      <a:pt x="9271" y="5821"/>
                      <a:pt x="8631" y="6196"/>
                      <a:pt x="8296" y="6307"/>
                    </a:cubicBezTo>
                    <a:cubicBezTo>
                      <a:pt x="7319" y="6633"/>
                      <a:pt x="6266" y="7160"/>
                      <a:pt x="5213" y="7260"/>
                    </a:cubicBezTo>
                    <a:cubicBezTo>
                      <a:pt x="5940" y="6408"/>
                      <a:pt x="6492" y="5455"/>
                      <a:pt x="6868" y="4378"/>
                    </a:cubicBezTo>
                    <a:cubicBezTo>
                      <a:pt x="6913" y="4240"/>
                      <a:pt x="6771" y="4124"/>
                      <a:pt x="6631" y="4124"/>
                    </a:cubicBezTo>
                    <a:cubicBezTo>
                      <a:pt x="6618" y="4124"/>
                      <a:pt x="6605" y="4125"/>
                      <a:pt x="6592" y="4127"/>
                    </a:cubicBezTo>
                    <a:cubicBezTo>
                      <a:pt x="5414" y="4327"/>
                      <a:pt x="4261" y="4603"/>
                      <a:pt x="3108" y="4929"/>
                    </a:cubicBezTo>
                    <a:cubicBezTo>
                      <a:pt x="3659" y="4202"/>
                      <a:pt x="4186" y="3450"/>
                      <a:pt x="4687" y="2673"/>
                    </a:cubicBezTo>
                    <a:cubicBezTo>
                      <a:pt x="4787" y="2548"/>
                      <a:pt x="4662" y="2398"/>
                      <a:pt x="4512" y="2373"/>
                    </a:cubicBezTo>
                    <a:cubicBezTo>
                      <a:pt x="4385" y="2356"/>
                      <a:pt x="4259" y="2349"/>
                      <a:pt x="4134" y="2349"/>
                    </a:cubicBezTo>
                    <a:cubicBezTo>
                      <a:pt x="2984" y="2349"/>
                      <a:pt x="1911" y="2979"/>
                      <a:pt x="770" y="2979"/>
                    </a:cubicBezTo>
                    <a:cubicBezTo>
                      <a:pt x="714" y="2979"/>
                      <a:pt x="658" y="2977"/>
                      <a:pt x="602" y="2974"/>
                    </a:cubicBezTo>
                    <a:cubicBezTo>
                      <a:pt x="1203" y="2022"/>
                      <a:pt x="1905" y="1144"/>
                      <a:pt x="2707" y="342"/>
                    </a:cubicBezTo>
                    <a:cubicBezTo>
                      <a:pt x="2841" y="208"/>
                      <a:pt x="2711" y="0"/>
                      <a:pt x="25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21"/>
              <p:cNvSpPr/>
              <p:nvPr/>
            </p:nvSpPr>
            <p:spPr>
              <a:xfrm>
                <a:off x="3755175" y="4951000"/>
                <a:ext cx="279200" cy="259600"/>
              </a:xfrm>
              <a:custGeom>
                <a:rect b="b" l="l" r="r" t="t"/>
                <a:pathLst>
                  <a:path extrusionOk="0" h="10384" w="11168">
                    <a:moveTo>
                      <a:pt x="1797" y="0"/>
                    </a:moveTo>
                    <a:cubicBezTo>
                      <a:pt x="1735" y="0"/>
                      <a:pt x="1673" y="25"/>
                      <a:pt x="1629" y="83"/>
                    </a:cubicBezTo>
                    <a:lnTo>
                      <a:pt x="75" y="2263"/>
                    </a:lnTo>
                    <a:cubicBezTo>
                      <a:pt x="0" y="2413"/>
                      <a:pt x="125" y="2589"/>
                      <a:pt x="276" y="2589"/>
                    </a:cubicBezTo>
                    <a:cubicBezTo>
                      <a:pt x="475" y="2593"/>
                      <a:pt x="675" y="2595"/>
                      <a:pt x="875" y="2595"/>
                    </a:cubicBezTo>
                    <a:cubicBezTo>
                      <a:pt x="1910" y="2595"/>
                      <a:pt x="2956" y="2539"/>
                      <a:pt x="3985" y="2413"/>
                    </a:cubicBezTo>
                    <a:lnTo>
                      <a:pt x="3985" y="2413"/>
                    </a:lnTo>
                    <a:cubicBezTo>
                      <a:pt x="3409" y="3065"/>
                      <a:pt x="2832" y="3767"/>
                      <a:pt x="2281" y="4469"/>
                    </a:cubicBezTo>
                    <a:cubicBezTo>
                      <a:pt x="2206" y="4594"/>
                      <a:pt x="2331" y="4794"/>
                      <a:pt x="2481" y="4794"/>
                    </a:cubicBezTo>
                    <a:cubicBezTo>
                      <a:pt x="3509" y="4744"/>
                      <a:pt x="4511" y="4569"/>
                      <a:pt x="5489" y="4318"/>
                    </a:cubicBezTo>
                    <a:lnTo>
                      <a:pt x="5489" y="4318"/>
                    </a:lnTo>
                    <a:cubicBezTo>
                      <a:pt x="5088" y="5170"/>
                      <a:pt x="4637" y="5972"/>
                      <a:pt x="4135" y="6749"/>
                    </a:cubicBezTo>
                    <a:cubicBezTo>
                      <a:pt x="4042" y="6913"/>
                      <a:pt x="4189" y="7077"/>
                      <a:pt x="4332" y="7077"/>
                    </a:cubicBezTo>
                    <a:cubicBezTo>
                      <a:pt x="4341" y="7077"/>
                      <a:pt x="4351" y="7077"/>
                      <a:pt x="4361" y="7075"/>
                    </a:cubicBezTo>
                    <a:cubicBezTo>
                      <a:pt x="5714" y="6849"/>
                      <a:pt x="7043" y="6599"/>
                      <a:pt x="8346" y="6298"/>
                    </a:cubicBezTo>
                    <a:lnTo>
                      <a:pt x="8346" y="6298"/>
                    </a:lnTo>
                    <a:cubicBezTo>
                      <a:pt x="7945" y="7175"/>
                      <a:pt x="7519" y="8078"/>
                      <a:pt x="7068" y="8980"/>
                    </a:cubicBezTo>
                    <a:cubicBezTo>
                      <a:pt x="7001" y="9135"/>
                      <a:pt x="7091" y="9289"/>
                      <a:pt x="7251" y="9289"/>
                    </a:cubicBezTo>
                    <a:cubicBezTo>
                      <a:pt x="7272" y="9289"/>
                      <a:pt x="7295" y="9286"/>
                      <a:pt x="7318" y="9281"/>
                    </a:cubicBezTo>
                    <a:cubicBezTo>
                      <a:pt x="8396" y="9055"/>
                      <a:pt x="9449" y="8779"/>
                      <a:pt x="10526" y="8479"/>
                    </a:cubicBezTo>
                    <a:lnTo>
                      <a:pt x="10526" y="8479"/>
                    </a:lnTo>
                    <a:lnTo>
                      <a:pt x="9574" y="10383"/>
                    </a:lnTo>
                    <a:cubicBezTo>
                      <a:pt x="9724" y="10383"/>
                      <a:pt x="9900" y="10358"/>
                      <a:pt x="10050" y="10333"/>
                    </a:cubicBezTo>
                    <a:cubicBezTo>
                      <a:pt x="10401" y="9657"/>
                      <a:pt x="10752" y="8955"/>
                      <a:pt x="11078" y="8253"/>
                    </a:cubicBezTo>
                    <a:cubicBezTo>
                      <a:pt x="11167" y="8119"/>
                      <a:pt x="11057" y="7944"/>
                      <a:pt x="10907" y="7944"/>
                    </a:cubicBezTo>
                    <a:cubicBezTo>
                      <a:pt x="10889" y="7944"/>
                      <a:pt x="10871" y="7947"/>
                      <a:pt x="10852" y="7952"/>
                    </a:cubicBezTo>
                    <a:cubicBezTo>
                      <a:pt x="9775" y="8253"/>
                      <a:pt x="8722" y="8529"/>
                      <a:pt x="7619" y="8779"/>
                    </a:cubicBezTo>
                    <a:cubicBezTo>
                      <a:pt x="8070" y="7902"/>
                      <a:pt x="8496" y="7000"/>
                      <a:pt x="8897" y="6098"/>
                    </a:cubicBezTo>
                    <a:cubicBezTo>
                      <a:pt x="8964" y="5943"/>
                      <a:pt x="8874" y="5788"/>
                      <a:pt x="8732" y="5788"/>
                    </a:cubicBezTo>
                    <a:cubicBezTo>
                      <a:pt x="8712" y="5788"/>
                      <a:pt x="8692" y="5791"/>
                      <a:pt x="8672" y="5797"/>
                    </a:cubicBezTo>
                    <a:cubicBezTo>
                      <a:pt x="7368" y="6098"/>
                      <a:pt x="6065" y="6348"/>
                      <a:pt x="4737" y="6574"/>
                    </a:cubicBezTo>
                    <a:cubicBezTo>
                      <a:pt x="5238" y="5772"/>
                      <a:pt x="5664" y="4970"/>
                      <a:pt x="6065" y="4118"/>
                    </a:cubicBezTo>
                    <a:cubicBezTo>
                      <a:pt x="6130" y="3988"/>
                      <a:pt x="6046" y="3802"/>
                      <a:pt x="5908" y="3802"/>
                    </a:cubicBezTo>
                    <a:cubicBezTo>
                      <a:pt x="5887" y="3802"/>
                      <a:pt x="5864" y="3807"/>
                      <a:pt x="5840" y="3817"/>
                    </a:cubicBezTo>
                    <a:cubicBezTo>
                      <a:pt x="4862" y="4093"/>
                      <a:pt x="3910" y="4243"/>
                      <a:pt x="2932" y="4343"/>
                    </a:cubicBezTo>
                    <a:cubicBezTo>
                      <a:pt x="3484" y="3641"/>
                      <a:pt x="4035" y="2940"/>
                      <a:pt x="4637" y="2288"/>
                    </a:cubicBezTo>
                    <a:cubicBezTo>
                      <a:pt x="4778" y="2123"/>
                      <a:pt x="4653" y="1935"/>
                      <a:pt x="4470" y="1935"/>
                    </a:cubicBezTo>
                    <a:cubicBezTo>
                      <a:pt x="4459" y="1935"/>
                      <a:pt x="4448" y="1936"/>
                      <a:pt x="4436" y="1937"/>
                    </a:cubicBezTo>
                    <a:cubicBezTo>
                      <a:pt x="3340" y="2091"/>
                      <a:pt x="2243" y="2167"/>
                      <a:pt x="1147" y="2167"/>
                    </a:cubicBezTo>
                    <a:cubicBezTo>
                      <a:pt x="990" y="2167"/>
                      <a:pt x="833" y="2166"/>
                      <a:pt x="677" y="2163"/>
                    </a:cubicBezTo>
                    <a:lnTo>
                      <a:pt x="1980" y="308"/>
                    </a:lnTo>
                    <a:cubicBezTo>
                      <a:pt x="2105" y="148"/>
                      <a:pt x="1951" y="0"/>
                      <a:pt x="17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21"/>
              <p:cNvSpPr/>
              <p:nvPr/>
            </p:nvSpPr>
            <p:spPr>
              <a:xfrm>
                <a:off x="4054675" y="4870500"/>
                <a:ext cx="254025" cy="300625"/>
              </a:xfrm>
              <a:custGeom>
                <a:rect b="b" l="l" r="r" t="t"/>
                <a:pathLst>
                  <a:path extrusionOk="0" h="12025" w="10161">
                    <a:moveTo>
                      <a:pt x="2574" y="0"/>
                    </a:moveTo>
                    <a:cubicBezTo>
                      <a:pt x="2513" y="0"/>
                      <a:pt x="2451" y="28"/>
                      <a:pt x="2406" y="94"/>
                    </a:cubicBezTo>
                    <a:cubicBezTo>
                      <a:pt x="1629" y="1097"/>
                      <a:pt x="877" y="2100"/>
                      <a:pt x="100" y="3102"/>
                    </a:cubicBezTo>
                    <a:cubicBezTo>
                      <a:pt x="0" y="3252"/>
                      <a:pt x="150" y="3428"/>
                      <a:pt x="276" y="3428"/>
                    </a:cubicBezTo>
                    <a:cubicBezTo>
                      <a:pt x="1654" y="3453"/>
                      <a:pt x="3033" y="3478"/>
                      <a:pt x="4386" y="3503"/>
                    </a:cubicBezTo>
                    <a:cubicBezTo>
                      <a:pt x="4060" y="4455"/>
                      <a:pt x="3584" y="5358"/>
                      <a:pt x="2983" y="6185"/>
                    </a:cubicBezTo>
                    <a:cubicBezTo>
                      <a:pt x="2882" y="6310"/>
                      <a:pt x="3033" y="6485"/>
                      <a:pt x="3158" y="6485"/>
                    </a:cubicBezTo>
                    <a:cubicBezTo>
                      <a:pt x="3539" y="6521"/>
                      <a:pt x="3918" y="6539"/>
                      <a:pt x="4296" y="6539"/>
                    </a:cubicBezTo>
                    <a:cubicBezTo>
                      <a:pt x="5234" y="6539"/>
                      <a:pt x="6163" y="6431"/>
                      <a:pt x="7093" y="6235"/>
                    </a:cubicBezTo>
                    <a:lnTo>
                      <a:pt x="7093" y="6235"/>
                    </a:lnTo>
                    <a:cubicBezTo>
                      <a:pt x="6692" y="7137"/>
                      <a:pt x="6165" y="7939"/>
                      <a:pt x="5489" y="8691"/>
                    </a:cubicBezTo>
                    <a:cubicBezTo>
                      <a:pt x="5393" y="8810"/>
                      <a:pt x="5434" y="9044"/>
                      <a:pt x="5612" y="9044"/>
                    </a:cubicBezTo>
                    <a:cubicBezTo>
                      <a:pt x="5621" y="9044"/>
                      <a:pt x="5630" y="9043"/>
                      <a:pt x="5639" y="9042"/>
                    </a:cubicBezTo>
                    <a:cubicBezTo>
                      <a:pt x="6993" y="8942"/>
                      <a:pt x="8296" y="8641"/>
                      <a:pt x="9524" y="8115"/>
                    </a:cubicBezTo>
                    <a:lnTo>
                      <a:pt x="9524" y="8115"/>
                    </a:lnTo>
                    <a:cubicBezTo>
                      <a:pt x="9023" y="9468"/>
                      <a:pt x="8421" y="10771"/>
                      <a:pt x="7719" y="12024"/>
                    </a:cubicBezTo>
                    <a:cubicBezTo>
                      <a:pt x="7920" y="11999"/>
                      <a:pt x="8095" y="11949"/>
                      <a:pt x="8271" y="11924"/>
                    </a:cubicBezTo>
                    <a:cubicBezTo>
                      <a:pt x="8998" y="10596"/>
                      <a:pt x="9599" y="9192"/>
                      <a:pt x="10100" y="7764"/>
                    </a:cubicBezTo>
                    <a:cubicBezTo>
                      <a:pt x="10160" y="7624"/>
                      <a:pt x="10029" y="7516"/>
                      <a:pt x="9897" y="7516"/>
                    </a:cubicBezTo>
                    <a:cubicBezTo>
                      <a:pt x="9864" y="7516"/>
                      <a:pt x="9830" y="7523"/>
                      <a:pt x="9800" y="7538"/>
                    </a:cubicBezTo>
                    <a:cubicBezTo>
                      <a:pt x="8622" y="8090"/>
                      <a:pt x="7419" y="8440"/>
                      <a:pt x="6115" y="8591"/>
                    </a:cubicBezTo>
                    <a:cubicBezTo>
                      <a:pt x="6767" y="7814"/>
                      <a:pt x="7268" y="6962"/>
                      <a:pt x="7644" y="6009"/>
                    </a:cubicBezTo>
                    <a:cubicBezTo>
                      <a:pt x="7690" y="5872"/>
                      <a:pt x="7548" y="5755"/>
                      <a:pt x="7427" y="5755"/>
                    </a:cubicBezTo>
                    <a:cubicBezTo>
                      <a:pt x="7416" y="5755"/>
                      <a:pt x="7404" y="5757"/>
                      <a:pt x="7394" y="5759"/>
                    </a:cubicBezTo>
                    <a:cubicBezTo>
                      <a:pt x="6385" y="5996"/>
                      <a:pt x="5377" y="6108"/>
                      <a:pt x="4356" y="6108"/>
                    </a:cubicBezTo>
                    <a:cubicBezTo>
                      <a:pt x="4083" y="6108"/>
                      <a:pt x="3809" y="6100"/>
                      <a:pt x="3534" y="6084"/>
                    </a:cubicBezTo>
                    <a:cubicBezTo>
                      <a:pt x="4135" y="5232"/>
                      <a:pt x="4561" y="4330"/>
                      <a:pt x="4887" y="3353"/>
                    </a:cubicBezTo>
                    <a:cubicBezTo>
                      <a:pt x="4937" y="3227"/>
                      <a:pt x="4837" y="3077"/>
                      <a:pt x="4687" y="3077"/>
                    </a:cubicBezTo>
                    <a:cubicBezTo>
                      <a:pt x="3358" y="3052"/>
                      <a:pt x="2030" y="3027"/>
                      <a:pt x="702" y="3002"/>
                    </a:cubicBezTo>
                    <a:cubicBezTo>
                      <a:pt x="1378" y="2100"/>
                      <a:pt x="2080" y="1197"/>
                      <a:pt x="2757" y="295"/>
                    </a:cubicBezTo>
                    <a:cubicBezTo>
                      <a:pt x="2863" y="154"/>
                      <a:pt x="2720" y="0"/>
                      <a:pt x="257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21"/>
              <p:cNvSpPr/>
              <p:nvPr/>
            </p:nvSpPr>
            <p:spPr>
              <a:xfrm>
                <a:off x="4371075" y="4780300"/>
                <a:ext cx="282525" cy="279925"/>
              </a:xfrm>
              <a:custGeom>
                <a:rect b="b" l="l" r="r" t="t"/>
                <a:pathLst>
                  <a:path extrusionOk="0" h="11197" w="11301">
                    <a:moveTo>
                      <a:pt x="1309" y="0"/>
                    </a:moveTo>
                    <a:cubicBezTo>
                      <a:pt x="1249" y="0"/>
                      <a:pt x="1190" y="27"/>
                      <a:pt x="1154" y="93"/>
                    </a:cubicBezTo>
                    <a:cubicBezTo>
                      <a:pt x="677" y="921"/>
                      <a:pt x="301" y="1773"/>
                      <a:pt x="26" y="2675"/>
                    </a:cubicBezTo>
                    <a:cubicBezTo>
                      <a:pt x="1" y="2800"/>
                      <a:pt x="101" y="2926"/>
                      <a:pt x="226" y="2926"/>
                    </a:cubicBezTo>
                    <a:cubicBezTo>
                      <a:pt x="1279" y="2926"/>
                      <a:pt x="2307" y="2926"/>
                      <a:pt x="3334" y="2900"/>
                    </a:cubicBezTo>
                    <a:lnTo>
                      <a:pt x="3334" y="2900"/>
                    </a:lnTo>
                    <a:cubicBezTo>
                      <a:pt x="2983" y="3627"/>
                      <a:pt x="2632" y="4329"/>
                      <a:pt x="2281" y="5056"/>
                    </a:cubicBezTo>
                    <a:cubicBezTo>
                      <a:pt x="2206" y="5181"/>
                      <a:pt x="2281" y="5357"/>
                      <a:pt x="2457" y="5357"/>
                    </a:cubicBezTo>
                    <a:cubicBezTo>
                      <a:pt x="3484" y="5332"/>
                      <a:pt x="4462" y="5181"/>
                      <a:pt x="5439" y="4931"/>
                    </a:cubicBezTo>
                    <a:lnTo>
                      <a:pt x="5439" y="4931"/>
                    </a:lnTo>
                    <a:cubicBezTo>
                      <a:pt x="5088" y="5933"/>
                      <a:pt x="4662" y="6885"/>
                      <a:pt x="4086" y="7763"/>
                    </a:cubicBezTo>
                    <a:cubicBezTo>
                      <a:pt x="3991" y="7881"/>
                      <a:pt x="4076" y="8090"/>
                      <a:pt x="4235" y="8090"/>
                    </a:cubicBezTo>
                    <a:cubicBezTo>
                      <a:pt x="4243" y="8090"/>
                      <a:pt x="4252" y="8090"/>
                      <a:pt x="4261" y="8088"/>
                    </a:cubicBezTo>
                    <a:cubicBezTo>
                      <a:pt x="5565" y="7913"/>
                      <a:pt x="6793" y="7587"/>
                      <a:pt x="7971" y="7086"/>
                    </a:cubicBezTo>
                    <a:lnTo>
                      <a:pt x="7971" y="7086"/>
                    </a:lnTo>
                    <a:cubicBezTo>
                      <a:pt x="7870" y="7813"/>
                      <a:pt x="7745" y="8565"/>
                      <a:pt x="7670" y="9317"/>
                    </a:cubicBezTo>
                    <a:cubicBezTo>
                      <a:pt x="7645" y="9592"/>
                      <a:pt x="7545" y="9843"/>
                      <a:pt x="7820" y="10043"/>
                    </a:cubicBezTo>
                    <a:cubicBezTo>
                      <a:pt x="7895" y="10097"/>
                      <a:pt x="7974" y="10114"/>
                      <a:pt x="8056" y="10114"/>
                    </a:cubicBezTo>
                    <a:cubicBezTo>
                      <a:pt x="8167" y="10114"/>
                      <a:pt x="8282" y="10083"/>
                      <a:pt x="8397" y="10068"/>
                    </a:cubicBezTo>
                    <a:cubicBezTo>
                      <a:pt x="9174" y="9968"/>
                      <a:pt x="10001" y="9617"/>
                      <a:pt x="10803" y="9367"/>
                    </a:cubicBezTo>
                    <a:lnTo>
                      <a:pt x="10803" y="9367"/>
                    </a:lnTo>
                    <a:cubicBezTo>
                      <a:pt x="10652" y="10018"/>
                      <a:pt x="10427" y="10620"/>
                      <a:pt x="10151" y="11196"/>
                    </a:cubicBezTo>
                    <a:cubicBezTo>
                      <a:pt x="10352" y="11121"/>
                      <a:pt x="10527" y="11071"/>
                      <a:pt x="10728" y="10996"/>
                    </a:cubicBezTo>
                    <a:cubicBezTo>
                      <a:pt x="10953" y="10394"/>
                      <a:pt x="11154" y="9768"/>
                      <a:pt x="11279" y="9116"/>
                    </a:cubicBezTo>
                    <a:cubicBezTo>
                      <a:pt x="11301" y="8986"/>
                      <a:pt x="11210" y="8856"/>
                      <a:pt x="11071" y="8856"/>
                    </a:cubicBezTo>
                    <a:cubicBezTo>
                      <a:pt x="11049" y="8856"/>
                      <a:pt x="11027" y="8859"/>
                      <a:pt x="11003" y="8865"/>
                    </a:cubicBezTo>
                    <a:cubicBezTo>
                      <a:pt x="10502" y="9016"/>
                      <a:pt x="9976" y="9166"/>
                      <a:pt x="9449" y="9317"/>
                    </a:cubicBezTo>
                    <a:cubicBezTo>
                      <a:pt x="9250" y="9383"/>
                      <a:pt x="8581" y="9684"/>
                      <a:pt x="8342" y="9684"/>
                    </a:cubicBezTo>
                    <a:cubicBezTo>
                      <a:pt x="8310" y="9684"/>
                      <a:pt x="8286" y="9679"/>
                      <a:pt x="8271" y="9667"/>
                    </a:cubicBezTo>
                    <a:cubicBezTo>
                      <a:pt x="7770" y="9317"/>
                      <a:pt x="8372" y="7286"/>
                      <a:pt x="8447" y="6810"/>
                    </a:cubicBezTo>
                    <a:cubicBezTo>
                      <a:pt x="8467" y="6650"/>
                      <a:pt x="8375" y="6538"/>
                      <a:pt x="8247" y="6538"/>
                    </a:cubicBezTo>
                    <a:cubicBezTo>
                      <a:pt x="8215" y="6538"/>
                      <a:pt x="8181" y="6545"/>
                      <a:pt x="8146" y="6560"/>
                    </a:cubicBezTo>
                    <a:cubicBezTo>
                      <a:pt x="7018" y="7061"/>
                      <a:pt x="5865" y="7412"/>
                      <a:pt x="4662" y="7587"/>
                    </a:cubicBezTo>
                    <a:cubicBezTo>
                      <a:pt x="5214" y="6685"/>
                      <a:pt x="5640" y="5733"/>
                      <a:pt x="5966" y="4680"/>
                    </a:cubicBezTo>
                    <a:cubicBezTo>
                      <a:pt x="5987" y="4550"/>
                      <a:pt x="5878" y="4419"/>
                      <a:pt x="5750" y="4419"/>
                    </a:cubicBezTo>
                    <a:cubicBezTo>
                      <a:pt x="5730" y="4419"/>
                      <a:pt x="5710" y="4423"/>
                      <a:pt x="5690" y="4429"/>
                    </a:cubicBezTo>
                    <a:cubicBezTo>
                      <a:pt x="4738" y="4705"/>
                      <a:pt x="3785" y="4855"/>
                      <a:pt x="2808" y="4931"/>
                    </a:cubicBezTo>
                    <a:cubicBezTo>
                      <a:pt x="3159" y="4229"/>
                      <a:pt x="3510" y="3502"/>
                      <a:pt x="3860" y="2800"/>
                    </a:cubicBezTo>
                    <a:cubicBezTo>
                      <a:pt x="3936" y="2675"/>
                      <a:pt x="3835" y="2499"/>
                      <a:pt x="3685" y="2499"/>
                    </a:cubicBezTo>
                    <a:lnTo>
                      <a:pt x="527" y="2499"/>
                    </a:lnTo>
                    <a:cubicBezTo>
                      <a:pt x="778" y="1748"/>
                      <a:pt x="1104" y="1021"/>
                      <a:pt x="1505" y="319"/>
                    </a:cubicBezTo>
                    <a:cubicBezTo>
                      <a:pt x="1611" y="160"/>
                      <a:pt x="1454" y="0"/>
                      <a:pt x="13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21"/>
              <p:cNvSpPr/>
              <p:nvPr/>
            </p:nvSpPr>
            <p:spPr>
              <a:xfrm>
                <a:off x="4630475" y="4641150"/>
                <a:ext cx="275875" cy="316875"/>
              </a:xfrm>
              <a:custGeom>
                <a:rect b="b" l="l" r="r" t="t"/>
                <a:pathLst>
                  <a:path extrusionOk="0" h="12675" w="11035">
                    <a:moveTo>
                      <a:pt x="1044" y="0"/>
                    </a:moveTo>
                    <a:cubicBezTo>
                      <a:pt x="958" y="0"/>
                      <a:pt x="868" y="44"/>
                      <a:pt x="828" y="146"/>
                    </a:cubicBezTo>
                    <a:cubicBezTo>
                      <a:pt x="577" y="772"/>
                      <a:pt x="301" y="1424"/>
                      <a:pt x="51" y="2075"/>
                    </a:cubicBezTo>
                    <a:cubicBezTo>
                      <a:pt x="1" y="2176"/>
                      <a:pt x="101" y="2301"/>
                      <a:pt x="201" y="2326"/>
                    </a:cubicBezTo>
                    <a:cubicBezTo>
                      <a:pt x="817" y="2438"/>
                      <a:pt x="1425" y="2488"/>
                      <a:pt x="2034" y="2488"/>
                    </a:cubicBezTo>
                    <a:cubicBezTo>
                      <a:pt x="2516" y="2488"/>
                      <a:pt x="2998" y="2457"/>
                      <a:pt x="3484" y="2401"/>
                    </a:cubicBezTo>
                    <a:lnTo>
                      <a:pt x="3484" y="2401"/>
                    </a:lnTo>
                    <a:cubicBezTo>
                      <a:pt x="3234" y="3253"/>
                      <a:pt x="2908" y="4080"/>
                      <a:pt x="2557" y="4882"/>
                    </a:cubicBezTo>
                    <a:cubicBezTo>
                      <a:pt x="2486" y="5024"/>
                      <a:pt x="2549" y="5210"/>
                      <a:pt x="2703" y="5210"/>
                    </a:cubicBezTo>
                    <a:cubicBezTo>
                      <a:pt x="2713" y="5210"/>
                      <a:pt x="2722" y="5210"/>
                      <a:pt x="2733" y="5208"/>
                    </a:cubicBezTo>
                    <a:cubicBezTo>
                      <a:pt x="3785" y="5133"/>
                      <a:pt x="4763" y="4882"/>
                      <a:pt x="5715" y="4406"/>
                    </a:cubicBezTo>
                    <a:lnTo>
                      <a:pt x="5715" y="4406"/>
                    </a:lnTo>
                    <a:cubicBezTo>
                      <a:pt x="5464" y="5108"/>
                      <a:pt x="5239" y="5810"/>
                      <a:pt x="4988" y="6537"/>
                    </a:cubicBezTo>
                    <a:cubicBezTo>
                      <a:pt x="4888" y="6888"/>
                      <a:pt x="4687" y="7263"/>
                      <a:pt x="5038" y="7539"/>
                    </a:cubicBezTo>
                    <a:cubicBezTo>
                      <a:pt x="5128" y="7594"/>
                      <a:pt x="5234" y="7615"/>
                      <a:pt x="5348" y="7615"/>
                    </a:cubicBezTo>
                    <a:cubicBezTo>
                      <a:pt x="5648" y="7615"/>
                      <a:pt x="5998" y="7468"/>
                      <a:pt x="6216" y="7414"/>
                    </a:cubicBezTo>
                    <a:cubicBezTo>
                      <a:pt x="6993" y="7188"/>
                      <a:pt x="7795" y="6963"/>
                      <a:pt x="8597" y="6762"/>
                    </a:cubicBezTo>
                    <a:lnTo>
                      <a:pt x="8597" y="6762"/>
                    </a:lnTo>
                    <a:cubicBezTo>
                      <a:pt x="8196" y="7765"/>
                      <a:pt x="7795" y="8792"/>
                      <a:pt x="7394" y="9820"/>
                    </a:cubicBezTo>
                    <a:cubicBezTo>
                      <a:pt x="7326" y="9957"/>
                      <a:pt x="7487" y="10074"/>
                      <a:pt x="7611" y="10074"/>
                    </a:cubicBezTo>
                    <a:cubicBezTo>
                      <a:pt x="7623" y="10074"/>
                      <a:pt x="7634" y="10073"/>
                      <a:pt x="7645" y="10070"/>
                    </a:cubicBezTo>
                    <a:cubicBezTo>
                      <a:pt x="8597" y="9920"/>
                      <a:pt x="9500" y="9644"/>
                      <a:pt x="10377" y="9268"/>
                    </a:cubicBezTo>
                    <a:lnTo>
                      <a:pt x="10377" y="9268"/>
                    </a:lnTo>
                    <a:cubicBezTo>
                      <a:pt x="9901" y="10321"/>
                      <a:pt x="9424" y="11349"/>
                      <a:pt x="8873" y="12351"/>
                    </a:cubicBezTo>
                    <a:cubicBezTo>
                      <a:pt x="8786" y="12525"/>
                      <a:pt x="8928" y="12675"/>
                      <a:pt x="9066" y="12675"/>
                    </a:cubicBezTo>
                    <a:cubicBezTo>
                      <a:pt x="9126" y="12675"/>
                      <a:pt x="9185" y="12646"/>
                      <a:pt x="9224" y="12577"/>
                    </a:cubicBezTo>
                    <a:cubicBezTo>
                      <a:pt x="9875" y="11399"/>
                      <a:pt x="10452" y="10196"/>
                      <a:pt x="10953" y="8968"/>
                    </a:cubicBezTo>
                    <a:cubicBezTo>
                      <a:pt x="11035" y="8825"/>
                      <a:pt x="10934" y="8665"/>
                      <a:pt x="10785" y="8665"/>
                    </a:cubicBezTo>
                    <a:cubicBezTo>
                      <a:pt x="10751" y="8665"/>
                      <a:pt x="10715" y="8673"/>
                      <a:pt x="10677" y="8692"/>
                    </a:cubicBezTo>
                    <a:cubicBezTo>
                      <a:pt x="9800" y="9118"/>
                      <a:pt x="8873" y="9394"/>
                      <a:pt x="7921" y="9594"/>
                    </a:cubicBezTo>
                    <a:lnTo>
                      <a:pt x="9124" y="6512"/>
                    </a:lnTo>
                    <a:cubicBezTo>
                      <a:pt x="9192" y="6351"/>
                      <a:pt x="9052" y="6233"/>
                      <a:pt x="8912" y="6233"/>
                    </a:cubicBezTo>
                    <a:cubicBezTo>
                      <a:pt x="8899" y="6233"/>
                      <a:pt x="8886" y="6234"/>
                      <a:pt x="8873" y="6236"/>
                    </a:cubicBezTo>
                    <a:cubicBezTo>
                      <a:pt x="8372" y="6386"/>
                      <a:pt x="7896" y="6512"/>
                      <a:pt x="7394" y="6637"/>
                    </a:cubicBezTo>
                    <a:cubicBezTo>
                      <a:pt x="7025" y="6752"/>
                      <a:pt x="6254" y="7122"/>
                      <a:pt x="5820" y="7122"/>
                    </a:cubicBezTo>
                    <a:cubicBezTo>
                      <a:pt x="5782" y="7122"/>
                      <a:pt x="5747" y="7119"/>
                      <a:pt x="5715" y="7113"/>
                    </a:cubicBezTo>
                    <a:cubicBezTo>
                      <a:pt x="5661" y="7144"/>
                      <a:pt x="5614" y="7161"/>
                      <a:pt x="5575" y="7161"/>
                    </a:cubicBezTo>
                    <a:cubicBezTo>
                      <a:pt x="5490" y="7161"/>
                      <a:pt x="5447" y="7078"/>
                      <a:pt x="5464" y="6888"/>
                    </a:cubicBezTo>
                    <a:cubicBezTo>
                      <a:pt x="5389" y="6737"/>
                      <a:pt x="5364" y="6587"/>
                      <a:pt x="5464" y="6461"/>
                    </a:cubicBezTo>
                    <a:cubicBezTo>
                      <a:pt x="5489" y="6211"/>
                      <a:pt x="5640" y="5935"/>
                      <a:pt x="5715" y="5710"/>
                    </a:cubicBezTo>
                    <a:cubicBezTo>
                      <a:pt x="5916" y="5158"/>
                      <a:pt x="6091" y="4607"/>
                      <a:pt x="6291" y="4030"/>
                    </a:cubicBezTo>
                    <a:cubicBezTo>
                      <a:pt x="6331" y="3891"/>
                      <a:pt x="6196" y="3783"/>
                      <a:pt x="6064" y="3783"/>
                    </a:cubicBezTo>
                    <a:cubicBezTo>
                      <a:pt x="6030" y="3783"/>
                      <a:pt x="5996" y="3790"/>
                      <a:pt x="5966" y="3805"/>
                    </a:cubicBezTo>
                    <a:cubicBezTo>
                      <a:pt x="5038" y="4331"/>
                      <a:pt x="4111" y="4632"/>
                      <a:pt x="3058" y="4757"/>
                    </a:cubicBezTo>
                    <a:cubicBezTo>
                      <a:pt x="3409" y="3930"/>
                      <a:pt x="3735" y="3078"/>
                      <a:pt x="3986" y="2201"/>
                    </a:cubicBezTo>
                    <a:cubicBezTo>
                      <a:pt x="4032" y="2063"/>
                      <a:pt x="3910" y="1947"/>
                      <a:pt x="3774" y="1947"/>
                    </a:cubicBezTo>
                    <a:cubicBezTo>
                      <a:pt x="3761" y="1947"/>
                      <a:pt x="3748" y="1948"/>
                      <a:pt x="3735" y="1950"/>
                    </a:cubicBezTo>
                    <a:cubicBezTo>
                      <a:pt x="3196" y="2038"/>
                      <a:pt x="2664" y="2082"/>
                      <a:pt x="2134" y="2082"/>
                    </a:cubicBezTo>
                    <a:cubicBezTo>
                      <a:pt x="1605" y="2082"/>
                      <a:pt x="1078" y="2038"/>
                      <a:pt x="552" y="1950"/>
                    </a:cubicBezTo>
                    <a:cubicBezTo>
                      <a:pt x="778" y="1374"/>
                      <a:pt x="1003" y="822"/>
                      <a:pt x="1229" y="246"/>
                    </a:cubicBezTo>
                    <a:cubicBezTo>
                      <a:pt x="1289" y="96"/>
                      <a:pt x="1170" y="0"/>
                      <a:pt x="10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21"/>
              <p:cNvSpPr/>
              <p:nvPr/>
            </p:nvSpPr>
            <p:spPr>
              <a:xfrm>
                <a:off x="3872950" y="4515300"/>
                <a:ext cx="144750" cy="212700"/>
              </a:xfrm>
              <a:custGeom>
                <a:rect b="b" l="l" r="r" t="t"/>
                <a:pathLst>
                  <a:path extrusionOk="0" h="8508" w="5790">
                    <a:moveTo>
                      <a:pt x="1476" y="1"/>
                    </a:moveTo>
                    <a:cubicBezTo>
                      <a:pt x="1432" y="1"/>
                      <a:pt x="1389" y="20"/>
                      <a:pt x="1354" y="67"/>
                    </a:cubicBezTo>
                    <a:cubicBezTo>
                      <a:pt x="928" y="593"/>
                      <a:pt x="527" y="1094"/>
                      <a:pt x="101" y="1596"/>
                    </a:cubicBezTo>
                    <a:cubicBezTo>
                      <a:pt x="1" y="1721"/>
                      <a:pt x="51" y="1947"/>
                      <a:pt x="251" y="1947"/>
                    </a:cubicBezTo>
                    <a:cubicBezTo>
                      <a:pt x="1179" y="1972"/>
                      <a:pt x="2106" y="1997"/>
                      <a:pt x="3033" y="1997"/>
                    </a:cubicBezTo>
                    <a:cubicBezTo>
                      <a:pt x="2457" y="2899"/>
                      <a:pt x="1881" y="3801"/>
                      <a:pt x="1304" y="4703"/>
                    </a:cubicBezTo>
                    <a:cubicBezTo>
                      <a:pt x="1229" y="4854"/>
                      <a:pt x="1329" y="5029"/>
                      <a:pt x="1480" y="5029"/>
                    </a:cubicBezTo>
                    <a:lnTo>
                      <a:pt x="4938" y="4979"/>
                    </a:lnTo>
                    <a:lnTo>
                      <a:pt x="4938" y="4979"/>
                    </a:lnTo>
                    <a:cubicBezTo>
                      <a:pt x="4061" y="6032"/>
                      <a:pt x="3159" y="7084"/>
                      <a:pt x="2206" y="8062"/>
                    </a:cubicBezTo>
                    <a:cubicBezTo>
                      <a:pt x="2056" y="8212"/>
                      <a:pt x="2181" y="8413"/>
                      <a:pt x="2357" y="8438"/>
                    </a:cubicBezTo>
                    <a:cubicBezTo>
                      <a:pt x="2830" y="8483"/>
                      <a:pt x="3303" y="8508"/>
                      <a:pt x="3776" y="8508"/>
                    </a:cubicBezTo>
                    <a:cubicBezTo>
                      <a:pt x="4356" y="8508"/>
                      <a:pt x="4935" y="8470"/>
                      <a:pt x="5515" y="8388"/>
                    </a:cubicBezTo>
                    <a:cubicBezTo>
                      <a:pt x="5775" y="8364"/>
                      <a:pt x="5789" y="7983"/>
                      <a:pt x="5558" y="7983"/>
                    </a:cubicBezTo>
                    <a:cubicBezTo>
                      <a:pt x="5544" y="7983"/>
                      <a:pt x="5530" y="7984"/>
                      <a:pt x="5515" y="7987"/>
                    </a:cubicBezTo>
                    <a:cubicBezTo>
                      <a:pt x="4968" y="8047"/>
                      <a:pt x="4422" y="8080"/>
                      <a:pt x="3870" y="8080"/>
                    </a:cubicBezTo>
                    <a:cubicBezTo>
                      <a:pt x="3510" y="8080"/>
                      <a:pt x="3149" y="8066"/>
                      <a:pt x="2783" y="8037"/>
                    </a:cubicBezTo>
                    <a:cubicBezTo>
                      <a:pt x="3735" y="7034"/>
                      <a:pt x="4662" y="5982"/>
                      <a:pt x="5540" y="4904"/>
                    </a:cubicBezTo>
                    <a:cubicBezTo>
                      <a:pt x="5640" y="4779"/>
                      <a:pt x="5590" y="4553"/>
                      <a:pt x="5389" y="4553"/>
                    </a:cubicBezTo>
                    <a:cubicBezTo>
                      <a:pt x="4211" y="4553"/>
                      <a:pt x="3058" y="4578"/>
                      <a:pt x="1881" y="4603"/>
                    </a:cubicBezTo>
                    <a:cubicBezTo>
                      <a:pt x="2457" y="3701"/>
                      <a:pt x="3033" y="2799"/>
                      <a:pt x="3610" y="1896"/>
                    </a:cubicBezTo>
                    <a:cubicBezTo>
                      <a:pt x="3685" y="1771"/>
                      <a:pt x="3560" y="1596"/>
                      <a:pt x="3409" y="1596"/>
                    </a:cubicBezTo>
                    <a:cubicBezTo>
                      <a:pt x="2507" y="1571"/>
                      <a:pt x="1605" y="1571"/>
                      <a:pt x="678" y="1546"/>
                    </a:cubicBezTo>
                    <a:cubicBezTo>
                      <a:pt x="1003" y="1145"/>
                      <a:pt x="1329" y="769"/>
                      <a:pt x="1630" y="368"/>
                    </a:cubicBezTo>
                    <a:cubicBezTo>
                      <a:pt x="1765" y="214"/>
                      <a:pt x="1619" y="1"/>
                      <a:pt x="14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21"/>
              <p:cNvSpPr/>
              <p:nvPr/>
            </p:nvSpPr>
            <p:spPr>
              <a:xfrm>
                <a:off x="4335675" y="4936575"/>
                <a:ext cx="23700" cy="37725"/>
              </a:xfrm>
              <a:custGeom>
                <a:rect b="b" l="l" r="r" t="t"/>
                <a:pathLst>
                  <a:path extrusionOk="0" h="1509" w="948">
                    <a:moveTo>
                      <a:pt x="633" y="1"/>
                    </a:moveTo>
                    <a:cubicBezTo>
                      <a:pt x="570" y="1"/>
                      <a:pt x="508" y="25"/>
                      <a:pt x="464" y="83"/>
                    </a:cubicBezTo>
                    <a:cubicBezTo>
                      <a:pt x="214" y="459"/>
                      <a:pt x="63" y="860"/>
                      <a:pt x="13" y="1311"/>
                    </a:cubicBezTo>
                    <a:cubicBezTo>
                      <a:pt x="1" y="1446"/>
                      <a:pt x="96" y="1509"/>
                      <a:pt x="200" y="1509"/>
                    </a:cubicBezTo>
                    <a:cubicBezTo>
                      <a:pt x="309" y="1509"/>
                      <a:pt x="426" y="1439"/>
                      <a:pt x="439" y="1311"/>
                    </a:cubicBezTo>
                    <a:cubicBezTo>
                      <a:pt x="489" y="935"/>
                      <a:pt x="615" y="609"/>
                      <a:pt x="840" y="309"/>
                    </a:cubicBezTo>
                    <a:cubicBezTo>
                      <a:pt x="947" y="148"/>
                      <a:pt x="788" y="1"/>
                      <a:pt x="63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21"/>
              <p:cNvSpPr/>
              <p:nvPr/>
            </p:nvSpPr>
            <p:spPr>
              <a:xfrm>
                <a:off x="4344525" y="4946925"/>
                <a:ext cx="34225" cy="48525"/>
              </a:xfrm>
              <a:custGeom>
                <a:rect b="b" l="l" r="r" t="t"/>
                <a:pathLst>
                  <a:path extrusionOk="0" h="1941" w="1369">
                    <a:moveTo>
                      <a:pt x="1117" y="0"/>
                    </a:moveTo>
                    <a:cubicBezTo>
                      <a:pt x="1035" y="0"/>
                      <a:pt x="958" y="44"/>
                      <a:pt x="937" y="145"/>
                    </a:cubicBezTo>
                    <a:cubicBezTo>
                      <a:pt x="787" y="697"/>
                      <a:pt x="536" y="1173"/>
                      <a:pt x="135" y="1574"/>
                    </a:cubicBezTo>
                    <a:cubicBezTo>
                      <a:pt x="1" y="1728"/>
                      <a:pt x="147" y="1941"/>
                      <a:pt x="301" y="1941"/>
                    </a:cubicBezTo>
                    <a:cubicBezTo>
                      <a:pt x="348" y="1941"/>
                      <a:pt x="395" y="1921"/>
                      <a:pt x="436" y="1875"/>
                    </a:cubicBezTo>
                    <a:cubicBezTo>
                      <a:pt x="862" y="1423"/>
                      <a:pt x="1163" y="872"/>
                      <a:pt x="1338" y="246"/>
                    </a:cubicBezTo>
                    <a:cubicBezTo>
                      <a:pt x="1368" y="96"/>
                      <a:pt x="1238" y="0"/>
                      <a:pt x="11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21"/>
              <p:cNvSpPr/>
              <p:nvPr/>
            </p:nvSpPr>
            <p:spPr>
              <a:xfrm>
                <a:off x="3210425" y="4658725"/>
                <a:ext cx="29975" cy="58625"/>
              </a:xfrm>
              <a:custGeom>
                <a:rect b="b" l="l" r="r" t="t"/>
                <a:pathLst>
                  <a:path extrusionOk="0" h="2345" w="1199">
                    <a:moveTo>
                      <a:pt x="948" y="1"/>
                    </a:moveTo>
                    <a:cubicBezTo>
                      <a:pt x="864" y="1"/>
                      <a:pt x="777" y="45"/>
                      <a:pt x="737" y="144"/>
                    </a:cubicBezTo>
                    <a:lnTo>
                      <a:pt x="61" y="2099"/>
                    </a:lnTo>
                    <a:cubicBezTo>
                      <a:pt x="1" y="2249"/>
                      <a:pt x="128" y="2345"/>
                      <a:pt x="257" y="2345"/>
                    </a:cubicBezTo>
                    <a:cubicBezTo>
                      <a:pt x="344" y="2345"/>
                      <a:pt x="431" y="2301"/>
                      <a:pt x="462" y="2200"/>
                    </a:cubicBezTo>
                    <a:cubicBezTo>
                      <a:pt x="687" y="1548"/>
                      <a:pt x="913" y="921"/>
                      <a:pt x="1138" y="270"/>
                    </a:cubicBezTo>
                    <a:cubicBezTo>
                      <a:pt x="1199" y="103"/>
                      <a:pt x="1077" y="1"/>
                      <a:pt x="94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21"/>
              <p:cNvSpPr/>
              <p:nvPr/>
            </p:nvSpPr>
            <p:spPr>
              <a:xfrm>
                <a:off x="3237100" y="4683025"/>
                <a:ext cx="31525" cy="48075"/>
              </a:xfrm>
              <a:custGeom>
                <a:rect b="b" l="l" r="r" t="t"/>
                <a:pathLst>
                  <a:path extrusionOk="0" h="1923" w="1261">
                    <a:moveTo>
                      <a:pt x="976" y="1"/>
                    </a:moveTo>
                    <a:cubicBezTo>
                      <a:pt x="911" y="1"/>
                      <a:pt x="845" y="30"/>
                      <a:pt x="798" y="100"/>
                    </a:cubicBezTo>
                    <a:cubicBezTo>
                      <a:pt x="472" y="576"/>
                      <a:pt x="247" y="1102"/>
                      <a:pt x="46" y="1654"/>
                    </a:cubicBezTo>
                    <a:cubicBezTo>
                      <a:pt x="1" y="1820"/>
                      <a:pt x="129" y="1922"/>
                      <a:pt x="260" y="1922"/>
                    </a:cubicBezTo>
                    <a:cubicBezTo>
                      <a:pt x="346" y="1922"/>
                      <a:pt x="433" y="1878"/>
                      <a:pt x="472" y="1779"/>
                    </a:cubicBezTo>
                    <a:cubicBezTo>
                      <a:pt x="623" y="1253"/>
                      <a:pt x="873" y="776"/>
                      <a:pt x="1174" y="300"/>
                    </a:cubicBezTo>
                    <a:cubicBezTo>
                      <a:pt x="1261" y="145"/>
                      <a:pt x="1120" y="1"/>
                      <a:pt x="9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21"/>
              <p:cNvSpPr/>
              <p:nvPr/>
            </p:nvSpPr>
            <p:spPr>
              <a:xfrm>
                <a:off x="4941750" y="4755850"/>
                <a:ext cx="30375" cy="41350"/>
              </a:xfrm>
              <a:custGeom>
                <a:rect b="b" l="l" r="r" t="t"/>
                <a:pathLst>
                  <a:path extrusionOk="0" h="1654" w="1215">
                    <a:moveTo>
                      <a:pt x="958" y="1"/>
                    </a:moveTo>
                    <a:cubicBezTo>
                      <a:pt x="878" y="1"/>
                      <a:pt x="803" y="45"/>
                      <a:pt x="783" y="144"/>
                    </a:cubicBezTo>
                    <a:cubicBezTo>
                      <a:pt x="708" y="595"/>
                      <a:pt x="482" y="996"/>
                      <a:pt x="156" y="1297"/>
                    </a:cubicBezTo>
                    <a:cubicBezTo>
                      <a:pt x="1" y="1453"/>
                      <a:pt x="147" y="1654"/>
                      <a:pt x="303" y="1654"/>
                    </a:cubicBezTo>
                    <a:cubicBezTo>
                      <a:pt x="347" y="1654"/>
                      <a:pt x="393" y="1637"/>
                      <a:pt x="432" y="1598"/>
                    </a:cubicBezTo>
                    <a:cubicBezTo>
                      <a:pt x="833" y="1247"/>
                      <a:pt x="1084" y="771"/>
                      <a:pt x="1184" y="269"/>
                    </a:cubicBezTo>
                    <a:cubicBezTo>
                      <a:pt x="1214" y="103"/>
                      <a:pt x="1080" y="1"/>
                      <a:pt x="9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21"/>
              <p:cNvSpPr/>
              <p:nvPr/>
            </p:nvSpPr>
            <p:spPr>
              <a:xfrm>
                <a:off x="4962800" y="4772200"/>
                <a:ext cx="41375" cy="45925"/>
              </a:xfrm>
              <a:custGeom>
                <a:rect b="b" l="l" r="r" t="t"/>
                <a:pathLst>
                  <a:path extrusionOk="0" h="1837" w="1655">
                    <a:moveTo>
                      <a:pt x="1354" y="0"/>
                    </a:moveTo>
                    <a:cubicBezTo>
                      <a:pt x="1307" y="0"/>
                      <a:pt x="1260" y="20"/>
                      <a:pt x="1219" y="67"/>
                    </a:cubicBezTo>
                    <a:cubicBezTo>
                      <a:pt x="868" y="543"/>
                      <a:pt x="492" y="994"/>
                      <a:pt x="116" y="1470"/>
                    </a:cubicBezTo>
                    <a:cubicBezTo>
                      <a:pt x="1" y="1624"/>
                      <a:pt x="137" y="1837"/>
                      <a:pt x="285" y="1837"/>
                    </a:cubicBezTo>
                    <a:cubicBezTo>
                      <a:pt x="330" y="1837"/>
                      <a:pt x="376" y="1817"/>
                      <a:pt x="417" y="1771"/>
                    </a:cubicBezTo>
                    <a:cubicBezTo>
                      <a:pt x="793" y="1295"/>
                      <a:pt x="1144" y="844"/>
                      <a:pt x="1520" y="367"/>
                    </a:cubicBezTo>
                    <a:cubicBezTo>
                      <a:pt x="1655" y="213"/>
                      <a:pt x="1509" y="0"/>
                      <a:pt x="13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21"/>
              <p:cNvSpPr/>
              <p:nvPr/>
            </p:nvSpPr>
            <p:spPr>
              <a:xfrm>
                <a:off x="3914950" y="3136000"/>
                <a:ext cx="761925" cy="1288550"/>
              </a:xfrm>
              <a:custGeom>
                <a:rect b="b" l="l" r="r" t="t"/>
                <a:pathLst>
                  <a:path extrusionOk="0" h="51542" w="30477">
                    <a:moveTo>
                      <a:pt x="28045" y="0"/>
                    </a:moveTo>
                    <a:lnTo>
                      <a:pt x="28045" y="0"/>
                    </a:lnTo>
                    <a:cubicBezTo>
                      <a:pt x="25815" y="452"/>
                      <a:pt x="23760" y="1780"/>
                      <a:pt x="22105" y="3384"/>
                    </a:cubicBezTo>
                    <a:cubicBezTo>
                      <a:pt x="20476" y="4963"/>
                      <a:pt x="19173" y="6868"/>
                      <a:pt x="17970" y="8797"/>
                    </a:cubicBezTo>
                    <a:cubicBezTo>
                      <a:pt x="15664" y="12507"/>
                      <a:pt x="13634" y="16391"/>
                      <a:pt x="11905" y="20376"/>
                    </a:cubicBezTo>
                    <a:cubicBezTo>
                      <a:pt x="11905" y="20376"/>
                      <a:pt x="4261" y="36191"/>
                      <a:pt x="2607" y="38697"/>
                    </a:cubicBezTo>
                    <a:cubicBezTo>
                      <a:pt x="927" y="41204"/>
                      <a:pt x="0" y="48246"/>
                      <a:pt x="4436" y="51103"/>
                    </a:cubicBezTo>
                    <a:cubicBezTo>
                      <a:pt x="4894" y="51399"/>
                      <a:pt x="5411" y="51542"/>
                      <a:pt x="5976" y="51542"/>
                    </a:cubicBezTo>
                    <a:cubicBezTo>
                      <a:pt x="10920" y="51542"/>
                      <a:pt x="19564" y="40653"/>
                      <a:pt x="24737" y="26191"/>
                    </a:cubicBezTo>
                    <a:cubicBezTo>
                      <a:pt x="30476" y="10076"/>
                      <a:pt x="28045" y="1"/>
                      <a:pt x="28045" y="0"/>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21"/>
              <p:cNvSpPr/>
              <p:nvPr/>
            </p:nvSpPr>
            <p:spPr>
              <a:xfrm>
                <a:off x="3926850" y="3130775"/>
                <a:ext cx="709300" cy="1297175"/>
              </a:xfrm>
              <a:custGeom>
                <a:rect b="b" l="l" r="r" t="t"/>
                <a:pathLst>
                  <a:path extrusionOk="0" h="51887" w="28372">
                    <a:moveTo>
                      <a:pt x="27413" y="457"/>
                    </a:moveTo>
                    <a:cubicBezTo>
                      <a:pt x="27726" y="1905"/>
                      <a:pt x="27797" y="3459"/>
                      <a:pt x="27845" y="4921"/>
                    </a:cubicBezTo>
                    <a:cubicBezTo>
                      <a:pt x="27970" y="9307"/>
                      <a:pt x="27444" y="13693"/>
                      <a:pt x="26492" y="17979"/>
                    </a:cubicBezTo>
                    <a:cubicBezTo>
                      <a:pt x="25138" y="23944"/>
                      <a:pt x="23008" y="29758"/>
                      <a:pt x="20251" y="35222"/>
                    </a:cubicBezTo>
                    <a:cubicBezTo>
                      <a:pt x="18045" y="39583"/>
                      <a:pt x="15439" y="43869"/>
                      <a:pt x="12080" y="47428"/>
                    </a:cubicBezTo>
                    <a:cubicBezTo>
                      <a:pt x="10630" y="48968"/>
                      <a:pt x="8105" y="51562"/>
                      <a:pt x="5658" y="51562"/>
                    </a:cubicBezTo>
                    <a:cubicBezTo>
                      <a:pt x="5357" y="51562"/>
                      <a:pt x="5058" y="51523"/>
                      <a:pt x="4762" y="51438"/>
                    </a:cubicBezTo>
                    <a:cubicBezTo>
                      <a:pt x="2832" y="50886"/>
                      <a:pt x="1654" y="48631"/>
                      <a:pt x="1228" y="46851"/>
                    </a:cubicBezTo>
                    <a:cubicBezTo>
                      <a:pt x="752" y="44921"/>
                      <a:pt x="877" y="42816"/>
                      <a:pt x="1454" y="40936"/>
                    </a:cubicBezTo>
                    <a:cubicBezTo>
                      <a:pt x="1780" y="39784"/>
                      <a:pt x="2431" y="38831"/>
                      <a:pt x="3008" y="37804"/>
                    </a:cubicBezTo>
                    <a:cubicBezTo>
                      <a:pt x="3710" y="36550"/>
                      <a:pt x="4386" y="35247"/>
                      <a:pt x="5038" y="33969"/>
                    </a:cubicBezTo>
                    <a:cubicBezTo>
                      <a:pt x="6642" y="30836"/>
                      <a:pt x="8196" y="27678"/>
                      <a:pt x="9750" y="24495"/>
                    </a:cubicBezTo>
                    <a:cubicBezTo>
                      <a:pt x="11228" y="21513"/>
                      <a:pt x="12557" y="18430"/>
                      <a:pt x="14060" y="15473"/>
                    </a:cubicBezTo>
                    <a:cubicBezTo>
                      <a:pt x="15614" y="12465"/>
                      <a:pt x="17294" y="9458"/>
                      <a:pt x="19274" y="6701"/>
                    </a:cubicBezTo>
                    <a:cubicBezTo>
                      <a:pt x="21289" y="3874"/>
                      <a:pt x="23955" y="1289"/>
                      <a:pt x="27413" y="457"/>
                    </a:cubicBezTo>
                    <a:close/>
                    <a:moveTo>
                      <a:pt x="27577" y="0"/>
                    </a:moveTo>
                    <a:cubicBezTo>
                      <a:pt x="27559" y="0"/>
                      <a:pt x="27539" y="3"/>
                      <a:pt x="27519" y="9"/>
                    </a:cubicBezTo>
                    <a:cubicBezTo>
                      <a:pt x="21479" y="1312"/>
                      <a:pt x="18045" y="7428"/>
                      <a:pt x="15263" y="12390"/>
                    </a:cubicBezTo>
                    <a:cubicBezTo>
                      <a:pt x="13384" y="15698"/>
                      <a:pt x="11880" y="19182"/>
                      <a:pt x="10201" y="22616"/>
                    </a:cubicBezTo>
                    <a:cubicBezTo>
                      <a:pt x="8622" y="25874"/>
                      <a:pt x="7043" y="29107"/>
                      <a:pt x="5414" y="32340"/>
                    </a:cubicBezTo>
                    <a:cubicBezTo>
                      <a:pt x="4637" y="33819"/>
                      <a:pt x="3885" y="35322"/>
                      <a:pt x="3083" y="36826"/>
                    </a:cubicBezTo>
                    <a:cubicBezTo>
                      <a:pt x="2532" y="37829"/>
                      <a:pt x="1830" y="38806"/>
                      <a:pt x="1404" y="39859"/>
                    </a:cubicBezTo>
                    <a:cubicBezTo>
                      <a:pt x="0" y="43167"/>
                      <a:pt x="75" y="47879"/>
                      <a:pt x="2732" y="50586"/>
                    </a:cubicBezTo>
                    <a:cubicBezTo>
                      <a:pt x="3645" y="51509"/>
                      <a:pt x="4619" y="51887"/>
                      <a:pt x="5610" y="51887"/>
                    </a:cubicBezTo>
                    <a:cubicBezTo>
                      <a:pt x="6903" y="51887"/>
                      <a:pt x="8225" y="51243"/>
                      <a:pt x="9474" y="50335"/>
                    </a:cubicBezTo>
                    <a:cubicBezTo>
                      <a:pt x="12933" y="47804"/>
                      <a:pt x="15564" y="44069"/>
                      <a:pt x="17795" y="40460"/>
                    </a:cubicBezTo>
                    <a:cubicBezTo>
                      <a:pt x="21003" y="35272"/>
                      <a:pt x="23534" y="29608"/>
                      <a:pt x="25364" y="23768"/>
                    </a:cubicBezTo>
                    <a:cubicBezTo>
                      <a:pt x="26968" y="18656"/>
                      <a:pt x="28045" y="13317"/>
                      <a:pt x="28246" y="7954"/>
                    </a:cubicBezTo>
                    <a:cubicBezTo>
                      <a:pt x="28346" y="5498"/>
                      <a:pt x="28371" y="2891"/>
                      <a:pt x="27845" y="485"/>
                    </a:cubicBezTo>
                    <a:cubicBezTo>
                      <a:pt x="27820" y="360"/>
                      <a:pt x="27795" y="260"/>
                      <a:pt x="27770" y="159"/>
                    </a:cubicBezTo>
                    <a:cubicBezTo>
                      <a:pt x="27749" y="83"/>
                      <a:pt x="27703" y="37"/>
                      <a:pt x="27649" y="17"/>
                    </a:cubicBezTo>
                    <a:lnTo>
                      <a:pt x="27649" y="17"/>
                    </a:lnTo>
                    <a:cubicBezTo>
                      <a:pt x="27627" y="6"/>
                      <a:pt x="27603" y="0"/>
                      <a:pt x="275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21"/>
              <p:cNvSpPr/>
              <p:nvPr/>
            </p:nvSpPr>
            <p:spPr>
              <a:xfrm>
                <a:off x="4139725" y="3709450"/>
                <a:ext cx="85000" cy="144450"/>
              </a:xfrm>
              <a:custGeom>
                <a:rect b="b" l="l" r="r" t="t"/>
                <a:pathLst>
                  <a:path extrusionOk="0" h="5778" w="3400">
                    <a:moveTo>
                      <a:pt x="3155" y="0"/>
                    </a:moveTo>
                    <a:cubicBezTo>
                      <a:pt x="3069" y="0"/>
                      <a:pt x="2979" y="44"/>
                      <a:pt x="2939" y="145"/>
                    </a:cubicBezTo>
                    <a:cubicBezTo>
                      <a:pt x="2187" y="2025"/>
                      <a:pt x="1235" y="3779"/>
                      <a:pt x="107" y="5459"/>
                    </a:cubicBezTo>
                    <a:cubicBezTo>
                      <a:pt x="0" y="5618"/>
                      <a:pt x="157" y="5778"/>
                      <a:pt x="311" y="5778"/>
                    </a:cubicBezTo>
                    <a:cubicBezTo>
                      <a:pt x="375" y="5778"/>
                      <a:pt x="439" y="5750"/>
                      <a:pt x="483" y="5684"/>
                    </a:cubicBezTo>
                    <a:cubicBezTo>
                      <a:pt x="1611" y="3980"/>
                      <a:pt x="2563" y="2150"/>
                      <a:pt x="3340" y="246"/>
                    </a:cubicBezTo>
                    <a:cubicBezTo>
                      <a:pt x="3400" y="96"/>
                      <a:pt x="3281" y="0"/>
                      <a:pt x="31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21"/>
              <p:cNvSpPr/>
              <p:nvPr/>
            </p:nvSpPr>
            <p:spPr>
              <a:xfrm>
                <a:off x="4253600" y="3834475"/>
                <a:ext cx="24650" cy="36000"/>
              </a:xfrm>
              <a:custGeom>
                <a:rect b="b" l="l" r="r" t="t"/>
                <a:pathLst>
                  <a:path extrusionOk="0" h="1440" w="986">
                    <a:moveTo>
                      <a:pt x="723" y="1"/>
                    </a:moveTo>
                    <a:cubicBezTo>
                      <a:pt x="639" y="1"/>
                      <a:pt x="559" y="47"/>
                      <a:pt x="539" y="157"/>
                    </a:cubicBezTo>
                    <a:cubicBezTo>
                      <a:pt x="464" y="483"/>
                      <a:pt x="339" y="808"/>
                      <a:pt x="113" y="1059"/>
                    </a:cubicBezTo>
                    <a:cubicBezTo>
                      <a:pt x="0" y="1228"/>
                      <a:pt x="127" y="1440"/>
                      <a:pt x="272" y="1440"/>
                    </a:cubicBezTo>
                    <a:cubicBezTo>
                      <a:pt x="320" y="1440"/>
                      <a:pt x="370" y="1416"/>
                      <a:pt x="414" y="1360"/>
                    </a:cubicBezTo>
                    <a:cubicBezTo>
                      <a:pt x="690" y="1034"/>
                      <a:pt x="865" y="683"/>
                      <a:pt x="940" y="257"/>
                    </a:cubicBezTo>
                    <a:cubicBezTo>
                      <a:pt x="986" y="106"/>
                      <a:pt x="849" y="1"/>
                      <a:pt x="7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21"/>
              <p:cNvSpPr/>
              <p:nvPr/>
            </p:nvSpPr>
            <p:spPr>
              <a:xfrm>
                <a:off x="4280225" y="3841550"/>
                <a:ext cx="19550" cy="30850"/>
              </a:xfrm>
              <a:custGeom>
                <a:rect b="b" l="l" r="r" t="t"/>
                <a:pathLst>
                  <a:path extrusionOk="0" h="1234" w="782">
                    <a:moveTo>
                      <a:pt x="492" y="0"/>
                    </a:moveTo>
                    <a:cubicBezTo>
                      <a:pt x="428" y="0"/>
                      <a:pt x="365" y="29"/>
                      <a:pt x="326" y="99"/>
                    </a:cubicBezTo>
                    <a:cubicBezTo>
                      <a:pt x="151" y="375"/>
                      <a:pt x="51" y="701"/>
                      <a:pt x="26" y="1027"/>
                    </a:cubicBezTo>
                    <a:cubicBezTo>
                      <a:pt x="1" y="1165"/>
                      <a:pt x="95" y="1233"/>
                      <a:pt x="198" y="1233"/>
                    </a:cubicBezTo>
                    <a:cubicBezTo>
                      <a:pt x="301" y="1233"/>
                      <a:pt x="414" y="1165"/>
                      <a:pt x="427" y="1027"/>
                    </a:cubicBezTo>
                    <a:cubicBezTo>
                      <a:pt x="452" y="776"/>
                      <a:pt x="552" y="525"/>
                      <a:pt x="677" y="300"/>
                    </a:cubicBezTo>
                    <a:cubicBezTo>
                      <a:pt x="781" y="144"/>
                      <a:pt x="634" y="0"/>
                      <a:pt x="49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21"/>
              <p:cNvSpPr/>
              <p:nvPr/>
            </p:nvSpPr>
            <p:spPr>
              <a:xfrm>
                <a:off x="4406175" y="3943025"/>
                <a:ext cx="13800" cy="10675"/>
              </a:xfrm>
              <a:custGeom>
                <a:rect b="b" l="l" r="r" t="t"/>
                <a:pathLst>
                  <a:path extrusionOk="0" h="427" w="552">
                    <a:moveTo>
                      <a:pt x="276" y="0"/>
                    </a:moveTo>
                    <a:cubicBezTo>
                      <a:pt x="25"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21"/>
              <p:cNvSpPr/>
              <p:nvPr/>
            </p:nvSpPr>
            <p:spPr>
              <a:xfrm>
                <a:off x="4171200" y="3134125"/>
                <a:ext cx="522600" cy="620325"/>
              </a:xfrm>
              <a:custGeom>
                <a:rect b="b" l="l" r="r" t="t"/>
                <a:pathLst>
                  <a:path extrusionOk="0" h="24813" w="20904">
                    <a:moveTo>
                      <a:pt x="18398" y="0"/>
                    </a:moveTo>
                    <a:cubicBezTo>
                      <a:pt x="18397" y="0"/>
                      <a:pt x="18397" y="0"/>
                      <a:pt x="18397" y="0"/>
                    </a:cubicBezTo>
                    <a:cubicBezTo>
                      <a:pt x="15490" y="151"/>
                      <a:pt x="12181" y="1529"/>
                      <a:pt x="10001" y="3409"/>
                    </a:cubicBezTo>
                    <a:cubicBezTo>
                      <a:pt x="7820" y="5314"/>
                      <a:pt x="6141" y="7745"/>
                      <a:pt x="4713" y="10276"/>
                    </a:cubicBezTo>
                    <a:cubicBezTo>
                      <a:pt x="3384" y="12657"/>
                      <a:pt x="2181" y="15263"/>
                      <a:pt x="1" y="16943"/>
                    </a:cubicBezTo>
                    <a:cubicBezTo>
                      <a:pt x="1" y="16943"/>
                      <a:pt x="5991" y="21930"/>
                      <a:pt x="16016" y="24812"/>
                    </a:cubicBezTo>
                    <a:cubicBezTo>
                      <a:pt x="16016" y="24812"/>
                      <a:pt x="20903" y="10802"/>
                      <a:pt x="20076" y="5389"/>
                    </a:cubicBezTo>
                    <a:cubicBezTo>
                      <a:pt x="19289" y="49"/>
                      <a:pt x="18429" y="0"/>
                      <a:pt x="18398"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21"/>
              <p:cNvSpPr/>
              <p:nvPr/>
            </p:nvSpPr>
            <p:spPr>
              <a:xfrm>
                <a:off x="4164950" y="3129075"/>
                <a:ext cx="518825" cy="630500"/>
              </a:xfrm>
              <a:custGeom>
                <a:rect b="b" l="l" r="r" t="t"/>
                <a:pathLst>
                  <a:path extrusionOk="0" h="25220" w="20753">
                    <a:moveTo>
                      <a:pt x="401" y="16994"/>
                    </a:moveTo>
                    <a:cubicBezTo>
                      <a:pt x="401" y="16996"/>
                      <a:pt x="402" y="16998"/>
                      <a:pt x="402" y="17000"/>
                    </a:cubicBezTo>
                    <a:lnTo>
                      <a:pt x="402" y="17000"/>
                    </a:lnTo>
                    <a:cubicBezTo>
                      <a:pt x="401" y="16998"/>
                      <a:pt x="401" y="16996"/>
                      <a:pt x="401" y="16994"/>
                    </a:cubicBezTo>
                    <a:close/>
                    <a:moveTo>
                      <a:pt x="18645" y="428"/>
                    </a:moveTo>
                    <a:lnTo>
                      <a:pt x="18645" y="428"/>
                    </a:lnTo>
                    <a:cubicBezTo>
                      <a:pt x="18602" y="433"/>
                      <a:pt x="18799" y="630"/>
                      <a:pt x="18897" y="754"/>
                    </a:cubicBezTo>
                    <a:cubicBezTo>
                      <a:pt x="19323" y="1430"/>
                      <a:pt x="19499" y="2358"/>
                      <a:pt x="19674" y="3135"/>
                    </a:cubicBezTo>
                    <a:cubicBezTo>
                      <a:pt x="20151" y="5290"/>
                      <a:pt x="20301" y="7295"/>
                      <a:pt x="20025" y="9475"/>
                    </a:cubicBezTo>
                    <a:cubicBezTo>
                      <a:pt x="19499" y="13736"/>
                      <a:pt x="18296" y="17922"/>
                      <a:pt x="17043" y="21982"/>
                    </a:cubicBezTo>
                    <a:cubicBezTo>
                      <a:pt x="16739" y="22915"/>
                      <a:pt x="16458" y="23849"/>
                      <a:pt x="16137" y="24762"/>
                    </a:cubicBezTo>
                    <a:lnTo>
                      <a:pt x="16137" y="24762"/>
                    </a:lnTo>
                    <a:cubicBezTo>
                      <a:pt x="10937" y="23233"/>
                      <a:pt x="5889" y="20943"/>
                      <a:pt x="1479" y="17796"/>
                    </a:cubicBezTo>
                    <a:cubicBezTo>
                      <a:pt x="1266" y="17654"/>
                      <a:pt x="629" y="17334"/>
                      <a:pt x="474" y="17088"/>
                    </a:cubicBezTo>
                    <a:lnTo>
                      <a:pt x="474" y="17088"/>
                    </a:lnTo>
                    <a:cubicBezTo>
                      <a:pt x="480" y="17089"/>
                      <a:pt x="487" y="17089"/>
                      <a:pt x="494" y="17089"/>
                    </a:cubicBezTo>
                    <a:cubicBezTo>
                      <a:pt x="699" y="17089"/>
                      <a:pt x="1172" y="16604"/>
                      <a:pt x="1253" y="16543"/>
                    </a:cubicBezTo>
                    <a:cubicBezTo>
                      <a:pt x="1805" y="15992"/>
                      <a:pt x="2281" y="15365"/>
                      <a:pt x="2732" y="14739"/>
                    </a:cubicBezTo>
                    <a:cubicBezTo>
                      <a:pt x="4712" y="11881"/>
                      <a:pt x="5990" y="8673"/>
                      <a:pt x="8221" y="5992"/>
                    </a:cubicBezTo>
                    <a:cubicBezTo>
                      <a:pt x="10852" y="2859"/>
                      <a:pt x="14485" y="679"/>
                      <a:pt x="18645" y="428"/>
                    </a:cubicBezTo>
                    <a:close/>
                    <a:moveTo>
                      <a:pt x="18668" y="1"/>
                    </a:moveTo>
                    <a:cubicBezTo>
                      <a:pt x="18661" y="1"/>
                      <a:pt x="18654" y="1"/>
                      <a:pt x="18647" y="2"/>
                    </a:cubicBezTo>
                    <a:cubicBezTo>
                      <a:pt x="18635" y="2"/>
                      <a:pt x="18624" y="2"/>
                      <a:pt x="18614" y="4"/>
                    </a:cubicBezTo>
                    <a:lnTo>
                      <a:pt x="18614" y="4"/>
                    </a:lnTo>
                    <a:cubicBezTo>
                      <a:pt x="14292" y="289"/>
                      <a:pt x="10520" y="2541"/>
                      <a:pt x="7820" y="5841"/>
                    </a:cubicBezTo>
                    <a:cubicBezTo>
                      <a:pt x="6416" y="7546"/>
                      <a:pt x="5288" y="9450"/>
                      <a:pt x="4236" y="11380"/>
                    </a:cubicBezTo>
                    <a:cubicBezTo>
                      <a:pt x="3108" y="13435"/>
                      <a:pt x="1955" y="15516"/>
                      <a:pt x="100" y="16994"/>
                    </a:cubicBezTo>
                    <a:cubicBezTo>
                      <a:pt x="0" y="17069"/>
                      <a:pt x="25" y="17220"/>
                      <a:pt x="100" y="17295"/>
                    </a:cubicBezTo>
                    <a:cubicBezTo>
                      <a:pt x="4662" y="21080"/>
                      <a:pt x="10577" y="23561"/>
                      <a:pt x="16216" y="25215"/>
                    </a:cubicBezTo>
                    <a:cubicBezTo>
                      <a:pt x="16229" y="25218"/>
                      <a:pt x="16242" y="25220"/>
                      <a:pt x="16255" y="25220"/>
                    </a:cubicBezTo>
                    <a:cubicBezTo>
                      <a:pt x="16341" y="25220"/>
                      <a:pt x="16423" y="25152"/>
                      <a:pt x="16466" y="25065"/>
                    </a:cubicBezTo>
                    <a:cubicBezTo>
                      <a:pt x="17519" y="22032"/>
                      <a:pt x="18421" y="18949"/>
                      <a:pt x="19198" y="15841"/>
                    </a:cubicBezTo>
                    <a:cubicBezTo>
                      <a:pt x="19775" y="13561"/>
                      <a:pt x="20276" y="11280"/>
                      <a:pt x="20527" y="8949"/>
                    </a:cubicBezTo>
                    <a:cubicBezTo>
                      <a:pt x="20752" y="6643"/>
                      <a:pt x="20476" y="4413"/>
                      <a:pt x="19875" y="2182"/>
                    </a:cubicBezTo>
                    <a:cubicBezTo>
                      <a:pt x="19753" y="1745"/>
                      <a:pt x="19397" y="108"/>
                      <a:pt x="18714" y="7"/>
                    </a:cubicBezTo>
                    <a:lnTo>
                      <a:pt x="18714" y="7"/>
                    </a:lnTo>
                    <a:cubicBezTo>
                      <a:pt x="18700" y="3"/>
                      <a:pt x="18684" y="1"/>
                      <a:pt x="186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21"/>
              <p:cNvSpPr/>
              <p:nvPr/>
            </p:nvSpPr>
            <p:spPr>
              <a:xfrm>
                <a:off x="4259550" y="3365950"/>
                <a:ext cx="372825" cy="293250"/>
              </a:xfrm>
              <a:custGeom>
                <a:rect b="b" l="l" r="r" t="t"/>
                <a:pathLst>
                  <a:path extrusionOk="0" h="11730" w="14913">
                    <a:moveTo>
                      <a:pt x="1755" y="0"/>
                    </a:moveTo>
                    <a:cubicBezTo>
                      <a:pt x="1580" y="326"/>
                      <a:pt x="1379" y="652"/>
                      <a:pt x="1179" y="1003"/>
                    </a:cubicBezTo>
                    <a:cubicBezTo>
                      <a:pt x="778" y="1705"/>
                      <a:pt x="402" y="2432"/>
                      <a:pt x="1" y="3158"/>
                    </a:cubicBezTo>
                    <a:cubicBezTo>
                      <a:pt x="26" y="4487"/>
                      <a:pt x="126" y="5840"/>
                      <a:pt x="351" y="7193"/>
                    </a:cubicBezTo>
                    <a:cubicBezTo>
                      <a:pt x="2056" y="6191"/>
                      <a:pt x="3635" y="5063"/>
                      <a:pt x="5088" y="3735"/>
                    </a:cubicBezTo>
                    <a:cubicBezTo>
                      <a:pt x="5135" y="3696"/>
                      <a:pt x="5186" y="3679"/>
                      <a:pt x="5236" y="3679"/>
                    </a:cubicBezTo>
                    <a:cubicBezTo>
                      <a:pt x="5346" y="3679"/>
                      <a:pt x="5447" y="3764"/>
                      <a:pt x="5464" y="3885"/>
                    </a:cubicBezTo>
                    <a:cubicBezTo>
                      <a:pt x="5690" y="5715"/>
                      <a:pt x="5765" y="7544"/>
                      <a:pt x="5690" y="9399"/>
                    </a:cubicBezTo>
                    <a:cubicBezTo>
                      <a:pt x="7269" y="8422"/>
                      <a:pt x="8773" y="7319"/>
                      <a:pt x="10151" y="6066"/>
                    </a:cubicBezTo>
                    <a:cubicBezTo>
                      <a:pt x="10190" y="6027"/>
                      <a:pt x="10243" y="6007"/>
                      <a:pt x="10297" y="6007"/>
                    </a:cubicBezTo>
                    <a:cubicBezTo>
                      <a:pt x="10383" y="6007"/>
                      <a:pt x="10471" y="6058"/>
                      <a:pt x="10502" y="6166"/>
                    </a:cubicBezTo>
                    <a:cubicBezTo>
                      <a:pt x="11003" y="7995"/>
                      <a:pt x="11254" y="9850"/>
                      <a:pt x="11254" y="11730"/>
                    </a:cubicBezTo>
                    <a:cubicBezTo>
                      <a:pt x="12306" y="11078"/>
                      <a:pt x="13334" y="10376"/>
                      <a:pt x="14311" y="9650"/>
                    </a:cubicBezTo>
                    <a:cubicBezTo>
                      <a:pt x="14512" y="8948"/>
                      <a:pt x="14712" y="8246"/>
                      <a:pt x="14913" y="7494"/>
                    </a:cubicBezTo>
                    <a:lnTo>
                      <a:pt x="14913" y="7494"/>
                    </a:lnTo>
                    <a:cubicBezTo>
                      <a:pt x="14387" y="7845"/>
                      <a:pt x="13860" y="8196"/>
                      <a:pt x="13309" y="8547"/>
                    </a:cubicBezTo>
                    <a:cubicBezTo>
                      <a:pt x="13280" y="8564"/>
                      <a:pt x="13249" y="8572"/>
                      <a:pt x="13218" y="8572"/>
                    </a:cubicBezTo>
                    <a:cubicBezTo>
                      <a:pt x="13112" y="8572"/>
                      <a:pt x="13008" y="8482"/>
                      <a:pt x="13008" y="8346"/>
                    </a:cubicBezTo>
                    <a:cubicBezTo>
                      <a:pt x="13033" y="6492"/>
                      <a:pt x="12808" y="4637"/>
                      <a:pt x="12331" y="2833"/>
                    </a:cubicBezTo>
                    <a:cubicBezTo>
                      <a:pt x="10903" y="4086"/>
                      <a:pt x="9374" y="5214"/>
                      <a:pt x="7745" y="6216"/>
                    </a:cubicBezTo>
                    <a:cubicBezTo>
                      <a:pt x="7716" y="6233"/>
                      <a:pt x="7684" y="6241"/>
                      <a:pt x="7650" y="6241"/>
                    </a:cubicBezTo>
                    <a:cubicBezTo>
                      <a:pt x="7538" y="6241"/>
                      <a:pt x="7419" y="6151"/>
                      <a:pt x="7419" y="6016"/>
                    </a:cubicBezTo>
                    <a:cubicBezTo>
                      <a:pt x="7519" y="4186"/>
                      <a:pt x="7444" y="2356"/>
                      <a:pt x="7244" y="527"/>
                    </a:cubicBezTo>
                    <a:cubicBezTo>
                      <a:pt x="5765" y="1830"/>
                      <a:pt x="4186" y="2958"/>
                      <a:pt x="2457" y="3935"/>
                    </a:cubicBezTo>
                    <a:cubicBezTo>
                      <a:pt x="2426" y="3959"/>
                      <a:pt x="2387" y="3970"/>
                      <a:pt x="2349" y="3970"/>
                    </a:cubicBezTo>
                    <a:cubicBezTo>
                      <a:pt x="2262" y="3970"/>
                      <a:pt x="2173" y="3914"/>
                      <a:pt x="2156" y="3810"/>
                    </a:cubicBezTo>
                    <a:cubicBezTo>
                      <a:pt x="1930" y="2557"/>
                      <a:pt x="1805" y="1279"/>
                      <a:pt x="1755"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21"/>
              <p:cNvSpPr/>
              <p:nvPr/>
            </p:nvSpPr>
            <p:spPr>
              <a:xfrm>
                <a:off x="4205050" y="3461825"/>
                <a:ext cx="407900" cy="274450"/>
              </a:xfrm>
              <a:custGeom>
                <a:rect b="b" l="l" r="r" t="t"/>
                <a:pathLst>
                  <a:path extrusionOk="0" h="10978" w="16316">
                    <a:moveTo>
                      <a:pt x="1780" y="0"/>
                    </a:moveTo>
                    <a:cubicBezTo>
                      <a:pt x="1253" y="902"/>
                      <a:pt x="677" y="1754"/>
                      <a:pt x="0" y="2531"/>
                    </a:cubicBezTo>
                    <a:cubicBezTo>
                      <a:pt x="0" y="3333"/>
                      <a:pt x="25" y="4110"/>
                      <a:pt x="100" y="4912"/>
                    </a:cubicBezTo>
                    <a:cubicBezTo>
                      <a:pt x="602" y="5263"/>
                      <a:pt x="1203" y="5664"/>
                      <a:pt x="1955" y="6115"/>
                    </a:cubicBezTo>
                    <a:cubicBezTo>
                      <a:pt x="3058" y="5389"/>
                      <a:pt x="4110" y="4561"/>
                      <a:pt x="5113" y="3659"/>
                    </a:cubicBezTo>
                    <a:cubicBezTo>
                      <a:pt x="5159" y="3620"/>
                      <a:pt x="5208" y="3603"/>
                      <a:pt x="5255" y="3603"/>
                    </a:cubicBezTo>
                    <a:cubicBezTo>
                      <a:pt x="5358" y="3603"/>
                      <a:pt x="5446" y="3689"/>
                      <a:pt x="5464" y="3810"/>
                    </a:cubicBezTo>
                    <a:cubicBezTo>
                      <a:pt x="5664" y="5288"/>
                      <a:pt x="5739" y="6742"/>
                      <a:pt x="5739" y="8221"/>
                    </a:cubicBezTo>
                    <a:cubicBezTo>
                      <a:pt x="6040" y="8371"/>
                      <a:pt x="6366" y="8546"/>
                      <a:pt x="6717" y="8697"/>
                    </a:cubicBezTo>
                    <a:cubicBezTo>
                      <a:pt x="7920" y="7870"/>
                      <a:pt x="9073" y="6993"/>
                      <a:pt x="10151" y="5990"/>
                    </a:cubicBezTo>
                    <a:cubicBezTo>
                      <a:pt x="10195" y="5955"/>
                      <a:pt x="10249" y="5938"/>
                      <a:pt x="10301" y="5938"/>
                    </a:cubicBezTo>
                    <a:cubicBezTo>
                      <a:pt x="10396" y="5938"/>
                      <a:pt x="10485" y="5993"/>
                      <a:pt x="10501" y="6090"/>
                    </a:cubicBezTo>
                    <a:cubicBezTo>
                      <a:pt x="10902" y="7569"/>
                      <a:pt x="11153" y="9073"/>
                      <a:pt x="11228" y="10602"/>
                    </a:cubicBezTo>
                    <a:cubicBezTo>
                      <a:pt x="11604" y="10727"/>
                      <a:pt x="11955" y="10852"/>
                      <a:pt x="12331" y="10978"/>
                    </a:cubicBezTo>
                    <a:cubicBezTo>
                      <a:pt x="13484" y="10226"/>
                      <a:pt x="14562" y="9424"/>
                      <a:pt x="15639" y="8572"/>
                    </a:cubicBezTo>
                    <a:lnTo>
                      <a:pt x="15689" y="8572"/>
                    </a:lnTo>
                    <a:cubicBezTo>
                      <a:pt x="15890" y="7920"/>
                      <a:pt x="16090" y="7218"/>
                      <a:pt x="16316" y="6466"/>
                    </a:cubicBezTo>
                    <a:lnTo>
                      <a:pt x="16316" y="6466"/>
                    </a:lnTo>
                    <a:cubicBezTo>
                      <a:pt x="15339" y="7168"/>
                      <a:pt x="14361" y="7845"/>
                      <a:pt x="13334" y="8471"/>
                    </a:cubicBezTo>
                    <a:cubicBezTo>
                      <a:pt x="13304" y="8489"/>
                      <a:pt x="13271" y="8497"/>
                      <a:pt x="13237" y="8497"/>
                    </a:cubicBezTo>
                    <a:cubicBezTo>
                      <a:pt x="13125" y="8497"/>
                      <a:pt x="13008" y="8411"/>
                      <a:pt x="13008" y="8296"/>
                    </a:cubicBezTo>
                    <a:cubicBezTo>
                      <a:pt x="13033" y="6416"/>
                      <a:pt x="12807" y="4561"/>
                      <a:pt x="12356" y="2757"/>
                    </a:cubicBezTo>
                    <a:cubicBezTo>
                      <a:pt x="10927" y="4010"/>
                      <a:pt x="9399" y="5138"/>
                      <a:pt x="7770" y="6140"/>
                    </a:cubicBezTo>
                    <a:cubicBezTo>
                      <a:pt x="7734" y="6158"/>
                      <a:pt x="7698" y="6166"/>
                      <a:pt x="7663" y="6166"/>
                    </a:cubicBezTo>
                    <a:cubicBezTo>
                      <a:pt x="7547" y="6166"/>
                      <a:pt x="7444" y="6080"/>
                      <a:pt x="7444" y="5965"/>
                    </a:cubicBezTo>
                    <a:cubicBezTo>
                      <a:pt x="7544" y="4110"/>
                      <a:pt x="7469" y="2281"/>
                      <a:pt x="7268" y="451"/>
                    </a:cubicBezTo>
                    <a:cubicBezTo>
                      <a:pt x="5790" y="1754"/>
                      <a:pt x="4186" y="2907"/>
                      <a:pt x="2481" y="3860"/>
                    </a:cubicBezTo>
                    <a:cubicBezTo>
                      <a:pt x="2443" y="3883"/>
                      <a:pt x="2399" y="3894"/>
                      <a:pt x="2356" y="3894"/>
                    </a:cubicBezTo>
                    <a:cubicBezTo>
                      <a:pt x="2262" y="3894"/>
                      <a:pt x="2173" y="3838"/>
                      <a:pt x="2155" y="3734"/>
                    </a:cubicBezTo>
                    <a:cubicBezTo>
                      <a:pt x="1955" y="2506"/>
                      <a:pt x="1830" y="1253"/>
                      <a:pt x="1780"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21"/>
              <p:cNvSpPr/>
              <p:nvPr/>
            </p:nvSpPr>
            <p:spPr>
              <a:xfrm>
                <a:off x="4383600" y="3624725"/>
                <a:ext cx="91525" cy="97775"/>
              </a:xfrm>
              <a:custGeom>
                <a:rect b="b" l="l" r="r" t="t"/>
                <a:pathLst>
                  <a:path extrusionOk="0" h="3911" w="3661">
                    <a:moveTo>
                      <a:pt x="3059" y="0"/>
                    </a:moveTo>
                    <a:cubicBezTo>
                      <a:pt x="2081" y="853"/>
                      <a:pt x="1054" y="1655"/>
                      <a:pt x="1" y="2381"/>
                    </a:cubicBezTo>
                    <a:cubicBezTo>
                      <a:pt x="1129" y="2908"/>
                      <a:pt x="2357" y="3434"/>
                      <a:pt x="3660" y="3910"/>
                    </a:cubicBezTo>
                    <a:cubicBezTo>
                      <a:pt x="3585" y="2607"/>
                      <a:pt x="3384" y="1304"/>
                      <a:pt x="3059"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21"/>
              <p:cNvSpPr/>
              <p:nvPr/>
            </p:nvSpPr>
            <p:spPr>
              <a:xfrm>
                <a:off x="4525850" y="3692400"/>
                <a:ext cx="65800" cy="62050"/>
              </a:xfrm>
              <a:custGeom>
                <a:rect b="b" l="l" r="r" t="t"/>
                <a:pathLst>
                  <a:path extrusionOk="0" h="2482" w="2632">
                    <a:moveTo>
                      <a:pt x="2632" y="0"/>
                    </a:moveTo>
                    <a:cubicBezTo>
                      <a:pt x="1780" y="677"/>
                      <a:pt x="903" y="1303"/>
                      <a:pt x="0" y="1930"/>
                    </a:cubicBezTo>
                    <a:cubicBezTo>
                      <a:pt x="602" y="2105"/>
                      <a:pt x="1203" y="2306"/>
                      <a:pt x="1830" y="2481"/>
                    </a:cubicBezTo>
                    <a:cubicBezTo>
                      <a:pt x="1830" y="2481"/>
                      <a:pt x="2156" y="1529"/>
                      <a:pt x="2632"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21"/>
              <p:cNvSpPr/>
              <p:nvPr/>
            </p:nvSpPr>
            <p:spPr>
              <a:xfrm>
                <a:off x="4263300" y="3567700"/>
                <a:ext cx="74600" cy="94650"/>
              </a:xfrm>
              <a:custGeom>
                <a:rect b="b" l="l" r="r" t="t"/>
                <a:pathLst>
                  <a:path extrusionOk="0" h="3786" w="2984">
                    <a:moveTo>
                      <a:pt x="2758" y="1"/>
                    </a:moveTo>
                    <a:cubicBezTo>
                      <a:pt x="1881" y="753"/>
                      <a:pt x="978" y="1479"/>
                      <a:pt x="1" y="2131"/>
                    </a:cubicBezTo>
                    <a:cubicBezTo>
                      <a:pt x="878" y="2632"/>
                      <a:pt x="1856" y="3209"/>
                      <a:pt x="2983" y="3785"/>
                    </a:cubicBezTo>
                    <a:cubicBezTo>
                      <a:pt x="2983" y="2507"/>
                      <a:pt x="2908" y="1254"/>
                      <a:pt x="2758"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21"/>
              <p:cNvSpPr/>
              <p:nvPr/>
            </p:nvSpPr>
            <p:spPr>
              <a:xfrm>
                <a:off x="4171200" y="3535750"/>
                <a:ext cx="25725" cy="41375"/>
              </a:xfrm>
              <a:custGeom>
                <a:rect b="b" l="l" r="r" t="t"/>
                <a:pathLst>
                  <a:path extrusionOk="0" h="1655" w="1029">
                    <a:moveTo>
                      <a:pt x="953" y="0"/>
                    </a:moveTo>
                    <a:cubicBezTo>
                      <a:pt x="652" y="326"/>
                      <a:pt x="327" y="602"/>
                      <a:pt x="1" y="878"/>
                    </a:cubicBezTo>
                    <a:cubicBezTo>
                      <a:pt x="1" y="878"/>
                      <a:pt x="352" y="1153"/>
                      <a:pt x="1028" y="1655"/>
                    </a:cubicBezTo>
                    <a:cubicBezTo>
                      <a:pt x="978" y="1103"/>
                      <a:pt x="953" y="552"/>
                      <a:pt x="953"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21"/>
              <p:cNvSpPr/>
              <p:nvPr/>
            </p:nvSpPr>
            <p:spPr>
              <a:xfrm>
                <a:off x="4303400" y="3349025"/>
                <a:ext cx="332750" cy="231250"/>
              </a:xfrm>
              <a:custGeom>
                <a:rect b="b" l="l" r="r" t="t"/>
                <a:pathLst>
                  <a:path extrusionOk="0" h="9250" w="13310">
                    <a:moveTo>
                      <a:pt x="427" y="1"/>
                    </a:moveTo>
                    <a:cubicBezTo>
                      <a:pt x="277" y="226"/>
                      <a:pt x="151" y="452"/>
                      <a:pt x="1" y="677"/>
                    </a:cubicBezTo>
                    <a:cubicBezTo>
                      <a:pt x="51" y="1956"/>
                      <a:pt x="176" y="3234"/>
                      <a:pt x="402" y="4487"/>
                    </a:cubicBezTo>
                    <a:cubicBezTo>
                      <a:pt x="419" y="4591"/>
                      <a:pt x="508" y="4647"/>
                      <a:pt x="595" y="4647"/>
                    </a:cubicBezTo>
                    <a:cubicBezTo>
                      <a:pt x="633" y="4647"/>
                      <a:pt x="672" y="4636"/>
                      <a:pt x="703" y="4612"/>
                    </a:cubicBezTo>
                    <a:cubicBezTo>
                      <a:pt x="2432" y="3660"/>
                      <a:pt x="4011" y="2507"/>
                      <a:pt x="5490" y="1204"/>
                    </a:cubicBezTo>
                    <a:cubicBezTo>
                      <a:pt x="5690" y="3033"/>
                      <a:pt x="5765" y="4863"/>
                      <a:pt x="5665" y="6693"/>
                    </a:cubicBezTo>
                    <a:cubicBezTo>
                      <a:pt x="5665" y="6828"/>
                      <a:pt x="5784" y="6918"/>
                      <a:pt x="5896" y="6918"/>
                    </a:cubicBezTo>
                    <a:cubicBezTo>
                      <a:pt x="5930" y="6918"/>
                      <a:pt x="5962" y="6910"/>
                      <a:pt x="5991" y="6893"/>
                    </a:cubicBezTo>
                    <a:cubicBezTo>
                      <a:pt x="7620" y="5891"/>
                      <a:pt x="9149" y="4763"/>
                      <a:pt x="10577" y="3510"/>
                    </a:cubicBezTo>
                    <a:cubicBezTo>
                      <a:pt x="11054" y="5314"/>
                      <a:pt x="11279" y="7169"/>
                      <a:pt x="11254" y="9023"/>
                    </a:cubicBezTo>
                    <a:cubicBezTo>
                      <a:pt x="11254" y="9159"/>
                      <a:pt x="11358" y="9249"/>
                      <a:pt x="11464" y="9249"/>
                    </a:cubicBezTo>
                    <a:cubicBezTo>
                      <a:pt x="11495" y="9249"/>
                      <a:pt x="11526" y="9241"/>
                      <a:pt x="11555" y="9224"/>
                    </a:cubicBezTo>
                    <a:cubicBezTo>
                      <a:pt x="12106" y="8873"/>
                      <a:pt x="12633" y="8522"/>
                      <a:pt x="13159" y="8171"/>
                    </a:cubicBezTo>
                    <a:cubicBezTo>
                      <a:pt x="13209" y="7971"/>
                      <a:pt x="13259" y="7770"/>
                      <a:pt x="13309" y="7545"/>
                    </a:cubicBezTo>
                    <a:lnTo>
                      <a:pt x="13309" y="7545"/>
                    </a:lnTo>
                    <a:cubicBezTo>
                      <a:pt x="12783" y="7921"/>
                      <a:pt x="12232" y="8297"/>
                      <a:pt x="11680" y="8647"/>
                    </a:cubicBezTo>
                    <a:cubicBezTo>
                      <a:pt x="11655" y="6743"/>
                      <a:pt x="11405" y="4888"/>
                      <a:pt x="10903" y="3058"/>
                    </a:cubicBezTo>
                    <a:cubicBezTo>
                      <a:pt x="10888" y="2967"/>
                      <a:pt x="10807" y="2912"/>
                      <a:pt x="10718" y="2912"/>
                    </a:cubicBezTo>
                    <a:cubicBezTo>
                      <a:pt x="10661" y="2912"/>
                      <a:pt x="10601" y="2934"/>
                      <a:pt x="10552" y="2983"/>
                    </a:cubicBezTo>
                    <a:cubicBezTo>
                      <a:pt x="9174" y="4211"/>
                      <a:pt x="7695" y="5314"/>
                      <a:pt x="6116" y="6317"/>
                    </a:cubicBezTo>
                    <a:cubicBezTo>
                      <a:pt x="6191" y="4462"/>
                      <a:pt x="6116" y="2632"/>
                      <a:pt x="5866" y="778"/>
                    </a:cubicBezTo>
                    <a:cubicBezTo>
                      <a:pt x="5848" y="657"/>
                      <a:pt x="5759" y="571"/>
                      <a:pt x="5657" y="571"/>
                    </a:cubicBezTo>
                    <a:cubicBezTo>
                      <a:pt x="5610" y="571"/>
                      <a:pt x="5561" y="589"/>
                      <a:pt x="5515" y="627"/>
                    </a:cubicBezTo>
                    <a:cubicBezTo>
                      <a:pt x="4036" y="1956"/>
                      <a:pt x="2457" y="3109"/>
                      <a:pt x="753" y="4086"/>
                    </a:cubicBezTo>
                    <a:cubicBezTo>
                      <a:pt x="552" y="2733"/>
                      <a:pt x="427" y="1379"/>
                      <a:pt x="4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21"/>
              <p:cNvSpPr/>
              <p:nvPr/>
            </p:nvSpPr>
            <p:spPr>
              <a:xfrm>
                <a:off x="4249525" y="3444900"/>
                <a:ext cx="367825" cy="229350"/>
              </a:xfrm>
              <a:custGeom>
                <a:rect b="b" l="l" r="r" t="t"/>
                <a:pathLst>
                  <a:path extrusionOk="0" h="9174" w="14713">
                    <a:moveTo>
                      <a:pt x="402" y="0"/>
                    </a:moveTo>
                    <a:cubicBezTo>
                      <a:pt x="276" y="226"/>
                      <a:pt x="151" y="452"/>
                      <a:pt x="1" y="677"/>
                    </a:cubicBezTo>
                    <a:cubicBezTo>
                      <a:pt x="51" y="1930"/>
                      <a:pt x="176" y="3183"/>
                      <a:pt x="376" y="4411"/>
                    </a:cubicBezTo>
                    <a:cubicBezTo>
                      <a:pt x="394" y="4515"/>
                      <a:pt x="483" y="4571"/>
                      <a:pt x="577" y="4571"/>
                    </a:cubicBezTo>
                    <a:cubicBezTo>
                      <a:pt x="620" y="4571"/>
                      <a:pt x="664" y="4560"/>
                      <a:pt x="702" y="4537"/>
                    </a:cubicBezTo>
                    <a:cubicBezTo>
                      <a:pt x="2407" y="3584"/>
                      <a:pt x="4011" y="2431"/>
                      <a:pt x="5489" y="1128"/>
                    </a:cubicBezTo>
                    <a:cubicBezTo>
                      <a:pt x="5690" y="2958"/>
                      <a:pt x="5765" y="4787"/>
                      <a:pt x="5665" y="6642"/>
                    </a:cubicBezTo>
                    <a:cubicBezTo>
                      <a:pt x="5665" y="6757"/>
                      <a:pt x="5768" y="6843"/>
                      <a:pt x="5884" y="6843"/>
                    </a:cubicBezTo>
                    <a:cubicBezTo>
                      <a:pt x="5919" y="6843"/>
                      <a:pt x="5955" y="6835"/>
                      <a:pt x="5991" y="6817"/>
                    </a:cubicBezTo>
                    <a:cubicBezTo>
                      <a:pt x="7620" y="5815"/>
                      <a:pt x="9148" y="4687"/>
                      <a:pt x="10577" y="3434"/>
                    </a:cubicBezTo>
                    <a:cubicBezTo>
                      <a:pt x="11028" y="5238"/>
                      <a:pt x="11254" y="7093"/>
                      <a:pt x="11229" y="8973"/>
                    </a:cubicBezTo>
                    <a:cubicBezTo>
                      <a:pt x="11229" y="9088"/>
                      <a:pt x="11346" y="9174"/>
                      <a:pt x="11458" y="9174"/>
                    </a:cubicBezTo>
                    <a:cubicBezTo>
                      <a:pt x="11492" y="9174"/>
                      <a:pt x="11525" y="9166"/>
                      <a:pt x="11555" y="9148"/>
                    </a:cubicBezTo>
                    <a:cubicBezTo>
                      <a:pt x="12582" y="8522"/>
                      <a:pt x="13560" y="7845"/>
                      <a:pt x="14537" y="7143"/>
                    </a:cubicBezTo>
                    <a:cubicBezTo>
                      <a:pt x="14587" y="6918"/>
                      <a:pt x="14662" y="6692"/>
                      <a:pt x="14712" y="6492"/>
                    </a:cubicBezTo>
                    <a:lnTo>
                      <a:pt x="14712" y="6492"/>
                    </a:lnTo>
                    <a:cubicBezTo>
                      <a:pt x="13735" y="7218"/>
                      <a:pt x="12707" y="7920"/>
                      <a:pt x="11655" y="8597"/>
                    </a:cubicBezTo>
                    <a:cubicBezTo>
                      <a:pt x="11655" y="6692"/>
                      <a:pt x="11404" y="4837"/>
                      <a:pt x="10903" y="3008"/>
                    </a:cubicBezTo>
                    <a:cubicBezTo>
                      <a:pt x="10872" y="2900"/>
                      <a:pt x="10784" y="2849"/>
                      <a:pt x="10698" y="2849"/>
                    </a:cubicBezTo>
                    <a:cubicBezTo>
                      <a:pt x="10644" y="2849"/>
                      <a:pt x="10591" y="2869"/>
                      <a:pt x="10552" y="2908"/>
                    </a:cubicBezTo>
                    <a:cubicBezTo>
                      <a:pt x="9174" y="4161"/>
                      <a:pt x="7670" y="5264"/>
                      <a:pt x="6091" y="6241"/>
                    </a:cubicBezTo>
                    <a:cubicBezTo>
                      <a:pt x="6166" y="4386"/>
                      <a:pt x="6091" y="2557"/>
                      <a:pt x="5865" y="727"/>
                    </a:cubicBezTo>
                    <a:cubicBezTo>
                      <a:pt x="5848" y="606"/>
                      <a:pt x="5747" y="521"/>
                      <a:pt x="5637" y="521"/>
                    </a:cubicBezTo>
                    <a:cubicBezTo>
                      <a:pt x="5587" y="521"/>
                      <a:pt x="5536" y="538"/>
                      <a:pt x="5489" y="577"/>
                    </a:cubicBezTo>
                    <a:cubicBezTo>
                      <a:pt x="4036" y="1905"/>
                      <a:pt x="2457" y="3033"/>
                      <a:pt x="752" y="4035"/>
                    </a:cubicBezTo>
                    <a:cubicBezTo>
                      <a:pt x="527" y="2682"/>
                      <a:pt x="427" y="1329"/>
                      <a:pt x="40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21"/>
              <p:cNvSpPr/>
              <p:nvPr/>
            </p:nvSpPr>
            <p:spPr>
              <a:xfrm>
                <a:off x="4513300" y="3676100"/>
                <a:ext cx="84000" cy="64550"/>
              </a:xfrm>
              <a:custGeom>
                <a:rect b="b" l="l" r="r" t="t"/>
                <a:pathLst>
                  <a:path extrusionOk="0" h="2582" w="3360">
                    <a:moveTo>
                      <a:pt x="3309" y="1"/>
                    </a:moveTo>
                    <a:cubicBezTo>
                      <a:pt x="2232" y="853"/>
                      <a:pt x="1154" y="1655"/>
                      <a:pt x="1" y="2407"/>
                    </a:cubicBezTo>
                    <a:cubicBezTo>
                      <a:pt x="176" y="2457"/>
                      <a:pt x="352" y="2507"/>
                      <a:pt x="502" y="2582"/>
                    </a:cubicBezTo>
                    <a:cubicBezTo>
                      <a:pt x="1405" y="1955"/>
                      <a:pt x="2282" y="1329"/>
                      <a:pt x="3134" y="652"/>
                    </a:cubicBezTo>
                    <a:cubicBezTo>
                      <a:pt x="3209" y="452"/>
                      <a:pt x="3284" y="226"/>
                      <a:pt x="33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21"/>
              <p:cNvSpPr/>
              <p:nvPr/>
            </p:nvSpPr>
            <p:spPr>
              <a:xfrm>
                <a:off x="4372950" y="3610250"/>
                <a:ext cx="112825" cy="116625"/>
              </a:xfrm>
              <a:custGeom>
                <a:rect b="b" l="l" r="r" t="t"/>
                <a:pathLst>
                  <a:path extrusionOk="0" h="4665" w="4513">
                    <a:moveTo>
                      <a:pt x="3585" y="1"/>
                    </a:moveTo>
                    <a:cubicBezTo>
                      <a:pt x="3533" y="1"/>
                      <a:pt x="3479" y="18"/>
                      <a:pt x="3435" y="53"/>
                    </a:cubicBezTo>
                    <a:cubicBezTo>
                      <a:pt x="2357" y="1056"/>
                      <a:pt x="1204" y="1933"/>
                      <a:pt x="1" y="2760"/>
                    </a:cubicBezTo>
                    <a:cubicBezTo>
                      <a:pt x="126" y="2835"/>
                      <a:pt x="277" y="2885"/>
                      <a:pt x="427" y="2960"/>
                    </a:cubicBezTo>
                    <a:cubicBezTo>
                      <a:pt x="1480" y="2234"/>
                      <a:pt x="2507" y="1432"/>
                      <a:pt x="3485" y="579"/>
                    </a:cubicBezTo>
                    <a:cubicBezTo>
                      <a:pt x="3810" y="1883"/>
                      <a:pt x="4011" y="3186"/>
                      <a:pt x="4086" y="4489"/>
                    </a:cubicBezTo>
                    <a:cubicBezTo>
                      <a:pt x="4237" y="4539"/>
                      <a:pt x="4387" y="4589"/>
                      <a:pt x="4512" y="4665"/>
                    </a:cubicBezTo>
                    <a:cubicBezTo>
                      <a:pt x="4437" y="3136"/>
                      <a:pt x="4186" y="1632"/>
                      <a:pt x="3785" y="153"/>
                    </a:cubicBezTo>
                    <a:cubicBezTo>
                      <a:pt x="3769" y="56"/>
                      <a:pt x="3680" y="1"/>
                      <a:pt x="358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21"/>
              <p:cNvSpPr/>
              <p:nvPr/>
            </p:nvSpPr>
            <p:spPr>
              <a:xfrm>
                <a:off x="4195025" y="3525100"/>
                <a:ext cx="12550" cy="59550"/>
              </a:xfrm>
              <a:custGeom>
                <a:rect b="b" l="l" r="r" t="t"/>
                <a:pathLst>
                  <a:path extrusionOk="0" h="2382" w="502">
                    <a:moveTo>
                      <a:pt x="401" y="0"/>
                    </a:moveTo>
                    <a:cubicBezTo>
                      <a:pt x="276" y="151"/>
                      <a:pt x="150" y="301"/>
                      <a:pt x="0" y="426"/>
                    </a:cubicBezTo>
                    <a:cubicBezTo>
                      <a:pt x="0" y="978"/>
                      <a:pt x="25" y="1529"/>
                      <a:pt x="75" y="2081"/>
                    </a:cubicBezTo>
                    <a:cubicBezTo>
                      <a:pt x="201" y="2181"/>
                      <a:pt x="351" y="2281"/>
                      <a:pt x="501" y="2381"/>
                    </a:cubicBezTo>
                    <a:cubicBezTo>
                      <a:pt x="426" y="1579"/>
                      <a:pt x="401" y="802"/>
                      <a:pt x="4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21"/>
              <p:cNvSpPr/>
              <p:nvPr/>
            </p:nvSpPr>
            <p:spPr>
              <a:xfrm>
                <a:off x="4253900" y="3551900"/>
                <a:ext cx="94650" cy="115450"/>
              </a:xfrm>
              <a:custGeom>
                <a:rect b="b" l="l" r="r" t="t"/>
                <a:pathLst>
                  <a:path extrusionOk="0" h="4618" w="3786">
                    <a:moveTo>
                      <a:pt x="3301" y="0"/>
                    </a:moveTo>
                    <a:cubicBezTo>
                      <a:pt x="3254" y="0"/>
                      <a:pt x="3205" y="17"/>
                      <a:pt x="3159" y="56"/>
                    </a:cubicBezTo>
                    <a:cubicBezTo>
                      <a:pt x="2156" y="958"/>
                      <a:pt x="1104" y="1786"/>
                      <a:pt x="1" y="2512"/>
                    </a:cubicBezTo>
                    <a:cubicBezTo>
                      <a:pt x="126" y="2588"/>
                      <a:pt x="252" y="2688"/>
                      <a:pt x="377" y="2763"/>
                    </a:cubicBezTo>
                    <a:cubicBezTo>
                      <a:pt x="1354" y="2111"/>
                      <a:pt x="2257" y="1385"/>
                      <a:pt x="3134" y="633"/>
                    </a:cubicBezTo>
                    <a:cubicBezTo>
                      <a:pt x="3284" y="1886"/>
                      <a:pt x="3359" y="3139"/>
                      <a:pt x="3359" y="4417"/>
                    </a:cubicBezTo>
                    <a:cubicBezTo>
                      <a:pt x="3510" y="4467"/>
                      <a:pt x="3635" y="4542"/>
                      <a:pt x="3785" y="4618"/>
                    </a:cubicBezTo>
                    <a:cubicBezTo>
                      <a:pt x="3785" y="3139"/>
                      <a:pt x="3710" y="1685"/>
                      <a:pt x="3510" y="207"/>
                    </a:cubicBezTo>
                    <a:cubicBezTo>
                      <a:pt x="3492" y="86"/>
                      <a:pt x="3404" y="0"/>
                      <a:pt x="33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21"/>
              <p:cNvSpPr/>
              <p:nvPr/>
            </p:nvSpPr>
            <p:spPr>
              <a:xfrm>
                <a:off x="4394650" y="3193400"/>
                <a:ext cx="159500" cy="117825"/>
              </a:xfrm>
              <a:custGeom>
                <a:rect b="b" l="l" r="r" t="t"/>
                <a:pathLst>
                  <a:path extrusionOk="0" h="4713" w="6380">
                    <a:moveTo>
                      <a:pt x="6111" y="1"/>
                    </a:moveTo>
                    <a:cubicBezTo>
                      <a:pt x="6092" y="1"/>
                      <a:pt x="6072" y="4"/>
                      <a:pt x="6050" y="10"/>
                    </a:cubicBezTo>
                    <a:cubicBezTo>
                      <a:pt x="3719" y="938"/>
                      <a:pt x="1689" y="2391"/>
                      <a:pt x="135" y="4346"/>
                    </a:cubicBezTo>
                    <a:cubicBezTo>
                      <a:pt x="1" y="4500"/>
                      <a:pt x="147" y="4713"/>
                      <a:pt x="290" y="4713"/>
                    </a:cubicBezTo>
                    <a:cubicBezTo>
                      <a:pt x="333" y="4713"/>
                      <a:pt x="376" y="4693"/>
                      <a:pt x="411" y="4647"/>
                    </a:cubicBezTo>
                    <a:cubicBezTo>
                      <a:pt x="1940" y="2742"/>
                      <a:pt x="3895" y="1313"/>
                      <a:pt x="6151" y="436"/>
                    </a:cubicBezTo>
                    <a:cubicBezTo>
                      <a:pt x="6380" y="345"/>
                      <a:pt x="6315" y="1"/>
                      <a:pt x="611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21"/>
              <p:cNvSpPr/>
              <p:nvPr/>
            </p:nvSpPr>
            <p:spPr>
              <a:xfrm>
                <a:off x="4495775" y="3267575"/>
                <a:ext cx="13800" cy="10050"/>
              </a:xfrm>
              <a:custGeom>
                <a:rect b="b" l="l" r="r" t="t"/>
                <a:pathLst>
                  <a:path extrusionOk="0" h="402" w="552">
                    <a:moveTo>
                      <a:pt x="276" y="1"/>
                    </a:moveTo>
                    <a:cubicBezTo>
                      <a:pt x="0" y="1"/>
                      <a:pt x="0" y="402"/>
                      <a:pt x="276" y="402"/>
                    </a:cubicBezTo>
                    <a:cubicBezTo>
                      <a:pt x="527"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21"/>
              <p:cNvSpPr/>
              <p:nvPr/>
            </p:nvSpPr>
            <p:spPr>
              <a:xfrm>
                <a:off x="4525700" y="3357200"/>
                <a:ext cx="25950" cy="28650"/>
              </a:xfrm>
              <a:custGeom>
                <a:rect b="b" l="l" r="r" t="t"/>
                <a:pathLst>
                  <a:path extrusionOk="0" h="1146" w="1038">
                    <a:moveTo>
                      <a:pt x="759" y="1"/>
                    </a:moveTo>
                    <a:cubicBezTo>
                      <a:pt x="695" y="1"/>
                      <a:pt x="629" y="30"/>
                      <a:pt x="583" y="100"/>
                    </a:cubicBezTo>
                    <a:cubicBezTo>
                      <a:pt x="432" y="325"/>
                      <a:pt x="257" y="576"/>
                      <a:pt x="106" y="827"/>
                    </a:cubicBezTo>
                    <a:cubicBezTo>
                      <a:pt x="0" y="986"/>
                      <a:pt x="157" y="1146"/>
                      <a:pt x="302" y="1146"/>
                    </a:cubicBezTo>
                    <a:cubicBezTo>
                      <a:pt x="362" y="1146"/>
                      <a:pt x="421" y="1118"/>
                      <a:pt x="457" y="1052"/>
                    </a:cubicBezTo>
                    <a:cubicBezTo>
                      <a:pt x="633" y="802"/>
                      <a:pt x="783" y="551"/>
                      <a:pt x="934" y="300"/>
                    </a:cubicBezTo>
                    <a:cubicBezTo>
                      <a:pt x="1037" y="145"/>
                      <a:pt x="902" y="1"/>
                      <a:pt x="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21"/>
              <p:cNvSpPr/>
              <p:nvPr/>
            </p:nvSpPr>
            <p:spPr>
              <a:xfrm>
                <a:off x="4542525" y="3361500"/>
                <a:ext cx="28650" cy="31275"/>
              </a:xfrm>
              <a:custGeom>
                <a:rect b="b" l="l" r="r" t="t"/>
                <a:pathLst>
                  <a:path extrusionOk="0" h="1251" w="1146">
                    <a:moveTo>
                      <a:pt x="845" y="0"/>
                    </a:moveTo>
                    <a:cubicBezTo>
                      <a:pt x="800" y="0"/>
                      <a:pt x="754" y="16"/>
                      <a:pt x="712" y="53"/>
                    </a:cubicBezTo>
                    <a:cubicBezTo>
                      <a:pt x="411" y="304"/>
                      <a:pt x="185" y="630"/>
                      <a:pt x="60" y="1006"/>
                    </a:cubicBezTo>
                    <a:cubicBezTo>
                      <a:pt x="0" y="1155"/>
                      <a:pt x="128" y="1251"/>
                      <a:pt x="256" y="1251"/>
                    </a:cubicBezTo>
                    <a:cubicBezTo>
                      <a:pt x="343" y="1251"/>
                      <a:pt x="431" y="1207"/>
                      <a:pt x="461" y="1106"/>
                    </a:cubicBezTo>
                    <a:cubicBezTo>
                      <a:pt x="561" y="805"/>
                      <a:pt x="762" y="554"/>
                      <a:pt x="987" y="354"/>
                    </a:cubicBezTo>
                    <a:cubicBezTo>
                      <a:pt x="1145" y="216"/>
                      <a:pt x="1008" y="0"/>
                      <a:pt x="84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21"/>
              <p:cNvSpPr/>
              <p:nvPr/>
            </p:nvSpPr>
            <p:spPr>
              <a:xfrm>
                <a:off x="4162425" y="3129100"/>
                <a:ext cx="536375" cy="631625"/>
              </a:xfrm>
              <a:custGeom>
                <a:rect b="b" l="l" r="r" t="t"/>
                <a:pathLst>
                  <a:path extrusionOk="0" h="25265" w="21455">
                    <a:moveTo>
                      <a:pt x="18723" y="427"/>
                    </a:moveTo>
                    <a:cubicBezTo>
                      <a:pt x="18823" y="477"/>
                      <a:pt x="19525" y="1003"/>
                      <a:pt x="20227" y="5615"/>
                    </a:cubicBezTo>
                    <a:cubicBezTo>
                      <a:pt x="20978" y="10577"/>
                      <a:pt x="16793" y="23084"/>
                      <a:pt x="16242" y="24763"/>
                    </a:cubicBezTo>
                    <a:cubicBezTo>
                      <a:pt x="7470" y="22206"/>
                      <a:pt x="1805" y="18021"/>
                      <a:pt x="678" y="17144"/>
                    </a:cubicBezTo>
                    <a:cubicBezTo>
                      <a:pt x="2457" y="15690"/>
                      <a:pt x="3585" y="13635"/>
                      <a:pt x="4688" y="11630"/>
                    </a:cubicBezTo>
                    <a:cubicBezTo>
                      <a:pt x="4863" y="11279"/>
                      <a:pt x="5064" y="10928"/>
                      <a:pt x="5239" y="10577"/>
                    </a:cubicBezTo>
                    <a:cubicBezTo>
                      <a:pt x="6918" y="7595"/>
                      <a:pt x="8597" y="5414"/>
                      <a:pt x="10477" y="3785"/>
                    </a:cubicBezTo>
                    <a:cubicBezTo>
                      <a:pt x="12683" y="1880"/>
                      <a:pt x="15916" y="577"/>
                      <a:pt x="18723" y="427"/>
                    </a:cubicBezTo>
                    <a:close/>
                    <a:moveTo>
                      <a:pt x="18723" y="1"/>
                    </a:moveTo>
                    <a:cubicBezTo>
                      <a:pt x="15815" y="151"/>
                      <a:pt x="12482" y="1504"/>
                      <a:pt x="10226" y="3459"/>
                    </a:cubicBezTo>
                    <a:cubicBezTo>
                      <a:pt x="8272" y="5139"/>
                      <a:pt x="6592" y="7344"/>
                      <a:pt x="4888" y="10377"/>
                    </a:cubicBezTo>
                    <a:cubicBezTo>
                      <a:pt x="4688" y="10728"/>
                      <a:pt x="4512" y="11078"/>
                      <a:pt x="4312" y="11429"/>
                    </a:cubicBezTo>
                    <a:cubicBezTo>
                      <a:pt x="3209" y="13459"/>
                      <a:pt x="2056" y="15565"/>
                      <a:pt x="226" y="16968"/>
                    </a:cubicBezTo>
                    <a:lnTo>
                      <a:pt x="1" y="17144"/>
                    </a:lnTo>
                    <a:lnTo>
                      <a:pt x="201" y="17294"/>
                    </a:lnTo>
                    <a:cubicBezTo>
                      <a:pt x="277" y="17344"/>
                      <a:pt x="6342" y="22357"/>
                      <a:pt x="16317" y="25214"/>
                    </a:cubicBezTo>
                    <a:lnTo>
                      <a:pt x="16492" y="25264"/>
                    </a:lnTo>
                    <a:lnTo>
                      <a:pt x="16567" y="25089"/>
                    </a:lnTo>
                    <a:cubicBezTo>
                      <a:pt x="16768" y="24512"/>
                      <a:pt x="21455" y="10953"/>
                      <a:pt x="20628" y="5540"/>
                    </a:cubicBezTo>
                    <a:cubicBezTo>
                      <a:pt x="19901" y="577"/>
                      <a:pt x="19074" y="1"/>
                      <a:pt x="1874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21"/>
              <p:cNvSpPr/>
              <p:nvPr/>
            </p:nvSpPr>
            <p:spPr>
              <a:xfrm>
                <a:off x="4164950" y="3129075"/>
                <a:ext cx="518825" cy="630500"/>
              </a:xfrm>
              <a:custGeom>
                <a:rect b="b" l="l" r="r" t="t"/>
                <a:pathLst>
                  <a:path extrusionOk="0" h="25220" w="20753">
                    <a:moveTo>
                      <a:pt x="401" y="16994"/>
                    </a:moveTo>
                    <a:cubicBezTo>
                      <a:pt x="401" y="16996"/>
                      <a:pt x="402" y="16998"/>
                      <a:pt x="402" y="17000"/>
                    </a:cubicBezTo>
                    <a:lnTo>
                      <a:pt x="402" y="17000"/>
                    </a:lnTo>
                    <a:cubicBezTo>
                      <a:pt x="401" y="16998"/>
                      <a:pt x="401" y="16996"/>
                      <a:pt x="401" y="16994"/>
                    </a:cubicBezTo>
                    <a:close/>
                    <a:moveTo>
                      <a:pt x="18645" y="428"/>
                    </a:moveTo>
                    <a:lnTo>
                      <a:pt x="18645" y="428"/>
                    </a:lnTo>
                    <a:cubicBezTo>
                      <a:pt x="18602" y="433"/>
                      <a:pt x="18799" y="630"/>
                      <a:pt x="18897" y="754"/>
                    </a:cubicBezTo>
                    <a:cubicBezTo>
                      <a:pt x="19323" y="1430"/>
                      <a:pt x="19499" y="2358"/>
                      <a:pt x="19674" y="3135"/>
                    </a:cubicBezTo>
                    <a:cubicBezTo>
                      <a:pt x="20151" y="5290"/>
                      <a:pt x="20301" y="7295"/>
                      <a:pt x="20025" y="9475"/>
                    </a:cubicBezTo>
                    <a:cubicBezTo>
                      <a:pt x="19499" y="13736"/>
                      <a:pt x="18296" y="17922"/>
                      <a:pt x="17043" y="21982"/>
                    </a:cubicBezTo>
                    <a:cubicBezTo>
                      <a:pt x="16739" y="22915"/>
                      <a:pt x="16458" y="23849"/>
                      <a:pt x="16137" y="24762"/>
                    </a:cubicBezTo>
                    <a:lnTo>
                      <a:pt x="16137" y="24762"/>
                    </a:lnTo>
                    <a:cubicBezTo>
                      <a:pt x="10937" y="23233"/>
                      <a:pt x="5889" y="20943"/>
                      <a:pt x="1479" y="17796"/>
                    </a:cubicBezTo>
                    <a:cubicBezTo>
                      <a:pt x="1266" y="17654"/>
                      <a:pt x="629" y="17334"/>
                      <a:pt x="474" y="17088"/>
                    </a:cubicBezTo>
                    <a:lnTo>
                      <a:pt x="474" y="17088"/>
                    </a:lnTo>
                    <a:cubicBezTo>
                      <a:pt x="480" y="17089"/>
                      <a:pt x="487" y="17089"/>
                      <a:pt x="494" y="17089"/>
                    </a:cubicBezTo>
                    <a:cubicBezTo>
                      <a:pt x="699" y="17089"/>
                      <a:pt x="1172" y="16604"/>
                      <a:pt x="1253" y="16543"/>
                    </a:cubicBezTo>
                    <a:cubicBezTo>
                      <a:pt x="1805" y="15992"/>
                      <a:pt x="2281" y="15365"/>
                      <a:pt x="2732" y="14739"/>
                    </a:cubicBezTo>
                    <a:cubicBezTo>
                      <a:pt x="4712" y="11881"/>
                      <a:pt x="5990" y="8673"/>
                      <a:pt x="8221" y="5992"/>
                    </a:cubicBezTo>
                    <a:cubicBezTo>
                      <a:pt x="10852" y="2859"/>
                      <a:pt x="14485" y="679"/>
                      <a:pt x="18645" y="428"/>
                    </a:cubicBezTo>
                    <a:close/>
                    <a:moveTo>
                      <a:pt x="18668" y="1"/>
                    </a:moveTo>
                    <a:cubicBezTo>
                      <a:pt x="18661" y="1"/>
                      <a:pt x="18654" y="1"/>
                      <a:pt x="18647" y="2"/>
                    </a:cubicBezTo>
                    <a:cubicBezTo>
                      <a:pt x="18635" y="2"/>
                      <a:pt x="18624" y="2"/>
                      <a:pt x="18614" y="4"/>
                    </a:cubicBezTo>
                    <a:lnTo>
                      <a:pt x="18614" y="4"/>
                    </a:lnTo>
                    <a:cubicBezTo>
                      <a:pt x="14292" y="289"/>
                      <a:pt x="10520" y="2541"/>
                      <a:pt x="7820" y="5841"/>
                    </a:cubicBezTo>
                    <a:cubicBezTo>
                      <a:pt x="6416" y="7546"/>
                      <a:pt x="5288" y="9450"/>
                      <a:pt x="4236" y="11380"/>
                    </a:cubicBezTo>
                    <a:cubicBezTo>
                      <a:pt x="3108" y="13435"/>
                      <a:pt x="1955" y="15516"/>
                      <a:pt x="100" y="16994"/>
                    </a:cubicBezTo>
                    <a:cubicBezTo>
                      <a:pt x="0" y="17069"/>
                      <a:pt x="25" y="17220"/>
                      <a:pt x="100" y="17295"/>
                    </a:cubicBezTo>
                    <a:cubicBezTo>
                      <a:pt x="4662" y="21080"/>
                      <a:pt x="10577" y="23561"/>
                      <a:pt x="16216" y="25215"/>
                    </a:cubicBezTo>
                    <a:cubicBezTo>
                      <a:pt x="16229" y="25218"/>
                      <a:pt x="16242" y="25220"/>
                      <a:pt x="16255" y="25220"/>
                    </a:cubicBezTo>
                    <a:cubicBezTo>
                      <a:pt x="16341" y="25220"/>
                      <a:pt x="16423" y="25152"/>
                      <a:pt x="16466" y="25065"/>
                    </a:cubicBezTo>
                    <a:cubicBezTo>
                      <a:pt x="17519" y="22032"/>
                      <a:pt x="18421" y="18949"/>
                      <a:pt x="19198" y="15841"/>
                    </a:cubicBezTo>
                    <a:cubicBezTo>
                      <a:pt x="19775" y="13561"/>
                      <a:pt x="20276" y="11280"/>
                      <a:pt x="20527" y="8949"/>
                    </a:cubicBezTo>
                    <a:cubicBezTo>
                      <a:pt x="20752" y="6643"/>
                      <a:pt x="20476" y="4413"/>
                      <a:pt x="19875" y="2182"/>
                    </a:cubicBezTo>
                    <a:cubicBezTo>
                      <a:pt x="19753" y="1745"/>
                      <a:pt x="19397" y="108"/>
                      <a:pt x="18714" y="7"/>
                    </a:cubicBezTo>
                    <a:lnTo>
                      <a:pt x="18714" y="7"/>
                    </a:lnTo>
                    <a:cubicBezTo>
                      <a:pt x="18700" y="3"/>
                      <a:pt x="18684" y="1"/>
                      <a:pt x="186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21"/>
              <p:cNvSpPr/>
              <p:nvPr/>
            </p:nvSpPr>
            <p:spPr>
              <a:xfrm>
                <a:off x="4876100" y="4556850"/>
                <a:ext cx="122825" cy="126175"/>
              </a:xfrm>
              <a:custGeom>
                <a:rect b="b" l="l" r="r" t="t"/>
                <a:pathLst>
                  <a:path extrusionOk="0" h="5047" w="4913">
                    <a:moveTo>
                      <a:pt x="3605" y="0"/>
                    </a:moveTo>
                    <a:cubicBezTo>
                      <a:pt x="3551" y="0"/>
                      <a:pt x="3498" y="20"/>
                      <a:pt x="3459" y="59"/>
                    </a:cubicBezTo>
                    <a:cubicBezTo>
                      <a:pt x="2306" y="1087"/>
                      <a:pt x="1153" y="2114"/>
                      <a:pt x="0" y="3142"/>
                    </a:cubicBezTo>
                    <a:cubicBezTo>
                      <a:pt x="1654" y="3793"/>
                      <a:pt x="3309" y="4420"/>
                      <a:pt x="4913" y="5046"/>
                    </a:cubicBezTo>
                    <a:cubicBezTo>
                      <a:pt x="4537" y="3417"/>
                      <a:pt x="4161" y="1788"/>
                      <a:pt x="3810" y="159"/>
                    </a:cubicBezTo>
                    <a:cubicBezTo>
                      <a:pt x="3779" y="51"/>
                      <a:pt x="3691" y="0"/>
                      <a:pt x="3605"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21"/>
              <p:cNvSpPr/>
              <p:nvPr/>
            </p:nvSpPr>
            <p:spPr>
              <a:xfrm>
                <a:off x="4685000" y="4507500"/>
                <a:ext cx="75825" cy="80900"/>
              </a:xfrm>
              <a:custGeom>
                <a:rect b="b" l="l" r="r" t="t"/>
                <a:pathLst>
                  <a:path extrusionOk="0" h="3236" w="3033">
                    <a:moveTo>
                      <a:pt x="1988" y="1"/>
                    </a:moveTo>
                    <a:cubicBezTo>
                      <a:pt x="1938" y="1"/>
                      <a:pt x="1890" y="17"/>
                      <a:pt x="1855" y="53"/>
                    </a:cubicBezTo>
                    <a:cubicBezTo>
                      <a:pt x="1253" y="730"/>
                      <a:pt x="652" y="1331"/>
                      <a:pt x="0" y="1933"/>
                    </a:cubicBezTo>
                    <a:cubicBezTo>
                      <a:pt x="1003" y="2384"/>
                      <a:pt x="2005" y="2810"/>
                      <a:pt x="3033" y="3236"/>
                    </a:cubicBezTo>
                    <a:cubicBezTo>
                      <a:pt x="2732" y="2208"/>
                      <a:pt x="2456" y="1181"/>
                      <a:pt x="2206" y="153"/>
                    </a:cubicBezTo>
                    <a:cubicBezTo>
                      <a:pt x="2173" y="56"/>
                      <a:pt x="2078" y="1"/>
                      <a:pt x="1988" y="1"/>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21"/>
              <p:cNvSpPr/>
              <p:nvPr/>
            </p:nvSpPr>
            <p:spPr>
              <a:xfrm>
                <a:off x="4354175" y="4320225"/>
                <a:ext cx="51400" cy="95250"/>
              </a:xfrm>
              <a:custGeom>
                <a:rect b="b" l="l" r="r" t="t"/>
                <a:pathLst>
                  <a:path extrusionOk="0" h="3810" w="2056">
                    <a:moveTo>
                      <a:pt x="902" y="0"/>
                    </a:moveTo>
                    <a:cubicBezTo>
                      <a:pt x="451" y="1178"/>
                      <a:pt x="125" y="2030"/>
                      <a:pt x="0" y="2381"/>
                    </a:cubicBezTo>
                    <a:cubicBezTo>
                      <a:pt x="100" y="2456"/>
                      <a:pt x="226" y="2531"/>
                      <a:pt x="326" y="2632"/>
                    </a:cubicBezTo>
                    <a:cubicBezTo>
                      <a:pt x="827" y="2907"/>
                      <a:pt x="1303" y="3308"/>
                      <a:pt x="1805" y="3634"/>
                    </a:cubicBezTo>
                    <a:cubicBezTo>
                      <a:pt x="1880" y="3684"/>
                      <a:pt x="1955" y="3734"/>
                      <a:pt x="2030" y="3760"/>
                    </a:cubicBezTo>
                    <a:cubicBezTo>
                      <a:pt x="2030" y="3778"/>
                      <a:pt x="2043" y="3783"/>
                      <a:pt x="2050" y="3793"/>
                    </a:cubicBezTo>
                    <a:lnTo>
                      <a:pt x="2050" y="3793"/>
                    </a:lnTo>
                    <a:cubicBezTo>
                      <a:pt x="1676" y="2521"/>
                      <a:pt x="1277" y="1273"/>
                      <a:pt x="902" y="0"/>
                    </a:cubicBezTo>
                    <a:close/>
                    <a:moveTo>
                      <a:pt x="2050" y="3793"/>
                    </a:moveTo>
                    <a:cubicBezTo>
                      <a:pt x="2052" y="3799"/>
                      <a:pt x="2054" y="3804"/>
                      <a:pt x="2055" y="3810"/>
                    </a:cubicBezTo>
                    <a:cubicBezTo>
                      <a:pt x="2055" y="3803"/>
                      <a:pt x="2053" y="3798"/>
                      <a:pt x="2050" y="3793"/>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21"/>
              <p:cNvSpPr/>
              <p:nvPr/>
            </p:nvSpPr>
            <p:spPr>
              <a:xfrm>
                <a:off x="4448150" y="4345275"/>
                <a:ext cx="157300" cy="174850"/>
              </a:xfrm>
              <a:custGeom>
                <a:rect b="b" l="l" r="r" t="t"/>
                <a:pathLst>
                  <a:path extrusionOk="0" h="6994" w="6292">
                    <a:moveTo>
                      <a:pt x="4938" y="1"/>
                    </a:moveTo>
                    <a:cubicBezTo>
                      <a:pt x="3334" y="1354"/>
                      <a:pt x="1705" y="2607"/>
                      <a:pt x="0" y="3810"/>
                    </a:cubicBezTo>
                    <a:cubicBezTo>
                      <a:pt x="1830" y="4838"/>
                      <a:pt x="3960" y="5915"/>
                      <a:pt x="6291" y="6993"/>
                    </a:cubicBezTo>
                    <a:cubicBezTo>
                      <a:pt x="5940" y="4637"/>
                      <a:pt x="5489" y="2306"/>
                      <a:pt x="4938" y="1"/>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21"/>
              <p:cNvSpPr/>
              <p:nvPr/>
            </p:nvSpPr>
            <p:spPr>
              <a:xfrm>
                <a:off x="5084125" y="4642100"/>
                <a:ext cx="114050" cy="113600"/>
              </a:xfrm>
              <a:custGeom>
                <a:rect b="b" l="l" r="r" t="t"/>
                <a:pathLst>
                  <a:path extrusionOk="0" h="4544" w="4562">
                    <a:moveTo>
                      <a:pt x="3043" y="0"/>
                    </a:moveTo>
                    <a:cubicBezTo>
                      <a:pt x="2832" y="0"/>
                      <a:pt x="2657" y="122"/>
                      <a:pt x="2481" y="258"/>
                    </a:cubicBezTo>
                    <a:cubicBezTo>
                      <a:pt x="1830" y="684"/>
                      <a:pt x="1253" y="1511"/>
                      <a:pt x="727" y="2088"/>
                    </a:cubicBezTo>
                    <a:cubicBezTo>
                      <a:pt x="476" y="2363"/>
                      <a:pt x="251" y="2639"/>
                      <a:pt x="0" y="2915"/>
                    </a:cubicBezTo>
                    <a:cubicBezTo>
                      <a:pt x="1579" y="3491"/>
                      <a:pt x="3083" y="4042"/>
                      <a:pt x="4486" y="4544"/>
                    </a:cubicBezTo>
                    <a:cubicBezTo>
                      <a:pt x="4511" y="4519"/>
                      <a:pt x="4537" y="4494"/>
                      <a:pt x="4562" y="4469"/>
                    </a:cubicBezTo>
                    <a:cubicBezTo>
                      <a:pt x="4486" y="4118"/>
                      <a:pt x="4386" y="3767"/>
                      <a:pt x="4286" y="3416"/>
                    </a:cubicBezTo>
                    <a:cubicBezTo>
                      <a:pt x="4085" y="2539"/>
                      <a:pt x="4010" y="1561"/>
                      <a:pt x="3735" y="709"/>
                    </a:cubicBezTo>
                    <a:cubicBezTo>
                      <a:pt x="3634" y="408"/>
                      <a:pt x="3559" y="133"/>
                      <a:pt x="3233" y="32"/>
                    </a:cubicBezTo>
                    <a:cubicBezTo>
                      <a:pt x="3166" y="10"/>
                      <a:pt x="3103" y="0"/>
                      <a:pt x="3043"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21"/>
              <p:cNvSpPr/>
              <p:nvPr/>
            </p:nvSpPr>
            <p:spPr>
              <a:xfrm>
                <a:off x="4408675" y="3090875"/>
                <a:ext cx="1055175" cy="1548975"/>
              </a:xfrm>
              <a:custGeom>
                <a:rect b="b" l="l" r="r" t="t"/>
                <a:pathLst>
                  <a:path extrusionOk="0" h="61959" w="42207">
                    <a:moveTo>
                      <a:pt x="21229" y="1"/>
                    </a:moveTo>
                    <a:lnTo>
                      <a:pt x="8121" y="2056"/>
                    </a:lnTo>
                    <a:lnTo>
                      <a:pt x="8071" y="2056"/>
                    </a:lnTo>
                    <a:lnTo>
                      <a:pt x="7770" y="7996"/>
                    </a:lnTo>
                    <a:cubicBezTo>
                      <a:pt x="7870" y="7996"/>
                      <a:pt x="7970" y="8096"/>
                      <a:pt x="7945" y="8221"/>
                    </a:cubicBezTo>
                    <a:lnTo>
                      <a:pt x="7970" y="8221"/>
                    </a:lnTo>
                    <a:cubicBezTo>
                      <a:pt x="7695" y="9750"/>
                      <a:pt x="7444" y="11129"/>
                      <a:pt x="6717" y="12933"/>
                    </a:cubicBezTo>
                    <a:cubicBezTo>
                      <a:pt x="6692" y="12958"/>
                      <a:pt x="6692" y="12983"/>
                      <a:pt x="6667" y="13008"/>
                    </a:cubicBezTo>
                    <a:cubicBezTo>
                      <a:pt x="6642" y="13059"/>
                      <a:pt x="6617" y="13134"/>
                      <a:pt x="6592" y="13184"/>
                    </a:cubicBezTo>
                    <a:cubicBezTo>
                      <a:pt x="6542" y="13334"/>
                      <a:pt x="6467" y="13485"/>
                      <a:pt x="6392" y="13635"/>
                    </a:cubicBezTo>
                    <a:cubicBezTo>
                      <a:pt x="6316" y="13810"/>
                      <a:pt x="6241" y="13986"/>
                      <a:pt x="6166" y="14161"/>
                    </a:cubicBezTo>
                    <a:cubicBezTo>
                      <a:pt x="6141" y="14186"/>
                      <a:pt x="6116" y="14237"/>
                      <a:pt x="6091" y="14262"/>
                    </a:cubicBezTo>
                    <a:cubicBezTo>
                      <a:pt x="5389" y="15715"/>
                      <a:pt x="4537" y="17119"/>
                      <a:pt x="3635" y="18472"/>
                    </a:cubicBezTo>
                    <a:cubicBezTo>
                      <a:pt x="3534" y="18623"/>
                      <a:pt x="3409" y="18798"/>
                      <a:pt x="3309" y="18948"/>
                    </a:cubicBezTo>
                    <a:cubicBezTo>
                      <a:pt x="3209" y="19124"/>
                      <a:pt x="3083" y="19274"/>
                      <a:pt x="2983" y="19425"/>
                    </a:cubicBezTo>
                    <a:cubicBezTo>
                      <a:pt x="1454" y="21680"/>
                      <a:pt x="427" y="24011"/>
                      <a:pt x="1404" y="26668"/>
                    </a:cubicBezTo>
                    <a:cubicBezTo>
                      <a:pt x="1429" y="26768"/>
                      <a:pt x="1479" y="26843"/>
                      <a:pt x="1504" y="26918"/>
                    </a:cubicBezTo>
                    <a:cubicBezTo>
                      <a:pt x="1554" y="27044"/>
                      <a:pt x="1630" y="27194"/>
                      <a:pt x="1680" y="27319"/>
                    </a:cubicBezTo>
                    <a:cubicBezTo>
                      <a:pt x="1705" y="27369"/>
                      <a:pt x="1730" y="27420"/>
                      <a:pt x="1730" y="27445"/>
                    </a:cubicBezTo>
                    <a:cubicBezTo>
                      <a:pt x="2331" y="28698"/>
                      <a:pt x="3133" y="29901"/>
                      <a:pt x="3434" y="31229"/>
                    </a:cubicBezTo>
                    <a:cubicBezTo>
                      <a:pt x="3459" y="31354"/>
                      <a:pt x="3484" y="31455"/>
                      <a:pt x="3509" y="31580"/>
                    </a:cubicBezTo>
                    <a:cubicBezTo>
                      <a:pt x="3509" y="31605"/>
                      <a:pt x="3534" y="31630"/>
                      <a:pt x="3534" y="31655"/>
                    </a:cubicBezTo>
                    <a:cubicBezTo>
                      <a:pt x="3534" y="31680"/>
                      <a:pt x="3534" y="31680"/>
                      <a:pt x="3534" y="31705"/>
                    </a:cubicBezTo>
                    <a:cubicBezTo>
                      <a:pt x="3534" y="31730"/>
                      <a:pt x="3534" y="31781"/>
                      <a:pt x="3534" y="31831"/>
                    </a:cubicBezTo>
                    <a:cubicBezTo>
                      <a:pt x="3559" y="31881"/>
                      <a:pt x="3559" y="31931"/>
                      <a:pt x="3559" y="31981"/>
                    </a:cubicBezTo>
                    <a:cubicBezTo>
                      <a:pt x="3610" y="32883"/>
                      <a:pt x="3434" y="33836"/>
                      <a:pt x="3259" y="34713"/>
                    </a:cubicBezTo>
                    <a:cubicBezTo>
                      <a:pt x="3234" y="34763"/>
                      <a:pt x="3234" y="34813"/>
                      <a:pt x="3209" y="34888"/>
                    </a:cubicBezTo>
                    <a:cubicBezTo>
                      <a:pt x="3158" y="35139"/>
                      <a:pt x="3108" y="35390"/>
                      <a:pt x="3033" y="35665"/>
                    </a:cubicBezTo>
                    <a:cubicBezTo>
                      <a:pt x="2983" y="35891"/>
                      <a:pt x="2933" y="36141"/>
                      <a:pt x="2883" y="36392"/>
                    </a:cubicBezTo>
                    <a:cubicBezTo>
                      <a:pt x="2833" y="36517"/>
                      <a:pt x="2808" y="36643"/>
                      <a:pt x="2782" y="36768"/>
                    </a:cubicBezTo>
                    <a:cubicBezTo>
                      <a:pt x="2732" y="36969"/>
                      <a:pt x="2682" y="37169"/>
                      <a:pt x="2632" y="37344"/>
                    </a:cubicBezTo>
                    <a:cubicBezTo>
                      <a:pt x="2532" y="37670"/>
                      <a:pt x="2457" y="37971"/>
                      <a:pt x="2356" y="38272"/>
                    </a:cubicBezTo>
                    <a:cubicBezTo>
                      <a:pt x="1680" y="40678"/>
                      <a:pt x="803" y="43334"/>
                      <a:pt x="1" y="45640"/>
                    </a:cubicBezTo>
                    <a:lnTo>
                      <a:pt x="1404" y="50202"/>
                    </a:lnTo>
                    <a:cubicBezTo>
                      <a:pt x="1440" y="50292"/>
                      <a:pt x="1529" y="50357"/>
                      <a:pt x="1614" y="50357"/>
                    </a:cubicBezTo>
                    <a:cubicBezTo>
                      <a:pt x="1646" y="50357"/>
                      <a:pt x="1677" y="50348"/>
                      <a:pt x="1705" y="50327"/>
                    </a:cubicBezTo>
                    <a:cubicBezTo>
                      <a:pt x="3885" y="48898"/>
                      <a:pt x="5940" y="47319"/>
                      <a:pt x="7920" y="45640"/>
                    </a:cubicBezTo>
                    <a:cubicBezTo>
                      <a:pt x="8547" y="48147"/>
                      <a:pt x="9023" y="50653"/>
                      <a:pt x="9374" y="53209"/>
                    </a:cubicBezTo>
                    <a:cubicBezTo>
                      <a:pt x="9374" y="53306"/>
                      <a:pt x="9463" y="53417"/>
                      <a:pt x="9573" y="53417"/>
                    </a:cubicBezTo>
                    <a:cubicBezTo>
                      <a:pt x="9606" y="53417"/>
                      <a:pt x="9640" y="53408"/>
                      <a:pt x="9675" y="53385"/>
                    </a:cubicBezTo>
                    <a:cubicBezTo>
                      <a:pt x="11930" y="51931"/>
                      <a:pt x="13960" y="50227"/>
                      <a:pt x="15765" y="48247"/>
                    </a:cubicBezTo>
                    <a:cubicBezTo>
                      <a:pt x="16442" y="50853"/>
                      <a:pt x="17219" y="53410"/>
                      <a:pt x="18096" y="55941"/>
                    </a:cubicBezTo>
                    <a:cubicBezTo>
                      <a:pt x="18126" y="56033"/>
                      <a:pt x="18204" y="56087"/>
                      <a:pt x="18288" y="56087"/>
                    </a:cubicBezTo>
                    <a:cubicBezTo>
                      <a:pt x="18341" y="56087"/>
                      <a:pt x="18398" y="56065"/>
                      <a:pt x="18447" y="56016"/>
                    </a:cubicBezTo>
                    <a:cubicBezTo>
                      <a:pt x="20627" y="54086"/>
                      <a:pt x="22808" y="52132"/>
                      <a:pt x="25013" y="50202"/>
                    </a:cubicBezTo>
                    <a:cubicBezTo>
                      <a:pt x="25690" y="53234"/>
                      <a:pt x="26367" y="56292"/>
                      <a:pt x="27068" y="59350"/>
                    </a:cubicBezTo>
                    <a:cubicBezTo>
                      <a:pt x="27085" y="59447"/>
                      <a:pt x="27185" y="59513"/>
                      <a:pt x="27281" y="59513"/>
                    </a:cubicBezTo>
                    <a:cubicBezTo>
                      <a:pt x="27333" y="59513"/>
                      <a:pt x="27384" y="59494"/>
                      <a:pt x="27419" y="59450"/>
                    </a:cubicBezTo>
                    <a:cubicBezTo>
                      <a:pt x="28246" y="58397"/>
                      <a:pt x="29098" y="57370"/>
                      <a:pt x="29976" y="56367"/>
                    </a:cubicBezTo>
                    <a:cubicBezTo>
                      <a:pt x="30402" y="55891"/>
                      <a:pt x="30828" y="55440"/>
                      <a:pt x="31254" y="54964"/>
                    </a:cubicBezTo>
                    <a:cubicBezTo>
                      <a:pt x="31560" y="54637"/>
                      <a:pt x="32198" y="53664"/>
                      <a:pt x="32789" y="53664"/>
                    </a:cubicBezTo>
                    <a:cubicBezTo>
                      <a:pt x="32925" y="53664"/>
                      <a:pt x="33058" y="53714"/>
                      <a:pt x="33184" y="53836"/>
                    </a:cubicBezTo>
                    <a:cubicBezTo>
                      <a:pt x="33434" y="54061"/>
                      <a:pt x="33484" y="55390"/>
                      <a:pt x="33560" y="55766"/>
                    </a:cubicBezTo>
                    <a:cubicBezTo>
                      <a:pt x="33710" y="56392"/>
                      <a:pt x="33860" y="57044"/>
                      <a:pt x="34036" y="57670"/>
                    </a:cubicBezTo>
                    <a:cubicBezTo>
                      <a:pt x="34412" y="59074"/>
                      <a:pt x="34838" y="60452"/>
                      <a:pt x="35339" y="61806"/>
                    </a:cubicBezTo>
                    <a:cubicBezTo>
                      <a:pt x="35371" y="61903"/>
                      <a:pt x="35456" y="61958"/>
                      <a:pt x="35546" y="61958"/>
                    </a:cubicBezTo>
                    <a:cubicBezTo>
                      <a:pt x="35595" y="61958"/>
                      <a:pt x="35646" y="61942"/>
                      <a:pt x="35690" y="61906"/>
                    </a:cubicBezTo>
                    <a:cubicBezTo>
                      <a:pt x="37545" y="60352"/>
                      <a:pt x="39274" y="58673"/>
                      <a:pt x="40903" y="56868"/>
                    </a:cubicBezTo>
                    <a:cubicBezTo>
                      <a:pt x="40903" y="56893"/>
                      <a:pt x="40928" y="56918"/>
                      <a:pt x="40928" y="56944"/>
                    </a:cubicBezTo>
                    <a:cubicBezTo>
                      <a:pt x="41204" y="53936"/>
                      <a:pt x="41504" y="50678"/>
                      <a:pt x="41730" y="47545"/>
                    </a:cubicBezTo>
                    <a:cubicBezTo>
                      <a:pt x="41755" y="47119"/>
                      <a:pt x="41780" y="46668"/>
                      <a:pt x="41805" y="46242"/>
                    </a:cubicBezTo>
                    <a:cubicBezTo>
                      <a:pt x="41830" y="46041"/>
                      <a:pt x="41830" y="45866"/>
                      <a:pt x="41855" y="45665"/>
                    </a:cubicBezTo>
                    <a:cubicBezTo>
                      <a:pt x="42206" y="39951"/>
                      <a:pt x="42181" y="34237"/>
                      <a:pt x="41956" y="28522"/>
                    </a:cubicBezTo>
                    <a:cubicBezTo>
                      <a:pt x="41880" y="26066"/>
                      <a:pt x="41755" y="23560"/>
                      <a:pt x="41630" y="21129"/>
                    </a:cubicBezTo>
                    <a:cubicBezTo>
                      <a:pt x="41555" y="19775"/>
                      <a:pt x="41479" y="18422"/>
                      <a:pt x="41404" y="17069"/>
                    </a:cubicBezTo>
                    <a:cubicBezTo>
                      <a:pt x="41379" y="16442"/>
                      <a:pt x="41329" y="15816"/>
                      <a:pt x="41304" y="15214"/>
                    </a:cubicBezTo>
                    <a:cubicBezTo>
                      <a:pt x="41204" y="13836"/>
                      <a:pt x="41129" y="12457"/>
                      <a:pt x="41028" y="11054"/>
                    </a:cubicBezTo>
                    <a:cubicBezTo>
                      <a:pt x="41003" y="10552"/>
                      <a:pt x="40978" y="10051"/>
                      <a:pt x="40928" y="9575"/>
                    </a:cubicBezTo>
                    <a:cubicBezTo>
                      <a:pt x="40878" y="8723"/>
                      <a:pt x="40828" y="7871"/>
                      <a:pt x="40753" y="7044"/>
                    </a:cubicBezTo>
                    <a:cubicBezTo>
                      <a:pt x="40677" y="5715"/>
                      <a:pt x="40602" y="4813"/>
                      <a:pt x="40577" y="4487"/>
                    </a:cubicBezTo>
                    <a:lnTo>
                      <a:pt x="40327" y="4412"/>
                    </a:lnTo>
                    <a:cubicBezTo>
                      <a:pt x="40095" y="4349"/>
                      <a:pt x="39792" y="4250"/>
                      <a:pt x="39865" y="4250"/>
                    </a:cubicBezTo>
                    <a:cubicBezTo>
                      <a:pt x="39879" y="4250"/>
                      <a:pt x="39907" y="4254"/>
                      <a:pt x="39951" y="4262"/>
                    </a:cubicBezTo>
                    <a:cubicBezTo>
                      <a:pt x="39575" y="4186"/>
                      <a:pt x="39199" y="3986"/>
                      <a:pt x="38823" y="3861"/>
                    </a:cubicBezTo>
                    <a:lnTo>
                      <a:pt x="30452" y="753"/>
                    </a:lnTo>
                    <a:cubicBezTo>
                      <a:pt x="29976" y="653"/>
                      <a:pt x="29524" y="552"/>
                      <a:pt x="29048" y="527"/>
                    </a:cubicBezTo>
                    <a:lnTo>
                      <a:pt x="2125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21"/>
              <p:cNvSpPr/>
              <p:nvPr/>
            </p:nvSpPr>
            <p:spPr>
              <a:xfrm>
                <a:off x="4627350" y="4410450"/>
                <a:ext cx="619075" cy="343375"/>
              </a:xfrm>
              <a:custGeom>
                <a:rect b="b" l="l" r="r" t="t"/>
                <a:pathLst>
                  <a:path extrusionOk="0" h="13735" w="24763">
                    <a:moveTo>
                      <a:pt x="5614" y="0"/>
                    </a:moveTo>
                    <a:cubicBezTo>
                      <a:pt x="3935" y="1830"/>
                      <a:pt x="2056" y="3409"/>
                      <a:pt x="0" y="4787"/>
                    </a:cubicBezTo>
                    <a:cubicBezTo>
                      <a:pt x="752" y="5138"/>
                      <a:pt x="1529" y="5489"/>
                      <a:pt x="2306" y="5815"/>
                    </a:cubicBezTo>
                    <a:cubicBezTo>
                      <a:pt x="2958" y="5213"/>
                      <a:pt x="3559" y="4612"/>
                      <a:pt x="4161" y="3935"/>
                    </a:cubicBezTo>
                    <a:cubicBezTo>
                      <a:pt x="4196" y="3899"/>
                      <a:pt x="4244" y="3883"/>
                      <a:pt x="4294" y="3883"/>
                    </a:cubicBezTo>
                    <a:cubicBezTo>
                      <a:pt x="4384" y="3883"/>
                      <a:pt x="4479" y="3938"/>
                      <a:pt x="4512" y="4035"/>
                    </a:cubicBezTo>
                    <a:cubicBezTo>
                      <a:pt x="4762" y="5063"/>
                      <a:pt x="5038" y="6090"/>
                      <a:pt x="5339" y="7118"/>
                    </a:cubicBezTo>
                    <a:cubicBezTo>
                      <a:pt x="6868" y="7745"/>
                      <a:pt x="8422" y="8371"/>
                      <a:pt x="9950" y="8998"/>
                    </a:cubicBezTo>
                    <a:cubicBezTo>
                      <a:pt x="11103" y="7970"/>
                      <a:pt x="12256" y="6943"/>
                      <a:pt x="13409" y="5915"/>
                    </a:cubicBezTo>
                    <a:cubicBezTo>
                      <a:pt x="13448" y="5876"/>
                      <a:pt x="13501" y="5856"/>
                      <a:pt x="13555" y="5856"/>
                    </a:cubicBezTo>
                    <a:cubicBezTo>
                      <a:pt x="13641" y="5856"/>
                      <a:pt x="13729" y="5907"/>
                      <a:pt x="13760" y="6015"/>
                    </a:cubicBezTo>
                    <a:cubicBezTo>
                      <a:pt x="14111" y="7644"/>
                      <a:pt x="14487" y="9273"/>
                      <a:pt x="14863" y="10902"/>
                    </a:cubicBezTo>
                    <a:cubicBezTo>
                      <a:pt x="16016" y="11329"/>
                      <a:pt x="17168" y="11755"/>
                      <a:pt x="18271" y="12181"/>
                    </a:cubicBezTo>
                    <a:cubicBezTo>
                      <a:pt x="18522" y="11905"/>
                      <a:pt x="18747" y="11629"/>
                      <a:pt x="18998" y="11354"/>
                    </a:cubicBezTo>
                    <a:cubicBezTo>
                      <a:pt x="19524" y="10777"/>
                      <a:pt x="20101" y="9950"/>
                      <a:pt x="20752" y="9524"/>
                    </a:cubicBezTo>
                    <a:cubicBezTo>
                      <a:pt x="20928" y="9388"/>
                      <a:pt x="21103" y="9266"/>
                      <a:pt x="21314" y="9266"/>
                    </a:cubicBezTo>
                    <a:cubicBezTo>
                      <a:pt x="21374" y="9266"/>
                      <a:pt x="21437" y="9276"/>
                      <a:pt x="21504" y="9298"/>
                    </a:cubicBezTo>
                    <a:cubicBezTo>
                      <a:pt x="21830" y="9399"/>
                      <a:pt x="21905" y="9674"/>
                      <a:pt x="22006" y="9975"/>
                    </a:cubicBezTo>
                    <a:cubicBezTo>
                      <a:pt x="22281" y="10827"/>
                      <a:pt x="22356" y="11805"/>
                      <a:pt x="22557" y="12682"/>
                    </a:cubicBezTo>
                    <a:cubicBezTo>
                      <a:pt x="22657" y="13033"/>
                      <a:pt x="22757" y="13384"/>
                      <a:pt x="22833" y="13735"/>
                    </a:cubicBezTo>
                    <a:cubicBezTo>
                      <a:pt x="23484" y="13283"/>
                      <a:pt x="24111" y="12807"/>
                      <a:pt x="24762" y="12331"/>
                    </a:cubicBezTo>
                    <a:cubicBezTo>
                      <a:pt x="24437" y="11379"/>
                      <a:pt x="24136" y="10401"/>
                      <a:pt x="23860" y="9424"/>
                    </a:cubicBezTo>
                    <a:cubicBezTo>
                      <a:pt x="23710" y="8772"/>
                      <a:pt x="23534" y="8146"/>
                      <a:pt x="23409" y="7494"/>
                    </a:cubicBezTo>
                    <a:cubicBezTo>
                      <a:pt x="23309" y="7143"/>
                      <a:pt x="23259" y="5815"/>
                      <a:pt x="23008" y="5564"/>
                    </a:cubicBezTo>
                    <a:cubicBezTo>
                      <a:pt x="22886" y="5451"/>
                      <a:pt x="22757" y="5403"/>
                      <a:pt x="22626" y="5403"/>
                    </a:cubicBezTo>
                    <a:cubicBezTo>
                      <a:pt x="22032" y="5403"/>
                      <a:pt x="21391" y="6388"/>
                      <a:pt x="21103" y="6717"/>
                    </a:cubicBezTo>
                    <a:cubicBezTo>
                      <a:pt x="20652" y="7168"/>
                      <a:pt x="20251" y="7644"/>
                      <a:pt x="19825" y="8120"/>
                    </a:cubicBezTo>
                    <a:cubicBezTo>
                      <a:pt x="18948" y="9123"/>
                      <a:pt x="18071" y="10151"/>
                      <a:pt x="17244" y="11178"/>
                    </a:cubicBezTo>
                    <a:cubicBezTo>
                      <a:pt x="17207" y="11223"/>
                      <a:pt x="17158" y="11243"/>
                      <a:pt x="17107" y="11243"/>
                    </a:cubicBezTo>
                    <a:cubicBezTo>
                      <a:pt x="17018" y="11243"/>
                      <a:pt x="16925" y="11183"/>
                      <a:pt x="16893" y="11103"/>
                    </a:cubicBezTo>
                    <a:cubicBezTo>
                      <a:pt x="16216" y="8045"/>
                      <a:pt x="15539" y="4988"/>
                      <a:pt x="14838" y="1930"/>
                    </a:cubicBezTo>
                    <a:cubicBezTo>
                      <a:pt x="12657" y="3885"/>
                      <a:pt x="10477" y="5815"/>
                      <a:pt x="8296" y="7770"/>
                    </a:cubicBezTo>
                    <a:cubicBezTo>
                      <a:pt x="8252" y="7805"/>
                      <a:pt x="8201" y="7822"/>
                      <a:pt x="8152" y="7822"/>
                    </a:cubicBezTo>
                    <a:cubicBezTo>
                      <a:pt x="8062" y="7822"/>
                      <a:pt x="7978" y="7766"/>
                      <a:pt x="7945" y="7669"/>
                    </a:cubicBezTo>
                    <a:cubicBezTo>
                      <a:pt x="7043" y="5138"/>
                      <a:pt x="6266" y="2582"/>
                      <a:pt x="5614"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21"/>
              <p:cNvSpPr/>
              <p:nvPr/>
            </p:nvSpPr>
            <p:spPr>
              <a:xfrm>
                <a:off x="4376725" y="4231875"/>
                <a:ext cx="1055175" cy="480600"/>
              </a:xfrm>
              <a:custGeom>
                <a:rect b="b" l="l" r="r" t="t"/>
                <a:pathLst>
                  <a:path extrusionOk="0" h="19224" w="42207">
                    <a:moveTo>
                      <a:pt x="1279" y="0"/>
                    </a:moveTo>
                    <a:cubicBezTo>
                      <a:pt x="802" y="1329"/>
                      <a:pt x="351" y="2532"/>
                      <a:pt x="0" y="3534"/>
                    </a:cubicBezTo>
                    <a:cubicBezTo>
                      <a:pt x="376" y="4812"/>
                      <a:pt x="777" y="6065"/>
                      <a:pt x="1153" y="7344"/>
                    </a:cubicBezTo>
                    <a:cubicBezTo>
                      <a:pt x="1304" y="7419"/>
                      <a:pt x="1454" y="7519"/>
                      <a:pt x="1604" y="7619"/>
                    </a:cubicBezTo>
                    <a:cubicBezTo>
                      <a:pt x="1880" y="7770"/>
                      <a:pt x="2156" y="7945"/>
                      <a:pt x="2456" y="8096"/>
                    </a:cubicBezTo>
                    <a:cubicBezTo>
                      <a:pt x="4286" y="6842"/>
                      <a:pt x="6065" y="5464"/>
                      <a:pt x="7770" y="4010"/>
                    </a:cubicBezTo>
                    <a:cubicBezTo>
                      <a:pt x="7808" y="3972"/>
                      <a:pt x="7862" y="3952"/>
                      <a:pt x="7916" y="3952"/>
                    </a:cubicBezTo>
                    <a:cubicBezTo>
                      <a:pt x="8002" y="3952"/>
                      <a:pt x="8090" y="4003"/>
                      <a:pt x="8121" y="4111"/>
                    </a:cubicBezTo>
                    <a:cubicBezTo>
                      <a:pt x="8747" y="6617"/>
                      <a:pt x="9248" y="9148"/>
                      <a:pt x="9599" y="11730"/>
                    </a:cubicBezTo>
                    <a:cubicBezTo>
                      <a:pt x="11830" y="10276"/>
                      <a:pt x="13835" y="8547"/>
                      <a:pt x="15589" y="6567"/>
                    </a:cubicBezTo>
                    <a:cubicBezTo>
                      <a:pt x="15626" y="6521"/>
                      <a:pt x="15675" y="6502"/>
                      <a:pt x="15726" y="6502"/>
                    </a:cubicBezTo>
                    <a:cubicBezTo>
                      <a:pt x="15815" y="6502"/>
                      <a:pt x="15908" y="6562"/>
                      <a:pt x="15940" y="6642"/>
                    </a:cubicBezTo>
                    <a:cubicBezTo>
                      <a:pt x="16592" y="9273"/>
                      <a:pt x="17369" y="11855"/>
                      <a:pt x="18271" y="14386"/>
                    </a:cubicBezTo>
                    <a:cubicBezTo>
                      <a:pt x="20452" y="12456"/>
                      <a:pt x="22657" y="10502"/>
                      <a:pt x="24838" y="8547"/>
                    </a:cubicBezTo>
                    <a:cubicBezTo>
                      <a:pt x="24888" y="8507"/>
                      <a:pt x="24950" y="8487"/>
                      <a:pt x="25008" y="8487"/>
                    </a:cubicBezTo>
                    <a:cubicBezTo>
                      <a:pt x="25095" y="8487"/>
                      <a:pt x="25173" y="8532"/>
                      <a:pt x="25188" y="8622"/>
                    </a:cubicBezTo>
                    <a:cubicBezTo>
                      <a:pt x="25865" y="11654"/>
                      <a:pt x="26567" y="14687"/>
                      <a:pt x="27244" y="17720"/>
                    </a:cubicBezTo>
                    <a:cubicBezTo>
                      <a:pt x="28271" y="16441"/>
                      <a:pt x="29324" y="15188"/>
                      <a:pt x="30427" y="13985"/>
                    </a:cubicBezTo>
                    <a:cubicBezTo>
                      <a:pt x="30978" y="13384"/>
                      <a:pt x="31529" y="12582"/>
                      <a:pt x="32181" y="12131"/>
                    </a:cubicBezTo>
                    <a:cubicBezTo>
                      <a:pt x="32386" y="12008"/>
                      <a:pt x="32573" y="11885"/>
                      <a:pt x="32786" y="11885"/>
                    </a:cubicBezTo>
                    <a:cubicBezTo>
                      <a:pt x="32833" y="11885"/>
                      <a:pt x="32882" y="11891"/>
                      <a:pt x="32933" y="11905"/>
                    </a:cubicBezTo>
                    <a:cubicBezTo>
                      <a:pt x="33284" y="12005"/>
                      <a:pt x="33334" y="12306"/>
                      <a:pt x="33434" y="12607"/>
                    </a:cubicBezTo>
                    <a:cubicBezTo>
                      <a:pt x="33735" y="13434"/>
                      <a:pt x="33785" y="14436"/>
                      <a:pt x="34011" y="15314"/>
                    </a:cubicBezTo>
                    <a:cubicBezTo>
                      <a:pt x="34311" y="16617"/>
                      <a:pt x="34712" y="17920"/>
                      <a:pt x="35138" y="19223"/>
                    </a:cubicBezTo>
                    <a:cubicBezTo>
                      <a:pt x="37494" y="17419"/>
                      <a:pt x="39800" y="15539"/>
                      <a:pt x="41980" y="13534"/>
                    </a:cubicBezTo>
                    <a:cubicBezTo>
                      <a:pt x="42056" y="12807"/>
                      <a:pt x="42131" y="12081"/>
                      <a:pt x="42206" y="11304"/>
                    </a:cubicBezTo>
                    <a:cubicBezTo>
                      <a:pt x="42206" y="11278"/>
                      <a:pt x="42181" y="11253"/>
                      <a:pt x="42181" y="11228"/>
                    </a:cubicBezTo>
                    <a:cubicBezTo>
                      <a:pt x="40552" y="13033"/>
                      <a:pt x="38823" y="14712"/>
                      <a:pt x="36968" y="16266"/>
                    </a:cubicBezTo>
                    <a:cubicBezTo>
                      <a:pt x="36924" y="16302"/>
                      <a:pt x="36873" y="16318"/>
                      <a:pt x="36824" y="16318"/>
                    </a:cubicBezTo>
                    <a:cubicBezTo>
                      <a:pt x="36734" y="16318"/>
                      <a:pt x="36649" y="16263"/>
                      <a:pt x="36617" y="16166"/>
                    </a:cubicBezTo>
                    <a:cubicBezTo>
                      <a:pt x="36116" y="14812"/>
                      <a:pt x="35690" y="13434"/>
                      <a:pt x="35314" y="12030"/>
                    </a:cubicBezTo>
                    <a:cubicBezTo>
                      <a:pt x="35138" y="11404"/>
                      <a:pt x="34988" y="10752"/>
                      <a:pt x="34838" y="10126"/>
                    </a:cubicBezTo>
                    <a:cubicBezTo>
                      <a:pt x="34762" y="9750"/>
                      <a:pt x="34712" y="8421"/>
                      <a:pt x="34462" y="8196"/>
                    </a:cubicBezTo>
                    <a:cubicBezTo>
                      <a:pt x="34336" y="8074"/>
                      <a:pt x="34203" y="8024"/>
                      <a:pt x="34067" y="8024"/>
                    </a:cubicBezTo>
                    <a:cubicBezTo>
                      <a:pt x="33476" y="8024"/>
                      <a:pt x="32838" y="8997"/>
                      <a:pt x="32532" y="9324"/>
                    </a:cubicBezTo>
                    <a:cubicBezTo>
                      <a:pt x="32106" y="9800"/>
                      <a:pt x="31680" y="10251"/>
                      <a:pt x="31254" y="10727"/>
                    </a:cubicBezTo>
                    <a:cubicBezTo>
                      <a:pt x="30376" y="11730"/>
                      <a:pt x="29524" y="12757"/>
                      <a:pt x="28697" y="13810"/>
                    </a:cubicBezTo>
                    <a:cubicBezTo>
                      <a:pt x="28662" y="13854"/>
                      <a:pt x="28611" y="13873"/>
                      <a:pt x="28559" y="13873"/>
                    </a:cubicBezTo>
                    <a:cubicBezTo>
                      <a:pt x="28463" y="13873"/>
                      <a:pt x="28363" y="13807"/>
                      <a:pt x="28346" y="13710"/>
                    </a:cubicBezTo>
                    <a:cubicBezTo>
                      <a:pt x="27645" y="10652"/>
                      <a:pt x="26968" y="7594"/>
                      <a:pt x="26291" y="4562"/>
                    </a:cubicBezTo>
                    <a:cubicBezTo>
                      <a:pt x="24086" y="6492"/>
                      <a:pt x="21905" y="8446"/>
                      <a:pt x="19725" y="10376"/>
                    </a:cubicBezTo>
                    <a:cubicBezTo>
                      <a:pt x="19676" y="10425"/>
                      <a:pt x="19619" y="10447"/>
                      <a:pt x="19566" y="10447"/>
                    </a:cubicBezTo>
                    <a:cubicBezTo>
                      <a:pt x="19482" y="10447"/>
                      <a:pt x="19404" y="10393"/>
                      <a:pt x="19374" y="10301"/>
                    </a:cubicBezTo>
                    <a:cubicBezTo>
                      <a:pt x="18497" y="7770"/>
                      <a:pt x="17720" y="5213"/>
                      <a:pt x="17043" y="2607"/>
                    </a:cubicBezTo>
                    <a:cubicBezTo>
                      <a:pt x="15238" y="4587"/>
                      <a:pt x="13208" y="6291"/>
                      <a:pt x="10953" y="7745"/>
                    </a:cubicBezTo>
                    <a:cubicBezTo>
                      <a:pt x="10918" y="7768"/>
                      <a:pt x="10884" y="7777"/>
                      <a:pt x="10851" y="7777"/>
                    </a:cubicBezTo>
                    <a:cubicBezTo>
                      <a:pt x="10741" y="7777"/>
                      <a:pt x="10652" y="7666"/>
                      <a:pt x="10652" y="7569"/>
                    </a:cubicBezTo>
                    <a:cubicBezTo>
                      <a:pt x="10301" y="5013"/>
                      <a:pt x="9825" y="2507"/>
                      <a:pt x="9198" y="0"/>
                    </a:cubicBezTo>
                    <a:cubicBezTo>
                      <a:pt x="7218" y="1679"/>
                      <a:pt x="5163" y="3258"/>
                      <a:pt x="2983" y="4687"/>
                    </a:cubicBezTo>
                    <a:cubicBezTo>
                      <a:pt x="2955" y="4708"/>
                      <a:pt x="2924" y="4717"/>
                      <a:pt x="2892" y="4717"/>
                    </a:cubicBezTo>
                    <a:cubicBezTo>
                      <a:pt x="2807" y="4717"/>
                      <a:pt x="2718" y="4652"/>
                      <a:pt x="2682" y="4562"/>
                    </a:cubicBezTo>
                    <a:lnTo>
                      <a:pt x="1279" y="0"/>
                    </a:ln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21"/>
              <p:cNvSpPr/>
              <p:nvPr/>
            </p:nvSpPr>
            <p:spPr>
              <a:xfrm>
                <a:off x="4438125" y="4330650"/>
                <a:ext cx="817075" cy="388100"/>
              </a:xfrm>
              <a:custGeom>
                <a:rect b="b" l="l" r="r" t="t"/>
                <a:pathLst>
                  <a:path extrusionOk="0" h="15524" w="32683">
                    <a:moveTo>
                      <a:pt x="5460" y="1"/>
                    </a:moveTo>
                    <a:cubicBezTo>
                      <a:pt x="5406" y="1"/>
                      <a:pt x="5352" y="21"/>
                      <a:pt x="5314" y="59"/>
                    </a:cubicBezTo>
                    <a:cubicBezTo>
                      <a:pt x="3609" y="1513"/>
                      <a:pt x="1830" y="2891"/>
                      <a:pt x="0" y="4145"/>
                    </a:cubicBezTo>
                    <a:cubicBezTo>
                      <a:pt x="126" y="4245"/>
                      <a:pt x="251" y="4320"/>
                      <a:pt x="401" y="4395"/>
                    </a:cubicBezTo>
                    <a:cubicBezTo>
                      <a:pt x="2106" y="3192"/>
                      <a:pt x="3735" y="1939"/>
                      <a:pt x="5314" y="586"/>
                    </a:cubicBezTo>
                    <a:cubicBezTo>
                      <a:pt x="5890" y="2891"/>
                      <a:pt x="6341" y="5222"/>
                      <a:pt x="6692" y="7578"/>
                    </a:cubicBezTo>
                    <a:cubicBezTo>
                      <a:pt x="6968" y="7703"/>
                      <a:pt x="7269" y="7854"/>
                      <a:pt x="7569" y="7979"/>
                    </a:cubicBezTo>
                    <a:cubicBezTo>
                      <a:pt x="9625" y="6601"/>
                      <a:pt x="11504" y="5022"/>
                      <a:pt x="13183" y="3192"/>
                    </a:cubicBezTo>
                    <a:cubicBezTo>
                      <a:pt x="13835" y="5774"/>
                      <a:pt x="14612" y="8330"/>
                      <a:pt x="15514" y="10861"/>
                    </a:cubicBezTo>
                    <a:cubicBezTo>
                      <a:pt x="15547" y="10958"/>
                      <a:pt x="15631" y="11014"/>
                      <a:pt x="15721" y="11014"/>
                    </a:cubicBezTo>
                    <a:cubicBezTo>
                      <a:pt x="15770" y="11014"/>
                      <a:pt x="15821" y="10997"/>
                      <a:pt x="15865" y="10962"/>
                    </a:cubicBezTo>
                    <a:cubicBezTo>
                      <a:pt x="18046" y="9007"/>
                      <a:pt x="20226" y="7077"/>
                      <a:pt x="22407" y="5122"/>
                    </a:cubicBezTo>
                    <a:cubicBezTo>
                      <a:pt x="23108" y="8180"/>
                      <a:pt x="23785" y="11237"/>
                      <a:pt x="24462" y="14295"/>
                    </a:cubicBezTo>
                    <a:cubicBezTo>
                      <a:pt x="24494" y="14375"/>
                      <a:pt x="24587" y="14435"/>
                      <a:pt x="24676" y="14435"/>
                    </a:cubicBezTo>
                    <a:cubicBezTo>
                      <a:pt x="24727" y="14435"/>
                      <a:pt x="24776" y="14415"/>
                      <a:pt x="24813" y="14370"/>
                    </a:cubicBezTo>
                    <a:cubicBezTo>
                      <a:pt x="25640" y="13343"/>
                      <a:pt x="26517" y="12315"/>
                      <a:pt x="27394" y="11312"/>
                    </a:cubicBezTo>
                    <a:cubicBezTo>
                      <a:pt x="27820" y="10836"/>
                      <a:pt x="28221" y="10360"/>
                      <a:pt x="28672" y="9884"/>
                    </a:cubicBezTo>
                    <a:cubicBezTo>
                      <a:pt x="28960" y="9576"/>
                      <a:pt x="29600" y="8595"/>
                      <a:pt x="30195" y="8595"/>
                    </a:cubicBezTo>
                    <a:cubicBezTo>
                      <a:pt x="30326" y="8595"/>
                      <a:pt x="30455" y="8643"/>
                      <a:pt x="30577" y="8756"/>
                    </a:cubicBezTo>
                    <a:cubicBezTo>
                      <a:pt x="30828" y="9007"/>
                      <a:pt x="30878" y="10335"/>
                      <a:pt x="30978" y="10686"/>
                    </a:cubicBezTo>
                    <a:cubicBezTo>
                      <a:pt x="31103" y="11338"/>
                      <a:pt x="31279" y="11964"/>
                      <a:pt x="31429" y="12616"/>
                    </a:cubicBezTo>
                    <a:cubicBezTo>
                      <a:pt x="31705" y="13593"/>
                      <a:pt x="32006" y="14571"/>
                      <a:pt x="32331" y="15523"/>
                    </a:cubicBezTo>
                    <a:cubicBezTo>
                      <a:pt x="32457" y="15423"/>
                      <a:pt x="32557" y="15348"/>
                      <a:pt x="32682" y="15272"/>
                    </a:cubicBezTo>
                    <a:cubicBezTo>
                      <a:pt x="32256" y="13969"/>
                      <a:pt x="31855" y="12666"/>
                      <a:pt x="31555" y="11363"/>
                    </a:cubicBezTo>
                    <a:cubicBezTo>
                      <a:pt x="31329" y="10485"/>
                      <a:pt x="31279" y="9483"/>
                      <a:pt x="30978" y="8656"/>
                    </a:cubicBezTo>
                    <a:cubicBezTo>
                      <a:pt x="30878" y="8355"/>
                      <a:pt x="30828" y="8054"/>
                      <a:pt x="30477" y="7954"/>
                    </a:cubicBezTo>
                    <a:cubicBezTo>
                      <a:pt x="30426" y="7940"/>
                      <a:pt x="30377" y="7934"/>
                      <a:pt x="30330" y="7934"/>
                    </a:cubicBezTo>
                    <a:cubicBezTo>
                      <a:pt x="30117" y="7934"/>
                      <a:pt x="29930" y="8057"/>
                      <a:pt x="29725" y="8180"/>
                    </a:cubicBezTo>
                    <a:cubicBezTo>
                      <a:pt x="29073" y="8631"/>
                      <a:pt x="28522" y="9433"/>
                      <a:pt x="27971" y="10034"/>
                    </a:cubicBezTo>
                    <a:cubicBezTo>
                      <a:pt x="26868" y="11237"/>
                      <a:pt x="25815" y="12490"/>
                      <a:pt x="24788" y="13769"/>
                    </a:cubicBezTo>
                    <a:cubicBezTo>
                      <a:pt x="24111" y="10736"/>
                      <a:pt x="23409" y="7703"/>
                      <a:pt x="22732" y="4671"/>
                    </a:cubicBezTo>
                    <a:cubicBezTo>
                      <a:pt x="22717" y="4581"/>
                      <a:pt x="22639" y="4536"/>
                      <a:pt x="22552" y="4536"/>
                    </a:cubicBezTo>
                    <a:cubicBezTo>
                      <a:pt x="22494" y="4536"/>
                      <a:pt x="22432" y="4556"/>
                      <a:pt x="22382" y="4596"/>
                    </a:cubicBezTo>
                    <a:cubicBezTo>
                      <a:pt x="20201" y="6551"/>
                      <a:pt x="17996" y="8505"/>
                      <a:pt x="15815" y="10435"/>
                    </a:cubicBezTo>
                    <a:cubicBezTo>
                      <a:pt x="14913" y="7904"/>
                      <a:pt x="14136" y="5322"/>
                      <a:pt x="13484" y="2691"/>
                    </a:cubicBezTo>
                    <a:cubicBezTo>
                      <a:pt x="13452" y="2611"/>
                      <a:pt x="13359" y="2551"/>
                      <a:pt x="13270" y="2551"/>
                    </a:cubicBezTo>
                    <a:cubicBezTo>
                      <a:pt x="13219" y="2551"/>
                      <a:pt x="13170" y="2570"/>
                      <a:pt x="13133" y="2616"/>
                    </a:cubicBezTo>
                    <a:cubicBezTo>
                      <a:pt x="11379" y="4596"/>
                      <a:pt x="9374" y="6325"/>
                      <a:pt x="7143" y="7779"/>
                    </a:cubicBezTo>
                    <a:cubicBezTo>
                      <a:pt x="6792" y="5197"/>
                      <a:pt x="6291" y="2666"/>
                      <a:pt x="5665" y="160"/>
                    </a:cubicBezTo>
                    <a:cubicBezTo>
                      <a:pt x="5634" y="52"/>
                      <a:pt x="5546" y="1"/>
                      <a:pt x="54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21"/>
              <p:cNvSpPr/>
              <p:nvPr/>
            </p:nvSpPr>
            <p:spPr>
              <a:xfrm>
                <a:off x="4828475" y="4627225"/>
                <a:ext cx="43875" cy="17575"/>
              </a:xfrm>
              <a:custGeom>
                <a:rect b="b" l="l" r="r" t="t"/>
                <a:pathLst>
                  <a:path extrusionOk="0" h="703" w="1755">
                    <a:moveTo>
                      <a:pt x="1755" y="703"/>
                    </a:moveTo>
                    <a:cubicBezTo>
                      <a:pt x="1179" y="477"/>
                      <a:pt x="602" y="251"/>
                      <a:pt x="1" y="1"/>
                    </a:cubicBezTo>
                    <a:cubicBezTo>
                      <a:pt x="602" y="251"/>
                      <a:pt x="1179" y="477"/>
                      <a:pt x="1755" y="703"/>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21"/>
              <p:cNvSpPr/>
              <p:nvPr/>
            </p:nvSpPr>
            <p:spPr>
              <a:xfrm>
                <a:off x="4561550" y="4510700"/>
                <a:ext cx="2550" cy="1275"/>
              </a:xfrm>
              <a:custGeom>
                <a:rect b="b" l="l" r="r" t="t"/>
                <a:pathLst>
                  <a:path extrusionOk="0" h="51" w="102">
                    <a:moveTo>
                      <a:pt x="101" y="50"/>
                    </a:moveTo>
                    <a:cubicBezTo>
                      <a:pt x="51" y="25"/>
                      <a:pt x="26" y="25"/>
                      <a:pt x="1" y="0"/>
                    </a:cubicBezTo>
                    <a:cubicBezTo>
                      <a:pt x="26" y="25"/>
                      <a:pt x="51" y="25"/>
                      <a:pt x="101" y="5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21"/>
              <p:cNvSpPr/>
              <p:nvPr/>
            </p:nvSpPr>
            <p:spPr>
              <a:xfrm>
                <a:off x="4492000" y="3529475"/>
                <a:ext cx="10050" cy="15075"/>
              </a:xfrm>
              <a:custGeom>
                <a:rect b="b" l="l" r="r" t="t"/>
                <a:pathLst>
                  <a:path extrusionOk="0" h="603" w="402">
                    <a:moveTo>
                      <a:pt x="402" y="1"/>
                    </a:moveTo>
                    <a:lnTo>
                      <a:pt x="402" y="1"/>
                    </a:lnTo>
                    <a:cubicBezTo>
                      <a:pt x="377" y="26"/>
                      <a:pt x="352" y="76"/>
                      <a:pt x="327" y="101"/>
                    </a:cubicBezTo>
                    <a:cubicBezTo>
                      <a:pt x="285" y="174"/>
                      <a:pt x="243" y="248"/>
                      <a:pt x="199" y="319"/>
                    </a:cubicBezTo>
                    <a:lnTo>
                      <a:pt x="199" y="319"/>
                    </a:lnTo>
                    <a:cubicBezTo>
                      <a:pt x="269" y="213"/>
                      <a:pt x="336" y="107"/>
                      <a:pt x="402" y="1"/>
                    </a:cubicBezTo>
                    <a:close/>
                    <a:moveTo>
                      <a:pt x="199" y="319"/>
                    </a:moveTo>
                    <a:cubicBezTo>
                      <a:pt x="137" y="414"/>
                      <a:pt x="72" y="508"/>
                      <a:pt x="1" y="602"/>
                    </a:cubicBezTo>
                    <a:cubicBezTo>
                      <a:pt x="74" y="515"/>
                      <a:pt x="138" y="419"/>
                      <a:pt x="199" y="31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21"/>
              <p:cNvSpPr/>
              <p:nvPr/>
            </p:nvSpPr>
            <p:spPr>
              <a:xfrm>
                <a:off x="4610425" y="3080225"/>
                <a:ext cx="372225" cy="51400"/>
              </a:xfrm>
              <a:custGeom>
                <a:rect b="b" l="l" r="r" t="t"/>
                <a:pathLst>
                  <a:path extrusionOk="0" h="2056" w="14889">
                    <a:moveTo>
                      <a:pt x="14708" y="113"/>
                    </a:moveTo>
                    <a:lnTo>
                      <a:pt x="14888" y="126"/>
                    </a:lnTo>
                    <a:cubicBezTo>
                      <a:pt x="14828" y="122"/>
                      <a:pt x="14768" y="117"/>
                      <a:pt x="14708" y="113"/>
                    </a:cubicBezTo>
                    <a:close/>
                    <a:moveTo>
                      <a:pt x="13159" y="1"/>
                    </a:moveTo>
                    <a:lnTo>
                      <a:pt x="12103" y="166"/>
                    </a:lnTo>
                    <a:lnTo>
                      <a:pt x="12103" y="166"/>
                    </a:lnTo>
                    <a:cubicBezTo>
                      <a:pt x="12605" y="94"/>
                      <a:pt x="13070" y="66"/>
                      <a:pt x="13538" y="66"/>
                    </a:cubicBezTo>
                    <a:cubicBezTo>
                      <a:pt x="13920" y="66"/>
                      <a:pt x="14303" y="85"/>
                      <a:pt x="14708" y="113"/>
                    </a:cubicBezTo>
                    <a:lnTo>
                      <a:pt x="14708" y="113"/>
                    </a:lnTo>
                    <a:lnTo>
                      <a:pt x="13159" y="1"/>
                    </a:lnTo>
                    <a:close/>
                    <a:moveTo>
                      <a:pt x="12103" y="166"/>
                    </a:moveTo>
                    <a:cubicBezTo>
                      <a:pt x="12079" y="169"/>
                      <a:pt x="12055" y="173"/>
                      <a:pt x="12031" y="176"/>
                    </a:cubicBezTo>
                    <a:cubicBezTo>
                      <a:pt x="11773" y="217"/>
                      <a:pt x="11515" y="257"/>
                      <a:pt x="11256" y="298"/>
                    </a:cubicBezTo>
                    <a:lnTo>
                      <a:pt x="11256" y="298"/>
                    </a:lnTo>
                    <a:lnTo>
                      <a:pt x="12103" y="166"/>
                    </a:lnTo>
                    <a:close/>
                    <a:moveTo>
                      <a:pt x="11256" y="298"/>
                    </a:moveTo>
                    <a:lnTo>
                      <a:pt x="2730" y="1630"/>
                    </a:lnTo>
                    <a:lnTo>
                      <a:pt x="2730" y="1630"/>
                    </a:lnTo>
                    <a:cubicBezTo>
                      <a:pt x="3589" y="1496"/>
                      <a:pt x="4452" y="1363"/>
                      <a:pt x="5314" y="1229"/>
                    </a:cubicBezTo>
                    <a:cubicBezTo>
                      <a:pt x="7287" y="919"/>
                      <a:pt x="9279" y="608"/>
                      <a:pt x="11256" y="298"/>
                    </a:cubicBezTo>
                    <a:close/>
                    <a:moveTo>
                      <a:pt x="2730" y="1630"/>
                    </a:moveTo>
                    <a:lnTo>
                      <a:pt x="2730" y="1630"/>
                    </a:lnTo>
                    <a:cubicBezTo>
                      <a:pt x="1816" y="1772"/>
                      <a:pt x="905" y="1914"/>
                      <a:pt x="1" y="2056"/>
                    </a:cubicBezTo>
                    <a:lnTo>
                      <a:pt x="2730" y="163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21"/>
              <p:cNvSpPr/>
              <p:nvPr/>
            </p:nvSpPr>
            <p:spPr>
              <a:xfrm>
                <a:off x="4407775" y="3578350"/>
                <a:ext cx="73600" cy="284500"/>
              </a:xfrm>
              <a:custGeom>
                <a:rect b="b" l="l" r="r" t="t"/>
                <a:pathLst>
                  <a:path extrusionOk="0" h="11380" w="2944">
                    <a:moveTo>
                      <a:pt x="2468" y="1"/>
                    </a:moveTo>
                    <a:cubicBezTo>
                      <a:pt x="2448" y="20"/>
                      <a:pt x="2444" y="25"/>
                      <a:pt x="2443" y="38"/>
                    </a:cubicBezTo>
                    <a:lnTo>
                      <a:pt x="2443" y="38"/>
                    </a:lnTo>
                    <a:cubicBezTo>
                      <a:pt x="2451" y="25"/>
                      <a:pt x="2459" y="13"/>
                      <a:pt x="2468" y="1"/>
                    </a:cubicBezTo>
                    <a:close/>
                    <a:moveTo>
                      <a:pt x="2443" y="38"/>
                    </a:moveTo>
                    <a:lnTo>
                      <a:pt x="2443" y="38"/>
                    </a:lnTo>
                    <a:cubicBezTo>
                      <a:pt x="2326" y="212"/>
                      <a:pt x="2212" y="387"/>
                      <a:pt x="2100" y="563"/>
                    </a:cubicBezTo>
                    <a:lnTo>
                      <a:pt x="2100" y="563"/>
                    </a:lnTo>
                    <a:cubicBezTo>
                      <a:pt x="2208" y="395"/>
                      <a:pt x="2322" y="225"/>
                      <a:pt x="2443" y="51"/>
                    </a:cubicBezTo>
                    <a:cubicBezTo>
                      <a:pt x="2443" y="45"/>
                      <a:pt x="2443" y="41"/>
                      <a:pt x="2443" y="38"/>
                    </a:cubicBezTo>
                    <a:close/>
                    <a:moveTo>
                      <a:pt x="2100" y="563"/>
                    </a:moveTo>
                    <a:cubicBezTo>
                      <a:pt x="0" y="3847"/>
                      <a:pt x="429" y="6017"/>
                      <a:pt x="1308" y="7941"/>
                    </a:cubicBezTo>
                    <a:lnTo>
                      <a:pt x="1308" y="7941"/>
                    </a:lnTo>
                    <a:cubicBezTo>
                      <a:pt x="800" y="6776"/>
                      <a:pt x="477" y="5567"/>
                      <a:pt x="638" y="4261"/>
                    </a:cubicBezTo>
                    <a:cubicBezTo>
                      <a:pt x="810" y="2887"/>
                      <a:pt x="1387" y="1696"/>
                      <a:pt x="2100" y="563"/>
                    </a:cubicBezTo>
                    <a:close/>
                    <a:moveTo>
                      <a:pt x="1308" y="7941"/>
                    </a:moveTo>
                    <a:cubicBezTo>
                      <a:pt x="1434" y="8229"/>
                      <a:pt x="1572" y="8514"/>
                      <a:pt x="1716" y="8798"/>
                    </a:cubicBezTo>
                    <a:cubicBezTo>
                      <a:pt x="1836" y="9018"/>
                      <a:pt x="1958" y="9240"/>
                      <a:pt x="2078" y="9464"/>
                    </a:cubicBezTo>
                    <a:lnTo>
                      <a:pt x="2078" y="9464"/>
                    </a:lnTo>
                    <a:cubicBezTo>
                      <a:pt x="2041" y="9393"/>
                      <a:pt x="2004" y="9321"/>
                      <a:pt x="1966" y="9249"/>
                    </a:cubicBezTo>
                    <a:cubicBezTo>
                      <a:pt x="1740" y="8819"/>
                      <a:pt x="1512" y="8386"/>
                      <a:pt x="1308" y="7941"/>
                    </a:cubicBezTo>
                    <a:close/>
                    <a:moveTo>
                      <a:pt x="2078" y="9464"/>
                    </a:moveTo>
                    <a:lnTo>
                      <a:pt x="2078" y="9464"/>
                    </a:lnTo>
                    <a:cubicBezTo>
                      <a:pt x="2411" y="10111"/>
                      <a:pt x="2718" y="10725"/>
                      <a:pt x="2944" y="11379"/>
                    </a:cubicBezTo>
                    <a:cubicBezTo>
                      <a:pt x="2723" y="10717"/>
                      <a:pt x="2408" y="10082"/>
                      <a:pt x="2078" y="9464"/>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21"/>
              <p:cNvSpPr/>
              <p:nvPr/>
            </p:nvSpPr>
            <p:spPr>
              <a:xfrm>
                <a:off x="4487000" y="3897925"/>
                <a:ext cx="650" cy="2525"/>
              </a:xfrm>
              <a:custGeom>
                <a:rect b="b" l="l" r="r" t="t"/>
                <a:pathLst>
                  <a:path extrusionOk="0" h="101" w="26">
                    <a:moveTo>
                      <a:pt x="0" y="0"/>
                    </a:moveTo>
                    <a:lnTo>
                      <a:pt x="0" y="0"/>
                    </a:lnTo>
                    <a:cubicBezTo>
                      <a:pt x="1" y="19"/>
                      <a:pt x="15" y="39"/>
                      <a:pt x="11" y="69"/>
                    </a:cubicBezTo>
                    <a:lnTo>
                      <a:pt x="11" y="69"/>
                    </a:lnTo>
                    <a:cubicBezTo>
                      <a:pt x="18" y="58"/>
                      <a:pt x="25" y="50"/>
                      <a:pt x="25" y="50"/>
                    </a:cubicBezTo>
                    <a:cubicBezTo>
                      <a:pt x="25" y="25"/>
                      <a:pt x="1" y="25"/>
                      <a:pt x="0" y="0"/>
                    </a:cubicBezTo>
                    <a:close/>
                    <a:moveTo>
                      <a:pt x="11" y="69"/>
                    </a:moveTo>
                    <a:cubicBezTo>
                      <a:pt x="5" y="78"/>
                      <a:pt x="0" y="89"/>
                      <a:pt x="0" y="100"/>
                    </a:cubicBezTo>
                    <a:cubicBezTo>
                      <a:pt x="6" y="89"/>
                      <a:pt x="9" y="78"/>
                      <a:pt x="11" y="6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21"/>
              <p:cNvSpPr/>
              <p:nvPr/>
            </p:nvSpPr>
            <p:spPr>
              <a:xfrm>
                <a:off x="5471975" y="4095275"/>
                <a:ext cx="25" cy="25"/>
              </a:xfrm>
              <a:custGeom>
                <a:rect b="b" l="l" r="r" t="t"/>
                <a:pathLst>
                  <a:path extrusionOk="0" h="1" w="1">
                    <a:moveTo>
                      <a:pt x="0" y="1"/>
                    </a:moveTo>
                    <a:cubicBezTo>
                      <a:pt x="0" y="1"/>
                      <a:pt x="0" y="1"/>
                      <a:pt x="0" y="1"/>
                    </a:cubicBezTo>
                    <a:cubicBezTo>
                      <a:pt x="0" y="1"/>
                      <a:pt x="0" y="1"/>
                      <a:pt x="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21"/>
              <p:cNvSpPr/>
              <p:nvPr/>
            </p:nvSpPr>
            <p:spPr>
              <a:xfrm>
                <a:off x="5153050" y="3095275"/>
                <a:ext cx="11300" cy="1275"/>
              </a:xfrm>
              <a:custGeom>
                <a:rect b="b" l="l" r="r" t="t"/>
                <a:pathLst>
                  <a:path extrusionOk="0" h="51" w="452">
                    <a:moveTo>
                      <a:pt x="0" y="0"/>
                    </a:moveTo>
                    <a:lnTo>
                      <a:pt x="257" y="20"/>
                    </a:lnTo>
                    <a:lnTo>
                      <a:pt x="257" y="20"/>
                    </a:lnTo>
                    <a:cubicBezTo>
                      <a:pt x="171" y="8"/>
                      <a:pt x="86" y="0"/>
                      <a:pt x="0" y="0"/>
                    </a:cubicBezTo>
                    <a:close/>
                    <a:moveTo>
                      <a:pt x="257" y="20"/>
                    </a:moveTo>
                    <a:lnTo>
                      <a:pt x="257" y="20"/>
                    </a:lnTo>
                    <a:cubicBezTo>
                      <a:pt x="322" y="29"/>
                      <a:pt x="387" y="40"/>
                      <a:pt x="451" y="50"/>
                    </a:cubicBezTo>
                    <a:lnTo>
                      <a:pt x="326" y="25"/>
                    </a:lnTo>
                    <a:lnTo>
                      <a:pt x="257" y="2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21"/>
              <p:cNvSpPr/>
              <p:nvPr/>
            </p:nvSpPr>
            <p:spPr>
              <a:xfrm>
                <a:off x="5466950" y="4101550"/>
                <a:ext cx="5050" cy="105275"/>
              </a:xfrm>
              <a:custGeom>
                <a:rect b="b" l="l" r="r" t="t"/>
                <a:pathLst>
                  <a:path extrusionOk="0" h="4211" w="202">
                    <a:moveTo>
                      <a:pt x="201" y="0"/>
                    </a:moveTo>
                    <a:lnTo>
                      <a:pt x="201" y="0"/>
                    </a:lnTo>
                    <a:cubicBezTo>
                      <a:pt x="176" y="602"/>
                      <a:pt x="151" y="1178"/>
                      <a:pt x="126" y="1780"/>
                    </a:cubicBezTo>
                    <a:cubicBezTo>
                      <a:pt x="120" y="1972"/>
                      <a:pt x="112" y="2164"/>
                      <a:pt x="104" y="2356"/>
                    </a:cubicBezTo>
                    <a:lnTo>
                      <a:pt x="104" y="2356"/>
                    </a:lnTo>
                    <a:cubicBezTo>
                      <a:pt x="130" y="1836"/>
                      <a:pt x="153" y="1326"/>
                      <a:pt x="176" y="827"/>
                    </a:cubicBezTo>
                    <a:cubicBezTo>
                      <a:pt x="176" y="552"/>
                      <a:pt x="201" y="276"/>
                      <a:pt x="201" y="0"/>
                    </a:cubicBezTo>
                    <a:close/>
                    <a:moveTo>
                      <a:pt x="104" y="2356"/>
                    </a:moveTo>
                    <a:lnTo>
                      <a:pt x="104" y="2356"/>
                    </a:lnTo>
                    <a:cubicBezTo>
                      <a:pt x="86" y="2722"/>
                      <a:pt x="67" y="3092"/>
                      <a:pt x="45" y="3469"/>
                    </a:cubicBezTo>
                    <a:lnTo>
                      <a:pt x="45" y="3469"/>
                    </a:lnTo>
                    <a:cubicBezTo>
                      <a:pt x="67" y="3095"/>
                      <a:pt x="88" y="2725"/>
                      <a:pt x="104" y="2356"/>
                    </a:cubicBezTo>
                    <a:close/>
                    <a:moveTo>
                      <a:pt x="45" y="3469"/>
                    </a:moveTo>
                    <a:lnTo>
                      <a:pt x="45" y="3469"/>
                    </a:lnTo>
                    <a:cubicBezTo>
                      <a:pt x="31" y="3714"/>
                      <a:pt x="16" y="3961"/>
                      <a:pt x="1" y="4211"/>
                    </a:cubicBezTo>
                    <a:cubicBezTo>
                      <a:pt x="16" y="3961"/>
                      <a:pt x="31" y="3714"/>
                      <a:pt x="45" y="346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21"/>
              <p:cNvSpPr/>
              <p:nvPr/>
            </p:nvSpPr>
            <p:spPr>
              <a:xfrm>
                <a:off x="4341625" y="4376600"/>
                <a:ext cx="23225" cy="23850"/>
              </a:xfrm>
              <a:custGeom>
                <a:rect b="b" l="l" r="r" t="t"/>
                <a:pathLst>
                  <a:path extrusionOk="0" h="954" w="929">
                    <a:moveTo>
                      <a:pt x="101" y="1"/>
                    </a:moveTo>
                    <a:cubicBezTo>
                      <a:pt x="93" y="16"/>
                      <a:pt x="88" y="31"/>
                      <a:pt x="84" y="46"/>
                    </a:cubicBezTo>
                    <a:lnTo>
                      <a:pt x="84" y="46"/>
                    </a:lnTo>
                    <a:cubicBezTo>
                      <a:pt x="89" y="33"/>
                      <a:pt x="95" y="18"/>
                      <a:pt x="101" y="1"/>
                    </a:cubicBezTo>
                    <a:close/>
                    <a:moveTo>
                      <a:pt x="84" y="46"/>
                    </a:moveTo>
                    <a:cubicBezTo>
                      <a:pt x="66" y="86"/>
                      <a:pt x="51" y="101"/>
                      <a:pt x="51" y="101"/>
                    </a:cubicBezTo>
                    <a:lnTo>
                      <a:pt x="1" y="251"/>
                    </a:lnTo>
                    <a:lnTo>
                      <a:pt x="126" y="352"/>
                    </a:lnTo>
                    <a:cubicBezTo>
                      <a:pt x="377" y="552"/>
                      <a:pt x="627" y="753"/>
                      <a:pt x="928" y="953"/>
                    </a:cubicBezTo>
                    <a:cubicBezTo>
                      <a:pt x="652" y="753"/>
                      <a:pt x="377" y="552"/>
                      <a:pt x="101" y="327"/>
                    </a:cubicBezTo>
                    <a:cubicBezTo>
                      <a:pt x="51" y="301"/>
                      <a:pt x="26" y="201"/>
                      <a:pt x="51" y="126"/>
                    </a:cubicBezTo>
                    <a:cubicBezTo>
                      <a:pt x="68" y="109"/>
                      <a:pt x="74" y="79"/>
                      <a:pt x="84" y="4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21"/>
              <p:cNvSpPr/>
              <p:nvPr/>
            </p:nvSpPr>
            <p:spPr>
              <a:xfrm>
                <a:off x="5443150" y="3334625"/>
                <a:ext cx="3150" cy="55775"/>
              </a:xfrm>
              <a:custGeom>
                <a:rect b="b" l="l" r="r" t="t"/>
                <a:pathLst>
                  <a:path extrusionOk="0" h="2231" w="126">
                    <a:moveTo>
                      <a:pt x="0" y="0"/>
                    </a:moveTo>
                    <a:lnTo>
                      <a:pt x="0" y="0"/>
                    </a:lnTo>
                    <a:cubicBezTo>
                      <a:pt x="22" y="617"/>
                      <a:pt x="64" y="1272"/>
                      <a:pt x="107" y="1948"/>
                    </a:cubicBezTo>
                    <a:lnTo>
                      <a:pt x="107" y="1948"/>
                    </a:lnTo>
                    <a:cubicBezTo>
                      <a:pt x="68" y="1310"/>
                      <a:pt x="44" y="655"/>
                      <a:pt x="0" y="0"/>
                    </a:cubicBezTo>
                    <a:close/>
                    <a:moveTo>
                      <a:pt x="107" y="1948"/>
                    </a:moveTo>
                    <a:cubicBezTo>
                      <a:pt x="113" y="2043"/>
                      <a:pt x="119" y="2137"/>
                      <a:pt x="125" y="2231"/>
                    </a:cubicBezTo>
                    <a:cubicBezTo>
                      <a:pt x="119" y="2136"/>
                      <a:pt x="113" y="2042"/>
                      <a:pt x="107" y="1948"/>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21"/>
              <p:cNvSpPr/>
              <p:nvPr/>
            </p:nvSpPr>
            <p:spPr>
              <a:xfrm>
                <a:off x="4364825" y="4283250"/>
                <a:ext cx="13800" cy="38875"/>
              </a:xfrm>
              <a:custGeom>
                <a:rect b="b" l="l" r="r" t="t"/>
                <a:pathLst>
                  <a:path extrusionOk="0" h="1555" w="552">
                    <a:moveTo>
                      <a:pt x="551" y="0"/>
                    </a:moveTo>
                    <a:cubicBezTo>
                      <a:pt x="495" y="162"/>
                      <a:pt x="441" y="317"/>
                      <a:pt x="388" y="468"/>
                    </a:cubicBezTo>
                    <a:lnTo>
                      <a:pt x="388" y="468"/>
                    </a:lnTo>
                    <a:cubicBezTo>
                      <a:pt x="444" y="314"/>
                      <a:pt x="499" y="158"/>
                      <a:pt x="551" y="0"/>
                    </a:cubicBezTo>
                    <a:close/>
                    <a:moveTo>
                      <a:pt x="388" y="468"/>
                    </a:moveTo>
                    <a:cubicBezTo>
                      <a:pt x="258" y="829"/>
                      <a:pt x="123" y="1186"/>
                      <a:pt x="0" y="1554"/>
                    </a:cubicBezTo>
                    <a:cubicBezTo>
                      <a:pt x="126" y="1211"/>
                      <a:pt x="253" y="856"/>
                      <a:pt x="388" y="468"/>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21"/>
              <p:cNvSpPr/>
              <p:nvPr/>
            </p:nvSpPr>
            <p:spPr>
              <a:xfrm>
                <a:off x="4394275" y="4011950"/>
                <a:ext cx="72700" cy="228725"/>
              </a:xfrm>
              <a:custGeom>
                <a:rect b="b" l="l" r="r" t="t"/>
                <a:pathLst>
                  <a:path extrusionOk="0" h="9149" w="2908">
                    <a:moveTo>
                      <a:pt x="2907" y="0"/>
                    </a:moveTo>
                    <a:cubicBezTo>
                      <a:pt x="2712" y="738"/>
                      <a:pt x="2505" y="1473"/>
                      <a:pt x="2290" y="2205"/>
                    </a:cubicBezTo>
                    <a:lnTo>
                      <a:pt x="2290" y="2205"/>
                    </a:lnTo>
                    <a:cubicBezTo>
                      <a:pt x="2514" y="1448"/>
                      <a:pt x="2723" y="708"/>
                      <a:pt x="2907" y="0"/>
                    </a:cubicBezTo>
                    <a:close/>
                    <a:moveTo>
                      <a:pt x="2290" y="2205"/>
                    </a:moveTo>
                    <a:lnTo>
                      <a:pt x="2290" y="2205"/>
                    </a:lnTo>
                    <a:cubicBezTo>
                      <a:pt x="1643" y="4381"/>
                      <a:pt x="864" y="6692"/>
                      <a:pt x="147" y="8731"/>
                    </a:cubicBezTo>
                    <a:lnTo>
                      <a:pt x="147" y="8731"/>
                    </a:lnTo>
                    <a:cubicBezTo>
                      <a:pt x="156" y="8711"/>
                      <a:pt x="166" y="8692"/>
                      <a:pt x="176" y="8672"/>
                    </a:cubicBezTo>
                    <a:cubicBezTo>
                      <a:pt x="926" y="6534"/>
                      <a:pt x="1648" y="4381"/>
                      <a:pt x="2290" y="2205"/>
                    </a:cubicBezTo>
                    <a:close/>
                    <a:moveTo>
                      <a:pt x="147" y="8731"/>
                    </a:moveTo>
                    <a:cubicBezTo>
                      <a:pt x="87" y="8862"/>
                      <a:pt x="44" y="8996"/>
                      <a:pt x="0" y="9148"/>
                    </a:cubicBezTo>
                    <a:cubicBezTo>
                      <a:pt x="49" y="9010"/>
                      <a:pt x="98" y="8871"/>
                      <a:pt x="147" y="873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21"/>
              <p:cNvSpPr/>
              <p:nvPr/>
            </p:nvSpPr>
            <p:spPr>
              <a:xfrm>
                <a:off x="4597275" y="3294525"/>
                <a:ext cx="25" cy="25"/>
              </a:xfrm>
              <a:custGeom>
                <a:rect b="b" l="l" r="r" t="t"/>
                <a:pathLst>
                  <a:path extrusionOk="0" h="1" w="1">
                    <a:moveTo>
                      <a:pt x="0" y="0"/>
                    </a:moveTo>
                    <a:lnTo>
                      <a:pt x="0"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21"/>
              <p:cNvSpPr/>
              <p:nvPr/>
            </p:nvSpPr>
            <p:spPr>
              <a:xfrm>
                <a:off x="4483225" y="3869075"/>
                <a:ext cx="675" cy="3175"/>
              </a:xfrm>
              <a:custGeom>
                <a:rect b="b" l="l" r="r" t="t"/>
                <a:pathLst>
                  <a:path extrusionOk="0" h="127" w="27">
                    <a:moveTo>
                      <a:pt x="26" y="126"/>
                    </a:moveTo>
                    <a:cubicBezTo>
                      <a:pt x="26" y="76"/>
                      <a:pt x="1" y="26"/>
                      <a:pt x="1" y="1"/>
                    </a:cubicBezTo>
                    <a:cubicBezTo>
                      <a:pt x="1" y="26"/>
                      <a:pt x="26" y="76"/>
                      <a:pt x="26" y="1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21"/>
              <p:cNvSpPr/>
              <p:nvPr/>
            </p:nvSpPr>
            <p:spPr>
              <a:xfrm>
                <a:off x="5246400" y="3127225"/>
                <a:ext cx="193000" cy="159175"/>
              </a:xfrm>
              <a:custGeom>
                <a:rect b="b" l="l" r="r" t="t"/>
                <a:pathLst>
                  <a:path extrusionOk="0" h="6367" w="7720">
                    <a:moveTo>
                      <a:pt x="0" y="1"/>
                    </a:moveTo>
                    <a:lnTo>
                      <a:pt x="7389" y="2728"/>
                    </a:lnTo>
                    <a:lnTo>
                      <a:pt x="7389" y="2728"/>
                    </a:lnTo>
                    <a:cubicBezTo>
                      <a:pt x="7369" y="2711"/>
                      <a:pt x="7346" y="2696"/>
                      <a:pt x="7319" y="2682"/>
                    </a:cubicBezTo>
                    <a:cubicBezTo>
                      <a:pt x="4888" y="1805"/>
                      <a:pt x="2457" y="903"/>
                      <a:pt x="26" y="1"/>
                    </a:cubicBezTo>
                    <a:close/>
                    <a:moveTo>
                      <a:pt x="7389" y="2728"/>
                    </a:moveTo>
                    <a:cubicBezTo>
                      <a:pt x="7442" y="2773"/>
                      <a:pt x="7469" y="2828"/>
                      <a:pt x="7469" y="2883"/>
                    </a:cubicBezTo>
                    <a:lnTo>
                      <a:pt x="7469" y="2757"/>
                    </a:lnTo>
                    <a:lnTo>
                      <a:pt x="7389" y="2728"/>
                    </a:lnTo>
                    <a:close/>
                    <a:moveTo>
                      <a:pt x="7469" y="2883"/>
                    </a:moveTo>
                    <a:cubicBezTo>
                      <a:pt x="7469" y="2933"/>
                      <a:pt x="7569" y="4236"/>
                      <a:pt x="7720" y="6366"/>
                    </a:cubicBezTo>
                    <a:cubicBezTo>
                      <a:pt x="7645" y="5214"/>
                      <a:pt x="7569" y="4061"/>
                      <a:pt x="7469" y="2883"/>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21"/>
              <p:cNvSpPr/>
              <p:nvPr/>
            </p:nvSpPr>
            <p:spPr>
              <a:xfrm>
                <a:off x="4475100" y="3904800"/>
                <a:ext cx="11925" cy="72075"/>
              </a:xfrm>
              <a:custGeom>
                <a:rect b="b" l="l" r="r" t="t"/>
                <a:pathLst>
                  <a:path extrusionOk="0" h="2883" w="477">
                    <a:moveTo>
                      <a:pt x="476" y="0"/>
                    </a:moveTo>
                    <a:cubicBezTo>
                      <a:pt x="452" y="732"/>
                      <a:pt x="285" y="1700"/>
                      <a:pt x="23" y="2789"/>
                    </a:cubicBezTo>
                    <a:lnTo>
                      <a:pt x="23" y="2789"/>
                    </a:lnTo>
                    <a:cubicBezTo>
                      <a:pt x="241" y="1890"/>
                      <a:pt x="452" y="945"/>
                      <a:pt x="476" y="0"/>
                    </a:cubicBezTo>
                    <a:close/>
                    <a:moveTo>
                      <a:pt x="23" y="2789"/>
                    </a:moveTo>
                    <a:cubicBezTo>
                      <a:pt x="15" y="2821"/>
                      <a:pt x="8" y="2852"/>
                      <a:pt x="0" y="2883"/>
                    </a:cubicBezTo>
                    <a:cubicBezTo>
                      <a:pt x="8" y="2852"/>
                      <a:pt x="15" y="2820"/>
                      <a:pt x="23" y="278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21"/>
              <p:cNvSpPr/>
              <p:nvPr/>
            </p:nvSpPr>
            <p:spPr>
              <a:xfrm>
                <a:off x="5449400" y="3619075"/>
                <a:ext cx="8175" cy="184875"/>
              </a:xfrm>
              <a:custGeom>
                <a:rect b="b" l="l" r="r" t="t"/>
                <a:pathLst>
                  <a:path extrusionOk="0" h="7395" w="327">
                    <a:moveTo>
                      <a:pt x="1" y="1"/>
                    </a:moveTo>
                    <a:lnTo>
                      <a:pt x="1" y="1"/>
                    </a:lnTo>
                    <a:cubicBezTo>
                      <a:pt x="48" y="911"/>
                      <a:pt x="95" y="1832"/>
                      <a:pt x="139" y="2757"/>
                    </a:cubicBezTo>
                    <a:lnTo>
                      <a:pt x="139" y="2757"/>
                    </a:lnTo>
                    <a:cubicBezTo>
                      <a:pt x="110" y="2114"/>
                      <a:pt x="80" y="1471"/>
                      <a:pt x="51" y="828"/>
                    </a:cubicBezTo>
                    <a:cubicBezTo>
                      <a:pt x="26" y="552"/>
                      <a:pt x="26" y="277"/>
                      <a:pt x="1" y="1"/>
                    </a:cubicBezTo>
                    <a:close/>
                    <a:moveTo>
                      <a:pt x="139" y="2757"/>
                    </a:moveTo>
                    <a:cubicBezTo>
                      <a:pt x="208" y="4296"/>
                      <a:pt x="274" y="5839"/>
                      <a:pt x="327" y="7394"/>
                    </a:cubicBezTo>
                    <a:cubicBezTo>
                      <a:pt x="280" y="5858"/>
                      <a:pt x="213" y="4302"/>
                      <a:pt x="139" y="2757"/>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21"/>
              <p:cNvSpPr/>
              <p:nvPr/>
            </p:nvSpPr>
            <p:spPr>
              <a:xfrm>
                <a:off x="5441250" y="3471225"/>
                <a:ext cx="2550" cy="46375"/>
              </a:xfrm>
              <a:custGeom>
                <a:rect b="b" l="l" r="r" t="t"/>
                <a:pathLst>
                  <a:path extrusionOk="0" h="1855" w="102">
                    <a:moveTo>
                      <a:pt x="1" y="0"/>
                    </a:moveTo>
                    <a:cubicBezTo>
                      <a:pt x="26" y="627"/>
                      <a:pt x="76" y="1253"/>
                      <a:pt x="101" y="1855"/>
                    </a:cubicBezTo>
                    <a:cubicBezTo>
                      <a:pt x="76" y="1228"/>
                      <a:pt x="26" y="602"/>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21"/>
              <p:cNvSpPr/>
              <p:nvPr/>
            </p:nvSpPr>
            <p:spPr>
              <a:xfrm>
                <a:off x="5169950" y="3109675"/>
                <a:ext cx="209300" cy="77725"/>
              </a:xfrm>
              <a:custGeom>
                <a:rect b="b" l="l" r="r" t="t"/>
                <a:pathLst>
                  <a:path extrusionOk="0" h="3109" w="8372">
                    <a:moveTo>
                      <a:pt x="1" y="1"/>
                    </a:moveTo>
                    <a:lnTo>
                      <a:pt x="8372" y="3109"/>
                    </a:lnTo>
                    <a:cubicBezTo>
                      <a:pt x="8372" y="3109"/>
                      <a:pt x="8347" y="3084"/>
                      <a:pt x="8347" y="3084"/>
                    </a:cubicBezTo>
                    <a:cubicBezTo>
                      <a:pt x="6943" y="2582"/>
                      <a:pt x="5540" y="2056"/>
                      <a:pt x="4136" y="1530"/>
                    </a:cubicBezTo>
                    <a:cubicBezTo>
                      <a:pt x="2758" y="1028"/>
                      <a:pt x="1404" y="377"/>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21"/>
              <p:cNvSpPr/>
              <p:nvPr/>
            </p:nvSpPr>
            <p:spPr>
              <a:xfrm>
                <a:off x="4940000" y="3090825"/>
                <a:ext cx="194900" cy="13250"/>
              </a:xfrm>
              <a:custGeom>
                <a:rect b="b" l="l" r="r" t="t"/>
                <a:pathLst>
                  <a:path extrusionOk="0" h="530" w="7796">
                    <a:moveTo>
                      <a:pt x="229" y="0"/>
                    </a:moveTo>
                    <a:cubicBezTo>
                      <a:pt x="161" y="0"/>
                      <a:pt x="93" y="1"/>
                      <a:pt x="26" y="3"/>
                    </a:cubicBezTo>
                    <a:lnTo>
                      <a:pt x="1" y="3"/>
                    </a:lnTo>
                    <a:lnTo>
                      <a:pt x="2550" y="175"/>
                    </a:lnTo>
                    <a:lnTo>
                      <a:pt x="2550" y="175"/>
                    </a:lnTo>
                    <a:cubicBezTo>
                      <a:pt x="1780" y="99"/>
                      <a:pt x="993" y="0"/>
                      <a:pt x="229" y="0"/>
                    </a:cubicBezTo>
                    <a:close/>
                    <a:moveTo>
                      <a:pt x="2550" y="175"/>
                    </a:moveTo>
                    <a:cubicBezTo>
                      <a:pt x="2755" y="195"/>
                      <a:pt x="2958" y="214"/>
                      <a:pt x="3159" y="228"/>
                    </a:cubicBezTo>
                    <a:lnTo>
                      <a:pt x="7770" y="529"/>
                    </a:lnTo>
                    <a:lnTo>
                      <a:pt x="7795" y="529"/>
                    </a:lnTo>
                    <a:lnTo>
                      <a:pt x="2550" y="175"/>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21"/>
              <p:cNvSpPr/>
              <p:nvPr/>
            </p:nvSpPr>
            <p:spPr>
              <a:xfrm>
                <a:off x="5431875" y="3330225"/>
                <a:ext cx="2525" cy="37000"/>
              </a:xfrm>
              <a:custGeom>
                <a:rect b="b" l="l" r="r" t="t"/>
                <a:pathLst>
                  <a:path extrusionOk="0" h="1480" w="101">
                    <a:moveTo>
                      <a:pt x="0" y="1"/>
                    </a:moveTo>
                    <a:cubicBezTo>
                      <a:pt x="14" y="159"/>
                      <a:pt x="29" y="326"/>
                      <a:pt x="43" y="492"/>
                    </a:cubicBezTo>
                    <a:lnTo>
                      <a:pt x="43" y="492"/>
                    </a:lnTo>
                    <a:cubicBezTo>
                      <a:pt x="31" y="326"/>
                      <a:pt x="17" y="162"/>
                      <a:pt x="0" y="1"/>
                    </a:cubicBezTo>
                    <a:close/>
                    <a:moveTo>
                      <a:pt x="43" y="492"/>
                    </a:moveTo>
                    <a:cubicBezTo>
                      <a:pt x="67" y="816"/>
                      <a:pt x="84" y="1148"/>
                      <a:pt x="100" y="1480"/>
                    </a:cubicBezTo>
                    <a:cubicBezTo>
                      <a:pt x="100" y="1279"/>
                      <a:pt x="75" y="1079"/>
                      <a:pt x="75" y="853"/>
                    </a:cubicBezTo>
                    <a:cubicBezTo>
                      <a:pt x="65" y="736"/>
                      <a:pt x="54" y="614"/>
                      <a:pt x="43" y="492"/>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21"/>
              <p:cNvSpPr/>
              <p:nvPr/>
            </p:nvSpPr>
            <p:spPr>
              <a:xfrm>
                <a:off x="5407425" y="3197400"/>
                <a:ext cx="25" cy="25"/>
              </a:xfrm>
              <a:custGeom>
                <a:rect b="b" l="l" r="r" t="t"/>
                <a:pathLst>
                  <a:path extrusionOk="0" h="1" w="1">
                    <a:moveTo>
                      <a:pt x="1" y="1"/>
                    </a:moveTo>
                    <a:cubicBezTo>
                      <a:pt x="1" y="1"/>
                      <a:pt x="1" y="1"/>
                      <a:pt x="1" y="1"/>
                    </a:cubicBezTo>
                    <a:lnTo>
                      <a:pt x="1" y="1"/>
                    </a:lnTo>
                    <a:cubicBezTo>
                      <a:pt x="1" y="1"/>
                      <a:pt x="1" y="1"/>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21"/>
              <p:cNvSpPr/>
              <p:nvPr/>
            </p:nvSpPr>
            <p:spPr>
              <a:xfrm>
                <a:off x="4560925" y="3444900"/>
                <a:ext cx="1900" cy="2525"/>
              </a:xfrm>
              <a:custGeom>
                <a:rect b="b" l="l" r="r" t="t"/>
                <a:pathLst>
                  <a:path extrusionOk="0" h="101" w="76">
                    <a:moveTo>
                      <a:pt x="1" y="101"/>
                    </a:moveTo>
                    <a:cubicBezTo>
                      <a:pt x="26" y="76"/>
                      <a:pt x="51" y="25"/>
                      <a:pt x="76" y="0"/>
                    </a:cubicBezTo>
                    <a:cubicBezTo>
                      <a:pt x="51" y="25"/>
                      <a:pt x="26" y="76"/>
                      <a:pt x="1" y="10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21"/>
              <p:cNvSpPr/>
              <p:nvPr/>
            </p:nvSpPr>
            <p:spPr>
              <a:xfrm>
                <a:off x="4352725" y="4047650"/>
                <a:ext cx="114875" cy="338375"/>
              </a:xfrm>
              <a:custGeom>
                <a:rect b="b" l="l" r="r" t="t"/>
                <a:pathLst>
                  <a:path extrusionOk="0" h="13535" w="4595">
                    <a:moveTo>
                      <a:pt x="4594" y="1"/>
                    </a:moveTo>
                    <a:cubicBezTo>
                      <a:pt x="3995" y="2133"/>
                      <a:pt x="3238" y="4462"/>
                      <a:pt x="2515" y="6569"/>
                    </a:cubicBezTo>
                    <a:lnTo>
                      <a:pt x="2515" y="6569"/>
                    </a:lnTo>
                    <a:cubicBezTo>
                      <a:pt x="3136" y="4785"/>
                      <a:pt x="3727" y="2990"/>
                      <a:pt x="4269" y="1179"/>
                    </a:cubicBezTo>
                    <a:cubicBezTo>
                      <a:pt x="4369" y="778"/>
                      <a:pt x="4494" y="402"/>
                      <a:pt x="4594" y="1"/>
                    </a:cubicBezTo>
                    <a:close/>
                    <a:moveTo>
                      <a:pt x="2515" y="6569"/>
                    </a:moveTo>
                    <a:lnTo>
                      <a:pt x="2515" y="6569"/>
                    </a:lnTo>
                    <a:cubicBezTo>
                      <a:pt x="2316" y="7140"/>
                      <a:pt x="2114" y="7709"/>
                      <a:pt x="1910" y="8278"/>
                    </a:cubicBezTo>
                    <a:lnTo>
                      <a:pt x="1910" y="8278"/>
                    </a:lnTo>
                    <a:cubicBezTo>
                      <a:pt x="2018" y="7982"/>
                      <a:pt x="2127" y="7679"/>
                      <a:pt x="2239" y="7369"/>
                    </a:cubicBezTo>
                    <a:cubicBezTo>
                      <a:pt x="2330" y="7107"/>
                      <a:pt x="2422" y="6840"/>
                      <a:pt x="2515" y="6569"/>
                    </a:cubicBezTo>
                    <a:close/>
                    <a:moveTo>
                      <a:pt x="1910" y="8278"/>
                    </a:moveTo>
                    <a:cubicBezTo>
                      <a:pt x="1675" y="8923"/>
                      <a:pt x="1452" y="9532"/>
                      <a:pt x="1249" y="10093"/>
                    </a:cubicBezTo>
                    <a:lnTo>
                      <a:pt x="1249" y="10093"/>
                    </a:lnTo>
                    <a:cubicBezTo>
                      <a:pt x="1472" y="9489"/>
                      <a:pt x="1692" y="8884"/>
                      <a:pt x="1910" y="8278"/>
                    </a:cubicBezTo>
                    <a:close/>
                    <a:moveTo>
                      <a:pt x="1249" y="10093"/>
                    </a:moveTo>
                    <a:cubicBezTo>
                      <a:pt x="1186" y="10263"/>
                      <a:pt x="1123" y="10433"/>
                      <a:pt x="1061" y="10602"/>
                    </a:cubicBezTo>
                    <a:cubicBezTo>
                      <a:pt x="865" y="11141"/>
                      <a:pt x="658" y="11679"/>
                      <a:pt x="455" y="12224"/>
                    </a:cubicBezTo>
                    <a:lnTo>
                      <a:pt x="455" y="12224"/>
                    </a:lnTo>
                    <a:cubicBezTo>
                      <a:pt x="597" y="11853"/>
                      <a:pt x="767" y="11408"/>
                      <a:pt x="960" y="10903"/>
                    </a:cubicBezTo>
                    <a:cubicBezTo>
                      <a:pt x="1050" y="10646"/>
                      <a:pt x="1147" y="10376"/>
                      <a:pt x="1249" y="10093"/>
                    </a:cubicBezTo>
                    <a:close/>
                    <a:moveTo>
                      <a:pt x="455" y="12224"/>
                    </a:moveTo>
                    <a:lnTo>
                      <a:pt x="455" y="12224"/>
                    </a:lnTo>
                    <a:cubicBezTo>
                      <a:pt x="267" y="12719"/>
                      <a:pt x="130" y="13084"/>
                      <a:pt x="58" y="13284"/>
                    </a:cubicBezTo>
                    <a:cubicBezTo>
                      <a:pt x="58" y="13284"/>
                      <a:pt x="59" y="13285"/>
                      <a:pt x="59" y="13285"/>
                    </a:cubicBezTo>
                    <a:lnTo>
                      <a:pt x="59" y="13285"/>
                    </a:lnTo>
                    <a:cubicBezTo>
                      <a:pt x="75" y="13246"/>
                      <a:pt x="101" y="13190"/>
                      <a:pt x="133" y="13109"/>
                    </a:cubicBezTo>
                    <a:cubicBezTo>
                      <a:pt x="238" y="12811"/>
                      <a:pt x="346" y="12517"/>
                      <a:pt x="455" y="12224"/>
                    </a:cubicBezTo>
                    <a:close/>
                    <a:moveTo>
                      <a:pt x="59" y="13285"/>
                    </a:moveTo>
                    <a:lnTo>
                      <a:pt x="59" y="13285"/>
                    </a:lnTo>
                    <a:cubicBezTo>
                      <a:pt x="1" y="13426"/>
                      <a:pt x="64" y="13353"/>
                      <a:pt x="356" y="13508"/>
                    </a:cubicBezTo>
                    <a:lnTo>
                      <a:pt x="356" y="13508"/>
                    </a:lnTo>
                    <a:cubicBezTo>
                      <a:pt x="262" y="13421"/>
                      <a:pt x="150" y="13353"/>
                      <a:pt x="59" y="13285"/>
                    </a:cubicBezTo>
                    <a:close/>
                    <a:moveTo>
                      <a:pt x="356" y="13508"/>
                    </a:moveTo>
                    <a:cubicBezTo>
                      <a:pt x="366" y="13517"/>
                      <a:pt x="375" y="13526"/>
                      <a:pt x="384" y="13535"/>
                    </a:cubicBezTo>
                    <a:cubicBezTo>
                      <a:pt x="384" y="13510"/>
                      <a:pt x="359" y="13510"/>
                      <a:pt x="359" y="13510"/>
                    </a:cubicBezTo>
                    <a:cubicBezTo>
                      <a:pt x="358" y="13509"/>
                      <a:pt x="357" y="13509"/>
                      <a:pt x="356" y="13508"/>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21"/>
              <p:cNvSpPr/>
              <p:nvPr/>
            </p:nvSpPr>
            <p:spPr>
              <a:xfrm>
                <a:off x="4568450" y="3420450"/>
                <a:ext cx="5050" cy="11325"/>
              </a:xfrm>
              <a:custGeom>
                <a:rect b="b" l="l" r="r" t="t"/>
                <a:pathLst>
                  <a:path extrusionOk="0" h="453" w="202">
                    <a:moveTo>
                      <a:pt x="1" y="452"/>
                    </a:moveTo>
                    <a:cubicBezTo>
                      <a:pt x="76" y="302"/>
                      <a:pt x="151" y="151"/>
                      <a:pt x="201" y="1"/>
                    </a:cubicBezTo>
                    <a:cubicBezTo>
                      <a:pt x="151" y="151"/>
                      <a:pt x="76" y="302"/>
                      <a:pt x="1" y="452"/>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21"/>
              <p:cNvSpPr/>
              <p:nvPr/>
            </p:nvSpPr>
            <p:spPr>
              <a:xfrm>
                <a:off x="4467575" y="4024475"/>
                <a:ext cx="6925" cy="23200"/>
              </a:xfrm>
              <a:custGeom>
                <a:rect b="b" l="l" r="r" t="t"/>
                <a:pathLst>
                  <a:path extrusionOk="0" h="928" w="277">
                    <a:moveTo>
                      <a:pt x="0" y="928"/>
                    </a:moveTo>
                    <a:cubicBezTo>
                      <a:pt x="101" y="627"/>
                      <a:pt x="176" y="326"/>
                      <a:pt x="276" y="0"/>
                    </a:cubicBezTo>
                    <a:cubicBezTo>
                      <a:pt x="176" y="326"/>
                      <a:pt x="101" y="627"/>
                      <a:pt x="0" y="928"/>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21"/>
              <p:cNvSpPr/>
              <p:nvPr/>
            </p:nvSpPr>
            <p:spPr>
              <a:xfrm>
                <a:off x="5453800" y="4232500"/>
                <a:ext cx="1275" cy="14425"/>
              </a:xfrm>
              <a:custGeom>
                <a:rect b="b" l="l" r="r" t="t"/>
                <a:pathLst>
                  <a:path extrusionOk="0" h="577" w="51">
                    <a:moveTo>
                      <a:pt x="50" y="0"/>
                    </a:moveTo>
                    <a:cubicBezTo>
                      <a:pt x="47" y="29"/>
                      <a:pt x="44" y="56"/>
                      <a:pt x="41" y="84"/>
                    </a:cubicBezTo>
                    <a:lnTo>
                      <a:pt x="41" y="84"/>
                    </a:lnTo>
                    <a:cubicBezTo>
                      <a:pt x="50" y="49"/>
                      <a:pt x="50" y="18"/>
                      <a:pt x="50" y="0"/>
                    </a:cubicBezTo>
                    <a:close/>
                    <a:moveTo>
                      <a:pt x="41" y="84"/>
                    </a:moveTo>
                    <a:cubicBezTo>
                      <a:pt x="37" y="97"/>
                      <a:pt x="32" y="111"/>
                      <a:pt x="25" y="126"/>
                    </a:cubicBezTo>
                    <a:cubicBezTo>
                      <a:pt x="25" y="189"/>
                      <a:pt x="25" y="253"/>
                      <a:pt x="23" y="317"/>
                    </a:cubicBezTo>
                    <a:lnTo>
                      <a:pt x="23" y="317"/>
                    </a:lnTo>
                    <a:cubicBezTo>
                      <a:pt x="29" y="240"/>
                      <a:pt x="33" y="163"/>
                      <a:pt x="41" y="84"/>
                    </a:cubicBezTo>
                    <a:close/>
                    <a:moveTo>
                      <a:pt x="23" y="317"/>
                    </a:moveTo>
                    <a:cubicBezTo>
                      <a:pt x="18" y="402"/>
                      <a:pt x="11" y="487"/>
                      <a:pt x="0" y="577"/>
                    </a:cubicBezTo>
                    <a:cubicBezTo>
                      <a:pt x="15" y="490"/>
                      <a:pt x="21" y="404"/>
                      <a:pt x="23" y="317"/>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21"/>
              <p:cNvSpPr/>
              <p:nvPr/>
            </p:nvSpPr>
            <p:spPr>
              <a:xfrm>
                <a:off x="4484500" y="3963075"/>
                <a:ext cx="4400" cy="19450"/>
              </a:xfrm>
              <a:custGeom>
                <a:rect b="b" l="l" r="r" t="t"/>
                <a:pathLst>
                  <a:path extrusionOk="0" h="778" w="176">
                    <a:moveTo>
                      <a:pt x="0" y="777"/>
                    </a:moveTo>
                    <a:cubicBezTo>
                      <a:pt x="75" y="502"/>
                      <a:pt x="125" y="251"/>
                      <a:pt x="176" y="0"/>
                    </a:cubicBezTo>
                    <a:cubicBezTo>
                      <a:pt x="125" y="251"/>
                      <a:pt x="75" y="502"/>
                      <a:pt x="0" y="777"/>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21"/>
              <p:cNvSpPr/>
              <p:nvPr/>
            </p:nvSpPr>
            <p:spPr>
              <a:xfrm>
                <a:off x="4494525" y="3871600"/>
                <a:ext cx="2525" cy="10675"/>
              </a:xfrm>
              <a:custGeom>
                <a:rect b="b" l="l" r="r" t="t"/>
                <a:pathLst>
                  <a:path extrusionOk="0" h="427" w="101">
                    <a:moveTo>
                      <a:pt x="0" y="0"/>
                    </a:moveTo>
                    <a:cubicBezTo>
                      <a:pt x="25" y="125"/>
                      <a:pt x="50" y="226"/>
                      <a:pt x="75" y="351"/>
                    </a:cubicBezTo>
                    <a:cubicBezTo>
                      <a:pt x="75" y="376"/>
                      <a:pt x="75" y="401"/>
                      <a:pt x="100" y="426"/>
                    </a:cubicBezTo>
                    <a:cubicBezTo>
                      <a:pt x="75" y="301"/>
                      <a:pt x="50" y="151"/>
                      <a:pt x="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21"/>
              <p:cNvSpPr/>
              <p:nvPr/>
            </p:nvSpPr>
            <p:spPr>
              <a:xfrm>
                <a:off x="5416825" y="3201150"/>
                <a:ext cx="11275" cy="65825"/>
              </a:xfrm>
              <a:custGeom>
                <a:rect b="b" l="l" r="r" t="t"/>
                <a:pathLst>
                  <a:path extrusionOk="0" h="2633" w="451">
                    <a:moveTo>
                      <a:pt x="251" y="1"/>
                    </a:moveTo>
                    <a:cubicBezTo>
                      <a:pt x="239" y="13"/>
                      <a:pt x="201" y="20"/>
                      <a:pt x="154" y="20"/>
                    </a:cubicBezTo>
                    <a:cubicBezTo>
                      <a:pt x="107" y="20"/>
                      <a:pt x="51" y="13"/>
                      <a:pt x="1" y="1"/>
                    </a:cubicBezTo>
                    <a:lnTo>
                      <a:pt x="1" y="1"/>
                    </a:lnTo>
                    <a:lnTo>
                      <a:pt x="251" y="76"/>
                    </a:lnTo>
                    <a:cubicBezTo>
                      <a:pt x="251" y="53"/>
                      <a:pt x="251" y="32"/>
                      <a:pt x="251" y="1"/>
                    </a:cubicBezTo>
                    <a:close/>
                    <a:moveTo>
                      <a:pt x="251" y="76"/>
                    </a:moveTo>
                    <a:cubicBezTo>
                      <a:pt x="251" y="91"/>
                      <a:pt x="251" y="107"/>
                      <a:pt x="251" y="126"/>
                    </a:cubicBezTo>
                    <a:cubicBezTo>
                      <a:pt x="253" y="131"/>
                      <a:pt x="254" y="135"/>
                      <a:pt x="256" y="139"/>
                    </a:cubicBezTo>
                    <a:lnTo>
                      <a:pt x="256" y="139"/>
                    </a:lnTo>
                    <a:cubicBezTo>
                      <a:pt x="254" y="116"/>
                      <a:pt x="253" y="95"/>
                      <a:pt x="251" y="76"/>
                    </a:cubicBezTo>
                    <a:close/>
                    <a:moveTo>
                      <a:pt x="256" y="139"/>
                    </a:moveTo>
                    <a:lnTo>
                      <a:pt x="256" y="139"/>
                    </a:lnTo>
                    <a:cubicBezTo>
                      <a:pt x="285" y="509"/>
                      <a:pt x="356" y="1382"/>
                      <a:pt x="427" y="2633"/>
                    </a:cubicBezTo>
                    <a:cubicBezTo>
                      <a:pt x="427" y="2457"/>
                      <a:pt x="402" y="2307"/>
                      <a:pt x="402" y="2131"/>
                    </a:cubicBezTo>
                    <a:cubicBezTo>
                      <a:pt x="352" y="1560"/>
                      <a:pt x="450" y="667"/>
                      <a:pt x="256" y="13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21"/>
              <p:cNvSpPr/>
              <p:nvPr/>
            </p:nvSpPr>
            <p:spPr>
              <a:xfrm>
                <a:off x="4497025" y="3886625"/>
                <a:ext cx="650" cy="3800"/>
              </a:xfrm>
              <a:custGeom>
                <a:rect b="b" l="l" r="r" t="t"/>
                <a:pathLst>
                  <a:path extrusionOk="0" h="152" w="26">
                    <a:moveTo>
                      <a:pt x="25" y="151"/>
                    </a:moveTo>
                    <a:cubicBezTo>
                      <a:pt x="25" y="101"/>
                      <a:pt x="25" y="51"/>
                      <a:pt x="0" y="1"/>
                    </a:cubicBezTo>
                    <a:cubicBezTo>
                      <a:pt x="25" y="51"/>
                      <a:pt x="25" y="101"/>
                      <a:pt x="25" y="15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21"/>
              <p:cNvSpPr/>
              <p:nvPr/>
            </p:nvSpPr>
            <p:spPr>
              <a:xfrm>
                <a:off x="4478225" y="4000675"/>
                <a:ext cx="2525" cy="9400"/>
              </a:xfrm>
              <a:custGeom>
                <a:rect b="b" l="l" r="r" t="t"/>
                <a:pathLst>
                  <a:path extrusionOk="0" h="376" w="101">
                    <a:moveTo>
                      <a:pt x="0" y="376"/>
                    </a:moveTo>
                    <a:cubicBezTo>
                      <a:pt x="26" y="251"/>
                      <a:pt x="51" y="125"/>
                      <a:pt x="101" y="0"/>
                    </a:cubicBezTo>
                    <a:cubicBezTo>
                      <a:pt x="51" y="125"/>
                      <a:pt x="26" y="251"/>
                      <a:pt x="0" y="3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21"/>
              <p:cNvSpPr/>
              <p:nvPr/>
            </p:nvSpPr>
            <p:spPr>
              <a:xfrm>
                <a:off x="4491375" y="3552675"/>
                <a:ext cx="8175" cy="11925"/>
              </a:xfrm>
              <a:custGeom>
                <a:rect b="b" l="l" r="r" t="t"/>
                <a:pathLst>
                  <a:path extrusionOk="0" h="477" w="327">
                    <a:moveTo>
                      <a:pt x="1" y="476"/>
                    </a:moveTo>
                    <a:cubicBezTo>
                      <a:pt x="101" y="326"/>
                      <a:pt x="226" y="151"/>
                      <a:pt x="327" y="0"/>
                    </a:cubicBezTo>
                    <a:cubicBezTo>
                      <a:pt x="226" y="151"/>
                      <a:pt x="101" y="326"/>
                      <a:pt x="1" y="4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21"/>
              <p:cNvSpPr/>
              <p:nvPr/>
            </p:nvSpPr>
            <p:spPr>
              <a:xfrm>
                <a:off x="5426225" y="4279500"/>
                <a:ext cx="25725" cy="290750"/>
              </a:xfrm>
              <a:custGeom>
                <a:rect b="b" l="l" r="r" t="t"/>
                <a:pathLst>
                  <a:path extrusionOk="0" h="11630" w="1029">
                    <a:moveTo>
                      <a:pt x="1028" y="0"/>
                    </a:moveTo>
                    <a:lnTo>
                      <a:pt x="1028" y="0"/>
                    </a:lnTo>
                    <a:cubicBezTo>
                      <a:pt x="802" y="3133"/>
                      <a:pt x="502" y="6391"/>
                      <a:pt x="226" y="9399"/>
                    </a:cubicBezTo>
                    <a:cubicBezTo>
                      <a:pt x="151" y="10176"/>
                      <a:pt x="76" y="10902"/>
                      <a:pt x="0" y="11629"/>
                    </a:cubicBezTo>
                    <a:cubicBezTo>
                      <a:pt x="26" y="11629"/>
                      <a:pt x="26" y="11629"/>
                      <a:pt x="26" y="11604"/>
                    </a:cubicBezTo>
                    <a:cubicBezTo>
                      <a:pt x="401" y="7744"/>
                      <a:pt x="752" y="3885"/>
                      <a:pt x="10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21"/>
              <p:cNvSpPr/>
              <p:nvPr/>
            </p:nvSpPr>
            <p:spPr>
              <a:xfrm>
                <a:off x="4611675" y="3090875"/>
                <a:ext cx="327725" cy="51425"/>
              </a:xfrm>
              <a:custGeom>
                <a:rect b="b" l="l" r="r" t="t"/>
                <a:pathLst>
                  <a:path extrusionOk="0" h="2057" w="13109">
                    <a:moveTo>
                      <a:pt x="13109" y="1"/>
                    </a:moveTo>
                    <a:lnTo>
                      <a:pt x="13109" y="1"/>
                    </a:lnTo>
                    <a:cubicBezTo>
                      <a:pt x="12708" y="26"/>
                      <a:pt x="11805" y="201"/>
                      <a:pt x="11279" y="277"/>
                    </a:cubicBezTo>
                    <a:cubicBezTo>
                      <a:pt x="9775" y="527"/>
                      <a:pt x="8297" y="753"/>
                      <a:pt x="6818" y="978"/>
                    </a:cubicBezTo>
                    <a:cubicBezTo>
                      <a:pt x="5331" y="1207"/>
                      <a:pt x="3855" y="1446"/>
                      <a:pt x="2383" y="1683"/>
                    </a:cubicBezTo>
                    <a:lnTo>
                      <a:pt x="2383" y="1683"/>
                    </a:lnTo>
                    <a:lnTo>
                      <a:pt x="13109" y="1"/>
                    </a:lnTo>
                    <a:close/>
                    <a:moveTo>
                      <a:pt x="2383" y="1683"/>
                    </a:moveTo>
                    <a:lnTo>
                      <a:pt x="1" y="2056"/>
                    </a:lnTo>
                    <a:lnTo>
                      <a:pt x="26" y="2056"/>
                    </a:lnTo>
                    <a:cubicBezTo>
                      <a:pt x="811" y="1934"/>
                      <a:pt x="1597" y="1809"/>
                      <a:pt x="2383" y="1683"/>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21"/>
              <p:cNvSpPr/>
              <p:nvPr/>
            </p:nvSpPr>
            <p:spPr>
              <a:xfrm>
                <a:off x="4443775" y="3757550"/>
                <a:ext cx="2525" cy="6300"/>
              </a:xfrm>
              <a:custGeom>
                <a:rect b="b" l="l" r="r" t="t"/>
                <a:pathLst>
                  <a:path extrusionOk="0" h="252" w="101">
                    <a:moveTo>
                      <a:pt x="0" y="1"/>
                    </a:moveTo>
                    <a:lnTo>
                      <a:pt x="0" y="1"/>
                    </a:lnTo>
                    <a:cubicBezTo>
                      <a:pt x="13" y="52"/>
                      <a:pt x="32" y="97"/>
                      <a:pt x="52" y="139"/>
                    </a:cubicBezTo>
                    <a:lnTo>
                      <a:pt x="52" y="139"/>
                    </a:lnTo>
                    <a:cubicBezTo>
                      <a:pt x="51" y="134"/>
                      <a:pt x="50" y="130"/>
                      <a:pt x="50" y="126"/>
                    </a:cubicBezTo>
                    <a:cubicBezTo>
                      <a:pt x="25" y="76"/>
                      <a:pt x="25" y="51"/>
                      <a:pt x="0" y="1"/>
                    </a:cubicBezTo>
                    <a:close/>
                    <a:moveTo>
                      <a:pt x="52" y="139"/>
                    </a:moveTo>
                    <a:lnTo>
                      <a:pt x="52" y="139"/>
                    </a:lnTo>
                    <a:cubicBezTo>
                      <a:pt x="58" y="166"/>
                      <a:pt x="79" y="209"/>
                      <a:pt x="100" y="251"/>
                    </a:cubicBezTo>
                    <a:cubicBezTo>
                      <a:pt x="88" y="215"/>
                      <a:pt x="70" y="178"/>
                      <a:pt x="52" y="13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21"/>
              <p:cNvSpPr/>
              <p:nvPr/>
            </p:nvSpPr>
            <p:spPr>
              <a:xfrm>
                <a:off x="4450650" y="3773850"/>
                <a:ext cx="1275" cy="3150"/>
              </a:xfrm>
              <a:custGeom>
                <a:rect b="b" l="l" r="r" t="t"/>
                <a:pathLst>
                  <a:path extrusionOk="0" h="126" w="51">
                    <a:moveTo>
                      <a:pt x="51" y="126"/>
                    </a:moveTo>
                    <a:cubicBezTo>
                      <a:pt x="51" y="101"/>
                      <a:pt x="26" y="50"/>
                      <a:pt x="1" y="0"/>
                    </a:cubicBezTo>
                    <a:cubicBezTo>
                      <a:pt x="26" y="50"/>
                      <a:pt x="51" y="101"/>
                      <a:pt x="51" y="1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21"/>
              <p:cNvSpPr/>
              <p:nvPr/>
            </p:nvSpPr>
            <p:spPr>
              <a:xfrm>
                <a:off x="4576600" y="3296400"/>
                <a:ext cx="31350" cy="117825"/>
              </a:xfrm>
              <a:custGeom>
                <a:rect b="b" l="l" r="r" t="t"/>
                <a:pathLst>
                  <a:path extrusionOk="0" h="4713" w="1254">
                    <a:moveTo>
                      <a:pt x="1228" y="0"/>
                    </a:moveTo>
                    <a:cubicBezTo>
                      <a:pt x="1228" y="0"/>
                      <a:pt x="1253" y="0"/>
                      <a:pt x="1228" y="26"/>
                    </a:cubicBezTo>
                    <a:cubicBezTo>
                      <a:pt x="953" y="1630"/>
                      <a:pt x="602" y="3209"/>
                      <a:pt x="0" y="4712"/>
                    </a:cubicBezTo>
                    <a:cubicBezTo>
                      <a:pt x="727" y="2908"/>
                      <a:pt x="978" y="1529"/>
                      <a:pt x="12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21"/>
              <p:cNvSpPr/>
              <p:nvPr/>
            </p:nvSpPr>
            <p:spPr>
              <a:xfrm>
                <a:off x="4399275" y="4411075"/>
                <a:ext cx="5675" cy="3150"/>
              </a:xfrm>
              <a:custGeom>
                <a:rect b="b" l="l" r="r" t="t"/>
                <a:pathLst>
                  <a:path extrusionOk="0" h="126" w="227">
                    <a:moveTo>
                      <a:pt x="1" y="0"/>
                    </a:moveTo>
                    <a:cubicBezTo>
                      <a:pt x="28" y="18"/>
                      <a:pt x="55" y="36"/>
                      <a:pt x="82" y="53"/>
                    </a:cubicBezTo>
                    <a:lnTo>
                      <a:pt x="82" y="53"/>
                    </a:lnTo>
                    <a:cubicBezTo>
                      <a:pt x="71" y="45"/>
                      <a:pt x="61" y="36"/>
                      <a:pt x="51" y="25"/>
                    </a:cubicBezTo>
                    <a:cubicBezTo>
                      <a:pt x="26" y="25"/>
                      <a:pt x="26" y="0"/>
                      <a:pt x="1" y="0"/>
                    </a:cubicBezTo>
                    <a:close/>
                    <a:moveTo>
                      <a:pt x="82" y="53"/>
                    </a:moveTo>
                    <a:cubicBezTo>
                      <a:pt x="122" y="86"/>
                      <a:pt x="166" y="106"/>
                      <a:pt x="226" y="126"/>
                    </a:cubicBezTo>
                    <a:cubicBezTo>
                      <a:pt x="178" y="109"/>
                      <a:pt x="130" y="83"/>
                      <a:pt x="82" y="53"/>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21"/>
              <p:cNvSpPr/>
              <p:nvPr/>
            </p:nvSpPr>
            <p:spPr>
              <a:xfrm>
                <a:off x="4416825" y="4422350"/>
                <a:ext cx="779475" cy="333975"/>
              </a:xfrm>
              <a:custGeom>
                <a:rect b="b" l="l" r="r" t="t"/>
                <a:pathLst>
                  <a:path extrusionOk="0" h="13359" w="31179">
                    <a:moveTo>
                      <a:pt x="0" y="0"/>
                    </a:moveTo>
                    <a:lnTo>
                      <a:pt x="0" y="0"/>
                    </a:lnTo>
                    <a:cubicBezTo>
                      <a:pt x="2482" y="1504"/>
                      <a:pt x="5113" y="2782"/>
                      <a:pt x="7745" y="4010"/>
                    </a:cubicBezTo>
                    <a:cubicBezTo>
                      <a:pt x="15339" y="7519"/>
                      <a:pt x="23183" y="10577"/>
                      <a:pt x="31128" y="13359"/>
                    </a:cubicBezTo>
                    <a:cubicBezTo>
                      <a:pt x="31128" y="13334"/>
                      <a:pt x="31153" y="13334"/>
                      <a:pt x="31178" y="13334"/>
                    </a:cubicBezTo>
                    <a:cubicBezTo>
                      <a:pt x="29775" y="12832"/>
                      <a:pt x="28271" y="12281"/>
                      <a:pt x="26692" y="11705"/>
                    </a:cubicBezTo>
                    <a:cubicBezTo>
                      <a:pt x="25589" y="11279"/>
                      <a:pt x="24437" y="10853"/>
                      <a:pt x="23284" y="10426"/>
                    </a:cubicBezTo>
                    <a:cubicBezTo>
                      <a:pt x="21680" y="9800"/>
                      <a:pt x="20025" y="9173"/>
                      <a:pt x="18371" y="8522"/>
                    </a:cubicBezTo>
                    <a:cubicBezTo>
                      <a:pt x="16843" y="7895"/>
                      <a:pt x="15289" y="7269"/>
                      <a:pt x="13760" y="6642"/>
                    </a:cubicBezTo>
                    <a:cubicBezTo>
                      <a:pt x="12732" y="6216"/>
                      <a:pt x="11730" y="5790"/>
                      <a:pt x="10727" y="5339"/>
                    </a:cubicBezTo>
                    <a:cubicBezTo>
                      <a:pt x="9950" y="5013"/>
                      <a:pt x="9173" y="4662"/>
                      <a:pt x="8421" y="4311"/>
                    </a:cubicBezTo>
                    <a:cubicBezTo>
                      <a:pt x="8121" y="4186"/>
                      <a:pt x="7820" y="4035"/>
                      <a:pt x="7544" y="3910"/>
                    </a:cubicBezTo>
                    <a:cubicBezTo>
                      <a:pt x="5213" y="2832"/>
                      <a:pt x="3083" y="1755"/>
                      <a:pt x="1253" y="727"/>
                    </a:cubicBezTo>
                    <a:cubicBezTo>
                      <a:pt x="1103" y="652"/>
                      <a:pt x="978" y="577"/>
                      <a:pt x="852" y="502"/>
                    </a:cubicBezTo>
                    <a:cubicBezTo>
                      <a:pt x="552" y="326"/>
                      <a:pt x="276" y="151"/>
                      <a:pt x="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1"/>
              <p:cNvSpPr/>
              <p:nvPr/>
            </p:nvSpPr>
            <p:spPr>
              <a:xfrm>
                <a:off x="4603550" y="3081875"/>
                <a:ext cx="875950" cy="1487750"/>
              </a:xfrm>
              <a:custGeom>
                <a:rect b="b" l="l" r="r" t="t"/>
                <a:pathLst>
                  <a:path extrusionOk="0" h="59510" w="35038">
                    <a:moveTo>
                      <a:pt x="13813" y="0"/>
                    </a:moveTo>
                    <a:cubicBezTo>
                      <a:pt x="13323" y="0"/>
                      <a:pt x="12835" y="31"/>
                      <a:pt x="12306" y="110"/>
                    </a:cubicBezTo>
                    <a:cubicBezTo>
                      <a:pt x="10050" y="461"/>
                      <a:pt x="7820" y="812"/>
                      <a:pt x="5589" y="1163"/>
                    </a:cubicBezTo>
                    <a:cubicBezTo>
                      <a:pt x="3810" y="1439"/>
                      <a:pt x="2030" y="1714"/>
                      <a:pt x="276" y="1990"/>
                    </a:cubicBezTo>
                    <a:lnTo>
                      <a:pt x="251" y="2015"/>
                    </a:lnTo>
                    <a:cubicBezTo>
                      <a:pt x="0" y="2040"/>
                      <a:pt x="75" y="2366"/>
                      <a:pt x="276" y="2416"/>
                    </a:cubicBezTo>
                    <a:lnTo>
                      <a:pt x="351" y="2416"/>
                    </a:lnTo>
                    <a:cubicBezTo>
                      <a:pt x="2607" y="2065"/>
                      <a:pt x="4862" y="1689"/>
                      <a:pt x="7143" y="1338"/>
                    </a:cubicBezTo>
                    <a:cubicBezTo>
                      <a:pt x="8622" y="1113"/>
                      <a:pt x="10100" y="887"/>
                      <a:pt x="11604" y="637"/>
                    </a:cubicBezTo>
                    <a:cubicBezTo>
                      <a:pt x="12130" y="561"/>
                      <a:pt x="13033" y="386"/>
                      <a:pt x="13434" y="361"/>
                    </a:cubicBezTo>
                    <a:lnTo>
                      <a:pt x="13459" y="361"/>
                    </a:lnTo>
                    <a:cubicBezTo>
                      <a:pt x="13528" y="359"/>
                      <a:pt x="13597" y="358"/>
                      <a:pt x="13667" y="358"/>
                    </a:cubicBezTo>
                    <a:cubicBezTo>
                      <a:pt x="14653" y="358"/>
                      <a:pt x="15657" y="516"/>
                      <a:pt x="16617" y="586"/>
                    </a:cubicBezTo>
                    <a:lnTo>
                      <a:pt x="21228" y="887"/>
                    </a:lnTo>
                    <a:lnTo>
                      <a:pt x="21253" y="887"/>
                    </a:lnTo>
                    <a:cubicBezTo>
                      <a:pt x="21729" y="912"/>
                      <a:pt x="22181" y="1013"/>
                      <a:pt x="22657" y="1113"/>
                    </a:cubicBezTo>
                    <a:cubicBezTo>
                      <a:pt x="24060" y="1489"/>
                      <a:pt x="25414" y="2140"/>
                      <a:pt x="26792" y="2642"/>
                    </a:cubicBezTo>
                    <a:cubicBezTo>
                      <a:pt x="28196" y="3168"/>
                      <a:pt x="29599" y="3694"/>
                      <a:pt x="31003" y="4196"/>
                    </a:cubicBezTo>
                    <a:cubicBezTo>
                      <a:pt x="31003" y="4196"/>
                      <a:pt x="31028" y="4221"/>
                      <a:pt x="31028" y="4221"/>
                    </a:cubicBezTo>
                    <a:cubicBezTo>
                      <a:pt x="31404" y="4346"/>
                      <a:pt x="31780" y="4546"/>
                      <a:pt x="32156" y="4622"/>
                    </a:cubicBezTo>
                    <a:cubicBezTo>
                      <a:pt x="32112" y="4614"/>
                      <a:pt x="32084" y="4610"/>
                      <a:pt x="32070" y="4610"/>
                    </a:cubicBezTo>
                    <a:cubicBezTo>
                      <a:pt x="31997" y="4610"/>
                      <a:pt x="32300" y="4709"/>
                      <a:pt x="32532" y="4772"/>
                    </a:cubicBezTo>
                    <a:cubicBezTo>
                      <a:pt x="32582" y="4784"/>
                      <a:pt x="32638" y="4791"/>
                      <a:pt x="32685" y="4791"/>
                    </a:cubicBezTo>
                    <a:cubicBezTo>
                      <a:pt x="32732" y="4791"/>
                      <a:pt x="32770" y="4784"/>
                      <a:pt x="32782" y="4772"/>
                    </a:cubicBezTo>
                    <a:cubicBezTo>
                      <a:pt x="32782" y="4822"/>
                      <a:pt x="32782" y="4847"/>
                      <a:pt x="32782" y="4897"/>
                    </a:cubicBezTo>
                    <a:cubicBezTo>
                      <a:pt x="32983" y="5424"/>
                      <a:pt x="32882" y="6326"/>
                      <a:pt x="32933" y="6902"/>
                    </a:cubicBezTo>
                    <a:cubicBezTo>
                      <a:pt x="32933" y="7078"/>
                      <a:pt x="32958" y="7228"/>
                      <a:pt x="32958" y="7404"/>
                    </a:cubicBezTo>
                    <a:cubicBezTo>
                      <a:pt x="33033" y="8231"/>
                      <a:pt x="33083" y="9083"/>
                      <a:pt x="33133" y="9935"/>
                    </a:cubicBezTo>
                    <a:cubicBezTo>
                      <a:pt x="33158" y="10211"/>
                      <a:pt x="33183" y="10511"/>
                      <a:pt x="33208" y="10787"/>
                    </a:cubicBezTo>
                    <a:cubicBezTo>
                      <a:pt x="33208" y="11013"/>
                      <a:pt x="33233" y="11213"/>
                      <a:pt x="33233" y="11414"/>
                    </a:cubicBezTo>
                    <a:cubicBezTo>
                      <a:pt x="33334" y="12817"/>
                      <a:pt x="33409" y="14196"/>
                      <a:pt x="33509" y="15574"/>
                    </a:cubicBezTo>
                    <a:cubicBezTo>
                      <a:pt x="33534" y="16201"/>
                      <a:pt x="33584" y="16827"/>
                      <a:pt x="33609" y="17429"/>
                    </a:cubicBezTo>
                    <a:cubicBezTo>
                      <a:pt x="33684" y="18782"/>
                      <a:pt x="33760" y="20135"/>
                      <a:pt x="33835" y="21489"/>
                    </a:cubicBezTo>
                    <a:cubicBezTo>
                      <a:pt x="33860" y="21765"/>
                      <a:pt x="33860" y="22040"/>
                      <a:pt x="33885" y="22316"/>
                    </a:cubicBezTo>
                    <a:cubicBezTo>
                      <a:pt x="33985" y="24496"/>
                      <a:pt x="34085" y="26677"/>
                      <a:pt x="34161" y="28882"/>
                    </a:cubicBezTo>
                    <a:cubicBezTo>
                      <a:pt x="34386" y="34597"/>
                      <a:pt x="34411" y="40311"/>
                      <a:pt x="34060" y="46025"/>
                    </a:cubicBezTo>
                    <a:cubicBezTo>
                      <a:pt x="34060" y="46050"/>
                      <a:pt x="34060" y="46100"/>
                      <a:pt x="34035" y="46151"/>
                    </a:cubicBezTo>
                    <a:cubicBezTo>
                      <a:pt x="34035" y="46301"/>
                      <a:pt x="34035" y="46451"/>
                      <a:pt x="34010" y="46602"/>
                    </a:cubicBezTo>
                    <a:cubicBezTo>
                      <a:pt x="33985" y="47028"/>
                      <a:pt x="33960" y="47479"/>
                      <a:pt x="33935" y="47905"/>
                    </a:cubicBezTo>
                    <a:cubicBezTo>
                      <a:pt x="33659" y="51790"/>
                      <a:pt x="33308" y="55649"/>
                      <a:pt x="32933" y="59509"/>
                    </a:cubicBezTo>
                    <a:cubicBezTo>
                      <a:pt x="33083" y="59384"/>
                      <a:pt x="33258" y="59233"/>
                      <a:pt x="33409" y="59083"/>
                    </a:cubicBezTo>
                    <a:cubicBezTo>
                      <a:pt x="33885" y="54396"/>
                      <a:pt x="34261" y="49684"/>
                      <a:pt x="34537" y="44998"/>
                    </a:cubicBezTo>
                    <a:cubicBezTo>
                      <a:pt x="34587" y="44171"/>
                      <a:pt x="34637" y="43369"/>
                      <a:pt x="34662" y="42567"/>
                    </a:cubicBezTo>
                    <a:cubicBezTo>
                      <a:pt x="34687" y="41965"/>
                      <a:pt x="34712" y="41389"/>
                      <a:pt x="34737" y="40787"/>
                    </a:cubicBezTo>
                    <a:cubicBezTo>
                      <a:pt x="34737" y="40712"/>
                      <a:pt x="34737" y="40612"/>
                      <a:pt x="34737" y="40537"/>
                    </a:cubicBezTo>
                    <a:cubicBezTo>
                      <a:pt x="35038" y="31414"/>
                      <a:pt x="34361" y="22241"/>
                      <a:pt x="33785" y="13168"/>
                    </a:cubicBezTo>
                    <a:cubicBezTo>
                      <a:pt x="33760" y="12892"/>
                      <a:pt x="33735" y="12617"/>
                      <a:pt x="33709" y="12341"/>
                    </a:cubicBezTo>
                    <a:cubicBezTo>
                      <a:pt x="33659" y="11614"/>
                      <a:pt x="33634" y="10862"/>
                      <a:pt x="33584" y="10110"/>
                    </a:cubicBezTo>
                    <a:cubicBezTo>
                      <a:pt x="33534" y="9484"/>
                      <a:pt x="33484" y="8832"/>
                      <a:pt x="33434" y="8180"/>
                    </a:cubicBezTo>
                    <a:cubicBezTo>
                      <a:pt x="33359" y="7028"/>
                      <a:pt x="33283" y="5875"/>
                      <a:pt x="33183" y="4722"/>
                    </a:cubicBezTo>
                    <a:cubicBezTo>
                      <a:pt x="33183" y="4622"/>
                      <a:pt x="33133" y="4546"/>
                      <a:pt x="33033" y="4496"/>
                    </a:cubicBezTo>
                    <a:cubicBezTo>
                      <a:pt x="30602" y="3619"/>
                      <a:pt x="28171" y="2717"/>
                      <a:pt x="25740" y="1815"/>
                    </a:cubicBezTo>
                    <a:lnTo>
                      <a:pt x="25714" y="1815"/>
                    </a:lnTo>
                    <a:cubicBezTo>
                      <a:pt x="24687" y="1414"/>
                      <a:pt x="23559" y="812"/>
                      <a:pt x="22431" y="586"/>
                    </a:cubicBezTo>
                    <a:cubicBezTo>
                      <a:pt x="22281" y="561"/>
                      <a:pt x="22130" y="536"/>
                      <a:pt x="21980" y="536"/>
                    </a:cubicBezTo>
                    <a:cubicBezTo>
                      <a:pt x="21955" y="536"/>
                      <a:pt x="21905" y="511"/>
                      <a:pt x="21855" y="511"/>
                    </a:cubicBezTo>
                    <a:cubicBezTo>
                      <a:pt x="19674" y="361"/>
                      <a:pt x="17494" y="211"/>
                      <a:pt x="15313" y="60"/>
                    </a:cubicBezTo>
                    <a:lnTo>
                      <a:pt x="15163" y="60"/>
                    </a:lnTo>
                    <a:cubicBezTo>
                      <a:pt x="14690" y="25"/>
                      <a:pt x="14251" y="0"/>
                      <a:pt x="138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21"/>
              <p:cNvSpPr/>
              <p:nvPr/>
            </p:nvSpPr>
            <p:spPr>
              <a:xfrm>
                <a:off x="4342250" y="3290550"/>
                <a:ext cx="852800" cy="1472050"/>
              </a:xfrm>
              <a:custGeom>
                <a:rect b="b" l="l" r="r" t="t"/>
                <a:pathLst>
                  <a:path extrusionOk="0" h="58882" w="34112">
                    <a:moveTo>
                      <a:pt x="10360" y="0"/>
                    </a:moveTo>
                    <a:cubicBezTo>
                      <a:pt x="10285" y="0"/>
                      <a:pt x="10221" y="37"/>
                      <a:pt x="10201" y="134"/>
                    </a:cubicBezTo>
                    <a:cubicBezTo>
                      <a:pt x="10201" y="159"/>
                      <a:pt x="10201" y="159"/>
                      <a:pt x="10201" y="159"/>
                    </a:cubicBezTo>
                    <a:cubicBezTo>
                      <a:pt x="9600" y="3643"/>
                      <a:pt x="8297" y="6600"/>
                      <a:pt x="6392" y="9558"/>
                    </a:cubicBezTo>
                    <a:cubicBezTo>
                      <a:pt x="6367" y="9583"/>
                      <a:pt x="6342" y="9633"/>
                      <a:pt x="6317" y="9658"/>
                    </a:cubicBezTo>
                    <a:cubicBezTo>
                      <a:pt x="6216" y="9834"/>
                      <a:pt x="6116" y="10009"/>
                      <a:pt x="5991" y="10159"/>
                    </a:cubicBezTo>
                    <a:cubicBezTo>
                      <a:pt x="5690" y="10610"/>
                      <a:pt x="5389" y="11062"/>
                      <a:pt x="5089" y="11513"/>
                    </a:cubicBezTo>
                    <a:cubicBezTo>
                      <a:pt x="4211" y="12816"/>
                      <a:pt x="3460" y="14169"/>
                      <a:pt x="3259" y="15773"/>
                    </a:cubicBezTo>
                    <a:cubicBezTo>
                      <a:pt x="3059" y="17403"/>
                      <a:pt x="3610" y="18881"/>
                      <a:pt x="4337" y="20310"/>
                    </a:cubicBezTo>
                    <a:cubicBezTo>
                      <a:pt x="4788" y="21137"/>
                      <a:pt x="5264" y="21989"/>
                      <a:pt x="5565" y="22891"/>
                    </a:cubicBezTo>
                    <a:cubicBezTo>
                      <a:pt x="5590" y="22966"/>
                      <a:pt x="5615" y="23042"/>
                      <a:pt x="5640" y="23142"/>
                    </a:cubicBezTo>
                    <a:cubicBezTo>
                      <a:pt x="5640" y="23167"/>
                      <a:pt x="5665" y="23217"/>
                      <a:pt x="5665" y="23267"/>
                    </a:cubicBezTo>
                    <a:cubicBezTo>
                      <a:pt x="5765" y="23618"/>
                      <a:pt x="5790" y="23944"/>
                      <a:pt x="5790" y="24295"/>
                    </a:cubicBezTo>
                    <a:cubicBezTo>
                      <a:pt x="5790" y="24320"/>
                      <a:pt x="5815" y="24320"/>
                      <a:pt x="5815" y="24345"/>
                    </a:cubicBezTo>
                    <a:cubicBezTo>
                      <a:pt x="5815" y="24345"/>
                      <a:pt x="5790" y="24370"/>
                      <a:pt x="5790" y="24395"/>
                    </a:cubicBezTo>
                    <a:cubicBezTo>
                      <a:pt x="5790" y="24445"/>
                      <a:pt x="5790" y="24495"/>
                      <a:pt x="5790" y="24570"/>
                    </a:cubicBezTo>
                    <a:cubicBezTo>
                      <a:pt x="5765" y="25548"/>
                      <a:pt x="5540" y="26525"/>
                      <a:pt x="5314" y="27453"/>
                    </a:cubicBezTo>
                    <a:cubicBezTo>
                      <a:pt x="5289" y="27603"/>
                      <a:pt x="5264" y="27753"/>
                      <a:pt x="5214" y="27879"/>
                    </a:cubicBezTo>
                    <a:cubicBezTo>
                      <a:pt x="5139" y="28205"/>
                      <a:pt x="5064" y="28530"/>
                      <a:pt x="4988" y="28856"/>
                    </a:cubicBezTo>
                    <a:cubicBezTo>
                      <a:pt x="4211" y="31789"/>
                      <a:pt x="3259" y="34671"/>
                      <a:pt x="2257" y="37528"/>
                    </a:cubicBezTo>
                    <a:cubicBezTo>
                      <a:pt x="2181" y="37678"/>
                      <a:pt x="2131" y="37829"/>
                      <a:pt x="2081" y="38004"/>
                    </a:cubicBezTo>
                    <a:cubicBezTo>
                      <a:pt x="1881" y="38581"/>
                      <a:pt x="1680" y="39132"/>
                      <a:pt x="1454" y="39708"/>
                    </a:cubicBezTo>
                    <a:cubicBezTo>
                      <a:pt x="1279" y="40235"/>
                      <a:pt x="1079" y="40736"/>
                      <a:pt x="903" y="41262"/>
                    </a:cubicBezTo>
                    <a:cubicBezTo>
                      <a:pt x="627" y="41989"/>
                      <a:pt x="352" y="42716"/>
                      <a:pt x="76" y="43443"/>
                    </a:cubicBezTo>
                    <a:cubicBezTo>
                      <a:pt x="51" y="43493"/>
                      <a:pt x="51" y="43543"/>
                      <a:pt x="26" y="43568"/>
                    </a:cubicBezTo>
                    <a:cubicBezTo>
                      <a:pt x="1" y="43643"/>
                      <a:pt x="26" y="43743"/>
                      <a:pt x="76" y="43769"/>
                    </a:cubicBezTo>
                    <a:cubicBezTo>
                      <a:pt x="352" y="43994"/>
                      <a:pt x="627" y="44195"/>
                      <a:pt x="903" y="44395"/>
                    </a:cubicBezTo>
                    <a:cubicBezTo>
                      <a:pt x="3008" y="45924"/>
                      <a:pt x="5364" y="47127"/>
                      <a:pt x="7695" y="48280"/>
                    </a:cubicBezTo>
                    <a:cubicBezTo>
                      <a:pt x="8046" y="48480"/>
                      <a:pt x="8397" y="48631"/>
                      <a:pt x="8773" y="48806"/>
                    </a:cubicBezTo>
                    <a:cubicBezTo>
                      <a:pt x="8798" y="48831"/>
                      <a:pt x="8823" y="48831"/>
                      <a:pt x="8873" y="48856"/>
                    </a:cubicBezTo>
                    <a:cubicBezTo>
                      <a:pt x="11881" y="50310"/>
                      <a:pt x="14963" y="51638"/>
                      <a:pt x="18046" y="52916"/>
                    </a:cubicBezTo>
                    <a:cubicBezTo>
                      <a:pt x="18522" y="53092"/>
                      <a:pt x="18998" y="53292"/>
                      <a:pt x="19450" y="53468"/>
                    </a:cubicBezTo>
                    <a:cubicBezTo>
                      <a:pt x="20051" y="53718"/>
                      <a:pt x="20628" y="53944"/>
                      <a:pt x="21204" y="54170"/>
                    </a:cubicBezTo>
                    <a:cubicBezTo>
                      <a:pt x="25364" y="55824"/>
                      <a:pt x="29525" y="57403"/>
                      <a:pt x="33735" y="58881"/>
                    </a:cubicBezTo>
                    <a:cubicBezTo>
                      <a:pt x="33861" y="58806"/>
                      <a:pt x="33986" y="58706"/>
                      <a:pt x="34111" y="58631"/>
                    </a:cubicBezTo>
                    <a:cubicBezTo>
                      <a:pt x="26166" y="55849"/>
                      <a:pt x="18322" y="52791"/>
                      <a:pt x="10728" y="49282"/>
                    </a:cubicBezTo>
                    <a:cubicBezTo>
                      <a:pt x="8096" y="48054"/>
                      <a:pt x="5465" y="46776"/>
                      <a:pt x="2983" y="45272"/>
                    </a:cubicBezTo>
                    <a:cubicBezTo>
                      <a:pt x="2833" y="45172"/>
                      <a:pt x="2683" y="45072"/>
                      <a:pt x="2532" y="44997"/>
                    </a:cubicBezTo>
                    <a:cubicBezTo>
                      <a:pt x="2532" y="44972"/>
                      <a:pt x="2507" y="44972"/>
                      <a:pt x="2507" y="44947"/>
                    </a:cubicBezTo>
                    <a:cubicBezTo>
                      <a:pt x="2432" y="44921"/>
                      <a:pt x="2382" y="44896"/>
                      <a:pt x="2332" y="44846"/>
                    </a:cubicBezTo>
                    <a:cubicBezTo>
                      <a:pt x="2307" y="44846"/>
                      <a:pt x="2307" y="44821"/>
                      <a:pt x="2282" y="44821"/>
                    </a:cubicBezTo>
                    <a:cubicBezTo>
                      <a:pt x="1780" y="44495"/>
                      <a:pt x="1304" y="44094"/>
                      <a:pt x="803" y="43819"/>
                    </a:cubicBezTo>
                    <a:cubicBezTo>
                      <a:pt x="803" y="43794"/>
                      <a:pt x="778" y="43794"/>
                      <a:pt x="778" y="43794"/>
                    </a:cubicBezTo>
                    <a:cubicBezTo>
                      <a:pt x="402" y="43593"/>
                      <a:pt x="402" y="43769"/>
                      <a:pt x="552" y="43393"/>
                    </a:cubicBezTo>
                    <a:cubicBezTo>
                      <a:pt x="853" y="42540"/>
                      <a:pt x="1179" y="41713"/>
                      <a:pt x="1480" y="40886"/>
                    </a:cubicBezTo>
                    <a:cubicBezTo>
                      <a:pt x="2632" y="37779"/>
                      <a:pt x="3735" y="34646"/>
                      <a:pt x="4688" y="31463"/>
                    </a:cubicBezTo>
                    <a:cubicBezTo>
                      <a:pt x="4788" y="31062"/>
                      <a:pt x="4913" y="30686"/>
                      <a:pt x="5013" y="30285"/>
                    </a:cubicBezTo>
                    <a:cubicBezTo>
                      <a:pt x="5114" y="29984"/>
                      <a:pt x="5189" y="29683"/>
                      <a:pt x="5289" y="29357"/>
                    </a:cubicBezTo>
                    <a:cubicBezTo>
                      <a:pt x="5339" y="29182"/>
                      <a:pt x="5389" y="28982"/>
                      <a:pt x="5439" y="28781"/>
                    </a:cubicBezTo>
                    <a:cubicBezTo>
                      <a:pt x="5465" y="28656"/>
                      <a:pt x="5490" y="28530"/>
                      <a:pt x="5540" y="28405"/>
                    </a:cubicBezTo>
                    <a:cubicBezTo>
                      <a:pt x="5590" y="28154"/>
                      <a:pt x="5640" y="27904"/>
                      <a:pt x="5690" y="27678"/>
                    </a:cubicBezTo>
                    <a:cubicBezTo>
                      <a:pt x="5765" y="27403"/>
                      <a:pt x="5815" y="27152"/>
                      <a:pt x="5866" y="26901"/>
                    </a:cubicBezTo>
                    <a:cubicBezTo>
                      <a:pt x="5891" y="26826"/>
                      <a:pt x="5891" y="26776"/>
                      <a:pt x="5916" y="26726"/>
                    </a:cubicBezTo>
                    <a:cubicBezTo>
                      <a:pt x="6091" y="25849"/>
                      <a:pt x="6267" y="24896"/>
                      <a:pt x="6216" y="23994"/>
                    </a:cubicBezTo>
                    <a:cubicBezTo>
                      <a:pt x="6216" y="23944"/>
                      <a:pt x="6216" y="23894"/>
                      <a:pt x="6191" y="23844"/>
                    </a:cubicBezTo>
                    <a:cubicBezTo>
                      <a:pt x="6191" y="23794"/>
                      <a:pt x="6191" y="23743"/>
                      <a:pt x="6191" y="23718"/>
                    </a:cubicBezTo>
                    <a:cubicBezTo>
                      <a:pt x="6191" y="23693"/>
                      <a:pt x="6191" y="23693"/>
                      <a:pt x="6191" y="23668"/>
                    </a:cubicBezTo>
                    <a:cubicBezTo>
                      <a:pt x="6166" y="23543"/>
                      <a:pt x="6141" y="23393"/>
                      <a:pt x="6091" y="23242"/>
                    </a:cubicBezTo>
                    <a:cubicBezTo>
                      <a:pt x="5790" y="21914"/>
                      <a:pt x="4988" y="20711"/>
                      <a:pt x="4387" y="19458"/>
                    </a:cubicBezTo>
                    <a:cubicBezTo>
                      <a:pt x="4387" y="19433"/>
                      <a:pt x="4362" y="19382"/>
                      <a:pt x="4337" y="19332"/>
                    </a:cubicBezTo>
                    <a:cubicBezTo>
                      <a:pt x="4287" y="19207"/>
                      <a:pt x="4211" y="19057"/>
                      <a:pt x="4161" y="18931"/>
                    </a:cubicBezTo>
                    <a:cubicBezTo>
                      <a:pt x="4136" y="18881"/>
                      <a:pt x="4111" y="18831"/>
                      <a:pt x="4111" y="18806"/>
                    </a:cubicBezTo>
                    <a:cubicBezTo>
                      <a:pt x="4086" y="18756"/>
                      <a:pt x="4086" y="18731"/>
                      <a:pt x="4061" y="18681"/>
                    </a:cubicBezTo>
                    <a:cubicBezTo>
                      <a:pt x="3084" y="16024"/>
                      <a:pt x="4111" y="13693"/>
                      <a:pt x="5640" y="11438"/>
                    </a:cubicBezTo>
                    <a:cubicBezTo>
                      <a:pt x="5740" y="11287"/>
                      <a:pt x="5866" y="11137"/>
                      <a:pt x="5966" y="10961"/>
                    </a:cubicBezTo>
                    <a:cubicBezTo>
                      <a:pt x="6066" y="10811"/>
                      <a:pt x="6191" y="10636"/>
                      <a:pt x="6292" y="10485"/>
                    </a:cubicBezTo>
                    <a:cubicBezTo>
                      <a:pt x="7194" y="9132"/>
                      <a:pt x="8046" y="7728"/>
                      <a:pt x="8748" y="6275"/>
                    </a:cubicBezTo>
                    <a:cubicBezTo>
                      <a:pt x="8773" y="6250"/>
                      <a:pt x="8798" y="6199"/>
                      <a:pt x="8823" y="6174"/>
                    </a:cubicBezTo>
                    <a:cubicBezTo>
                      <a:pt x="8898" y="5999"/>
                      <a:pt x="8973" y="5823"/>
                      <a:pt x="9049" y="5648"/>
                    </a:cubicBezTo>
                    <a:cubicBezTo>
                      <a:pt x="9124" y="5498"/>
                      <a:pt x="9199" y="5347"/>
                      <a:pt x="9249" y="5197"/>
                    </a:cubicBezTo>
                    <a:cubicBezTo>
                      <a:pt x="9274" y="5147"/>
                      <a:pt x="9299" y="5072"/>
                      <a:pt x="9324" y="5021"/>
                    </a:cubicBezTo>
                    <a:cubicBezTo>
                      <a:pt x="9349" y="4996"/>
                      <a:pt x="9349" y="4971"/>
                      <a:pt x="9374" y="4946"/>
                    </a:cubicBezTo>
                    <a:cubicBezTo>
                      <a:pt x="9976" y="3443"/>
                      <a:pt x="10327" y="1864"/>
                      <a:pt x="10602" y="260"/>
                    </a:cubicBezTo>
                    <a:cubicBezTo>
                      <a:pt x="10627" y="234"/>
                      <a:pt x="10602" y="234"/>
                      <a:pt x="10602" y="234"/>
                    </a:cubicBezTo>
                    <a:cubicBezTo>
                      <a:pt x="10627" y="109"/>
                      <a:pt x="10527" y="9"/>
                      <a:pt x="10427" y="9"/>
                    </a:cubicBezTo>
                    <a:cubicBezTo>
                      <a:pt x="10404" y="3"/>
                      <a:pt x="10382" y="0"/>
                      <a:pt x="103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21"/>
              <p:cNvSpPr/>
              <p:nvPr/>
            </p:nvSpPr>
            <p:spPr>
              <a:xfrm>
                <a:off x="4691250" y="4523225"/>
                <a:ext cx="58925" cy="66450"/>
              </a:xfrm>
              <a:custGeom>
                <a:rect b="b" l="l" r="r" t="t"/>
                <a:pathLst>
                  <a:path extrusionOk="0" h="2658" w="2357">
                    <a:moveTo>
                      <a:pt x="1630" y="0"/>
                    </a:moveTo>
                    <a:cubicBezTo>
                      <a:pt x="1104" y="577"/>
                      <a:pt x="577" y="1128"/>
                      <a:pt x="1" y="1655"/>
                    </a:cubicBezTo>
                    <a:cubicBezTo>
                      <a:pt x="778" y="2005"/>
                      <a:pt x="1580" y="2331"/>
                      <a:pt x="2357" y="2657"/>
                    </a:cubicBezTo>
                    <a:cubicBezTo>
                      <a:pt x="2106" y="1780"/>
                      <a:pt x="1855" y="903"/>
                      <a:pt x="1630"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21"/>
              <p:cNvSpPr/>
              <p:nvPr/>
            </p:nvSpPr>
            <p:spPr>
              <a:xfrm>
                <a:off x="4347900" y="4327725"/>
                <a:ext cx="47025" cy="86500"/>
              </a:xfrm>
              <a:custGeom>
                <a:rect b="b" l="l" r="r" t="t"/>
                <a:pathLst>
                  <a:path extrusionOk="0" h="3460" w="1881">
                    <a:moveTo>
                      <a:pt x="802" y="1"/>
                    </a:moveTo>
                    <a:cubicBezTo>
                      <a:pt x="326" y="1329"/>
                      <a:pt x="0" y="2131"/>
                      <a:pt x="0" y="2131"/>
                    </a:cubicBezTo>
                    <a:cubicBezTo>
                      <a:pt x="552" y="2582"/>
                      <a:pt x="1178" y="3008"/>
                      <a:pt x="1880" y="3460"/>
                    </a:cubicBezTo>
                    <a:cubicBezTo>
                      <a:pt x="1504" y="2307"/>
                      <a:pt x="1153" y="1154"/>
                      <a:pt x="802"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21"/>
              <p:cNvSpPr/>
              <p:nvPr/>
            </p:nvSpPr>
            <p:spPr>
              <a:xfrm>
                <a:off x="4443125" y="4345275"/>
                <a:ext cx="162950" cy="181100"/>
              </a:xfrm>
              <a:custGeom>
                <a:rect b="b" l="l" r="r" t="t"/>
                <a:pathLst>
                  <a:path extrusionOk="0" h="7244" w="6518">
                    <a:moveTo>
                      <a:pt x="5139" y="1"/>
                    </a:moveTo>
                    <a:cubicBezTo>
                      <a:pt x="3485" y="1404"/>
                      <a:pt x="1780" y="2707"/>
                      <a:pt x="1" y="3935"/>
                    </a:cubicBezTo>
                    <a:cubicBezTo>
                      <a:pt x="728" y="4336"/>
                      <a:pt x="1480" y="4763"/>
                      <a:pt x="2282" y="5164"/>
                    </a:cubicBezTo>
                    <a:cubicBezTo>
                      <a:pt x="2758" y="4788"/>
                      <a:pt x="3234" y="4387"/>
                      <a:pt x="3685" y="3986"/>
                    </a:cubicBezTo>
                    <a:cubicBezTo>
                      <a:pt x="3730" y="3950"/>
                      <a:pt x="3783" y="3933"/>
                      <a:pt x="3836" y="3933"/>
                    </a:cubicBezTo>
                    <a:cubicBezTo>
                      <a:pt x="3931" y="3933"/>
                      <a:pt x="4020" y="3989"/>
                      <a:pt x="4036" y="4086"/>
                    </a:cubicBezTo>
                    <a:cubicBezTo>
                      <a:pt x="4237" y="4838"/>
                      <a:pt x="4387" y="5565"/>
                      <a:pt x="4562" y="6316"/>
                    </a:cubicBezTo>
                    <a:cubicBezTo>
                      <a:pt x="5189" y="6617"/>
                      <a:pt x="5866" y="6943"/>
                      <a:pt x="6517" y="7244"/>
                    </a:cubicBezTo>
                    <a:cubicBezTo>
                      <a:pt x="6191" y="4813"/>
                      <a:pt x="5715" y="2382"/>
                      <a:pt x="5139"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21"/>
              <p:cNvSpPr/>
              <p:nvPr/>
            </p:nvSpPr>
            <p:spPr>
              <a:xfrm>
                <a:off x="4510175" y="4458050"/>
                <a:ext cx="35125" cy="39500"/>
              </a:xfrm>
              <a:custGeom>
                <a:rect b="b" l="l" r="r" t="t"/>
                <a:pathLst>
                  <a:path extrusionOk="0" h="1580" w="1405">
                    <a:moveTo>
                      <a:pt x="1028" y="1"/>
                    </a:moveTo>
                    <a:cubicBezTo>
                      <a:pt x="677" y="302"/>
                      <a:pt x="352" y="577"/>
                      <a:pt x="1" y="878"/>
                    </a:cubicBezTo>
                    <a:cubicBezTo>
                      <a:pt x="452" y="1104"/>
                      <a:pt x="928" y="1329"/>
                      <a:pt x="1404" y="1580"/>
                    </a:cubicBezTo>
                    <a:cubicBezTo>
                      <a:pt x="1279" y="1054"/>
                      <a:pt x="1154" y="527"/>
                      <a:pt x="1028"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21"/>
              <p:cNvSpPr/>
              <p:nvPr/>
            </p:nvSpPr>
            <p:spPr>
              <a:xfrm>
                <a:off x="4448150" y="3996275"/>
                <a:ext cx="1004425" cy="516325"/>
              </a:xfrm>
              <a:custGeom>
                <a:rect b="b" l="l" r="r" t="t"/>
                <a:pathLst>
                  <a:path extrusionOk="0" h="20653" w="40177">
                    <a:moveTo>
                      <a:pt x="1128" y="1"/>
                    </a:moveTo>
                    <a:cubicBezTo>
                      <a:pt x="828" y="1229"/>
                      <a:pt x="427" y="2607"/>
                      <a:pt x="0" y="3986"/>
                    </a:cubicBezTo>
                    <a:cubicBezTo>
                      <a:pt x="502" y="5690"/>
                      <a:pt x="1028" y="7394"/>
                      <a:pt x="1554" y="9073"/>
                    </a:cubicBezTo>
                    <a:cubicBezTo>
                      <a:pt x="3710" y="7645"/>
                      <a:pt x="5765" y="6066"/>
                      <a:pt x="7720" y="4387"/>
                    </a:cubicBezTo>
                    <a:cubicBezTo>
                      <a:pt x="7768" y="4348"/>
                      <a:pt x="7827" y="4328"/>
                      <a:pt x="7884" y="4328"/>
                    </a:cubicBezTo>
                    <a:cubicBezTo>
                      <a:pt x="7974" y="4328"/>
                      <a:pt x="8055" y="4379"/>
                      <a:pt x="8071" y="4487"/>
                    </a:cubicBezTo>
                    <a:cubicBezTo>
                      <a:pt x="8722" y="6993"/>
                      <a:pt x="9199" y="9550"/>
                      <a:pt x="9574" y="12106"/>
                    </a:cubicBezTo>
                    <a:cubicBezTo>
                      <a:pt x="11780" y="10652"/>
                      <a:pt x="13785" y="8923"/>
                      <a:pt x="15564" y="6943"/>
                    </a:cubicBezTo>
                    <a:cubicBezTo>
                      <a:pt x="15600" y="6899"/>
                      <a:pt x="15647" y="6880"/>
                      <a:pt x="15696" y="6880"/>
                    </a:cubicBezTo>
                    <a:cubicBezTo>
                      <a:pt x="15787" y="6880"/>
                      <a:pt x="15883" y="6946"/>
                      <a:pt x="15915" y="7043"/>
                    </a:cubicBezTo>
                    <a:cubicBezTo>
                      <a:pt x="16567" y="9650"/>
                      <a:pt x="17344" y="12231"/>
                      <a:pt x="18221" y="14788"/>
                    </a:cubicBezTo>
                    <a:cubicBezTo>
                      <a:pt x="20427" y="12833"/>
                      <a:pt x="22632" y="10878"/>
                      <a:pt x="24813" y="8923"/>
                    </a:cubicBezTo>
                    <a:cubicBezTo>
                      <a:pt x="24863" y="8883"/>
                      <a:pt x="24925" y="8863"/>
                      <a:pt x="24983" y="8863"/>
                    </a:cubicBezTo>
                    <a:cubicBezTo>
                      <a:pt x="25070" y="8863"/>
                      <a:pt x="25148" y="8908"/>
                      <a:pt x="25164" y="8998"/>
                    </a:cubicBezTo>
                    <a:cubicBezTo>
                      <a:pt x="25840" y="12031"/>
                      <a:pt x="26517" y="15063"/>
                      <a:pt x="27194" y="18096"/>
                    </a:cubicBezTo>
                    <a:cubicBezTo>
                      <a:pt x="28246" y="16818"/>
                      <a:pt x="29299" y="15565"/>
                      <a:pt x="30402" y="14362"/>
                    </a:cubicBezTo>
                    <a:cubicBezTo>
                      <a:pt x="30953" y="13760"/>
                      <a:pt x="31504" y="12958"/>
                      <a:pt x="32156" y="12507"/>
                    </a:cubicBezTo>
                    <a:cubicBezTo>
                      <a:pt x="32340" y="12384"/>
                      <a:pt x="32541" y="12261"/>
                      <a:pt x="32759" y="12261"/>
                    </a:cubicBezTo>
                    <a:cubicBezTo>
                      <a:pt x="32808" y="12261"/>
                      <a:pt x="32857" y="12268"/>
                      <a:pt x="32908" y="12281"/>
                    </a:cubicBezTo>
                    <a:cubicBezTo>
                      <a:pt x="33259" y="12382"/>
                      <a:pt x="33309" y="12682"/>
                      <a:pt x="33409" y="12983"/>
                    </a:cubicBezTo>
                    <a:cubicBezTo>
                      <a:pt x="33710" y="13810"/>
                      <a:pt x="33760" y="14813"/>
                      <a:pt x="33986" y="15690"/>
                    </a:cubicBezTo>
                    <a:cubicBezTo>
                      <a:pt x="34387" y="17369"/>
                      <a:pt x="34888" y="19023"/>
                      <a:pt x="35464" y="20652"/>
                    </a:cubicBezTo>
                    <a:cubicBezTo>
                      <a:pt x="37043" y="19324"/>
                      <a:pt x="38547" y="17895"/>
                      <a:pt x="39951" y="16367"/>
                    </a:cubicBezTo>
                    <a:cubicBezTo>
                      <a:pt x="40026" y="15489"/>
                      <a:pt x="40101" y="14587"/>
                      <a:pt x="40176" y="13685"/>
                    </a:cubicBezTo>
                    <a:lnTo>
                      <a:pt x="40176" y="13685"/>
                    </a:lnTo>
                    <a:cubicBezTo>
                      <a:pt x="39123" y="14712"/>
                      <a:pt x="38046" y="15715"/>
                      <a:pt x="36943" y="16642"/>
                    </a:cubicBezTo>
                    <a:cubicBezTo>
                      <a:pt x="36885" y="16681"/>
                      <a:pt x="36827" y="16701"/>
                      <a:pt x="36774" y="16701"/>
                    </a:cubicBezTo>
                    <a:cubicBezTo>
                      <a:pt x="36688" y="16701"/>
                      <a:pt x="36613" y="16650"/>
                      <a:pt x="36567" y="16542"/>
                    </a:cubicBezTo>
                    <a:cubicBezTo>
                      <a:pt x="36091" y="15189"/>
                      <a:pt x="35640" y="13810"/>
                      <a:pt x="35264" y="12407"/>
                    </a:cubicBezTo>
                    <a:cubicBezTo>
                      <a:pt x="35113" y="11780"/>
                      <a:pt x="34938" y="11154"/>
                      <a:pt x="34813" y="10502"/>
                    </a:cubicBezTo>
                    <a:cubicBezTo>
                      <a:pt x="34712" y="10126"/>
                      <a:pt x="34662" y="8823"/>
                      <a:pt x="34412" y="8572"/>
                    </a:cubicBezTo>
                    <a:cubicBezTo>
                      <a:pt x="34288" y="8457"/>
                      <a:pt x="34158" y="8409"/>
                      <a:pt x="34026" y="8409"/>
                    </a:cubicBezTo>
                    <a:cubicBezTo>
                      <a:pt x="33439" y="8409"/>
                      <a:pt x="32814" y="9372"/>
                      <a:pt x="32507" y="9700"/>
                    </a:cubicBezTo>
                    <a:cubicBezTo>
                      <a:pt x="32081" y="10176"/>
                      <a:pt x="31655" y="10652"/>
                      <a:pt x="31229" y="11129"/>
                    </a:cubicBezTo>
                    <a:cubicBezTo>
                      <a:pt x="30352" y="12131"/>
                      <a:pt x="29499" y="13134"/>
                      <a:pt x="28647" y="14186"/>
                    </a:cubicBezTo>
                    <a:cubicBezTo>
                      <a:pt x="28612" y="14230"/>
                      <a:pt x="28565" y="14249"/>
                      <a:pt x="28515" y="14249"/>
                    </a:cubicBezTo>
                    <a:cubicBezTo>
                      <a:pt x="28425" y="14249"/>
                      <a:pt x="28329" y="14184"/>
                      <a:pt x="28296" y="14086"/>
                    </a:cubicBezTo>
                    <a:cubicBezTo>
                      <a:pt x="27620" y="11028"/>
                      <a:pt x="26943" y="7996"/>
                      <a:pt x="26241" y="4938"/>
                    </a:cubicBezTo>
                    <a:cubicBezTo>
                      <a:pt x="24061" y="6893"/>
                      <a:pt x="21880" y="8823"/>
                      <a:pt x="19700" y="10778"/>
                    </a:cubicBezTo>
                    <a:cubicBezTo>
                      <a:pt x="19655" y="10813"/>
                      <a:pt x="19605" y="10830"/>
                      <a:pt x="19556" y="10830"/>
                    </a:cubicBezTo>
                    <a:cubicBezTo>
                      <a:pt x="19466" y="10830"/>
                      <a:pt x="19381" y="10774"/>
                      <a:pt x="19349" y="10677"/>
                    </a:cubicBezTo>
                    <a:cubicBezTo>
                      <a:pt x="18447" y="8146"/>
                      <a:pt x="17670" y="5590"/>
                      <a:pt x="17018" y="2983"/>
                    </a:cubicBezTo>
                    <a:cubicBezTo>
                      <a:pt x="15214" y="4963"/>
                      <a:pt x="13183" y="6692"/>
                      <a:pt x="10928" y="8121"/>
                    </a:cubicBezTo>
                    <a:cubicBezTo>
                      <a:pt x="10890" y="8146"/>
                      <a:pt x="10853" y="8157"/>
                      <a:pt x="10817" y="8157"/>
                    </a:cubicBezTo>
                    <a:cubicBezTo>
                      <a:pt x="10710" y="8157"/>
                      <a:pt x="10621" y="8058"/>
                      <a:pt x="10602" y="7946"/>
                    </a:cubicBezTo>
                    <a:cubicBezTo>
                      <a:pt x="10276" y="5389"/>
                      <a:pt x="9775" y="2883"/>
                      <a:pt x="9173" y="402"/>
                    </a:cubicBezTo>
                    <a:cubicBezTo>
                      <a:pt x="7193" y="2081"/>
                      <a:pt x="5113" y="3635"/>
                      <a:pt x="2958" y="5088"/>
                    </a:cubicBezTo>
                    <a:cubicBezTo>
                      <a:pt x="2927" y="5107"/>
                      <a:pt x="2895" y="5115"/>
                      <a:pt x="2864" y="5115"/>
                    </a:cubicBezTo>
                    <a:cubicBezTo>
                      <a:pt x="2767" y="5115"/>
                      <a:pt x="2676" y="5039"/>
                      <a:pt x="2657" y="4963"/>
                    </a:cubicBezTo>
                    <a:cubicBezTo>
                      <a:pt x="2131" y="3309"/>
                      <a:pt x="1630" y="1655"/>
                      <a:pt x="1128"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21"/>
              <p:cNvSpPr/>
              <p:nvPr/>
            </p:nvSpPr>
            <p:spPr>
              <a:xfrm>
                <a:off x="4411800" y="4114075"/>
                <a:ext cx="1033875" cy="511925"/>
              </a:xfrm>
              <a:custGeom>
                <a:rect b="b" l="l" r="r" t="t"/>
                <a:pathLst>
                  <a:path extrusionOk="0" h="20477" w="41355">
                    <a:moveTo>
                      <a:pt x="1229" y="0"/>
                    </a:moveTo>
                    <a:cubicBezTo>
                      <a:pt x="828" y="1254"/>
                      <a:pt x="402" y="2507"/>
                      <a:pt x="1" y="3685"/>
                    </a:cubicBezTo>
                    <a:cubicBezTo>
                      <a:pt x="527" y="5439"/>
                      <a:pt x="1053" y="7168"/>
                      <a:pt x="1605" y="8898"/>
                    </a:cubicBezTo>
                    <a:cubicBezTo>
                      <a:pt x="3760" y="7444"/>
                      <a:pt x="5815" y="5890"/>
                      <a:pt x="7770" y="4186"/>
                    </a:cubicBezTo>
                    <a:cubicBezTo>
                      <a:pt x="7815" y="4159"/>
                      <a:pt x="7867" y="4145"/>
                      <a:pt x="7916" y="4145"/>
                    </a:cubicBezTo>
                    <a:cubicBezTo>
                      <a:pt x="8005" y="4145"/>
                      <a:pt x="8089" y="4190"/>
                      <a:pt x="8121" y="4286"/>
                    </a:cubicBezTo>
                    <a:cubicBezTo>
                      <a:pt x="8748" y="6792"/>
                      <a:pt x="9249" y="9349"/>
                      <a:pt x="9600" y="11905"/>
                    </a:cubicBezTo>
                    <a:cubicBezTo>
                      <a:pt x="11830" y="10477"/>
                      <a:pt x="13835" y="8747"/>
                      <a:pt x="15590" y="6742"/>
                    </a:cubicBezTo>
                    <a:cubicBezTo>
                      <a:pt x="15634" y="6707"/>
                      <a:pt x="15688" y="6690"/>
                      <a:pt x="15740" y="6690"/>
                    </a:cubicBezTo>
                    <a:cubicBezTo>
                      <a:pt x="15835" y="6690"/>
                      <a:pt x="15925" y="6745"/>
                      <a:pt x="15941" y="6843"/>
                    </a:cubicBezTo>
                    <a:cubicBezTo>
                      <a:pt x="16617" y="9449"/>
                      <a:pt x="17394" y="12031"/>
                      <a:pt x="18272" y="14587"/>
                    </a:cubicBezTo>
                    <a:cubicBezTo>
                      <a:pt x="20477" y="12632"/>
                      <a:pt x="22658" y="10677"/>
                      <a:pt x="24863" y="8722"/>
                    </a:cubicBezTo>
                    <a:cubicBezTo>
                      <a:pt x="24902" y="8684"/>
                      <a:pt x="24955" y="8664"/>
                      <a:pt x="25009" y="8664"/>
                    </a:cubicBezTo>
                    <a:cubicBezTo>
                      <a:pt x="25096" y="8664"/>
                      <a:pt x="25183" y="8715"/>
                      <a:pt x="25214" y="8823"/>
                    </a:cubicBezTo>
                    <a:cubicBezTo>
                      <a:pt x="25891" y="11855"/>
                      <a:pt x="26567" y="14888"/>
                      <a:pt x="27244" y="17895"/>
                    </a:cubicBezTo>
                    <a:cubicBezTo>
                      <a:pt x="28272" y="16642"/>
                      <a:pt x="29349" y="15389"/>
                      <a:pt x="30452" y="14161"/>
                    </a:cubicBezTo>
                    <a:cubicBezTo>
                      <a:pt x="30978" y="13584"/>
                      <a:pt x="31555" y="12782"/>
                      <a:pt x="32207" y="12331"/>
                    </a:cubicBezTo>
                    <a:cubicBezTo>
                      <a:pt x="32386" y="12191"/>
                      <a:pt x="32566" y="12084"/>
                      <a:pt x="32784" y="12084"/>
                    </a:cubicBezTo>
                    <a:cubicBezTo>
                      <a:pt x="32839" y="12084"/>
                      <a:pt x="32897" y="12091"/>
                      <a:pt x="32958" y="12106"/>
                    </a:cubicBezTo>
                    <a:cubicBezTo>
                      <a:pt x="33284" y="12206"/>
                      <a:pt x="33359" y="12482"/>
                      <a:pt x="33460" y="12782"/>
                    </a:cubicBezTo>
                    <a:cubicBezTo>
                      <a:pt x="33735" y="13635"/>
                      <a:pt x="33811" y="14612"/>
                      <a:pt x="34011" y="15489"/>
                    </a:cubicBezTo>
                    <a:cubicBezTo>
                      <a:pt x="34412" y="17168"/>
                      <a:pt x="34913" y="18848"/>
                      <a:pt x="35515" y="20477"/>
                    </a:cubicBezTo>
                    <a:cubicBezTo>
                      <a:pt x="37369" y="18898"/>
                      <a:pt x="39124" y="17194"/>
                      <a:pt x="40753" y="15364"/>
                    </a:cubicBezTo>
                    <a:cubicBezTo>
                      <a:pt x="40786" y="15320"/>
                      <a:pt x="40838" y="15300"/>
                      <a:pt x="40893" y="15300"/>
                    </a:cubicBezTo>
                    <a:cubicBezTo>
                      <a:pt x="40963" y="15300"/>
                      <a:pt x="41037" y="15333"/>
                      <a:pt x="41079" y="15389"/>
                    </a:cubicBezTo>
                    <a:cubicBezTo>
                      <a:pt x="41154" y="14412"/>
                      <a:pt x="41254" y="13384"/>
                      <a:pt x="41354" y="12331"/>
                    </a:cubicBezTo>
                    <a:lnTo>
                      <a:pt x="41354" y="12331"/>
                    </a:lnTo>
                    <a:cubicBezTo>
                      <a:pt x="39976" y="13785"/>
                      <a:pt x="38522" y="15163"/>
                      <a:pt x="36968" y="16467"/>
                    </a:cubicBezTo>
                    <a:cubicBezTo>
                      <a:pt x="36924" y="16502"/>
                      <a:pt x="36873" y="16519"/>
                      <a:pt x="36824" y="16519"/>
                    </a:cubicBezTo>
                    <a:cubicBezTo>
                      <a:pt x="36735" y="16519"/>
                      <a:pt x="36650" y="16464"/>
                      <a:pt x="36618" y="16366"/>
                    </a:cubicBezTo>
                    <a:cubicBezTo>
                      <a:pt x="36141" y="15013"/>
                      <a:pt x="35690" y="13635"/>
                      <a:pt x="35314" y="12231"/>
                    </a:cubicBezTo>
                    <a:cubicBezTo>
                      <a:pt x="35139" y="11605"/>
                      <a:pt x="34988" y="10953"/>
                      <a:pt x="34838" y="10301"/>
                    </a:cubicBezTo>
                    <a:cubicBezTo>
                      <a:pt x="34763" y="9950"/>
                      <a:pt x="34713" y="8622"/>
                      <a:pt x="34462" y="8371"/>
                    </a:cubicBezTo>
                    <a:cubicBezTo>
                      <a:pt x="34340" y="8258"/>
                      <a:pt x="34211" y="8211"/>
                      <a:pt x="34080" y="8211"/>
                    </a:cubicBezTo>
                    <a:cubicBezTo>
                      <a:pt x="33485" y="8211"/>
                      <a:pt x="32840" y="9196"/>
                      <a:pt x="32532" y="9524"/>
                    </a:cubicBezTo>
                    <a:cubicBezTo>
                      <a:pt x="32106" y="9975"/>
                      <a:pt x="31680" y="10452"/>
                      <a:pt x="31279" y="10928"/>
                    </a:cubicBezTo>
                    <a:cubicBezTo>
                      <a:pt x="30377" y="11930"/>
                      <a:pt x="29525" y="12958"/>
                      <a:pt x="28698" y="13985"/>
                    </a:cubicBezTo>
                    <a:cubicBezTo>
                      <a:pt x="28661" y="14031"/>
                      <a:pt x="28609" y="14050"/>
                      <a:pt x="28555" y="14050"/>
                    </a:cubicBezTo>
                    <a:cubicBezTo>
                      <a:pt x="28461" y="14050"/>
                      <a:pt x="28363" y="13990"/>
                      <a:pt x="28347" y="13910"/>
                    </a:cubicBezTo>
                    <a:cubicBezTo>
                      <a:pt x="27670" y="10853"/>
                      <a:pt x="26968" y="7795"/>
                      <a:pt x="26292" y="4737"/>
                    </a:cubicBezTo>
                    <a:cubicBezTo>
                      <a:pt x="24111" y="6692"/>
                      <a:pt x="21931" y="8622"/>
                      <a:pt x="19725" y="10577"/>
                    </a:cubicBezTo>
                    <a:cubicBezTo>
                      <a:pt x="19690" y="10612"/>
                      <a:pt x="19645" y="10629"/>
                      <a:pt x="19598" y="10629"/>
                    </a:cubicBezTo>
                    <a:cubicBezTo>
                      <a:pt x="19513" y="10629"/>
                      <a:pt x="19423" y="10574"/>
                      <a:pt x="19374" y="10477"/>
                    </a:cubicBezTo>
                    <a:cubicBezTo>
                      <a:pt x="18497" y="7945"/>
                      <a:pt x="17720" y="5389"/>
                      <a:pt x="17069" y="2807"/>
                    </a:cubicBezTo>
                    <a:cubicBezTo>
                      <a:pt x="15264" y="4787"/>
                      <a:pt x="13234" y="6492"/>
                      <a:pt x="10953" y="7920"/>
                    </a:cubicBezTo>
                    <a:cubicBezTo>
                      <a:pt x="10922" y="7945"/>
                      <a:pt x="10889" y="7956"/>
                      <a:pt x="10857" y="7956"/>
                    </a:cubicBezTo>
                    <a:cubicBezTo>
                      <a:pt x="10761" y="7956"/>
                      <a:pt x="10671" y="7858"/>
                      <a:pt x="10653" y="7745"/>
                    </a:cubicBezTo>
                    <a:cubicBezTo>
                      <a:pt x="10302" y="5213"/>
                      <a:pt x="9825" y="2682"/>
                      <a:pt x="9199" y="201"/>
                    </a:cubicBezTo>
                    <a:cubicBezTo>
                      <a:pt x="7219" y="1880"/>
                      <a:pt x="5164" y="3434"/>
                      <a:pt x="3008" y="4888"/>
                    </a:cubicBezTo>
                    <a:cubicBezTo>
                      <a:pt x="2974" y="4908"/>
                      <a:pt x="2937" y="4918"/>
                      <a:pt x="2902" y="4918"/>
                    </a:cubicBezTo>
                    <a:cubicBezTo>
                      <a:pt x="2808" y="4918"/>
                      <a:pt x="2719" y="4853"/>
                      <a:pt x="2683" y="4762"/>
                    </a:cubicBezTo>
                    <a:cubicBezTo>
                      <a:pt x="2206" y="3158"/>
                      <a:pt x="1705" y="1579"/>
                      <a:pt x="1229"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21"/>
              <p:cNvSpPr/>
              <p:nvPr/>
            </p:nvSpPr>
            <p:spPr>
              <a:xfrm>
                <a:off x="4882350" y="4572100"/>
                <a:ext cx="105925" cy="112800"/>
              </a:xfrm>
              <a:custGeom>
                <a:rect b="b" l="l" r="r" t="t"/>
                <a:pathLst>
                  <a:path extrusionOk="0" h="4512" w="4237">
                    <a:moveTo>
                      <a:pt x="3234" y="0"/>
                    </a:moveTo>
                    <a:cubicBezTo>
                      <a:pt x="2156" y="953"/>
                      <a:pt x="1079" y="1905"/>
                      <a:pt x="1" y="2857"/>
                    </a:cubicBezTo>
                    <a:cubicBezTo>
                      <a:pt x="1430" y="3434"/>
                      <a:pt x="2858" y="3985"/>
                      <a:pt x="4237" y="4512"/>
                    </a:cubicBezTo>
                    <a:cubicBezTo>
                      <a:pt x="3911" y="3008"/>
                      <a:pt x="3560" y="1504"/>
                      <a:pt x="3234"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21"/>
              <p:cNvSpPr/>
              <p:nvPr/>
            </p:nvSpPr>
            <p:spPr>
              <a:xfrm>
                <a:off x="5090375" y="4658650"/>
                <a:ext cx="98400" cy="99550"/>
              </a:xfrm>
              <a:custGeom>
                <a:rect b="b" l="l" r="r" t="t"/>
                <a:pathLst>
                  <a:path extrusionOk="0" h="3982" w="3936">
                    <a:moveTo>
                      <a:pt x="2689" y="0"/>
                    </a:moveTo>
                    <a:cubicBezTo>
                      <a:pt x="2098" y="0"/>
                      <a:pt x="1460" y="974"/>
                      <a:pt x="1154" y="1300"/>
                    </a:cubicBezTo>
                    <a:cubicBezTo>
                      <a:pt x="778" y="1726"/>
                      <a:pt x="402" y="2152"/>
                      <a:pt x="1" y="2578"/>
                    </a:cubicBezTo>
                    <a:cubicBezTo>
                      <a:pt x="1379" y="3080"/>
                      <a:pt x="2708" y="3556"/>
                      <a:pt x="3936" y="3982"/>
                    </a:cubicBezTo>
                    <a:cubicBezTo>
                      <a:pt x="3760" y="3355"/>
                      <a:pt x="3610" y="2729"/>
                      <a:pt x="3459" y="2102"/>
                    </a:cubicBezTo>
                    <a:cubicBezTo>
                      <a:pt x="3384" y="1726"/>
                      <a:pt x="3334" y="398"/>
                      <a:pt x="3084" y="172"/>
                    </a:cubicBezTo>
                    <a:cubicBezTo>
                      <a:pt x="2958" y="51"/>
                      <a:pt x="2825" y="0"/>
                      <a:pt x="2689"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21"/>
              <p:cNvSpPr/>
              <p:nvPr/>
            </p:nvSpPr>
            <p:spPr>
              <a:xfrm>
                <a:off x="4476350" y="3975600"/>
                <a:ext cx="977475" cy="438200"/>
              </a:xfrm>
              <a:custGeom>
                <a:rect b="b" l="l" r="r" t="t"/>
                <a:pathLst>
                  <a:path extrusionOk="0" h="17528" w="39099">
                    <a:moveTo>
                      <a:pt x="176" y="1"/>
                    </a:moveTo>
                    <a:cubicBezTo>
                      <a:pt x="126" y="276"/>
                      <a:pt x="75" y="527"/>
                      <a:pt x="0" y="828"/>
                    </a:cubicBezTo>
                    <a:cubicBezTo>
                      <a:pt x="502" y="2482"/>
                      <a:pt x="1003" y="4136"/>
                      <a:pt x="1529" y="5790"/>
                    </a:cubicBezTo>
                    <a:cubicBezTo>
                      <a:pt x="1548" y="5866"/>
                      <a:pt x="1639" y="5942"/>
                      <a:pt x="1736" y="5942"/>
                    </a:cubicBezTo>
                    <a:cubicBezTo>
                      <a:pt x="1767" y="5942"/>
                      <a:pt x="1799" y="5934"/>
                      <a:pt x="1830" y="5915"/>
                    </a:cubicBezTo>
                    <a:cubicBezTo>
                      <a:pt x="3985" y="4462"/>
                      <a:pt x="6065" y="2908"/>
                      <a:pt x="8045" y="1229"/>
                    </a:cubicBezTo>
                    <a:cubicBezTo>
                      <a:pt x="8647" y="3710"/>
                      <a:pt x="9148" y="6216"/>
                      <a:pt x="9474" y="8773"/>
                    </a:cubicBezTo>
                    <a:cubicBezTo>
                      <a:pt x="9493" y="8885"/>
                      <a:pt x="9582" y="8984"/>
                      <a:pt x="9689" y="8984"/>
                    </a:cubicBezTo>
                    <a:cubicBezTo>
                      <a:pt x="9725" y="8984"/>
                      <a:pt x="9762" y="8973"/>
                      <a:pt x="9800" y="8948"/>
                    </a:cubicBezTo>
                    <a:cubicBezTo>
                      <a:pt x="12055" y="7519"/>
                      <a:pt x="14086" y="5790"/>
                      <a:pt x="15890" y="3835"/>
                    </a:cubicBezTo>
                    <a:cubicBezTo>
                      <a:pt x="16542" y="6417"/>
                      <a:pt x="17319" y="8973"/>
                      <a:pt x="18221" y="11504"/>
                    </a:cubicBezTo>
                    <a:cubicBezTo>
                      <a:pt x="18253" y="11601"/>
                      <a:pt x="18338" y="11657"/>
                      <a:pt x="18428" y="11657"/>
                    </a:cubicBezTo>
                    <a:cubicBezTo>
                      <a:pt x="18477" y="11657"/>
                      <a:pt x="18527" y="11640"/>
                      <a:pt x="18572" y="11605"/>
                    </a:cubicBezTo>
                    <a:cubicBezTo>
                      <a:pt x="20752" y="9650"/>
                      <a:pt x="22933" y="7720"/>
                      <a:pt x="25113" y="5765"/>
                    </a:cubicBezTo>
                    <a:cubicBezTo>
                      <a:pt x="25815" y="8823"/>
                      <a:pt x="26492" y="11855"/>
                      <a:pt x="27168" y="14913"/>
                    </a:cubicBezTo>
                    <a:cubicBezTo>
                      <a:pt x="27201" y="15011"/>
                      <a:pt x="27297" y="15076"/>
                      <a:pt x="27387" y="15076"/>
                    </a:cubicBezTo>
                    <a:cubicBezTo>
                      <a:pt x="27437" y="15076"/>
                      <a:pt x="27484" y="15057"/>
                      <a:pt x="27519" y="15013"/>
                    </a:cubicBezTo>
                    <a:cubicBezTo>
                      <a:pt x="28371" y="13961"/>
                      <a:pt x="29224" y="12958"/>
                      <a:pt x="30101" y="11956"/>
                    </a:cubicBezTo>
                    <a:cubicBezTo>
                      <a:pt x="30527" y="11479"/>
                      <a:pt x="30953" y="11003"/>
                      <a:pt x="31379" y="10527"/>
                    </a:cubicBezTo>
                    <a:cubicBezTo>
                      <a:pt x="31686" y="10199"/>
                      <a:pt x="32311" y="9236"/>
                      <a:pt x="32898" y="9236"/>
                    </a:cubicBezTo>
                    <a:cubicBezTo>
                      <a:pt x="33030" y="9236"/>
                      <a:pt x="33160" y="9284"/>
                      <a:pt x="33284" y="9399"/>
                    </a:cubicBezTo>
                    <a:cubicBezTo>
                      <a:pt x="33534" y="9650"/>
                      <a:pt x="33584" y="10953"/>
                      <a:pt x="33685" y="11329"/>
                    </a:cubicBezTo>
                    <a:cubicBezTo>
                      <a:pt x="33810" y="11981"/>
                      <a:pt x="33985" y="12607"/>
                      <a:pt x="34136" y="13234"/>
                    </a:cubicBezTo>
                    <a:cubicBezTo>
                      <a:pt x="34512" y="14637"/>
                      <a:pt x="34963" y="16016"/>
                      <a:pt x="35439" y="17369"/>
                    </a:cubicBezTo>
                    <a:cubicBezTo>
                      <a:pt x="35485" y="17477"/>
                      <a:pt x="35560" y="17528"/>
                      <a:pt x="35646" y="17528"/>
                    </a:cubicBezTo>
                    <a:cubicBezTo>
                      <a:pt x="35699" y="17528"/>
                      <a:pt x="35757" y="17508"/>
                      <a:pt x="35815" y="17469"/>
                    </a:cubicBezTo>
                    <a:cubicBezTo>
                      <a:pt x="36918" y="16542"/>
                      <a:pt x="37995" y="15539"/>
                      <a:pt x="39048" y="14512"/>
                    </a:cubicBezTo>
                    <a:cubicBezTo>
                      <a:pt x="39073" y="14286"/>
                      <a:pt x="39073" y="14086"/>
                      <a:pt x="39098" y="13860"/>
                    </a:cubicBezTo>
                    <a:lnTo>
                      <a:pt x="39098" y="13860"/>
                    </a:lnTo>
                    <a:cubicBezTo>
                      <a:pt x="38021" y="14938"/>
                      <a:pt x="36918" y="15966"/>
                      <a:pt x="35740" y="16968"/>
                    </a:cubicBezTo>
                    <a:cubicBezTo>
                      <a:pt x="35163" y="15314"/>
                      <a:pt x="34662" y="13660"/>
                      <a:pt x="34261" y="11981"/>
                    </a:cubicBezTo>
                    <a:cubicBezTo>
                      <a:pt x="34061" y="11103"/>
                      <a:pt x="33985" y="10126"/>
                      <a:pt x="33710" y="9274"/>
                    </a:cubicBezTo>
                    <a:cubicBezTo>
                      <a:pt x="33584" y="8973"/>
                      <a:pt x="33534" y="8697"/>
                      <a:pt x="33208" y="8597"/>
                    </a:cubicBezTo>
                    <a:cubicBezTo>
                      <a:pt x="33147" y="8582"/>
                      <a:pt x="33090" y="8575"/>
                      <a:pt x="33034" y="8575"/>
                    </a:cubicBezTo>
                    <a:cubicBezTo>
                      <a:pt x="32815" y="8575"/>
                      <a:pt x="32631" y="8683"/>
                      <a:pt x="32432" y="8823"/>
                    </a:cubicBezTo>
                    <a:cubicBezTo>
                      <a:pt x="31780" y="9274"/>
                      <a:pt x="31229" y="10076"/>
                      <a:pt x="30702" y="10652"/>
                    </a:cubicBezTo>
                    <a:cubicBezTo>
                      <a:pt x="29574" y="11855"/>
                      <a:pt x="28522" y="13108"/>
                      <a:pt x="27494" y="14387"/>
                    </a:cubicBezTo>
                    <a:cubicBezTo>
                      <a:pt x="26817" y="11354"/>
                      <a:pt x="26141" y="8346"/>
                      <a:pt x="25464" y="5314"/>
                    </a:cubicBezTo>
                    <a:cubicBezTo>
                      <a:pt x="25433" y="5206"/>
                      <a:pt x="25346" y="5155"/>
                      <a:pt x="25254" y="5155"/>
                    </a:cubicBezTo>
                    <a:cubicBezTo>
                      <a:pt x="25196" y="5155"/>
                      <a:pt x="25136" y="5175"/>
                      <a:pt x="25088" y="5214"/>
                    </a:cubicBezTo>
                    <a:cubicBezTo>
                      <a:pt x="22908" y="7169"/>
                      <a:pt x="20702" y="9123"/>
                      <a:pt x="18522" y="11078"/>
                    </a:cubicBezTo>
                    <a:cubicBezTo>
                      <a:pt x="17619" y="8522"/>
                      <a:pt x="16842" y="5940"/>
                      <a:pt x="16191" y="3334"/>
                    </a:cubicBezTo>
                    <a:cubicBezTo>
                      <a:pt x="16175" y="3237"/>
                      <a:pt x="16075" y="3182"/>
                      <a:pt x="15979" y="3182"/>
                    </a:cubicBezTo>
                    <a:cubicBezTo>
                      <a:pt x="15927" y="3182"/>
                      <a:pt x="15875" y="3198"/>
                      <a:pt x="15840" y="3234"/>
                    </a:cubicBezTo>
                    <a:cubicBezTo>
                      <a:pt x="14086" y="5239"/>
                      <a:pt x="12081" y="6943"/>
                      <a:pt x="9850" y="8397"/>
                    </a:cubicBezTo>
                    <a:cubicBezTo>
                      <a:pt x="9499" y="5840"/>
                      <a:pt x="8998" y="3284"/>
                      <a:pt x="8371" y="778"/>
                    </a:cubicBezTo>
                    <a:cubicBezTo>
                      <a:pt x="8339" y="680"/>
                      <a:pt x="8244" y="625"/>
                      <a:pt x="8154" y="625"/>
                    </a:cubicBezTo>
                    <a:cubicBezTo>
                      <a:pt x="8104" y="625"/>
                      <a:pt x="8056" y="642"/>
                      <a:pt x="8020" y="677"/>
                    </a:cubicBezTo>
                    <a:cubicBezTo>
                      <a:pt x="6040" y="2382"/>
                      <a:pt x="3985" y="3935"/>
                      <a:pt x="1855" y="5389"/>
                    </a:cubicBezTo>
                    <a:cubicBezTo>
                      <a:pt x="1304" y="3585"/>
                      <a:pt x="752" y="1805"/>
                      <a:pt x="1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21"/>
              <p:cNvSpPr/>
              <p:nvPr/>
            </p:nvSpPr>
            <p:spPr>
              <a:xfrm>
                <a:off x="4442500" y="4095900"/>
                <a:ext cx="1004425" cy="431150"/>
              </a:xfrm>
              <a:custGeom>
                <a:rect b="b" l="l" r="r" t="t"/>
                <a:pathLst>
                  <a:path extrusionOk="0" h="17246" w="40177">
                    <a:moveTo>
                      <a:pt x="226" y="1"/>
                    </a:moveTo>
                    <a:cubicBezTo>
                      <a:pt x="151" y="251"/>
                      <a:pt x="76" y="477"/>
                      <a:pt x="1" y="727"/>
                    </a:cubicBezTo>
                    <a:cubicBezTo>
                      <a:pt x="477" y="2306"/>
                      <a:pt x="978" y="3885"/>
                      <a:pt x="1455" y="5489"/>
                    </a:cubicBezTo>
                    <a:cubicBezTo>
                      <a:pt x="1491" y="5580"/>
                      <a:pt x="1580" y="5645"/>
                      <a:pt x="1674" y="5645"/>
                    </a:cubicBezTo>
                    <a:cubicBezTo>
                      <a:pt x="1709" y="5645"/>
                      <a:pt x="1746" y="5635"/>
                      <a:pt x="1780" y="5615"/>
                    </a:cubicBezTo>
                    <a:cubicBezTo>
                      <a:pt x="3936" y="4161"/>
                      <a:pt x="5991" y="2607"/>
                      <a:pt x="7971" y="928"/>
                    </a:cubicBezTo>
                    <a:cubicBezTo>
                      <a:pt x="8597" y="3409"/>
                      <a:pt x="9074" y="5940"/>
                      <a:pt x="9425" y="8472"/>
                    </a:cubicBezTo>
                    <a:cubicBezTo>
                      <a:pt x="9443" y="8585"/>
                      <a:pt x="9533" y="8683"/>
                      <a:pt x="9629" y="8683"/>
                    </a:cubicBezTo>
                    <a:cubicBezTo>
                      <a:pt x="9661" y="8683"/>
                      <a:pt x="9694" y="8672"/>
                      <a:pt x="9725" y="8647"/>
                    </a:cubicBezTo>
                    <a:cubicBezTo>
                      <a:pt x="12006" y="7219"/>
                      <a:pt x="14036" y="5514"/>
                      <a:pt x="15841" y="3534"/>
                    </a:cubicBezTo>
                    <a:cubicBezTo>
                      <a:pt x="16492" y="6116"/>
                      <a:pt x="17269" y="8672"/>
                      <a:pt x="18146" y="11204"/>
                    </a:cubicBezTo>
                    <a:cubicBezTo>
                      <a:pt x="18195" y="11301"/>
                      <a:pt x="18285" y="11356"/>
                      <a:pt x="18370" y="11356"/>
                    </a:cubicBezTo>
                    <a:cubicBezTo>
                      <a:pt x="18417" y="11356"/>
                      <a:pt x="18462" y="11339"/>
                      <a:pt x="18497" y="11304"/>
                    </a:cubicBezTo>
                    <a:cubicBezTo>
                      <a:pt x="20703" y="9349"/>
                      <a:pt x="22883" y="7419"/>
                      <a:pt x="25064" y="5464"/>
                    </a:cubicBezTo>
                    <a:cubicBezTo>
                      <a:pt x="25740" y="8522"/>
                      <a:pt x="26442" y="11580"/>
                      <a:pt x="27119" y="14637"/>
                    </a:cubicBezTo>
                    <a:cubicBezTo>
                      <a:pt x="27135" y="14717"/>
                      <a:pt x="27233" y="14777"/>
                      <a:pt x="27327" y="14777"/>
                    </a:cubicBezTo>
                    <a:cubicBezTo>
                      <a:pt x="27381" y="14777"/>
                      <a:pt x="27433" y="14758"/>
                      <a:pt x="27470" y="14712"/>
                    </a:cubicBezTo>
                    <a:cubicBezTo>
                      <a:pt x="28297" y="13685"/>
                      <a:pt x="29149" y="12657"/>
                      <a:pt x="30051" y="11655"/>
                    </a:cubicBezTo>
                    <a:cubicBezTo>
                      <a:pt x="30452" y="11179"/>
                      <a:pt x="30878" y="10702"/>
                      <a:pt x="31304" y="10251"/>
                    </a:cubicBezTo>
                    <a:cubicBezTo>
                      <a:pt x="31612" y="9923"/>
                      <a:pt x="32257" y="8938"/>
                      <a:pt x="32852" y="8938"/>
                    </a:cubicBezTo>
                    <a:cubicBezTo>
                      <a:pt x="32983" y="8938"/>
                      <a:pt x="33112" y="8985"/>
                      <a:pt x="33234" y="9098"/>
                    </a:cubicBezTo>
                    <a:cubicBezTo>
                      <a:pt x="33485" y="9349"/>
                      <a:pt x="33535" y="10677"/>
                      <a:pt x="33610" y="11028"/>
                    </a:cubicBezTo>
                    <a:cubicBezTo>
                      <a:pt x="33760" y="11680"/>
                      <a:pt x="33911" y="12332"/>
                      <a:pt x="34086" y="12958"/>
                    </a:cubicBezTo>
                    <a:cubicBezTo>
                      <a:pt x="34462" y="14362"/>
                      <a:pt x="34913" y="15740"/>
                      <a:pt x="35390" y="17093"/>
                    </a:cubicBezTo>
                    <a:cubicBezTo>
                      <a:pt x="35422" y="17191"/>
                      <a:pt x="35507" y="17246"/>
                      <a:pt x="35596" y="17246"/>
                    </a:cubicBezTo>
                    <a:cubicBezTo>
                      <a:pt x="35645" y="17246"/>
                      <a:pt x="35696" y="17229"/>
                      <a:pt x="35740" y="17194"/>
                    </a:cubicBezTo>
                    <a:cubicBezTo>
                      <a:pt x="37294" y="15890"/>
                      <a:pt x="38748" y="14512"/>
                      <a:pt x="40126" y="13058"/>
                    </a:cubicBezTo>
                    <a:cubicBezTo>
                      <a:pt x="40126" y="12833"/>
                      <a:pt x="40151" y="12607"/>
                      <a:pt x="40177" y="12382"/>
                    </a:cubicBezTo>
                    <a:lnTo>
                      <a:pt x="40177" y="12382"/>
                    </a:lnTo>
                    <a:cubicBezTo>
                      <a:pt x="38773" y="13910"/>
                      <a:pt x="37269" y="15339"/>
                      <a:pt x="35690" y="16667"/>
                    </a:cubicBezTo>
                    <a:cubicBezTo>
                      <a:pt x="35114" y="15038"/>
                      <a:pt x="34613" y="13384"/>
                      <a:pt x="34212" y="11705"/>
                    </a:cubicBezTo>
                    <a:cubicBezTo>
                      <a:pt x="33986" y="10828"/>
                      <a:pt x="33936" y="9825"/>
                      <a:pt x="33635" y="8998"/>
                    </a:cubicBezTo>
                    <a:cubicBezTo>
                      <a:pt x="33535" y="8697"/>
                      <a:pt x="33485" y="8397"/>
                      <a:pt x="33134" y="8296"/>
                    </a:cubicBezTo>
                    <a:cubicBezTo>
                      <a:pt x="33083" y="8283"/>
                      <a:pt x="33034" y="8276"/>
                      <a:pt x="32985" y="8276"/>
                    </a:cubicBezTo>
                    <a:cubicBezTo>
                      <a:pt x="32767" y="8276"/>
                      <a:pt x="32566" y="8399"/>
                      <a:pt x="32382" y="8522"/>
                    </a:cubicBezTo>
                    <a:cubicBezTo>
                      <a:pt x="31730" y="8973"/>
                      <a:pt x="31179" y="9775"/>
                      <a:pt x="30628" y="10377"/>
                    </a:cubicBezTo>
                    <a:cubicBezTo>
                      <a:pt x="29525" y="11580"/>
                      <a:pt x="28472" y="12833"/>
                      <a:pt x="27420" y="14111"/>
                    </a:cubicBezTo>
                    <a:cubicBezTo>
                      <a:pt x="26743" y="11078"/>
                      <a:pt x="26066" y="8046"/>
                      <a:pt x="25390" y="5013"/>
                    </a:cubicBezTo>
                    <a:cubicBezTo>
                      <a:pt x="25374" y="4923"/>
                      <a:pt x="25296" y="4878"/>
                      <a:pt x="25209" y="4878"/>
                    </a:cubicBezTo>
                    <a:cubicBezTo>
                      <a:pt x="25151" y="4878"/>
                      <a:pt x="25089" y="4898"/>
                      <a:pt x="25039" y="4938"/>
                    </a:cubicBezTo>
                    <a:cubicBezTo>
                      <a:pt x="22858" y="6893"/>
                      <a:pt x="20653" y="8848"/>
                      <a:pt x="18447" y="10803"/>
                    </a:cubicBezTo>
                    <a:cubicBezTo>
                      <a:pt x="17570" y="8246"/>
                      <a:pt x="16793" y="5665"/>
                      <a:pt x="16141" y="3058"/>
                    </a:cubicBezTo>
                    <a:cubicBezTo>
                      <a:pt x="16109" y="2961"/>
                      <a:pt x="16013" y="2895"/>
                      <a:pt x="15922" y="2895"/>
                    </a:cubicBezTo>
                    <a:cubicBezTo>
                      <a:pt x="15873" y="2895"/>
                      <a:pt x="15826" y="2914"/>
                      <a:pt x="15790" y="2958"/>
                    </a:cubicBezTo>
                    <a:cubicBezTo>
                      <a:pt x="14011" y="4938"/>
                      <a:pt x="12006" y="6667"/>
                      <a:pt x="9800" y="8121"/>
                    </a:cubicBezTo>
                    <a:cubicBezTo>
                      <a:pt x="9425" y="5565"/>
                      <a:pt x="8948" y="3008"/>
                      <a:pt x="8297" y="502"/>
                    </a:cubicBezTo>
                    <a:cubicBezTo>
                      <a:pt x="8281" y="394"/>
                      <a:pt x="8200" y="343"/>
                      <a:pt x="8110" y="343"/>
                    </a:cubicBezTo>
                    <a:cubicBezTo>
                      <a:pt x="8053" y="343"/>
                      <a:pt x="7994" y="363"/>
                      <a:pt x="7946" y="402"/>
                    </a:cubicBezTo>
                    <a:cubicBezTo>
                      <a:pt x="5991" y="2081"/>
                      <a:pt x="3936" y="3660"/>
                      <a:pt x="1780" y="5088"/>
                    </a:cubicBezTo>
                    <a:cubicBezTo>
                      <a:pt x="1254" y="3409"/>
                      <a:pt x="728" y="1705"/>
                      <a:pt x="2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21"/>
              <p:cNvSpPr/>
              <p:nvPr/>
            </p:nvSpPr>
            <p:spPr>
              <a:xfrm>
                <a:off x="4406175" y="4206175"/>
                <a:ext cx="1032600" cy="433675"/>
              </a:xfrm>
              <a:custGeom>
                <a:rect b="b" l="l" r="r" t="t"/>
                <a:pathLst>
                  <a:path extrusionOk="0" h="17347" w="41304">
                    <a:moveTo>
                      <a:pt x="226" y="1"/>
                    </a:moveTo>
                    <a:cubicBezTo>
                      <a:pt x="151" y="226"/>
                      <a:pt x="75" y="452"/>
                      <a:pt x="0" y="677"/>
                    </a:cubicBezTo>
                    <a:cubicBezTo>
                      <a:pt x="502" y="2306"/>
                      <a:pt x="1003" y="3961"/>
                      <a:pt x="1504" y="5590"/>
                    </a:cubicBezTo>
                    <a:cubicBezTo>
                      <a:pt x="1540" y="5680"/>
                      <a:pt x="1629" y="5745"/>
                      <a:pt x="1714" y="5745"/>
                    </a:cubicBezTo>
                    <a:cubicBezTo>
                      <a:pt x="1746" y="5745"/>
                      <a:pt x="1777" y="5736"/>
                      <a:pt x="1805" y="5715"/>
                    </a:cubicBezTo>
                    <a:cubicBezTo>
                      <a:pt x="3985" y="4286"/>
                      <a:pt x="6040" y="2707"/>
                      <a:pt x="8020" y="1028"/>
                    </a:cubicBezTo>
                    <a:cubicBezTo>
                      <a:pt x="8647" y="3535"/>
                      <a:pt x="9123" y="6041"/>
                      <a:pt x="9474" y="8597"/>
                    </a:cubicBezTo>
                    <a:cubicBezTo>
                      <a:pt x="9474" y="8694"/>
                      <a:pt x="9563" y="8805"/>
                      <a:pt x="9673" y="8805"/>
                    </a:cubicBezTo>
                    <a:cubicBezTo>
                      <a:pt x="9706" y="8805"/>
                      <a:pt x="9740" y="8796"/>
                      <a:pt x="9775" y="8773"/>
                    </a:cubicBezTo>
                    <a:cubicBezTo>
                      <a:pt x="12030" y="7319"/>
                      <a:pt x="14060" y="5615"/>
                      <a:pt x="15865" y="3635"/>
                    </a:cubicBezTo>
                    <a:cubicBezTo>
                      <a:pt x="16542" y="6241"/>
                      <a:pt x="17319" y="8798"/>
                      <a:pt x="18196" y="11329"/>
                    </a:cubicBezTo>
                    <a:cubicBezTo>
                      <a:pt x="18226" y="11421"/>
                      <a:pt x="18304" y="11475"/>
                      <a:pt x="18388" y="11475"/>
                    </a:cubicBezTo>
                    <a:cubicBezTo>
                      <a:pt x="18441" y="11475"/>
                      <a:pt x="18498" y="11453"/>
                      <a:pt x="18547" y="11404"/>
                    </a:cubicBezTo>
                    <a:cubicBezTo>
                      <a:pt x="20727" y="9474"/>
                      <a:pt x="22908" y="7520"/>
                      <a:pt x="25113" y="5590"/>
                    </a:cubicBezTo>
                    <a:cubicBezTo>
                      <a:pt x="25790" y="8647"/>
                      <a:pt x="26467" y="11680"/>
                      <a:pt x="27168" y="14738"/>
                    </a:cubicBezTo>
                    <a:cubicBezTo>
                      <a:pt x="27185" y="14835"/>
                      <a:pt x="27285" y="14901"/>
                      <a:pt x="27381" y="14901"/>
                    </a:cubicBezTo>
                    <a:cubicBezTo>
                      <a:pt x="27433" y="14901"/>
                      <a:pt x="27484" y="14882"/>
                      <a:pt x="27519" y="14838"/>
                    </a:cubicBezTo>
                    <a:cubicBezTo>
                      <a:pt x="28346" y="13785"/>
                      <a:pt x="29198" y="12758"/>
                      <a:pt x="30076" y="11755"/>
                    </a:cubicBezTo>
                    <a:cubicBezTo>
                      <a:pt x="30502" y="11279"/>
                      <a:pt x="30928" y="10828"/>
                      <a:pt x="31354" y="10352"/>
                    </a:cubicBezTo>
                    <a:cubicBezTo>
                      <a:pt x="31660" y="10025"/>
                      <a:pt x="32298" y="9052"/>
                      <a:pt x="32889" y="9052"/>
                    </a:cubicBezTo>
                    <a:cubicBezTo>
                      <a:pt x="33025" y="9052"/>
                      <a:pt x="33158" y="9102"/>
                      <a:pt x="33284" y="9224"/>
                    </a:cubicBezTo>
                    <a:cubicBezTo>
                      <a:pt x="33534" y="9449"/>
                      <a:pt x="33584" y="10778"/>
                      <a:pt x="33660" y="11154"/>
                    </a:cubicBezTo>
                    <a:cubicBezTo>
                      <a:pt x="33810" y="11780"/>
                      <a:pt x="33960" y="12432"/>
                      <a:pt x="34136" y="13058"/>
                    </a:cubicBezTo>
                    <a:cubicBezTo>
                      <a:pt x="34512" y="14462"/>
                      <a:pt x="34938" y="15840"/>
                      <a:pt x="35439" y="17194"/>
                    </a:cubicBezTo>
                    <a:cubicBezTo>
                      <a:pt x="35471" y="17291"/>
                      <a:pt x="35556" y="17346"/>
                      <a:pt x="35646" y="17346"/>
                    </a:cubicBezTo>
                    <a:cubicBezTo>
                      <a:pt x="35695" y="17346"/>
                      <a:pt x="35746" y="17330"/>
                      <a:pt x="35790" y="17294"/>
                    </a:cubicBezTo>
                    <a:cubicBezTo>
                      <a:pt x="37645" y="15740"/>
                      <a:pt x="39374" y="14061"/>
                      <a:pt x="41003" y="12256"/>
                    </a:cubicBezTo>
                    <a:cubicBezTo>
                      <a:pt x="41053" y="12507"/>
                      <a:pt x="41128" y="12758"/>
                      <a:pt x="41178" y="13008"/>
                    </a:cubicBezTo>
                    <a:cubicBezTo>
                      <a:pt x="41203" y="12582"/>
                      <a:pt x="41254" y="12156"/>
                      <a:pt x="41304" y="11730"/>
                    </a:cubicBezTo>
                    <a:cubicBezTo>
                      <a:pt x="41260" y="11657"/>
                      <a:pt x="41182" y="11618"/>
                      <a:pt x="41110" y="11618"/>
                    </a:cubicBezTo>
                    <a:cubicBezTo>
                      <a:pt x="41058" y="11618"/>
                      <a:pt x="41009" y="11638"/>
                      <a:pt x="40978" y="11680"/>
                    </a:cubicBezTo>
                    <a:cubicBezTo>
                      <a:pt x="39349" y="13510"/>
                      <a:pt x="37594" y="15214"/>
                      <a:pt x="35740" y="16793"/>
                    </a:cubicBezTo>
                    <a:cubicBezTo>
                      <a:pt x="35138" y="15164"/>
                      <a:pt x="34637" y="13484"/>
                      <a:pt x="34236" y="11805"/>
                    </a:cubicBezTo>
                    <a:cubicBezTo>
                      <a:pt x="34036" y="10928"/>
                      <a:pt x="33960" y="9951"/>
                      <a:pt x="33685" y="9098"/>
                    </a:cubicBezTo>
                    <a:cubicBezTo>
                      <a:pt x="33584" y="8798"/>
                      <a:pt x="33509" y="8522"/>
                      <a:pt x="33183" y="8422"/>
                    </a:cubicBezTo>
                    <a:cubicBezTo>
                      <a:pt x="33122" y="8407"/>
                      <a:pt x="33064" y="8400"/>
                      <a:pt x="33009" y="8400"/>
                    </a:cubicBezTo>
                    <a:cubicBezTo>
                      <a:pt x="32791" y="8400"/>
                      <a:pt x="32611" y="8507"/>
                      <a:pt x="32432" y="8647"/>
                    </a:cubicBezTo>
                    <a:cubicBezTo>
                      <a:pt x="31780" y="9098"/>
                      <a:pt x="31203" y="9900"/>
                      <a:pt x="30677" y="10477"/>
                    </a:cubicBezTo>
                    <a:cubicBezTo>
                      <a:pt x="29574" y="11705"/>
                      <a:pt x="28497" y="12958"/>
                      <a:pt x="27469" y="14236"/>
                    </a:cubicBezTo>
                    <a:cubicBezTo>
                      <a:pt x="26792" y="11204"/>
                      <a:pt x="26116" y="8171"/>
                      <a:pt x="25439" y="5139"/>
                    </a:cubicBezTo>
                    <a:cubicBezTo>
                      <a:pt x="25408" y="5031"/>
                      <a:pt x="25321" y="4980"/>
                      <a:pt x="25234" y="4980"/>
                    </a:cubicBezTo>
                    <a:cubicBezTo>
                      <a:pt x="25180" y="4980"/>
                      <a:pt x="25127" y="5000"/>
                      <a:pt x="25088" y="5038"/>
                    </a:cubicBezTo>
                    <a:cubicBezTo>
                      <a:pt x="22883" y="6993"/>
                      <a:pt x="20702" y="8948"/>
                      <a:pt x="18497" y="10903"/>
                    </a:cubicBezTo>
                    <a:cubicBezTo>
                      <a:pt x="17619" y="8347"/>
                      <a:pt x="16842" y="5765"/>
                      <a:pt x="16166" y="3159"/>
                    </a:cubicBezTo>
                    <a:cubicBezTo>
                      <a:pt x="16150" y="3061"/>
                      <a:pt x="16060" y="3006"/>
                      <a:pt x="15965" y="3006"/>
                    </a:cubicBezTo>
                    <a:cubicBezTo>
                      <a:pt x="15913" y="3006"/>
                      <a:pt x="15859" y="3023"/>
                      <a:pt x="15815" y="3058"/>
                    </a:cubicBezTo>
                    <a:cubicBezTo>
                      <a:pt x="14060" y="5063"/>
                      <a:pt x="12055" y="6793"/>
                      <a:pt x="9825" y="8221"/>
                    </a:cubicBezTo>
                    <a:cubicBezTo>
                      <a:pt x="9474" y="5665"/>
                      <a:pt x="8973" y="3108"/>
                      <a:pt x="8346" y="602"/>
                    </a:cubicBezTo>
                    <a:cubicBezTo>
                      <a:pt x="8314" y="506"/>
                      <a:pt x="8230" y="461"/>
                      <a:pt x="8141" y="461"/>
                    </a:cubicBezTo>
                    <a:cubicBezTo>
                      <a:pt x="8092" y="461"/>
                      <a:pt x="8040" y="475"/>
                      <a:pt x="7995" y="502"/>
                    </a:cubicBezTo>
                    <a:cubicBezTo>
                      <a:pt x="6040" y="2206"/>
                      <a:pt x="3985" y="3760"/>
                      <a:pt x="1830" y="5214"/>
                    </a:cubicBezTo>
                    <a:cubicBezTo>
                      <a:pt x="1278" y="3484"/>
                      <a:pt x="752" y="1755"/>
                      <a:pt x="2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21"/>
              <p:cNvSpPr/>
              <p:nvPr/>
            </p:nvSpPr>
            <p:spPr>
              <a:xfrm>
                <a:off x="4367950" y="4312075"/>
                <a:ext cx="40125" cy="110925"/>
              </a:xfrm>
              <a:custGeom>
                <a:rect b="b" l="l" r="r" t="t"/>
                <a:pathLst>
                  <a:path extrusionOk="0" h="4437" w="1605">
                    <a:moveTo>
                      <a:pt x="251" y="0"/>
                    </a:moveTo>
                    <a:cubicBezTo>
                      <a:pt x="151" y="226"/>
                      <a:pt x="76" y="426"/>
                      <a:pt x="0" y="627"/>
                    </a:cubicBezTo>
                    <a:cubicBezTo>
                      <a:pt x="351" y="1780"/>
                      <a:pt x="702" y="2933"/>
                      <a:pt x="1078" y="4086"/>
                    </a:cubicBezTo>
                    <a:cubicBezTo>
                      <a:pt x="1254" y="4211"/>
                      <a:pt x="1429" y="4311"/>
                      <a:pt x="1604" y="4436"/>
                    </a:cubicBezTo>
                    <a:cubicBezTo>
                      <a:pt x="1153" y="2958"/>
                      <a:pt x="702" y="1479"/>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21"/>
              <p:cNvSpPr/>
              <p:nvPr/>
            </p:nvSpPr>
            <p:spPr>
              <a:xfrm>
                <a:off x="4500150" y="4443600"/>
                <a:ext cx="57050" cy="59600"/>
              </a:xfrm>
              <a:custGeom>
                <a:rect b="b" l="l" r="r" t="t"/>
                <a:pathLst>
                  <a:path extrusionOk="0" h="2384" w="2282">
                    <a:moveTo>
                      <a:pt x="1555" y="0"/>
                    </a:moveTo>
                    <a:cubicBezTo>
                      <a:pt x="1502" y="0"/>
                      <a:pt x="1449" y="17"/>
                      <a:pt x="1404" y="53"/>
                    </a:cubicBezTo>
                    <a:cubicBezTo>
                      <a:pt x="953" y="454"/>
                      <a:pt x="477" y="855"/>
                      <a:pt x="1" y="1231"/>
                    </a:cubicBezTo>
                    <a:cubicBezTo>
                      <a:pt x="126" y="1306"/>
                      <a:pt x="276" y="1381"/>
                      <a:pt x="402" y="1456"/>
                    </a:cubicBezTo>
                    <a:cubicBezTo>
                      <a:pt x="753" y="1155"/>
                      <a:pt x="1078" y="880"/>
                      <a:pt x="1429" y="579"/>
                    </a:cubicBezTo>
                    <a:cubicBezTo>
                      <a:pt x="1555" y="1105"/>
                      <a:pt x="1680" y="1632"/>
                      <a:pt x="1805" y="2158"/>
                    </a:cubicBezTo>
                    <a:cubicBezTo>
                      <a:pt x="1956" y="2233"/>
                      <a:pt x="2131" y="2308"/>
                      <a:pt x="2281" y="2383"/>
                    </a:cubicBezTo>
                    <a:cubicBezTo>
                      <a:pt x="2106" y="1632"/>
                      <a:pt x="1956" y="905"/>
                      <a:pt x="1755" y="153"/>
                    </a:cubicBezTo>
                    <a:cubicBezTo>
                      <a:pt x="1739" y="56"/>
                      <a:pt x="1650" y="0"/>
                      <a:pt x="15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21"/>
              <p:cNvSpPr/>
              <p:nvPr/>
            </p:nvSpPr>
            <p:spPr>
              <a:xfrm>
                <a:off x="4871700" y="4556850"/>
                <a:ext cx="128475" cy="132450"/>
              </a:xfrm>
              <a:custGeom>
                <a:rect b="b" l="l" r="r" t="t"/>
                <a:pathLst>
                  <a:path extrusionOk="0" h="5298" w="5139">
                    <a:moveTo>
                      <a:pt x="3781" y="0"/>
                    </a:moveTo>
                    <a:cubicBezTo>
                      <a:pt x="3727" y="0"/>
                      <a:pt x="3674" y="20"/>
                      <a:pt x="3635" y="59"/>
                    </a:cubicBezTo>
                    <a:cubicBezTo>
                      <a:pt x="2432" y="1137"/>
                      <a:pt x="1204" y="2214"/>
                      <a:pt x="1" y="3292"/>
                    </a:cubicBezTo>
                    <a:cubicBezTo>
                      <a:pt x="151" y="3367"/>
                      <a:pt x="277" y="3417"/>
                      <a:pt x="427" y="3467"/>
                    </a:cubicBezTo>
                    <a:cubicBezTo>
                      <a:pt x="1505" y="2515"/>
                      <a:pt x="2582" y="1563"/>
                      <a:pt x="3660" y="610"/>
                    </a:cubicBezTo>
                    <a:cubicBezTo>
                      <a:pt x="3986" y="2114"/>
                      <a:pt x="4337" y="3618"/>
                      <a:pt x="4663" y="5122"/>
                    </a:cubicBezTo>
                    <a:cubicBezTo>
                      <a:pt x="4813" y="5172"/>
                      <a:pt x="4988" y="5222"/>
                      <a:pt x="5139" y="5297"/>
                    </a:cubicBezTo>
                    <a:cubicBezTo>
                      <a:pt x="4763" y="3568"/>
                      <a:pt x="4362" y="1863"/>
                      <a:pt x="3986" y="159"/>
                    </a:cubicBezTo>
                    <a:cubicBezTo>
                      <a:pt x="3955" y="51"/>
                      <a:pt x="3867" y="0"/>
                      <a:pt x="378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21"/>
              <p:cNvSpPr/>
              <p:nvPr/>
            </p:nvSpPr>
            <p:spPr>
              <a:xfrm>
                <a:off x="5080350" y="4642100"/>
                <a:ext cx="120325" cy="120500"/>
              </a:xfrm>
              <a:custGeom>
                <a:rect b="b" l="l" r="r" t="t"/>
                <a:pathLst>
                  <a:path extrusionOk="0" h="4820" w="4813">
                    <a:moveTo>
                      <a:pt x="3194" y="0"/>
                    </a:moveTo>
                    <a:cubicBezTo>
                      <a:pt x="2983" y="0"/>
                      <a:pt x="2808" y="122"/>
                      <a:pt x="2632" y="258"/>
                    </a:cubicBezTo>
                    <a:cubicBezTo>
                      <a:pt x="1981" y="684"/>
                      <a:pt x="1404" y="1511"/>
                      <a:pt x="878" y="2088"/>
                    </a:cubicBezTo>
                    <a:cubicBezTo>
                      <a:pt x="577" y="2413"/>
                      <a:pt x="302" y="2739"/>
                      <a:pt x="1" y="3090"/>
                    </a:cubicBezTo>
                    <a:cubicBezTo>
                      <a:pt x="151" y="3140"/>
                      <a:pt x="277" y="3190"/>
                      <a:pt x="402" y="3240"/>
                    </a:cubicBezTo>
                    <a:cubicBezTo>
                      <a:pt x="803" y="2814"/>
                      <a:pt x="1179" y="2388"/>
                      <a:pt x="1555" y="1962"/>
                    </a:cubicBezTo>
                    <a:cubicBezTo>
                      <a:pt x="1861" y="1636"/>
                      <a:pt x="2499" y="662"/>
                      <a:pt x="3090" y="662"/>
                    </a:cubicBezTo>
                    <a:cubicBezTo>
                      <a:pt x="3226" y="662"/>
                      <a:pt x="3359" y="713"/>
                      <a:pt x="3485" y="834"/>
                    </a:cubicBezTo>
                    <a:cubicBezTo>
                      <a:pt x="3735" y="1060"/>
                      <a:pt x="3785" y="2388"/>
                      <a:pt x="3860" y="2764"/>
                    </a:cubicBezTo>
                    <a:cubicBezTo>
                      <a:pt x="4011" y="3391"/>
                      <a:pt x="4161" y="4017"/>
                      <a:pt x="4337" y="4644"/>
                    </a:cubicBezTo>
                    <a:cubicBezTo>
                      <a:pt x="4487" y="4719"/>
                      <a:pt x="4662" y="4769"/>
                      <a:pt x="4813" y="4819"/>
                    </a:cubicBezTo>
                    <a:cubicBezTo>
                      <a:pt x="4688" y="4368"/>
                      <a:pt x="4562" y="3892"/>
                      <a:pt x="4437" y="3416"/>
                    </a:cubicBezTo>
                    <a:cubicBezTo>
                      <a:pt x="4236" y="2539"/>
                      <a:pt x="4161" y="1561"/>
                      <a:pt x="3886" y="709"/>
                    </a:cubicBezTo>
                    <a:cubicBezTo>
                      <a:pt x="3785" y="408"/>
                      <a:pt x="3710" y="133"/>
                      <a:pt x="3384" y="32"/>
                    </a:cubicBezTo>
                    <a:cubicBezTo>
                      <a:pt x="3317" y="10"/>
                      <a:pt x="3254" y="0"/>
                      <a:pt x="31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21"/>
              <p:cNvSpPr/>
              <p:nvPr/>
            </p:nvSpPr>
            <p:spPr>
              <a:xfrm>
                <a:off x="4681225" y="4507500"/>
                <a:ext cx="81475" cy="87800"/>
              </a:xfrm>
              <a:custGeom>
                <a:rect b="b" l="l" r="r" t="t"/>
                <a:pathLst>
                  <a:path extrusionOk="0" h="3512" w="3259">
                    <a:moveTo>
                      <a:pt x="2139" y="1"/>
                    </a:moveTo>
                    <a:cubicBezTo>
                      <a:pt x="2089" y="1"/>
                      <a:pt x="2041" y="17"/>
                      <a:pt x="2006" y="53"/>
                    </a:cubicBezTo>
                    <a:cubicBezTo>
                      <a:pt x="1354" y="780"/>
                      <a:pt x="703" y="1457"/>
                      <a:pt x="1" y="2108"/>
                    </a:cubicBezTo>
                    <a:cubicBezTo>
                      <a:pt x="126" y="2158"/>
                      <a:pt x="277" y="2233"/>
                      <a:pt x="402" y="2284"/>
                    </a:cubicBezTo>
                    <a:cubicBezTo>
                      <a:pt x="978" y="1757"/>
                      <a:pt x="1505" y="1206"/>
                      <a:pt x="2031" y="629"/>
                    </a:cubicBezTo>
                    <a:cubicBezTo>
                      <a:pt x="2256" y="1532"/>
                      <a:pt x="2507" y="2409"/>
                      <a:pt x="2758" y="3286"/>
                    </a:cubicBezTo>
                    <a:cubicBezTo>
                      <a:pt x="2933" y="3361"/>
                      <a:pt x="3109" y="3436"/>
                      <a:pt x="3259" y="3512"/>
                    </a:cubicBezTo>
                    <a:cubicBezTo>
                      <a:pt x="2933" y="2384"/>
                      <a:pt x="2632" y="1281"/>
                      <a:pt x="2357" y="153"/>
                    </a:cubicBezTo>
                    <a:cubicBezTo>
                      <a:pt x="2324" y="56"/>
                      <a:pt x="2229" y="1"/>
                      <a:pt x="21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21"/>
              <p:cNvSpPr/>
              <p:nvPr/>
            </p:nvSpPr>
            <p:spPr>
              <a:xfrm>
                <a:off x="4817675" y="3251200"/>
                <a:ext cx="41575" cy="38150"/>
              </a:xfrm>
              <a:custGeom>
                <a:rect b="b" l="l" r="r" t="t"/>
                <a:pathLst>
                  <a:path extrusionOk="0" h="1526" w="1663">
                    <a:moveTo>
                      <a:pt x="1333" y="1"/>
                    </a:moveTo>
                    <a:cubicBezTo>
                      <a:pt x="1284" y="1"/>
                      <a:pt x="1232" y="17"/>
                      <a:pt x="1184" y="54"/>
                    </a:cubicBezTo>
                    <a:cubicBezTo>
                      <a:pt x="783" y="380"/>
                      <a:pt x="433" y="781"/>
                      <a:pt x="107" y="1207"/>
                    </a:cubicBezTo>
                    <a:cubicBezTo>
                      <a:pt x="0" y="1366"/>
                      <a:pt x="157" y="1526"/>
                      <a:pt x="311" y="1526"/>
                    </a:cubicBezTo>
                    <a:cubicBezTo>
                      <a:pt x="375" y="1526"/>
                      <a:pt x="439" y="1499"/>
                      <a:pt x="483" y="1433"/>
                    </a:cubicBezTo>
                    <a:cubicBezTo>
                      <a:pt x="758" y="1032"/>
                      <a:pt x="1109" y="656"/>
                      <a:pt x="1485" y="355"/>
                    </a:cubicBezTo>
                    <a:cubicBezTo>
                      <a:pt x="1663" y="217"/>
                      <a:pt x="1514" y="1"/>
                      <a:pt x="133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21"/>
              <p:cNvSpPr/>
              <p:nvPr/>
            </p:nvSpPr>
            <p:spPr>
              <a:xfrm>
                <a:off x="4849900" y="3264400"/>
                <a:ext cx="36675" cy="39375"/>
              </a:xfrm>
              <a:custGeom>
                <a:rect b="b" l="l" r="r" t="t"/>
                <a:pathLst>
                  <a:path extrusionOk="0" h="1575" w="1467">
                    <a:moveTo>
                      <a:pt x="1155" y="1"/>
                    </a:moveTo>
                    <a:cubicBezTo>
                      <a:pt x="1121" y="1"/>
                      <a:pt x="1085" y="9"/>
                      <a:pt x="1048" y="27"/>
                    </a:cubicBezTo>
                    <a:cubicBezTo>
                      <a:pt x="547" y="278"/>
                      <a:pt x="171" y="754"/>
                      <a:pt x="46" y="1306"/>
                    </a:cubicBezTo>
                    <a:cubicBezTo>
                      <a:pt x="0" y="1472"/>
                      <a:pt x="129" y="1574"/>
                      <a:pt x="254" y="1574"/>
                    </a:cubicBezTo>
                    <a:cubicBezTo>
                      <a:pt x="336" y="1574"/>
                      <a:pt x="417" y="1530"/>
                      <a:pt x="447" y="1431"/>
                    </a:cubicBezTo>
                    <a:cubicBezTo>
                      <a:pt x="572" y="955"/>
                      <a:pt x="848" y="604"/>
                      <a:pt x="1274" y="378"/>
                    </a:cubicBezTo>
                    <a:cubicBezTo>
                      <a:pt x="1466" y="271"/>
                      <a:pt x="1349" y="1"/>
                      <a:pt x="11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21"/>
              <p:cNvSpPr/>
              <p:nvPr/>
            </p:nvSpPr>
            <p:spPr>
              <a:xfrm>
                <a:off x="4566700" y="3837300"/>
                <a:ext cx="21450" cy="36075"/>
              </a:xfrm>
              <a:custGeom>
                <a:rect b="b" l="l" r="r" t="t"/>
                <a:pathLst>
                  <a:path extrusionOk="0" h="1443" w="858">
                    <a:moveTo>
                      <a:pt x="607" y="0"/>
                    </a:moveTo>
                    <a:cubicBezTo>
                      <a:pt x="523" y="0"/>
                      <a:pt x="436" y="45"/>
                      <a:pt x="396" y="144"/>
                    </a:cubicBezTo>
                    <a:cubicBezTo>
                      <a:pt x="296" y="495"/>
                      <a:pt x="171" y="846"/>
                      <a:pt x="45" y="1197"/>
                    </a:cubicBezTo>
                    <a:cubicBezTo>
                      <a:pt x="1" y="1346"/>
                      <a:pt x="125" y="1442"/>
                      <a:pt x="249" y="1442"/>
                    </a:cubicBezTo>
                    <a:cubicBezTo>
                      <a:pt x="333" y="1442"/>
                      <a:pt x="416" y="1398"/>
                      <a:pt x="446" y="1297"/>
                    </a:cubicBezTo>
                    <a:cubicBezTo>
                      <a:pt x="572" y="946"/>
                      <a:pt x="697" y="595"/>
                      <a:pt x="797" y="269"/>
                    </a:cubicBezTo>
                    <a:cubicBezTo>
                      <a:pt x="858" y="103"/>
                      <a:pt x="736" y="0"/>
                      <a:pt x="60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21"/>
              <p:cNvSpPr/>
              <p:nvPr/>
            </p:nvSpPr>
            <p:spPr>
              <a:xfrm>
                <a:off x="4592650" y="3837250"/>
                <a:ext cx="23675" cy="38625"/>
              </a:xfrm>
              <a:custGeom>
                <a:rect b="b" l="l" r="r" t="t"/>
                <a:pathLst>
                  <a:path extrusionOk="0" h="1545" w="947">
                    <a:moveTo>
                      <a:pt x="702" y="1"/>
                    </a:moveTo>
                    <a:cubicBezTo>
                      <a:pt x="616" y="1"/>
                      <a:pt x="527" y="45"/>
                      <a:pt x="486" y="146"/>
                    </a:cubicBezTo>
                    <a:cubicBezTo>
                      <a:pt x="336" y="522"/>
                      <a:pt x="210" y="898"/>
                      <a:pt x="60" y="1299"/>
                    </a:cubicBezTo>
                    <a:cubicBezTo>
                      <a:pt x="0" y="1448"/>
                      <a:pt x="119" y="1544"/>
                      <a:pt x="245" y="1544"/>
                    </a:cubicBezTo>
                    <a:cubicBezTo>
                      <a:pt x="331" y="1544"/>
                      <a:pt x="421" y="1500"/>
                      <a:pt x="461" y="1399"/>
                    </a:cubicBezTo>
                    <a:cubicBezTo>
                      <a:pt x="611" y="1023"/>
                      <a:pt x="737" y="647"/>
                      <a:pt x="887" y="246"/>
                    </a:cubicBezTo>
                    <a:cubicBezTo>
                      <a:pt x="947" y="97"/>
                      <a:pt x="828" y="1"/>
                      <a:pt x="7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21"/>
              <p:cNvSpPr/>
              <p:nvPr/>
            </p:nvSpPr>
            <p:spPr>
              <a:xfrm>
                <a:off x="4967275" y="3929300"/>
                <a:ext cx="31950" cy="50650"/>
              </a:xfrm>
              <a:custGeom>
                <a:rect b="b" l="l" r="r" t="t"/>
                <a:pathLst>
                  <a:path extrusionOk="0" h="2026" w="1278">
                    <a:moveTo>
                      <a:pt x="987" y="0"/>
                    </a:moveTo>
                    <a:cubicBezTo>
                      <a:pt x="927" y="0"/>
                      <a:pt x="870" y="29"/>
                      <a:pt x="840" y="98"/>
                    </a:cubicBezTo>
                    <a:cubicBezTo>
                      <a:pt x="589" y="650"/>
                      <a:pt x="338" y="1176"/>
                      <a:pt x="88" y="1702"/>
                    </a:cubicBezTo>
                    <a:cubicBezTo>
                      <a:pt x="1" y="1876"/>
                      <a:pt x="155" y="2026"/>
                      <a:pt x="291" y="2026"/>
                    </a:cubicBezTo>
                    <a:cubicBezTo>
                      <a:pt x="351" y="2026"/>
                      <a:pt x="408" y="1997"/>
                      <a:pt x="439" y="1928"/>
                    </a:cubicBezTo>
                    <a:cubicBezTo>
                      <a:pt x="689" y="1376"/>
                      <a:pt x="940" y="850"/>
                      <a:pt x="1190" y="324"/>
                    </a:cubicBezTo>
                    <a:cubicBezTo>
                      <a:pt x="1277" y="150"/>
                      <a:pt x="1123" y="0"/>
                      <a:pt x="98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21"/>
              <p:cNvSpPr/>
              <p:nvPr/>
            </p:nvSpPr>
            <p:spPr>
              <a:xfrm>
                <a:off x="4999925" y="3940775"/>
                <a:ext cx="24500" cy="36475"/>
              </a:xfrm>
              <a:custGeom>
                <a:rect b="b" l="l" r="r" t="t"/>
                <a:pathLst>
                  <a:path extrusionOk="0" h="1459" w="980">
                    <a:moveTo>
                      <a:pt x="706" y="0"/>
                    </a:moveTo>
                    <a:cubicBezTo>
                      <a:pt x="641" y="0"/>
                      <a:pt x="577" y="34"/>
                      <a:pt x="536" y="115"/>
                    </a:cubicBezTo>
                    <a:cubicBezTo>
                      <a:pt x="386" y="441"/>
                      <a:pt x="235" y="792"/>
                      <a:pt x="85" y="1143"/>
                    </a:cubicBezTo>
                    <a:cubicBezTo>
                      <a:pt x="0" y="1312"/>
                      <a:pt x="144" y="1459"/>
                      <a:pt x="278" y="1459"/>
                    </a:cubicBezTo>
                    <a:cubicBezTo>
                      <a:pt x="342" y="1459"/>
                      <a:pt x="403" y="1425"/>
                      <a:pt x="436" y="1343"/>
                    </a:cubicBezTo>
                    <a:cubicBezTo>
                      <a:pt x="586" y="1018"/>
                      <a:pt x="737" y="667"/>
                      <a:pt x="912" y="316"/>
                    </a:cubicBezTo>
                    <a:cubicBezTo>
                      <a:pt x="980" y="147"/>
                      <a:pt x="842" y="0"/>
                      <a:pt x="70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21"/>
              <p:cNvSpPr/>
              <p:nvPr/>
            </p:nvSpPr>
            <p:spPr>
              <a:xfrm>
                <a:off x="4980500" y="3620600"/>
                <a:ext cx="72750" cy="97900"/>
              </a:xfrm>
              <a:custGeom>
                <a:rect b="b" l="l" r="r" t="t"/>
                <a:pathLst>
                  <a:path extrusionOk="0" h="3916" w="2910">
                    <a:moveTo>
                      <a:pt x="2636" y="0"/>
                    </a:moveTo>
                    <a:cubicBezTo>
                      <a:pt x="2571" y="0"/>
                      <a:pt x="2507" y="34"/>
                      <a:pt x="2466" y="115"/>
                    </a:cubicBezTo>
                    <a:cubicBezTo>
                      <a:pt x="1890" y="1393"/>
                      <a:pt x="1113" y="2546"/>
                      <a:pt x="135" y="3549"/>
                    </a:cubicBezTo>
                    <a:cubicBezTo>
                      <a:pt x="0" y="3703"/>
                      <a:pt x="146" y="3916"/>
                      <a:pt x="301" y="3916"/>
                    </a:cubicBezTo>
                    <a:cubicBezTo>
                      <a:pt x="348" y="3916"/>
                      <a:pt x="395" y="3896"/>
                      <a:pt x="436" y="3850"/>
                    </a:cubicBezTo>
                    <a:cubicBezTo>
                      <a:pt x="1438" y="2797"/>
                      <a:pt x="2240" y="1619"/>
                      <a:pt x="2842" y="316"/>
                    </a:cubicBezTo>
                    <a:cubicBezTo>
                      <a:pt x="2910" y="147"/>
                      <a:pt x="2772" y="0"/>
                      <a:pt x="263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21"/>
              <p:cNvSpPr/>
              <p:nvPr/>
            </p:nvSpPr>
            <p:spPr>
              <a:xfrm>
                <a:off x="5055850" y="3564175"/>
                <a:ext cx="17100" cy="12725"/>
              </a:xfrm>
              <a:custGeom>
                <a:rect b="b" l="l" r="r" t="t"/>
                <a:pathLst>
                  <a:path extrusionOk="0" h="509" w="684">
                    <a:moveTo>
                      <a:pt x="377" y="0"/>
                    </a:moveTo>
                    <a:cubicBezTo>
                      <a:pt x="328" y="0"/>
                      <a:pt x="276" y="20"/>
                      <a:pt x="229" y="66"/>
                    </a:cubicBezTo>
                    <a:lnTo>
                      <a:pt x="154" y="167"/>
                    </a:lnTo>
                    <a:cubicBezTo>
                      <a:pt x="0" y="301"/>
                      <a:pt x="141" y="509"/>
                      <a:pt x="294" y="509"/>
                    </a:cubicBezTo>
                    <a:cubicBezTo>
                      <a:pt x="340" y="509"/>
                      <a:pt x="388" y="489"/>
                      <a:pt x="429" y="442"/>
                    </a:cubicBezTo>
                    <a:lnTo>
                      <a:pt x="530" y="367"/>
                    </a:lnTo>
                    <a:cubicBezTo>
                      <a:pt x="684" y="213"/>
                      <a:pt x="542" y="0"/>
                      <a:pt x="3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21"/>
              <p:cNvSpPr/>
              <p:nvPr/>
            </p:nvSpPr>
            <p:spPr>
              <a:xfrm>
                <a:off x="4742550" y="3850050"/>
                <a:ext cx="147975" cy="27200"/>
              </a:xfrm>
              <a:custGeom>
                <a:rect b="b" l="l" r="r" t="t"/>
                <a:pathLst>
                  <a:path extrusionOk="0" h="1088" w="5919">
                    <a:moveTo>
                      <a:pt x="269" y="1"/>
                    </a:moveTo>
                    <a:cubicBezTo>
                      <a:pt x="65" y="1"/>
                      <a:pt x="0" y="342"/>
                      <a:pt x="230" y="411"/>
                    </a:cubicBezTo>
                    <a:cubicBezTo>
                      <a:pt x="1545" y="862"/>
                      <a:pt x="2903" y="1088"/>
                      <a:pt x="4283" y="1088"/>
                    </a:cubicBezTo>
                    <a:cubicBezTo>
                      <a:pt x="4742" y="1088"/>
                      <a:pt x="5205" y="1063"/>
                      <a:pt x="5668" y="1013"/>
                    </a:cubicBezTo>
                    <a:cubicBezTo>
                      <a:pt x="5911" y="988"/>
                      <a:pt x="5919" y="610"/>
                      <a:pt x="5690" y="610"/>
                    </a:cubicBezTo>
                    <a:cubicBezTo>
                      <a:pt x="5683" y="610"/>
                      <a:pt x="5676" y="611"/>
                      <a:pt x="5668" y="612"/>
                    </a:cubicBezTo>
                    <a:cubicBezTo>
                      <a:pt x="5241" y="652"/>
                      <a:pt x="4817" y="673"/>
                      <a:pt x="4396" y="673"/>
                    </a:cubicBezTo>
                    <a:cubicBezTo>
                      <a:pt x="3011" y="673"/>
                      <a:pt x="1656" y="452"/>
                      <a:pt x="330" y="10"/>
                    </a:cubicBezTo>
                    <a:cubicBezTo>
                      <a:pt x="308" y="4"/>
                      <a:pt x="288" y="1"/>
                      <a:pt x="2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21"/>
              <p:cNvSpPr/>
              <p:nvPr/>
            </p:nvSpPr>
            <p:spPr>
              <a:xfrm>
                <a:off x="5155550" y="3295775"/>
                <a:ext cx="13175" cy="10050"/>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21"/>
              <p:cNvSpPr/>
              <p:nvPr/>
            </p:nvSpPr>
            <p:spPr>
              <a:xfrm>
                <a:off x="3607925" y="3939875"/>
                <a:ext cx="843375" cy="788900"/>
              </a:xfrm>
              <a:custGeom>
                <a:rect b="b" l="l" r="r" t="t"/>
                <a:pathLst>
                  <a:path extrusionOk="0" h="31556" w="33735">
                    <a:moveTo>
                      <a:pt x="0" y="1"/>
                    </a:moveTo>
                    <a:lnTo>
                      <a:pt x="9449" y="26943"/>
                    </a:lnTo>
                    <a:cubicBezTo>
                      <a:pt x="17544" y="28472"/>
                      <a:pt x="25639" y="30026"/>
                      <a:pt x="33735" y="31555"/>
                    </a:cubicBezTo>
                    <a:lnTo>
                      <a:pt x="24286" y="4613"/>
                    </a:lnTo>
                    <a:cubicBezTo>
                      <a:pt x="16191" y="3084"/>
                      <a:pt x="8096" y="1530"/>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21"/>
              <p:cNvSpPr/>
              <p:nvPr/>
            </p:nvSpPr>
            <p:spPr>
              <a:xfrm>
                <a:off x="3601775" y="3934775"/>
                <a:ext cx="855675" cy="799100"/>
              </a:xfrm>
              <a:custGeom>
                <a:rect b="b" l="l" r="r" t="t"/>
                <a:pathLst>
                  <a:path extrusionOk="0" h="31964" w="34227">
                    <a:moveTo>
                      <a:pt x="591" y="480"/>
                    </a:moveTo>
                    <a:cubicBezTo>
                      <a:pt x="8519" y="1978"/>
                      <a:pt x="16448" y="3500"/>
                      <a:pt x="24377" y="4997"/>
                    </a:cubicBezTo>
                    <a:lnTo>
                      <a:pt x="24377" y="4997"/>
                    </a:lnTo>
                    <a:cubicBezTo>
                      <a:pt x="27119" y="12848"/>
                      <a:pt x="29886" y="20675"/>
                      <a:pt x="32627" y="28526"/>
                    </a:cubicBezTo>
                    <a:cubicBezTo>
                      <a:pt x="32964" y="29513"/>
                      <a:pt x="33321" y="30501"/>
                      <a:pt x="33662" y="31488"/>
                    </a:cubicBezTo>
                    <a:lnTo>
                      <a:pt x="33662" y="31488"/>
                    </a:lnTo>
                    <a:lnTo>
                      <a:pt x="13204" y="27599"/>
                    </a:lnTo>
                    <a:cubicBezTo>
                      <a:pt x="12327" y="27423"/>
                      <a:pt x="11449" y="27223"/>
                      <a:pt x="10572" y="27097"/>
                    </a:cubicBezTo>
                    <a:cubicBezTo>
                      <a:pt x="10505" y="27089"/>
                      <a:pt x="10416" y="27089"/>
                      <a:pt x="10324" y="27089"/>
                    </a:cubicBezTo>
                    <a:lnTo>
                      <a:pt x="10324" y="27089"/>
                    </a:lnTo>
                    <a:cubicBezTo>
                      <a:pt x="10140" y="27089"/>
                      <a:pt x="9946" y="27089"/>
                      <a:pt x="9895" y="27022"/>
                    </a:cubicBezTo>
                    <a:cubicBezTo>
                      <a:pt x="9795" y="26947"/>
                      <a:pt x="9745" y="26596"/>
                      <a:pt x="9695" y="26471"/>
                    </a:cubicBezTo>
                    <a:cubicBezTo>
                      <a:pt x="9394" y="25594"/>
                      <a:pt x="9068" y="24741"/>
                      <a:pt x="8768" y="23864"/>
                    </a:cubicBezTo>
                    <a:cubicBezTo>
                      <a:pt x="6612" y="17724"/>
                      <a:pt x="4457" y="11558"/>
                      <a:pt x="2301" y="5418"/>
                    </a:cubicBezTo>
                    <a:cubicBezTo>
                      <a:pt x="1739" y="3779"/>
                      <a:pt x="1156" y="2140"/>
                      <a:pt x="591" y="480"/>
                    </a:cubicBezTo>
                    <a:close/>
                    <a:moveTo>
                      <a:pt x="275" y="1"/>
                    </a:moveTo>
                    <a:cubicBezTo>
                      <a:pt x="138" y="1"/>
                      <a:pt x="1" y="98"/>
                      <a:pt x="46" y="255"/>
                    </a:cubicBezTo>
                    <a:cubicBezTo>
                      <a:pt x="1700" y="4917"/>
                      <a:pt x="3329" y="9553"/>
                      <a:pt x="4958" y="14215"/>
                    </a:cubicBezTo>
                    <a:cubicBezTo>
                      <a:pt x="6036" y="17298"/>
                      <a:pt x="7113" y="20406"/>
                      <a:pt x="8191" y="23488"/>
                    </a:cubicBezTo>
                    <a:cubicBezTo>
                      <a:pt x="8542" y="24441"/>
                      <a:pt x="8868" y="25393"/>
                      <a:pt x="9194" y="26345"/>
                    </a:cubicBezTo>
                    <a:cubicBezTo>
                      <a:pt x="9369" y="26847"/>
                      <a:pt x="9369" y="27198"/>
                      <a:pt x="9845" y="27373"/>
                    </a:cubicBezTo>
                    <a:cubicBezTo>
                      <a:pt x="10748" y="27749"/>
                      <a:pt x="11926" y="27774"/>
                      <a:pt x="12878" y="27975"/>
                    </a:cubicBezTo>
                    <a:cubicBezTo>
                      <a:pt x="13905" y="28150"/>
                      <a:pt x="14908" y="28350"/>
                      <a:pt x="15911" y="28551"/>
                    </a:cubicBezTo>
                    <a:cubicBezTo>
                      <a:pt x="17865" y="28902"/>
                      <a:pt x="19820" y="29278"/>
                      <a:pt x="21775" y="29654"/>
                    </a:cubicBezTo>
                    <a:cubicBezTo>
                      <a:pt x="25835" y="30431"/>
                      <a:pt x="29870" y="31208"/>
                      <a:pt x="33931" y="31960"/>
                    </a:cubicBezTo>
                    <a:cubicBezTo>
                      <a:pt x="33943" y="31962"/>
                      <a:pt x="33957" y="31963"/>
                      <a:pt x="33970" y="31963"/>
                    </a:cubicBezTo>
                    <a:cubicBezTo>
                      <a:pt x="34089" y="31963"/>
                      <a:pt x="34226" y="31866"/>
                      <a:pt x="34181" y="31709"/>
                    </a:cubicBezTo>
                    <a:cubicBezTo>
                      <a:pt x="31424" y="23839"/>
                      <a:pt x="28642" y="15944"/>
                      <a:pt x="25885" y="8050"/>
                    </a:cubicBezTo>
                    <a:cubicBezTo>
                      <a:pt x="25511" y="6977"/>
                      <a:pt x="25112" y="5880"/>
                      <a:pt x="24738" y="4782"/>
                    </a:cubicBezTo>
                    <a:lnTo>
                      <a:pt x="24738" y="4782"/>
                    </a:lnTo>
                    <a:cubicBezTo>
                      <a:pt x="24734" y="4705"/>
                      <a:pt x="24687" y="4635"/>
                      <a:pt x="24582" y="4616"/>
                    </a:cubicBezTo>
                    <a:cubicBezTo>
                      <a:pt x="16487" y="3087"/>
                      <a:pt x="8417" y="1533"/>
                      <a:pt x="321" y="4"/>
                    </a:cubicBezTo>
                    <a:cubicBezTo>
                      <a:pt x="306" y="2"/>
                      <a:pt x="290" y="1"/>
                      <a:pt x="2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21"/>
              <p:cNvSpPr/>
              <p:nvPr/>
            </p:nvSpPr>
            <p:spPr>
              <a:xfrm>
                <a:off x="4100400" y="4089000"/>
                <a:ext cx="82725" cy="78975"/>
              </a:xfrm>
              <a:custGeom>
                <a:rect b="b" l="l" r="r" t="t"/>
                <a:pathLst>
                  <a:path extrusionOk="0" h="3159" w="3309">
                    <a:moveTo>
                      <a:pt x="1580" y="1"/>
                    </a:moveTo>
                    <a:cubicBezTo>
                      <a:pt x="1254" y="26"/>
                      <a:pt x="928" y="126"/>
                      <a:pt x="677" y="327"/>
                    </a:cubicBezTo>
                    <a:cubicBezTo>
                      <a:pt x="151" y="753"/>
                      <a:pt x="1" y="1580"/>
                      <a:pt x="326" y="2206"/>
                    </a:cubicBezTo>
                    <a:cubicBezTo>
                      <a:pt x="602" y="2758"/>
                      <a:pt x="1229" y="3109"/>
                      <a:pt x="1880" y="3159"/>
                    </a:cubicBezTo>
                    <a:lnTo>
                      <a:pt x="2031" y="3159"/>
                    </a:lnTo>
                    <a:cubicBezTo>
                      <a:pt x="2231" y="3134"/>
                      <a:pt x="2432" y="3109"/>
                      <a:pt x="2607" y="3008"/>
                    </a:cubicBezTo>
                    <a:cubicBezTo>
                      <a:pt x="2833" y="2883"/>
                      <a:pt x="2983" y="2658"/>
                      <a:pt x="3083" y="2407"/>
                    </a:cubicBezTo>
                    <a:cubicBezTo>
                      <a:pt x="3309" y="1931"/>
                      <a:pt x="3259" y="1354"/>
                      <a:pt x="3008" y="878"/>
                    </a:cubicBezTo>
                    <a:cubicBezTo>
                      <a:pt x="2707" y="377"/>
                      <a:pt x="2156" y="26"/>
                      <a:pt x="1580"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21"/>
              <p:cNvSpPr/>
              <p:nvPr/>
            </p:nvSpPr>
            <p:spPr>
              <a:xfrm>
                <a:off x="4096650" y="4084275"/>
                <a:ext cx="108650" cy="88750"/>
              </a:xfrm>
              <a:custGeom>
                <a:rect b="b" l="l" r="r" t="t"/>
                <a:pathLst>
                  <a:path extrusionOk="0" h="3550" w="4346">
                    <a:moveTo>
                      <a:pt x="1768" y="412"/>
                    </a:moveTo>
                    <a:cubicBezTo>
                      <a:pt x="3236" y="412"/>
                      <a:pt x="3837" y="3122"/>
                      <a:pt x="2053" y="3122"/>
                    </a:cubicBezTo>
                    <a:cubicBezTo>
                      <a:pt x="2046" y="3122"/>
                      <a:pt x="2038" y="3122"/>
                      <a:pt x="2030" y="3122"/>
                    </a:cubicBezTo>
                    <a:lnTo>
                      <a:pt x="2030" y="3122"/>
                    </a:lnTo>
                    <a:cubicBezTo>
                      <a:pt x="2030" y="3122"/>
                      <a:pt x="2030" y="3122"/>
                      <a:pt x="2030" y="3122"/>
                    </a:cubicBezTo>
                    <a:cubicBezTo>
                      <a:pt x="1354" y="3072"/>
                      <a:pt x="702" y="2696"/>
                      <a:pt x="552" y="2020"/>
                    </a:cubicBezTo>
                    <a:cubicBezTo>
                      <a:pt x="376" y="1343"/>
                      <a:pt x="727" y="641"/>
                      <a:pt x="1404" y="466"/>
                    </a:cubicBezTo>
                    <a:cubicBezTo>
                      <a:pt x="1530" y="429"/>
                      <a:pt x="1652" y="412"/>
                      <a:pt x="1768" y="412"/>
                    </a:cubicBezTo>
                    <a:close/>
                    <a:moveTo>
                      <a:pt x="1759" y="0"/>
                    </a:moveTo>
                    <a:cubicBezTo>
                      <a:pt x="1685" y="0"/>
                      <a:pt x="1608" y="5"/>
                      <a:pt x="1529" y="14"/>
                    </a:cubicBezTo>
                    <a:cubicBezTo>
                      <a:pt x="602" y="115"/>
                      <a:pt x="0" y="992"/>
                      <a:pt x="100" y="1894"/>
                    </a:cubicBezTo>
                    <a:cubicBezTo>
                      <a:pt x="224" y="2856"/>
                      <a:pt x="1075" y="3454"/>
                      <a:pt x="1986" y="3544"/>
                    </a:cubicBezTo>
                    <a:lnTo>
                      <a:pt x="1986" y="3544"/>
                    </a:lnTo>
                    <a:cubicBezTo>
                      <a:pt x="2000" y="3547"/>
                      <a:pt x="2015" y="3548"/>
                      <a:pt x="2030" y="3548"/>
                    </a:cubicBezTo>
                    <a:cubicBezTo>
                      <a:pt x="2037" y="3549"/>
                      <a:pt x="2044" y="3549"/>
                      <a:pt x="2051" y="3549"/>
                    </a:cubicBezTo>
                    <a:cubicBezTo>
                      <a:pt x="2059" y="3549"/>
                      <a:pt x="2067" y="3549"/>
                      <a:pt x="2075" y="3548"/>
                    </a:cubicBezTo>
                    <a:lnTo>
                      <a:pt x="2075" y="3548"/>
                    </a:lnTo>
                    <a:cubicBezTo>
                      <a:pt x="4345" y="3503"/>
                      <a:pt x="3813" y="0"/>
                      <a:pt x="1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21"/>
              <p:cNvSpPr/>
              <p:nvPr/>
            </p:nvSpPr>
            <p:spPr>
              <a:xfrm>
                <a:off x="4125475" y="4117200"/>
                <a:ext cx="27575" cy="26350"/>
              </a:xfrm>
              <a:custGeom>
                <a:rect b="b" l="l" r="r" t="t"/>
                <a:pathLst>
                  <a:path extrusionOk="0" h="1054" w="1103">
                    <a:moveTo>
                      <a:pt x="526" y="1"/>
                    </a:moveTo>
                    <a:cubicBezTo>
                      <a:pt x="426" y="1"/>
                      <a:pt x="326" y="51"/>
                      <a:pt x="226" y="101"/>
                    </a:cubicBezTo>
                    <a:cubicBezTo>
                      <a:pt x="50" y="251"/>
                      <a:pt x="0" y="527"/>
                      <a:pt x="125" y="728"/>
                    </a:cubicBezTo>
                    <a:cubicBezTo>
                      <a:pt x="226" y="928"/>
                      <a:pt x="426" y="1053"/>
                      <a:pt x="627" y="1053"/>
                    </a:cubicBezTo>
                    <a:lnTo>
                      <a:pt x="677" y="1053"/>
                    </a:lnTo>
                    <a:cubicBezTo>
                      <a:pt x="752" y="1053"/>
                      <a:pt x="827" y="1053"/>
                      <a:pt x="877" y="1003"/>
                    </a:cubicBezTo>
                    <a:cubicBezTo>
                      <a:pt x="953" y="953"/>
                      <a:pt x="1003" y="903"/>
                      <a:pt x="1053" y="803"/>
                    </a:cubicBezTo>
                    <a:cubicBezTo>
                      <a:pt x="1103" y="652"/>
                      <a:pt x="1103" y="452"/>
                      <a:pt x="1028" y="302"/>
                    </a:cubicBezTo>
                    <a:cubicBezTo>
                      <a:pt x="927" y="126"/>
                      <a:pt x="727" y="1"/>
                      <a:pt x="5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21"/>
              <p:cNvSpPr/>
              <p:nvPr/>
            </p:nvSpPr>
            <p:spPr>
              <a:xfrm>
                <a:off x="4121075" y="4112075"/>
                <a:ext cx="38200" cy="36525"/>
              </a:xfrm>
              <a:custGeom>
                <a:rect b="b" l="l" r="r" t="t"/>
                <a:pathLst>
                  <a:path extrusionOk="0" h="1461" w="1528">
                    <a:moveTo>
                      <a:pt x="723" y="422"/>
                    </a:moveTo>
                    <a:cubicBezTo>
                      <a:pt x="1055" y="422"/>
                      <a:pt x="1225" y="1058"/>
                      <a:pt x="803" y="1058"/>
                    </a:cubicBezTo>
                    <a:cubicBezTo>
                      <a:pt x="652" y="1033"/>
                      <a:pt x="502" y="933"/>
                      <a:pt x="452" y="782"/>
                    </a:cubicBezTo>
                    <a:cubicBezTo>
                      <a:pt x="427" y="632"/>
                      <a:pt x="502" y="481"/>
                      <a:pt x="652" y="431"/>
                    </a:cubicBezTo>
                    <a:cubicBezTo>
                      <a:pt x="677" y="425"/>
                      <a:pt x="700" y="422"/>
                      <a:pt x="723" y="422"/>
                    </a:cubicBezTo>
                    <a:close/>
                    <a:moveTo>
                      <a:pt x="734" y="0"/>
                    </a:moveTo>
                    <a:cubicBezTo>
                      <a:pt x="707" y="0"/>
                      <a:pt x="680" y="2"/>
                      <a:pt x="652" y="5"/>
                    </a:cubicBezTo>
                    <a:cubicBezTo>
                      <a:pt x="251" y="55"/>
                      <a:pt x="1" y="406"/>
                      <a:pt x="26" y="782"/>
                    </a:cubicBezTo>
                    <a:cubicBezTo>
                      <a:pt x="74" y="1170"/>
                      <a:pt x="403" y="1417"/>
                      <a:pt x="765" y="1456"/>
                    </a:cubicBezTo>
                    <a:lnTo>
                      <a:pt x="765" y="1456"/>
                    </a:lnTo>
                    <a:cubicBezTo>
                      <a:pt x="777" y="1458"/>
                      <a:pt x="789" y="1459"/>
                      <a:pt x="803" y="1459"/>
                    </a:cubicBezTo>
                    <a:cubicBezTo>
                      <a:pt x="811" y="1460"/>
                      <a:pt x="819" y="1460"/>
                      <a:pt x="827" y="1460"/>
                    </a:cubicBezTo>
                    <a:cubicBezTo>
                      <a:pt x="829" y="1460"/>
                      <a:pt x="831" y="1460"/>
                      <a:pt x="833" y="1460"/>
                    </a:cubicBezTo>
                    <a:lnTo>
                      <a:pt x="833" y="1460"/>
                    </a:lnTo>
                    <a:cubicBezTo>
                      <a:pt x="836" y="1460"/>
                      <a:pt x="839" y="1460"/>
                      <a:pt x="843" y="1460"/>
                    </a:cubicBezTo>
                    <a:cubicBezTo>
                      <a:pt x="1270" y="1460"/>
                      <a:pt x="1527" y="1070"/>
                      <a:pt x="1454" y="657"/>
                    </a:cubicBezTo>
                    <a:cubicBezTo>
                      <a:pt x="1408" y="307"/>
                      <a:pt x="1100" y="0"/>
                      <a:pt x="73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21"/>
              <p:cNvSpPr/>
              <p:nvPr/>
            </p:nvSpPr>
            <p:spPr>
              <a:xfrm>
                <a:off x="4005900" y="4472850"/>
                <a:ext cx="44675" cy="57250"/>
              </a:xfrm>
              <a:custGeom>
                <a:rect b="b" l="l" r="r" t="t"/>
                <a:pathLst>
                  <a:path extrusionOk="0" h="2290" w="1787">
                    <a:moveTo>
                      <a:pt x="1503" y="1"/>
                    </a:moveTo>
                    <a:cubicBezTo>
                      <a:pt x="1438" y="1"/>
                      <a:pt x="1371" y="33"/>
                      <a:pt x="1324" y="111"/>
                    </a:cubicBezTo>
                    <a:cubicBezTo>
                      <a:pt x="974" y="762"/>
                      <a:pt x="548" y="1389"/>
                      <a:pt x="121" y="1990"/>
                    </a:cubicBezTo>
                    <a:cubicBezTo>
                      <a:pt x="0" y="2146"/>
                      <a:pt x="142" y="2290"/>
                      <a:pt x="291" y="2290"/>
                    </a:cubicBezTo>
                    <a:cubicBezTo>
                      <a:pt x="357" y="2290"/>
                      <a:pt x="426" y="2261"/>
                      <a:pt x="472" y="2191"/>
                    </a:cubicBezTo>
                    <a:cubicBezTo>
                      <a:pt x="923" y="1589"/>
                      <a:pt x="1324" y="963"/>
                      <a:pt x="1700" y="311"/>
                    </a:cubicBezTo>
                    <a:cubicBezTo>
                      <a:pt x="1787" y="156"/>
                      <a:pt x="1647" y="1"/>
                      <a:pt x="15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21"/>
              <p:cNvSpPr/>
              <p:nvPr/>
            </p:nvSpPr>
            <p:spPr>
              <a:xfrm>
                <a:off x="4020050" y="4483300"/>
                <a:ext cx="51700" cy="68600"/>
              </a:xfrm>
              <a:custGeom>
                <a:rect b="b" l="l" r="r" t="t"/>
                <a:pathLst>
                  <a:path extrusionOk="0" h="2744" w="2068">
                    <a:moveTo>
                      <a:pt x="1766" y="0"/>
                    </a:moveTo>
                    <a:cubicBezTo>
                      <a:pt x="1706" y="0"/>
                      <a:pt x="1647" y="28"/>
                      <a:pt x="1611" y="94"/>
                    </a:cubicBezTo>
                    <a:cubicBezTo>
                      <a:pt x="1109" y="871"/>
                      <a:pt x="608" y="1648"/>
                      <a:pt x="107" y="2425"/>
                    </a:cubicBezTo>
                    <a:cubicBezTo>
                      <a:pt x="0" y="2584"/>
                      <a:pt x="157" y="2744"/>
                      <a:pt x="311" y="2744"/>
                    </a:cubicBezTo>
                    <a:cubicBezTo>
                      <a:pt x="375" y="2744"/>
                      <a:pt x="439" y="2716"/>
                      <a:pt x="483" y="2650"/>
                    </a:cubicBezTo>
                    <a:cubicBezTo>
                      <a:pt x="959" y="1873"/>
                      <a:pt x="1460" y="1096"/>
                      <a:pt x="1961" y="319"/>
                    </a:cubicBezTo>
                    <a:cubicBezTo>
                      <a:pt x="2068" y="160"/>
                      <a:pt x="1911" y="0"/>
                      <a:pt x="17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21"/>
              <p:cNvSpPr/>
              <p:nvPr/>
            </p:nvSpPr>
            <p:spPr>
              <a:xfrm>
                <a:off x="4052650" y="4510925"/>
                <a:ext cx="58675" cy="66050"/>
              </a:xfrm>
              <a:custGeom>
                <a:rect b="b" l="l" r="r" t="t"/>
                <a:pathLst>
                  <a:path extrusionOk="0" h="2642" w="2347">
                    <a:moveTo>
                      <a:pt x="2046" y="0"/>
                    </a:moveTo>
                    <a:cubicBezTo>
                      <a:pt x="1999" y="0"/>
                      <a:pt x="1951" y="20"/>
                      <a:pt x="1911" y="66"/>
                    </a:cubicBezTo>
                    <a:cubicBezTo>
                      <a:pt x="1259" y="768"/>
                      <a:pt x="657" y="1545"/>
                      <a:pt x="106" y="2347"/>
                    </a:cubicBezTo>
                    <a:cubicBezTo>
                      <a:pt x="0" y="2488"/>
                      <a:pt x="155" y="2642"/>
                      <a:pt x="308" y="2642"/>
                    </a:cubicBezTo>
                    <a:cubicBezTo>
                      <a:pt x="373" y="2642"/>
                      <a:pt x="437" y="2614"/>
                      <a:pt x="482" y="2548"/>
                    </a:cubicBezTo>
                    <a:cubicBezTo>
                      <a:pt x="1008" y="1771"/>
                      <a:pt x="1585" y="1044"/>
                      <a:pt x="2211" y="367"/>
                    </a:cubicBezTo>
                    <a:cubicBezTo>
                      <a:pt x="2346" y="213"/>
                      <a:pt x="2200" y="0"/>
                      <a:pt x="20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21"/>
              <p:cNvSpPr/>
              <p:nvPr/>
            </p:nvSpPr>
            <p:spPr>
              <a:xfrm>
                <a:off x="3835850" y="4038175"/>
                <a:ext cx="35450" cy="33150"/>
              </a:xfrm>
              <a:custGeom>
                <a:rect b="b" l="l" r="r" t="t"/>
                <a:pathLst>
                  <a:path extrusionOk="0" h="1326" w="1418">
                    <a:moveTo>
                      <a:pt x="1104" y="1"/>
                    </a:moveTo>
                    <a:cubicBezTo>
                      <a:pt x="1057" y="1"/>
                      <a:pt x="1007" y="17"/>
                      <a:pt x="958" y="54"/>
                    </a:cubicBezTo>
                    <a:cubicBezTo>
                      <a:pt x="633" y="330"/>
                      <a:pt x="357" y="655"/>
                      <a:pt x="106" y="1006"/>
                    </a:cubicBezTo>
                    <a:cubicBezTo>
                      <a:pt x="0" y="1166"/>
                      <a:pt x="144" y="1325"/>
                      <a:pt x="291" y="1325"/>
                    </a:cubicBezTo>
                    <a:cubicBezTo>
                      <a:pt x="352" y="1325"/>
                      <a:pt x="413" y="1298"/>
                      <a:pt x="457" y="1232"/>
                    </a:cubicBezTo>
                    <a:cubicBezTo>
                      <a:pt x="683" y="906"/>
                      <a:pt x="958" y="605"/>
                      <a:pt x="1259" y="355"/>
                    </a:cubicBezTo>
                    <a:cubicBezTo>
                      <a:pt x="1417" y="217"/>
                      <a:pt x="1280" y="1"/>
                      <a:pt x="11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21"/>
              <p:cNvSpPr/>
              <p:nvPr/>
            </p:nvSpPr>
            <p:spPr>
              <a:xfrm>
                <a:off x="3857650" y="4046000"/>
                <a:ext cx="31850" cy="37650"/>
              </a:xfrm>
              <a:custGeom>
                <a:rect b="b" l="l" r="r" t="t"/>
                <a:pathLst>
                  <a:path extrusionOk="0" h="1506" w="1274">
                    <a:moveTo>
                      <a:pt x="984" y="1"/>
                    </a:moveTo>
                    <a:cubicBezTo>
                      <a:pt x="936" y="1"/>
                      <a:pt x="885" y="20"/>
                      <a:pt x="838" y="67"/>
                    </a:cubicBezTo>
                    <a:cubicBezTo>
                      <a:pt x="538" y="418"/>
                      <a:pt x="287" y="794"/>
                      <a:pt x="86" y="1195"/>
                    </a:cubicBezTo>
                    <a:cubicBezTo>
                      <a:pt x="0" y="1350"/>
                      <a:pt x="140" y="1505"/>
                      <a:pt x="276" y="1505"/>
                    </a:cubicBezTo>
                    <a:cubicBezTo>
                      <a:pt x="337" y="1505"/>
                      <a:pt x="398" y="1473"/>
                      <a:pt x="437" y="1395"/>
                    </a:cubicBezTo>
                    <a:cubicBezTo>
                      <a:pt x="638" y="1019"/>
                      <a:pt x="863" y="693"/>
                      <a:pt x="1139" y="368"/>
                    </a:cubicBezTo>
                    <a:cubicBezTo>
                      <a:pt x="1274" y="214"/>
                      <a:pt x="1143" y="1"/>
                      <a:pt x="98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21"/>
              <p:cNvSpPr/>
              <p:nvPr/>
            </p:nvSpPr>
            <p:spPr>
              <a:xfrm>
                <a:off x="3607925" y="3872225"/>
                <a:ext cx="684225" cy="182975"/>
              </a:xfrm>
              <a:custGeom>
                <a:rect b="b" l="l" r="r" t="t"/>
                <a:pathLst>
                  <a:path extrusionOk="0" h="7319" w="27369">
                    <a:moveTo>
                      <a:pt x="3559" y="0"/>
                    </a:moveTo>
                    <a:lnTo>
                      <a:pt x="0" y="2707"/>
                    </a:lnTo>
                    <a:cubicBezTo>
                      <a:pt x="8096" y="4236"/>
                      <a:pt x="16191" y="5790"/>
                      <a:pt x="24286" y="7319"/>
                    </a:cubicBezTo>
                    <a:lnTo>
                      <a:pt x="27369" y="4562"/>
                    </a:lnTo>
                    <a:lnTo>
                      <a:pt x="355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21"/>
              <p:cNvSpPr/>
              <p:nvPr/>
            </p:nvSpPr>
            <p:spPr>
              <a:xfrm>
                <a:off x="3602525" y="3867675"/>
                <a:ext cx="696525" cy="192300"/>
              </a:xfrm>
              <a:custGeom>
                <a:rect b="b" l="l" r="r" t="t"/>
                <a:pathLst>
                  <a:path extrusionOk="0" h="7692" w="27861">
                    <a:moveTo>
                      <a:pt x="3812" y="402"/>
                    </a:moveTo>
                    <a:cubicBezTo>
                      <a:pt x="3829" y="404"/>
                      <a:pt x="3850" y="406"/>
                      <a:pt x="3875" y="408"/>
                    </a:cubicBezTo>
                    <a:cubicBezTo>
                      <a:pt x="5329" y="483"/>
                      <a:pt x="6858" y="984"/>
                      <a:pt x="8261" y="1260"/>
                    </a:cubicBezTo>
                    <a:cubicBezTo>
                      <a:pt x="13324" y="2212"/>
                      <a:pt x="18412" y="3190"/>
                      <a:pt x="23475" y="4167"/>
                    </a:cubicBezTo>
                    <a:cubicBezTo>
                      <a:pt x="24701" y="4417"/>
                      <a:pt x="25927" y="4646"/>
                      <a:pt x="27153" y="4873"/>
                    </a:cubicBezTo>
                    <a:lnTo>
                      <a:pt x="27153" y="4873"/>
                    </a:lnTo>
                    <a:cubicBezTo>
                      <a:pt x="26415" y="5540"/>
                      <a:pt x="25659" y="6207"/>
                      <a:pt x="24903" y="6874"/>
                    </a:cubicBezTo>
                    <a:cubicBezTo>
                      <a:pt x="24778" y="6974"/>
                      <a:pt x="24552" y="7275"/>
                      <a:pt x="24402" y="7325"/>
                    </a:cubicBezTo>
                    <a:cubicBezTo>
                      <a:pt x="24375" y="7332"/>
                      <a:pt x="24344" y="7336"/>
                      <a:pt x="24307" y="7336"/>
                    </a:cubicBezTo>
                    <a:cubicBezTo>
                      <a:pt x="23967" y="7336"/>
                      <a:pt x="23243" y="7045"/>
                      <a:pt x="22948" y="6999"/>
                    </a:cubicBezTo>
                    <a:lnTo>
                      <a:pt x="18287" y="6097"/>
                    </a:lnTo>
                    <a:cubicBezTo>
                      <a:pt x="12442" y="4997"/>
                      <a:pt x="6574" y="3872"/>
                      <a:pt x="728" y="2771"/>
                    </a:cubicBezTo>
                    <a:lnTo>
                      <a:pt x="728" y="2771"/>
                    </a:lnTo>
                    <a:lnTo>
                      <a:pt x="2748" y="1235"/>
                    </a:lnTo>
                    <a:cubicBezTo>
                      <a:pt x="3073" y="959"/>
                      <a:pt x="3424" y="608"/>
                      <a:pt x="3800" y="408"/>
                    </a:cubicBezTo>
                    <a:cubicBezTo>
                      <a:pt x="3805" y="406"/>
                      <a:pt x="3809" y="404"/>
                      <a:pt x="3812" y="402"/>
                    </a:cubicBezTo>
                    <a:close/>
                    <a:moveTo>
                      <a:pt x="3948" y="0"/>
                    </a:moveTo>
                    <a:cubicBezTo>
                      <a:pt x="3521" y="0"/>
                      <a:pt x="3360" y="235"/>
                      <a:pt x="2948" y="533"/>
                    </a:cubicBezTo>
                    <a:cubicBezTo>
                      <a:pt x="2021" y="1260"/>
                      <a:pt x="1068" y="1987"/>
                      <a:pt x="116" y="2688"/>
                    </a:cubicBezTo>
                    <a:cubicBezTo>
                      <a:pt x="67" y="2731"/>
                      <a:pt x="42" y="2785"/>
                      <a:pt x="35" y="2839"/>
                    </a:cubicBezTo>
                    <a:lnTo>
                      <a:pt x="35" y="2839"/>
                    </a:lnTo>
                    <a:cubicBezTo>
                      <a:pt x="0" y="2942"/>
                      <a:pt x="35" y="3063"/>
                      <a:pt x="166" y="3089"/>
                    </a:cubicBezTo>
                    <a:cubicBezTo>
                      <a:pt x="169" y="3090"/>
                      <a:pt x="172" y="3091"/>
                      <a:pt x="175" y="3091"/>
                    </a:cubicBezTo>
                    <a:lnTo>
                      <a:pt x="175" y="3091"/>
                    </a:lnTo>
                    <a:cubicBezTo>
                      <a:pt x="191" y="3097"/>
                      <a:pt x="209" y="3100"/>
                      <a:pt x="226" y="3101"/>
                    </a:cubicBezTo>
                    <a:lnTo>
                      <a:pt x="226" y="3101"/>
                    </a:lnTo>
                    <a:cubicBezTo>
                      <a:pt x="6547" y="4300"/>
                      <a:pt x="12868" y="5499"/>
                      <a:pt x="19189" y="6699"/>
                    </a:cubicBezTo>
                    <a:cubicBezTo>
                      <a:pt x="20743" y="6999"/>
                      <a:pt x="22297" y="7300"/>
                      <a:pt x="23850" y="7601"/>
                    </a:cubicBezTo>
                    <a:cubicBezTo>
                      <a:pt x="24129" y="7652"/>
                      <a:pt x="24292" y="7691"/>
                      <a:pt x="24420" y="7691"/>
                    </a:cubicBezTo>
                    <a:cubicBezTo>
                      <a:pt x="24603" y="7691"/>
                      <a:pt x="24713" y="7611"/>
                      <a:pt x="24978" y="7375"/>
                    </a:cubicBezTo>
                    <a:cubicBezTo>
                      <a:pt x="25906" y="6548"/>
                      <a:pt x="26808" y="5721"/>
                      <a:pt x="27735" y="4894"/>
                    </a:cubicBezTo>
                    <a:cubicBezTo>
                      <a:pt x="27861" y="4794"/>
                      <a:pt x="27810" y="4593"/>
                      <a:pt x="27660" y="4543"/>
                    </a:cubicBezTo>
                    <a:cubicBezTo>
                      <a:pt x="24026" y="3866"/>
                      <a:pt x="20392" y="3165"/>
                      <a:pt x="16758" y="2463"/>
                    </a:cubicBezTo>
                    <a:cubicBezTo>
                      <a:pt x="14101" y="1937"/>
                      <a:pt x="11444" y="1435"/>
                      <a:pt x="8813" y="934"/>
                    </a:cubicBezTo>
                    <a:cubicBezTo>
                      <a:pt x="7234" y="633"/>
                      <a:pt x="5655" y="207"/>
                      <a:pt x="4076" y="7"/>
                    </a:cubicBezTo>
                    <a:cubicBezTo>
                      <a:pt x="4031" y="2"/>
                      <a:pt x="3988" y="0"/>
                      <a:pt x="394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21"/>
              <p:cNvSpPr/>
              <p:nvPr/>
            </p:nvSpPr>
            <p:spPr>
              <a:xfrm>
                <a:off x="3684975" y="3904175"/>
                <a:ext cx="115950" cy="35100"/>
              </a:xfrm>
              <a:custGeom>
                <a:rect b="b" l="l" r="r" t="t"/>
                <a:pathLst>
                  <a:path extrusionOk="0" h="1404" w="4638">
                    <a:moveTo>
                      <a:pt x="928" y="0"/>
                    </a:moveTo>
                    <a:lnTo>
                      <a:pt x="1" y="627"/>
                    </a:lnTo>
                    <a:lnTo>
                      <a:pt x="3811" y="1404"/>
                    </a:lnTo>
                    <a:lnTo>
                      <a:pt x="4638" y="677"/>
                    </a:lnTo>
                    <a:cubicBezTo>
                      <a:pt x="3384" y="477"/>
                      <a:pt x="2156" y="251"/>
                      <a:pt x="92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21"/>
              <p:cNvSpPr/>
              <p:nvPr/>
            </p:nvSpPr>
            <p:spPr>
              <a:xfrm>
                <a:off x="3678725" y="3898875"/>
                <a:ext cx="128475" cy="45650"/>
              </a:xfrm>
              <a:custGeom>
                <a:rect b="b" l="l" r="r" t="t"/>
                <a:pathLst>
                  <a:path extrusionOk="0" h="1826" w="5139">
                    <a:moveTo>
                      <a:pt x="1220" y="432"/>
                    </a:moveTo>
                    <a:cubicBezTo>
                      <a:pt x="2283" y="648"/>
                      <a:pt x="3347" y="845"/>
                      <a:pt x="4410" y="1023"/>
                    </a:cubicBezTo>
                    <a:lnTo>
                      <a:pt x="4410" y="1023"/>
                    </a:lnTo>
                    <a:cubicBezTo>
                      <a:pt x="4360" y="1069"/>
                      <a:pt x="4310" y="1115"/>
                      <a:pt x="4261" y="1165"/>
                    </a:cubicBezTo>
                    <a:cubicBezTo>
                      <a:pt x="4161" y="1240"/>
                      <a:pt x="4086" y="1340"/>
                      <a:pt x="3985" y="1390"/>
                    </a:cubicBezTo>
                    <a:cubicBezTo>
                      <a:pt x="3984" y="1391"/>
                      <a:pt x="3983" y="1392"/>
                      <a:pt x="3982" y="1393"/>
                    </a:cubicBezTo>
                    <a:lnTo>
                      <a:pt x="3982" y="1393"/>
                    </a:lnTo>
                    <a:cubicBezTo>
                      <a:pt x="3644" y="1390"/>
                      <a:pt x="3233" y="1234"/>
                      <a:pt x="2908" y="1165"/>
                    </a:cubicBezTo>
                    <a:cubicBezTo>
                      <a:pt x="2193" y="1022"/>
                      <a:pt x="1495" y="879"/>
                      <a:pt x="786" y="736"/>
                    </a:cubicBezTo>
                    <a:lnTo>
                      <a:pt x="786" y="736"/>
                    </a:lnTo>
                    <a:cubicBezTo>
                      <a:pt x="933" y="638"/>
                      <a:pt x="1077" y="537"/>
                      <a:pt x="1220" y="432"/>
                    </a:cubicBezTo>
                    <a:close/>
                    <a:moveTo>
                      <a:pt x="1189" y="0"/>
                    </a:moveTo>
                    <a:cubicBezTo>
                      <a:pt x="1154" y="0"/>
                      <a:pt x="1116" y="11"/>
                      <a:pt x="1078" y="37"/>
                    </a:cubicBezTo>
                    <a:lnTo>
                      <a:pt x="151" y="664"/>
                    </a:lnTo>
                    <a:cubicBezTo>
                      <a:pt x="0" y="764"/>
                      <a:pt x="0" y="1014"/>
                      <a:pt x="201" y="1039"/>
                    </a:cubicBezTo>
                    <a:cubicBezTo>
                      <a:pt x="1203" y="1240"/>
                      <a:pt x="2206" y="1440"/>
                      <a:pt x="3183" y="1641"/>
                    </a:cubicBezTo>
                    <a:cubicBezTo>
                      <a:pt x="3403" y="1685"/>
                      <a:pt x="3739" y="1825"/>
                      <a:pt x="3987" y="1825"/>
                    </a:cubicBezTo>
                    <a:cubicBezTo>
                      <a:pt x="4022" y="1825"/>
                      <a:pt x="4055" y="1823"/>
                      <a:pt x="4086" y="1816"/>
                    </a:cubicBezTo>
                    <a:cubicBezTo>
                      <a:pt x="4411" y="1741"/>
                      <a:pt x="4762" y="1265"/>
                      <a:pt x="5038" y="1039"/>
                    </a:cubicBezTo>
                    <a:cubicBezTo>
                      <a:pt x="5138" y="939"/>
                      <a:pt x="5088" y="714"/>
                      <a:pt x="4938" y="689"/>
                    </a:cubicBezTo>
                    <a:cubicBezTo>
                      <a:pt x="3722" y="490"/>
                      <a:pt x="2483" y="267"/>
                      <a:pt x="1267" y="20"/>
                    </a:cubicBezTo>
                    <a:lnTo>
                      <a:pt x="1267" y="20"/>
                    </a:lnTo>
                    <a:cubicBezTo>
                      <a:pt x="1243" y="7"/>
                      <a:pt x="1217" y="0"/>
                      <a:pt x="11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21"/>
              <p:cNvSpPr/>
              <p:nvPr/>
            </p:nvSpPr>
            <p:spPr>
              <a:xfrm>
                <a:off x="4000050" y="3947800"/>
                <a:ext cx="168900" cy="42975"/>
              </a:xfrm>
              <a:custGeom>
                <a:rect b="b" l="l" r="r" t="t"/>
                <a:pathLst>
                  <a:path extrusionOk="0" h="1719" w="6756">
                    <a:moveTo>
                      <a:pt x="294" y="0"/>
                    </a:moveTo>
                    <a:cubicBezTo>
                      <a:pt x="86" y="0"/>
                      <a:pt x="1" y="342"/>
                      <a:pt x="230" y="411"/>
                    </a:cubicBezTo>
                    <a:cubicBezTo>
                      <a:pt x="2260" y="937"/>
                      <a:pt x="4315" y="1388"/>
                      <a:pt x="6396" y="1714"/>
                    </a:cubicBezTo>
                    <a:cubicBezTo>
                      <a:pt x="6410" y="1717"/>
                      <a:pt x="6425" y="1718"/>
                      <a:pt x="6438" y="1718"/>
                    </a:cubicBezTo>
                    <a:cubicBezTo>
                      <a:pt x="6660" y="1718"/>
                      <a:pt x="6755" y="1360"/>
                      <a:pt x="6496" y="1313"/>
                    </a:cubicBezTo>
                    <a:cubicBezTo>
                      <a:pt x="4416" y="987"/>
                      <a:pt x="2386" y="536"/>
                      <a:pt x="355" y="10"/>
                    </a:cubicBezTo>
                    <a:cubicBezTo>
                      <a:pt x="334" y="3"/>
                      <a:pt x="314" y="0"/>
                      <a:pt x="2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21"/>
              <p:cNvSpPr/>
              <p:nvPr/>
            </p:nvSpPr>
            <p:spPr>
              <a:xfrm>
                <a:off x="4198150" y="3990650"/>
                <a:ext cx="13800" cy="10675"/>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21"/>
              <p:cNvSpPr/>
              <p:nvPr/>
            </p:nvSpPr>
            <p:spPr>
              <a:xfrm>
                <a:off x="4215075" y="3986250"/>
                <a:ext cx="283850" cy="742525"/>
              </a:xfrm>
              <a:custGeom>
                <a:rect b="b" l="l" r="r" t="t"/>
                <a:pathLst>
                  <a:path extrusionOk="0" h="29701" w="11354">
                    <a:moveTo>
                      <a:pt x="3083" y="1"/>
                    </a:moveTo>
                    <a:lnTo>
                      <a:pt x="0" y="2758"/>
                    </a:lnTo>
                    <a:lnTo>
                      <a:pt x="9449" y="29700"/>
                    </a:lnTo>
                    <a:lnTo>
                      <a:pt x="11354" y="25439"/>
                    </a:lnTo>
                    <a:lnTo>
                      <a:pt x="308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21"/>
              <p:cNvSpPr/>
              <p:nvPr/>
            </p:nvSpPr>
            <p:spPr>
              <a:xfrm>
                <a:off x="4209550" y="3981350"/>
                <a:ext cx="295025" cy="753075"/>
              </a:xfrm>
              <a:custGeom>
                <a:rect b="b" l="l" r="r" t="t"/>
                <a:pathLst>
                  <a:path extrusionOk="0" h="30123" w="11801">
                    <a:moveTo>
                      <a:pt x="3202" y="574"/>
                    </a:moveTo>
                    <a:cubicBezTo>
                      <a:pt x="5876" y="8769"/>
                      <a:pt x="8549" y="16964"/>
                      <a:pt x="11199" y="25159"/>
                    </a:cubicBezTo>
                    <a:cubicBezTo>
                      <a:pt x="11241" y="25286"/>
                      <a:pt x="11318" y="25430"/>
                      <a:pt x="11357" y="25577"/>
                    </a:cubicBezTo>
                    <a:lnTo>
                      <a:pt x="11357" y="25577"/>
                    </a:lnTo>
                    <a:cubicBezTo>
                      <a:pt x="11355" y="25586"/>
                      <a:pt x="11352" y="25597"/>
                      <a:pt x="11349" y="25610"/>
                    </a:cubicBezTo>
                    <a:cubicBezTo>
                      <a:pt x="11299" y="25836"/>
                      <a:pt x="11148" y="26061"/>
                      <a:pt x="11073" y="26262"/>
                    </a:cubicBezTo>
                    <a:lnTo>
                      <a:pt x="9695" y="29346"/>
                    </a:lnTo>
                    <a:lnTo>
                      <a:pt x="9695" y="29346"/>
                    </a:lnTo>
                    <a:cubicBezTo>
                      <a:pt x="6996" y="21642"/>
                      <a:pt x="4273" y="13914"/>
                      <a:pt x="1574" y="6187"/>
                    </a:cubicBezTo>
                    <a:cubicBezTo>
                      <a:pt x="1212" y="5148"/>
                      <a:pt x="826" y="4085"/>
                      <a:pt x="462" y="3022"/>
                    </a:cubicBezTo>
                    <a:lnTo>
                      <a:pt x="462" y="3022"/>
                    </a:lnTo>
                    <a:cubicBezTo>
                      <a:pt x="1375" y="2199"/>
                      <a:pt x="2289" y="1395"/>
                      <a:pt x="3202" y="574"/>
                    </a:cubicBezTo>
                    <a:close/>
                    <a:moveTo>
                      <a:pt x="3312" y="0"/>
                    </a:moveTo>
                    <a:cubicBezTo>
                      <a:pt x="3259" y="0"/>
                      <a:pt x="3202" y="22"/>
                      <a:pt x="3153" y="71"/>
                    </a:cubicBezTo>
                    <a:cubicBezTo>
                      <a:pt x="2126" y="974"/>
                      <a:pt x="1098" y="1901"/>
                      <a:pt x="71" y="2803"/>
                    </a:cubicBezTo>
                    <a:cubicBezTo>
                      <a:pt x="66" y="2807"/>
                      <a:pt x="62" y="2811"/>
                      <a:pt x="57" y="2816"/>
                    </a:cubicBezTo>
                    <a:lnTo>
                      <a:pt x="57" y="2816"/>
                    </a:lnTo>
                    <a:cubicBezTo>
                      <a:pt x="29" y="2842"/>
                      <a:pt x="9" y="2876"/>
                      <a:pt x="6" y="2917"/>
                    </a:cubicBezTo>
                    <a:lnTo>
                      <a:pt x="6" y="2917"/>
                    </a:lnTo>
                    <a:cubicBezTo>
                      <a:pt x="1" y="2957"/>
                      <a:pt x="11" y="2997"/>
                      <a:pt x="31" y="3033"/>
                    </a:cubicBezTo>
                    <a:lnTo>
                      <a:pt x="31" y="3033"/>
                    </a:lnTo>
                    <a:cubicBezTo>
                      <a:pt x="2784" y="10918"/>
                      <a:pt x="5563" y="18778"/>
                      <a:pt x="8316" y="26663"/>
                    </a:cubicBezTo>
                    <a:cubicBezTo>
                      <a:pt x="8692" y="27766"/>
                      <a:pt x="9093" y="28868"/>
                      <a:pt x="9469" y="29971"/>
                    </a:cubicBezTo>
                    <a:cubicBezTo>
                      <a:pt x="9499" y="30060"/>
                      <a:pt x="9599" y="30123"/>
                      <a:pt x="9691" y="30123"/>
                    </a:cubicBezTo>
                    <a:cubicBezTo>
                      <a:pt x="9755" y="30123"/>
                      <a:pt x="9815" y="30093"/>
                      <a:pt x="9845" y="30021"/>
                    </a:cubicBezTo>
                    <a:cubicBezTo>
                      <a:pt x="10321" y="28944"/>
                      <a:pt x="10798" y="27866"/>
                      <a:pt x="11299" y="26788"/>
                    </a:cubicBezTo>
                    <a:cubicBezTo>
                      <a:pt x="11474" y="26337"/>
                      <a:pt x="11800" y="25911"/>
                      <a:pt x="11725" y="25435"/>
                    </a:cubicBezTo>
                    <a:cubicBezTo>
                      <a:pt x="11675" y="24934"/>
                      <a:pt x="11399" y="24382"/>
                      <a:pt x="11224" y="23906"/>
                    </a:cubicBezTo>
                    <a:cubicBezTo>
                      <a:pt x="10923" y="22904"/>
                      <a:pt x="10597" y="21901"/>
                      <a:pt x="10271" y="20898"/>
                    </a:cubicBezTo>
                    <a:cubicBezTo>
                      <a:pt x="8467" y="15410"/>
                      <a:pt x="6687" y="9921"/>
                      <a:pt x="4908" y="4432"/>
                    </a:cubicBezTo>
                    <a:cubicBezTo>
                      <a:pt x="4432" y="3004"/>
                      <a:pt x="3981" y="1575"/>
                      <a:pt x="3504" y="147"/>
                    </a:cubicBezTo>
                    <a:cubicBezTo>
                      <a:pt x="3474" y="55"/>
                      <a:pt x="3396" y="0"/>
                      <a:pt x="3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21"/>
              <p:cNvSpPr/>
              <p:nvPr/>
            </p:nvSpPr>
            <p:spPr>
              <a:xfrm>
                <a:off x="4258650" y="4044900"/>
                <a:ext cx="25000" cy="35600"/>
              </a:xfrm>
              <a:custGeom>
                <a:rect b="b" l="l" r="r" t="t"/>
                <a:pathLst>
                  <a:path extrusionOk="0" h="1424" w="1000">
                    <a:moveTo>
                      <a:pt x="276" y="1"/>
                    </a:moveTo>
                    <a:cubicBezTo>
                      <a:pt x="140" y="1"/>
                      <a:pt x="0" y="156"/>
                      <a:pt x="87" y="311"/>
                    </a:cubicBezTo>
                    <a:cubicBezTo>
                      <a:pt x="237" y="662"/>
                      <a:pt x="387" y="988"/>
                      <a:pt x="563" y="1314"/>
                    </a:cubicBezTo>
                    <a:cubicBezTo>
                      <a:pt x="602" y="1392"/>
                      <a:pt x="663" y="1424"/>
                      <a:pt x="725" y="1424"/>
                    </a:cubicBezTo>
                    <a:cubicBezTo>
                      <a:pt x="861" y="1424"/>
                      <a:pt x="1000" y="1269"/>
                      <a:pt x="914" y="1113"/>
                    </a:cubicBezTo>
                    <a:cubicBezTo>
                      <a:pt x="763" y="762"/>
                      <a:pt x="588" y="437"/>
                      <a:pt x="438" y="111"/>
                    </a:cubicBezTo>
                    <a:cubicBezTo>
                      <a:pt x="398" y="33"/>
                      <a:pt x="338"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21"/>
              <p:cNvSpPr/>
              <p:nvPr/>
            </p:nvSpPr>
            <p:spPr>
              <a:xfrm>
                <a:off x="4383950" y="4444275"/>
                <a:ext cx="55975" cy="135650"/>
              </a:xfrm>
              <a:custGeom>
                <a:rect b="b" l="l" r="r" t="t"/>
                <a:pathLst>
                  <a:path extrusionOk="0" h="5426" w="2239">
                    <a:moveTo>
                      <a:pt x="259" y="0"/>
                    </a:moveTo>
                    <a:cubicBezTo>
                      <a:pt x="128" y="0"/>
                      <a:pt x="1" y="97"/>
                      <a:pt x="62" y="251"/>
                    </a:cubicBezTo>
                    <a:cubicBezTo>
                      <a:pt x="714" y="1905"/>
                      <a:pt x="1290" y="3585"/>
                      <a:pt x="1792" y="5289"/>
                    </a:cubicBezTo>
                    <a:cubicBezTo>
                      <a:pt x="1820" y="5385"/>
                      <a:pt x="1896" y="5425"/>
                      <a:pt x="1976" y="5425"/>
                    </a:cubicBezTo>
                    <a:cubicBezTo>
                      <a:pt x="2104" y="5425"/>
                      <a:pt x="2239" y="5318"/>
                      <a:pt x="2193" y="5163"/>
                    </a:cubicBezTo>
                    <a:cubicBezTo>
                      <a:pt x="1691" y="3459"/>
                      <a:pt x="1115" y="1780"/>
                      <a:pt x="463" y="126"/>
                    </a:cubicBezTo>
                    <a:cubicBezTo>
                      <a:pt x="424" y="39"/>
                      <a:pt x="341" y="0"/>
                      <a:pt x="2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21"/>
              <p:cNvSpPr/>
              <p:nvPr/>
            </p:nvSpPr>
            <p:spPr>
              <a:xfrm>
                <a:off x="4443125" y="4613450"/>
                <a:ext cx="13200" cy="10675"/>
              </a:xfrm>
              <a:custGeom>
                <a:rect b="b" l="l" r="r" t="t"/>
                <a:pathLst>
                  <a:path extrusionOk="0" h="427" w="528">
                    <a:moveTo>
                      <a:pt x="277" y="0"/>
                    </a:moveTo>
                    <a:cubicBezTo>
                      <a:pt x="1" y="0"/>
                      <a:pt x="1" y="427"/>
                      <a:pt x="277" y="427"/>
                    </a:cubicBezTo>
                    <a:cubicBezTo>
                      <a:pt x="527" y="427"/>
                      <a:pt x="527" y="0"/>
                      <a:pt x="2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21"/>
              <p:cNvSpPr/>
              <p:nvPr/>
            </p:nvSpPr>
            <p:spPr>
              <a:xfrm>
                <a:off x="3569700" y="4093275"/>
                <a:ext cx="347150" cy="419350"/>
              </a:xfrm>
              <a:custGeom>
                <a:rect b="b" l="l" r="r" t="t"/>
                <a:pathLst>
                  <a:path extrusionOk="0" h="16774" w="13886">
                    <a:moveTo>
                      <a:pt x="6570" y="1"/>
                    </a:moveTo>
                    <a:cubicBezTo>
                      <a:pt x="6232" y="1"/>
                      <a:pt x="5859" y="138"/>
                      <a:pt x="5564" y="306"/>
                    </a:cubicBezTo>
                    <a:cubicBezTo>
                      <a:pt x="3058" y="1685"/>
                      <a:pt x="1203" y="4166"/>
                      <a:pt x="527" y="6948"/>
                    </a:cubicBezTo>
                    <a:cubicBezTo>
                      <a:pt x="0" y="9078"/>
                      <a:pt x="326" y="11534"/>
                      <a:pt x="1329" y="13514"/>
                    </a:cubicBezTo>
                    <a:cubicBezTo>
                      <a:pt x="2568" y="15930"/>
                      <a:pt x="5118" y="16773"/>
                      <a:pt x="7712" y="16773"/>
                    </a:cubicBezTo>
                    <a:cubicBezTo>
                      <a:pt x="9210" y="16773"/>
                      <a:pt x="10722" y="16492"/>
                      <a:pt x="12006" y="16071"/>
                    </a:cubicBezTo>
                    <a:cubicBezTo>
                      <a:pt x="12482" y="15920"/>
                      <a:pt x="12933" y="15745"/>
                      <a:pt x="13309" y="15419"/>
                    </a:cubicBezTo>
                    <a:cubicBezTo>
                      <a:pt x="13660" y="15093"/>
                      <a:pt x="13885" y="14567"/>
                      <a:pt x="13735" y="14116"/>
                    </a:cubicBezTo>
                    <a:cubicBezTo>
                      <a:pt x="13521" y="13356"/>
                      <a:pt x="12565" y="13203"/>
                      <a:pt x="11761" y="13190"/>
                    </a:cubicBezTo>
                    <a:lnTo>
                      <a:pt x="11761" y="13190"/>
                    </a:lnTo>
                    <a:cubicBezTo>
                      <a:pt x="12515" y="13156"/>
                      <a:pt x="13206" y="12441"/>
                      <a:pt x="13158" y="11660"/>
                    </a:cubicBezTo>
                    <a:cubicBezTo>
                      <a:pt x="13135" y="10947"/>
                      <a:pt x="12458" y="10324"/>
                      <a:pt x="11747" y="10304"/>
                    </a:cubicBezTo>
                    <a:lnTo>
                      <a:pt x="11747" y="10304"/>
                    </a:lnTo>
                    <a:cubicBezTo>
                      <a:pt x="12421" y="10229"/>
                      <a:pt x="13014" y="9643"/>
                      <a:pt x="13058" y="8978"/>
                    </a:cubicBezTo>
                    <a:cubicBezTo>
                      <a:pt x="13128" y="8281"/>
                      <a:pt x="12573" y="7584"/>
                      <a:pt x="11893" y="7426"/>
                    </a:cubicBezTo>
                    <a:lnTo>
                      <a:pt x="11893" y="7426"/>
                    </a:lnTo>
                    <a:cubicBezTo>
                      <a:pt x="11912" y="7427"/>
                      <a:pt x="11930" y="7428"/>
                      <a:pt x="11949" y="7428"/>
                    </a:cubicBezTo>
                    <a:cubicBezTo>
                      <a:pt x="12524" y="7428"/>
                      <a:pt x="13058" y="6844"/>
                      <a:pt x="13058" y="6221"/>
                    </a:cubicBezTo>
                    <a:cubicBezTo>
                      <a:pt x="13033" y="5544"/>
                      <a:pt x="12507" y="4968"/>
                      <a:pt x="11880" y="4667"/>
                    </a:cubicBezTo>
                    <a:cubicBezTo>
                      <a:pt x="11254" y="4391"/>
                      <a:pt x="10552" y="4366"/>
                      <a:pt x="9875" y="4366"/>
                    </a:cubicBezTo>
                    <a:cubicBezTo>
                      <a:pt x="8522" y="4366"/>
                      <a:pt x="7168" y="4467"/>
                      <a:pt x="5815" y="4642"/>
                    </a:cubicBezTo>
                    <a:cubicBezTo>
                      <a:pt x="6266" y="3639"/>
                      <a:pt x="6692" y="2662"/>
                      <a:pt x="7143" y="1660"/>
                    </a:cubicBezTo>
                    <a:cubicBezTo>
                      <a:pt x="7344" y="1233"/>
                      <a:pt x="7519" y="682"/>
                      <a:pt x="7244" y="306"/>
                    </a:cubicBezTo>
                    <a:cubicBezTo>
                      <a:pt x="7078" y="85"/>
                      <a:pt x="6835" y="1"/>
                      <a:pt x="6570"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21"/>
              <p:cNvSpPr/>
              <p:nvPr/>
            </p:nvSpPr>
            <p:spPr>
              <a:xfrm>
                <a:off x="3566575" y="4088250"/>
                <a:ext cx="357050" cy="429700"/>
              </a:xfrm>
              <a:custGeom>
                <a:rect b="b" l="l" r="r" t="t"/>
                <a:pathLst>
                  <a:path extrusionOk="0" h="17188" w="14282">
                    <a:moveTo>
                      <a:pt x="6594" y="396"/>
                    </a:moveTo>
                    <a:cubicBezTo>
                      <a:pt x="6636" y="396"/>
                      <a:pt x="6677" y="399"/>
                      <a:pt x="6717" y="407"/>
                    </a:cubicBezTo>
                    <a:cubicBezTo>
                      <a:pt x="7745" y="607"/>
                      <a:pt x="7093" y="1735"/>
                      <a:pt x="6917" y="2136"/>
                    </a:cubicBezTo>
                    <a:cubicBezTo>
                      <a:pt x="6542" y="3013"/>
                      <a:pt x="6140" y="3866"/>
                      <a:pt x="5765" y="4743"/>
                    </a:cubicBezTo>
                    <a:cubicBezTo>
                      <a:pt x="5717" y="4861"/>
                      <a:pt x="5759" y="5046"/>
                      <a:pt x="5911" y="5046"/>
                    </a:cubicBezTo>
                    <a:cubicBezTo>
                      <a:pt x="5920" y="5046"/>
                      <a:pt x="5930" y="5045"/>
                      <a:pt x="5940" y="5043"/>
                    </a:cubicBezTo>
                    <a:cubicBezTo>
                      <a:pt x="7168" y="4893"/>
                      <a:pt x="8371" y="4793"/>
                      <a:pt x="9599" y="4793"/>
                    </a:cubicBezTo>
                    <a:cubicBezTo>
                      <a:pt x="9824" y="4783"/>
                      <a:pt x="10058" y="4772"/>
                      <a:pt x="10293" y="4772"/>
                    </a:cubicBezTo>
                    <a:cubicBezTo>
                      <a:pt x="10633" y="4772"/>
                      <a:pt x="10977" y="4794"/>
                      <a:pt x="11303" y="4868"/>
                    </a:cubicBezTo>
                    <a:cubicBezTo>
                      <a:pt x="11679" y="4968"/>
                      <a:pt x="12080" y="5094"/>
                      <a:pt x="12381" y="5369"/>
                    </a:cubicBezTo>
                    <a:cubicBezTo>
                      <a:pt x="12811" y="5775"/>
                      <a:pt x="13628" y="7412"/>
                      <a:pt x="12097" y="7412"/>
                    </a:cubicBezTo>
                    <a:cubicBezTo>
                      <a:pt x="12047" y="7412"/>
                      <a:pt x="11994" y="7410"/>
                      <a:pt x="11939" y="7406"/>
                    </a:cubicBezTo>
                    <a:lnTo>
                      <a:pt x="11939" y="7406"/>
                    </a:lnTo>
                    <a:cubicBezTo>
                      <a:pt x="11928" y="7404"/>
                      <a:pt x="11916" y="7402"/>
                      <a:pt x="11905" y="7399"/>
                    </a:cubicBezTo>
                    <a:lnTo>
                      <a:pt x="11905" y="7399"/>
                    </a:lnTo>
                    <a:cubicBezTo>
                      <a:pt x="11905" y="7401"/>
                      <a:pt x="11904" y="7402"/>
                      <a:pt x="11904" y="7404"/>
                    </a:cubicBezTo>
                    <a:lnTo>
                      <a:pt x="11904" y="7404"/>
                    </a:lnTo>
                    <a:cubicBezTo>
                      <a:pt x="11888" y="7402"/>
                      <a:pt x="11872" y="7401"/>
                      <a:pt x="11855" y="7399"/>
                    </a:cubicBezTo>
                    <a:cubicBezTo>
                      <a:pt x="11848" y="7399"/>
                      <a:pt x="11841" y="7398"/>
                      <a:pt x="11835" y="7398"/>
                    </a:cubicBezTo>
                    <a:cubicBezTo>
                      <a:pt x="11625" y="7398"/>
                      <a:pt x="11562" y="7776"/>
                      <a:pt x="11805" y="7800"/>
                    </a:cubicBezTo>
                    <a:cubicBezTo>
                      <a:pt x="11822" y="7804"/>
                      <a:pt x="11840" y="7808"/>
                      <a:pt x="11857" y="7812"/>
                    </a:cubicBezTo>
                    <a:lnTo>
                      <a:pt x="11857" y="7812"/>
                    </a:lnTo>
                    <a:cubicBezTo>
                      <a:pt x="11856" y="7816"/>
                      <a:pt x="11856" y="7821"/>
                      <a:pt x="11855" y="7825"/>
                    </a:cubicBezTo>
                    <a:cubicBezTo>
                      <a:pt x="11880" y="7828"/>
                      <a:pt x="11906" y="7830"/>
                      <a:pt x="11931" y="7831"/>
                    </a:cubicBezTo>
                    <a:lnTo>
                      <a:pt x="11931" y="7831"/>
                    </a:lnTo>
                    <a:cubicBezTo>
                      <a:pt x="13234" y="8204"/>
                      <a:pt x="13172" y="10062"/>
                      <a:pt x="11824" y="10286"/>
                    </a:cubicBezTo>
                    <a:lnTo>
                      <a:pt x="11824" y="10286"/>
                    </a:lnTo>
                    <a:cubicBezTo>
                      <a:pt x="11809" y="10282"/>
                      <a:pt x="11794" y="10281"/>
                      <a:pt x="11777" y="10281"/>
                    </a:cubicBezTo>
                    <a:cubicBezTo>
                      <a:pt x="11770" y="10281"/>
                      <a:pt x="11762" y="10281"/>
                      <a:pt x="11755" y="10282"/>
                    </a:cubicBezTo>
                    <a:cubicBezTo>
                      <a:pt x="11723" y="10282"/>
                      <a:pt x="11695" y="10287"/>
                      <a:pt x="11670" y="10296"/>
                    </a:cubicBezTo>
                    <a:lnTo>
                      <a:pt x="11670" y="10296"/>
                    </a:lnTo>
                    <a:cubicBezTo>
                      <a:pt x="11652" y="10301"/>
                      <a:pt x="11633" y="10305"/>
                      <a:pt x="11615" y="10306"/>
                    </a:cubicBezTo>
                    <a:lnTo>
                      <a:pt x="11615" y="10306"/>
                    </a:lnTo>
                    <a:cubicBezTo>
                      <a:pt x="11611" y="10306"/>
                      <a:pt x="11608" y="10307"/>
                      <a:pt x="11604" y="10307"/>
                    </a:cubicBezTo>
                    <a:cubicBezTo>
                      <a:pt x="11361" y="10331"/>
                      <a:pt x="11330" y="10709"/>
                      <a:pt x="11580" y="10709"/>
                    </a:cubicBezTo>
                    <a:cubicBezTo>
                      <a:pt x="11588" y="10709"/>
                      <a:pt x="11596" y="10708"/>
                      <a:pt x="11604" y="10708"/>
                    </a:cubicBezTo>
                    <a:lnTo>
                      <a:pt x="11755" y="10708"/>
                    </a:lnTo>
                    <a:cubicBezTo>
                      <a:pt x="13409" y="10808"/>
                      <a:pt x="13384" y="13089"/>
                      <a:pt x="11755" y="13189"/>
                    </a:cubicBezTo>
                    <a:cubicBezTo>
                      <a:pt x="11504" y="13189"/>
                      <a:pt x="11479" y="13590"/>
                      <a:pt x="11755" y="13590"/>
                    </a:cubicBezTo>
                    <a:cubicBezTo>
                      <a:pt x="12131" y="13615"/>
                      <a:pt x="12506" y="13590"/>
                      <a:pt x="12857" y="13715"/>
                    </a:cubicBezTo>
                    <a:cubicBezTo>
                      <a:pt x="13985" y="14116"/>
                      <a:pt x="13785" y="15244"/>
                      <a:pt x="12832" y="15770"/>
                    </a:cubicBezTo>
                    <a:cubicBezTo>
                      <a:pt x="12331" y="16046"/>
                      <a:pt x="11704" y="16196"/>
                      <a:pt x="11153" y="16347"/>
                    </a:cubicBezTo>
                    <a:cubicBezTo>
                      <a:pt x="10000" y="16622"/>
                      <a:pt x="8822" y="16773"/>
                      <a:pt x="7619" y="16773"/>
                    </a:cubicBezTo>
                    <a:cubicBezTo>
                      <a:pt x="5063" y="16723"/>
                      <a:pt x="2607" y="15720"/>
                      <a:pt x="1479" y="13289"/>
                    </a:cubicBezTo>
                    <a:cubicBezTo>
                      <a:pt x="75" y="10307"/>
                      <a:pt x="451" y="6798"/>
                      <a:pt x="2206" y="4066"/>
                    </a:cubicBezTo>
                    <a:cubicBezTo>
                      <a:pt x="3033" y="2763"/>
                      <a:pt x="4186" y="1610"/>
                      <a:pt x="5514" y="858"/>
                    </a:cubicBezTo>
                    <a:cubicBezTo>
                      <a:pt x="5807" y="678"/>
                      <a:pt x="6222" y="396"/>
                      <a:pt x="6594" y="396"/>
                    </a:cubicBezTo>
                    <a:close/>
                    <a:moveTo>
                      <a:pt x="6759" y="1"/>
                    </a:moveTo>
                    <a:cubicBezTo>
                      <a:pt x="6113" y="1"/>
                      <a:pt x="5322" y="453"/>
                      <a:pt x="4887" y="733"/>
                    </a:cubicBezTo>
                    <a:cubicBezTo>
                      <a:pt x="2331" y="2437"/>
                      <a:pt x="501" y="5369"/>
                      <a:pt x="226" y="8477"/>
                    </a:cubicBezTo>
                    <a:cubicBezTo>
                      <a:pt x="0" y="11259"/>
                      <a:pt x="877" y="14567"/>
                      <a:pt x="3409" y="16096"/>
                    </a:cubicBezTo>
                    <a:cubicBezTo>
                      <a:pt x="4719" y="16885"/>
                      <a:pt x="6251" y="17188"/>
                      <a:pt x="7793" y="17188"/>
                    </a:cubicBezTo>
                    <a:cubicBezTo>
                      <a:pt x="8847" y="17188"/>
                      <a:pt x="9906" y="17047"/>
                      <a:pt x="10902" y="16823"/>
                    </a:cubicBezTo>
                    <a:cubicBezTo>
                      <a:pt x="11980" y="16572"/>
                      <a:pt x="13810" y="16221"/>
                      <a:pt x="14085" y="14918"/>
                    </a:cubicBezTo>
                    <a:cubicBezTo>
                      <a:pt x="14282" y="13919"/>
                      <a:pt x="13551" y="13466"/>
                      <a:pt x="12734" y="13288"/>
                    </a:cubicBezTo>
                    <a:lnTo>
                      <a:pt x="12734" y="13288"/>
                    </a:lnTo>
                    <a:cubicBezTo>
                      <a:pt x="13729" y="12618"/>
                      <a:pt x="13653" y="11028"/>
                      <a:pt x="12506" y="10472"/>
                    </a:cubicBezTo>
                    <a:lnTo>
                      <a:pt x="12506" y="10472"/>
                    </a:lnTo>
                    <a:cubicBezTo>
                      <a:pt x="13536" y="9889"/>
                      <a:pt x="13650" y="8378"/>
                      <a:pt x="12647" y="7696"/>
                    </a:cubicBezTo>
                    <a:lnTo>
                      <a:pt x="12647" y="7696"/>
                    </a:lnTo>
                    <a:cubicBezTo>
                      <a:pt x="13548" y="7242"/>
                      <a:pt x="13529" y="5773"/>
                      <a:pt x="12657" y="5043"/>
                    </a:cubicBezTo>
                    <a:cubicBezTo>
                      <a:pt x="12005" y="4492"/>
                      <a:pt x="11153" y="4392"/>
                      <a:pt x="10351" y="4367"/>
                    </a:cubicBezTo>
                    <a:cubicBezTo>
                      <a:pt x="10130" y="4359"/>
                      <a:pt x="9910" y="4356"/>
                      <a:pt x="9689" y="4356"/>
                    </a:cubicBezTo>
                    <a:cubicBezTo>
                      <a:pt x="8551" y="4356"/>
                      <a:pt x="7416" y="4451"/>
                      <a:pt x="6294" y="4595"/>
                    </a:cubicBezTo>
                    <a:lnTo>
                      <a:pt x="6294" y="4595"/>
                    </a:lnTo>
                    <a:cubicBezTo>
                      <a:pt x="6678" y="3729"/>
                      <a:pt x="7090" y="2845"/>
                      <a:pt x="7444" y="1961"/>
                    </a:cubicBezTo>
                    <a:cubicBezTo>
                      <a:pt x="7619" y="1560"/>
                      <a:pt x="7820" y="1084"/>
                      <a:pt x="7669" y="657"/>
                    </a:cubicBezTo>
                    <a:cubicBezTo>
                      <a:pt x="7498" y="171"/>
                      <a:pt x="7156" y="1"/>
                      <a:pt x="6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21"/>
              <p:cNvSpPr/>
              <p:nvPr/>
            </p:nvSpPr>
            <p:spPr>
              <a:xfrm>
                <a:off x="3701275" y="4271975"/>
                <a:ext cx="173575" cy="18200"/>
              </a:xfrm>
              <a:custGeom>
                <a:rect b="b" l="l" r="r" t="t"/>
                <a:pathLst>
                  <a:path extrusionOk="0" h="728" w="6943">
                    <a:moveTo>
                      <a:pt x="6667" y="0"/>
                    </a:moveTo>
                    <a:cubicBezTo>
                      <a:pt x="4537" y="176"/>
                      <a:pt x="2407" y="276"/>
                      <a:pt x="276" y="301"/>
                    </a:cubicBezTo>
                    <a:cubicBezTo>
                      <a:pt x="1" y="301"/>
                      <a:pt x="1" y="727"/>
                      <a:pt x="276" y="727"/>
                    </a:cubicBezTo>
                    <a:cubicBezTo>
                      <a:pt x="2407" y="677"/>
                      <a:pt x="4537" y="577"/>
                      <a:pt x="6667" y="426"/>
                    </a:cubicBezTo>
                    <a:cubicBezTo>
                      <a:pt x="6943" y="401"/>
                      <a:pt x="6943" y="0"/>
                      <a:pt x="666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21"/>
              <p:cNvSpPr/>
              <p:nvPr/>
            </p:nvSpPr>
            <p:spPr>
              <a:xfrm>
                <a:off x="3703800" y="4345250"/>
                <a:ext cx="172925" cy="17050"/>
              </a:xfrm>
              <a:custGeom>
                <a:rect b="b" l="l" r="r" t="t"/>
                <a:pathLst>
                  <a:path extrusionOk="0" h="682" w="6917">
                    <a:moveTo>
                      <a:pt x="6689" y="0"/>
                    </a:moveTo>
                    <a:cubicBezTo>
                      <a:pt x="6682" y="0"/>
                      <a:pt x="6674" y="1"/>
                      <a:pt x="6667" y="2"/>
                    </a:cubicBezTo>
                    <a:cubicBezTo>
                      <a:pt x="4954" y="183"/>
                      <a:pt x="3242" y="267"/>
                      <a:pt x="1516" y="267"/>
                    </a:cubicBezTo>
                    <a:cubicBezTo>
                      <a:pt x="1095" y="267"/>
                      <a:pt x="673" y="262"/>
                      <a:pt x="250" y="252"/>
                    </a:cubicBezTo>
                    <a:cubicBezTo>
                      <a:pt x="243" y="252"/>
                      <a:pt x="236" y="251"/>
                      <a:pt x="230" y="251"/>
                    </a:cubicBezTo>
                    <a:cubicBezTo>
                      <a:pt x="0" y="251"/>
                      <a:pt x="7" y="653"/>
                      <a:pt x="250" y="653"/>
                    </a:cubicBezTo>
                    <a:cubicBezTo>
                      <a:pt x="779" y="672"/>
                      <a:pt x="1305" y="681"/>
                      <a:pt x="1831" y="681"/>
                    </a:cubicBezTo>
                    <a:cubicBezTo>
                      <a:pt x="3450" y="681"/>
                      <a:pt x="5058" y="592"/>
                      <a:pt x="6667" y="403"/>
                    </a:cubicBezTo>
                    <a:cubicBezTo>
                      <a:pt x="6910" y="378"/>
                      <a:pt x="6917" y="0"/>
                      <a:pt x="66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21"/>
              <p:cNvSpPr/>
              <p:nvPr/>
            </p:nvSpPr>
            <p:spPr>
              <a:xfrm>
                <a:off x="3720700" y="4416675"/>
                <a:ext cx="159600" cy="23250"/>
              </a:xfrm>
              <a:custGeom>
                <a:rect b="b" l="l" r="r" t="t"/>
                <a:pathLst>
                  <a:path extrusionOk="0" h="930" w="6384">
                    <a:moveTo>
                      <a:pt x="6038" y="1"/>
                    </a:moveTo>
                    <a:cubicBezTo>
                      <a:pt x="6031" y="1"/>
                      <a:pt x="6023" y="1"/>
                      <a:pt x="6016" y="2"/>
                    </a:cubicBezTo>
                    <a:cubicBezTo>
                      <a:pt x="4111" y="303"/>
                      <a:pt x="2181" y="453"/>
                      <a:pt x="276" y="503"/>
                    </a:cubicBezTo>
                    <a:cubicBezTo>
                      <a:pt x="1" y="503"/>
                      <a:pt x="1" y="929"/>
                      <a:pt x="276" y="929"/>
                    </a:cubicBezTo>
                    <a:cubicBezTo>
                      <a:pt x="2231" y="879"/>
                      <a:pt x="4186" y="704"/>
                      <a:pt x="6116" y="403"/>
                    </a:cubicBezTo>
                    <a:cubicBezTo>
                      <a:pt x="6383" y="378"/>
                      <a:pt x="6273" y="1"/>
                      <a:pt x="603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21"/>
              <p:cNvSpPr/>
              <p:nvPr/>
            </p:nvSpPr>
            <p:spPr>
              <a:xfrm>
                <a:off x="3606975" y="4336975"/>
                <a:ext cx="39500" cy="81125"/>
              </a:xfrm>
              <a:custGeom>
                <a:rect b="b" l="l" r="r" t="t"/>
                <a:pathLst>
                  <a:path extrusionOk="0" h="3245" w="1580">
                    <a:moveTo>
                      <a:pt x="204" y="1"/>
                    </a:moveTo>
                    <a:cubicBezTo>
                      <a:pt x="101" y="1"/>
                      <a:pt x="1" y="69"/>
                      <a:pt x="13" y="207"/>
                    </a:cubicBezTo>
                    <a:cubicBezTo>
                      <a:pt x="63" y="1310"/>
                      <a:pt x="464" y="2313"/>
                      <a:pt x="1166" y="3165"/>
                    </a:cubicBezTo>
                    <a:cubicBezTo>
                      <a:pt x="1210" y="3221"/>
                      <a:pt x="1260" y="3245"/>
                      <a:pt x="1308" y="3245"/>
                    </a:cubicBezTo>
                    <a:cubicBezTo>
                      <a:pt x="1453" y="3245"/>
                      <a:pt x="1580" y="3033"/>
                      <a:pt x="1467" y="2864"/>
                    </a:cubicBezTo>
                    <a:cubicBezTo>
                      <a:pt x="840" y="2112"/>
                      <a:pt x="489" y="1185"/>
                      <a:pt x="414" y="207"/>
                    </a:cubicBezTo>
                    <a:cubicBezTo>
                      <a:pt x="414" y="69"/>
                      <a:pt x="308" y="1"/>
                      <a:pt x="2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21"/>
              <p:cNvSpPr/>
              <p:nvPr/>
            </p:nvSpPr>
            <p:spPr>
              <a:xfrm>
                <a:off x="3652400" y="4424225"/>
                <a:ext cx="13825" cy="10675"/>
              </a:xfrm>
              <a:custGeom>
                <a:rect b="b" l="l" r="r" t="t"/>
                <a:pathLst>
                  <a:path extrusionOk="0" h="427" w="553">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21"/>
              <p:cNvSpPr/>
              <p:nvPr/>
            </p:nvSpPr>
            <p:spPr>
              <a:xfrm>
                <a:off x="4099775" y="3199900"/>
                <a:ext cx="1626600" cy="1402150"/>
              </a:xfrm>
              <a:custGeom>
                <a:rect b="b" l="l" r="r" t="t"/>
                <a:pathLst>
                  <a:path extrusionOk="0" h="56086" w="65064">
                    <a:moveTo>
                      <a:pt x="53134" y="1"/>
                    </a:moveTo>
                    <a:lnTo>
                      <a:pt x="47344" y="4888"/>
                    </a:lnTo>
                    <a:cubicBezTo>
                      <a:pt x="47344" y="4888"/>
                      <a:pt x="45941" y="18221"/>
                      <a:pt x="38848" y="30427"/>
                    </a:cubicBezTo>
                    <a:cubicBezTo>
                      <a:pt x="33041" y="40475"/>
                      <a:pt x="22380" y="41372"/>
                      <a:pt x="18760" y="41372"/>
                    </a:cubicBezTo>
                    <a:cubicBezTo>
                      <a:pt x="17974" y="41372"/>
                      <a:pt x="17519" y="41329"/>
                      <a:pt x="17519" y="41329"/>
                    </a:cubicBezTo>
                    <a:cubicBezTo>
                      <a:pt x="14908" y="38857"/>
                      <a:pt x="10932" y="36876"/>
                      <a:pt x="8860" y="36876"/>
                    </a:cubicBezTo>
                    <a:cubicBezTo>
                      <a:pt x="8327" y="36876"/>
                      <a:pt x="7920" y="37007"/>
                      <a:pt x="7695" y="37294"/>
                    </a:cubicBezTo>
                    <a:cubicBezTo>
                      <a:pt x="6617" y="38698"/>
                      <a:pt x="10351" y="41029"/>
                      <a:pt x="10351" y="41029"/>
                    </a:cubicBezTo>
                    <a:cubicBezTo>
                      <a:pt x="10351" y="41029"/>
                      <a:pt x="9703" y="41353"/>
                      <a:pt x="8387" y="41353"/>
                    </a:cubicBezTo>
                    <a:cubicBezTo>
                      <a:pt x="7665" y="41353"/>
                      <a:pt x="6742" y="41255"/>
                      <a:pt x="5615" y="40953"/>
                    </a:cubicBezTo>
                    <a:cubicBezTo>
                      <a:pt x="3656" y="40433"/>
                      <a:pt x="2109" y="39652"/>
                      <a:pt x="1167" y="39652"/>
                    </a:cubicBezTo>
                    <a:cubicBezTo>
                      <a:pt x="565" y="39652"/>
                      <a:pt x="210" y="39970"/>
                      <a:pt x="151" y="40878"/>
                    </a:cubicBezTo>
                    <a:cubicBezTo>
                      <a:pt x="1" y="43209"/>
                      <a:pt x="4737" y="44838"/>
                      <a:pt x="4737" y="44838"/>
                    </a:cubicBezTo>
                    <a:cubicBezTo>
                      <a:pt x="4737" y="44838"/>
                      <a:pt x="3642" y="44581"/>
                      <a:pt x="2522" y="44581"/>
                    </a:cubicBezTo>
                    <a:cubicBezTo>
                      <a:pt x="1350" y="44581"/>
                      <a:pt x="151" y="44863"/>
                      <a:pt x="151" y="46016"/>
                    </a:cubicBezTo>
                    <a:cubicBezTo>
                      <a:pt x="151" y="47398"/>
                      <a:pt x="1674" y="48046"/>
                      <a:pt x="2855" y="48341"/>
                    </a:cubicBezTo>
                    <a:lnTo>
                      <a:pt x="2855" y="48341"/>
                    </a:lnTo>
                    <a:cubicBezTo>
                      <a:pt x="2806" y="48339"/>
                      <a:pt x="2757" y="48338"/>
                      <a:pt x="2707" y="48338"/>
                    </a:cubicBezTo>
                    <a:cubicBezTo>
                      <a:pt x="1782" y="48338"/>
                      <a:pt x="835" y="48686"/>
                      <a:pt x="1179" y="50227"/>
                    </a:cubicBezTo>
                    <a:cubicBezTo>
                      <a:pt x="1634" y="52351"/>
                      <a:pt x="3940" y="52609"/>
                      <a:pt x="5036" y="52609"/>
                    </a:cubicBezTo>
                    <a:cubicBezTo>
                      <a:pt x="5388" y="52609"/>
                      <a:pt x="5615" y="52583"/>
                      <a:pt x="5615" y="52583"/>
                    </a:cubicBezTo>
                    <a:lnTo>
                      <a:pt x="5615" y="52583"/>
                    </a:lnTo>
                    <a:cubicBezTo>
                      <a:pt x="4913" y="53911"/>
                      <a:pt x="4737" y="55740"/>
                      <a:pt x="8722" y="56066"/>
                    </a:cubicBezTo>
                    <a:cubicBezTo>
                      <a:pt x="8897" y="56080"/>
                      <a:pt x="9074" y="56086"/>
                      <a:pt x="9252" y="56086"/>
                    </a:cubicBezTo>
                    <a:cubicBezTo>
                      <a:pt x="13119" y="56086"/>
                      <a:pt x="17745" y="53109"/>
                      <a:pt x="17745" y="53109"/>
                    </a:cubicBezTo>
                    <a:cubicBezTo>
                      <a:pt x="17745" y="53109"/>
                      <a:pt x="19561" y="53264"/>
                      <a:pt x="22436" y="53264"/>
                    </a:cubicBezTo>
                    <a:cubicBezTo>
                      <a:pt x="29485" y="53264"/>
                      <a:pt x="42898" y="52329"/>
                      <a:pt x="51480" y="45866"/>
                    </a:cubicBezTo>
                    <a:cubicBezTo>
                      <a:pt x="63535" y="36743"/>
                      <a:pt x="64963" y="19324"/>
                      <a:pt x="64963" y="19324"/>
                    </a:cubicBezTo>
                    <a:cubicBezTo>
                      <a:pt x="65013" y="15815"/>
                      <a:pt x="65064" y="12206"/>
                      <a:pt x="63710" y="8998"/>
                    </a:cubicBezTo>
                    <a:cubicBezTo>
                      <a:pt x="62482" y="6066"/>
                      <a:pt x="60151" y="3710"/>
                      <a:pt x="57470" y="2031"/>
                    </a:cubicBezTo>
                    <a:cubicBezTo>
                      <a:pt x="54788" y="327"/>
                      <a:pt x="53134" y="1"/>
                      <a:pt x="53134"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21"/>
              <p:cNvSpPr/>
              <p:nvPr/>
            </p:nvSpPr>
            <p:spPr>
              <a:xfrm>
                <a:off x="4074800" y="3194150"/>
                <a:ext cx="1655950" cy="1411875"/>
              </a:xfrm>
              <a:custGeom>
                <a:rect b="b" l="l" r="r" t="t"/>
                <a:pathLst>
                  <a:path extrusionOk="0" h="56475" w="66238">
                    <a:moveTo>
                      <a:pt x="54140" y="1"/>
                    </a:moveTo>
                    <a:cubicBezTo>
                      <a:pt x="53919" y="1"/>
                      <a:pt x="53823" y="361"/>
                      <a:pt x="54083" y="431"/>
                    </a:cubicBezTo>
                    <a:cubicBezTo>
                      <a:pt x="55687" y="782"/>
                      <a:pt x="57266" y="1710"/>
                      <a:pt x="58644" y="2612"/>
                    </a:cubicBezTo>
                    <a:cubicBezTo>
                      <a:pt x="60799" y="4015"/>
                      <a:pt x="62704" y="5870"/>
                      <a:pt x="63957" y="8151"/>
                    </a:cubicBezTo>
                    <a:cubicBezTo>
                      <a:pt x="65411" y="10782"/>
                      <a:pt x="65737" y="13765"/>
                      <a:pt x="65762" y="16722"/>
                    </a:cubicBezTo>
                    <a:cubicBezTo>
                      <a:pt x="65787" y="17825"/>
                      <a:pt x="65812" y="18928"/>
                      <a:pt x="65687" y="20030"/>
                    </a:cubicBezTo>
                    <a:cubicBezTo>
                      <a:pt x="65060" y="25544"/>
                      <a:pt x="63306" y="31108"/>
                      <a:pt x="60674" y="35970"/>
                    </a:cubicBezTo>
                    <a:cubicBezTo>
                      <a:pt x="58594" y="39805"/>
                      <a:pt x="55837" y="43289"/>
                      <a:pt x="52353" y="45895"/>
                    </a:cubicBezTo>
                    <a:cubicBezTo>
                      <a:pt x="49020" y="48427"/>
                      <a:pt x="45085" y="50056"/>
                      <a:pt x="41050" y="51133"/>
                    </a:cubicBezTo>
                    <a:cubicBezTo>
                      <a:pt x="35464" y="52665"/>
                      <a:pt x="29619" y="53286"/>
                      <a:pt x="23817" y="53286"/>
                    </a:cubicBezTo>
                    <a:cubicBezTo>
                      <a:pt x="22876" y="53286"/>
                      <a:pt x="21937" y="53270"/>
                      <a:pt x="21000" y="53239"/>
                    </a:cubicBezTo>
                    <a:cubicBezTo>
                      <a:pt x="20456" y="53218"/>
                      <a:pt x="19848" y="53118"/>
                      <a:pt x="19292" y="53118"/>
                    </a:cubicBezTo>
                    <a:cubicBezTo>
                      <a:pt x="19156" y="53118"/>
                      <a:pt x="19023" y="53124"/>
                      <a:pt x="18894" y="53138"/>
                    </a:cubicBezTo>
                    <a:cubicBezTo>
                      <a:pt x="18268" y="53214"/>
                      <a:pt x="17691" y="53740"/>
                      <a:pt x="17115" y="54016"/>
                    </a:cubicBezTo>
                    <a:cubicBezTo>
                      <a:pt x="15059" y="55092"/>
                      <a:pt x="12669" y="56098"/>
                      <a:pt x="10294" y="56098"/>
                    </a:cubicBezTo>
                    <a:cubicBezTo>
                      <a:pt x="10237" y="56098"/>
                      <a:pt x="10180" y="56097"/>
                      <a:pt x="10122" y="56096"/>
                    </a:cubicBezTo>
                    <a:cubicBezTo>
                      <a:pt x="9095" y="56071"/>
                      <a:pt x="7340" y="55945"/>
                      <a:pt x="6664" y="54943"/>
                    </a:cubicBezTo>
                    <a:cubicBezTo>
                      <a:pt x="6238" y="54316"/>
                      <a:pt x="6463" y="53564"/>
                      <a:pt x="6789" y="52938"/>
                    </a:cubicBezTo>
                    <a:cubicBezTo>
                      <a:pt x="6837" y="52819"/>
                      <a:pt x="6771" y="52610"/>
                      <a:pt x="6636" y="52610"/>
                    </a:cubicBezTo>
                    <a:cubicBezTo>
                      <a:pt x="6629" y="52610"/>
                      <a:pt x="6621" y="52611"/>
                      <a:pt x="6614" y="52612"/>
                    </a:cubicBezTo>
                    <a:cubicBezTo>
                      <a:pt x="6412" y="52633"/>
                      <a:pt x="6202" y="52644"/>
                      <a:pt x="5987" y="52644"/>
                    </a:cubicBezTo>
                    <a:cubicBezTo>
                      <a:pt x="4660" y="52644"/>
                      <a:pt x="3183" y="52213"/>
                      <a:pt x="2579" y="50983"/>
                    </a:cubicBezTo>
                    <a:cubicBezTo>
                      <a:pt x="2006" y="49838"/>
                      <a:pt x="2397" y="48793"/>
                      <a:pt x="3728" y="48778"/>
                    </a:cubicBezTo>
                    <a:lnTo>
                      <a:pt x="3728" y="48778"/>
                    </a:lnTo>
                    <a:cubicBezTo>
                      <a:pt x="4262" y="48916"/>
                      <a:pt x="4787" y="48994"/>
                      <a:pt x="5210" y="49028"/>
                    </a:cubicBezTo>
                    <a:cubicBezTo>
                      <a:pt x="5217" y="49029"/>
                      <a:pt x="5224" y="49029"/>
                      <a:pt x="5231" y="49029"/>
                    </a:cubicBezTo>
                    <a:cubicBezTo>
                      <a:pt x="5439" y="49029"/>
                      <a:pt x="5479" y="48675"/>
                      <a:pt x="5260" y="48602"/>
                    </a:cubicBezTo>
                    <a:cubicBezTo>
                      <a:pt x="4844" y="48478"/>
                      <a:pt x="4361" y="48392"/>
                      <a:pt x="3894" y="48384"/>
                    </a:cubicBezTo>
                    <a:lnTo>
                      <a:pt x="3894" y="48384"/>
                    </a:lnTo>
                    <a:cubicBezTo>
                      <a:pt x="2544" y="48051"/>
                      <a:pt x="1016" y="47325"/>
                      <a:pt x="1401" y="45970"/>
                    </a:cubicBezTo>
                    <a:cubicBezTo>
                      <a:pt x="1612" y="45192"/>
                      <a:pt x="2489" y="44969"/>
                      <a:pt x="3430" y="44969"/>
                    </a:cubicBezTo>
                    <a:cubicBezTo>
                      <a:pt x="4277" y="44969"/>
                      <a:pt x="5176" y="45150"/>
                      <a:pt x="5686" y="45269"/>
                    </a:cubicBezTo>
                    <a:cubicBezTo>
                      <a:pt x="5711" y="45275"/>
                      <a:pt x="5734" y="45279"/>
                      <a:pt x="5756" y="45279"/>
                    </a:cubicBezTo>
                    <a:cubicBezTo>
                      <a:pt x="5977" y="45279"/>
                      <a:pt x="6040" y="44959"/>
                      <a:pt x="5812" y="44868"/>
                    </a:cubicBezTo>
                    <a:cubicBezTo>
                      <a:pt x="4834" y="44542"/>
                      <a:pt x="3882" y="44066"/>
                      <a:pt x="3055" y="43514"/>
                    </a:cubicBezTo>
                    <a:cubicBezTo>
                      <a:pt x="2428" y="43063"/>
                      <a:pt x="1701" y="42512"/>
                      <a:pt x="1451" y="41735"/>
                    </a:cubicBezTo>
                    <a:cubicBezTo>
                      <a:pt x="1137" y="40840"/>
                      <a:pt x="1524" y="40124"/>
                      <a:pt x="2359" y="40124"/>
                    </a:cubicBezTo>
                    <a:cubicBezTo>
                      <a:pt x="2460" y="40124"/>
                      <a:pt x="2566" y="40134"/>
                      <a:pt x="2679" y="40156"/>
                    </a:cubicBezTo>
                    <a:cubicBezTo>
                      <a:pt x="4781" y="40557"/>
                      <a:pt x="7131" y="41891"/>
                      <a:pt x="9384" y="41891"/>
                    </a:cubicBezTo>
                    <a:cubicBezTo>
                      <a:pt x="10085" y="41891"/>
                      <a:pt x="10778" y="41761"/>
                      <a:pt x="11451" y="41434"/>
                    </a:cubicBezTo>
                    <a:cubicBezTo>
                      <a:pt x="11601" y="41359"/>
                      <a:pt x="11576" y="41158"/>
                      <a:pt x="11451" y="41083"/>
                    </a:cubicBezTo>
                    <a:cubicBezTo>
                      <a:pt x="10824" y="40682"/>
                      <a:pt x="10223" y="40231"/>
                      <a:pt x="9696" y="39705"/>
                    </a:cubicBezTo>
                    <a:cubicBezTo>
                      <a:pt x="8944" y="38953"/>
                      <a:pt x="8067" y="37374"/>
                      <a:pt x="9797" y="37324"/>
                    </a:cubicBezTo>
                    <a:cubicBezTo>
                      <a:pt x="9845" y="37322"/>
                      <a:pt x="9894" y="37321"/>
                      <a:pt x="9942" y="37321"/>
                    </a:cubicBezTo>
                    <a:cubicBezTo>
                      <a:pt x="11179" y="37321"/>
                      <a:pt x="12496" y="37920"/>
                      <a:pt x="13581" y="38427"/>
                    </a:cubicBezTo>
                    <a:cubicBezTo>
                      <a:pt x="15060" y="39153"/>
                      <a:pt x="16463" y="40056"/>
                      <a:pt x="17716" y="41108"/>
                    </a:cubicBezTo>
                    <a:cubicBezTo>
                      <a:pt x="18067" y="41434"/>
                      <a:pt x="18268" y="41710"/>
                      <a:pt x="18719" y="41785"/>
                    </a:cubicBezTo>
                    <a:cubicBezTo>
                      <a:pt x="18894" y="41823"/>
                      <a:pt x="19089" y="41835"/>
                      <a:pt x="19283" y="41835"/>
                    </a:cubicBezTo>
                    <a:cubicBezTo>
                      <a:pt x="19477" y="41835"/>
                      <a:pt x="19671" y="41823"/>
                      <a:pt x="19847" y="41810"/>
                    </a:cubicBezTo>
                    <a:cubicBezTo>
                      <a:pt x="21300" y="41810"/>
                      <a:pt x="22779" y="41685"/>
                      <a:pt x="24233" y="41434"/>
                    </a:cubicBezTo>
                    <a:cubicBezTo>
                      <a:pt x="28769" y="40632"/>
                      <a:pt x="33130" y="38652"/>
                      <a:pt x="36438" y="35419"/>
                    </a:cubicBezTo>
                    <a:cubicBezTo>
                      <a:pt x="38794" y="33113"/>
                      <a:pt x="40398" y="30306"/>
                      <a:pt x="41852" y="27399"/>
                    </a:cubicBezTo>
                    <a:cubicBezTo>
                      <a:pt x="43406" y="24216"/>
                      <a:pt x="44709" y="20908"/>
                      <a:pt x="45762" y="17549"/>
                    </a:cubicBezTo>
                    <a:cubicBezTo>
                      <a:pt x="47040" y="13514"/>
                      <a:pt x="48093" y="9329"/>
                      <a:pt x="48544" y="5118"/>
                    </a:cubicBezTo>
                    <a:cubicBezTo>
                      <a:pt x="48556" y="4993"/>
                      <a:pt x="48462" y="4930"/>
                      <a:pt x="48362" y="4930"/>
                    </a:cubicBezTo>
                    <a:cubicBezTo>
                      <a:pt x="48262" y="4930"/>
                      <a:pt x="48155" y="4993"/>
                      <a:pt x="48143" y="5118"/>
                    </a:cubicBezTo>
                    <a:cubicBezTo>
                      <a:pt x="47742" y="8877"/>
                      <a:pt x="46814" y="12612"/>
                      <a:pt x="45737" y="16221"/>
                    </a:cubicBezTo>
                    <a:cubicBezTo>
                      <a:pt x="44659" y="19855"/>
                      <a:pt x="43306" y="23439"/>
                      <a:pt x="41651" y="26848"/>
                    </a:cubicBezTo>
                    <a:cubicBezTo>
                      <a:pt x="40098" y="30005"/>
                      <a:pt x="38368" y="33063"/>
                      <a:pt x="35762" y="35494"/>
                    </a:cubicBezTo>
                    <a:cubicBezTo>
                      <a:pt x="32178" y="38802"/>
                      <a:pt x="27466" y="40682"/>
                      <a:pt x="22629" y="41234"/>
                    </a:cubicBezTo>
                    <a:cubicBezTo>
                      <a:pt x="21726" y="41346"/>
                      <a:pt x="20796" y="41403"/>
                      <a:pt x="19869" y="41403"/>
                    </a:cubicBezTo>
                    <a:cubicBezTo>
                      <a:pt x="19560" y="41403"/>
                      <a:pt x="19252" y="41396"/>
                      <a:pt x="18945" y="41384"/>
                    </a:cubicBezTo>
                    <a:cubicBezTo>
                      <a:pt x="18418" y="41359"/>
                      <a:pt x="18468" y="41208"/>
                      <a:pt x="17992" y="40833"/>
                    </a:cubicBezTo>
                    <a:cubicBezTo>
                      <a:pt x="16839" y="39830"/>
                      <a:pt x="15536" y="38978"/>
                      <a:pt x="14183" y="38276"/>
                    </a:cubicBezTo>
                    <a:cubicBezTo>
                      <a:pt x="13432" y="37884"/>
                      <a:pt x="11367" y="36829"/>
                      <a:pt x="9881" y="36829"/>
                    </a:cubicBezTo>
                    <a:cubicBezTo>
                      <a:pt x="9185" y="36829"/>
                      <a:pt x="8616" y="37060"/>
                      <a:pt x="8368" y="37700"/>
                    </a:cubicBezTo>
                    <a:cubicBezTo>
                      <a:pt x="7847" y="39059"/>
                      <a:pt x="9763" y="40480"/>
                      <a:pt x="10914" y="41222"/>
                    </a:cubicBezTo>
                    <a:lnTo>
                      <a:pt x="10914" y="41222"/>
                    </a:lnTo>
                    <a:cubicBezTo>
                      <a:pt x="10449" y="41384"/>
                      <a:pt x="9942" y="41450"/>
                      <a:pt x="9421" y="41450"/>
                    </a:cubicBezTo>
                    <a:cubicBezTo>
                      <a:pt x="8034" y="41450"/>
                      <a:pt x="6536" y="40982"/>
                      <a:pt x="5411" y="40607"/>
                    </a:cubicBezTo>
                    <a:cubicBezTo>
                      <a:pt x="4732" y="40381"/>
                      <a:pt x="3353" y="39648"/>
                      <a:pt x="2297" y="39648"/>
                    </a:cubicBezTo>
                    <a:cubicBezTo>
                      <a:pt x="1831" y="39648"/>
                      <a:pt x="1428" y="39790"/>
                      <a:pt x="1175" y="40181"/>
                    </a:cubicBezTo>
                    <a:cubicBezTo>
                      <a:pt x="0" y="42038"/>
                      <a:pt x="2220" y="43666"/>
                      <a:pt x="4099" y="44598"/>
                    </a:cubicBezTo>
                    <a:lnTo>
                      <a:pt x="4099" y="44598"/>
                    </a:lnTo>
                    <a:cubicBezTo>
                      <a:pt x="3888" y="44582"/>
                      <a:pt x="3674" y="44572"/>
                      <a:pt x="3460" y="44572"/>
                    </a:cubicBezTo>
                    <a:cubicBezTo>
                      <a:pt x="2267" y="44572"/>
                      <a:pt x="1123" y="44881"/>
                      <a:pt x="949" y="46021"/>
                    </a:cubicBezTo>
                    <a:cubicBezTo>
                      <a:pt x="771" y="47284"/>
                      <a:pt x="1747" y="48062"/>
                      <a:pt x="2900" y="48513"/>
                    </a:cubicBezTo>
                    <a:lnTo>
                      <a:pt x="2900" y="48513"/>
                    </a:lnTo>
                    <a:cubicBezTo>
                      <a:pt x="2232" y="48731"/>
                      <a:pt x="1780" y="49251"/>
                      <a:pt x="1927" y="50256"/>
                    </a:cubicBezTo>
                    <a:cubicBezTo>
                      <a:pt x="2220" y="52241"/>
                      <a:pt x="4197" y="53069"/>
                      <a:pt x="6015" y="53069"/>
                    </a:cubicBezTo>
                    <a:cubicBezTo>
                      <a:pt x="6102" y="53069"/>
                      <a:pt x="6189" y="53067"/>
                      <a:pt x="6276" y="53063"/>
                    </a:cubicBezTo>
                    <a:lnTo>
                      <a:pt x="6276" y="53063"/>
                    </a:lnTo>
                    <a:cubicBezTo>
                      <a:pt x="5205" y="55671"/>
                      <a:pt x="8075" y="56474"/>
                      <a:pt x="10436" y="56474"/>
                    </a:cubicBezTo>
                    <a:cubicBezTo>
                      <a:pt x="11009" y="56474"/>
                      <a:pt x="11553" y="56427"/>
                      <a:pt x="12002" y="56346"/>
                    </a:cubicBezTo>
                    <a:cubicBezTo>
                      <a:pt x="14007" y="55996"/>
                      <a:pt x="15912" y="55143"/>
                      <a:pt x="17691" y="54191"/>
                    </a:cubicBezTo>
                    <a:cubicBezTo>
                      <a:pt x="18024" y="54001"/>
                      <a:pt x="18425" y="53652"/>
                      <a:pt x="18787" y="53532"/>
                    </a:cubicBezTo>
                    <a:lnTo>
                      <a:pt x="18787" y="53532"/>
                    </a:lnTo>
                    <a:cubicBezTo>
                      <a:pt x="18725" y="53564"/>
                      <a:pt x="19055" y="53564"/>
                      <a:pt x="19120" y="53564"/>
                    </a:cubicBezTo>
                    <a:cubicBezTo>
                      <a:pt x="20210" y="53690"/>
                      <a:pt x="21319" y="53727"/>
                      <a:pt x="22428" y="53727"/>
                    </a:cubicBezTo>
                    <a:cubicBezTo>
                      <a:pt x="23537" y="53727"/>
                      <a:pt x="24646" y="53690"/>
                      <a:pt x="25737" y="53665"/>
                    </a:cubicBezTo>
                    <a:cubicBezTo>
                      <a:pt x="29671" y="53564"/>
                      <a:pt x="33581" y="53163"/>
                      <a:pt x="37441" y="52412"/>
                    </a:cubicBezTo>
                    <a:cubicBezTo>
                      <a:pt x="41676" y="51584"/>
                      <a:pt x="45862" y="50306"/>
                      <a:pt x="49621" y="48176"/>
                    </a:cubicBezTo>
                    <a:cubicBezTo>
                      <a:pt x="53506" y="45995"/>
                      <a:pt x="56739" y="42838"/>
                      <a:pt x="59220" y="39178"/>
                    </a:cubicBezTo>
                    <a:cubicBezTo>
                      <a:pt x="62905" y="33715"/>
                      <a:pt x="65135" y="27198"/>
                      <a:pt x="66037" y="20682"/>
                    </a:cubicBezTo>
                    <a:cubicBezTo>
                      <a:pt x="66138" y="19930"/>
                      <a:pt x="66163" y="19203"/>
                      <a:pt x="66188" y="18426"/>
                    </a:cubicBezTo>
                    <a:cubicBezTo>
                      <a:pt x="66238" y="15294"/>
                      <a:pt x="66138" y="12035"/>
                      <a:pt x="64885" y="9128"/>
                    </a:cubicBezTo>
                    <a:cubicBezTo>
                      <a:pt x="63807" y="6547"/>
                      <a:pt x="61902" y="4416"/>
                      <a:pt x="59672" y="2812"/>
                    </a:cubicBezTo>
                    <a:cubicBezTo>
                      <a:pt x="58068" y="1659"/>
                      <a:pt x="56138" y="456"/>
                      <a:pt x="54183" y="5"/>
                    </a:cubicBezTo>
                    <a:cubicBezTo>
                      <a:pt x="54168" y="2"/>
                      <a:pt x="54154" y="1"/>
                      <a:pt x="541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21"/>
              <p:cNvSpPr/>
              <p:nvPr/>
            </p:nvSpPr>
            <p:spPr>
              <a:xfrm>
                <a:off x="4197900" y="4315100"/>
                <a:ext cx="150650" cy="30825"/>
              </a:xfrm>
              <a:custGeom>
                <a:rect b="b" l="l" r="r" t="t"/>
                <a:pathLst>
                  <a:path extrusionOk="0" h="1233" w="6026">
                    <a:moveTo>
                      <a:pt x="315" y="0"/>
                    </a:moveTo>
                    <a:cubicBezTo>
                      <a:pt x="75" y="0"/>
                      <a:pt x="0" y="358"/>
                      <a:pt x="236" y="406"/>
                    </a:cubicBezTo>
                    <a:cubicBezTo>
                      <a:pt x="2066" y="832"/>
                      <a:pt x="3895" y="1107"/>
                      <a:pt x="5750" y="1233"/>
                    </a:cubicBezTo>
                    <a:cubicBezTo>
                      <a:pt x="6025" y="1233"/>
                      <a:pt x="6025" y="832"/>
                      <a:pt x="5750" y="807"/>
                    </a:cubicBezTo>
                    <a:cubicBezTo>
                      <a:pt x="3920" y="681"/>
                      <a:pt x="2141" y="431"/>
                      <a:pt x="361" y="5"/>
                    </a:cubicBezTo>
                    <a:cubicBezTo>
                      <a:pt x="345" y="2"/>
                      <a:pt x="330" y="0"/>
                      <a:pt x="3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21"/>
              <p:cNvSpPr/>
              <p:nvPr/>
            </p:nvSpPr>
            <p:spPr>
              <a:xfrm>
                <a:off x="4169850" y="4403950"/>
                <a:ext cx="201875" cy="27225"/>
              </a:xfrm>
              <a:custGeom>
                <a:rect b="b" l="l" r="r" t="t"/>
                <a:pathLst>
                  <a:path extrusionOk="0" h="1089" w="8075">
                    <a:moveTo>
                      <a:pt x="289" y="0"/>
                    </a:moveTo>
                    <a:cubicBezTo>
                      <a:pt x="65" y="0"/>
                      <a:pt x="1" y="342"/>
                      <a:pt x="230" y="411"/>
                    </a:cubicBezTo>
                    <a:cubicBezTo>
                      <a:pt x="2636" y="1087"/>
                      <a:pt x="5318" y="962"/>
                      <a:pt x="7799" y="1087"/>
                    </a:cubicBezTo>
                    <a:cubicBezTo>
                      <a:pt x="7807" y="1088"/>
                      <a:pt x="7815" y="1088"/>
                      <a:pt x="7822" y="1088"/>
                    </a:cubicBezTo>
                    <a:cubicBezTo>
                      <a:pt x="8075" y="1088"/>
                      <a:pt x="8067" y="685"/>
                      <a:pt x="7799" y="661"/>
                    </a:cubicBezTo>
                    <a:cubicBezTo>
                      <a:pt x="5368" y="536"/>
                      <a:pt x="2711" y="686"/>
                      <a:pt x="355" y="10"/>
                    </a:cubicBezTo>
                    <a:cubicBezTo>
                      <a:pt x="332" y="3"/>
                      <a:pt x="310" y="0"/>
                      <a:pt x="2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21"/>
              <p:cNvSpPr/>
              <p:nvPr/>
            </p:nvSpPr>
            <p:spPr>
              <a:xfrm>
                <a:off x="4230100" y="4492125"/>
                <a:ext cx="161625" cy="28175"/>
              </a:xfrm>
              <a:custGeom>
                <a:rect b="b" l="l" r="r" t="t"/>
                <a:pathLst>
                  <a:path extrusionOk="0" h="1127" w="6465">
                    <a:moveTo>
                      <a:pt x="6193" y="0"/>
                    </a:moveTo>
                    <a:cubicBezTo>
                      <a:pt x="6169" y="0"/>
                      <a:pt x="6143" y="5"/>
                      <a:pt x="6116" y="16"/>
                    </a:cubicBezTo>
                    <a:cubicBezTo>
                      <a:pt x="4491" y="623"/>
                      <a:pt x="2791" y="724"/>
                      <a:pt x="1080" y="724"/>
                    </a:cubicBezTo>
                    <a:cubicBezTo>
                      <a:pt x="812" y="724"/>
                      <a:pt x="544" y="722"/>
                      <a:pt x="276" y="718"/>
                    </a:cubicBezTo>
                    <a:cubicBezTo>
                      <a:pt x="268" y="717"/>
                      <a:pt x="261" y="717"/>
                      <a:pt x="253" y="717"/>
                    </a:cubicBezTo>
                    <a:cubicBezTo>
                      <a:pt x="1" y="717"/>
                      <a:pt x="8" y="1119"/>
                      <a:pt x="276" y="1119"/>
                    </a:cubicBezTo>
                    <a:cubicBezTo>
                      <a:pt x="594" y="1123"/>
                      <a:pt x="912" y="1126"/>
                      <a:pt x="1228" y="1126"/>
                    </a:cubicBezTo>
                    <a:cubicBezTo>
                      <a:pt x="2933" y="1126"/>
                      <a:pt x="4614" y="1030"/>
                      <a:pt x="6241" y="417"/>
                    </a:cubicBezTo>
                    <a:cubicBezTo>
                      <a:pt x="6464" y="328"/>
                      <a:pt x="6390" y="0"/>
                      <a:pt x="619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21"/>
              <p:cNvSpPr/>
              <p:nvPr/>
            </p:nvSpPr>
            <p:spPr>
              <a:xfrm>
                <a:off x="4716325" y="4451550"/>
                <a:ext cx="227550" cy="32875"/>
              </a:xfrm>
              <a:custGeom>
                <a:rect b="b" l="l" r="r" t="t"/>
                <a:pathLst>
                  <a:path extrusionOk="0" h="1315" w="9102">
                    <a:moveTo>
                      <a:pt x="8833" y="1"/>
                    </a:moveTo>
                    <a:cubicBezTo>
                      <a:pt x="8814" y="1"/>
                      <a:pt x="8794" y="4"/>
                      <a:pt x="8772" y="10"/>
                    </a:cubicBezTo>
                    <a:cubicBezTo>
                      <a:pt x="6015" y="887"/>
                      <a:pt x="3108" y="587"/>
                      <a:pt x="276" y="913"/>
                    </a:cubicBezTo>
                    <a:cubicBezTo>
                      <a:pt x="9" y="937"/>
                      <a:pt x="1" y="1315"/>
                      <a:pt x="252" y="1315"/>
                    </a:cubicBezTo>
                    <a:cubicBezTo>
                      <a:pt x="260" y="1315"/>
                      <a:pt x="268" y="1314"/>
                      <a:pt x="276" y="1314"/>
                    </a:cubicBezTo>
                    <a:cubicBezTo>
                      <a:pt x="3133" y="988"/>
                      <a:pt x="6091" y="1288"/>
                      <a:pt x="8873" y="411"/>
                    </a:cubicBezTo>
                    <a:cubicBezTo>
                      <a:pt x="9102" y="342"/>
                      <a:pt x="9037" y="1"/>
                      <a:pt x="883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21"/>
              <p:cNvSpPr/>
              <p:nvPr/>
            </p:nvSpPr>
            <p:spPr>
              <a:xfrm>
                <a:off x="4966325" y="4439275"/>
                <a:ext cx="13175" cy="10050"/>
              </a:xfrm>
              <a:custGeom>
                <a:rect b="b" l="l" r="r" t="t"/>
                <a:pathLst>
                  <a:path extrusionOk="0" h="402" w="527">
                    <a:moveTo>
                      <a:pt x="276" y="0"/>
                    </a:moveTo>
                    <a:cubicBezTo>
                      <a:pt x="0" y="0"/>
                      <a:pt x="0" y="401"/>
                      <a:pt x="276" y="401"/>
                    </a:cubicBezTo>
                    <a:cubicBezTo>
                      <a:pt x="527" y="401"/>
                      <a:pt x="527"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21"/>
              <p:cNvSpPr/>
              <p:nvPr/>
            </p:nvSpPr>
            <p:spPr>
              <a:xfrm>
                <a:off x="4965350" y="4065975"/>
                <a:ext cx="91875" cy="79975"/>
              </a:xfrm>
              <a:custGeom>
                <a:rect b="b" l="l" r="r" t="t"/>
                <a:pathLst>
                  <a:path extrusionOk="0" h="3199" w="3675">
                    <a:moveTo>
                      <a:pt x="3379" y="0"/>
                    </a:moveTo>
                    <a:cubicBezTo>
                      <a:pt x="3327" y="0"/>
                      <a:pt x="3272" y="21"/>
                      <a:pt x="3222" y="70"/>
                    </a:cubicBezTo>
                    <a:cubicBezTo>
                      <a:pt x="2295" y="1072"/>
                      <a:pt x="1267" y="1975"/>
                      <a:pt x="165" y="2802"/>
                    </a:cubicBezTo>
                    <a:cubicBezTo>
                      <a:pt x="1" y="2925"/>
                      <a:pt x="105" y="3198"/>
                      <a:pt x="272" y="3198"/>
                    </a:cubicBezTo>
                    <a:cubicBezTo>
                      <a:pt x="309" y="3198"/>
                      <a:pt x="349" y="3185"/>
                      <a:pt x="390" y="3153"/>
                    </a:cubicBezTo>
                    <a:cubicBezTo>
                      <a:pt x="1518" y="2325"/>
                      <a:pt x="2571" y="1398"/>
                      <a:pt x="3523" y="345"/>
                    </a:cubicBezTo>
                    <a:cubicBezTo>
                      <a:pt x="3674" y="194"/>
                      <a:pt x="3540" y="0"/>
                      <a:pt x="337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21"/>
              <p:cNvSpPr/>
              <p:nvPr/>
            </p:nvSpPr>
            <p:spPr>
              <a:xfrm>
                <a:off x="5055925" y="4035750"/>
                <a:ext cx="13175" cy="10675"/>
              </a:xfrm>
              <a:custGeom>
                <a:rect b="b" l="l" r="r" t="t"/>
                <a:pathLst>
                  <a:path extrusionOk="0" h="427" w="527">
                    <a:moveTo>
                      <a:pt x="276" y="1"/>
                    </a:moveTo>
                    <a:cubicBezTo>
                      <a:pt x="0" y="1"/>
                      <a:pt x="0" y="427"/>
                      <a:pt x="276" y="427"/>
                    </a:cubicBezTo>
                    <a:cubicBezTo>
                      <a:pt x="527" y="427"/>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21"/>
              <p:cNvSpPr/>
              <p:nvPr/>
            </p:nvSpPr>
            <p:spPr>
              <a:xfrm>
                <a:off x="5356300" y="4185100"/>
                <a:ext cx="37600" cy="38425"/>
              </a:xfrm>
              <a:custGeom>
                <a:rect b="b" l="l" r="r" t="t"/>
                <a:pathLst>
                  <a:path extrusionOk="0" h="1537" w="1504">
                    <a:moveTo>
                      <a:pt x="1203" y="1"/>
                    </a:moveTo>
                    <a:cubicBezTo>
                      <a:pt x="1156" y="1"/>
                      <a:pt x="1109" y="20"/>
                      <a:pt x="1068" y="67"/>
                    </a:cubicBezTo>
                    <a:cubicBezTo>
                      <a:pt x="767" y="443"/>
                      <a:pt x="442" y="794"/>
                      <a:pt x="116" y="1169"/>
                    </a:cubicBezTo>
                    <a:cubicBezTo>
                      <a:pt x="0" y="1323"/>
                      <a:pt x="136" y="1536"/>
                      <a:pt x="285" y="1536"/>
                    </a:cubicBezTo>
                    <a:cubicBezTo>
                      <a:pt x="330" y="1536"/>
                      <a:pt x="376" y="1517"/>
                      <a:pt x="417" y="1470"/>
                    </a:cubicBezTo>
                    <a:cubicBezTo>
                      <a:pt x="742" y="1094"/>
                      <a:pt x="1043" y="743"/>
                      <a:pt x="1369" y="367"/>
                    </a:cubicBezTo>
                    <a:cubicBezTo>
                      <a:pt x="1504" y="214"/>
                      <a:pt x="1358" y="1"/>
                      <a:pt x="12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21"/>
              <p:cNvSpPr/>
              <p:nvPr/>
            </p:nvSpPr>
            <p:spPr>
              <a:xfrm>
                <a:off x="5388975" y="4195750"/>
                <a:ext cx="34850" cy="40775"/>
              </a:xfrm>
              <a:custGeom>
                <a:rect b="b" l="l" r="r" t="t"/>
                <a:pathLst>
                  <a:path extrusionOk="0" h="1631" w="1394">
                    <a:moveTo>
                      <a:pt x="1099" y="1"/>
                    </a:moveTo>
                    <a:cubicBezTo>
                      <a:pt x="1052" y="1"/>
                      <a:pt x="1005" y="20"/>
                      <a:pt x="964" y="67"/>
                    </a:cubicBezTo>
                    <a:cubicBezTo>
                      <a:pt x="588" y="418"/>
                      <a:pt x="287" y="844"/>
                      <a:pt x="87" y="1320"/>
                    </a:cubicBezTo>
                    <a:cubicBezTo>
                      <a:pt x="1" y="1475"/>
                      <a:pt x="152" y="1630"/>
                      <a:pt x="287" y="1630"/>
                    </a:cubicBezTo>
                    <a:cubicBezTo>
                      <a:pt x="349" y="1630"/>
                      <a:pt x="407" y="1599"/>
                      <a:pt x="438" y="1520"/>
                    </a:cubicBezTo>
                    <a:cubicBezTo>
                      <a:pt x="638" y="1094"/>
                      <a:pt x="914" y="693"/>
                      <a:pt x="1240" y="368"/>
                    </a:cubicBezTo>
                    <a:cubicBezTo>
                      <a:pt x="1394" y="214"/>
                      <a:pt x="1252" y="1"/>
                      <a:pt x="1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21"/>
              <p:cNvSpPr/>
              <p:nvPr/>
            </p:nvSpPr>
            <p:spPr>
              <a:xfrm>
                <a:off x="4647175" y="4245625"/>
                <a:ext cx="74775" cy="19575"/>
              </a:xfrm>
              <a:custGeom>
                <a:rect b="b" l="l" r="r" t="t"/>
                <a:pathLst>
                  <a:path extrusionOk="0" h="783" w="2991">
                    <a:moveTo>
                      <a:pt x="2739" y="1"/>
                    </a:moveTo>
                    <a:cubicBezTo>
                      <a:pt x="2732" y="1"/>
                      <a:pt x="2724" y="1"/>
                      <a:pt x="2716" y="2"/>
                    </a:cubicBezTo>
                    <a:cubicBezTo>
                      <a:pt x="1889" y="102"/>
                      <a:pt x="1087" y="227"/>
                      <a:pt x="260" y="378"/>
                    </a:cubicBezTo>
                    <a:cubicBezTo>
                      <a:pt x="1" y="425"/>
                      <a:pt x="96" y="783"/>
                      <a:pt x="318" y="783"/>
                    </a:cubicBezTo>
                    <a:cubicBezTo>
                      <a:pt x="331" y="783"/>
                      <a:pt x="346" y="782"/>
                      <a:pt x="360" y="779"/>
                    </a:cubicBezTo>
                    <a:cubicBezTo>
                      <a:pt x="1162" y="628"/>
                      <a:pt x="1939" y="528"/>
                      <a:pt x="2716" y="428"/>
                    </a:cubicBezTo>
                    <a:cubicBezTo>
                      <a:pt x="2960" y="403"/>
                      <a:pt x="2990" y="1"/>
                      <a:pt x="27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21"/>
              <p:cNvSpPr/>
              <p:nvPr/>
            </p:nvSpPr>
            <p:spPr>
              <a:xfrm>
                <a:off x="4740125" y="4236250"/>
                <a:ext cx="13825" cy="10675"/>
              </a:xfrm>
              <a:custGeom>
                <a:rect b="b" l="l" r="r" t="t"/>
                <a:pathLst>
                  <a:path extrusionOk="0" h="427" w="553">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21"/>
              <p:cNvSpPr/>
              <p:nvPr/>
            </p:nvSpPr>
            <p:spPr>
              <a:xfrm>
                <a:off x="4139600" y="4225350"/>
                <a:ext cx="62900" cy="55225"/>
              </a:xfrm>
              <a:custGeom>
                <a:rect b="b" l="l" r="r" t="t"/>
                <a:pathLst>
                  <a:path extrusionOk="0" h="2209" w="2516">
                    <a:moveTo>
                      <a:pt x="276" y="1"/>
                    </a:moveTo>
                    <a:cubicBezTo>
                      <a:pt x="140" y="1"/>
                      <a:pt x="1" y="156"/>
                      <a:pt x="87" y="311"/>
                    </a:cubicBezTo>
                    <a:cubicBezTo>
                      <a:pt x="513" y="1164"/>
                      <a:pt x="1240" y="1815"/>
                      <a:pt x="2092" y="2191"/>
                    </a:cubicBezTo>
                    <a:cubicBezTo>
                      <a:pt x="2122" y="2203"/>
                      <a:pt x="2152" y="2209"/>
                      <a:pt x="2181" y="2209"/>
                    </a:cubicBezTo>
                    <a:cubicBezTo>
                      <a:pt x="2385" y="2209"/>
                      <a:pt x="2515" y="1925"/>
                      <a:pt x="2317" y="1815"/>
                    </a:cubicBezTo>
                    <a:cubicBezTo>
                      <a:pt x="1490" y="1464"/>
                      <a:pt x="864" y="888"/>
                      <a:pt x="438" y="111"/>
                    </a:cubicBezTo>
                    <a:cubicBezTo>
                      <a:pt x="399" y="33"/>
                      <a:pt x="338"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21"/>
              <p:cNvSpPr/>
              <p:nvPr/>
            </p:nvSpPr>
            <p:spPr>
              <a:xfrm>
                <a:off x="4217575" y="4275100"/>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21"/>
              <p:cNvSpPr/>
              <p:nvPr/>
            </p:nvSpPr>
            <p:spPr>
              <a:xfrm>
                <a:off x="4191900" y="4476200"/>
                <a:ext cx="82075" cy="12025"/>
              </a:xfrm>
              <a:custGeom>
                <a:rect b="b" l="l" r="r" t="t"/>
                <a:pathLst>
                  <a:path extrusionOk="0" h="481" w="3283">
                    <a:moveTo>
                      <a:pt x="253" y="1"/>
                    </a:moveTo>
                    <a:cubicBezTo>
                      <a:pt x="0" y="1"/>
                      <a:pt x="8" y="403"/>
                      <a:pt x="275" y="428"/>
                    </a:cubicBezTo>
                    <a:cubicBezTo>
                      <a:pt x="833" y="459"/>
                      <a:pt x="1400" y="480"/>
                      <a:pt x="1965" y="480"/>
                    </a:cubicBezTo>
                    <a:cubicBezTo>
                      <a:pt x="2314" y="480"/>
                      <a:pt x="2663" y="472"/>
                      <a:pt x="3007" y="453"/>
                    </a:cubicBezTo>
                    <a:cubicBezTo>
                      <a:pt x="3275" y="453"/>
                      <a:pt x="3283" y="51"/>
                      <a:pt x="3030" y="51"/>
                    </a:cubicBezTo>
                    <a:cubicBezTo>
                      <a:pt x="3023" y="51"/>
                      <a:pt x="3015" y="51"/>
                      <a:pt x="3007" y="52"/>
                    </a:cubicBezTo>
                    <a:cubicBezTo>
                      <a:pt x="2677" y="61"/>
                      <a:pt x="2343" y="67"/>
                      <a:pt x="2009" y="67"/>
                    </a:cubicBezTo>
                    <a:cubicBezTo>
                      <a:pt x="1430" y="67"/>
                      <a:pt x="847" y="49"/>
                      <a:pt x="275" y="2"/>
                    </a:cubicBezTo>
                    <a:cubicBezTo>
                      <a:pt x="268" y="1"/>
                      <a:pt x="260" y="1"/>
                      <a:pt x="2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21"/>
              <p:cNvSpPr/>
              <p:nvPr/>
            </p:nvSpPr>
            <p:spPr>
              <a:xfrm>
                <a:off x="4292125" y="4473100"/>
                <a:ext cx="13825" cy="10675"/>
              </a:xfrm>
              <a:custGeom>
                <a:rect b="b" l="l" r="r" t="t"/>
                <a:pathLst>
                  <a:path extrusionOk="0" h="427" w="553">
                    <a:moveTo>
                      <a:pt x="277" y="0"/>
                    </a:moveTo>
                    <a:cubicBezTo>
                      <a:pt x="1" y="0"/>
                      <a:pt x="1" y="426"/>
                      <a:pt x="277" y="426"/>
                    </a:cubicBezTo>
                    <a:cubicBezTo>
                      <a:pt x="552" y="426"/>
                      <a:pt x="552" y="0"/>
                      <a:pt x="2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21"/>
              <p:cNvSpPr/>
              <p:nvPr/>
            </p:nvSpPr>
            <p:spPr>
              <a:xfrm>
                <a:off x="4766575" y="4345125"/>
                <a:ext cx="23850" cy="27575"/>
              </a:xfrm>
              <a:custGeom>
                <a:rect b="b" l="l" r="r" t="t"/>
                <a:pathLst>
                  <a:path extrusionOk="0" h="1103" w="954">
                    <a:moveTo>
                      <a:pt x="651" y="1"/>
                    </a:moveTo>
                    <a:cubicBezTo>
                      <a:pt x="606" y="1"/>
                      <a:pt x="561" y="18"/>
                      <a:pt x="522" y="57"/>
                    </a:cubicBezTo>
                    <a:cubicBezTo>
                      <a:pt x="296" y="282"/>
                      <a:pt x="146" y="533"/>
                      <a:pt x="45" y="834"/>
                    </a:cubicBezTo>
                    <a:cubicBezTo>
                      <a:pt x="0" y="1000"/>
                      <a:pt x="128" y="1103"/>
                      <a:pt x="253" y="1103"/>
                    </a:cubicBezTo>
                    <a:cubicBezTo>
                      <a:pt x="336" y="1103"/>
                      <a:pt x="417" y="1058"/>
                      <a:pt x="446" y="959"/>
                    </a:cubicBezTo>
                    <a:cubicBezTo>
                      <a:pt x="522" y="733"/>
                      <a:pt x="647" y="533"/>
                      <a:pt x="797" y="357"/>
                    </a:cubicBezTo>
                    <a:cubicBezTo>
                      <a:pt x="953" y="202"/>
                      <a:pt x="807" y="1"/>
                      <a:pt x="6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21"/>
              <p:cNvSpPr/>
              <p:nvPr/>
            </p:nvSpPr>
            <p:spPr>
              <a:xfrm>
                <a:off x="4791025" y="4345025"/>
                <a:ext cx="22100" cy="31850"/>
              </a:xfrm>
              <a:custGeom>
                <a:rect b="b" l="l" r="r" t="t"/>
                <a:pathLst>
                  <a:path extrusionOk="0" h="1274" w="884">
                    <a:moveTo>
                      <a:pt x="597" y="1"/>
                    </a:moveTo>
                    <a:cubicBezTo>
                      <a:pt x="535" y="1"/>
                      <a:pt x="477" y="33"/>
                      <a:pt x="446" y="111"/>
                    </a:cubicBezTo>
                    <a:cubicBezTo>
                      <a:pt x="321" y="387"/>
                      <a:pt x="195" y="662"/>
                      <a:pt x="70" y="963"/>
                    </a:cubicBezTo>
                    <a:cubicBezTo>
                      <a:pt x="1" y="1118"/>
                      <a:pt x="158" y="1273"/>
                      <a:pt x="295" y="1273"/>
                    </a:cubicBezTo>
                    <a:cubicBezTo>
                      <a:pt x="357" y="1273"/>
                      <a:pt x="415" y="1242"/>
                      <a:pt x="446" y="1163"/>
                    </a:cubicBezTo>
                    <a:cubicBezTo>
                      <a:pt x="571" y="888"/>
                      <a:pt x="672" y="612"/>
                      <a:pt x="797" y="311"/>
                    </a:cubicBezTo>
                    <a:cubicBezTo>
                      <a:pt x="883" y="156"/>
                      <a:pt x="732" y="1"/>
                      <a:pt x="59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21"/>
              <p:cNvSpPr/>
              <p:nvPr/>
            </p:nvSpPr>
            <p:spPr>
              <a:xfrm>
                <a:off x="4997025" y="3159800"/>
                <a:ext cx="1009425" cy="1005675"/>
              </a:xfrm>
              <a:custGeom>
                <a:rect b="b" l="l" r="r" t="t"/>
                <a:pathLst>
                  <a:path extrusionOk="0" h="40227" w="40377">
                    <a:moveTo>
                      <a:pt x="12908" y="1"/>
                    </a:moveTo>
                    <a:lnTo>
                      <a:pt x="11504" y="6292"/>
                    </a:lnTo>
                    <a:cubicBezTo>
                      <a:pt x="9625" y="14136"/>
                      <a:pt x="5615" y="21455"/>
                      <a:pt x="0" y="27244"/>
                    </a:cubicBezTo>
                    <a:cubicBezTo>
                      <a:pt x="0" y="27244"/>
                      <a:pt x="18722" y="37946"/>
                      <a:pt x="24863" y="40227"/>
                    </a:cubicBezTo>
                    <a:cubicBezTo>
                      <a:pt x="24863" y="40227"/>
                      <a:pt x="40377" y="10001"/>
                      <a:pt x="17244" y="1605"/>
                    </a:cubicBezTo>
                    <a:lnTo>
                      <a:pt x="1290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21"/>
              <p:cNvSpPr/>
              <p:nvPr/>
            </p:nvSpPr>
            <p:spPr>
              <a:xfrm>
                <a:off x="4990750" y="3154400"/>
                <a:ext cx="779475" cy="1016250"/>
              </a:xfrm>
              <a:custGeom>
                <a:rect b="b" l="l" r="r" t="t"/>
                <a:pathLst>
                  <a:path extrusionOk="0" h="40650" w="31179">
                    <a:moveTo>
                      <a:pt x="24941" y="40341"/>
                    </a:moveTo>
                    <a:lnTo>
                      <a:pt x="24941" y="40341"/>
                    </a:lnTo>
                    <a:cubicBezTo>
                      <a:pt x="24940" y="40342"/>
                      <a:pt x="24939" y="40342"/>
                      <a:pt x="24938" y="40342"/>
                    </a:cubicBezTo>
                    <a:cubicBezTo>
                      <a:pt x="24939" y="40342"/>
                      <a:pt x="24940" y="40342"/>
                      <a:pt x="24941" y="40341"/>
                    </a:cubicBezTo>
                    <a:close/>
                    <a:moveTo>
                      <a:pt x="13150" y="0"/>
                    </a:moveTo>
                    <a:cubicBezTo>
                      <a:pt x="12941" y="0"/>
                      <a:pt x="12886" y="328"/>
                      <a:pt x="13109" y="417"/>
                    </a:cubicBezTo>
                    <a:cubicBezTo>
                      <a:pt x="15490" y="1295"/>
                      <a:pt x="17946" y="2046"/>
                      <a:pt x="20201" y="3224"/>
                    </a:cubicBezTo>
                    <a:cubicBezTo>
                      <a:pt x="23109" y="4703"/>
                      <a:pt x="25640" y="6884"/>
                      <a:pt x="27319" y="9691"/>
                    </a:cubicBezTo>
                    <a:cubicBezTo>
                      <a:pt x="30327" y="14703"/>
                      <a:pt x="30427" y="20869"/>
                      <a:pt x="29475" y="26458"/>
                    </a:cubicBezTo>
                    <a:cubicBezTo>
                      <a:pt x="28723" y="30768"/>
                      <a:pt x="27369" y="34979"/>
                      <a:pt x="25590" y="38964"/>
                    </a:cubicBezTo>
                    <a:cubicBezTo>
                      <a:pt x="25415" y="39340"/>
                      <a:pt x="25264" y="39791"/>
                      <a:pt x="25039" y="40142"/>
                    </a:cubicBezTo>
                    <a:cubicBezTo>
                      <a:pt x="25032" y="40148"/>
                      <a:pt x="25026" y="40163"/>
                      <a:pt x="25019" y="40182"/>
                    </a:cubicBezTo>
                    <a:lnTo>
                      <a:pt x="25019" y="40182"/>
                    </a:lnTo>
                    <a:cubicBezTo>
                      <a:pt x="24942" y="40123"/>
                      <a:pt x="24748" y="40087"/>
                      <a:pt x="24688" y="40042"/>
                    </a:cubicBezTo>
                    <a:cubicBezTo>
                      <a:pt x="24387" y="39891"/>
                      <a:pt x="24036" y="39791"/>
                      <a:pt x="23735" y="39666"/>
                    </a:cubicBezTo>
                    <a:cubicBezTo>
                      <a:pt x="20878" y="38412"/>
                      <a:pt x="18096" y="36959"/>
                      <a:pt x="15314" y="35505"/>
                    </a:cubicBezTo>
                    <a:cubicBezTo>
                      <a:pt x="10356" y="32891"/>
                      <a:pt x="5447" y="30179"/>
                      <a:pt x="586" y="27418"/>
                    </a:cubicBezTo>
                    <a:lnTo>
                      <a:pt x="586" y="27418"/>
                    </a:lnTo>
                    <a:cubicBezTo>
                      <a:pt x="6128" y="21587"/>
                      <a:pt x="10047" y="14391"/>
                      <a:pt x="11956" y="6558"/>
                    </a:cubicBezTo>
                    <a:cubicBezTo>
                      <a:pt x="12001" y="6407"/>
                      <a:pt x="11865" y="6301"/>
                      <a:pt x="11738" y="6301"/>
                    </a:cubicBezTo>
                    <a:cubicBezTo>
                      <a:pt x="11654" y="6301"/>
                      <a:pt x="11575" y="6348"/>
                      <a:pt x="11555" y="6457"/>
                    </a:cubicBezTo>
                    <a:cubicBezTo>
                      <a:pt x="9650" y="14302"/>
                      <a:pt x="5690" y="21495"/>
                      <a:pt x="101" y="27310"/>
                    </a:cubicBezTo>
                    <a:cubicBezTo>
                      <a:pt x="1" y="27410"/>
                      <a:pt x="26" y="27560"/>
                      <a:pt x="126" y="27635"/>
                    </a:cubicBezTo>
                    <a:cubicBezTo>
                      <a:pt x="6542" y="31295"/>
                      <a:pt x="12983" y="34879"/>
                      <a:pt x="19575" y="38162"/>
                    </a:cubicBezTo>
                    <a:cubicBezTo>
                      <a:pt x="21379" y="39039"/>
                      <a:pt x="23184" y="39941"/>
                      <a:pt x="25064" y="40643"/>
                    </a:cubicBezTo>
                    <a:cubicBezTo>
                      <a:pt x="25077" y="40648"/>
                      <a:pt x="25092" y="40650"/>
                      <a:pt x="25108" y="40650"/>
                    </a:cubicBezTo>
                    <a:cubicBezTo>
                      <a:pt x="25181" y="40650"/>
                      <a:pt x="25273" y="40605"/>
                      <a:pt x="25314" y="40543"/>
                    </a:cubicBezTo>
                    <a:cubicBezTo>
                      <a:pt x="27445" y="36382"/>
                      <a:pt x="28923" y="31721"/>
                      <a:pt x="29775" y="27109"/>
                    </a:cubicBezTo>
                    <a:cubicBezTo>
                      <a:pt x="31179" y="19540"/>
                      <a:pt x="30552" y="10969"/>
                      <a:pt x="24412" y="5555"/>
                    </a:cubicBezTo>
                    <a:cubicBezTo>
                      <a:pt x="21204" y="2723"/>
                      <a:pt x="17169" y="1470"/>
                      <a:pt x="13234" y="16"/>
                    </a:cubicBezTo>
                    <a:cubicBezTo>
                      <a:pt x="13204" y="5"/>
                      <a:pt x="13176" y="0"/>
                      <a:pt x="131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21"/>
              <p:cNvSpPr/>
              <p:nvPr/>
            </p:nvSpPr>
            <p:spPr>
              <a:xfrm>
                <a:off x="5115450" y="3611575"/>
                <a:ext cx="612175" cy="432350"/>
              </a:xfrm>
              <a:custGeom>
                <a:rect b="b" l="l" r="r" t="t"/>
                <a:pathLst>
                  <a:path extrusionOk="0" h="17294" w="24487">
                    <a:moveTo>
                      <a:pt x="2106" y="0"/>
                    </a:moveTo>
                    <a:cubicBezTo>
                      <a:pt x="1454" y="1153"/>
                      <a:pt x="752" y="2281"/>
                      <a:pt x="0" y="3358"/>
                    </a:cubicBezTo>
                    <a:cubicBezTo>
                      <a:pt x="151" y="5614"/>
                      <a:pt x="326" y="7870"/>
                      <a:pt x="477" y="10125"/>
                    </a:cubicBezTo>
                    <a:cubicBezTo>
                      <a:pt x="2958" y="8872"/>
                      <a:pt x="5339" y="7494"/>
                      <a:pt x="7644" y="5940"/>
                    </a:cubicBezTo>
                    <a:cubicBezTo>
                      <a:pt x="7679" y="5917"/>
                      <a:pt x="7713" y="5907"/>
                      <a:pt x="7746" y="5907"/>
                    </a:cubicBezTo>
                    <a:cubicBezTo>
                      <a:pt x="7857" y="5907"/>
                      <a:pt x="7951" y="6019"/>
                      <a:pt x="7970" y="6115"/>
                    </a:cubicBezTo>
                    <a:cubicBezTo>
                      <a:pt x="8096" y="7644"/>
                      <a:pt x="8196" y="9173"/>
                      <a:pt x="8321" y="10702"/>
                    </a:cubicBezTo>
                    <a:cubicBezTo>
                      <a:pt x="8371" y="11379"/>
                      <a:pt x="8446" y="12080"/>
                      <a:pt x="8497" y="12757"/>
                    </a:cubicBezTo>
                    <a:cubicBezTo>
                      <a:pt x="8522" y="13083"/>
                      <a:pt x="8446" y="13584"/>
                      <a:pt x="8572" y="13885"/>
                    </a:cubicBezTo>
                    <a:cubicBezTo>
                      <a:pt x="8529" y="14121"/>
                      <a:pt x="8614" y="14247"/>
                      <a:pt x="8844" y="14247"/>
                    </a:cubicBezTo>
                    <a:cubicBezTo>
                      <a:pt x="8883" y="14247"/>
                      <a:pt x="8926" y="14243"/>
                      <a:pt x="8973" y="14236"/>
                    </a:cubicBezTo>
                    <a:cubicBezTo>
                      <a:pt x="9098" y="14186"/>
                      <a:pt x="9198" y="14110"/>
                      <a:pt x="9299" y="14060"/>
                    </a:cubicBezTo>
                    <a:cubicBezTo>
                      <a:pt x="10452" y="13609"/>
                      <a:pt x="11579" y="12732"/>
                      <a:pt x="12607" y="12030"/>
                    </a:cubicBezTo>
                    <a:cubicBezTo>
                      <a:pt x="13735" y="11228"/>
                      <a:pt x="14863" y="10376"/>
                      <a:pt x="15915" y="9474"/>
                    </a:cubicBezTo>
                    <a:cubicBezTo>
                      <a:pt x="15961" y="9443"/>
                      <a:pt x="16012" y="9429"/>
                      <a:pt x="16060" y="9429"/>
                    </a:cubicBezTo>
                    <a:cubicBezTo>
                      <a:pt x="16169" y="9429"/>
                      <a:pt x="16266" y="9502"/>
                      <a:pt x="16266" y="9624"/>
                    </a:cubicBezTo>
                    <a:cubicBezTo>
                      <a:pt x="16341" y="12181"/>
                      <a:pt x="16416" y="14737"/>
                      <a:pt x="16492" y="17293"/>
                    </a:cubicBezTo>
                    <a:cubicBezTo>
                      <a:pt x="19073" y="15614"/>
                      <a:pt x="21504" y="13709"/>
                      <a:pt x="23910" y="11780"/>
                    </a:cubicBezTo>
                    <a:cubicBezTo>
                      <a:pt x="24111" y="10978"/>
                      <a:pt x="24311" y="10125"/>
                      <a:pt x="24487" y="9273"/>
                    </a:cubicBezTo>
                    <a:lnTo>
                      <a:pt x="24487" y="9273"/>
                    </a:lnTo>
                    <a:cubicBezTo>
                      <a:pt x="22657" y="10702"/>
                      <a:pt x="20802" y="12080"/>
                      <a:pt x="18848" y="13359"/>
                    </a:cubicBezTo>
                    <a:cubicBezTo>
                      <a:pt x="18817" y="13374"/>
                      <a:pt x="18785" y="13381"/>
                      <a:pt x="18753" y="13381"/>
                    </a:cubicBezTo>
                    <a:cubicBezTo>
                      <a:pt x="18632" y="13381"/>
                      <a:pt x="18522" y="13277"/>
                      <a:pt x="18522" y="13158"/>
                    </a:cubicBezTo>
                    <a:cubicBezTo>
                      <a:pt x="18447" y="10627"/>
                      <a:pt x="18371" y="8095"/>
                      <a:pt x="18321" y="5539"/>
                    </a:cubicBezTo>
                    <a:cubicBezTo>
                      <a:pt x="17193" y="6491"/>
                      <a:pt x="16015" y="7369"/>
                      <a:pt x="14787" y="8171"/>
                    </a:cubicBezTo>
                    <a:cubicBezTo>
                      <a:pt x="14086" y="8647"/>
                      <a:pt x="13359" y="9098"/>
                      <a:pt x="12607" y="9549"/>
                    </a:cubicBezTo>
                    <a:cubicBezTo>
                      <a:pt x="12272" y="9728"/>
                      <a:pt x="11698" y="10225"/>
                      <a:pt x="11223" y="10225"/>
                    </a:cubicBezTo>
                    <a:cubicBezTo>
                      <a:pt x="11165" y="10225"/>
                      <a:pt x="11108" y="10217"/>
                      <a:pt x="11053" y="10201"/>
                    </a:cubicBezTo>
                    <a:cubicBezTo>
                      <a:pt x="10276" y="9950"/>
                      <a:pt x="10502" y="7995"/>
                      <a:pt x="10452" y="7419"/>
                    </a:cubicBezTo>
                    <a:cubicBezTo>
                      <a:pt x="10301" y="5589"/>
                      <a:pt x="10176" y="3785"/>
                      <a:pt x="10025" y="1980"/>
                    </a:cubicBezTo>
                    <a:cubicBezTo>
                      <a:pt x="7720" y="3509"/>
                      <a:pt x="5314" y="4887"/>
                      <a:pt x="2832" y="6115"/>
                    </a:cubicBezTo>
                    <a:cubicBezTo>
                      <a:pt x="2798" y="6133"/>
                      <a:pt x="2763" y="6141"/>
                      <a:pt x="2731" y="6141"/>
                    </a:cubicBezTo>
                    <a:cubicBezTo>
                      <a:pt x="2621" y="6141"/>
                      <a:pt x="2532" y="6050"/>
                      <a:pt x="2532" y="5915"/>
                    </a:cubicBezTo>
                    <a:cubicBezTo>
                      <a:pt x="2381" y="3960"/>
                      <a:pt x="2256" y="1980"/>
                      <a:pt x="2106" y="0"/>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21"/>
              <p:cNvSpPr/>
              <p:nvPr/>
            </p:nvSpPr>
            <p:spPr>
              <a:xfrm>
                <a:off x="4997025" y="3790125"/>
                <a:ext cx="51400" cy="79600"/>
              </a:xfrm>
              <a:custGeom>
                <a:rect b="b" l="l" r="r" t="t"/>
                <a:pathLst>
                  <a:path extrusionOk="0" h="3184" w="2056">
                    <a:moveTo>
                      <a:pt x="1830" y="1"/>
                    </a:moveTo>
                    <a:cubicBezTo>
                      <a:pt x="1229" y="703"/>
                      <a:pt x="627" y="1379"/>
                      <a:pt x="0" y="2031"/>
                    </a:cubicBezTo>
                    <a:cubicBezTo>
                      <a:pt x="0" y="2031"/>
                      <a:pt x="752" y="2457"/>
                      <a:pt x="2056" y="3184"/>
                    </a:cubicBezTo>
                    <a:cubicBezTo>
                      <a:pt x="1980" y="2131"/>
                      <a:pt x="1905" y="1079"/>
                      <a:pt x="1830"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21"/>
              <p:cNvSpPr/>
              <p:nvPr/>
            </p:nvSpPr>
            <p:spPr>
              <a:xfrm>
                <a:off x="5529600" y="4025100"/>
                <a:ext cx="134125" cy="140375"/>
              </a:xfrm>
              <a:custGeom>
                <a:rect b="b" l="l" r="r" t="t"/>
                <a:pathLst>
                  <a:path extrusionOk="0" h="5615" w="5365">
                    <a:moveTo>
                      <a:pt x="5264" y="1"/>
                    </a:moveTo>
                    <a:cubicBezTo>
                      <a:pt x="3535" y="1379"/>
                      <a:pt x="1780" y="2757"/>
                      <a:pt x="1" y="4061"/>
                    </a:cubicBezTo>
                    <a:cubicBezTo>
                      <a:pt x="1404" y="4712"/>
                      <a:pt x="2632" y="5264"/>
                      <a:pt x="3560" y="5615"/>
                    </a:cubicBezTo>
                    <a:cubicBezTo>
                      <a:pt x="3560" y="5615"/>
                      <a:pt x="4387" y="4036"/>
                      <a:pt x="5364" y="1504"/>
                    </a:cubicBezTo>
                    <a:cubicBezTo>
                      <a:pt x="5314" y="1003"/>
                      <a:pt x="5289" y="502"/>
                      <a:pt x="5264"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21"/>
              <p:cNvSpPr/>
              <p:nvPr/>
            </p:nvSpPr>
            <p:spPr>
              <a:xfrm>
                <a:off x="5362950" y="3976225"/>
                <a:ext cx="90875" cy="112800"/>
              </a:xfrm>
              <a:custGeom>
                <a:rect b="b" l="l" r="r" t="t"/>
                <a:pathLst>
                  <a:path extrusionOk="0" h="4512" w="3635">
                    <a:moveTo>
                      <a:pt x="3509" y="1"/>
                    </a:moveTo>
                    <a:cubicBezTo>
                      <a:pt x="2381" y="928"/>
                      <a:pt x="1228" y="1830"/>
                      <a:pt x="0" y="2632"/>
                    </a:cubicBezTo>
                    <a:cubicBezTo>
                      <a:pt x="1228" y="3284"/>
                      <a:pt x="2456" y="3935"/>
                      <a:pt x="3634" y="4512"/>
                    </a:cubicBezTo>
                    <a:cubicBezTo>
                      <a:pt x="3609" y="3008"/>
                      <a:pt x="3559" y="1504"/>
                      <a:pt x="3509"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21"/>
              <p:cNvSpPr/>
              <p:nvPr/>
            </p:nvSpPr>
            <p:spPr>
              <a:xfrm>
                <a:off x="5050900" y="3709300"/>
                <a:ext cx="657925" cy="411700"/>
              </a:xfrm>
              <a:custGeom>
                <a:rect b="b" l="l" r="r" t="t"/>
                <a:pathLst>
                  <a:path extrusionOk="0" h="16468" w="26317">
                    <a:moveTo>
                      <a:pt x="2206" y="1"/>
                    </a:moveTo>
                    <a:cubicBezTo>
                      <a:pt x="1505" y="978"/>
                      <a:pt x="778" y="1931"/>
                      <a:pt x="1" y="2833"/>
                    </a:cubicBezTo>
                    <a:cubicBezTo>
                      <a:pt x="51" y="2883"/>
                      <a:pt x="76" y="2908"/>
                      <a:pt x="76" y="2983"/>
                    </a:cubicBezTo>
                    <a:cubicBezTo>
                      <a:pt x="151" y="4211"/>
                      <a:pt x="251" y="5439"/>
                      <a:pt x="327" y="6668"/>
                    </a:cubicBezTo>
                    <a:cubicBezTo>
                      <a:pt x="1379" y="7244"/>
                      <a:pt x="2683" y="7996"/>
                      <a:pt x="4161" y="8823"/>
                    </a:cubicBezTo>
                    <a:cubicBezTo>
                      <a:pt x="5389" y="8096"/>
                      <a:pt x="6592" y="7344"/>
                      <a:pt x="7795" y="6567"/>
                    </a:cubicBezTo>
                    <a:cubicBezTo>
                      <a:pt x="7827" y="6542"/>
                      <a:pt x="7861" y="6531"/>
                      <a:pt x="7895" y="6531"/>
                    </a:cubicBezTo>
                    <a:cubicBezTo>
                      <a:pt x="7997" y="6531"/>
                      <a:pt x="8096" y="6630"/>
                      <a:pt x="8096" y="6743"/>
                    </a:cubicBezTo>
                    <a:lnTo>
                      <a:pt x="8447" y="11154"/>
                    </a:lnTo>
                    <a:cubicBezTo>
                      <a:pt x="9650" y="11805"/>
                      <a:pt x="10853" y="12457"/>
                      <a:pt x="12081" y="13109"/>
                    </a:cubicBezTo>
                    <a:cubicBezTo>
                      <a:pt x="12307" y="12933"/>
                      <a:pt x="12507" y="12783"/>
                      <a:pt x="12733" y="12633"/>
                    </a:cubicBezTo>
                    <a:cubicBezTo>
                      <a:pt x="13886" y="11856"/>
                      <a:pt x="14988" y="11003"/>
                      <a:pt x="16041" y="10101"/>
                    </a:cubicBezTo>
                    <a:cubicBezTo>
                      <a:pt x="16091" y="10059"/>
                      <a:pt x="16147" y="10040"/>
                      <a:pt x="16200" y="10040"/>
                    </a:cubicBezTo>
                    <a:cubicBezTo>
                      <a:pt x="16306" y="10040"/>
                      <a:pt x="16400" y="10118"/>
                      <a:pt x="16417" y="10252"/>
                    </a:cubicBezTo>
                    <a:cubicBezTo>
                      <a:pt x="16442" y="11956"/>
                      <a:pt x="16492" y="13685"/>
                      <a:pt x="16542" y="15414"/>
                    </a:cubicBezTo>
                    <a:cubicBezTo>
                      <a:pt x="17294" y="15790"/>
                      <a:pt x="18021" y="16141"/>
                      <a:pt x="18723" y="16467"/>
                    </a:cubicBezTo>
                    <a:cubicBezTo>
                      <a:pt x="20678" y="15089"/>
                      <a:pt x="22557" y="13585"/>
                      <a:pt x="24462" y="12081"/>
                    </a:cubicBezTo>
                    <a:cubicBezTo>
                      <a:pt x="24504" y="12039"/>
                      <a:pt x="24554" y="12020"/>
                      <a:pt x="24603" y="12020"/>
                    </a:cubicBezTo>
                    <a:cubicBezTo>
                      <a:pt x="24702" y="12020"/>
                      <a:pt x="24796" y="12098"/>
                      <a:pt x="24813" y="12232"/>
                    </a:cubicBezTo>
                    <a:cubicBezTo>
                      <a:pt x="24838" y="12532"/>
                      <a:pt x="24838" y="12858"/>
                      <a:pt x="24863" y="13159"/>
                    </a:cubicBezTo>
                    <a:cubicBezTo>
                      <a:pt x="25364" y="11805"/>
                      <a:pt x="25866" y="10252"/>
                      <a:pt x="26317" y="8547"/>
                    </a:cubicBezTo>
                    <a:lnTo>
                      <a:pt x="26317" y="8547"/>
                    </a:lnTo>
                    <a:cubicBezTo>
                      <a:pt x="23936" y="10427"/>
                      <a:pt x="21530" y="12307"/>
                      <a:pt x="18973" y="13961"/>
                    </a:cubicBezTo>
                    <a:cubicBezTo>
                      <a:pt x="18938" y="13978"/>
                      <a:pt x="18902" y="13986"/>
                      <a:pt x="18866" y="13986"/>
                    </a:cubicBezTo>
                    <a:cubicBezTo>
                      <a:pt x="18751" y="13986"/>
                      <a:pt x="18648" y="13901"/>
                      <a:pt x="18648" y="13785"/>
                    </a:cubicBezTo>
                    <a:cubicBezTo>
                      <a:pt x="18597" y="11229"/>
                      <a:pt x="18522" y="8698"/>
                      <a:pt x="18447" y="6141"/>
                    </a:cubicBezTo>
                    <a:cubicBezTo>
                      <a:pt x="17319" y="7094"/>
                      <a:pt x="16141" y="7971"/>
                      <a:pt x="14938" y="8798"/>
                    </a:cubicBezTo>
                    <a:cubicBezTo>
                      <a:pt x="14211" y="9274"/>
                      <a:pt x="13485" y="9725"/>
                      <a:pt x="12733" y="10151"/>
                    </a:cubicBezTo>
                    <a:cubicBezTo>
                      <a:pt x="12404" y="10349"/>
                      <a:pt x="11844" y="10835"/>
                      <a:pt x="11373" y="10835"/>
                    </a:cubicBezTo>
                    <a:cubicBezTo>
                      <a:pt x="11306" y="10835"/>
                      <a:pt x="11241" y="10825"/>
                      <a:pt x="11179" y="10803"/>
                    </a:cubicBezTo>
                    <a:cubicBezTo>
                      <a:pt x="10402" y="10552"/>
                      <a:pt x="10627" y="8597"/>
                      <a:pt x="10577" y="8021"/>
                    </a:cubicBezTo>
                    <a:cubicBezTo>
                      <a:pt x="10452" y="6216"/>
                      <a:pt x="10302" y="4387"/>
                      <a:pt x="10151" y="2582"/>
                    </a:cubicBezTo>
                    <a:cubicBezTo>
                      <a:pt x="7846" y="4111"/>
                      <a:pt x="5465" y="5490"/>
                      <a:pt x="2983" y="6718"/>
                    </a:cubicBezTo>
                    <a:cubicBezTo>
                      <a:pt x="2948" y="6735"/>
                      <a:pt x="2912" y="6743"/>
                      <a:pt x="2876" y="6743"/>
                    </a:cubicBezTo>
                    <a:cubicBezTo>
                      <a:pt x="2761" y="6743"/>
                      <a:pt x="2658" y="6657"/>
                      <a:pt x="2658" y="6542"/>
                    </a:cubicBezTo>
                    <a:cubicBezTo>
                      <a:pt x="2507" y="4362"/>
                      <a:pt x="2357" y="2181"/>
                      <a:pt x="2206"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21"/>
              <p:cNvSpPr/>
              <p:nvPr/>
            </p:nvSpPr>
            <p:spPr>
              <a:xfrm>
                <a:off x="5165575" y="3886625"/>
                <a:ext cx="85850" cy="95900"/>
              </a:xfrm>
              <a:custGeom>
                <a:rect b="b" l="l" r="r" t="t"/>
                <a:pathLst>
                  <a:path extrusionOk="0" h="3836" w="3434">
                    <a:moveTo>
                      <a:pt x="3133" y="1"/>
                    </a:moveTo>
                    <a:cubicBezTo>
                      <a:pt x="2106" y="677"/>
                      <a:pt x="1053" y="1329"/>
                      <a:pt x="0" y="1956"/>
                    </a:cubicBezTo>
                    <a:cubicBezTo>
                      <a:pt x="1078" y="2557"/>
                      <a:pt x="2231" y="3184"/>
                      <a:pt x="3434" y="3835"/>
                    </a:cubicBezTo>
                    <a:cubicBezTo>
                      <a:pt x="3334" y="2557"/>
                      <a:pt x="3233" y="1279"/>
                      <a:pt x="3133" y="1"/>
                    </a:cubicBezTo>
                    <a:close/>
                  </a:path>
                </a:pathLst>
              </a:custGeom>
              <a:solidFill>
                <a:srgbClr val="FFA6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21"/>
              <p:cNvSpPr/>
              <p:nvPr/>
            </p:nvSpPr>
            <p:spPr>
              <a:xfrm>
                <a:off x="5168075" y="3594650"/>
                <a:ext cx="562675" cy="351475"/>
              </a:xfrm>
              <a:custGeom>
                <a:rect b="b" l="l" r="r" t="t"/>
                <a:pathLst>
                  <a:path extrusionOk="0" h="14059" w="22507">
                    <a:moveTo>
                      <a:pt x="377" y="0"/>
                    </a:moveTo>
                    <a:cubicBezTo>
                      <a:pt x="276" y="226"/>
                      <a:pt x="126" y="452"/>
                      <a:pt x="1" y="677"/>
                    </a:cubicBezTo>
                    <a:cubicBezTo>
                      <a:pt x="151" y="2657"/>
                      <a:pt x="276" y="4637"/>
                      <a:pt x="427" y="6592"/>
                    </a:cubicBezTo>
                    <a:cubicBezTo>
                      <a:pt x="427" y="6727"/>
                      <a:pt x="516" y="6818"/>
                      <a:pt x="626" y="6818"/>
                    </a:cubicBezTo>
                    <a:cubicBezTo>
                      <a:pt x="658" y="6818"/>
                      <a:pt x="693" y="6810"/>
                      <a:pt x="727" y="6792"/>
                    </a:cubicBezTo>
                    <a:cubicBezTo>
                      <a:pt x="3209" y="5564"/>
                      <a:pt x="5615" y="4186"/>
                      <a:pt x="7920" y="2657"/>
                    </a:cubicBezTo>
                    <a:cubicBezTo>
                      <a:pt x="8071" y="4462"/>
                      <a:pt x="8196" y="6266"/>
                      <a:pt x="8347" y="8096"/>
                    </a:cubicBezTo>
                    <a:cubicBezTo>
                      <a:pt x="8397" y="8647"/>
                      <a:pt x="8171" y="10627"/>
                      <a:pt x="8948" y="10878"/>
                    </a:cubicBezTo>
                    <a:cubicBezTo>
                      <a:pt x="9003" y="10894"/>
                      <a:pt x="9060" y="10902"/>
                      <a:pt x="9118" y="10902"/>
                    </a:cubicBezTo>
                    <a:cubicBezTo>
                      <a:pt x="9593" y="10902"/>
                      <a:pt x="10167" y="10405"/>
                      <a:pt x="10502" y="10226"/>
                    </a:cubicBezTo>
                    <a:cubicBezTo>
                      <a:pt x="11254" y="9775"/>
                      <a:pt x="11981" y="9324"/>
                      <a:pt x="12682" y="8848"/>
                    </a:cubicBezTo>
                    <a:cubicBezTo>
                      <a:pt x="13910" y="8046"/>
                      <a:pt x="15088" y="7168"/>
                      <a:pt x="16216" y="6216"/>
                    </a:cubicBezTo>
                    <a:cubicBezTo>
                      <a:pt x="16266" y="8772"/>
                      <a:pt x="16342" y="11304"/>
                      <a:pt x="16417" y="13835"/>
                    </a:cubicBezTo>
                    <a:cubicBezTo>
                      <a:pt x="16417" y="13954"/>
                      <a:pt x="16527" y="14058"/>
                      <a:pt x="16648" y="14058"/>
                    </a:cubicBezTo>
                    <a:cubicBezTo>
                      <a:pt x="16680" y="14058"/>
                      <a:pt x="16712" y="14051"/>
                      <a:pt x="16743" y="14036"/>
                    </a:cubicBezTo>
                    <a:cubicBezTo>
                      <a:pt x="18697" y="12757"/>
                      <a:pt x="20552" y="11379"/>
                      <a:pt x="22382" y="9950"/>
                    </a:cubicBezTo>
                    <a:cubicBezTo>
                      <a:pt x="22407" y="9750"/>
                      <a:pt x="22457" y="9524"/>
                      <a:pt x="22507" y="9324"/>
                    </a:cubicBezTo>
                    <a:lnTo>
                      <a:pt x="22507" y="9324"/>
                    </a:lnTo>
                    <a:cubicBezTo>
                      <a:pt x="20652" y="10777"/>
                      <a:pt x="18798" y="12181"/>
                      <a:pt x="16818" y="13459"/>
                    </a:cubicBezTo>
                    <a:cubicBezTo>
                      <a:pt x="16768" y="10903"/>
                      <a:pt x="16692" y="8346"/>
                      <a:pt x="16617" y="5790"/>
                    </a:cubicBezTo>
                    <a:cubicBezTo>
                      <a:pt x="16617" y="5656"/>
                      <a:pt x="16517" y="5578"/>
                      <a:pt x="16413" y="5578"/>
                    </a:cubicBezTo>
                    <a:cubicBezTo>
                      <a:pt x="16361" y="5578"/>
                      <a:pt x="16308" y="5598"/>
                      <a:pt x="16266" y="5640"/>
                    </a:cubicBezTo>
                    <a:cubicBezTo>
                      <a:pt x="15189" y="6542"/>
                      <a:pt x="14086" y="7394"/>
                      <a:pt x="12933" y="8171"/>
                    </a:cubicBezTo>
                    <a:cubicBezTo>
                      <a:pt x="11930" y="8873"/>
                      <a:pt x="10803" y="9750"/>
                      <a:pt x="9650" y="10226"/>
                    </a:cubicBezTo>
                    <a:cubicBezTo>
                      <a:pt x="9550" y="10276"/>
                      <a:pt x="9424" y="10326"/>
                      <a:pt x="9324" y="10401"/>
                    </a:cubicBezTo>
                    <a:cubicBezTo>
                      <a:pt x="9277" y="10409"/>
                      <a:pt x="9235" y="10412"/>
                      <a:pt x="9197" y="10412"/>
                    </a:cubicBezTo>
                    <a:cubicBezTo>
                      <a:pt x="8966" y="10412"/>
                      <a:pt x="8880" y="10283"/>
                      <a:pt x="8923" y="10025"/>
                    </a:cubicBezTo>
                    <a:cubicBezTo>
                      <a:pt x="8798" y="9750"/>
                      <a:pt x="8873" y="9249"/>
                      <a:pt x="8848" y="8923"/>
                    </a:cubicBezTo>
                    <a:cubicBezTo>
                      <a:pt x="8773" y="8221"/>
                      <a:pt x="8722" y="7544"/>
                      <a:pt x="8672" y="6843"/>
                    </a:cubicBezTo>
                    <a:lnTo>
                      <a:pt x="8321" y="2281"/>
                    </a:lnTo>
                    <a:cubicBezTo>
                      <a:pt x="8303" y="2168"/>
                      <a:pt x="8213" y="2070"/>
                      <a:pt x="8106" y="2070"/>
                    </a:cubicBezTo>
                    <a:cubicBezTo>
                      <a:pt x="8071" y="2070"/>
                      <a:pt x="8033" y="2081"/>
                      <a:pt x="7996" y="2106"/>
                    </a:cubicBezTo>
                    <a:cubicBezTo>
                      <a:pt x="5690" y="3634"/>
                      <a:pt x="3309" y="5038"/>
                      <a:pt x="828" y="6266"/>
                    </a:cubicBezTo>
                    <a:cubicBezTo>
                      <a:pt x="677" y="4186"/>
                      <a:pt x="527" y="2081"/>
                      <a:pt x="3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21"/>
              <p:cNvSpPr/>
              <p:nvPr/>
            </p:nvSpPr>
            <p:spPr>
              <a:xfrm>
                <a:off x="5106050" y="3695525"/>
                <a:ext cx="607175" cy="363450"/>
              </a:xfrm>
              <a:custGeom>
                <a:rect b="b" l="l" r="r" t="t"/>
                <a:pathLst>
                  <a:path extrusionOk="0" h="14538" w="24287">
                    <a:moveTo>
                      <a:pt x="376" y="0"/>
                    </a:moveTo>
                    <a:cubicBezTo>
                      <a:pt x="251" y="201"/>
                      <a:pt x="126" y="376"/>
                      <a:pt x="0" y="552"/>
                    </a:cubicBezTo>
                    <a:cubicBezTo>
                      <a:pt x="151" y="2732"/>
                      <a:pt x="301" y="4913"/>
                      <a:pt x="452" y="7093"/>
                    </a:cubicBezTo>
                    <a:cubicBezTo>
                      <a:pt x="452" y="7208"/>
                      <a:pt x="555" y="7294"/>
                      <a:pt x="670" y="7294"/>
                    </a:cubicBezTo>
                    <a:cubicBezTo>
                      <a:pt x="706" y="7294"/>
                      <a:pt x="742" y="7286"/>
                      <a:pt x="777" y="7269"/>
                    </a:cubicBezTo>
                    <a:cubicBezTo>
                      <a:pt x="3259" y="6041"/>
                      <a:pt x="5640" y="4662"/>
                      <a:pt x="7945" y="3133"/>
                    </a:cubicBezTo>
                    <a:cubicBezTo>
                      <a:pt x="8096" y="4938"/>
                      <a:pt x="8246" y="6767"/>
                      <a:pt x="8371" y="8572"/>
                    </a:cubicBezTo>
                    <a:cubicBezTo>
                      <a:pt x="8421" y="9148"/>
                      <a:pt x="8196" y="11103"/>
                      <a:pt x="8973" y="11354"/>
                    </a:cubicBezTo>
                    <a:cubicBezTo>
                      <a:pt x="9035" y="11376"/>
                      <a:pt x="9100" y="11386"/>
                      <a:pt x="9167" y="11386"/>
                    </a:cubicBezTo>
                    <a:cubicBezTo>
                      <a:pt x="9638" y="11386"/>
                      <a:pt x="10198" y="10900"/>
                      <a:pt x="10527" y="10702"/>
                    </a:cubicBezTo>
                    <a:cubicBezTo>
                      <a:pt x="11279" y="10276"/>
                      <a:pt x="12005" y="9825"/>
                      <a:pt x="12732" y="9349"/>
                    </a:cubicBezTo>
                    <a:cubicBezTo>
                      <a:pt x="13935" y="8522"/>
                      <a:pt x="15113" y="7645"/>
                      <a:pt x="16241" y="6692"/>
                    </a:cubicBezTo>
                    <a:cubicBezTo>
                      <a:pt x="16316" y="9249"/>
                      <a:pt x="16391" y="11780"/>
                      <a:pt x="16442" y="14336"/>
                    </a:cubicBezTo>
                    <a:cubicBezTo>
                      <a:pt x="16442" y="14452"/>
                      <a:pt x="16545" y="14537"/>
                      <a:pt x="16660" y="14537"/>
                    </a:cubicBezTo>
                    <a:cubicBezTo>
                      <a:pt x="16696" y="14537"/>
                      <a:pt x="16732" y="14529"/>
                      <a:pt x="16767" y="14512"/>
                    </a:cubicBezTo>
                    <a:cubicBezTo>
                      <a:pt x="19324" y="12858"/>
                      <a:pt x="21730" y="10978"/>
                      <a:pt x="24111" y="9098"/>
                    </a:cubicBezTo>
                    <a:cubicBezTo>
                      <a:pt x="24186" y="8873"/>
                      <a:pt x="24236" y="8647"/>
                      <a:pt x="24286" y="8422"/>
                    </a:cubicBezTo>
                    <a:lnTo>
                      <a:pt x="24286" y="8422"/>
                    </a:lnTo>
                    <a:cubicBezTo>
                      <a:pt x="21880" y="10351"/>
                      <a:pt x="19449" y="12256"/>
                      <a:pt x="16868" y="13935"/>
                    </a:cubicBezTo>
                    <a:cubicBezTo>
                      <a:pt x="16792" y="11379"/>
                      <a:pt x="16717" y="8823"/>
                      <a:pt x="16642" y="6266"/>
                    </a:cubicBezTo>
                    <a:cubicBezTo>
                      <a:pt x="16642" y="6144"/>
                      <a:pt x="16545" y="6071"/>
                      <a:pt x="16436" y="6071"/>
                    </a:cubicBezTo>
                    <a:cubicBezTo>
                      <a:pt x="16388" y="6071"/>
                      <a:pt x="16337" y="6085"/>
                      <a:pt x="16291" y="6116"/>
                    </a:cubicBezTo>
                    <a:cubicBezTo>
                      <a:pt x="15239" y="7018"/>
                      <a:pt x="14111" y="7870"/>
                      <a:pt x="12983" y="8672"/>
                    </a:cubicBezTo>
                    <a:cubicBezTo>
                      <a:pt x="11955" y="9374"/>
                      <a:pt x="10828" y="10251"/>
                      <a:pt x="9675" y="10702"/>
                    </a:cubicBezTo>
                    <a:cubicBezTo>
                      <a:pt x="9574" y="10752"/>
                      <a:pt x="9474" y="10828"/>
                      <a:pt x="9349" y="10878"/>
                    </a:cubicBezTo>
                    <a:cubicBezTo>
                      <a:pt x="9302" y="10885"/>
                      <a:pt x="9259" y="10889"/>
                      <a:pt x="9220" y="10889"/>
                    </a:cubicBezTo>
                    <a:cubicBezTo>
                      <a:pt x="8990" y="10889"/>
                      <a:pt x="8905" y="10763"/>
                      <a:pt x="8948" y="10527"/>
                    </a:cubicBezTo>
                    <a:cubicBezTo>
                      <a:pt x="8822" y="10226"/>
                      <a:pt x="8898" y="9725"/>
                      <a:pt x="8873" y="9399"/>
                    </a:cubicBezTo>
                    <a:cubicBezTo>
                      <a:pt x="8822" y="8722"/>
                      <a:pt x="8747" y="8021"/>
                      <a:pt x="8697" y="7344"/>
                    </a:cubicBezTo>
                    <a:cubicBezTo>
                      <a:pt x="8572" y="5815"/>
                      <a:pt x="8472" y="4286"/>
                      <a:pt x="8346" y="2757"/>
                    </a:cubicBezTo>
                    <a:cubicBezTo>
                      <a:pt x="8327" y="2661"/>
                      <a:pt x="8233" y="2549"/>
                      <a:pt x="8122" y="2549"/>
                    </a:cubicBezTo>
                    <a:cubicBezTo>
                      <a:pt x="8089" y="2549"/>
                      <a:pt x="8055" y="2559"/>
                      <a:pt x="8020" y="2582"/>
                    </a:cubicBezTo>
                    <a:cubicBezTo>
                      <a:pt x="5715" y="4136"/>
                      <a:pt x="3334" y="5514"/>
                      <a:pt x="853" y="6767"/>
                    </a:cubicBezTo>
                    <a:cubicBezTo>
                      <a:pt x="702" y="4512"/>
                      <a:pt x="527" y="2256"/>
                      <a:pt x="3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21"/>
              <p:cNvSpPr/>
              <p:nvPr/>
            </p:nvSpPr>
            <p:spPr>
              <a:xfrm>
                <a:off x="5518950" y="4009775"/>
                <a:ext cx="153550" cy="116850"/>
              </a:xfrm>
              <a:custGeom>
                <a:rect b="b" l="l" r="r" t="t"/>
                <a:pathLst>
                  <a:path extrusionOk="0" h="4674" w="6142">
                    <a:moveTo>
                      <a:pt x="5881" y="1"/>
                    </a:moveTo>
                    <a:cubicBezTo>
                      <a:pt x="5832" y="1"/>
                      <a:pt x="5782" y="20"/>
                      <a:pt x="5740" y="62"/>
                    </a:cubicBezTo>
                    <a:cubicBezTo>
                      <a:pt x="3835" y="1566"/>
                      <a:pt x="1956" y="3070"/>
                      <a:pt x="1" y="4448"/>
                    </a:cubicBezTo>
                    <a:cubicBezTo>
                      <a:pt x="126" y="4523"/>
                      <a:pt x="276" y="4599"/>
                      <a:pt x="427" y="4674"/>
                    </a:cubicBezTo>
                    <a:cubicBezTo>
                      <a:pt x="2206" y="3370"/>
                      <a:pt x="3961" y="1992"/>
                      <a:pt x="5690" y="614"/>
                    </a:cubicBezTo>
                    <a:cubicBezTo>
                      <a:pt x="5715" y="1115"/>
                      <a:pt x="5740" y="1616"/>
                      <a:pt x="5790" y="2117"/>
                    </a:cubicBezTo>
                    <a:cubicBezTo>
                      <a:pt x="5891" y="1817"/>
                      <a:pt x="6016" y="1491"/>
                      <a:pt x="6141" y="1140"/>
                    </a:cubicBezTo>
                    <a:cubicBezTo>
                      <a:pt x="6116" y="839"/>
                      <a:pt x="6116" y="513"/>
                      <a:pt x="6091" y="213"/>
                    </a:cubicBezTo>
                    <a:cubicBezTo>
                      <a:pt x="6074" y="79"/>
                      <a:pt x="5980" y="1"/>
                      <a:pt x="588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21"/>
              <p:cNvSpPr/>
              <p:nvPr/>
            </p:nvSpPr>
            <p:spPr>
              <a:xfrm>
                <a:off x="5042775" y="3780100"/>
                <a:ext cx="16300" cy="95900"/>
              </a:xfrm>
              <a:custGeom>
                <a:rect b="b" l="l" r="r" t="t"/>
                <a:pathLst>
                  <a:path extrusionOk="0" h="3836" w="652">
                    <a:moveTo>
                      <a:pt x="326" y="1"/>
                    </a:moveTo>
                    <a:cubicBezTo>
                      <a:pt x="226" y="151"/>
                      <a:pt x="100" y="277"/>
                      <a:pt x="0" y="402"/>
                    </a:cubicBezTo>
                    <a:cubicBezTo>
                      <a:pt x="75" y="1480"/>
                      <a:pt x="150" y="2532"/>
                      <a:pt x="226" y="3585"/>
                    </a:cubicBezTo>
                    <a:cubicBezTo>
                      <a:pt x="351" y="3660"/>
                      <a:pt x="501" y="3760"/>
                      <a:pt x="652" y="3836"/>
                    </a:cubicBezTo>
                    <a:cubicBezTo>
                      <a:pt x="576" y="2607"/>
                      <a:pt x="476" y="1379"/>
                      <a:pt x="401" y="151"/>
                    </a:cubicBezTo>
                    <a:cubicBezTo>
                      <a:pt x="401" y="76"/>
                      <a:pt x="376" y="5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21"/>
              <p:cNvSpPr/>
              <p:nvPr/>
            </p:nvSpPr>
            <p:spPr>
              <a:xfrm>
                <a:off x="5352925" y="3960275"/>
                <a:ext cx="111550" cy="134400"/>
              </a:xfrm>
              <a:custGeom>
                <a:rect b="b" l="l" r="r" t="t"/>
                <a:pathLst>
                  <a:path extrusionOk="0" h="5376" w="4462">
                    <a:moveTo>
                      <a:pt x="4119" y="1"/>
                    </a:moveTo>
                    <a:cubicBezTo>
                      <a:pt x="4066" y="1"/>
                      <a:pt x="4010" y="20"/>
                      <a:pt x="3960" y="62"/>
                    </a:cubicBezTo>
                    <a:cubicBezTo>
                      <a:pt x="2907" y="964"/>
                      <a:pt x="1805" y="1817"/>
                      <a:pt x="652" y="2594"/>
                    </a:cubicBezTo>
                    <a:cubicBezTo>
                      <a:pt x="426" y="2744"/>
                      <a:pt x="226" y="2894"/>
                      <a:pt x="0" y="3070"/>
                    </a:cubicBezTo>
                    <a:cubicBezTo>
                      <a:pt x="125" y="3120"/>
                      <a:pt x="251" y="3195"/>
                      <a:pt x="401" y="3270"/>
                    </a:cubicBezTo>
                    <a:cubicBezTo>
                      <a:pt x="1629" y="2443"/>
                      <a:pt x="2782" y="1566"/>
                      <a:pt x="3910" y="639"/>
                    </a:cubicBezTo>
                    <a:cubicBezTo>
                      <a:pt x="3960" y="2142"/>
                      <a:pt x="4010" y="3646"/>
                      <a:pt x="4035" y="5150"/>
                    </a:cubicBezTo>
                    <a:cubicBezTo>
                      <a:pt x="4186" y="5225"/>
                      <a:pt x="4336" y="5300"/>
                      <a:pt x="4461" y="5375"/>
                    </a:cubicBezTo>
                    <a:cubicBezTo>
                      <a:pt x="4411" y="3646"/>
                      <a:pt x="4361" y="1917"/>
                      <a:pt x="4336" y="213"/>
                    </a:cubicBezTo>
                    <a:cubicBezTo>
                      <a:pt x="4319" y="79"/>
                      <a:pt x="4225" y="1"/>
                      <a:pt x="411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21"/>
              <p:cNvSpPr/>
              <p:nvPr/>
            </p:nvSpPr>
            <p:spPr>
              <a:xfrm>
                <a:off x="5154925" y="3872575"/>
                <a:ext cx="107175" cy="115575"/>
              </a:xfrm>
              <a:custGeom>
                <a:rect b="b" l="l" r="r" t="t"/>
                <a:pathLst>
                  <a:path extrusionOk="0" h="4623" w="4287">
                    <a:moveTo>
                      <a:pt x="3734" y="0"/>
                    </a:moveTo>
                    <a:cubicBezTo>
                      <a:pt x="3700" y="0"/>
                      <a:pt x="3666" y="11"/>
                      <a:pt x="3634" y="36"/>
                    </a:cubicBezTo>
                    <a:cubicBezTo>
                      <a:pt x="2431" y="813"/>
                      <a:pt x="1228" y="1565"/>
                      <a:pt x="0" y="2292"/>
                    </a:cubicBezTo>
                    <a:cubicBezTo>
                      <a:pt x="151" y="2367"/>
                      <a:pt x="301" y="2442"/>
                      <a:pt x="426" y="2518"/>
                    </a:cubicBezTo>
                    <a:cubicBezTo>
                      <a:pt x="1479" y="1891"/>
                      <a:pt x="2532" y="1239"/>
                      <a:pt x="3559" y="563"/>
                    </a:cubicBezTo>
                    <a:cubicBezTo>
                      <a:pt x="3659" y="1841"/>
                      <a:pt x="3760" y="3119"/>
                      <a:pt x="3860" y="4397"/>
                    </a:cubicBezTo>
                    <a:cubicBezTo>
                      <a:pt x="3985" y="4472"/>
                      <a:pt x="4136" y="4548"/>
                      <a:pt x="4286" y="4623"/>
                    </a:cubicBezTo>
                    <a:lnTo>
                      <a:pt x="3935" y="212"/>
                    </a:lnTo>
                    <a:cubicBezTo>
                      <a:pt x="3935" y="99"/>
                      <a:pt x="3836" y="0"/>
                      <a:pt x="373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21"/>
              <p:cNvSpPr/>
              <p:nvPr/>
            </p:nvSpPr>
            <p:spPr>
              <a:xfrm>
                <a:off x="5242475" y="3373325"/>
                <a:ext cx="87400" cy="196750"/>
              </a:xfrm>
              <a:custGeom>
                <a:rect b="b" l="l" r="r" t="t"/>
                <a:pathLst>
                  <a:path extrusionOk="0" h="7870" w="3496">
                    <a:moveTo>
                      <a:pt x="3241" y="1"/>
                    </a:moveTo>
                    <a:cubicBezTo>
                      <a:pt x="3160" y="1"/>
                      <a:pt x="3085" y="47"/>
                      <a:pt x="3065" y="157"/>
                    </a:cubicBezTo>
                    <a:cubicBezTo>
                      <a:pt x="2563" y="2813"/>
                      <a:pt x="1561" y="5294"/>
                      <a:pt x="107" y="7550"/>
                    </a:cubicBezTo>
                    <a:cubicBezTo>
                      <a:pt x="1" y="7710"/>
                      <a:pt x="145" y="7869"/>
                      <a:pt x="292" y="7869"/>
                    </a:cubicBezTo>
                    <a:cubicBezTo>
                      <a:pt x="353" y="7869"/>
                      <a:pt x="414" y="7842"/>
                      <a:pt x="458" y="7776"/>
                    </a:cubicBezTo>
                    <a:cubicBezTo>
                      <a:pt x="1937" y="5470"/>
                      <a:pt x="2964" y="2939"/>
                      <a:pt x="3466" y="257"/>
                    </a:cubicBezTo>
                    <a:cubicBezTo>
                      <a:pt x="3496" y="106"/>
                      <a:pt x="3363" y="1"/>
                      <a:pt x="324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21"/>
              <p:cNvSpPr/>
              <p:nvPr/>
            </p:nvSpPr>
            <p:spPr>
              <a:xfrm>
                <a:off x="5235125" y="3594650"/>
                <a:ext cx="13800" cy="10675"/>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21"/>
              <p:cNvSpPr/>
              <p:nvPr/>
            </p:nvSpPr>
            <p:spPr>
              <a:xfrm>
                <a:off x="5550200" y="3312725"/>
                <a:ext cx="113025" cy="257025"/>
              </a:xfrm>
              <a:custGeom>
                <a:rect b="b" l="l" r="r" t="t"/>
                <a:pathLst>
                  <a:path extrusionOk="0" h="10281" w="4521">
                    <a:moveTo>
                      <a:pt x="298" y="0"/>
                    </a:moveTo>
                    <a:cubicBezTo>
                      <a:pt x="147" y="0"/>
                      <a:pt x="0" y="144"/>
                      <a:pt x="104" y="300"/>
                    </a:cubicBezTo>
                    <a:cubicBezTo>
                      <a:pt x="2109" y="3282"/>
                      <a:pt x="3463" y="6591"/>
                      <a:pt x="4089" y="10124"/>
                    </a:cubicBezTo>
                    <a:cubicBezTo>
                      <a:pt x="4109" y="10234"/>
                      <a:pt x="4185" y="10280"/>
                      <a:pt x="4265" y="10280"/>
                    </a:cubicBezTo>
                    <a:cubicBezTo>
                      <a:pt x="4387" y="10280"/>
                      <a:pt x="4520" y="10175"/>
                      <a:pt x="4490" y="10024"/>
                    </a:cubicBezTo>
                    <a:cubicBezTo>
                      <a:pt x="3864" y="6440"/>
                      <a:pt x="2485" y="3082"/>
                      <a:pt x="480" y="99"/>
                    </a:cubicBezTo>
                    <a:cubicBezTo>
                      <a:pt x="434" y="29"/>
                      <a:pt x="365" y="0"/>
                      <a:pt x="2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21"/>
              <p:cNvSpPr/>
              <p:nvPr/>
            </p:nvSpPr>
            <p:spPr>
              <a:xfrm>
                <a:off x="5661825" y="3634750"/>
                <a:ext cx="13175" cy="10675"/>
              </a:xfrm>
              <a:custGeom>
                <a:rect b="b" l="l" r="r" t="t"/>
                <a:pathLst>
                  <a:path extrusionOk="0" h="427" w="527">
                    <a:moveTo>
                      <a:pt x="276" y="0"/>
                    </a:moveTo>
                    <a:cubicBezTo>
                      <a:pt x="0" y="0"/>
                      <a:pt x="0" y="426"/>
                      <a:pt x="276" y="426"/>
                    </a:cubicBezTo>
                    <a:cubicBezTo>
                      <a:pt x="526" y="426"/>
                      <a:pt x="526"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21"/>
              <p:cNvSpPr/>
              <p:nvPr/>
            </p:nvSpPr>
            <p:spPr>
              <a:xfrm>
                <a:off x="5548550" y="3505675"/>
                <a:ext cx="22725" cy="35600"/>
              </a:xfrm>
              <a:custGeom>
                <a:rect b="b" l="l" r="r" t="t"/>
                <a:pathLst>
                  <a:path extrusionOk="0" h="1424" w="909">
                    <a:moveTo>
                      <a:pt x="650" y="0"/>
                    </a:moveTo>
                    <a:cubicBezTo>
                      <a:pt x="568" y="0"/>
                      <a:pt x="485" y="39"/>
                      <a:pt x="446" y="126"/>
                    </a:cubicBezTo>
                    <a:cubicBezTo>
                      <a:pt x="321" y="477"/>
                      <a:pt x="195" y="828"/>
                      <a:pt x="45" y="1178"/>
                    </a:cubicBezTo>
                    <a:cubicBezTo>
                      <a:pt x="0" y="1328"/>
                      <a:pt x="124" y="1424"/>
                      <a:pt x="254" y="1424"/>
                    </a:cubicBezTo>
                    <a:cubicBezTo>
                      <a:pt x="341" y="1424"/>
                      <a:pt x="430" y="1380"/>
                      <a:pt x="471" y="1279"/>
                    </a:cubicBezTo>
                    <a:cubicBezTo>
                      <a:pt x="596" y="928"/>
                      <a:pt x="722" y="602"/>
                      <a:pt x="847" y="251"/>
                    </a:cubicBezTo>
                    <a:cubicBezTo>
                      <a:pt x="908" y="97"/>
                      <a:pt x="781" y="0"/>
                      <a:pt x="6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21"/>
              <p:cNvSpPr/>
              <p:nvPr/>
            </p:nvSpPr>
            <p:spPr>
              <a:xfrm>
                <a:off x="5559975" y="3516975"/>
                <a:ext cx="30525" cy="38675"/>
              </a:xfrm>
              <a:custGeom>
                <a:rect b="b" l="l" r="r" t="t"/>
                <a:pathLst>
                  <a:path extrusionOk="0" h="1547" w="1221">
                    <a:moveTo>
                      <a:pt x="931" y="1"/>
                    </a:moveTo>
                    <a:cubicBezTo>
                      <a:pt x="868" y="1"/>
                      <a:pt x="805" y="30"/>
                      <a:pt x="766" y="100"/>
                    </a:cubicBezTo>
                    <a:cubicBezTo>
                      <a:pt x="540" y="476"/>
                      <a:pt x="315" y="852"/>
                      <a:pt x="89" y="1228"/>
                    </a:cubicBezTo>
                    <a:cubicBezTo>
                      <a:pt x="0" y="1387"/>
                      <a:pt x="150" y="1547"/>
                      <a:pt x="298" y="1547"/>
                    </a:cubicBezTo>
                    <a:cubicBezTo>
                      <a:pt x="360" y="1547"/>
                      <a:pt x="421" y="1519"/>
                      <a:pt x="465" y="1453"/>
                    </a:cubicBezTo>
                    <a:cubicBezTo>
                      <a:pt x="691" y="1077"/>
                      <a:pt x="891" y="676"/>
                      <a:pt x="1117" y="300"/>
                    </a:cubicBezTo>
                    <a:cubicBezTo>
                      <a:pt x="1220" y="145"/>
                      <a:pt x="1074" y="1"/>
                      <a:pt x="93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21"/>
              <p:cNvSpPr/>
              <p:nvPr/>
            </p:nvSpPr>
            <p:spPr>
              <a:xfrm>
                <a:off x="5453175" y="3696125"/>
                <a:ext cx="24875" cy="31525"/>
              </a:xfrm>
              <a:custGeom>
                <a:rect b="b" l="l" r="r" t="t"/>
                <a:pathLst>
                  <a:path extrusionOk="0" h="1261" w="995">
                    <a:moveTo>
                      <a:pt x="698" y="0"/>
                    </a:moveTo>
                    <a:cubicBezTo>
                      <a:pt x="667" y="0"/>
                      <a:pt x="635" y="8"/>
                      <a:pt x="602" y="27"/>
                    </a:cubicBezTo>
                    <a:cubicBezTo>
                      <a:pt x="226" y="252"/>
                      <a:pt x="25" y="628"/>
                      <a:pt x="0" y="1054"/>
                    </a:cubicBezTo>
                    <a:cubicBezTo>
                      <a:pt x="0" y="1192"/>
                      <a:pt x="107" y="1261"/>
                      <a:pt x="213" y="1261"/>
                    </a:cubicBezTo>
                    <a:cubicBezTo>
                      <a:pt x="320" y="1261"/>
                      <a:pt x="426" y="1192"/>
                      <a:pt x="426" y="1054"/>
                    </a:cubicBezTo>
                    <a:cubicBezTo>
                      <a:pt x="426" y="779"/>
                      <a:pt x="577" y="528"/>
                      <a:pt x="802" y="403"/>
                    </a:cubicBezTo>
                    <a:cubicBezTo>
                      <a:pt x="995" y="274"/>
                      <a:pt x="877" y="0"/>
                      <a:pt x="6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21"/>
              <p:cNvSpPr/>
              <p:nvPr/>
            </p:nvSpPr>
            <p:spPr>
              <a:xfrm>
                <a:off x="5462900" y="3711000"/>
                <a:ext cx="27400" cy="30250"/>
              </a:xfrm>
              <a:custGeom>
                <a:rect b="b" l="l" r="r" t="t"/>
                <a:pathLst>
                  <a:path extrusionOk="0" h="1210" w="1096">
                    <a:moveTo>
                      <a:pt x="796" y="0"/>
                    </a:moveTo>
                    <a:cubicBezTo>
                      <a:pt x="732" y="0"/>
                      <a:pt x="665" y="25"/>
                      <a:pt x="614" y="83"/>
                    </a:cubicBezTo>
                    <a:cubicBezTo>
                      <a:pt x="413" y="334"/>
                      <a:pt x="238" y="610"/>
                      <a:pt x="87" y="910"/>
                    </a:cubicBezTo>
                    <a:cubicBezTo>
                      <a:pt x="1" y="1066"/>
                      <a:pt x="153" y="1210"/>
                      <a:pt x="297" y="1210"/>
                    </a:cubicBezTo>
                    <a:cubicBezTo>
                      <a:pt x="362" y="1210"/>
                      <a:pt x="424" y="1181"/>
                      <a:pt x="463" y="1111"/>
                    </a:cubicBezTo>
                    <a:cubicBezTo>
                      <a:pt x="614" y="835"/>
                      <a:pt x="789" y="559"/>
                      <a:pt x="990" y="284"/>
                    </a:cubicBezTo>
                    <a:cubicBezTo>
                      <a:pt x="1096" y="142"/>
                      <a:pt x="952" y="0"/>
                      <a:pt x="7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21"/>
              <p:cNvSpPr/>
              <p:nvPr/>
            </p:nvSpPr>
            <p:spPr>
              <a:xfrm>
                <a:off x="4988250" y="3154800"/>
                <a:ext cx="844025" cy="1017575"/>
              </a:xfrm>
              <a:custGeom>
                <a:rect b="b" l="l" r="r" t="t"/>
                <a:pathLst>
                  <a:path extrusionOk="0" h="40703" w="33761">
                    <a:moveTo>
                      <a:pt x="13334" y="0"/>
                    </a:moveTo>
                    <a:lnTo>
                      <a:pt x="13184" y="401"/>
                    </a:lnTo>
                    <a:lnTo>
                      <a:pt x="17519" y="1980"/>
                    </a:lnTo>
                    <a:cubicBezTo>
                      <a:pt x="23033" y="3985"/>
                      <a:pt x="26793" y="7444"/>
                      <a:pt x="28672" y="12231"/>
                    </a:cubicBezTo>
                    <a:cubicBezTo>
                      <a:pt x="33033" y="23359"/>
                      <a:pt x="25966" y="38422"/>
                      <a:pt x="25114" y="40176"/>
                    </a:cubicBezTo>
                    <a:cubicBezTo>
                      <a:pt x="19249" y="37920"/>
                      <a:pt x="2833" y="28622"/>
                      <a:pt x="677" y="27394"/>
                    </a:cubicBezTo>
                    <a:cubicBezTo>
                      <a:pt x="6266" y="21579"/>
                      <a:pt x="10176" y="14386"/>
                      <a:pt x="12056" y="6542"/>
                    </a:cubicBezTo>
                    <a:lnTo>
                      <a:pt x="11655" y="6441"/>
                    </a:lnTo>
                    <a:cubicBezTo>
                      <a:pt x="9775" y="14286"/>
                      <a:pt x="5815" y="21504"/>
                      <a:pt x="201" y="27294"/>
                    </a:cubicBezTo>
                    <a:lnTo>
                      <a:pt x="1" y="27494"/>
                    </a:lnTo>
                    <a:lnTo>
                      <a:pt x="226" y="27619"/>
                    </a:lnTo>
                    <a:cubicBezTo>
                      <a:pt x="427" y="27720"/>
                      <a:pt x="19048" y="38346"/>
                      <a:pt x="25139" y="40627"/>
                    </a:cubicBezTo>
                    <a:lnTo>
                      <a:pt x="25314" y="40702"/>
                    </a:lnTo>
                    <a:lnTo>
                      <a:pt x="25414" y="40527"/>
                    </a:lnTo>
                    <a:cubicBezTo>
                      <a:pt x="25489" y="40351"/>
                      <a:pt x="33760" y="24010"/>
                      <a:pt x="29073" y="12081"/>
                    </a:cubicBezTo>
                    <a:cubicBezTo>
                      <a:pt x="27144" y="7168"/>
                      <a:pt x="23309" y="3659"/>
                      <a:pt x="17670" y="1604"/>
                    </a:cubicBezTo>
                    <a:lnTo>
                      <a:pt x="13334"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21"/>
              <p:cNvSpPr/>
              <p:nvPr/>
            </p:nvSpPr>
            <p:spPr>
              <a:xfrm>
                <a:off x="4990750" y="3154400"/>
                <a:ext cx="779475" cy="1016250"/>
              </a:xfrm>
              <a:custGeom>
                <a:rect b="b" l="l" r="r" t="t"/>
                <a:pathLst>
                  <a:path extrusionOk="0" h="40650" w="31179">
                    <a:moveTo>
                      <a:pt x="24941" y="40341"/>
                    </a:moveTo>
                    <a:lnTo>
                      <a:pt x="24941" y="40341"/>
                    </a:lnTo>
                    <a:cubicBezTo>
                      <a:pt x="24940" y="40342"/>
                      <a:pt x="24939" y="40342"/>
                      <a:pt x="24938" y="40342"/>
                    </a:cubicBezTo>
                    <a:cubicBezTo>
                      <a:pt x="24939" y="40342"/>
                      <a:pt x="24940" y="40342"/>
                      <a:pt x="24941" y="40341"/>
                    </a:cubicBezTo>
                    <a:close/>
                    <a:moveTo>
                      <a:pt x="13150" y="0"/>
                    </a:moveTo>
                    <a:cubicBezTo>
                      <a:pt x="12941" y="0"/>
                      <a:pt x="12886" y="328"/>
                      <a:pt x="13109" y="417"/>
                    </a:cubicBezTo>
                    <a:cubicBezTo>
                      <a:pt x="15490" y="1295"/>
                      <a:pt x="17946" y="2046"/>
                      <a:pt x="20201" y="3224"/>
                    </a:cubicBezTo>
                    <a:cubicBezTo>
                      <a:pt x="23109" y="4703"/>
                      <a:pt x="25640" y="6884"/>
                      <a:pt x="27319" y="9691"/>
                    </a:cubicBezTo>
                    <a:cubicBezTo>
                      <a:pt x="30327" y="14703"/>
                      <a:pt x="30427" y="20869"/>
                      <a:pt x="29475" y="26458"/>
                    </a:cubicBezTo>
                    <a:cubicBezTo>
                      <a:pt x="28723" y="30768"/>
                      <a:pt x="27369" y="34979"/>
                      <a:pt x="25590" y="38964"/>
                    </a:cubicBezTo>
                    <a:cubicBezTo>
                      <a:pt x="25415" y="39340"/>
                      <a:pt x="25264" y="39791"/>
                      <a:pt x="25039" y="40142"/>
                    </a:cubicBezTo>
                    <a:cubicBezTo>
                      <a:pt x="25032" y="40148"/>
                      <a:pt x="25026" y="40163"/>
                      <a:pt x="25019" y="40182"/>
                    </a:cubicBezTo>
                    <a:lnTo>
                      <a:pt x="25019" y="40182"/>
                    </a:lnTo>
                    <a:cubicBezTo>
                      <a:pt x="24942" y="40123"/>
                      <a:pt x="24748" y="40087"/>
                      <a:pt x="24688" y="40042"/>
                    </a:cubicBezTo>
                    <a:cubicBezTo>
                      <a:pt x="24387" y="39891"/>
                      <a:pt x="24036" y="39791"/>
                      <a:pt x="23735" y="39666"/>
                    </a:cubicBezTo>
                    <a:cubicBezTo>
                      <a:pt x="20878" y="38412"/>
                      <a:pt x="18096" y="36959"/>
                      <a:pt x="15314" y="35505"/>
                    </a:cubicBezTo>
                    <a:cubicBezTo>
                      <a:pt x="10356" y="32891"/>
                      <a:pt x="5447" y="30179"/>
                      <a:pt x="586" y="27418"/>
                    </a:cubicBezTo>
                    <a:lnTo>
                      <a:pt x="586" y="27418"/>
                    </a:lnTo>
                    <a:cubicBezTo>
                      <a:pt x="6128" y="21587"/>
                      <a:pt x="10047" y="14391"/>
                      <a:pt x="11956" y="6558"/>
                    </a:cubicBezTo>
                    <a:cubicBezTo>
                      <a:pt x="12001" y="6407"/>
                      <a:pt x="11865" y="6301"/>
                      <a:pt x="11738" y="6301"/>
                    </a:cubicBezTo>
                    <a:cubicBezTo>
                      <a:pt x="11654" y="6301"/>
                      <a:pt x="11575" y="6348"/>
                      <a:pt x="11555" y="6457"/>
                    </a:cubicBezTo>
                    <a:cubicBezTo>
                      <a:pt x="9650" y="14302"/>
                      <a:pt x="5690" y="21495"/>
                      <a:pt x="101" y="27310"/>
                    </a:cubicBezTo>
                    <a:cubicBezTo>
                      <a:pt x="1" y="27410"/>
                      <a:pt x="26" y="27560"/>
                      <a:pt x="126" y="27635"/>
                    </a:cubicBezTo>
                    <a:cubicBezTo>
                      <a:pt x="6542" y="31295"/>
                      <a:pt x="12983" y="34879"/>
                      <a:pt x="19575" y="38162"/>
                    </a:cubicBezTo>
                    <a:cubicBezTo>
                      <a:pt x="21379" y="39039"/>
                      <a:pt x="23184" y="39941"/>
                      <a:pt x="25064" y="40643"/>
                    </a:cubicBezTo>
                    <a:cubicBezTo>
                      <a:pt x="25077" y="40648"/>
                      <a:pt x="25092" y="40650"/>
                      <a:pt x="25108" y="40650"/>
                    </a:cubicBezTo>
                    <a:cubicBezTo>
                      <a:pt x="25181" y="40650"/>
                      <a:pt x="25273" y="40605"/>
                      <a:pt x="25314" y="40543"/>
                    </a:cubicBezTo>
                    <a:cubicBezTo>
                      <a:pt x="27445" y="36382"/>
                      <a:pt x="28923" y="31721"/>
                      <a:pt x="29775" y="27109"/>
                    </a:cubicBezTo>
                    <a:cubicBezTo>
                      <a:pt x="31179" y="19540"/>
                      <a:pt x="30552" y="10969"/>
                      <a:pt x="24412" y="5555"/>
                    </a:cubicBezTo>
                    <a:cubicBezTo>
                      <a:pt x="21204" y="2723"/>
                      <a:pt x="17169" y="1470"/>
                      <a:pt x="13234" y="16"/>
                    </a:cubicBezTo>
                    <a:cubicBezTo>
                      <a:pt x="13204" y="5"/>
                      <a:pt x="13176" y="0"/>
                      <a:pt x="131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21"/>
              <p:cNvSpPr/>
              <p:nvPr/>
            </p:nvSpPr>
            <p:spPr>
              <a:xfrm>
                <a:off x="4767075" y="2750650"/>
                <a:ext cx="612175" cy="498150"/>
              </a:xfrm>
              <a:custGeom>
                <a:rect b="b" l="l" r="r" t="t"/>
                <a:pathLst>
                  <a:path extrusionOk="0" h="19926" w="24487">
                    <a:moveTo>
                      <a:pt x="17996" y="1"/>
                    </a:moveTo>
                    <a:lnTo>
                      <a:pt x="6818" y="477"/>
                    </a:lnTo>
                    <a:cubicBezTo>
                      <a:pt x="6843" y="3134"/>
                      <a:pt x="6868" y="10753"/>
                      <a:pt x="6893" y="13409"/>
                    </a:cubicBezTo>
                    <a:lnTo>
                      <a:pt x="0" y="14487"/>
                    </a:lnTo>
                    <a:cubicBezTo>
                      <a:pt x="0" y="14487"/>
                      <a:pt x="6266" y="19926"/>
                      <a:pt x="12081" y="19926"/>
                    </a:cubicBezTo>
                    <a:cubicBezTo>
                      <a:pt x="17895" y="19926"/>
                      <a:pt x="24487" y="17219"/>
                      <a:pt x="24487" y="17219"/>
                    </a:cubicBezTo>
                    <a:lnTo>
                      <a:pt x="17845" y="14612"/>
                    </a:lnTo>
                    <a:cubicBezTo>
                      <a:pt x="17820" y="11981"/>
                      <a:pt x="18046" y="2632"/>
                      <a:pt x="17996"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21"/>
              <p:cNvSpPr/>
              <p:nvPr/>
            </p:nvSpPr>
            <p:spPr>
              <a:xfrm>
                <a:off x="4760800" y="2745025"/>
                <a:ext cx="624725" cy="509900"/>
              </a:xfrm>
              <a:custGeom>
                <a:rect b="b" l="l" r="r" t="t"/>
                <a:pathLst>
                  <a:path extrusionOk="0" h="20396" w="24989">
                    <a:moveTo>
                      <a:pt x="18049" y="426"/>
                    </a:moveTo>
                    <a:cubicBezTo>
                      <a:pt x="18045" y="472"/>
                      <a:pt x="18072" y="573"/>
                      <a:pt x="18046" y="752"/>
                    </a:cubicBezTo>
                    <a:cubicBezTo>
                      <a:pt x="17871" y="2030"/>
                      <a:pt x="18021" y="3509"/>
                      <a:pt x="18021" y="4812"/>
                    </a:cubicBezTo>
                    <a:cubicBezTo>
                      <a:pt x="17971" y="8146"/>
                      <a:pt x="17846" y="11504"/>
                      <a:pt x="17871" y="14837"/>
                    </a:cubicBezTo>
                    <a:cubicBezTo>
                      <a:pt x="17881" y="14958"/>
                      <a:pt x="17964" y="15025"/>
                      <a:pt x="18053" y="15041"/>
                    </a:cubicBezTo>
                    <a:lnTo>
                      <a:pt x="18053" y="15041"/>
                    </a:lnTo>
                    <a:cubicBezTo>
                      <a:pt x="20088" y="15850"/>
                      <a:pt x="22145" y="16638"/>
                      <a:pt x="24183" y="17444"/>
                    </a:cubicBezTo>
                    <a:lnTo>
                      <a:pt x="24183" y="17444"/>
                    </a:lnTo>
                    <a:cubicBezTo>
                      <a:pt x="22937" y="17927"/>
                      <a:pt x="21657" y="18319"/>
                      <a:pt x="20377" y="18672"/>
                    </a:cubicBezTo>
                    <a:cubicBezTo>
                      <a:pt x="17942" y="19361"/>
                      <a:pt x="15304" y="19977"/>
                      <a:pt x="12717" y="19977"/>
                    </a:cubicBezTo>
                    <a:cubicBezTo>
                      <a:pt x="12294" y="19977"/>
                      <a:pt x="11873" y="19960"/>
                      <a:pt x="11454" y="19925"/>
                    </a:cubicBezTo>
                    <a:cubicBezTo>
                      <a:pt x="7590" y="19563"/>
                      <a:pt x="3703" y="17339"/>
                      <a:pt x="734" y="14845"/>
                    </a:cubicBezTo>
                    <a:lnTo>
                      <a:pt x="734" y="14845"/>
                    </a:lnTo>
                    <a:lnTo>
                      <a:pt x="7219" y="13835"/>
                    </a:lnTo>
                    <a:cubicBezTo>
                      <a:pt x="7294" y="13810"/>
                      <a:pt x="7369" y="13710"/>
                      <a:pt x="7369" y="13634"/>
                    </a:cubicBezTo>
                    <a:cubicBezTo>
                      <a:pt x="7319" y="10376"/>
                      <a:pt x="7319" y="7143"/>
                      <a:pt x="7294" y="3910"/>
                    </a:cubicBezTo>
                    <a:cubicBezTo>
                      <a:pt x="7294" y="3183"/>
                      <a:pt x="7294" y="2456"/>
                      <a:pt x="7269" y="1730"/>
                    </a:cubicBezTo>
                    <a:cubicBezTo>
                      <a:pt x="7269" y="1465"/>
                      <a:pt x="7246" y="1154"/>
                      <a:pt x="7266" y="886"/>
                    </a:cubicBezTo>
                    <a:lnTo>
                      <a:pt x="7266" y="886"/>
                    </a:lnTo>
                    <a:cubicBezTo>
                      <a:pt x="7602" y="812"/>
                      <a:pt x="7993" y="796"/>
                      <a:pt x="8387" y="796"/>
                    </a:cubicBezTo>
                    <a:cubicBezTo>
                      <a:pt x="8705" y="796"/>
                      <a:pt x="9024" y="807"/>
                      <a:pt x="9317" y="807"/>
                    </a:cubicBezTo>
                    <a:cubicBezTo>
                      <a:pt x="9414" y="807"/>
                      <a:pt x="9509" y="805"/>
                      <a:pt x="9600" y="802"/>
                    </a:cubicBezTo>
                    <a:cubicBezTo>
                      <a:pt x="12056" y="702"/>
                      <a:pt x="14512" y="602"/>
                      <a:pt x="16993" y="476"/>
                    </a:cubicBezTo>
                    <a:cubicBezTo>
                      <a:pt x="17124" y="476"/>
                      <a:pt x="17262" y="480"/>
                      <a:pt x="17402" y="480"/>
                    </a:cubicBezTo>
                    <a:cubicBezTo>
                      <a:pt x="17612" y="480"/>
                      <a:pt x="17825" y="471"/>
                      <a:pt x="18021" y="426"/>
                    </a:cubicBezTo>
                    <a:close/>
                    <a:moveTo>
                      <a:pt x="18247" y="0"/>
                    </a:moveTo>
                    <a:cubicBezTo>
                      <a:pt x="14537" y="176"/>
                      <a:pt x="10803" y="326"/>
                      <a:pt x="7069" y="501"/>
                    </a:cubicBezTo>
                    <a:cubicBezTo>
                      <a:pt x="6943" y="501"/>
                      <a:pt x="6843" y="602"/>
                      <a:pt x="6843" y="702"/>
                    </a:cubicBezTo>
                    <a:cubicBezTo>
                      <a:pt x="6868" y="2732"/>
                      <a:pt x="6893" y="4737"/>
                      <a:pt x="6893" y="6742"/>
                    </a:cubicBezTo>
                    <a:cubicBezTo>
                      <a:pt x="6893" y="7920"/>
                      <a:pt x="6918" y="9123"/>
                      <a:pt x="6918" y="10301"/>
                    </a:cubicBezTo>
                    <a:cubicBezTo>
                      <a:pt x="6918" y="11203"/>
                      <a:pt x="6743" y="12356"/>
                      <a:pt x="6943" y="13233"/>
                    </a:cubicBezTo>
                    <a:cubicBezTo>
                      <a:pt x="6969" y="13352"/>
                      <a:pt x="7003" y="13402"/>
                      <a:pt x="7027" y="13421"/>
                    </a:cubicBezTo>
                    <a:lnTo>
                      <a:pt x="7027" y="13421"/>
                    </a:lnTo>
                    <a:cubicBezTo>
                      <a:pt x="7005" y="13423"/>
                      <a:pt x="6970" y="13433"/>
                      <a:pt x="6918" y="13459"/>
                    </a:cubicBezTo>
                    <a:cubicBezTo>
                      <a:pt x="6718" y="13534"/>
                      <a:pt x="6417" y="13534"/>
                      <a:pt x="6216" y="13559"/>
                    </a:cubicBezTo>
                    <a:cubicBezTo>
                      <a:pt x="5414" y="13685"/>
                      <a:pt x="4637" y="13810"/>
                      <a:pt x="3860" y="13935"/>
                    </a:cubicBezTo>
                    <a:cubicBezTo>
                      <a:pt x="2632" y="14136"/>
                      <a:pt x="1429" y="14336"/>
                      <a:pt x="201" y="14512"/>
                    </a:cubicBezTo>
                    <a:cubicBezTo>
                      <a:pt x="51" y="14537"/>
                      <a:pt x="1" y="14762"/>
                      <a:pt x="101" y="14862"/>
                    </a:cubicBezTo>
                    <a:cubicBezTo>
                      <a:pt x="3084" y="17444"/>
                      <a:pt x="6943" y="19725"/>
                      <a:pt x="10878" y="20276"/>
                    </a:cubicBezTo>
                    <a:cubicBezTo>
                      <a:pt x="11492" y="20359"/>
                      <a:pt x="12114" y="20395"/>
                      <a:pt x="12740" y="20395"/>
                    </a:cubicBezTo>
                    <a:cubicBezTo>
                      <a:pt x="15157" y="20395"/>
                      <a:pt x="17636" y="19846"/>
                      <a:pt x="19926" y="19248"/>
                    </a:cubicBezTo>
                    <a:cubicBezTo>
                      <a:pt x="21580" y="18797"/>
                      <a:pt x="23209" y="18296"/>
                      <a:pt x="24788" y="17644"/>
                    </a:cubicBezTo>
                    <a:cubicBezTo>
                      <a:pt x="24988" y="17569"/>
                      <a:pt x="24988" y="17319"/>
                      <a:pt x="24788" y="17243"/>
                    </a:cubicBezTo>
                    <a:cubicBezTo>
                      <a:pt x="22632" y="16386"/>
                      <a:pt x="20452" y="15552"/>
                      <a:pt x="18295" y="14696"/>
                    </a:cubicBezTo>
                    <a:lnTo>
                      <a:pt x="18295" y="14696"/>
                    </a:lnTo>
                    <a:cubicBezTo>
                      <a:pt x="18252" y="9881"/>
                      <a:pt x="18522" y="5041"/>
                      <a:pt x="18472" y="226"/>
                    </a:cubicBezTo>
                    <a:cubicBezTo>
                      <a:pt x="18472" y="100"/>
                      <a:pt x="18372" y="0"/>
                      <a:pt x="182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21"/>
              <p:cNvSpPr/>
              <p:nvPr/>
            </p:nvSpPr>
            <p:spPr>
              <a:xfrm>
                <a:off x="4755175" y="2745025"/>
                <a:ext cx="638500" cy="509425"/>
              </a:xfrm>
              <a:custGeom>
                <a:rect b="b" l="l" r="r" t="t"/>
                <a:pathLst>
                  <a:path extrusionOk="0" h="20377" w="25540">
                    <a:moveTo>
                      <a:pt x="18271" y="426"/>
                    </a:moveTo>
                    <a:cubicBezTo>
                      <a:pt x="18296" y="1855"/>
                      <a:pt x="18246" y="4737"/>
                      <a:pt x="18196" y="7519"/>
                    </a:cubicBezTo>
                    <a:cubicBezTo>
                      <a:pt x="18146" y="10476"/>
                      <a:pt x="18096" y="13509"/>
                      <a:pt x="18096" y="14837"/>
                    </a:cubicBezTo>
                    <a:lnTo>
                      <a:pt x="18121" y="14988"/>
                    </a:lnTo>
                    <a:lnTo>
                      <a:pt x="24386" y="17444"/>
                    </a:lnTo>
                    <a:cubicBezTo>
                      <a:pt x="22757" y="18071"/>
                      <a:pt x="17344" y="19950"/>
                      <a:pt x="12557" y="19950"/>
                    </a:cubicBezTo>
                    <a:cubicBezTo>
                      <a:pt x="7669" y="19950"/>
                      <a:pt x="2381" y="15965"/>
                      <a:pt x="978" y="14862"/>
                    </a:cubicBezTo>
                    <a:lnTo>
                      <a:pt x="7594" y="13810"/>
                    </a:lnTo>
                    <a:lnTo>
                      <a:pt x="7594" y="13609"/>
                    </a:lnTo>
                    <a:cubicBezTo>
                      <a:pt x="7569" y="12306"/>
                      <a:pt x="7569" y="9725"/>
                      <a:pt x="7544" y="7168"/>
                    </a:cubicBezTo>
                    <a:cubicBezTo>
                      <a:pt x="7519" y="4712"/>
                      <a:pt x="7519" y="2281"/>
                      <a:pt x="7494" y="902"/>
                    </a:cubicBezTo>
                    <a:lnTo>
                      <a:pt x="18271" y="426"/>
                    </a:lnTo>
                    <a:close/>
                    <a:moveTo>
                      <a:pt x="18697" y="0"/>
                    </a:moveTo>
                    <a:lnTo>
                      <a:pt x="7068" y="501"/>
                    </a:lnTo>
                    <a:lnTo>
                      <a:pt x="7068" y="702"/>
                    </a:lnTo>
                    <a:cubicBezTo>
                      <a:pt x="7093" y="2030"/>
                      <a:pt x="7118" y="4612"/>
                      <a:pt x="7118" y="7168"/>
                    </a:cubicBezTo>
                    <a:cubicBezTo>
                      <a:pt x="7143" y="9624"/>
                      <a:pt x="7143" y="12080"/>
                      <a:pt x="7168" y="13434"/>
                    </a:cubicBezTo>
                    <a:lnTo>
                      <a:pt x="0" y="14587"/>
                    </a:lnTo>
                    <a:lnTo>
                      <a:pt x="351" y="14888"/>
                    </a:lnTo>
                    <a:cubicBezTo>
                      <a:pt x="602" y="15113"/>
                      <a:pt x="6742" y="20376"/>
                      <a:pt x="12557" y="20376"/>
                    </a:cubicBezTo>
                    <a:cubicBezTo>
                      <a:pt x="18346" y="20376"/>
                      <a:pt x="24988" y="17670"/>
                      <a:pt x="25038" y="17644"/>
                    </a:cubicBezTo>
                    <a:lnTo>
                      <a:pt x="25539" y="17444"/>
                    </a:lnTo>
                    <a:lnTo>
                      <a:pt x="18522" y="14687"/>
                    </a:lnTo>
                    <a:cubicBezTo>
                      <a:pt x="18522" y="13309"/>
                      <a:pt x="18572" y="10376"/>
                      <a:pt x="18597" y="7544"/>
                    </a:cubicBezTo>
                    <a:cubicBezTo>
                      <a:pt x="18647" y="4587"/>
                      <a:pt x="18697" y="1529"/>
                      <a:pt x="18697" y="226"/>
                    </a:cubicBezTo>
                    <a:lnTo>
                      <a:pt x="18697"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21"/>
              <p:cNvSpPr/>
              <p:nvPr/>
            </p:nvSpPr>
            <p:spPr>
              <a:xfrm>
                <a:off x="4760800" y="2745025"/>
                <a:ext cx="624725" cy="509900"/>
              </a:xfrm>
              <a:custGeom>
                <a:rect b="b" l="l" r="r" t="t"/>
                <a:pathLst>
                  <a:path extrusionOk="0" h="20396" w="24989">
                    <a:moveTo>
                      <a:pt x="18049" y="426"/>
                    </a:moveTo>
                    <a:cubicBezTo>
                      <a:pt x="18045" y="472"/>
                      <a:pt x="18072" y="573"/>
                      <a:pt x="18046" y="752"/>
                    </a:cubicBezTo>
                    <a:cubicBezTo>
                      <a:pt x="17871" y="2030"/>
                      <a:pt x="18021" y="3509"/>
                      <a:pt x="18021" y="4812"/>
                    </a:cubicBezTo>
                    <a:cubicBezTo>
                      <a:pt x="17971" y="8146"/>
                      <a:pt x="17846" y="11504"/>
                      <a:pt x="17871" y="14837"/>
                    </a:cubicBezTo>
                    <a:cubicBezTo>
                      <a:pt x="17881" y="14958"/>
                      <a:pt x="17964" y="15025"/>
                      <a:pt x="18053" y="15041"/>
                    </a:cubicBezTo>
                    <a:lnTo>
                      <a:pt x="18053" y="15041"/>
                    </a:lnTo>
                    <a:cubicBezTo>
                      <a:pt x="20088" y="15850"/>
                      <a:pt x="22145" y="16638"/>
                      <a:pt x="24183" y="17444"/>
                    </a:cubicBezTo>
                    <a:lnTo>
                      <a:pt x="24183" y="17444"/>
                    </a:lnTo>
                    <a:cubicBezTo>
                      <a:pt x="22937" y="17927"/>
                      <a:pt x="21657" y="18319"/>
                      <a:pt x="20377" y="18672"/>
                    </a:cubicBezTo>
                    <a:cubicBezTo>
                      <a:pt x="17942" y="19361"/>
                      <a:pt x="15304" y="19977"/>
                      <a:pt x="12717" y="19977"/>
                    </a:cubicBezTo>
                    <a:cubicBezTo>
                      <a:pt x="12294" y="19977"/>
                      <a:pt x="11873" y="19960"/>
                      <a:pt x="11454" y="19925"/>
                    </a:cubicBezTo>
                    <a:cubicBezTo>
                      <a:pt x="7590" y="19563"/>
                      <a:pt x="3703" y="17339"/>
                      <a:pt x="734" y="14845"/>
                    </a:cubicBezTo>
                    <a:lnTo>
                      <a:pt x="734" y="14845"/>
                    </a:lnTo>
                    <a:lnTo>
                      <a:pt x="7219" y="13835"/>
                    </a:lnTo>
                    <a:cubicBezTo>
                      <a:pt x="7294" y="13810"/>
                      <a:pt x="7369" y="13710"/>
                      <a:pt x="7369" y="13634"/>
                    </a:cubicBezTo>
                    <a:cubicBezTo>
                      <a:pt x="7319" y="10376"/>
                      <a:pt x="7319" y="7143"/>
                      <a:pt x="7294" y="3910"/>
                    </a:cubicBezTo>
                    <a:cubicBezTo>
                      <a:pt x="7294" y="3183"/>
                      <a:pt x="7294" y="2456"/>
                      <a:pt x="7269" y="1730"/>
                    </a:cubicBezTo>
                    <a:cubicBezTo>
                      <a:pt x="7269" y="1465"/>
                      <a:pt x="7246" y="1154"/>
                      <a:pt x="7266" y="886"/>
                    </a:cubicBezTo>
                    <a:lnTo>
                      <a:pt x="7266" y="886"/>
                    </a:lnTo>
                    <a:cubicBezTo>
                      <a:pt x="7602" y="812"/>
                      <a:pt x="7993" y="796"/>
                      <a:pt x="8387" y="796"/>
                    </a:cubicBezTo>
                    <a:cubicBezTo>
                      <a:pt x="8705" y="796"/>
                      <a:pt x="9024" y="807"/>
                      <a:pt x="9317" y="807"/>
                    </a:cubicBezTo>
                    <a:cubicBezTo>
                      <a:pt x="9414" y="807"/>
                      <a:pt x="9509" y="805"/>
                      <a:pt x="9600" y="802"/>
                    </a:cubicBezTo>
                    <a:cubicBezTo>
                      <a:pt x="12056" y="702"/>
                      <a:pt x="14512" y="602"/>
                      <a:pt x="16993" y="476"/>
                    </a:cubicBezTo>
                    <a:cubicBezTo>
                      <a:pt x="17124" y="476"/>
                      <a:pt x="17262" y="480"/>
                      <a:pt x="17402" y="480"/>
                    </a:cubicBezTo>
                    <a:cubicBezTo>
                      <a:pt x="17612" y="480"/>
                      <a:pt x="17825" y="471"/>
                      <a:pt x="18021" y="426"/>
                    </a:cubicBezTo>
                    <a:close/>
                    <a:moveTo>
                      <a:pt x="18247" y="0"/>
                    </a:moveTo>
                    <a:cubicBezTo>
                      <a:pt x="14537" y="176"/>
                      <a:pt x="10803" y="326"/>
                      <a:pt x="7069" y="501"/>
                    </a:cubicBezTo>
                    <a:cubicBezTo>
                      <a:pt x="6943" y="501"/>
                      <a:pt x="6843" y="602"/>
                      <a:pt x="6843" y="702"/>
                    </a:cubicBezTo>
                    <a:cubicBezTo>
                      <a:pt x="6868" y="2732"/>
                      <a:pt x="6893" y="4737"/>
                      <a:pt x="6893" y="6742"/>
                    </a:cubicBezTo>
                    <a:cubicBezTo>
                      <a:pt x="6893" y="7920"/>
                      <a:pt x="6918" y="9123"/>
                      <a:pt x="6918" y="10301"/>
                    </a:cubicBezTo>
                    <a:cubicBezTo>
                      <a:pt x="6918" y="11203"/>
                      <a:pt x="6743" y="12356"/>
                      <a:pt x="6943" y="13233"/>
                    </a:cubicBezTo>
                    <a:cubicBezTo>
                      <a:pt x="6969" y="13352"/>
                      <a:pt x="7003" y="13402"/>
                      <a:pt x="7027" y="13421"/>
                    </a:cubicBezTo>
                    <a:lnTo>
                      <a:pt x="7027" y="13421"/>
                    </a:lnTo>
                    <a:cubicBezTo>
                      <a:pt x="7005" y="13423"/>
                      <a:pt x="6970" y="13433"/>
                      <a:pt x="6918" y="13459"/>
                    </a:cubicBezTo>
                    <a:cubicBezTo>
                      <a:pt x="6718" y="13534"/>
                      <a:pt x="6417" y="13534"/>
                      <a:pt x="6216" y="13559"/>
                    </a:cubicBezTo>
                    <a:cubicBezTo>
                      <a:pt x="5414" y="13685"/>
                      <a:pt x="4637" y="13810"/>
                      <a:pt x="3860" y="13935"/>
                    </a:cubicBezTo>
                    <a:cubicBezTo>
                      <a:pt x="2632" y="14136"/>
                      <a:pt x="1429" y="14336"/>
                      <a:pt x="201" y="14512"/>
                    </a:cubicBezTo>
                    <a:cubicBezTo>
                      <a:pt x="51" y="14537"/>
                      <a:pt x="1" y="14762"/>
                      <a:pt x="101" y="14862"/>
                    </a:cubicBezTo>
                    <a:cubicBezTo>
                      <a:pt x="3084" y="17444"/>
                      <a:pt x="6943" y="19725"/>
                      <a:pt x="10878" y="20276"/>
                    </a:cubicBezTo>
                    <a:cubicBezTo>
                      <a:pt x="11492" y="20359"/>
                      <a:pt x="12114" y="20395"/>
                      <a:pt x="12740" y="20395"/>
                    </a:cubicBezTo>
                    <a:cubicBezTo>
                      <a:pt x="15157" y="20395"/>
                      <a:pt x="17636" y="19846"/>
                      <a:pt x="19926" y="19248"/>
                    </a:cubicBezTo>
                    <a:cubicBezTo>
                      <a:pt x="21580" y="18797"/>
                      <a:pt x="23209" y="18296"/>
                      <a:pt x="24788" y="17644"/>
                    </a:cubicBezTo>
                    <a:cubicBezTo>
                      <a:pt x="24988" y="17569"/>
                      <a:pt x="24988" y="17319"/>
                      <a:pt x="24788" y="17243"/>
                    </a:cubicBezTo>
                    <a:cubicBezTo>
                      <a:pt x="22632" y="16386"/>
                      <a:pt x="20452" y="15552"/>
                      <a:pt x="18295" y="14696"/>
                    </a:cubicBezTo>
                    <a:lnTo>
                      <a:pt x="18295" y="14696"/>
                    </a:lnTo>
                    <a:cubicBezTo>
                      <a:pt x="18252" y="9881"/>
                      <a:pt x="18522" y="5041"/>
                      <a:pt x="18472" y="226"/>
                    </a:cubicBezTo>
                    <a:cubicBezTo>
                      <a:pt x="18472" y="100"/>
                      <a:pt x="18372" y="0"/>
                      <a:pt x="182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21"/>
              <p:cNvSpPr/>
              <p:nvPr/>
            </p:nvSpPr>
            <p:spPr>
              <a:xfrm>
                <a:off x="3993250" y="2159775"/>
                <a:ext cx="208050" cy="269150"/>
              </a:xfrm>
              <a:custGeom>
                <a:rect b="b" l="l" r="r" t="t"/>
                <a:pathLst>
                  <a:path extrusionOk="0" h="10766" w="8322">
                    <a:moveTo>
                      <a:pt x="4456" y="1"/>
                    </a:moveTo>
                    <a:cubicBezTo>
                      <a:pt x="4433" y="1"/>
                      <a:pt x="4410" y="1"/>
                      <a:pt x="4387" y="2"/>
                    </a:cubicBezTo>
                    <a:cubicBezTo>
                      <a:pt x="3059" y="27"/>
                      <a:pt x="1780" y="779"/>
                      <a:pt x="1028" y="1856"/>
                    </a:cubicBezTo>
                    <a:cubicBezTo>
                      <a:pt x="252" y="2959"/>
                      <a:pt x="1" y="4363"/>
                      <a:pt x="277" y="5666"/>
                    </a:cubicBezTo>
                    <a:cubicBezTo>
                      <a:pt x="602" y="7370"/>
                      <a:pt x="1780" y="8874"/>
                      <a:pt x="3284" y="9751"/>
                    </a:cubicBezTo>
                    <a:cubicBezTo>
                      <a:pt x="4480" y="10448"/>
                      <a:pt x="5865" y="10766"/>
                      <a:pt x="7252" y="10766"/>
                    </a:cubicBezTo>
                    <a:cubicBezTo>
                      <a:pt x="7610" y="10766"/>
                      <a:pt x="7967" y="10744"/>
                      <a:pt x="8322" y="10703"/>
                    </a:cubicBezTo>
                    <a:lnTo>
                      <a:pt x="7695" y="1856"/>
                    </a:lnTo>
                    <a:cubicBezTo>
                      <a:pt x="7055" y="699"/>
                      <a:pt x="5761" y="1"/>
                      <a:pt x="4456"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21"/>
              <p:cNvSpPr/>
              <p:nvPr/>
            </p:nvSpPr>
            <p:spPr>
              <a:xfrm>
                <a:off x="3977600" y="2155750"/>
                <a:ext cx="228975" cy="277825"/>
              </a:xfrm>
              <a:custGeom>
                <a:rect b="b" l="l" r="r" t="t"/>
                <a:pathLst>
                  <a:path extrusionOk="0" h="11113" w="9159">
                    <a:moveTo>
                      <a:pt x="4958" y="376"/>
                    </a:moveTo>
                    <a:cubicBezTo>
                      <a:pt x="6184" y="376"/>
                      <a:pt x="7814" y="987"/>
                      <a:pt x="8121" y="2193"/>
                    </a:cubicBezTo>
                    <a:cubicBezTo>
                      <a:pt x="8246" y="2769"/>
                      <a:pt x="8196" y="3471"/>
                      <a:pt x="8246" y="4072"/>
                    </a:cubicBezTo>
                    <a:lnTo>
                      <a:pt x="8446" y="6955"/>
                    </a:lnTo>
                    <a:lnTo>
                      <a:pt x="8733" y="10682"/>
                    </a:lnTo>
                    <a:lnTo>
                      <a:pt x="8733" y="10682"/>
                    </a:lnTo>
                    <a:cubicBezTo>
                      <a:pt x="8536" y="10696"/>
                      <a:pt x="8337" y="10703"/>
                      <a:pt x="8137" y="10703"/>
                    </a:cubicBezTo>
                    <a:cubicBezTo>
                      <a:pt x="4721" y="10703"/>
                      <a:pt x="1003" y="8677"/>
                      <a:pt x="1003" y="4824"/>
                    </a:cubicBezTo>
                    <a:cubicBezTo>
                      <a:pt x="1003" y="2769"/>
                      <a:pt x="2356" y="789"/>
                      <a:pt x="4461" y="413"/>
                    </a:cubicBezTo>
                    <a:cubicBezTo>
                      <a:pt x="4615" y="388"/>
                      <a:pt x="4782" y="376"/>
                      <a:pt x="4958" y="376"/>
                    </a:cubicBezTo>
                    <a:close/>
                    <a:moveTo>
                      <a:pt x="5063" y="1"/>
                    </a:moveTo>
                    <a:cubicBezTo>
                      <a:pt x="4476" y="1"/>
                      <a:pt x="3912" y="100"/>
                      <a:pt x="3459" y="288"/>
                    </a:cubicBezTo>
                    <a:cubicBezTo>
                      <a:pt x="903" y="1366"/>
                      <a:pt x="0" y="4448"/>
                      <a:pt x="1003" y="6904"/>
                    </a:cubicBezTo>
                    <a:cubicBezTo>
                      <a:pt x="2156" y="9753"/>
                      <a:pt x="5083" y="11113"/>
                      <a:pt x="8000" y="11113"/>
                    </a:cubicBezTo>
                    <a:cubicBezTo>
                      <a:pt x="8307" y="11113"/>
                      <a:pt x="8613" y="11098"/>
                      <a:pt x="8918" y="11068"/>
                    </a:cubicBezTo>
                    <a:lnTo>
                      <a:pt x="8918" y="11068"/>
                    </a:lnTo>
                    <a:cubicBezTo>
                      <a:pt x="8931" y="11070"/>
                      <a:pt x="8944" y="11071"/>
                      <a:pt x="8957" y="11071"/>
                    </a:cubicBezTo>
                    <a:cubicBezTo>
                      <a:pt x="9053" y="11071"/>
                      <a:pt x="9146" y="11012"/>
                      <a:pt x="9149" y="10894"/>
                    </a:cubicBezTo>
                    <a:lnTo>
                      <a:pt x="9149" y="10894"/>
                    </a:lnTo>
                    <a:cubicBezTo>
                      <a:pt x="9158" y="10853"/>
                      <a:pt x="9156" y="10811"/>
                      <a:pt x="9142" y="10774"/>
                    </a:cubicBezTo>
                    <a:lnTo>
                      <a:pt x="9142" y="10774"/>
                    </a:lnTo>
                    <a:lnTo>
                      <a:pt x="8873" y="6955"/>
                    </a:lnTo>
                    <a:cubicBezTo>
                      <a:pt x="8772" y="5401"/>
                      <a:pt x="8822" y="3696"/>
                      <a:pt x="8522" y="2168"/>
                    </a:cubicBezTo>
                    <a:cubicBezTo>
                      <a:pt x="8250" y="666"/>
                      <a:pt x="6582" y="1"/>
                      <a:pt x="506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21"/>
              <p:cNvSpPr/>
              <p:nvPr/>
            </p:nvSpPr>
            <p:spPr>
              <a:xfrm>
                <a:off x="4002025" y="2325050"/>
                <a:ext cx="285125" cy="265050"/>
              </a:xfrm>
              <a:custGeom>
                <a:rect b="b" l="l" r="r" t="t"/>
                <a:pathLst>
                  <a:path extrusionOk="0" h="10602" w="11405">
                    <a:moveTo>
                      <a:pt x="8641" y="1"/>
                    </a:moveTo>
                    <a:cubicBezTo>
                      <a:pt x="8430" y="1"/>
                      <a:pt x="8215" y="76"/>
                      <a:pt x="8046" y="233"/>
                    </a:cubicBezTo>
                    <a:lnTo>
                      <a:pt x="8021" y="258"/>
                    </a:lnTo>
                    <a:cubicBezTo>
                      <a:pt x="7720" y="533"/>
                      <a:pt x="7695" y="985"/>
                      <a:pt x="7971" y="1310"/>
                    </a:cubicBezTo>
                    <a:cubicBezTo>
                      <a:pt x="8773" y="2238"/>
                      <a:pt x="9324" y="3416"/>
                      <a:pt x="9349" y="4669"/>
                    </a:cubicBezTo>
                    <a:cubicBezTo>
                      <a:pt x="9374" y="6148"/>
                      <a:pt x="8572" y="7676"/>
                      <a:pt x="7219" y="8253"/>
                    </a:cubicBezTo>
                    <a:cubicBezTo>
                      <a:pt x="6817" y="8427"/>
                      <a:pt x="6384" y="8510"/>
                      <a:pt x="5948" y="8510"/>
                    </a:cubicBezTo>
                    <a:cubicBezTo>
                      <a:pt x="4942" y="8510"/>
                      <a:pt x="3923" y="8070"/>
                      <a:pt x="3259" y="7300"/>
                    </a:cubicBezTo>
                    <a:cubicBezTo>
                      <a:pt x="2307" y="6198"/>
                      <a:pt x="2106" y="4569"/>
                      <a:pt x="2657" y="3215"/>
                    </a:cubicBezTo>
                    <a:cubicBezTo>
                      <a:pt x="2883" y="2714"/>
                      <a:pt x="3184" y="2238"/>
                      <a:pt x="3535" y="1812"/>
                    </a:cubicBezTo>
                    <a:cubicBezTo>
                      <a:pt x="3835" y="1411"/>
                      <a:pt x="3735" y="834"/>
                      <a:pt x="3284" y="609"/>
                    </a:cubicBezTo>
                    <a:cubicBezTo>
                      <a:pt x="3100" y="508"/>
                      <a:pt x="2902" y="461"/>
                      <a:pt x="2708" y="461"/>
                    </a:cubicBezTo>
                    <a:cubicBezTo>
                      <a:pt x="2318" y="461"/>
                      <a:pt x="1939" y="650"/>
                      <a:pt x="1705" y="985"/>
                    </a:cubicBezTo>
                    <a:cubicBezTo>
                      <a:pt x="1003" y="2012"/>
                      <a:pt x="427" y="3115"/>
                      <a:pt x="276" y="4318"/>
                    </a:cubicBezTo>
                    <a:cubicBezTo>
                      <a:pt x="1" y="6148"/>
                      <a:pt x="753" y="8102"/>
                      <a:pt x="2156" y="9305"/>
                    </a:cubicBezTo>
                    <a:cubicBezTo>
                      <a:pt x="3161" y="10152"/>
                      <a:pt x="4464" y="10601"/>
                      <a:pt x="5759" y="10601"/>
                    </a:cubicBezTo>
                    <a:cubicBezTo>
                      <a:pt x="6305" y="10601"/>
                      <a:pt x="6849" y="10522"/>
                      <a:pt x="7369" y="10358"/>
                    </a:cubicBezTo>
                    <a:cubicBezTo>
                      <a:pt x="9149" y="9807"/>
                      <a:pt x="10602" y="8303"/>
                      <a:pt x="11079" y="6523"/>
                    </a:cubicBezTo>
                    <a:cubicBezTo>
                      <a:pt x="11404" y="5295"/>
                      <a:pt x="11304" y="3967"/>
                      <a:pt x="10853" y="2764"/>
                    </a:cubicBezTo>
                    <a:cubicBezTo>
                      <a:pt x="10502" y="1837"/>
                      <a:pt x="9951" y="985"/>
                      <a:pt x="9249" y="258"/>
                    </a:cubicBezTo>
                    <a:cubicBezTo>
                      <a:pt x="9093" y="89"/>
                      <a:pt x="8869" y="1"/>
                      <a:pt x="8641"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21"/>
              <p:cNvSpPr/>
              <p:nvPr/>
            </p:nvSpPr>
            <p:spPr>
              <a:xfrm>
                <a:off x="3999525" y="2321000"/>
                <a:ext cx="296400" cy="273700"/>
              </a:xfrm>
              <a:custGeom>
                <a:rect b="b" l="l" r="r" t="t"/>
                <a:pathLst>
                  <a:path extrusionOk="0" h="10948" w="11856">
                    <a:moveTo>
                      <a:pt x="8272" y="570"/>
                    </a:moveTo>
                    <a:cubicBezTo>
                      <a:pt x="8447" y="620"/>
                      <a:pt x="8647" y="645"/>
                      <a:pt x="8848" y="695"/>
                    </a:cubicBezTo>
                    <a:cubicBezTo>
                      <a:pt x="8874" y="694"/>
                      <a:pt x="8900" y="693"/>
                      <a:pt x="8925" y="693"/>
                    </a:cubicBezTo>
                    <a:cubicBezTo>
                      <a:pt x="9357" y="693"/>
                      <a:pt x="9636" y="895"/>
                      <a:pt x="9825" y="1297"/>
                    </a:cubicBezTo>
                    <a:cubicBezTo>
                      <a:pt x="9900" y="1422"/>
                      <a:pt x="10001" y="1573"/>
                      <a:pt x="10101" y="1723"/>
                    </a:cubicBezTo>
                    <a:cubicBezTo>
                      <a:pt x="10351" y="2124"/>
                      <a:pt x="10577" y="2550"/>
                      <a:pt x="10752" y="2976"/>
                    </a:cubicBezTo>
                    <a:cubicBezTo>
                      <a:pt x="11103" y="3954"/>
                      <a:pt x="11229" y="4956"/>
                      <a:pt x="11103" y="5984"/>
                    </a:cubicBezTo>
                    <a:cubicBezTo>
                      <a:pt x="10853" y="7663"/>
                      <a:pt x="9800" y="9142"/>
                      <a:pt x="8321" y="9944"/>
                    </a:cubicBezTo>
                    <a:cubicBezTo>
                      <a:pt x="7538" y="10366"/>
                      <a:pt x="6715" y="10558"/>
                      <a:pt x="5908" y="10558"/>
                    </a:cubicBezTo>
                    <a:cubicBezTo>
                      <a:pt x="3074" y="10558"/>
                      <a:pt x="449" y="8189"/>
                      <a:pt x="527" y="5107"/>
                    </a:cubicBezTo>
                    <a:cubicBezTo>
                      <a:pt x="552" y="4154"/>
                      <a:pt x="853" y="3252"/>
                      <a:pt x="1279" y="2400"/>
                    </a:cubicBezTo>
                    <a:cubicBezTo>
                      <a:pt x="1479" y="1999"/>
                      <a:pt x="1705" y="1573"/>
                      <a:pt x="2031" y="1247"/>
                    </a:cubicBezTo>
                    <a:cubicBezTo>
                      <a:pt x="2215" y="1103"/>
                      <a:pt x="2568" y="825"/>
                      <a:pt x="2882" y="825"/>
                    </a:cubicBezTo>
                    <a:cubicBezTo>
                      <a:pt x="2952" y="825"/>
                      <a:pt x="3020" y="839"/>
                      <a:pt x="3083" y="871"/>
                    </a:cubicBezTo>
                    <a:cubicBezTo>
                      <a:pt x="4036" y="1322"/>
                      <a:pt x="3409" y="1873"/>
                      <a:pt x="3158" y="2274"/>
                    </a:cubicBezTo>
                    <a:cubicBezTo>
                      <a:pt x="2407" y="3327"/>
                      <a:pt x="2056" y="4580"/>
                      <a:pt x="2356" y="5883"/>
                    </a:cubicBezTo>
                    <a:cubicBezTo>
                      <a:pt x="2744" y="7610"/>
                      <a:pt x="4349" y="8886"/>
                      <a:pt x="6054" y="8886"/>
                    </a:cubicBezTo>
                    <a:cubicBezTo>
                      <a:pt x="6552" y="8886"/>
                      <a:pt x="7058" y="8778"/>
                      <a:pt x="7544" y="8540"/>
                    </a:cubicBezTo>
                    <a:cubicBezTo>
                      <a:pt x="8722" y="7964"/>
                      <a:pt x="9474" y="6711"/>
                      <a:pt x="9625" y="5432"/>
                    </a:cubicBezTo>
                    <a:cubicBezTo>
                      <a:pt x="9725" y="4706"/>
                      <a:pt x="9625" y="3979"/>
                      <a:pt x="9374" y="3302"/>
                    </a:cubicBezTo>
                    <a:cubicBezTo>
                      <a:pt x="9227" y="2835"/>
                      <a:pt x="7899" y="1019"/>
                      <a:pt x="8272" y="570"/>
                    </a:cubicBezTo>
                    <a:close/>
                    <a:moveTo>
                      <a:pt x="8723" y="1"/>
                    </a:moveTo>
                    <a:cubicBezTo>
                      <a:pt x="8516" y="1"/>
                      <a:pt x="8301" y="61"/>
                      <a:pt x="8079" y="198"/>
                    </a:cubicBezTo>
                    <a:lnTo>
                      <a:pt x="8079" y="198"/>
                    </a:lnTo>
                    <a:cubicBezTo>
                      <a:pt x="8050" y="206"/>
                      <a:pt x="8022" y="221"/>
                      <a:pt x="7996" y="244"/>
                    </a:cubicBezTo>
                    <a:cubicBezTo>
                      <a:pt x="7695" y="520"/>
                      <a:pt x="7620" y="921"/>
                      <a:pt x="7745" y="1322"/>
                    </a:cubicBezTo>
                    <a:cubicBezTo>
                      <a:pt x="7895" y="1773"/>
                      <a:pt x="8346" y="2124"/>
                      <a:pt x="8572" y="2550"/>
                    </a:cubicBezTo>
                    <a:cubicBezTo>
                      <a:pt x="8973" y="3227"/>
                      <a:pt x="9224" y="4029"/>
                      <a:pt x="9249" y="4831"/>
                    </a:cubicBezTo>
                    <a:cubicBezTo>
                      <a:pt x="9287" y="6818"/>
                      <a:pt x="7738" y="8455"/>
                      <a:pt x="5944" y="8455"/>
                    </a:cubicBezTo>
                    <a:cubicBezTo>
                      <a:pt x="5385" y="8455"/>
                      <a:pt x="4802" y="8296"/>
                      <a:pt x="4236" y="7939"/>
                    </a:cubicBezTo>
                    <a:cubicBezTo>
                      <a:pt x="3209" y="7287"/>
                      <a:pt x="2657" y="6109"/>
                      <a:pt x="2657" y="4906"/>
                    </a:cubicBezTo>
                    <a:cubicBezTo>
                      <a:pt x="2682" y="4179"/>
                      <a:pt x="2883" y="3528"/>
                      <a:pt x="3234" y="2901"/>
                    </a:cubicBezTo>
                    <a:cubicBezTo>
                      <a:pt x="3459" y="2525"/>
                      <a:pt x="3835" y="2199"/>
                      <a:pt x="3960" y="1798"/>
                    </a:cubicBezTo>
                    <a:cubicBezTo>
                      <a:pt x="4214" y="978"/>
                      <a:pt x="3510" y="432"/>
                      <a:pt x="2783" y="432"/>
                    </a:cubicBezTo>
                    <a:cubicBezTo>
                      <a:pt x="2577" y="432"/>
                      <a:pt x="2369" y="476"/>
                      <a:pt x="2181" y="570"/>
                    </a:cubicBezTo>
                    <a:cubicBezTo>
                      <a:pt x="928" y="1172"/>
                      <a:pt x="226" y="3503"/>
                      <a:pt x="126" y="4781"/>
                    </a:cubicBezTo>
                    <a:cubicBezTo>
                      <a:pt x="1" y="6485"/>
                      <a:pt x="652" y="8239"/>
                      <a:pt x="1880" y="9392"/>
                    </a:cubicBezTo>
                    <a:cubicBezTo>
                      <a:pt x="2976" y="10443"/>
                      <a:pt x="4384" y="10948"/>
                      <a:pt x="5788" y="10948"/>
                    </a:cubicBezTo>
                    <a:cubicBezTo>
                      <a:pt x="7563" y="10948"/>
                      <a:pt x="9332" y="10141"/>
                      <a:pt x="10452" y="8615"/>
                    </a:cubicBezTo>
                    <a:cubicBezTo>
                      <a:pt x="11680" y="6961"/>
                      <a:pt x="11855" y="4781"/>
                      <a:pt x="11153" y="2876"/>
                    </a:cubicBezTo>
                    <a:cubicBezTo>
                      <a:pt x="10815" y="1966"/>
                      <a:pt x="9904" y="1"/>
                      <a:pt x="87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21"/>
              <p:cNvSpPr/>
              <p:nvPr/>
            </p:nvSpPr>
            <p:spPr>
              <a:xfrm>
                <a:off x="4076600" y="1433425"/>
                <a:ext cx="1665175" cy="1504200"/>
              </a:xfrm>
              <a:custGeom>
                <a:rect b="b" l="l" r="r" t="t"/>
                <a:pathLst>
                  <a:path extrusionOk="0" h="60168" w="66607">
                    <a:moveTo>
                      <a:pt x="30172" y="1"/>
                    </a:moveTo>
                    <a:cubicBezTo>
                      <a:pt x="29979" y="1"/>
                      <a:pt x="29788" y="3"/>
                      <a:pt x="29599" y="8"/>
                    </a:cubicBezTo>
                    <a:cubicBezTo>
                      <a:pt x="23584" y="158"/>
                      <a:pt x="17469" y="1211"/>
                      <a:pt x="11705" y="2890"/>
                    </a:cubicBezTo>
                    <a:cubicBezTo>
                      <a:pt x="8446" y="3842"/>
                      <a:pt x="4837" y="5146"/>
                      <a:pt x="2331" y="7602"/>
                    </a:cubicBezTo>
                    <a:cubicBezTo>
                      <a:pt x="100" y="9782"/>
                      <a:pt x="0" y="11888"/>
                      <a:pt x="552" y="14118"/>
                    </a:cubicBezTo>
                    <a:cubicBezTo>
                      <a:pt x="928" y="15697"/>
                      <a:pt x="1629" y="17326"/>
                      <a:pt x="2106" y="19081"/>
                    </a:cubicBezTo>
                    <a:cubicBezTo>
                      <a:pt x="2657" y="21061"/>
                      <a:pt x="3058" y="23116"/>
                      <a:pt x="3334" y="25146"/>
                    </a:cubicBezTo>
                    <a:cubicBezTo>
                      <a:pt x="3835" y="29256"/>
                      <a:pt x="3760" y="33442"/>
                      <a:pt x="3058" y="37527"/>
                    </a:cubicBezTo>
                    <a:cubicBezTo>
                      <a:pt x="2356" y="41612"/>
                      <a:pt x="1078" y="45898"/>
                      <a:pt x="2481" y="49808"/>
                    </a:cubicBezTo>
                    <a:cubicBezTo>
                      <a:pt x="4186" y="54544"/>
                      <a:pt x="8697" y="56625"/>
                      <a:pt x="13183" y="57978"/>
                    </a:cubicBezTo>
                    <a:cubicBezTo>
                      <a:pt x="18043" y="59462"/>
                      <a:pt x="23227" y="60168"/>
                      <a:pt x="28381" y="60168"/>
                    </a:cubicBezTo>
                    <a:cubicBezTo>
                      <a:pt x="30803" y="60168"/>
                      <a:pt x="33218" y="60012"/>
                      <a:pt x="35589" y="59707"/>
                    </a:cubicBezTo>
                    <a:cubicBezTo>
                      <a:pt x="41304" y="58955"/>
                      <a:pt x="47294" y="57001"/>
                      <a:pt x="51028" y="52339"/>
                    </a:cubicBezTo>
                    <a:cubicBezTo>
                      <a:pt x="52356" y="50685"/>
                      <a:pt x="53309" y="48755"/>
                      <a:pt x="53910" y="46725"/>
                    </a:cubicBezTo>
                    <a:cubicBezTo>
                      <a:pt x="54086" y="46123"/>
                      <a:pt x="54236" y="45522"/>
                      <a:pt x="54336" y="44895"/>
                    </a:cubicBezTo>
                    <a:cubicBezTo>
                      <a:pt x="54336" y="44895"/>
                      <a:pt x="56459" y="45982"/>
                      <a:pt x="58882" y="45982"/>
                    </a:cubicBezTo>
                    <a:cubicBezTo>
                      <a:pt x="61624" y="45982"/>
                      <a:pt x="64750" y="44590"/>
                      <a:pt x="65615" y="38655"/>
                    </a:cubicBezTo>
                    <a:cubicBezTo>
                      <a:pt x="66607" y="31949"/>
                      <a:pt x="63261" y="29897"/>
                      <a:pt x="59997" y="29897"/>
                    </a:cubicBezTo>
                    <a:cubicBezTo>
                      <a:pt x="57820" y="29897"/>
                      <a:pt x="55680" y="30810"/>
                      <a:pt x="54888" y="31863"/>
                    </a:cubicBezTo>
                    <a:cubicBezTo>
                      <a:pt x="54888" y="31863"/>
                      <a:pt x="57845" y="16098"/>
                      <a:pt x="55339" y="10509"/>
                    </a:cubicBezTo>
                    <a:cubicBezTo>
                      <a:pt x="52861" y="5039"/>
                      <a:pt x="39075" y="1"/>
                      <a:pt x="30172"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21"/>
              <p:cNvSpPr/>
              <p:nvPr/>
            </p:nvSpPr>
            <p:spPr>
              <a:xfrm>
                <a:off x="4074825" y="1430175"/>
                <a:ext cx="1659075" cy="1513650"/>
              </a:xfrm>
              <a:custGeom>
                <a:rect b="b" l="l" r="r" t="t"/>
                <a:pathLst>
                  <a:path extrusionOk="0" h="60546" w="66363">
                    <a:moveTo>
                      <a:pt x="29538" y="397"/>
                    </a:moveTo>
                    <a:cubicBezTo>
                      <a:pt x="32205" y="397"/>
                      <a:pt x="34871" y="643"/>
                      <a:pt x="37515" y="1216"/>
                    </a:cubicBezTo>
                    <a:cubicBezTo>
                      <a:pt x="40523" y="1842"/>
                      <a:pt x="43455" y="2769"/>
                      <a:pt x="46287" y="3997"/>
                    </a:cubicBezTo>
                    <a:cubicBezTo>
                      <a:pt x="48718" y="5050"/>
                      <a:pt x="51174" y="6328"/>
                      <a:pt x="53179" y="8133"/>
                    </a:cubicBezTo>
                    <a:cubicBezTo>
                      <a:pt x="54733" y="9536"/>
                      <a:pt x="55560" y="11165"/>
                      <a:pt x="55911" y="13221"/>
                    </a:cubicBezTo>
                    <a:cubicBezTo>
                      <a:pt x="56312" y="15602"/>
                      <a:pt x="56262" y="18058"/>
                      <a:pt x="56137" y="20464"/>
                    </a:cubicBezTo>
                    <a:cubicBezTo>
                      <a:pt x="55936" y="24323"/>
                      <a:pt x="55460" y="28158"/>
                      <a:pt x="54758" y="31942"/>
                    </a:cubicBezTo>
                    <a:cubicBezTo>
                      <a:pt x="54740" y="32070"/>
                      <a:pt x="54867" y="32211"/>
                      <a:pt x="54987" y="32211"/>
                    </a:cubicBezTo>
                    <a:cubicBezTo>
                      <a:pt x="55031" y="32211"/>
                      <a:pt x="55075" y="32191"/>
                      <a:pt x="55109" y="32143"/>
                    </a:cubicBezTo>
                    <a:cubicBezTo>
                      <a:pt x="56137" y="30815"/>
                      <a:pt x="58167" y="30313"/>
                      <a:pt x="59771" y="30238"/>
                    </a:cubicBezTo>
                    <a:cubicBezTo>
                      <a:pt x="59852" y="30235"/>
                      <a:pt x="59934" y="30234"/>
                      <a:pt x="60015" y="30234"/>
                    </a:cubicBezTo>
                    <a:cubicBezTo>
                      <a:pt x="62107" y="30234"/>
                      <a:pt x="64092" y="31167"/>
                      <a:pt x="65009" y="33146"/>
                    </a:cubicBezTo>
                    <a:cubicBezTo>
                      <a:pt x="66362" y="36028"/>
                      <a:pt x="65711" y="40313"/>
                      <a:pt x="64132" y="42995"/>
                    </a:cubicBezTo>
                    <a:cubicBezTo>
                      <a:pt x="62986" y="44913"/>
                      <a:pt x="61076" y="45892"/>
                      <a:pt x="58890" y="45892"/>
                    </a:cubicBezTo>
                    <a:cubicBezTo>
                      <a:pt x="58734" y="45892"/>
                      <a:pt x="58576" y="45887"/>
                      <a:pt x="58417" y="45877"/>
                    </a:cubicBezTo>
                    <a:cubicBezTo>
                      <a:pt x="57114" y="45802"/>
                      <a:pt x="55711" y="45451"/>
                      <a:pt x="54533" y="44850"/>
                    </a:cubicBezTo>
                    <a:cubicBezTo>
                      <a:pt x="54495" y="44835"/>
                      <a:pt x="54454" y="44826"/>
                      <a:pt x="54415" y="44826"/>
                    </a:cubicBezTo>
                    <a:cubicBezTo>
                      <a:pt x="54325" y="44826"/>
                      <a:pt x="54242" y="44870"/>
                      <a:pt x="54207" y="44975"/>
                    </a:cubicBezTo>
                    <a:cubicBezTo>
                      <a:pt x="53555" y="48183"/>
                      <a:pt x="52202" y="51166"/>
                      <a:pt x="49871" y="53522"/>
                    </a:cubicBezTo>
                    <a:cubicBezTo>
                      <a:pt x="47766" y="55652"/>
                      <a:pt x="45084" y="57131"/>
                      <a:pt x="42277" y="58108"/>
                    </a:cubicBezTo>
                    <a:cubicBezTo>
                      <a:pt x="38047" y="59565"/>
                      <a:pt x="33452" y="60115"/>
                      <a:pt x="28920" y="60115"/>
                    </a:cubicBezTo>
                    <a:cubicBezTo>
                      <a:pt x="27061" y="60115"/>
                      <a:pt x="25213" y="60023"/>
                      <a:pt x="23405" y="59862"/>
                    </a:cubicBezTo>
                    <a:cubicBezTo>
                      <a:pt x="19971" y="59537"/>
                      <a:pt x="16588" y="58910"/>
                      <a:pt x="13304" y="57908"/>
                    </a:cubicBezTo>
                    <a:cubicBezTo>
                      <a:pt x="10723" y="57131"/>
                      <a:pt x="8091" y="56128"/>
                      <a:pt x="5986" y="54374"/>
                    </a:cubicBezTo>
                    <a:cubicBezTo>
                      <a:pt x="3580" y="52394"/>
                      <a:pt x="2227" y="49587"/>
                      <a:pt x="2126" y="46479"/>
                    </a:cubicBezTo>
                    <a:cubicBezTo>
                      <a:pt x="2026" y="42970"/>
                      <a:pt x="3104" y="39562"/>
                      <a:pt x="3580" y="36128"/>
                    </a:cubicBezTo>
                    <a:cubicBezTo>
                      <a:pt x="4056" y="32394"/>
                      <a:pt x="4056" y="28609"/>
                      <a:pt x="3555" y="24900"/>
                    </a:cubicBezTo>
                    <a:cubicBezTo>
                      <a:pt x="3304" y="23095"/>
                      <a:pt x="2953" y="21291"/>
                      <a:pt x="2477" y="19536"/>
                    </a:cubicBezTo>
                    <a:cubicBezTo>
                      <a:pt x="2002" y="17737"/>
                      <a:pt x="1303" y="16012"/>
                      <a:pt x="827" y="14213"/>
                    </a:cubicBezTo>
                    <a:lnTo>
                      <a:pt x="827" y="14213"/>
                    </a:lnTo>
                    <a:cubicBezTo>
                      <a:pt x="826" y="14208"/>
                      <a:pt x="825" y="14203"/>
                      <a:pt x="823" y="14198"/>
                    </a:cubicBezTo>
                    <a:lnTo>
                      <a:pt x="823" y="14198"/>
                    </a:lnTo>
                    <a:cubicBezTo>
                      <a:pt x="823" y="14198"/>
                      <a:pt x="823" y="14198"/>
                      <a:pt x="823" y="14198"/>
                    </a:cubicBezTo>
                    <a:cubicBezTo>
                      <a:pt x="822" y="14195"/>
                      <a:pt x="822" y="14191"/>
                      <a:pt x="821" y="14188"/>
                    </a:cubicBezTo>
                    <a:lnTo>
                      <a:pt x="821" y="14188"/>
                    </a:lnTo>
                    <a:cubicBezTo>
                      <a:pt x="422" y="12412"/>
                      <a:pt x="449" y="10661"/>
                      <a:pt x="1500" y="9110"/>
                    </a:cubicBezTo>
                    <a:cubicBezTo>
                      <a:pt x="2603" y="7481"/>
                      <a:pt x="4307" y="6328"/>
                      <a:pt x="6011" y="5426"/>
                    </a:cubicBezTo>
                    <a:cubicBezTo>
                      <a:pt x="9294" y="3722"/>
                      <a:pt x="13029" y="2794"/>
                      <a:pt x="16613" y="1992"/>
                    </a:cubicBezTo>
                    <a:cubicBezTo>
                      <a:pt x="20864" y="1046"/>
                      <a:pt x="25202" y="397"/>
                      <a:pt x="29538" y="397"/>
                    </a:cubicBezTo>
                    <a:close/>
                    <a:moveTo>
                      <a:pt x="29540" y="0"/>
                    </a:moveTo>
                    <a:cubicBezTo>
                      <a:pt x="25376" y="0"/>
                      <a:pt x="21207" y="582"/>
                      <a:pt x="17064" y="1466"/>
                    </a:cubicBezTo>
                    <a:cubicBezTo>
                      <a:pt x="12954" y="2343"/>
                      <a:pt x="8568" y="3396"/>
                      <a:pt x="4933" y="5551"/>
                    </a:cubicBezTo>
                    <a:cubicBezTo>
                      <a:pt x="3279" y="6529"/>
                      <a:pt x="1600" y="7832"/>
                      <a:pt x="748" y="9586"/>
                    </a:cubicBezTo>
                    <a:cubicBezTo>
                      <a:pt x="0" y="11082"/>
                      <a:pt x="46" y="12702"/>
                      <a:pt x="416" y="14273"/>
                    </a:cubicBezTo>
                    <a:lnTo>
                      <a:pt x="416" y="14273"/>
                    </a:lnTo>
                    <a:cubicBezTo>
                      <a:pt x="417" y="14281"/>
                      <a:pt x="419" y="14290"/>
                      <a:pt x="422" y="14298"/>
                    </a:cubicBezTo>
                    <a:cubicBezTo>
                      <a:pt x="848" y="15977"/>
                      <a:pt x="1525" y="17607"/>
                      <a:pt x="1976" y="19261"/>
                    </a:cubicBezTo>
                    <a:cubicBezTo>
                      <a:pt x="2477" y="21015"/>
                      <a:pt x="2828" y="22795"/>
                      <a:pt x="3079" y="24574"/>
                    </a:cubicBezTo>
                    <a:cubicBezTo>
                      <a:pt x="3655" y="28559"/>
                      <a:pt x="3655" y="32619"/>
                      <a:pt x="3079" y="36604"/>
                    </a:cubicBezTo>
                    <a:cubicBezTo>
                      <a:pt x="2603" y="39988"/>
                      <a:pt x="1525" y="43396"/>
                      <a:pt x="1725" y="46855"/>
                    </a:cubicBezTo>
                    <a:cubicBezTo>
                      <a:pt x="1901" y="49662"/>
                      <a:pt x="3079" y="52268"/>
                      <a:pt x="5134" y="54198"/>
                    </a:cubicBezTo>
                    <a:cubicBezTo>
                      <a:pt x="7014" y="55953"/>
                      <a:pt x="9395" y="57055"/>
                      <a:pt x="11801" y="57857"/>
                    </a:cubicBezTo>
                    <a:cubicBezTo>
                      <a:pt x="14933" y="58935"/>
                      <a:pt x="18192" y="59637"/>
                      <a:pt x="21475" y="60063"/>
                    </a:cubicBezTo>
                    <a:cubicBezTo>
                      <a:pt x="23901" y="60370"/>
                      <a:pt x="26403" y="60545"/>
                      <a:pt x="28915" y="60545"/>
                    </a:cubicBezTo>
                    <a:cubicBezTo>
                      <a:pt x="33177" y="60545"/>
                      <a:pt x="37470" y="60040"/>
                      <a:pt x="41475" y="58810"/>
                    </a:cubicBezTo>
                    <a:cubicBezTo>
                      <a:pt x="44482" y="57882"/>
                      <a:pt x="47390" y="56454"/>
                      <a:pt x="49696" y="54273"/>
                    </a:cubicBezTo>
                    <a:cubicBezTo>
                      <a:pt x="52265" y="51875"/>
                      <a:pt x="53831" y="48736"/>
                      <a:pt x="54557" y="45322"/>
                    </a:cubicBezTo>
                    <a:lnTo>
                      <a:pt x="54557" y="45322"/>
                    </a:lnTo>
                    <a:cubicBezTo>
                      <a:pt x="55863" y="45937"/>
                      <a:pt x="57343" y="46300"/>
                      <a:pt x="58787" y="46300"/>
                    </a:cubicBezTo>
                    <a:cubicBezTo>
                      <a:pt x="60832" y="46300"/>
                      <a:pt x="62804" y="45572"/>
                      <a:pt x="64107" y="43797"/>
                    </a:cubicBezTo>
                    <a:cubicBezTo>
                      <a:pt x="65209" y="42268"/>
                      <a:pt x="65711" y="40389"/>
                      <a:pt x="65936" y="38534"/>
                    </a:cubicBezTo>
                    <a:cubicBezTo>
                      <a:pt x="66162" y="36930"/>
                      <a:pt x="66187" y="35226"/>
                      <a:pt x="65661" y="33672"/>
                    </a:cubicBezTo>
                    <a:cubicBezTo>
                      <a:pt x="64909" y="31416"/>
                      <a:pt x="63004" y="30038"/>
                      <a:pt x="60673" y="29862"/>
                    </a:cubicBezTo>
                    <a:cubicBezTo>
                      <a:pt x="60443" y="29842"/>
                      <a:pt x="60204" y="29831"/>
                      <a:pt x="59959" y="29831"/>
                    </a:cubicBezTo>
                    <a:cubicBezTo>
                      <a:pt x="58352" y="29831"/>
                      <a:pt x="56486" y="30285"/>
                      <a:pt x="55288" y="31341"/>
                    </a:cubicBezTo>
                    <a:lnTo>
                      <a:pt x="55288" y="31341"/>
                    </a:lnTo>
                    <a:cubicBezTo>
                      <a:pt x="55870" y="28082"/>
                      <a:pt x="56277" y="24763"/>
                      <a:pt x="56488" y="21466"/>
                    </a:cubicBezTo>
                    <a:cubicBezTo>
                      <a:pt x="56763" y="17281"/>
                      <a:pt x="57265" y="11792"/>
                      <a:pt x="54132" y="8484"/>
                    </a:cubicBezTo>
                    <a:cubicBezTo>
                      <a:pt x="52327" y="6579"/>
                      <a:pt x="49896" y="5200"/>
                      <a:pt x="47515" y="4098"/>
                    </a:cubicBezTo>
                    <a:cubicBezTo>
                      <a:pt x="44683" y="2769"/>
                      <a:pt x="41675" y="1767"/>
                      <a:pt x="38643" y="1040"/>
                    </a:cubicBezTo>
                    <a:cubicBezTo>
                      <a:pt x="35618" y="310"/>
                      <a:pt x="32580" y="0"/>
                      <a:pt x="2954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21"/>
              <p:cNvSpPr/>
              <p:nvPr/>
            </p:nvSpPr>
            <p:spPr>
              <a:xfrm>
                <a:off x="4567200" y="2213525"/>
                <a:ext cx="114050" cy="316300"/>
              </a:xfrm>
              <a:custGeom>
                <a:rect b="b" l="l" r="r" t="t"/>
                <a:pathLst>
                  <a:path extrusionOk="0" h="12652" w="4562">
                    <a:moveTo>
                      <a:pt x="3898" y="1"/>
                    </a:moveTo>
                    <a:cubicBezTo>
                      <a:pt x="3791" y="1"/>
                      <a:pt x="3685" y="70"/>
                      <a:pt x="3685" y="207"/>
                    </a:cubicBezTo>
                    <a:cubicBezTo>
                      <a:pt x="3710" y="1260"/>
                      <a:pt x="3710" y="2288"/>
                      <a:pt x="3735" y="3315"/>
                    </a:cubicBezTo>
                    <a:cubicBezTo>
                      <a:pt x="3735" y="4268"/>
                      <a:pt x="3960" y="5471"/>
                      <a:pt x="3660" y="6398"/>
                    </a:cubicBezTo>
                    <a:cubicBezTo>
                      <a:pt x="3208" y="7877"/>
                      <a:pt x="1254" y="7576"/>
                      <a:pt x="477" y="8804"/>
                    </a:cubicBezTo>
                    <a:cubicBezTo>
                      <a:pt x="0" y="9581"/>
                      <a:pt x="176" y="10634"/>
                      <a:pt x="702" y="11360"/>
                    </a:cubicBezTo>
                    <a:cubicBezTo>
                      <a:pt x="1414" y="12362"/>
                      <a:pt x="2679" y="12652"/>
                      <a:pt x="3848" y="12652"/>
                    </a:cubicBezTo>
                    <a:cubicBezTo>
                      <a:pt x="3996" y="12652"/>
                      <a:pt x="4142" y="12647"/>
                      <a:pt x="4286" y="12639"/>
                    </a:cubicBezTo>
                    <a:cubicBezTo>
                      <a:pt x="4562" y="12639"/>
                      <a:pt x="4562" y="12213"/>
                      <a:pt x="4286" y="12213"/>
                    </a:cubicBezTo>
                    <a:cubicBezTo>
                      <a:pt x="4197" y="12217"/>
                      <a:pt x="4104" y="12219"/>
                      <a:pt x="4010" y="12219"/>
                    </a:cubicBezTo>
                    <a:cubicBezTo>
                      <a:pt x="2472" y="12219"/>
                      <a:pt x="416" y="11618"/>
                      <a:pt x="652" y="9681"/>
                    </a:cubicBezTo>
                    <a:cubicBezTo>
                      <a:pt x="827" y="8228"/>
                      <a:pt x="2457" y="8278"/>
                      <a:pt x="3384" y="7551"/>
                    </a:cubicBezTo>
                    <a:cubicBezTo>
                      <a:pt x="4136" y="6949"/>
                      <a:pt x="4186" y="6072"/>
                      <a:pt x="4186" y="5195"/>
                    </a:cubicBezTo>
                    <a:cubicBezTo>
                      <a:pt x="4186" y="3541"/>
                      <a:pt x="4136" y="1862"/>
                      <a:pt x="4111" y="207"/>
                    </a:cubicBezTo>
                    <a:cubicBezTo>
                      <a:pt x="4111" y="70"/>
                      <a:pt x="4004" y="1"/>
                      <a:pt x="38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21"/>
              <p:cNvSpPr/>
              <p:nvPr/>
            </p:nvSpPr>
            <p:spPr>
              <a:xfrm>
                <a:off x="4601575" y="2626775"/>
                <a:ext cx="270900" cy="83750"/>
              </a:xfrm>
              <a:custGeom>
                <a:rect b="b" l="l" r="r" t="t"/>
                <a:pathLst>
                  <a:path extrusionOk="0" h="3350" w="10836">
                    <a:moveTo>
                      <a:pt x="5325" y="1"/>
                    </a:moveTo>
                    <a:cubicBezTo>
                      <a:pt x="3356" y="1"/>
                      <a:pt x="1383" y="910"/>
                      <a:pt x="104" y="2750"/>
                    </a:cubicBezTo>
                    <a:cubicBezTo>
                      <a:pt x="0" y="2906"/>
                      <a:pt x="135" y="3050"/>
                      <a:pt x="278" y="3050"/>
                    </a:cubicBezTo>
                    <a:cubicBezTo>
                      <a:pt x="343" y="3050"/>
                      <a:pt x="408" y="3021"/>
                      <a:pt x="455" y="2951"/>
                    </a:cubicBezTo>
                    <a:cubicBezTo>
                      <a:pt x="1654" y="1255"/>
                      <a:pt x="3480" y="420"/>
                      <a:pt x="5301" y="420"/>
                    </a:cubicBezTo>
                    <a:cubicBezTo>
                      <a:pt x="7248" y="420"/>
                      <a:pt x="9189" y="1374"/>
                      <a:pt x="10355" y="3252"/>
                    </a:cubicBezTo>
                    <a:cubicBezTo>
                      <a:pt x="10401" y="3321"/>
                      <a:pt x="10468" y="3350"/>
                      <a:pt x="10535" y="3350"/>
                    </a:cubicBezTo>
                    <a:cubicBezTo>
                      <a:pt x="10686" y="3350"/>
                      <a:pt x="10835" y="3200"/>
                      <a:pt x="10731" y="3026"/>
                    </a:cubicBezTo>
                    <a:cubicBezTo>
                      <a:pt x="9482" y="1017"/>
                      <a:pt x="7405" y="1"/>
                      <a:pt x="532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21"/>
              <p:cNvSpPr/>
              <p:nvPr/>
            </p:nvSpPr>
            <p:spPr>
              <a:xfrm>
                <a:off x="4965700" y="2146025"/>
                <a:ext cx="305150" cy="330450"/>
              </a:xfrm>
              <a:custGeom>
                <a:rect b="b" l="l" r="r" t="t"/>
                <a:pathLst>
                  <a:path extrusionOk="0" h="13218" w="12206">
                    <a:moveTo>
                      <a:pt x="1554" y="0"/>
                    </a:moveTo>
                    <a:cubicBezTo>
                      <a:pt x="928" y="1679"/>
                      <a:pt x="351" y="3384"/>
                      <a:pt x="176" y="5163"/>
                    </a:cubicBezTo>
                    <a:cubicBezTo>
                      <a:pt x="0" y="6943"/>
                      <a:pt x="226" y="8797"/>
                      <a:pt x="1128" y="10351"/>
                    </a:cubicBezTo>
                    <a:cubicBezTo>
                      <a:pt x="2005" y="11905"/>
                      <a:pt x="3609" y="13108"/>
                      <a:pt x="5389" y="13208"/>
                    </a:cubicBezTo>
                    <a:cubicBezTo>
                      <a:pt x="5484" y="13214"/>
                      <a:pt x="5580" y="13217"/>
                      <a:pt x="5674" y="13217"/>
                    </a:cubicBezTo>
                    <a:cubicBezTo>
                      <a:pt x="7941" y="13217"/>
                      <a:pt x="9967" y="11519"/>
                      <a:pt x="10978" y="9474"/>
                    </a:cubicBezTo>
                    <a:cubicBezTo>
                      <a:pt x="12030" y="7344"/>
                      <a:pt x="12056" y="6216"/>
                      <a:pt x="12206" y="3860"/>
                    </a:cubicBezTo>
                    <a:lnTo>
                      <a:pt x="155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21"/>
              <p:cNvSpPr/>
              <p:nvPr/>
            </p:nvSpPr>
            <p:spPr>
              <a:xfrm>
                <a:off x="4952550" y="2140675"/>
                <a:ext cx="323600" cy="341000"/>
              </a:xfrm>
              <a:custGeom>
                <a:rect b="b" l="l" r="r" t="t"/>
                <a:pathLst>
                  <a:path extrusionOk="0" h="13640" w="12944">
                    <a:moveTo>
                      <a:pt x="2200" y="485"/>
                    </a:moveTo>
                    <a:lnTo>
                      <a:pt x="2200" y="485"/>
                    </a:lnTo>
                    <a:cubicBezTo>
                      <a:pt x="5641" y="1722"/>
                      <a:pt x="9082" y="2981"/>
                      <a:pt x="12499" y="4217"/>
                    </a:cubicBezTo>
                    <a:lnTo>
                      <a:pt x="12499" y="4217"/>
                    </a:lnTo>
                    <a:cubicBezTo>
                      <a:pt x="12395" y="6267"/>
                      <a:pt x="12156" y="8152"/>
                      <a:pt x="11103" y="9989"/>
                    </a:cubicBezTo>
                    <a:cubicBezTo>
                      <a:pt x="10086" y="11741"/>
                      <a:pt x="8248" y="13213"/>
                      <a:pt x="6201" y="13213"/>
                    </a:cubicBezTo>
                    <a:cubicBezTo>
                      <a:pt x="5876" y="13213"/>
                      <a:pt x="5546" y="13175"/>
                      <a:pt x="5213" y="13096"/>
                    </a:cubicBezTo>
                    <a:cubicBezTo>
                      <a:pt x="2657" y="12495"/>
                      <a:pt x="1178" y="9989"/>
                      <a:pt x="927" y="7533"/>
                    </a:cubicBezTo>
                    <a:cubicBezTo>
                      <a:pt x="660" y="5105"/>
                      <a:pt x="1381" y="2748"/>
                      <a:pt x="2200" y="485"/>
                    </a:cubicBezTo>
                    <a:close/>
                    <a:moveTo>
                      <a:pt x="2064" y="0"/>
                    </a:moveTo>
                    <a:cubicBezTo>
                      <a:pt x="1970" y="0"/>
                      <a:pt x="1896" y="82"/>
                      <a:pt x="1855" y="164"/>
                    </a:cubicBezTo>
                    <a:cubicBezTo>
                      <a:pt x="877" y="2846"/>
                      <a:pt x="0" y="5753"/>
                      <a:pt x="677" y="8635"/>
                    </a:cubicBezTo>
                    <a:cubicBezTo>
                      <a:pt x="1228" y="10966"/>
                      <a:pt x="2932" y="13147"/>
                      <a:pt x="5389" y="13573"/>
                    </a:cubicBezTo>
                    <a:cubicBezTo>
                      <a:pt x="5655" y="13618"/>
                      <a:pt x="5919" y="13640"/>
                      <a:pt x="6180" y="13640"/>
                    </a:cubicBezTo>
                    <a:cubicBezTo>
                      <a:pt x="8084" y="13640"/>
                      <a:pt x="9828" y="12490"/>
                      <a:pt x="10952" y="10991"/>
                    </a:cubicBezTo>
                    <a:cubicBezTo>
                      <a:pt x="12506" y="8936"/>
                      <a:pt x="12807" y="6555"/>
                      <a:pt x="12932" y="4074"/>
                    </a:cubicBezTo>
                    <a:cubicBezTo>
                      <a:pt x="12944" y="3950"/>
                      <a:pt x="12864" y="3882"/>
                      <a:pt x="12771" y="3869"/>
                    </a:cubicBezTo>
                    <a:lnTo>
                      <a:pt x="12771" y="3869"/>
                    </a:lnTo>
                    <a:cubicBezTo>
                      <a:pt x="9216" y="2567"/>
                      <a:pt x="5686" y="1291"/>
                      <a:pt x="2130" y="14"/>
                    </a:cubicBezTo>
                    <a:cubicBezTo>
                      <a:pt x="2107" y="5"/>
                      <a:pt x="2085" y="0"/>
                      <a:pt x="206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21"/>
              <p:cNvSpPr/>
              <p:nvPr/>
            </p:nvSpPr>
            <p:spPr>
              <a:xfrm>
                <a:off x="4975100" y="2299575"/>
                <a:ext cx="129100" cy="137775"/>
              </a:xfrm>
              <a:custGeom>
                <a:rect b="b" l="l" r="r" t="t"/>
                <a:pathLst>
                  <a:path extrusionOk="0" h="5511" w="5164">
                    <a:moveTo>
                      <a:pt x="2149" y="0"/>
                    </a:moveTo>
                    <a:cubicBezTo>
                      <a:pt x="1930" y="0"/>
                      <a:pt x="1713" y="40"/>
                      <a:pt x="1504" y="124"/>
                    </a:cubicBezTo>
                    <a:cubicBezTo>
                      <a:pt x="401" y="575"/>
                      <a:pt x="0" y="2104"/>
                      <a:pt x="577" y="3558"/>
                    </a:cubicBezTo>
                    <a:cubicBezTo>
                      <a:pt x="1046" y="4742"/>
                      <a:pt x="2049" y="5510"/>
                      <a:pt x="3000" y="5510"/>
                    </a:cubicBezTo>
                    <a:cubicBezTo>
                      <a:pt x="3216" y="5510"/>
                      <a:pt x="3430" y="5471"/>
                      <a:pt x="3634" y="5387"/>
                    </a:cubicBezTo>
                    <a:cubicBezTo>
                      <a:pt x="4762" y="4936"/>
                      <a:pt x="5163" y="3382"/>
                      <a:pt x="4587" y="1928"/>
                    </a:cubicBezTo>
                    <a:cubicBezTo>
                      <a:pt x="4097" y="765"/>
                      <a:pt x="3108" y="0"/>
                      <a:pt x="21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21"/>
              <p:cNvSpPr/>
              <p:nvPr/>
            </p:nvSpPr>
            <p:spPr>
              <a:xfrm>
                <a:off x="4948775" y="2092750"/>
                <a:ext cx="380975" cy="163000"/>
              </a:xfrm>
              <a:custGeom>
                <a:rect b="b" l="l" r="r" t="t"/>
                <a:pathLst>
                  <a:path extrusionOk="0" h="6520" w="15239">
                    <a:moveTo>
                      <a:pt x="1" y="1"/>
                    </a:moveTo>
                    <a:lnTo>
                      <a:pt x="1" y="1"/>
                    </a:lnTo>
                    <a:cubicBezTo>
                      <a:pt x="2062" y="3472"/>
                      <a:pt x="7603" y="6519"/>
                      <a:pt x="12516" y="6519"/>
                    </a:cubicBezTo>
                    <a:cubicBezTo>
                      <a:pt x="13456" y="6519"/>
                      <a:pt x="14373" y="6408"/>
                      <a:pt x="15239" y="6166"/>
                    </a:cubicBezTo>
                    <a:lnTo>
                      <a:pt x="1" y="1"/>
                    </a:ln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21"/>
              <p:cNvSpPr/>
              <p:nvPr/>
            </p:nvSpPr>
            <p:spPr>
              <a:xfrm>
                <a:off x="4941775" y="2087800"/>
                <a:ext cx="395550" cy="173250"/>
              </a:xfrm>
              <a:custGeom>
                <a:rect b="b" l="l" r="r" t="t"/>
                <a:pathLst>
                  <a:path extrusionOk="0" h="6930" w="15822">
                    <a:moveTo>
                      <a:pt x="293" y="0"/>
                    </a:moveTo>
                    <a:cubicBezTo>
                      <a:pt x="150" y="0"/>
                      <a:pt x="1" y="150"/>
                      <a:pt x="105" y="324"/>
                    </a:cubicBezTo>
                    <a:cubicBezTo>
                      <a:pt x="2550" y="4261"/>
                      <a:pt x="7821" y="6930"/>
                      <a:pt x="12633" y="6930"/>
                    </a:cubicBezTo>
                    <a:cubicBezTo>
                      <a:pt x="13642" y="6930"/>
                      <a:pt x="14631" y="6812"/>
                      <a:pt x="15569" y="6565"/>
                    </a:cubicBezTo>
                    <a:cubicBezTo>
                      <a:pt x="15821" y="6496"/>
                      <a:pt x="15738" y="6154"/>
                      <a:pt x="15530" y="6154"/>
                    </a:cubicBezTo>
                    <a:cubicBezTo>
                      <a:pt x="15510" y="6154"/>
                      <a:pt x="15490" y="6157"/>
                      <a:pt x="15469" y="6164"/>
                    </a:cubicBezTo>
                    <a:cubicBezTo>
                      <a:pt x="14562" y="6402"/>
                      <a:pt x="13605" y="6516"/>
                      <a:pt x="12627" y="6516"/>
                    </a:cubicBezTo>
                    <a:cubicBezTo>
                      <a:pt x="7957" y="6516"/>
                      <a:pt x="2819" y="3933"/>
                      <a:pt x="456" y="99"/>
                    </a:cubicBezTo>
                    <a:cubicBezTo>
                      <a:pt x="418" y="30"/>
                      <a:pt x="356" y="0"/>
                      <a:pt x="29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21"/>
              <p:cNvSpPr/>
              <p:nvPr/>
            </p:nvSpPr>
            <p:spPr>
              <a:xfrm>
                <a:off x="4254550" y="2152275"/>
                <a:ext cx="273200" cy="296025"/>
              </a:xfrm>
              <a:custGeom>
                <a:rect b="b" l="l" r="r" t="t"/>
                <a:pathLst>
                  <a:path extrusionOk="0" h="11841" w="10928">
                    <a:moveTo>
                      <a:pt x="9549" y="1"/>
                    </a:moveTo>
                    <a:lnTo>
                      <a:pt x="0" y="3459"/>
                    </a:lnTo>
                    <a:cubicBezTo>
                      <a:pt x="125" y="5590"/>
                      <a:pt x="150" y="6592"/>
                      <a:pt x="1103" y="8497"/>
                    </a:cubicBezTo>
                    <a:cubicBezTo>
                      <a:pt x="1989" y="10318"/>
                      <a:pt x="3814" y="11840"/>
                      <a:pt x="5834" y="11840"/>
                    </a:cubicBezTo>
                    <a:cubicBezTo>
                      <a:pt x="5927" y="11840"/>
                      <a:pt x="6021" y="11837"/>
                      <a:pt x="6115" y="11830"/>
                    </a:cubicBezTo>
                    <a:cubicBezTo>
                      <a:pt x="7694" y="11730"/>
                      <a:pt x="9148" y="10678"/>
                      <a:pt x="9950" y="9274"/>
                    </a:cubicBezTo>
                    <a:cubicBezTo>
                      <a:pt x="10727" y="7896"/>
                      <a:pt x="10927" y="6216"/>
                      <a:pt x="10777" y="4637"/>
                    </a:cubicBezTo>
                    <a:cubicBezTo>
                      <a:pt x="10627" y="3033"/>
                      <a:pt x="10100" y="1505"/>
                      <a:pt x="954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21"/>
              <p:cNvSpPr/>
              <p:nvPr/>
            </p:nvSpPr>
            <p:spPr>
              <a:xfrm>
                <a:off x="4249250" y="2146925"/>
                <a:ext cx="292275" cy="306725"/>
              </a:xfrm>
              <a:custGeom>
                <a:rect b="b" l="l" r="r" t="t"/>
                <a:pathLst>
                  <a:path extrusionOk="0" h="12269" w="11691">
                    <a:moveTo>
                      <a:pt x="9639" y="487"/>
                    </a:moveTo>
                    <a:cubicBezTo>
                      <a:pt x="10335" y="2448"/>
                      <a:pt x="10958" y="4479"/>
                      <a:pt x="10789" y="6556"/>
                    </a:cubicBezTo>
                    <a:cubicBezTo>
                      <a:pt x="10613" y="8761"/>
                      <a:pt x="9385" y="11042"/>
                      <a:pt x="7129" y="11694"/>
                    </a:cubicBezTo>
                    <a:cubicBezTo>
                      <a:pt x="6774" y="11795"/>
                      <a:pt x="6420" y="11842"/>
                      <a:pt x="6073" y="11842"/>
                    </a:cubicBezTo>
                    <a:cubicBezTo>
                      <a:pt x="4364" y="11842"/>
                      <a:pt x="2803" y="10700"/>
                      <a:pt x="1866" y="9262"/>
                    </a:cubicBezTo>
                    <a:cubicBezTo>
                      <a:pt x="766" y="7599"/>
                      <a:pt x="548" y="5745"/>
                      <a:pt x="445" y="3817"/>
                    </a:cubicBezTo>
                    <a:lnTo>
                      <a:pt x="445" y="3817"/>
                    </a:lnTo>
                    <a:cubicBezTo>
                      <a:pt x="3510" y="2707"/>
                      <a:pt x="6575" y="1597"/>
                      <a:pt x="9639" y="487"/>
                    </a:cubicBezTo>
                    <a:close/>
                    <a:moveTo>
                      <a:pt x="9777" y="1"/>
                    </a:moveTo>
                    <a:cubicBezTo>
                      <a:pt x="9756" y="1"/>
                      <a:pt x="9734" y="5"/>
                      <a:pt x="9711" y="14"/>
                    </a:cubicBezTo>
                    <a:cubicBezTo>
                      <a:pt x="6532" y="1166"/>
                      <a:pt x="3352" y="2317"/>
                      <a:pt x="173" y="3469"/>
                    </a:cubicBezTo>
                    <a:lnTo>
                      <a:pt x="173" y="3469"/>
                    </a:lnTo>
                    <a:cubicBezTo>
                      <a:pt x="80" y="3482"/>
                      <a:pt x="0" y="3550"/>
                      <a:pt x="12" y="3673"/>
                    </a:cubicBezTo>
                    <a:cubicBezTo>
                      <a:pt x="137" y="5879"/>
                      <a:pt x="413" y="8034"/>
                      <a:pt x="1791" y="9889"/>
                    </a:cubicBezTo>
                    <a:cubicBezTo>
                      <a:pt x="2794" y="11233"/>
                      <a:pt x="4359" y="12269"/>
                      <a:pt x="6055" y="12269"/>
                    </a:cubicBezTo>
                    <a:cubicBezTo>
                      <a:pt x="6352" y="12269"/>
                      <a:pt x="6652" y="12237"/>
                      <a:pt x="6954" y="12170"/>
                    </a:cubicBezTo>
                    <a:cubicBezTo>
                      <a:pt x="9009" y="11744"/>
                      <a:pt x="10488" y="9939"/>
                      <a:pt x="10989" y="7984"/>
                    </a:cubicBezTo>
                    <a:cubicBezTo>
                      <a:pt x="11691" y="5328"/>
                      <a:pt x="10889" y="2646"/>
                      <a:pt x="9961" y="165"/>
                    </a:cubicBezTo>
                    <a:cubicBezTo>
                      <a:pt x="9941" y="83"/>
                      <a:pt x="9870" y="1"/>
                      <a:pt x="97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21"/>
              <p:cNvSpPr/>
              <p:nvPr/>
            </p:nvSpPr>
            <p:spPr>
              <a:xfrm>
                <a:off x="4297150" y="2311175"/>
                <a:ext cx="116550" cy="123350"/>
              </a:xfrm>
              <a:custGeom>
                <a:rect b="b" l="l" r="r" t="t"/>
                <a:pathLst>
                  <a:path extrusionOk="0" h="4934" w="4662">
                    <a:moveTo>
                      <a:pt x="1956" y="1"/>
                    </a:moveTo>
                    <a:cubicBezTo>
                      <a:pt x="1760" y="1"/>
                      <a:pt x="1566" y="36"/>
                      <a:pt x="1379" y="111"/>
                    </a:cubicBezTo>
                    <a:cubicBezTo>
                      <a:pt x="376" y="512"/>
                      <a:pt x="0" y="1890"/>
                      <a:pt x="527" y="3194"/>
                    </a:cubicBezTo>
                    <a:cubicBezTo>
                      <a:pt x="955" y="4254"/>
                      <a:pt x="1865" y="4933"/>
                      <a:pt x="2715" y="4933"/>
                    </a:cubicBezTo>
                    <a:cubicBezTo>
                      <a:pt x="2910" y="4933"/>
                      <a:pt x="3101" y="4898"/>
                      <a:pt x="3284" y="4823"/>
                    </a:cubicBezTo>
                    <a:cubicBezTo>
                      <a:pt x="4286" y="4422"/>
                      <a:pt x="4662" y="3043"/>
                      <a:pt x="4136" y="1740"/>
                    </a:cubicBezTo>
                    <a:cubicBezTo>
                      <a:pt x="3707" y="680"/>
                      <a:pt x="2814" y="1"/>
                      <a:pt x="19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21"/>
              <p:cNvSpPr/>
              <p:nvPr/>
            </p:nvSpPr>
            <p:spPr>
              <a:xfrm>
                <a:off x="4201900" y="2104675"/>
                <a:ext cx="340875" cy="145850"/>
              </a:xfrm>
              <a:custGeom>
                <a:rect b="b" l="l" r="r" t="t"/>
                <a:pathLst>
                  <a:path extrusionOk="0" h="5834" w="13635">
                    <a:moveTo>
                      <a:pt x="13635" y="0"/>
                    </a:moveTo>
                    <a:lnTo>
                      <a:pt x="1" y="5514"/>
                    </a:lnTo>
                    <a:cubicBezTo>
                      <a:pt x="782" y="5732"/>
                      <a:pt x="1609" y="5833"/>
                      <a:pt x="2456" y="5833"/>
                    </a:cubicBezTo>
                    <a:cubicBezTo>
                      <a:pt x="6859" y="5833"/>
                      <a:pt x="11806" y="3111"/>
                      <a:pt x="13635" y="0"/>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21"/>
              <p:cNvSpPr/>
              <p:nvPr/>
            </p:nvSpPr>
            <p:spPr>
              <a:xfrm>
                <a:off x="4194125" y="2099675"/>
                <a:ext cx="355825" cy="156075"/>
              </a:xfrm>
              <a:custGeom>
                <a:rect b="b" l="l" r="r" t="t"/>
                <a:pathLst>
                  <a:path extrusionOk="0" h="6243" w="14233">
                    <a:moveTo>
                      <a:pt x="13948" y="1"/>
                    </a:moveTo>
                    <a:cubicBezTo>
                      <a:pt x="13883" y="1"/>
                      <a:pt x="13817" y="30"/>
                      <a:pt x="13771" y="100"/>
                    </a:cubicBezTo>
                    <a:cubicBezTo>
                      <a:pt x="11656" y="3520"/>
                      <a:pt x="7072" y="5826"/>
                      <a:pt x="2899" y="5826"/>
                    </a:cubicBezTo>
                    <a:cubicBezTo>
                      <a:pt x="2026" y="5826"/>
                      <a:pt x="1172" y="5726"/>
                      <a:pt x="362" y="5513"/>
                    </a:cubicBezTo>
                    <a:cubicBezTo>
                      <a:pt x="346" y="5510"/>
                      <a:pt x="330" y="5509"/>
                      <a:pt x="315" y="5509"/>
                    </a:cubicBezTo>
                    <a:cubicBezTo>
                      <a:pt x="76" y="5509"/>
                      <a:pt x="1" y="5867"/>
                      <a:pt x="237" y="5914"/>
                    </a:cubicBezTo>
                    <a:cubicBezTo>
                      <a:pt x="1087" y="6137"/>
                      <a:pt x="1981" y="6242"/>
                      <a:pt x="2894" y="6242"/>
                    </a:cubicBezTo>
                    <a:cubicBezTo>
                      <a:pt x="7226" y="6242"/>
                      <a:pt x="11952" y="3861"/>
                      <a:pt x="14146" y="300"/>
                    </a:cubicBezTo>
                    <a:cubicBezTo>
                      <a:pt x="14233" y="145"/>
                      <a:pt x="14093" y="1"/>
                      <a:pt x="1394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21"/>
              <p:cNvSpPr/>
              <p:nvPr/>
            </p:nvSpPr>
            <p:spPr>
              <a:xfrm>
                <a:off x="4195025" y="2482275"/>
                <a:ext cx="273825" cy="247650"/>
              </a:xfrm>
              <a:custGeom>
                <a:rect b="b" l="l" r="r" t="t"/>
                <a:pathLst>
                  <a:path extrusionOk="0" h="9906" w="10953">
                    <a:moveTo>
                      <a:pt x="5362" y="1"/>
                    </a:moveTo>
                    <a:cubicBezTo>
                      <a:pt x="3068" y="1"/>
                      <a:pt x="871" y="1776"/>
                      <a:pt x="451" y="4044"/>
                    </a:cubicBezTo>
                    <a:cubicBezTo>
                      <a:pt x="0" y="6450"/>
                      <a:pt x="1604" y="9057"/>
                      <a:pt x="3960" y="9733"/>
                    </a:cubicBezTo>
                    <a:cubicBezTo>
                      <a:pt x="4368" y="9850"/>
                      <a:pt x="4787" y="9906"/>
                      <a:pt x="5207" y="9906"/>
                    </a:cubicBezTo>
                    <a:cubicBezTo>
                      <a:pt x="7214" y="9906"/>
                      <a:pt x="9225" y="8637"/>
                      <a:pt x="9950" y="6751"/>
                    </a:cubicBezTo>
                    <a:cubicBezTo>
                      <a:pt x="10953" y="4194"/>
                      <a:pt x="9424" y="886"/>
                      <a:pt x="6692" y="209"/>
                    </a:cubicBezTo>
                    <a:cubicBezTo>
                      <a:pt x="6253" y="67"/>
                      <a:pt x="5806" y="1"/>
                      <a:pt x="53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21"/>
              <p:cNvSpPr/>
              <p:nvPr/>
            </p:nvSpPr>
            <p:spPr>
              <a:xfrm>
                <a:off x="4192525" y="2478975"/>
                <a:ext cx="273200" cy="255725"/>
              </a:xfrm>
              <a:custGeom>
                <a:rect b="b" l="l" r="r" t="t"/>
                <a:pathLst>
                  <a:path extrusionOk="0" h="10229" w="10928">
                    <a:moveTo>
                      <a:pt x="5540" y="368"/>
                    </a:moveTo>
                    <a:cubicBezTo>
                      <a:pt x="5984" y="368"/>
                      <a:pt x="6431" y="432"/>
                      <a:pt x="6867" y="567"/>
                    </a:cubicBezTo>
                    <a:cubicBezTo>
                      <a:pt x="9148" y="1294"/>
                      <a:pt x="10576" y="3850"/>
                      <a:pt x="10050" y="6206"/>
                    </a:cubicBezTo>
                    <a:cubicBezTo>
                      <a:pt x="9540" y="8393"/>
                      <a:pt x="7430" y="9807"/>
                      <a:pt x="5273" y="9807"/>
                    </a:cubicBezTo>
                    <a:cubicBezTo>
                      <a:pt x="4884" y="9807"/>
                      <a:pt x="4493" y="9761"/>
                      <a:pt x="4110" y="9665"/>
                    </a:cubicBezTo>
                    <a:lnTo>
                      <a:pt x="4110" y="9665"/>
                    </a:lnTo>
                    <a:cubicBezTo>
                      <a:pt x="4110" y="9665"/>
                      <a:pt x="4110" y="9665"/>
                      <a:pt x="4110" y="9665"/>
                    </a:cubicBezTo>
                    <a:cubicBezTo>
                      <a:pt x="1729" y="8888"/>
                      <a:pt x="100" y="6181"/>
                      <a:pt x="902" y="3700"/>
                    </a:cubicBezTo>
                    <a:cubicBezTo>
                      <a:pt x="1540" y="1705"/>
                      <a:pt x="3510" y="368"/>
                      <a:pt x="5540" y="368"/>
                    </a:cubicBezTo>
                    <a:close/>
                    <a:moveTo>
                      <a:pt x="5532" y="0"/>
                    </a:moveTo>
                    <a:cubicBezTo>
                      <a:pt x="3100" y="0"/>
                      <a:pt x="653" y="1650"/>
                      <a:pt x="301" y="4427"/>
                    </a:cubicBezTo>
                    <a:cubicBezTo>
                      <a:pt x="1" y="6899"/>
                      <a:pt x="1643" y="9298"/>
                      <a:pt x="3986" y="10058"/>
                    </a:cubicBezTo>
                    <a:lnTo>
                      <a:pt x="3986" y="10058"/>
                    </a:lnTo>
                    <a:cubicBezTo>
                      <a:pt x="3994" y="10061"/>
                      <a:pt x="4002" y="10064"/>
                      <a:pt x="4010" y="10066"/>
                    </a:cubicBezTo>
                    <a:cubicBezTo>
                      <a:pt x="4010" y="10066"/>
                      <a:pt x="4010" y="10066"/>
                      <a:pt x="4010" y="10066"/>
                    </a:cubicBezTo>
                    <a:lnTo>
                      <a:pt x="4010" y="10066"/>
                    </a:lnTo>
                    <a:cubicBezTo>
                      <a:pt x="4017" y="10068"/>
                      <a:pt x="4024" y="10070"/>
                      <a:pt x="4031" y="10071"/>
                    </a:cubicBezTo>
                    <a:lnTo>
                      <a:pt x="4031" y="10071"/>
                    </a:lnTo>
                    <a:cubicBezTo>
                      <a:pt x="4456" y="10177"/>
                      <a:pt x="4888" y="10228"/>
                      <a:pt x="5316" y="10228"/>
                    </a:cubicBezTo>
                    <a:cubicBezTo>
                      <a:pt x="6977" y="10228"/>
                      <a:pt x="8591" y="9456"/>
                      <a:pt x="9624" y="8086"/>
                    </a:cubicBezTo>
                    <a:cubicBezTo>
                      <a:pt x="10927" y="6331"/>
                      <a:pt x="10827" y="3900"/>
                      <a:pt x="9599" y="2121"/>
                    </a:cubicBezTo>
                    <a:cubicBezTo>
                      <a:pt x="8607" y="663"/>
                      <a:pt x="7073" y="0"/>
                      <a:pt x="55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21"/>
              <p:cNvSpPr/>
              <p:nvPr/>
            </p:nvSpPr>
            <p:spPr>
              <a:xfrm>
                <a:off x="5012700" y="2522625"/>
                <a:ext cx="273825" cy="247450"/>
              </a:xfrm>
              <a:custGeom>
                <a:rect b="b" l="l" r="r" t="t"/>
                <a:pathLst>
                  <a:path extrusionOk="0" h="9898" w="10953">
                    <a:moveTo>
                      <a:pt x="5400" y="1"/>
                    </a:moveTo>
                    <a:cubicBezTo>
                      <a:pt x="3110" y="1"/>
                      <a:pt x="894" y="1778"/>
                      <a:pt x="451" y="4034"/>
                    </a:cubicBezTo>
                    <a:cubicBezTo>
                      <a:pt x="0" y="6440"/>
                      <a:pt x="1629" y="9072"/>
                      <a:pt x="3985" y="9723"/>
                    </a:cubicBezTo>
                    <a:cubicBezTo>
                      <a:pt x="4393" y="9842"/>
                      <a:pt x="4814" y="9898"/>
                      <a:pt x="5236" y="9898"/>
                    </a:cubicBezTo>
                    <a:cubicBezTo>
                      <a:pt x="7224" y="9898"/>
                      <a:pt x="9231" y="8648"/>
                      <a:pt x="9975" y="6766"/>
                    </a:cubicBezTo>
                    <a:cubicBezTo>
                      <a:pt x="10952" y="4209"/>
                      <a:pt x="9449" y="901"/>
                      <a:pt x="6692" y="199"/>
                    </a:cubicBezTo>
                    <a:cubicBezTo>
                      <a:pt x="6266" y="64"/>
                      <a:pt x="5832" y="1"/>
                      <a:pt x="540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21"/>
              <p:cNvSpPr/>
              <p:nvPr/>
            </p:nvSpPr>
            <p:spPr>
              <a:xfrm>
                <a:off x="5010200" y="2519225"/>
                <a:ext cx="273825" cy="255900"/>
              </a:xfrm>
              <a:custGeom>
                <a:rect b="b" l="l" r="r" t="t"/>
                <a:pathLst>
                  <a:path extrusionOk="0" h="10236" w="10953">
                    <a:moveTo>
                      <a:pt x="5509" y="376"/>
                    </a:moveTo>
                    <a:cubicBezTo>
                      <a:pt x="5963" y="376"/>
                      <a:pt x="6421" y="443"/>
                      <a:pt x="6867" y="586"/>
                    </a:cubicBezTo>
                    <a:cubicBezTo>
                      <a:pt x="9173" y="1288"/>
                      <a:pt x="10576" y="3869"/>
                      <a:pt x="10050" y="6200"/>
                    </a:cubicBezTo>
                    <a:cubicBezTo>
                      <a:pt x="9540" y="8387"/>
                      <a:pt x="7448" y="9801"/>
                      <a:pt x="5296" y="9801"/>
                    </a:cubicBezTo>
                    <a:cubicBezTo>
                      <a:pt x="4908" y="9801"/>
                      <a:pt x="4518" y="9755"/>
                      <a:pt x="4135" y="9659"/>
                    </a:cubicBezTo>
                    <a:lnTo>
                      <a:pt x="4135" y="9659"/>
                    </a:lnTo>
                    <a:cubicBezTo>
                      <a:pt x="4135" y="9659"/>
                      <a:pt x="4135" y="9659"/>
                      <a:pt x="4135" y="9659"/>
                    </a:cubicBezTo>
                    <a:cubicBezTo>
                      <a:pt x="1729" y="8882"/>
                      <a:pt x="100" y="6175"/>
                      <a:pt x="902" y="3694"/>
                    </a:cubicBezTo>
                    <a:cubicBezTo>
                      <a:pt x="1536" y="1709"/>
                      <a:pt x="3490" y="376"/>
                      <a:pt x="5509" y="376"/>
                    </a:cubicBezTo>
                    <a:close/>
                    <a:moveTo>
                      <a:pt x="5549" y="1"/>
                    </a:moveTo>
                    <a:cubicBezTo>
                      <a:pt x="3108" y="1"/>
                      <a:pt x="654" y="1655"/>
                      <a:pt x="301" y="4421"/>
                    </a:cubicBezTo>
                    <a:cubicBezTo>
                      <a:pt x="0" y="6923"/>
                      <a:pt x="1674" y="9326"/>
                      <a:pt x="4000" y="10082"/>
                    </a:cubicBezTo>
                    <a:lnTo>
                      <a:pt x="4000" y="10082"/>
                    </a:lnTo>
                    <a:cubicBezTo>
                      <a:pt x="4003" y="10083"/>
                      <a:pt x="4006" y="10084"/>
                      <a:pt x="4010" y="10085"/>
                    </a:cubicBezTo>
                    <a:cubicBezTo>
                      <a:pt x="4010" y="10085"/>
                      <a:pt x="4010" y="10085"/>
                      <a:pt x="4010" y="10085"/>
                    </a:cubicBezTo>
                    <a:lnTo>
                      <a:pt x="4010" y="10085"/>
                    </a:lnTo>
                    <a:cubicBezTo>
                      <a:pt x="4016" y="10086"/>
                      <a:pt x="4022" y="10088"/>
                      <a:pt x="4027" y="10089"/>
                    </a:cubicBezTo>
                    <a:lnTo>
                      <a:pt x="4027" y="10089"/>
                    </a:lnTo>
                    <a:cubicBezTo>
                      <a:pt x="4441" y="10187"/>
                      <a:pt x="4862" y="10235"/>
                      <a:pt x="5280" y="10235"/>
                    </a:cubicBezTo>
                    <a:cubicBezTo>
                      <a:pt x="6960" y="10235"/>
                      <a:pt x="8603" y="9465"/>
                      <a:pt x="9624" y="8105"/>
                    </a:cubicBezTo>
                    <a:cubicBezTo>
                      <a:pt x="10952" y="6351"/>
                      <a:pt x="10827" y="3894"/>
                      <a:pt x="9624" y="2115"/>
                    </a:cubicBezTo>
                    <a:cubicBezTo>
                      <a:pt x="8625" y="660"/>
                      <a:pt x="7089" y="1"/>
                      <a:pt x="55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21"/>
              <p:cNvSpPr/>
              <p:nvPr/>
            </p:nvSpPr>
            <p:spPr>
              <a:xfrm>
                <a:off x="5498675" y="2239750"/>
                <a:ext cx="175050" cy="152375"/>
              </a:xfrm>
              <a:custGeom>
                <a:rect b="b" l="l" r="r" t="t"/>
                <a:pathLst>
                  <a:path extrusionOk="0" h="6095" w="7002">
                    <a:moveTo>
                      <a:pt x="1545" y="0"/>
                    </a:moveTo>
                    <a:cubicBezTo>
                      <a:pt x="1126" y="0"/>
                      <a:pt x="696" y="52"/>
                      <a:pt x="260" y="161"/>
                    </a:cubicBezTo>
                    <a:cubicBezTo>
                      <a:pt x="1" y="208"/>
                      <a:pt x="97" y="566"/>
                      <a:pt x="318" y="566"/>
                    </a:cubicBezTo>
                    <a:cubicBezTo>
                      <a:pt x="332" y="566"/>
                      <a:pt x="346" y="565"/>
                      <a:pt x="361" y="562"/>
                    </a:cubicBezTo>
                    <a:cubicBezTo>
                      <a:pt x="760" y="461"/>
                      <a:pt x="1155" y="414"/>
                      <a:pt x="1539" y="414"/>
                    </a:cubicBezTo>
                    <a:cubicBezTo>
                      <a:pt x="4317" y="414"/>
                      <a:pt x="6556" y="2897"/>
                      <a:pt x="6050" y="5825"/>
                    </a:cubicBezTo>
                    <a:cubicBezTo>
                      <a:pt x="6020" y="5992"/>
                      <a:pt x="6154" y="6094"/>
                      <a:pt x="6276" y="6094"/>
                    </a:cubicBezTo>
                    <a:cubicBezTo>
                      <a:pt x="6356" y="6094"/>
                      <a:pt x="6431" y="6050"/>
                      <a:pt x="6451" y="5951"/>
                    </a:cubicBezTo>
                    <a:cubicBezTo>
                      <a:pt x="7002" y="2733"/>
                      <a:pt x="4588" y="0"/>
                      <a:pt x="154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21"/>
              <p:cNvSpPr/>
              <p:nvPr/>
            </p:nvSpPr>
            <p:spPr>
              <a:xfrm>
                <a:off x="5457300" y="2264900"/>
                <a:ext cx="164450" cy="210200"/>
              </a:xfrm>
              <a:custGeom>
                <a:rect b="b" l="l" r="r" t="t"/>
                <a:pathLst>
                  <a:path extrusionOk="0" h="8408" w="6578">
                    <a:moveTo>
                      <a:pt x="6214" y="1"/>
                    </a:moveTo>
                    <a:cubicBezTo>
                      <a:pt x="6107" y="1"/>
                      <a:pt x="6001" y="70"/>
                      <a:pt x="6001" y="208"/>
                    </a:cubicBezTo>
                    <a:cubicBezTo>
                      <a:pt x="6151" y="3892"/>
                      <a:pt x="3795" y="7050"/>
                      <a:pt x="236" y="8002"/>
                    </a:cubicBezTo>
                    <a:cubicBezTo>
                      <a:pt x="0" y="8049"/>
                      <a:pt x="75" y="8407"/>
                      <a:pt x="315" y="8407"/>
                    </a:cubicBezTo>
                    <a:cubicBezTo>
                      <a:pt x="330" y="8407"/>
                      <a:pt x="345" y="8406"/>
                      <a:pt x="361" y="8403"/>
                    </a:cubicBezTo>
                    <a:cubicBezTo>
                      <a:pt x="4096" y="7426"/>
                      <a:pt x="6577" y="4067"/>
                      <a:pt x="6427" y="208"/>
                    </a:cubicBezTo>
                    <a:cubicBezTo>
                      <a:pt x="6427" y="70"/>
                      <a:pt x="6320" y="1"/>
                      <a:pt x="621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21"/>
              <p:cNvSpPr/>
              <p:nvPr/>
            </p:nvSpPr>
            <p:spPr>
              <a:xfrm>
                <a:off x="5558800" y="2510725"/>
                <a:ext cx="56750" cy="28875"/>
              </a:xfrm>
              <a:custGeom>
                <a:rect b="b" l="l" r="r" t="t"/>
                <a:pathLst>
                  <a:path extrusionOk="0" h="1155" w="2270">
                    <a:moveTo>
                      <a:pt x="1992" y="0"/>
                    </a:moveTo>
                    <a:cubicBezTo>
                      <a:pt x="1928" y="0"/>
                      <a:pt x="1862" y="29"/>
                      <a:pt x="1815" y="99"/>
                    </a:cubicBezTo>
                    <a:cubicBezTo>
                      <a:pt x="1537" y="505"/>
                      <a:pt x="1077" y="747"/>
                      <a:pt x="605" y="747"/>
                    </a:cubicBezTo>
                    <a:cubicBezTo>
                      <a:pt x="524" y="747"/>
                      <a:pt x="443" y="740"/>
                      <a:pt x="362" y="726"/>
                    </a:cubicBezTo>
                    <a:cubicBezTo>
                      <a:pt x="346" y="723"/>
                      <a:pt x="330" y="721"/>
                      <a:pt x="315" y="721"/>
                    </a:cubicBezTo>
                    <a:cubicBezTo>
                      <a:pt x="75" y="721"/>
                      <a:pt x="0" y="1079"/>
                      <a:pt x="236" y="1127"/>
                    </a:cubicBezTo>
                    <a:cubicBezTo>
                      <a:pt x="352" y="1145"/>
                      <a:pt x="467" y="1154"/>
                      <a:pt x="580" y="1154"/>
                    </a:cubicBezTo>
                    <a:cubicBezTo>
                      <a:pt x="1223" y="1154"/>
                      <a:pt x="1804" y="854"/>
                      <a:pt x="2166" y="300"/>
                    </a:cubicBezTo>
                    <a:cubicBezTo>
                      <a:pt x="2270" y="144"/>
                      <a:pt x="2135" y="0"/>
                      <a:pt x="199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21"/>
              <p:cNvSpPr/>
              <p:nvPr/>
            </p:nvSpPr>
            <p:spPr>
              <a:xfrm>
                <a:off x="5637375" y="2431725"/>
                <a:ext cx="13175" cy="10050"/>
              </a:xfrm>
              <a:custGeom>
                <a:rect b="b" l="l" r="r" t="t"/>
                <a:pathLst>
                  <a:path extrusionOk="0" h="402" w="527">
                    <a:moveTo>
                      <a:pt x="251" y="1"/>
                    </a:moveTo>
                    <a:cubicBezTo>
                      <a:pt x="1" y="1"/>
                      <a:pt x="1" y="402"/>
                      <a:pt x="251" y="402"/>
                    </a:cubicBezTo>
                    <a:cubicBezTo>
                      <a:pt x="527" y="402"/>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21"/>
              <p:cNvSpPr/>
              <p:nvPr/>
            </p:nvSpPr>
            <p:spPr>
              <a:xfrm>
                <a:off x="5470700" y="2463400"/>
                <a:ext cx="279475" cy="280450"/>
              </a:xfrm>
              <a:custGeom>
                <a:rect b="b" l="l" r="r" t="t"/>
                <a:pathLst>
                  <a:path extrusionOk="0" h="11218" w="11179">
                    <a:moveTo>
                      <a:pt x="7324" y="1"/>
                    </a:moveTo>
                    <a:cubicBezTo>
                      <a:pt x="7038" y="1"/>
                      <a:pt x="6760" y="146"/>
                      <a:pt x="6592" y="413"/>
                    </a:cubicBezTo>
                    <a:lnTo>
                      <a:pt x="6567" y="438"/>
                    </a:lnTo>
                    <a:cubicBezTo>
                      <a:pt x="6342" y="789"/>
                      <a:pt x="6442" y="1240"/>
                      <a:pt x="6793" y="1466"/>
                    </a:cubicBezTo>
                    <a:cubicBezTo>
                      <a:pt x="7821" y="2167"/>
                      <a:pt x="8673" y="3145"/>
                      <a:pt x="9024" y="4323"/>
                    </a:cubicBezTo>
                    <a:cubicBezTo>
                      <a:pt x="9450" y="5751"/>
                      <a:pt x="9074" y="7431"/>
                      <a:pt x="7921" y="8358"/>
                    </a:cubicBezTo>
                    <a:cubicBezTo>
                      <a:pt x="7328" y="8845"/>
                      <a:pt x="6570" y="9083"/>
                      <a:pt x="5809" y="9083"/>
                    </a:cubicBezTo>
                    <a:cubicBezTo>
                      <a:pt x="5121" y="9083"/>
                      <a:pt x="4432" y="8889"/>
                      <a:pt x="3861" y="8508"/>
                    </a:cubicBezTo>
                    <a:cubicBezTo>
                      <a:pt x="2658" y="7706"/>
                      <a:pt x="2006" y="6177"/>
                      <a:pt x="2181" y="4724"/>
                    </a:cubicBezTo>
                    <a:cubicBezTo>
                      <a:pt x="2257" y="4172"/>
                      <a:pt x="2432" y="3646"/>
                      <a:pt x="2633" y="3120"/>
                    </a:cubicBezTo>
                    <a:cubicBezTo>
                      <a:pt x="2833" y="2669"/>
                      <a:pt x="2582" y="2142"/>
                      <a:pt x="2081" y="2042"/>
                    </a:cubicBezTo>
                    <a:cubicBezTo>
                      <a:pt x="1987" y="2019"/>
                      <a:pt x="1893" y="2007"/>
                      <a:pt x="1801" y="2007"/>
                    </a:cubicBezTo>
                    <a:cubicBezTo>
                      <a:pt x="1301" y="2007"/>
                      <a:pt x="843" y="2337"/>
                      <a:pt x="653" y="2844"/>
                    </a:cubicBezTo>
                    <a:cubicBezTo>
                      <a:pt x="252" y="3997"/>
                      <a:pt x="1" y="5225"/>
                      <a:pt x="176" y="6428"/>
                    </a:cubicBezTo>
                    <a:cubicBezTo>
                      <a:pt x="402" y="8258"/>
                      <a:pt x="1655" y="9937"/>
                      <a:pt x="3334" y="10714"/>
                    </a:cubicBezTo>
                    <a:cubicBezTo>
                      <a:pt x="4062" y="11050"/>
                      <a:pt x="4860" y="11218"/>
                      <a:pt x="5659" y="11218"/>
                    </a:cubicBezTo>
                    <a:cubicBezTo>
                      <a:pt x="6705" y="11218"/>
                      <a:pt x="7753" y="10931"/>
                      <a:pt x="8648" y="10363"/>
                    </a:cubicBezTo>
                    <a:cubicBezTo>
                      <a:pt x="10201" y="9360"/>
                      <a:pt x="11179" y="7531"/>
                      <a:pt x="11179" y="5676"/>
                    </a:cubicBezTo>
                    <a:cubicBezTo>
                      <a:pt x="11154" y="4398"/>
                      <a:pt x="10703" y="3145"/>
                      <a:pt x="9951" y="2117"/>
                    </a:cubicBezTo>
                    <a:cubicBezTo>
                      <a:pt x="9349" y="1315"/>
                      <a:pt x="8597" y="639"/>
                      <a:pt x="7745" y="112"/>
                    </a:cubicBezTo>
                    <a:cubicBezTo>
                      <a:pt x="7612" y="37"/>
                      <a:pt x="7467" y="1"/>
                      <a:pt x="7324"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21"/>
              <p:cNvSpPr/>
              <p:nvPr/>
            </p:nvSpPr>
            <p:spPr>
              <a:xfrm>
                <a:off x="5465700" y="2459250"/>
                <a:ext cx="298275" cy="289725"/>
              </a:xfrm>
              <a:custGeom>
                <a:rect b="b" l="l" r="r" t="t"/>
                <a:pathLst>
                  <a:path extrusionOk="0" h="11589" w="11931">
                    <a:moveTo>
                      <a:pt x="7357" y="605"/>
                    </a:moveTo>
                    <a:cubicBezTo>
                      <a:pt x="7733" y="605"/>
                      <a:pt x="8228" y="746"/>
                      <a:pt x="8396" y="830"/>
                    </a:cubicBezTo>
                    <a:cubicBezTo>
                      <a:pt x="8622" y="955"/>
                      <a:pt x="8823" y="1155"/>
                      <a:pt x="8998" y="1331"/>
                    </a:cubicBezTo>
                    <a:cubicBezTo>
                      <a:pt x="9349" y="1632"/>
                      <a:pt x="9675" y="2008"/>
                      <a:pt x="9975" y="2384"/>
                    </a:cubicBezTo>
                    <a:cubicBezTo>
                      <a:pt x="10577" y="3211"/>
                      <a:pt x="10978" y="4163"/>
                      <a:pt x="11103" y="5166"/>
                    </a:cubicBezTo>
                    <a:cubicBezTo>
                      <a:pt x="11354" y="6970"/>
                      <a:pt x="10602" y="8850"/>
                      <a:pt x="9198" y="10003"/>
                    </a:cubicBezTo>
                    <a:cubicBezTo>
                      <a:pt x="8222" y="10803"/>
                      <a:pt x="7082" y="11164"/>
                      <a:pt x="5956" y="11164"/>
                    </a:cubicBezTo>
                    <a:cubicBezTo>
                      <a:pt x="3413" y="11164"/>
                      <a:pt x="942" y="9323"/>
                      <a:pt x="577" y="6544"/>
                    </a:cubicBezTo>
                    <a:cubicBezTo>
                      <a:pt x="452" y="5541"/>
                      <a:pt x="602" y="4539"/>
                      <a:pt x="903" y="3587"/>
                    </a:cubicBezTo>
                    <a:cubicBezTo>
                      <a:pt x="1053" y="3035"/>
                      <a:pt x="1103" y="2910"/>
                      <a:pt x="1579" y="2634"/>
                    </a:cubicBezTo>
                    <a:cubicBezTo>
                      <a:pt x="1730" y="2534"/>
                      <a:pt x="1880" y="2459"/>
                      <a:pt x="2031" y="2384"/>
                    </a:cubicBezTo>
                    <a:cubicBezTo>
                      <a:pt x="2231" y="2659"/>
                      <a:pt x="2432" y="2960"/>
                      <a:pt x="2632" y="3236"/>
                    </a:cubicBezTo>
                    <a:cubicBezTo>
                      <a:pt x="2682" y="3536"/>
                      <a:pt x="2306" y="4163"/>
                      <a:pt x="2231" y="4514"/>
                    </a:cubicBezTo>
                    <a:cubicBezTo>
                      <a:pt x="2005" y="5667"/>
                      <a:pt x="2256" y="6920"/>
                      <a:pt x="2958" y="7872"/>
                    </a:cubicBezTo>
                    <a:cubicBezTo>
                      <a:pt x="3677" y="8882"/>
                      <a:pt x="4876" y="9441"/>
                      <a:pt x="6064" y="9441"/>
                    </a:cubicBezTo>
                    <a:cubicBezTo>
                      <a:pt x="7029" y="9441"/>
                      <a:pt x="7987" y="9071"/>
                      <a:pt x="8672" y="8273"/>
                    </a:cubicBezTo>
                    <a:cubicBezTo>
                      <a:pt x="9524" y="7271"/>
                      <a:pt x="9775" y="5842"/>
                      <a:pt x="9449" y="4589"/>
                    </a:cubicBezTo>
                    <a:cubicBezTo>
                      <a:pt x="9274" y="3912"/>
                      <a:pt x="8948" y="3286"/>
                      <a:pt x="8522" y="2760"/>
                    </a:cubicBezTo>
                    <a:cubicBezTo>
                      <a:pt x="8255" y="2420"/>
                      <a:pt x="6744" y="1259"/>
                      <a:pt x="6942" y="730"/>
                    </a:cubicBezTo>
                    <a:lnTo>
                      <a:pt x="6942" y="730"/>
                    </a:lnTo>
                    <a:cubicBezTo>
                      <a:pt x="6942" y="730"/>
                      <a:pt x="6943" y="730"/>
                      <a:pt x="6943" y="729"/>
                    </a:cubicBezTo>
                    <a:cubicBezTo>
                      <a:pt x="7017" y="639"/>
                      <a:pt x="7172" y="605"/>
                      <a:pt x="7357" y="605"/>
                    </a:cubicBezTo>
                    <a:close/>
                    <a:moveTo>
                      <a:pt x="7518" y="0"/>
                    </a:moveTo>
                    <a:cubicBezTo>
                      <a:pt x="7210" y="0"/>
                      <a:pt x="6915" y="122"/>
                      <a:pt x="6653" y="416"/>
                    </a:cubicBezTo>
                    <a:lnTo>
                      <a:pt x="6653" y="416"/>
                    </a:lnTo>
                    <a:cubicBezTo>
                      <a:pt x="6630" y="432"/>
                      <a:pt x="6610" y="452"/>
                      <a:pt x="6592" y="479"/>
                    </a:cubicBezTo>
                    <a:cubicBezTo>
                      <a:pt x="6366" y="830"/>
                      <a:pt x="6417" y="1231"/>
                      <a:pt x="6642" y="1582"/>
                    </a:cubicBezTo>
                    <a:cubicBezTo>
                      <a:pt x="6843" y="1907"/>
                      <a:pt x="7294" y="2108"/>
                      <a:pt x="7569" y="2359"/>
                    </a:cubicBezTo>
                    <a:cubicBezTo>
                      <a:pt x="8021" y="2760"/>
                      <a:pt x="8396" y="3236"/>
                      <a:pt x="8672" y="3762"/>
                    </a:cubicBezTo>
                    <a:cubicBezTo>
                      <a:pt x="9872" y="5942"/>
                      <a:pt x="8727" y="9030"/>
                      <a:pt x="6009" y="9030"/>
                    </a:cubicBezTo>
                    <a:cubicBezTo>
                      <a:pt x="5945" y="9030"/>
                      <a:pt x="5880" y="9029"/>
                      <a:pt x="5815" y="9025"/>
                    </a:cubicBezTo>
                    <a:cubicBezTo>
                      <a:pt x="4612" y="8950"/>
                      <a:pt x="3559" y="8248"/>
                      <a:pt x="3008" y="7171"/>
                    </a:cubicBezTo>
                    <a:cubicBezTo>
                      <a:pt x="2406" y="6018"/>
                      <a:pt x="2532" y="4865"/>
                      <a:pt x="2933" y="3662"/>
                    </a:cubicBezTo>
                    <a:cubicBezTo>
                      <a:pt x="3083" y="3161"/>
                      <a:pt x="3234" y="2709"/>
                      <a:pt x="2833" y="2283"/>
                    </a:cubicBezTo>
                    <a:cubicBezTo>
                      <a:pt x="2630" y="2066"/>
                      <a:pt x="2343" y="1974"/>
                      <a:pt x="2050" y="1974"/>
                    </a:cubicBezTo>
                    <a:cubicBezTo>
                      <a:pt x="1837" y="1974"/>
                      <a:pt x="1619" y="2023"/>
                      <a:pt x="1429" y="2108"/>
                    </a:cubicBezTo>
                    <a:cubicBezTo>
                      <a:pt x="76" y="2709"/>
                      <a:pt x="0" y="5416"/>
                      <a:pt x="176" y="6644"/>
                    </a:cubicBezTo>
                    <a:cubicBezTo>
                      <a:pt x="376" y="8248"/>
                      <a:pt x="1304" y="9702"/>
                      <a:pt x="2607" y="10604"/>
                    </a:cubicBezTo>
                    <a:cubicBezTo>
                      <a:pt x="3581" y="11278"/>
                      <a:pt x="4679" y="11589"/>
                      <a:pt x="5764" y="11589"/>
                    </a:cubicBezTo>
                    <a:cubicBezTo>
                      <a:pt x="8029" y="11589"/>
                      <a:pt x="10238" y="10234"/>
                      <a:pt x="11153" y="7998"/>
                    </a:cubicBezTo>
                    <a:cubicBezTo>
                      <a:pt x="11930" y="6093"/>
                      <a:pt x="11579" y="3963"/>
                      <a:pt x="10427" y="2308"/>
                    </a:cubicBezTo>
                    <a:cubicBezTo>
                      <a:pt x="9899" y="1566"/>
                      <a:pt x="8625" y="0"/>
                      <a:pt x="75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21"/>
              <p:cNvSpPr/>
              <p:nvPr/>
            </p:nvSpPr>
            <p:spPr>
              <a:xfrm>
                <a:off x="5140500" y="641900"/>
                <a:ext cx="1084000" cy="1065300"/>
              </a:xfrm>
              <a:custGeom>
                <a:rect b="b" l="l" r="r" t="t"/>
                <a:pathLst>
                  <a:path extrusionOk="0" h="42612" w="43360">
                    <a:moveTo>
                      <a:pt x="31068" y="1"/>
                    </a:moveTo>
                    <a:cubicBezTo>
                      <a:pt x="30626" y="1"/>
                      <a:pt x="30184" y="46"/>
                      <a:pt x="29750" y="140"/>
                    </a:cubicBezTo>
                    <a:cubicBezTo>
                      <a:pt x="27194" y="666"/>
                      <a:pt x="25064" y="2847"/>
                      <a:pt x="24587" y="5428"/>
                    </a:cubicBezTo>
                    <a:cubicBezTo>
                      <a:pt x="23109" y="3899"/>
                      <a:pt x="21279" y="2646"/>
                      <a:pt x="19199" y="2245"/>
                    </a:cubicBezTo>
                    <a:cubicBezTo>
                      <a:pt x="18789" y="2165"/>
                      <a:pt x="18367" y="2125"/>
                      <a:pt x="17943" y="2125"/>
                    </a:cubicBezTo>
                    <a:cubicBezTo>
                      <a:pt x="16244" y="2125"/>
                      <a:pt x="14518" y="2771"/>
                      <a:pt x="13435" y="4075"/>
                    </a:cubicBezTo>
                    <a:cubicBezTo>
                      <a:pt x="12106" y="5704"/>
                      <a:pt x="12056" y="8385"/>
                      <a:pt x="13635" y="9814"/>
                    </a:cubicBezTo>
                    <a:cubicBezTo>
                      <a:pt x="13214" y="9467"/>
                      <a:pt x="12675" y="9301"/>
                      <a:pt x="12134" y="9301"/>
                    </a:cubicBezTo>
                    <a:cubicBezTo>
                      <a:pt x="11387" y="9301"/>
                      <a:pt x="10638" y="9619"/>
                      <a:pt x="10201" y="10215"/>
                    </a:cubicBezTo>
                    <a:cubicBezTo>
                      <a:pt x="9450" y="11243"/>
                      <a:pt x="9750" y="12897"/>
                      <a:pt x="10828" y="13599"/>
                    </a:cubicBezTo>
                    <a:cubicBezTo>
                      <a:pt x="9890" y="13061"/>
                      <a:pt x="8829" y="12809"/>
                      <a:pt x="7760" y="12809"/>
                    </a:cubicBezTo>
                    <a:cubicBezTo>
                      <a:pt x="6087" y="12809"/>
                      <a:pt x="4393" y="13425"/>
                      <a:pt x="3109" y="14526"/>
                    </a:cubicBezTo>
                    <a:cubicBezTo>
                      <a:pt x="1003" y="16330"/>
                      <a:pt x="1" y="19213"/>
                      <a:pt x="176" y="21970"/>
                    </a:cubicBezTo>
                    <a:cubicBezTo>
                      <a:pt x="352" y="24726"/>
                      <a:pt x="1605" y="27333"/>
                      <a:pt x="3359" y="29463"/>
                    </a:cubicBezTo>
                    <a:cubicBezTo>
                      <a:pt x="5339" y="31894"/>
                      <a:pt x="7946" y="33749"/>
                      <a:pt x="10602" y="35353"/>
                    </a:cubicBezTo>
                    <a:cubicBezTo>
                      <a:pt x="10828" y="38110"/>
                      <a:pt x="12708" y="40716"/>
                      <a:pt x="15314" y="41744"/>
                    </a:cubicBezTo>
                    <a:cubicBezTo>
                      <a:pt x="16157" y="42077"/>
                      <a:pt x="17062" y="42237"/>
                      <a:pt x="17970" y="42237"/>
                    </a:cubicBezTo>
                    <a:cubicBezTo>
                      <a:pt x="20005" y="42237"/>
                      <a:pt x="22056" y="41430"/>
                      <a:pt x="23460" y="39940"/>
                    </a:cubicBezTo>
                    <a:cubicBezTo>
                      <a:pt x="24136" y="40967"/>
                      <a:pt x="25014" y="41894"/>
                      <a:pt x="26166" y="42346"/>
                    </a:cubicBezTo>
                    <a:cubicBezTo>
                      <a:pt x="26601" y="42519"/>
                      <a:pt x="27077" y="42611"/>
                      <a:pt x="27549" y="42611"/>
                    </a:cubicBezTo>
                    <a:cubicBezTo>
                      <a:pt x="28302" y="42611"/>
                      <a:pt x="29046" y="42378"/>
                      <a:pt x="29600" y="41869"/>
                    </a:cubicBezTo>
                    <a:cubicBezTo>
                      <a:pt x="30527" y="41067"/>
                      <a:pt x="30728" y="39488"/>
                      <a:pt x="29876" y="38611"/>
                    </a:cubicBezTo>
                    <a:lnTo>
                      <a:pt x="29876" y="38611"/>
                    </a:lnTo>
                    <a:cubicBezTo>
                      <a:pt x="30094" y="38631"/>
                      <a:pt x="30314" y="38641"/>
                      <a:pt x="30533" y="38641"/>
                    </a:cubicBezTo>
                    <a:cubicBezTo>
                      <a:pt x="33326" y="38641"/>
                      <a:pt x="36095" y="37040"/>
                      <a:pt x="37420" y="34576"/>
                    </a:cubicBezTo>
                    <a:cubicBezTo>
                      <a:pt x="38873" y="31919"/>
                      <a:pt x="38522" y="28411"/>
                      <a:pt x="36618" y="26055"/>
                    </a:cubicBezTo>
                    <a:cubicBezTo>
                      <a:pt x="37946" y="25754"/>
                      <a:pt x="39249" y="25428"/>
                      <a:pt x="40427" y="24802"/>
                    </a:cubicBezTo>
                    <a:cubicBezTo>
                      <a:pt x="41605" y="24150"/>
                      <a:pt x="42658" y="23147"/>
                      <a:pt x="43009" y="21844"/>
                    </a:cubicBezTo>
                    <a:cubicBezTo>
                      <a:pt x="43359" y="20566"/>
                      <a:pt x="42883" y="18987"/>
                      <a:pt x="41705" y="18360"/>
                    </a:cubicBezTo>
                    <a:cubicBezTo>
                      <a:pt x="42407" y="17884"/>
                      <a:pt x="42608" y="16807"/>
                      <a:pt x="42106" y="16105"/>
                    </a:cubicBezTo>
                    <a:cubicBezTo>
                      <a:pt x="41809" y="15704"/>
                      <a:pt x="41301" y="15488"/>
                      <a:pt x="40795" y="15488"/>
                    </a:cubicBezTo>
                    <a:cubicBezTo>
                      <a:pt x="40495" y="15488"/>
                      <a:pt x="40197" y="15564"/>
                      <a:pt x="39943" y="15722"/>
                    </a:cubicBezTo>
                    <a:lnTo>
                      <a:pt x="39943" y="15722"/>
                    </a:lnTo>
                    <a:cubicBezTo>
                      <a:pt x="41180" y="14810"/>
                      <a:pt x="41582" y="12930"/>
                      <a:pt x="40828" y="11594"/>
                    </a:cubicBezTo>
                    <a:cubicBezTo>
                      <a:pt x="40264" y="10593"/>
                      <a:pt x="39106" y="10002"/>
                      <a:pt x="37968" y="10002"/>
                    </a:cubicBezTo>
                    <a:cubicBezTo>
                      <a:pt x="37537" y="10002"/>
                      <a:pt x="37110" y="10086"/>
                      <a:pt x="36718" y="10265"/>
                    </a:cubicBezTo>
                    <a:cubicBezTo>
                      <a:pt x="37595" y="8887"/>
                      <a:pt x="37921" y="7182"/>
                      <a:pt x="37670" y="5553"/>
                    </a:cubicBezTo>
                    <a:cubicBezTo>
                      <a:pt x="37520" y="4601"/>
                      <a:pt x="37169" y="3674"/>
                      <a:pt x="36618" y="2872"/>
                    </a:cubicBezTo>
                    <a:cubicBezTo>
                      <a:pt x="35390" y="1082"/>
                      <a:pt x="33229" y="1"/>
                      <a:pt x="3106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21"/>
              <p:cNvSpPr/>
              <p:nvPr/>
            </p:nvSpPr>
            <p:spPr>
              <a:xfrm>
                <a:off x="5126725" y="636500"/>
                <a:ext cx="1105425" cy="1076250"/>
              </a:xfrm>
              <a:custGeom>
                <a:rect b="b" l="l" r="r" t="t"/>
                <a:pathLst>
                  <a:path extrusionOk="0" h="43050" w="44217">
                    <a:moveTo>
                      <a:pt x="31606" y="426"/>
                    </a:moveTo>
                    <a:cubicBezTo>
                      <a:pt x="34779" y="426"/>
                      <a:pt x="37435" y="2719"/>
                      <a:pt x="38021" y="5845"/>
                    </a:cubicBezTo>
                    <a:cubicBezTo>
                      <a:pt x="38024" y="5860"/>
                      <a:pt x="38029" y="5875"/>
                      <a:pt x="38034" y="5888"/>
                    </a:cubicBezTo>
                    <a:lnTo>
                      <a:pt x="38034" y="5888"/>
                    </a:lnTo>
                    <a:cubicBezTo>
                      <a:pt x="38208" y="7498"/>
                      <a:pt x="37925" y="9011"/>
                      <a:pt x="37093" y="10381"/>
                    </a:cubicBezTo>
                    <a:cubicBezTo>
                      <a:pt x="37007" y="10511"/>
                      <a:pt x="37107" y="10697"/>
                      <a:pt x="37249" y="10697"/>
                    </a:cubicBezTo>
                    <a:cubicBezTo>
                      <a:pt x="37271" y="10697"/>
                      <a:pt x="37295" y="10692"/>
                      <a:pt x="37319" y="10682"/>
                    </a:cubicBezTo>
                    <a:cubicBezTo>
                      <a:pt x="37719" y="10523"/>
                      <a:pt x="38142" y="10444"/>
                      <a:pt x="38560" y="10444"/>
                    </a:cubicBezTo>
                    <a:cubicBezTo>
                      <a:pt x="39531" y="10444"/>
                      <a:pt x="40475" y="10869"/>
                      <a:pt x="41053" y="11709"/>
                    </a:cubicBezTo>
                    <a:cubicBezTo>
                      <a:pt x="41981" y="13038"/>
                      <a:pt x="41555" y="14892"/>
                      <a:pt x="40276" y="15845"/>
                    </a:cubicBezTo>
                    <a:cubicBezTo>
                      <a:pt x="40110" y="15969"/>
                      <a:pt x="40202" y="16232"/>
                      <a:pt x="40382" y="16232"/>
                    </a:cubicBezTo>
                    <a:cubicBezTo>
                      <a:pt x="40419" y="16232"/>
                      <a:pt x="40459" y="16221"/>
                      <a:pt x="40502" y="16196"/>
                    </a:cubicBezTo>
                    <a:cubicBezTo>
                      <a:pt x="40784" y="16010"/>
                      <a:pt x="41067" y="15930"/>
                      <a:pt x="41331" y="15930"/>
                    </a:cubicBezTo>
                    <a:cubicBezTo>
                      <a:pt x="42494" y="15930"/>
                      <a:pt x="43291" y="17486"/>
                      <a:pt x="42106" y="18426"/>
                    </a:cubicBezTo>
                    <a:cubicBezTo>
                      <a:pt x="42006" y="18526"/>
                      <a:pt x="42056" y="18702"/>
                      <a:pt x="42156" y="18752"/>
                    </a:cubicBezTo>
                    <a:cubicBezTo>
                      <a:pt x="44011" y="19905"/>
                      <a:pt x="43660" y="22361"/>
                      <a:pt x="42332" y="23764"/>
                    </a:cubicBezTo>
                    <a:cubicBezTo>
                      <a:pt x="40978" y="25168"/>
                      <a:pt x="38973" y="25644"/>
                      <a:pt x="37118" y="26070"/>
                    </a:cubicBezTo>
                    <a:cubicBezTo>
                      <a:pt x="36968" y="26120"/>
                      <a:pt x="36943" y="26296"/>
                      <a:pt x="37043" y="26421"/>
                    </a:cubicBezTo>
                    <a:cubicBezTo>
                      <a:pt x="38898" y="28827"/>
                      <a:pt x="39224" y="32311"/>
                      <a:pt x="37645" y="34942"/>
                    </a:cubicBezTo>
                    <a:cubicBezTo>
                      <a:pt x="36271" y="37271"/>
                      <a:pt x="33686" y="38626"/>
                      <a:pt x="31036" y="38626"/>
                    </a:cubicBezTo>
                    <a:cubicBezTo>
                      <a:pt x="30833" y="38626"/>
                      <a:pt x="30630" y="38618"/>
                      <a:pt x="30427" y="38602"/>
                    </a:cubicBezTo>
                    <a:cubicBezTo>
                      <a:pt x="30226" y="38602"/>
                      <a:pt x="30176" y="38827"/>
                      <a:pt x="30276" y="38953"/>
                    </a:cubicBezTo>
                    <a:cubicBezTo>
                      <a:pt x="31671" y="40646"/>
                      <a:pt x="29923" y="42612"/>
                      <a:pt x="28105" y="42612"/>
                    </a:cubicBezTo>
                    <a:cubicBezTo>
                      <a:pt x="28094" y="42612"/>
                      <a:pt x="28082" y="42612"/>
                      <a:pt x="28071" y="42612"/>
                    </a:cubicBezTo>
                    <a:cubicBezTo>
                      <a:pt x="26367" y="42612"/>
                      <a:pt x="25088" y="41359"/>
                      <a:pt x="24211" y="40030"/>
                    </a:cubicBezTo>
                    <a:cubicBezTo>
                      <a:pt x="24169" y="39974"/>
                      <a:pt x="24095" y="39941"/>
                      <a:pt x="24025" y="39941"/>
                    </a:cubicBezTo>
                    <a:cubicBezTo>
                      <a:pt x="23971" y="39941"/>
                      <a:pt x="23918" y="39961"/>
                      <a:pt x="23885" y="40005"/>
                    </a:cubicBezTo>
                    <a:cubicBezTo>
                      <a:pt x="22452" y="41439"/>
                      <a:pt x="20459" y="42237"/>
                      <a:pt x="18473" y="42237"/>
                    </a:cubicBezTo>
                    <a:cubicBezTo>
                      <a:pt x="17229" y="42237"/>
                      <a:pt x="15988" y="41924"/>
                      <a:pt x="14888" y="41258"/>
                    </a:cubicBezTo>
                    <a:cubicBezTo>
                      <a:pt x="13509" y="40406"/>
                      <a:pt x="12407" y="39053"/>
                      <a:pt x="11830" y="37524"/>
                    </a:cubicBezTo>
                    <a:cubicBezTo>
                      <a:pt x="11730" y="37248"/>
                      <a:pt x="11630" y="36973"/>
                      <a:pt x="11554" y="36672"/>
                    </a:cubicBezTo>
                    <a:cubicBezTo>
                      <a:pt x="11479" y="36346"/>
                      <a:pt x="11529" y="35820"/>
                      <a:pt x="11379" y="35544"/>
                    </a:cubicBezTo>
                    <a:cubicBezTo>
                      <a:pt x="11178" y="35168"/>
                      <a:pt x="10552" y="34942"/>
                      <a:pt x="10201" y="34717"/>
                    </a:cubicBezTo>
                    <a:cubicBezTo>
                      <a:pt x="7219" y="32837"/>
                      <a:pt x="4386" y="30556"/>
                      <a:pt x="2607" y="27449"/>
                    </a:cubicBezTo>
                    <a:cubicBezTo>
                      <a:pt x="878" y="24441"/>
                      <a:pt x="276" y="20707"/>
                      <a:pt x="1830" y="17474"/>
                    </a:cubicBezTo>
                    <a:cubicBezTo>
                      <a:pt x="3052" y="14957"/>
                      <a:pt x="5614" y="13250"/>
                      <a:pt x="8290" y="13250"/>
                    </a:cubicBezTo>
                    <a:cubicBezTo>
                      <a:pt x="9291" y="13250"/>
                      <a:pt x="10309" y="13489"/>
                      <a:pt x="11279" y="14015"/>
                    </a:cubicBezTo>
                    <a:cubicBezTo>
                      <a:pt x="11312" y="14033"/>
                      <a:pt x="11344" y="14042"/>
                      <a:pt x="11375" y="14042"/>
                    </a:cubicBezTo>
                    <a:cubicBezTo>
                      <a:pt x="11554" y="14042"/>
                      <a:pt x="11672" y="13767"/>
                      <a:pt x="11479" y="13639"/>
                    </a:cubicBezTo>
                    <a:cubicBezTo>
                      <a:pt x="10502" y="12912"/>
                      <a:pt x="10176" y="11333"/>
                      <a:pt x="11078" y="10381"/>
                    </a:cubicBezTo>
                    <a:cubicBezTo>
                      <a:pt x="11490" y="9943"/>
                      <a:pt x="12056" y="9737"/>
                      <a:pt x="12628" y="9737"/>
                    </a:cubicBezTo>
                    <a:cubicBezTo>
                      <a:pt x="13136" y="9737"/>
                      <a:pt x="13648" y="9899"/>
                      <a:pt x="14061" y="10205"/>
                    </a:cubicBezTo>
                    <a:cubicBezTo>
                      <a:pt x="14094" y="10226"/>
                      <a:pt x="14128" y="10235"/>
                      <a:pt x="14160" y="10235"/>
                    </a:cubicBezTo>
                    <a:cubicBezTo>
                      <a:pt x="14325" y="10235"/>
                      <a:pt x="14458" y="10005"/>
                      <a:pt x="14311" y="9880"/>
                    </a:cubicBezTo>
                    <a:cubicBezTo>
                      <a:pt x="14299" y="9868"/>
                      <a:pt x="14287" y="9856"/>
                      <a:pt x="14275" y="9843"/>
                    </a:cubicBezTo>
                    <a:lnTo>
                      <a:pt x="14275" y="9843"/>
                    </a:lnTo>
                    <a:cubicBezTo>
                      <a:pt x="14279" y="9839"/>
                      <a:pt x="14283" y="9834"/>
                      <a:pt x="14286" y="9830"/>
                    </a:cubicBezTo>
                    <a:cubicBezTo>
                      <a:pt x="14261" y="9811"/>
                      <a:pt x="14235" y="9793"/>
                      <a:pt x="14209" y="9775"/>
                    </a:cubicBezTo>
                    <a:lnTo>
                      <a:pt x="14209" y="9775"/>
                    </a:lnTo>
                    <a:cubicBezTo>
                      <a:pt x="11909" y="7342"/>
                      <a:pt x="13777" y="3677"/>
                      <a:pt x="16667" y="2812"/>
                    </a:cubicBezTo>
                    <a:cubicBezTo>
                      <a:pt x="17261" y="2636"/>
                      <a:pt x="17852" y="2556"/>
                      <a:pt x="18433" y="2556"/>
                    </a:cubicBezTo>
                    <a:cubicBezTo>
                      <a:pt x="20919" y="2556"/>
                      <a:pt x="23241" y="4023"/>
                      <a:pt x="24988" y="5769"/>
                    </a:cubicBezTo>
                    <a:cubicBezTo>
                      <a:pt x="25027" y="5818"/>
                      <a:pt x="25085" y="5840"/>
                      <a:pt x="25143" y="5840"/>
                    </a:cubicBezTo>
                    <a:cubicBezTo>
                      <a:pt x="25234" y="5840"/>
                      <a:pt x="25324" y="5786"/>
                      <a:pt x="25339" y="5694"/>
                    </a:cubicBezTo>
                    <a:cubicBezTo>
                      <a:pt x="25940" y="2837"/>
                      <a:pt x="28397" y="556"/>
                      <a:pt x="31354" y="431"/>
                    </a:cubicBezTo>
                    <a:cubicBezTo>
                      <a:pt x="31438" y="428"/>
                      <a:pt x="31523" y="426"/>
                      <a:pt x="31606" y="426"/>
                    </a:cubicBezTo>
                    <a:close/>
                    <a:moveTo>
                      <a:pt x="31607" y="0"/>
                    </a:moveTo>
                    <a:cubicBezTo>
                      <a:pt x="31523" y="0"/>
                      <a:pt x="31439" y="2"/>
                      <a:pt x="31354" y="5"/>
                    </a:cubicBezTo>
                    <a:cubicBezTo>
                      <a:pt x="28340" y="126"/>
                      <a:pt x="25790" y="2380"/>
                      <a:pt x="25020" y="5230"/>
                    </a:cubicBezTo>
                    <a:lnTo>
                      <a:pt x="25020" y="5230"/>
                    </a:lnTo>
                    <a:cubicBezTo>
                      <a:pt x="23220" y="3503"/>
                      <a:pt x="20850" y="2137"/>
                      <a:pt x="18408" y="2137"/>
                    </a:cubicBezTo>
                    <a:cubicBezTo>
                      <a:pt x="17495" y="2137"/>
                      <a:pt x="16572" y="2328"/>
                      <a:pt x="15665" y="2762"/>
                    </a:cubicBezTo>
                    <a:cubicBezTo>
                      <a:pt x="13167" y="3932"/>
                      <a:pt x="11942" y="7122"/>
                      <a:pt x="13423" y="9412"/>
                    </a:cubicBezTo>
                    <a:lnTo>
                      <a:pt x="13423" y="9412"/>
                    </a:lnTo>
                    <a:cubicBezTo>
                      <a:pt x="13175" y="9343"/>
                      <a:pt x="12918" y="9308"/>
                      <a:pt x="12662" y="9308"/>
                    </a:cubicBezTo>
                    <a:cubicBezTo>
                      <a:pt x="11864" y="9308"/>
                      <a:pt x="11072" y="9646"/>
                      <a:pt x="10577" y="10331"/>
                    </a:cubicBezTo>
                    <a:cubicBezTo>
                      <a:pt x="9940" y="11211"/>
                      <a:pt x="10017" y="12358"/>
                      <a:pt x="10568" y="13236"/>
                    </a:cubicBezTo>
                    <a:lnTo>
                      <a:pt x="10568" y="13236"/>
                    </a:lnTo>
                    <a:cubicBezTo>
                      <a:pt x="9824" y="12972"/>
                      <a:pt x="9046" y="12845"/>
                      <a:pt x="8270" y="12845"/>
                    </a:cubicBezTo>
                    <a:cubicBezTo>
                      <a:pt x="6246" y="12845"/>
                      <a:pt x="4229" y="13710"/>
                      <a:pt x="2833" y="15268"/>
                    </a:cubicBezTo>
                    <a:cubicBezTo>
                      <a:pt x="477" y="17850"/>
                      <a:pt x="0" y="21659"/>
                      <a:pt x="1028" y="24942"/>
                    </a:cubicBezTo>
                    <a:cubicBezTo>
                      <a:pt x="2206" y="28627"/>
                      <a:pt x="4963" y="31534"/>
                      <a:pt x="8046" y="33765"/>
                    </a:cubicBezTo>
                    <a:cubicBezTo>
                      <a:pt x="8472" y="34090"/>
                      <a:pt x="8923" y="34391"/>
                      <a:pt x="9374" y="34692"/>
                    </a:cubicBezTo>
                    <a:cubicBezTo>
                      <a:pt x="9775" y="34942"/>
                      <a:pt x="10427" y="35218"/>
                      <a:pt x="10752" y="35544"/>
                    </a:cubicBezTo>
                    <a:cubicBezTo>
                      <a:pt x="11254" y="36070"/>
                      <a:pt x="11254" y="37223"/>
                      <a:pt x="11529" y="37925"/>
                    </a:cubicBezTo>
                    <a:cubicBezTo>
                      <a:pt x="12106" y="39253"/>
                      <a:pt x="13008" y="40431"/>
                      <a:pt x="14186" y="41283"/>
                    </a:cubicBezTo>
                    <a:cubicBezTo>
                      <a:pt x="15476" y="42214"/>
                      <a:pt x="16993" y="42654"/>
                      <a:pt x="18510" y="42654"/>
                    </a:cubicBezTo>
                    <a:cubicBezTo>
                      <a:pt x="20510" y="42654"/>
                      <a:pt x="22509" y="41889"/>
                      <a:pt x="23987" y="40478"/>
                    </a:cubicBezTo>
                    <a:lnTo>
                      <a:pt x="23987" y="40478"/>
                    </a:lnTo>
                    <a:cubicBezTo>
                      <a:pt x="24956" y="41844"/>
                      <a:pt x="26422" y="43050"/>
                      <a:pt x="28093" y="43050"/>
                    </a:cubicBezTo>
                    <a:cubicBezTo>
                      <a:pt x="28485" y="43050"/>
                      <a:pt x="28888" y="42983"/>
                      <a:pt x="29299" y="42837"/>
                    </a:cubicBezTo>
                    <a:cubicBezTo>
                      <a:pt x="30861" y="42263"/>
                      <a:pt x="31623" y="40446"/>
                      <a:pt x="30832" y="39047"/>
                    </a:cubicBezTo>
                    <a:lnTo>
                      <a:pt x="30832" y="39047"/>
                    </a:lnTo>
                    <a:cubicBezTo>
                      <a:pt x="30892" y="39048"/>
                      <a:pt x="30952" y="39049"/>
                      <a:pt x="31011" y="39049"/>
                    </a:cubicBezTo>
                    <a:cubicBezTo>
                      <a:pt x="33902" y="39049"/>
                      <a:pt x="36762" y="37499"/>
                      <a:pt x="38171" y="34892"/>
                    </a:cubicBezTo>
                    <a:cubicBezTo>
                      <a:pt x="39618" y="32215"/>
                      <a:pt x="39278" y="28864"/>
                      <a:pt x="37530" y="26405"/>
                    </a:cubicBezTo>
                    <a:lnTo>
                      <a:pt x="37530" y="26405"/>
                    </a:lnTo>
                    <a:cubicBezTo>
                      <a:pt x="39741" y="25884"/>
                      <a:pt x="42207" y="25150"/>
                      <a:pt x="43384" y="23013"/>
                    </a:cubicBezTo>
                    <a:cubicBezTo>
                      <a:pt x="44216" y="21515"/>
                      <a:pt x="43966" y="19590"/>
                      <a:pt x="42591" y="18561"/>
                    </a:cubicBezTo>
                    <a:lnTo>
                      <a:pt x="42591" y="18561"/>
                    </a:lnTo>
                    <a:cubicBezTo>
                      <a:pt x="43803" y="17345"/>
                      <a:pt x="42774" y="15500"/>
                      <a:pt x="41341" y="15500"/>
                    </a:cubicBezTo>
                    <a:cubicBezTo>
                      <a:pt x="41298" y="15500"/>
                      <a:pt x="41254" y="15502"/>
                      <a:pt x="41210" y="15505"/>
                    </a:cubicBezTo>
                    <a:lnTo>
                      <a:pt x="41210" y="15505"/>
                    </a:lnTo>
                    <a:cubicBezTo>
                      <a:pt x="42008" y="14481"/>
                      <a:pt x="42250" y="13054"/>
                      <a:pt x="41630" y="11835"/>
                    </a:cubicBezTo>
                    <a:cubicBezTo>
                      <a:pt x="41042" y="10659"/>
                      <a:pt x="39808" y="10022"/>
                      <a:pt x="38550" y="10022"/>
                    </a:cubicBezTo>
                    <a:cubicBezTo>
                      <a:pt x="38272" y="10022"/>
                      <a:pt x="37992" y="10053"/>
                      <a:pt x="37719" y="10116"/>
                    </a:cubicBezTo>
                    <a:lnTo>
                      <a:pt x="37719" y="10116"/>
                    </a:lnTo>
                    <a:cubicBezTo>
                      <a:pt x="38403" y="8777"/>
                      <a:pt x="38621" y="7324"/>
                      <a:pt x="38425" y="5792"/>
                    </a:cubicBezTo>
                    <a:lnTo>
                      <a:pt x="38425" y="5792"/>
                    </a:lnTo>
                    <a:cubicBezTo>
                      <a:pt x="38427" y="5769"/>
                      <a:pt x="38426" y="5745"/>
                      <a:pt x="38422" y="5719"/>
                    </a:cubicBezTo>
                    <a:cubicBezTo>
                      <a:pt x="37810" y="2419"/>
                      <a:pt x="34957" y="0"/>
                      <a:pt x="3160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21"/>
              <p:cNvSpPr/>
              <p:nvPr/>
            </p:nvSpPr>
            <p:spPr>
              <a:xfrm>
                <a:off x="5191900" y="1124050"/>
                <a:ext cx="74275" cy="29125"/>
              </a:xfrm>
              <a:custGeom>
                <a:rect b="b" l="l" r="r" t="t"/>
                <a:pathLst>
                  <a:path extrusionOk="0" h="1165" w="2971">
                    <a:moveTo>
                      <a:pt x="251" y="1"/>
                    </a:moveTo>
                    <a:cubicBezTo>
                      <a:pt x="0" y="1"/>
                      <a:pt x="8" y="379"/>
                      <a:pt x="276" y="428"/>
                    </a:cubicBezTo>
                    <a:cubicBezTo>
                      <a:pt x="1078" y="503"/>
                      <a:pt x="1855" y="754"/>
                      <a:pt x="2556" y="1130"/>
                    </a:cubicBezTo>
                    <a:cubicBezTo>
                      <a:pt x="2597" y="1154"/>
                      <a:pt x="2636" y="1165"/>
                      <a:pt x="2673" y="1165"/>
                    </a:cubicBezTo>
                    <a:cubicBezTo>
                      <a:pt x="2861" y="1165"/>
                      <a:pt x="2971" y="884"/>
                      <a:pt x="2782" y="779"/>
                    </a:cubicBezTo>
                    <a:cubicBezTo>
                      <a:pt x="2005" y="353"/>
                      <a:pt x="1153" y="102"/>
                      <a:pt x="276" y="2"/>
                    </a:cubicBezTo>
                    <a:cubicBezTo>
                      <a:pt x="267" y="1"/>
                      <a:pt x="259"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21"/>
              <p:cNvSpPr/>
              <p:nvPr/>
            </p:nvSpPr>
            <p:spPr>
              <a:xfrm>
                <a:off x="5223225" y="843600"/>
                <a:ext cx="570350" cy="577800"/>
              </a:xfrm>
              <a:custGeom>
                <a:rect b="b" l="l" r="r" t="t"/>
                <a:pathLst>
                  <a:path extrusionOk="0" h="23112" w="22814">
                    <a:moveTo>
                      <a:pt x="18885" y="1"/>
                    </a:moveTo>
                    <a:cubicBezTo>
                      <a:pt x="18716" y="1"/>
                      <a:pt x="18544" y="14"/>
                      <a:pt x="18371" y="42"/>
                    </a:cubicBezTo>
                    <a:cubicBezTo>
                      <a:pt x="16401" y="359"/>
                      <a:pt x="15085" y="2313"/>
                      <a:pt x="15257" y="4222"/>
                    </a:cubicBezTo>
                    <a:lnTo>
                      <a:pt x="15257" y="4222"/>
                    </a:lnTo>
                    <a:cubicBezTo>
                      <a:pt x="14574" y="3645"/>
                      <a:pt x="13744" y="3094"/>
                      <a:pt x="12890" y="3094"/>
                    </a:cubicBezTo>
                    <a:cubicBezTo>
                      <a:pt x="12571" y="3094"/>
                      <a:pt x="12249" y="3170"/>
                      <a:pt x="11930" y="3350"/>
                    </a:cubicBezTo>
                    <a:cubicBezTo>
                      <a:pt x="10696" y="4043"/>
                      <a:pt x="10790" y="5502"/>
                      <a:pt x="11080" y="6711"/>
                    </a:cubicBezTo>
                    <a:lnTo>
                      <a:pt x="11080" y="6711"/>
                    </a:lnTo>
                    <a:cubicBezTo>
                      <a:pt x="10745" y="6540"/>
                      <a:pt x="10371" y="6454"/>
                      <a:pt x="10012" y="6454"/>
                    </a:cubicBezTo>
                    <a:cubicBezTo>
                      <a:pt x="9118" y="6454"/>
                      <a:pt x="8314" y="6986"/>
                      <a:pt x="8412" y="8044"/>
                    </a:cubicBezTo>
                    <a:lnTo>
                      <a:pt x="8412" y="8044"/>
                    </a:lnTo>
                    <a:cubicBezTo>
                      <a:pt x="7683" y="7839"/>
                      <a:pt x="6940" y="7737"/>
                      <a:pt x="6214" y="7737"/>
                    </a:cubicBezTo>
                    <a:cubicBezTo>
                      <a:pt x="3222" y="7737"/>
                      <a:pt x="517" y="9470"/>
                      <a:pt x="301" y="12924"/>
                    </a:cubicBezTo>
                    <a:cubicBezTo>
                      <a:pt x="0" y="17611"/>
                      <a:pt x="4060" y="20668"/>
                      <a:pt x="7494" y="23074"/>
                    </a:cubicBezTo>
                    <a:cubicBezTo>
                      <a:pt x="7532" y="23100"/>
                      <a:pt x="7570" y="23111"/>
                      <a:pt x="7605" y="23111"/>
                    </a:cubicBezTo>
                    <a:cubicBezTo>
                      <a:pt x="7775" y="23111"/>
                      <a:pt x="7882" y="22848"/>
                      <a:pt x="7694" y="22724"/>
                    </a:cubicBezTo>
                    <a:cubicBezTo>
                      <a:pt x="4587" y="20543"/>
                      <a:pt x="1003" y="17937"/>
                      <a:pt x="727" y="13801"/>
                    </a:cubicBezTo>
                    <a:cubicBezTo>
                      <a:pt x="602" y="11947"/>
                      <a:pt x="1253" y="10017"/>
                      <a:pt x="2882" y="8964"/>
                    </a:cubicBezTo>
                    <a:cubicBezTo>
                      <a:pt x="3824" y="8355"/>
                      <a:pt x="4903" y="8105"/>
                      <a:pt x="5994" y="8105"/>
                    </a:cubicBezTo>
                    <a:cubicBezTo>
                      <a:pt x="6877" y="8105"/>
                      <a:pt x="7767" y="8269"/>
                      <a:pt x="8597" y="8538"/>
                    </a:cubicBezTo>
                    <a:cubicBezTo>
                      <a:pt x="8618" y="8544"/>
                      <a:pt x="8638" y="8547"/>
                      <a:pt x="8657" y="8547"/>
                    </a:cubicBezTo>
                    <a:cubicBezTo>
                      <a:pt x="8800" y="8547"/>
                      <a:pt x="8894" y="8395"/>
                      <a:pt x="8872" y="8262"/>
                    </a:cubicBezTo>
                    <a:cubicBezTo>
                      <a:pt x="8627" y="7282"/>
                      <a:pt x="9262" y="6863"/>
                      <a:pt x="9987" y="6863"/>
                    </a:cubicBezTo>
                    <a:cubicBezTo>
                      <a:pt x="10449" y="6863"/>
                      <a:pt x="10947" y="7033"/>
                      <a:pt x="11278" y="7335"/>
                    </a:cubicBezTo>
                    <a:cubicBezTo>
                      <a:pt x="11324" y="7380"/>
                      <a:pt x="11378" y="7401"/>
                      <a:pt x="11431" y="7401"/>
                    </a:cubicBezTo>
                    <a:cubicBezTo>
                      <a:pt x="11553" y="7401"/>
                      <a:pt x="11664" y="7292"/>
                      <a:pt x="11629" y="7135"/>
                    </a:cubicBezTo>
                    <a:cubicBezTo>
                      <a:pt x="11303" y="6007"/>
                      <a:pt x="10902" y="4453"/>
                      <a:pt x="12156" y="3751"/>
                    </a:cubicBezTo>
                    <a:cubicBezTo>
                      <a:pt x="12431" y="3599"/>
                      <a:pt x="12704" y="3534"/>
                      <a:pt x="12972" y="3534"/>
                    </a:cubicBezTo>
                    <a:cubicBezTo>
                      <a:pt x="13896" y="3534"/>
                      <a:pt x="14753" y="4307"/>
                      <a:pt x="15414" y="4929"/>
                    </a:cubicBezTo>
                    <a:cubicBezTo>
                      <a:pt x="15455" y="4964"/>
                      <a:pt x="15507" y="4979"/>
                      <a:pt x="15557" y="4979"/>
                    </a:cubicBezTo>
                    <a:cubicBezTo>
                      <a:pt x="15690" y="4979"/>
                      <a:pt x="15819" y="4874"/>
                      <a:pt x="15765" y="4729"/>
                    </a:cubicBezTo>
                    <a:cubicBezTo>
                      <a:pt x="15263" y="2824"/>
                      <a:pt x="16617" y="593"/>
                      <a:pt x="18647" y="418"/>
                    </a:cubicBezTo>
                    <a:cubicBezTo>
                      <a:pt x="18730" y="411"/>
                      <a:pt x="18813" y="407"/>
                      <a:pt x="18895" y="407"/>
                    </a:cubicBezTo>
                    <a:cubicBezTo>
                      <a:pt x="20835" y="407"/>
                      <a:pt x="22373" y="2352"/>
                      <a:pt x="22181" y="4227"/>
                    </a:cubicBezTo>
                    <a:cubicBezTo>
                      <a:pt x="22168" y="4365"/>
                      <a:pt x="22262" y="4434"/>
                      <a:pt x="22362" y="4434"/>
                    </a:cubicBezTo>
                    <a:cubicBezTo>
                      <a:pt x="22463" y="4434"/>
                      <a:pt x="22569" y="4365"/>
                      <a:pt x="22582" y="4227"/>
                    </a:cubicBezTo>
                    <a:cubicBezTo>
                      <a:pt x="22814" y="2114"/>
                      <a:pt x="21024" y="1"/>
                      <a:pt x="1888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21"/>
              <p:cNvSpPr/>
              <p:nvPr/>
            </p:nvSpPr>
            <p:spPr>
              <a:xfrm>
                <a:off x="5829450" y="735375"/>
                <a:ext cx="293550" cy="483925"/>
              </a:xfrm>
              <a:custGeom>
                <a:rect b="b" l="l" r="r" t="t"/>
                <a:pathLst>
                  <a:path extrusionOk="0" h="19357" w="11742">
                    <a:moveTo>
                      <a:pt x="3615" y="0"/>
                    </a:moveTo>
                    <a:cubicBezTo>
                      <a:pt x="2208" y="0"/>
                      <a:pt x="823" y="773"/>
                      <a:pt x="87" y="2140"/>
                    </a:cubicBezTo>
                    <a:cubicBezTo>
                      <a:pt x="1" y="2295"/>
                      <a:pt x="140" y="2451"/>
                      <a:pt x="284" y="2451"/>
                    </a:cubicBezTo>
                    <a:cubicBezTo>
                      <a:pt x="350" y="2451"/>
                      <a:pt x="416" y="2419"/>
                      <a:pt x="463" y="2341"/>
                    </a:cubicBezTo>
                    <a:cubicBezTo>
                      <a:pt x="1117" y="1112"/>
                      <a:pt x="2398" y="431"/>
                      <a:pt x="3664" y="431"/>
                    </a:cubicBezTo>
                    <a:cubicBezTo>
                      <a:pt x="4774" y="431"/>
                      <a:pt x="5873" y="954"/>
                      <a:pt x="6528" y="2090"/>
                    </a:cubicBezTo>
                    <a:cubicBezTo>
                      <a:pt x="7806" y="4321"/>
                      <a:pt x="6654" y="6852"/>
                      <a:pt x="5350" y="8757"/>
                    </a:cubicBezTo>
                    <a:cubicBezTo>
                      <a:pt x="5257" y="8907"/>
                      <a:pt x="5401" y="9070"/>
                      <a:pt x="5543" y="9070"/>
                    </a:cubicBezTo>
                    <a:cubicBezTo>
                      <a:pt x="5591" y="9070"/>
                      <a:pt x="5638" y="9052"/>
                      <a:pt x="5676" y="9007"/>
                    </a:cubicBezTo>
                    <a:cubicBezTo>
                      <a:pt x="5689" y="8995"/>
                      <a:pt x="5701" y="8984"/>
                      <a:pt x="5714" y="8973"/>
                    </a:cubicBezTo>
                    <a:lnTo>
                      <a:pt x="5714" y="8973"/>
                    </a:lnTo>
                    <a:cubicBezTo>
                      <a:pt x="5718" y="8976"/>
                      <a:pt x="5722" y="8979"/>
                      <a:pt x="5726" y="8982"/>
                    </a:cubicBezTo>
                    <a:cubicBezTo>
                      <a:pt x="5737" y="8967"/>
                      <a:pt x="5747" y="8952"/>
                      <a:pt x="5757" y="8936"/>
                    </a:cubicBezTo>
                    <a:lnTo>
                      <a:pt x="5757" y="8936"/>
                    </a:lnTo>
                    <a:cubicBezTo>
                      <a:pt x="5961" y="8773"/>
                      <a:pt x="6194" y="8700"/>
                      <a:pt x="6427" y="8700"/>
                    </a:cubicBezTo>
                    <a:cubicBezTo>
                      <a:pt x="6940" y="8700"/>
                      <a:pt x="7449" y="9055"/>
                      <a:pt x="7631" y="9584"/>
                    </a:cubicBezTo>
                    <a:cubicBezTo>
                      <a:pt x="7882" y="10286"/>
                      <a:pt x="7556" y="11012"/>
                      <a:pt x="7180" y="11589"/>
                    </a:cubicBezTo>
                    <a:cubicBezTo>
                      <a:pt x="7068" y="11723"/>
                      <a:pt x="7196" y="11897"/>
                      <a:pt x="7350" y="11897"/>
                    </a:cubicBezTo>
                    <a:cubicBezTo>
                      <a:pt x="7368" y="11897"/>
                      <a:pt x="7387" y="11895"/>
                      <a:pt x="7405" y="11890"/>
                    </a:cubicBezTo>
                    <a:cubicBezTo>
                      <a:pt x="7709" y="11814"/>
                      <a:pt x="8051" y="11763"/>
                      <a:pt x="8383" y="11763"/>
                    </a:cubicBezTo>
                    <a:cubicBezTo>
                      <a:pt x="9258" y="11763"/>
                      <a:pt x="10055" y="12119"/>
                      <a:pt x="9837" y="13318"/>
                    </a:cubicBezTo>
                    <a:cubicBezTo>
                      <a:pt x="9686" y="14246"/>
                      <a:pt x="8884" y="14847"/>
                      <a:pt x="8182" y="15398"/>
                    </a:cubicBezTo>
                    <a:cubicBezTo>
                      <a:pt x="8026" y="15510"/>
                      <a:pt x="8148" y="15761"/>
                      <a:pt x="8319" y="15761"/>
                    </a:cubicBezTo>
                    <a:cubicBezTo>
                      <a:pt x="8340" y="15761"/>
                      <a:pt x="8361" y="15757"/>
                      <a:pt x="8383" y="15749"/>
                    </a:cubicBezTo>
                    <a:cubicBezTo>
                      <a:pt x="8814" y="15584"/>
                      <a:pt x="9376" y="15374"/>
                      <a:pt x="9903" y="15374"/>
                    </a:cubicBezTo>
                    <a:cubicBezTo>
                      <a:pt x="10173" y="15374"/>
                      <a:pt x="10434" y="15429"/>
                      <a:pt x="10664" y="15574"/>
                    </a:cubicBezTo>
                    <a:cubicBezTo>
                      <a:pt x="11415" y="16050"/>
                      <a:pt x="11265" y="17078"/>
                      <a:pt x="10789" y="17604"/>
                    </a:cubicBezTo>
                    <a:cubicBezTo>
                      <a:pt x="10438" y="18005"/>
                      <a:pt x="9887" y="18205"/>
                      <a:pt x="9385" y="18356"/>
                    </a:cubicBezTo>
                    <a:cubicBezTo>
                      <a:pt x="8141" y="18791"/>
                      <a:pt x="6811" y="18952"/>
                      <a:pt x="5495" y="18952"/>
                    </a:cubicBezTo>
                    <a:cubicBezTo>
                      <a:pt x="5220" y="18952"/>
                      <a:pt x="4946" y="18945"/>
                      <a:pt x="4674" y="18932"/>
                    </a:cubicBezTo>
                    <a:cubicBezTo>
                      <a:pt x="4666" y="18932"/>
                      <a:pt x="4658" y="18931"/>
                      <a:pt x="4651" y="18931"/>
                    </a:cubicBezTo>
                    <a:cubicBezTo>
                      <a:pt x="4398" y="18931"/>
                      <a:pt x="4406" y="19333"/>
                      <a:pt x="4674" y="19333"/>
                    </a:cubicBezTo>
                    <a:cubicBezTo>
                      <a:pt x="4964" y="19348"/>
                      <a:pt x="5254" y="19356"/>
                      <a:pt x="5543" y="19356"/>
                    </a:cubicBezTo>
                    <a:cubicBezTo>
                      <a:pt x="6698" y="19356"/>
                      <a:pt x="7837" y="19228"/>
                      <a:pt x="8959" y="18907"/>
                    </a:cubicBezTo>
                    <a:cubicBezTo>
                      <a:pt x="9912" y="18657"/>
                      <a:pt x="11014" y="18331"/>
                      <a:pt x="11441" y="17353"/>
                    </a:cubicBezTo>
                    <a:cubicBezTo>
                      <a:pt x="11741" y="16702"/>
                      <a:pt x="11666" y="15875"/>
                      <a:pt x="11090" y="15373"/>
                    </a:cubicBezTo>
                    <a:cubicBezTo>
                      <a:pt x="10758" y="15074"/>
                      <a:pt x="10354" y="14966"/>
                      <a:pt x="9931" y="14966"/>
                    </a:cubicBezTo>
                    <a:cubicBezTo>
                      <a:pt x="9697" y="14966"/>
                      <a:pt x="9457" y="14999"/>
                      <a:pt x="9220" y="15052"/>
                    </a:cubicBezTo>
                    <a:lnTo>
                      <a:pt x="9220" y="15052"/>
                    </a:lnTo>
                    <a:cubicBezTo>
                      <a:pt x="9989" y="14319"/>
                      <a:pt x="10604" y="13396"/>
                      <a:pt x="10187" y="12316"/>
                    </a:cubicBezTo>
                    <a:cubicBezTo>
                      <a:pt x="9888" y="11544"/>
                      <a:pt x="9232" y="11316"/>
                      <a:pt x="8531" y="11316"/>
                    </a:cubicBezTo>
                    <a:cubicBezTo>
                      <a:pt x="8275" y="11316"/>
                      <a:pt x="8012" y="11347"/>
                      <a:pt x="7759" y="11392"/>
                    </a:cubicBezTo>
                    <a:lnTo>
                      <a:pt x="7759" y="11392"/>
                    </a:lnTo>
                    <a:cubicBezTo>
                      <a:pt x="8187" y="10535"/>
                      <a:pt x="8352" y="9421"/>
                      <a:pt x="7556" y="8732"/>
                    </a:cubicBezTo>
                    <a:cubicBezTo>
                      <a:pt x="7239" y="8440"/>
                      <a:pt x="6839" y="8290"/>
                      <a:pt x="6444" y="8290"/>
                    </a:cubicBezTo>
                    <a:cubicBezTo>
                      <a:pt x="6344" y="8290"/>
                      <a:pt x="6244" y="8300"/>
                      <a:pt x="6145" y="8319"/>
                    </a:cubicBezTo>
                    <a:lnTo>
                      <a:pt x="6145" y="8319"/>
                    </a:lnTo>
                    <a:cubicBezTo>
                      <a:pt x="7449" y="6113"/>
                      <a:pt x="8343" y="3107"/>
                      <a:pt x="6278" y="1088"/>
                    </a:cubicBezTo>
                    <a:cubicBezTo>
                      <a:pt x="5505" y="345"/>
                      <a:pt x="4555" y="0"/>
                      <a:pt x="36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21"/>
              <p:cNvSpPr/>
              <p:nvPr/>
            </p:nvSpPr>
            <p:spPr>
              <a:xfrm>
                <a:off x="5517600" y="1268750"/>
                <a:ext cx="520800" cy="319075"/>
              </a:xfrm>
              <a:custGeom>
                <a:rect b="b" l="l" r="r" t="t"/>
                <a:pathLst>
                  <a:path extrusionOk="0" h="12763" w="20832">
                    <a:moveTo>
                      <a:pt x="16560" y="0"/>
                    </a:moveTo>
                    <a:cubicBezTo>
                      <a:pt x="16391" y="0"/>
                      <a:pt x="16244" y="211"/>
                      <a:pt x="16421" y="329"/>
                    </a:cubicBezTo>
                    <a:cubicBezTo>
                      <a:pt x="18150" y="1708"/>
                      <a:pt x="20130" y="4464"/>
                      <a:pt x="19503" y="6845"/>
                    </a:cubicBezTo>
                    <a:cubicBezTo>
                      <a:pt x="18941" y="9035"/>
                      <a:pt x="16192" y="9906"/>
                      <a:pt x="13985" y="9906"/>
                    </a:cubicBezTo>
                    <a:cubicBezTo>
                      <a:pt x="13539" y="9906"/>
                      <a:pt x="13116" y="9870"/>
                      <a:pt x="12737" y="9803"/>
                    </a:cubicBezTo>
                    <a:cubicBezTo>
                      <a:pt x="12721" y="9800"/>
                      <a:pt x="12705" y="9798"/>
                      <a:pt x="12689" y="9798"/>
                    </a:cubicBezTo>
                    <a:cubicBezTo>
                      <a:pt x="12581" y="9798"/>
                      <a:pt x="12486" y="9872"/>
                      <a:pt x="12486" y="10003"/>
                    </a:cubicBezTo>
                    <a:cubicBezTo>
                      <a:pt x="12461" y="10329"/>
                      <a:pt x="12586" y="10555"/>
                      <a:pt x="12636" y="10881"/>
                    </a:cubicBezTo>
                    <a:cubicBezTo>
                      <a:pt x="12962" y="11557"/>
                      <a:pt x="12511" y="12033"/>
                      <a:pt x="11308" y="12284"/>
                    </a:cubicBezTo>
                    <a:cubicBezTo>
                      <a:pt x="10982" y="12209"/>
                      <a:pt x="10681" y="12084"/>
                      <a:pt x="10381" y="11908"/>
                    </a:cubicBezTo>
                    <a:cubicBezTo>
                      <a:pt x="9428" y="11407"/>
                      <a:pt x="8626" y="10680"/>
                      <a:pt x="7975" y="9828"/>
                    </a:cubicBezTo>
                    <a:cubicBezTo>
                      <a:pt x="7930" y="9761"/>
                      <a:pt x="7866" y="9729"/>
                      <a:pt x="7802" y="9729"/>
                    </a:cubicBezTo>
                    <a:cubicBezTo>
                      <a:pt x="7721" y="9729"/>
                      <a:pt x="7641" y="9780"/>
                      <a:pt x="7599" y="9878"/>
                    </a:cubicBezTo>
                    <a:cubicBezTo>
                      <a:pt x="7117" y="11219"/>
                      <a:pt x="5777" y="12087"/>
                      <a:pt x="4384" y="12087"/>
                    </a:cubicBezTo>
                    <a:cubicBezTo>
                      <a:pt x="4111" y="12087"/>
                      <a:pt x="3835" y="12053"/>
                      <a:pt x="3564" y="11983"/>
                    </a:cubicBezTo>
                    <a:cubicBezTo>
                      <a:pt x="1834" y="11557"/>
                      <a:pt x="731" y="9928"/>
                      <a:pt x="431" y="8274"/>
                    </a:cubicBezTo>
                    <a:cubicBezTo>
                      <a:pt x="420" y="8160"/>
                      <a:pt x="342" y="8111"/>
                      <a:pt x="257" y="8111"/>
                    </a:cubicBezTo>
                    <a:cubicBezTo>
                      <a:pt x="135" y="8111"/>
                      <a:pt x="0" y="8212"/>
                      <a:pt x="30" y="8374"/>
                    </a:cubicBezTo>
                    <a:cubicBezTo>
                      <a:pt x="381" y="10304"/>
                      <a:pt x="1759" y="12134"/>
                      <a:pt x="3764" y="12460"/>
                    </a:cubicBezTo>
                    <a:cubicBezTo>
                      <a:pt x="3960" y="12489"/>
                      <a:pt x="4156" y="12504"/>
                      <a:pt x="4351" y="12504"/>
                    </a:cubicBezTo>
                    <a:cubicBezTo>
                      <a:pt x="5827" y="12504"/>
                      <a:pt x="7227" y="11667"/>
                      <a:pt x="7857" y="10328"/>
                    </a:cubicBezTo>
                    <a:lnTo>
                      <a:pt x="7857" y="10328"/>
                    </a:lnTo>
                    <a:cubicBezTo>
                      <a:pt x="8773" y="11460"/>
                      <a:pt x="10159" y="12691"/>
                      <a:pt x="11609" y="12760"/>
                    </a:cubicBezTo>
                    <a:cubicBezTo>
                      <a:pt x="11639" y="12762"/>
                      <a:pt x="11670" y="12762"/>
                      <a:pt x="11700" y="12762"/>
                    </a:cubicBezTo>
                    <a:cubicBezTo>
                      <a:pt x="12220" y="12762"/>
                      <a:pt x="12728" y="12560"/>
                      <a:pt x="13012" y="12134"/>
                    </a:cubicBezTo>
                    <a:cubicBezTo>
                      <a:pt x="13414" y="11486"/>
                      <a:pt x="13000" y="10898"/>
                      <a:pt x="12905" y="10246"/>
                    </a:cubicBezTo>
                    <a:lnTo>
                      <a:pt x="12905" y="10246"/>
                    </a:lnTo>
                    <a:cubicBezTo>
                      <a:pt x="13255" y="10293"/>
                      <a:pt x="13626" y="10318"/>
                      <a:pt x="14008" y="10318"/>
                    </a:cubicBezTo>
                    <a:cubicBezTo>
                      <a:pt x="16277" y="10318"/>
                      <a:pt x="18936" y="9447"/>
                      <a:pt x="19804" y="7297"/>
                    </a:cubicBezTo>
                    <a:cubicBezTo>
                      <a:pt x="20832" y="4740"/>
                      <a:pt x="18601" y="1532"/>
                      <a:pt x="16696" y="53"/>
                    </a:cubicBezTo>
                    <a:cubicBezTo>
                      <a:pt x="16653" y="16"/>
                      <a:pt x="16606" y="0"/>
                      <a:pt x="165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21"/>
              <p:cNvSpPr/>
              <p:nvPr/>
            </p:nvSpPr>
            <p:spPr>
              <a:xfrm>
                <a:off x="5468950" y="1523075"/>
                <a:ext cx="171800" cy="112850"/>
              </a:xfrm>
              <a:custGeom>
                <a:rect b="b" l="l" r="r" t="t"/>
                <a:pathLst>
                  <a:path extrusionOk="0" h="4514" w="6872">
                    <a:moveTo>
                      <a:pt x="253" y="0"/>
                    </a:moveTo>
                    <a:cubicBezTo>
                      <a:pt x="128" y="0"/>
                      <a:pt x="1" y="106"/>
                      <a:pt x="46" y="256"/>
                    </a:cubicBezTo>
                    <a:cubicBezTo>
                      <a:pt x="784" y="2875"/>
                      <a:pt x="3041" y="4514"/>
                      <a:pt x="5657" y="4514"/>
                    </a:cubicBezTo>
                    <a:cubicBezTo>
                      <a:pt x="5971" y="4514"/>
                      <a:pt x="6290" y="4490"/>
                      <a:pt x="6612" y="4442"/>
                    </a:cubicBezTo>
                    <a:cubicBezTo>
                      <a:pt x="6872" y="4395"/>
                      <a:pt x="6776" y="4037"/>
                      <a:pt x="6555" y="4037"/>
                    </a:cubicBezTo>
                    <a:cubicBezTo>
                      <a:pt x="6541" y="4037"/>
                      <a:pt x="6527" y="4038"/>
                      <a:pt x="6512" y="4041"/>
                    </a:cubicBezTo>
                    <a:cubicBezTo>
                      <a:pt x="6216" y="4086"/>
                      <a:pt x="5923" y="4108"/>
                      <a:pt x="5634" y="4108"/>
                    </a:cubicBezTo>
                    <a:cubicBezTo>
                      <a:pt x="3211" y="4108"/>
                      <a:pt x="1119" y="2552"/>
                      <a:pt x="447" y="156"/>
                    </a:cubicBezTo>
                    <a:cubicBezTo>
                      <a:pt x="417" y="46"/>
                      <a:pt x="335" y="0"/>
                      <a:pt x="2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21"/>
              <p:cNvSpPr/>
              <p:nvPr/>
            </p:nvSpPr>
            <p:spPr>
              <a:xfrm>
                <a:off x="5686250" y="1587750"/>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21"/>
              <p:cNvSpPr/>
              <p:nvPr/>
            </p:nvSpPr>
            <p:spPr>
              <a:xfrm>
                <a:off x="5538700" y="777325"/>
                <a:ext cx="131550" cy="77675"/>
              </a:xfrm>
              <a:custGeom>
                <a:rect b="b" l="l" r="r" t="t"/>
                <a:pathLst>
                  <a:path extrusionOk="0" h="3107" w="5262">
                    <a:moveTo>
                      <a:pt x="4073" y="0"/>
                    </a:moveTo>
                    <a:cubicBezTo>
                      <a:pt x="2283" y="0"/>
                      <a:pt x="203" y="1058"/>
                      <a:pt x="13" y="2918"/>
                    </a:cubicBezTo>
                    <a:cubicBezTo>
                      <a:pt x="0" y="3044"/>
                      <a:pt x="94" y="3106"/>
                      <a:pt x="194" y="3106"/>
                    </a:cubicBezTo>
                    <a:cubicBezTo>
                      <a:pt x="295" y="3106"/>
                      <a:pt x="401" y="3044"/>
                      <a:pt x="414" y="2918"/>
                    </a:cubicBezTo>
                    <a:cubicBezTo>
                      <a:pt x="603" y="1296"/>
                      <a:pt x="2530" y="417"/>
                      <a:pt x="4077" y="417"/>
                    </a:cubicBezTo>
                    <a:cubicBezTo>
                      <a:pt x="4370" y="417"/>
                      <a:pt x="4649" y="449"/>
                      <a:pt x="4900" y="512"/>
                    </a:cubicBezTo>
                    <a:cubicBezTo>
                      <a:pt x="4916" y="515"/>
                      <a:pt x="4932" y="517"/>
                      <a:pt x="4947" y="517"/>
                    </a:cubicBezTo>
                    <a:cubicBezTo>
                      <a:pt x="5186" y="517"/>
                      <a:pt x="5261" y="159"/>
                      <a:pt x="5025" y="111"/>
                    </a:cubicBezTo>
                    <a:cubicBezTo>
                      <a:pt x="4727" y="37"/>
                      <a:pt x="4405" y="0"/>
                      <a:pt x="40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21"/>
              <p:cNvSpPr/>
              <p:nvPr/>
            </p:nvSpPr>
            <p:spPr>
              <a:xfrm>
                <a:off x="5702550" y="798275"/>
                <a:ext cx="13800" cy="10675"/>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21"/>
              <p:cNvSpPr/>
              <p:nvPr/>
            </p:nvSpPr>
            <p:spPr>
              <a:xfrm>
                <a:off x="5881175" y="689075"/>
                <a:ext cx="130600" cy="33700"/>
              </a:xfrm>
              <a:custGeom>
                <a:rect b="b" l="l" r="r" t="t"/>
                <a:pathLst>
                  <a:path extrusionOk="0" h="1348" w="5224">
                    <a:moveTo>
                      <a:pt x="2115" y="1"/>
                    </a:moveTo>
                    <a:cubicBezTo>
                      <a:pt x="1483" y="1"/>
                      <a:pt x="844" y="119"/>
                      <a:pt x="224" y="358"/>
                    </a:cubicBezTo>
                    <a:cubicBezTo>
                      <a:pt x="0" y="447"/>
                      <a:pt x="55" y="775"/>
                      <a:pt x="247" y="775"/>
                    </a:cubicBezTo>
                    <a:cubicBezTo>
                      <a:pt x="271" y="775"/>
                      <a:pt x="296" y="770"/>
                      <a:pt x="324" y="759"/>
                    </a:cubicBezTo>
                    <a:cubicBezTo>
                      <a:pt x="904" y="531"/>
                      <a:pt x="1499" y="418"/>
                      <a:pt x="2087" y="418"/>
                    </a:cubicBezTo>
                    <a:cubicBezTo>
                      <a:pt x="3049" y="418"/>
                      <a:pt x="3995" y="720"/>
                      <a:pt x="4835" y="1310"/>
                    </a:cubicBezTo>
                    <a:cubicBezTo>
                      <a:pt x="4873" y="1336"/>
                      <a:pt x="4911" y="1347"/>
                      <a:pt x="4946" y="1347"/>
                    </a:cubicBezTo>
                    <a:cubicBezTo>
                      <a:pt x="5116" y="1347"/>
                      <a:pt x="5223" y="1080"/>
                      <a:pt x="5036" y="935"/>
                    </a:cubicBezTo>
                    <a:cubicBezTo>
                      <a:pt x="4151" y="314"/>
                      <a:pt x="3142" y="1"/>
                      <a:pt x="211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21"/>
              <p:cNvSpPr/>
              <p:nvPr/>
            </p:nvSpPr>
            <p:spPr>
              <a:xfrm>
                <a:off x="5831950" y="884200"/>
                <a:ext cx="82400" cy="63625"/>
              </a:xfrm>
              <a:custGeom>
                <a:rect b="b" l="l" r="r" t="t"/>
                <a:pathLst>
                  <a:path extrusionOk="0" h="2545" w="3296">
                    <a:moveTo>
                      <a:pt x="861" y="0"/>
                    </a:moveTo>
                    <a:cubicBezTo>
                      <a:pt x="568" y="0"/>
                      <a:pt x="267" y="146"/>
                      <a:pt x="87" y="498"/>
                    </a:cubicBezTo>
                    <a:cubicBezTo>
                      <a:pt x="0" y="672"/>
                      <a:pt x="155" y="822"/>
                      <a:pt x="299" y="822"/>
                    </a:cubicBezTo>
                    <a:cubicBezTo>
                      <a:pt x="363" y="822"/>
                      <a:pt x="425" y="793"/>
                      <a:pt x="463" y="724"/>
                    </a:cubicBezTo>
                    <a:cubicBezTo>
                      <a:pt x="534" y="559"/>
                      <a:pt x="692" y="395"/>
                      <a:pt x="876" y="395"/>
                    </a:cubicBezTo>
                    <a:cubicBezTo>
                      <a:pt x="889" y="395"/>
                      <a:pt x="901" y="396"/>
                      <a:pt x="914" y="398"/>
                    </a:cubicBezTo>
                    <a:cubicBezTo>
                      <a:pt x="1215" y="398"/>
                      <a:pt x="1340" y="749"/>
                      <a:pt x="1190" y="999"/>
                    </a:cubicBezTo>
                    <a:cubicBezTo>
                      <a:pt x="1094" y="1153"/>
                      <a:pt x="1248" y="1292"/>
                      <a:pt x="1405" y="1292"/>
                    </a:cubicBezTo>
                    <a:cubicBezTo>
                      <a:pt x="1452" y="1292"/>
                      <a:pt x="1500" y="1279"/>
                      <a:pt x="1541" y="1250"/>
                    </a:cubicBezTo>
                    <a:cubicBezTo>
                      <a:pt x="1682" y="1122"/>
                      <a:pt x="1894" y="1040"/>
                      <a:pt x="2101" y="1040"/>
                    </a:cubicBezTo>
                    <a:cubicBezTo>
                      <a:pt x="2301" y="1040"/>
                      <a:pt x="2496" y="1116"/>
                      <a:pt x="2619" y="1300"/>
                    </a:cubicBezTo>
                    <a:cubicBezTo>
                      <a:pt x="2794" y="1576"/>
                      <a:pt x="2694" y="2002"/>
                      <a:pt x="2368" y="2127"/>
                    </a:cubicBezTo>
                    <a:cubicBezTo>
                      <a:pt x="2145" y="2216"/>
                      <a:pt x="2220" y="2544"/>
                      <a:pt x="2416" y="2544"/>
                    </a:cubicBezTo>
                    <a:cubicBezTo>
                      <a:pt x="2440" y="2544"/>
                      <a:pt x="2466" y="2539"/>
                      <a:pt x="2493" y="2528"/>
                    </a:cubicBezTo>
                    <a:cubicBezTo>
                      <a:pt x="3045" y="2303"/>
                      <a:pt x="3295" y="1626"/>
                      <a:pt x="2970" y="1074"/>
                    </a:cubicBezTo>
                    <a:cubicBezTo>
                      <a:pt x="2777" y="754"/>
                      <a:pt x="2460" y="617"/>
                      <a:pt x="2129" y="617"/>
                    </a:cubicBezTo>
                    <a:cubicBezTo>
                      <a:pt x="1985" y="617"/>
                      <a:pt x="1839" y="643"/>
                      <a:pt x="1700" y="690"/>
                    </a:cubicBezTo>
                    <a:lnTo>
                      <a:pt x="1700" y="690"/>
                    </a:lnTo>
                    <a:cubicBezTo>
                      <a:pt x="1663" y="283"/>
                      <a:pt x="1269" y="0"/>
                      <a:pt x="86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21"/>
              <p:cNvSpPr/>
              <p:nvPr/>
            </p:nvSpPr>
            <p:spPr>
              <a:xfrm>
                <a:off x="5922250" y="788125"/>
                <a:ext cx="55375" cy="69425"/>
              </a:xfrm>
              <a:custGeom>
                <a:rect b="b" l="l" r="r" t="t"/>
                <a:pathLst>
                  <a:path extrusionOk="0" h="2777" w="2215">
                    <a:moveTo>
                      <a:pt x="317" y="1"/>
                    </a:moveTo>
                    <a:cubicBezTo>
                      <a:pt x="96" y="1"/>
                      <a:pt x="0" y="359"/>
                      <a:pt x="260" y="406"/>
                    </a:cubicBezTo>
                    <a:cubicBezTo>
                      <a:pt x="1212" y="582"/>
                      <a:pt x="1739" y="1559"/>
                      <a:pt x="1312" y="2461"/>
                    </a:cubicBezTo>
                    <a:cubicBezTo>
                      <a:pt x="1245" y="2631"/>
                      <a:pt x="1383" y="2777"/>
                      <a:pt x="1518" y="2777"/>
                    </a:cubicBezTo>
                    <a:cubicBezTo>
                      <a:pt x="1583" y="2777"/>
                      <a:pt x="1648" y="2743"/>
                      <a:pt x="1688" y="2662"/>
                    </a:cubicBezTo>
                    <a:cubicBezTo>
                      <a:pt x="2215" y="1534"/>
                      <a:pt x="1613" y="256"/>
                      <a:pt x="360" y="5"/>
                    </a:cubicBezTo>
                    <a:cubicBezTo>
                      <a:pt x="345" y="2"/>
                      <a:pt x="331" y="1"/>
                      <a:pt x="31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21"/>
              <p:cNvSpPr/>
              <p:nvPr/>
            </p:nvSpPr>
            <p:spPr>
              <a:xfrm>
                <a:off x="5397400" y="1064175"/>
                <a:ext cx="466825" cy="354750"/>
              </a:xfrm>
              <a:custGeom>
                <a:rect b="b" l="l" r="r" t="t"/>
                <a:pathLst>
                  <a:path extrusionOk="0" h="14190" w="18673">
                    <a:moveTo>
                      <a:pt x="11121" y="1"/>
                    </a:moveTo>
                    <a:cubicBezTo>
                      <a:pt x="11023" y="1"/>
                      <a:pt x="10925" y="6"/>
                      <a:pt x="10828" y="16"/>
                    </a:cubicBezTo>
                    <a:cubicBezTo>
                      <a:pt x="8754" y="221"/>
                      <a:pt x="6306" y="2354"/>
                      <a:pt x="5880" y="4529"/>
                    </a:cubicBezTo>
                    <a:lnTo>
                      <a:pt x="5880" y="4529"/>
                    </a:lnTo>
                    <a:cubicBezTo>
                      <a:pt x="5317" y="3762"/>
                      <a:pt x="4379" y="3333"/>
                      <a:pt x="3439" y="3333"/>
                    </a:cubicBezTo>
                    <a:cubicBezTo>
                      <a:pt x="2981" y="3333"/>
                      <a:pt x="2522" y="3435"/>
                      <a:pt x="2106" y="3650"/>
                    </a:cubicBezTo>
                    <a:cubicBezTo>
                      <a:pt x="427" y="4527"/>
                      <a:pt x="1" y="6683"/>
                      <a:pt x="602" y="8337"/>
                    </a:cubicBezTo>
                    <a:cubicBezTo>
                      <a:pt x="641" y="8424"/>
                      <a:pt x="724" y="8462"/>
                      <a:pt x="807" y="8462"/>
                    </a:cubicBezTo>
                    <a:cubicBezTo>
                      <a:pt x="937" y="8462"/>
                      <a:pt x="1065" y="8365"/>
                      <a:pt x="1003" y="8211"/>
                    </a:cubicBezTo>
                    <a:cubicBezTo>
                      <a:pt x="502" y="6833"/>
                      <a:pt x="727" y="4978"/>
                      <a:pt x="2081" y="4151"/>
                    </a:cubicBezTo>
                    <a:cubicBezTo>
                      <a:pt x="2510" y="3884"/>
                      <a:pt x="2991" y="3758"/>
                      <a:pt x="3466" y="3758"/>
                    </a:cubicBezTo>
                    <a:cubicBezTo>
                      <a:pt x="4463" y="3758"/>
                      <a:pt x="5433" y="4312"/>
                      <a:pt x="5840" y="5279"/>
                    </a:cubicBezTo>
                    <a:cubicBezTo>
                      <a:pt x="5868" y="5352"/>
                      <a:pt x="5928" y="5382"/>
                      <a:pt x="5994" y="5382"/>
                    </a:cubicBezTo>
                    <a:cubicBezTo>
                      <a:pt x="6109" y="5382"/>
                      <a:pt x="6241" y="5290"/>
                      <a:pt x="6241" y="5179"/>
                    </a:cubicBezTo>
                    <a:cubicBezTo>
                      <a:pt x="6216" y="3349"/>
                      <a:pt x="8121" y="1469"/>
                      <a:pt x="9700" y="768"/>
                    </a:cubicBezTo>
                    <a:cubicBezTo>
                      <a:pt x="10188" y="551"/>
                      <a:pt x="10728" y="415"/>
                      <a:pt x="11259" y="415"/>
                    </a:cubicBezTo>
                    <a:cubicBezTo>
                      <a:pt x="11710" y="415"/>
                      <a:pt x="12154" y="513"/>
                      <a:pt x="12557" y="743"/>
                    </a:cubicBezTo>
                    <a:cubicBezTo>
                      <a:pt x="13484" y="1294"/>
                      <a:pt x="13835" y="2497"/>
                      <a:pt x="13259" y="3424"/>
                    </a:cubicBezTo>
                    <a:cubicBezTo>
                      <a:pt x="13155" y="3580"/>
                      <a:pt x="13290" y="3724"/>
                      <a:pt x="13433" y="3724"/>
                    </a:cubicBezTo>
                    <a:cubicBezTo>
                      <a:pt x="13497" y="3724"/>
                      <a:pt x="13563" y="3695"/>
                      <a:pt x="13610" y="3625"/>
                    </a:cubicBezTo>
                    <a:cubicBezTo>
                      <a:pt x="13859" y="3284"/>
                      <a:pt x="14231" y="3135"/>
                      <a:pt x="14612" y="3135"/>
                    </a:cubicBezTo>
                    <a:cubicBezTo>
                      <a:pt x="14960" y="3135"/>
                      <a:pt x="15315" y="3259"/>
                      <a:pt x="15590" y="3474"/>
                    </a:cubicBezTo>
                    <a:cubicBezTo>
                      <a:pt x="16241" y="4001"/>
                      <a:pt x="16342" y="4928"/>
                      <a:pt x="16216" y="5705"/>
                    </a:cubicBezTo>
                    <a:cubicBezTo>
                      <a:pt x="16016" y="6858"/>
                      <a:pt x="15389" y="7886"/>
                      <a:pt x="14662" y="8738"/>
                    </a:cubicBezTo>
                    <a:cubicBezTo>
                      <a:pt x="14537" y="8863"/>
                      <a:pt x="14612" y="9114"/>
                      <a:pt x="14813" y="9114"/>
                    </a:cubicBezTo>
                    <a:cubicBezTo>
                      <a:pt x="15072" y="9088"/>
                      <a:pt x="15355" y="9068"/>
                      <a:pt x="15644" y="9068"/>
                    </a:cubicBezTo>
                    <a:cubicBezTo>
                      <a:pt x="16498" y="9068"/>
                      <a:pt x="17396" y="9248"/>
                      <a:pt x="17845" y="10016"/>
                    </a:cubicBezTo>
                    <a:cubicBezTo>
                      <a:pt x="18472" y="11069"/>
                      <a:pt x="17895" y="12422"/>
                      <a:pt x="16993" y="13074"/>
                    </a:cubicBezTo>
                    <a:cubicBezTo>
                      <a:pt x="16216" y="13623"/>
                      <a:pt x="15340" y="13804"/>
                      <a:pt x="14433" y="13804"/>
                    </a:cubicBezTo>
                    <a:cubicBezTo>
                      <a:pt x="13146" y="13804"/>
                      <a:pt x="11797" y="13440"/>
                      <a:pt x="10577" y="13249"/>
                    </a:cubicBezTo>
                    <a:cubicBezTo>
                      <a:pt x="10562" y="13246"/>
                      <a:pt x="10548" y="13245"/>
                      <a:pt x="10534" y="13245"/>
                    </a:cubicBezTo>
                    <a:cubicBezTo>
                      <a:pt x="10313" y="13245"/>
                      <a:pt x="10217" y="13603"/>
                      <a:pt x="10477" y="13650"/>
                    </a:cubicBezTo>
                    <a:cubicBezTo>
                      <a:pt x="11638" y="13833"/>
                      <a:pt x="13139" y="14190"/>
                      <a:pt x="14544" y="14190"/>
                    </a:cubicBezTo>
                    <a:cubicBezTo>
                      <a:pt x="16019" y="14190"/>
                      <a:pt x="17388" y="13796"/>
                      <a:pt x="18146" y="12397"/>
                    </a:cubicBezTo>
                    <a:cubicBezTo>
                      <a:pt x="18622" y="11545"/>
                      <a:pt x="18672" y="10392"/>
                      <a:pt x="18071" y="9590"/>
                    </a:cubicBezTo>
                    <a:cubicBezTo>
                      <a:pt x="17482" y="8825"/>
                      <a:pt x="16510" y="8658"/>
                      <a:pt x="15574" y="8658"/>
                    </a:cubicBezTo>
                    <a:cubicBezTo>
                      <a:pt x="15470" y="8658"/>
                      <a:pt x="15366" y="8660"/>
                      <a:pt x="15264" y="8664"/>
                    </a:cubicBezTo>
                    <a:lnTo>
                      <a:pt x="15264" y="8664"/>
                    </a:lnTo>
                    <a:cubicBezTo>
                      <a:pt x="16271" y="7344"/>
                      <a:pt x="17215" y="5398"/>
                      <a:pt x="16417" y="3825"/>
                    </a:cubicBezTo>
                    <a:cubicBezTo>
                      <a:pt x="16053" y="3141"/>
                      <a:pt x="15316" y="2727"/>
                      <a:pt x="14605" y="2727"/>
                    </a:cubicBezTo>
                    <a:cubicBezTo>
                      <a:pt x="14373" y="2727"/>
                      <a:pt x="14144" y="2771"/>
                      <a:pt x="13931" y="2864"/>
                    </a:cubicBezTo>
                    <a:lnTo>
                      <a:pt x="13931" y="2864"/>
                    </a:lnTo>
                    <a:cubicBezTo>
                      <a:pt x="14278" y="1313"/>
                      <a:pt x="12723" y="1"/>
                      <a:pt x="111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21"/>
              <p:cNvSpPr/>
              <p:nvPr/>
            </p:nvSpPr>
            <p:spPr>
              <a:xfrm>
                <a:off x="5603300" y="1181250"/>
                <a:ext cx="105525" cy="73850"/>
              </a:xfrm>
              <a:custGeom>
                <a:rect b="b" l="l" r="r" t="t"/>
                <a:pathLst>
                  <a:path extrusionOk="0" h="2954" w="4221">
                    <a:moveTo>
                      <a:pt x="1551" y="0"/>
                    </a:moveTo>
                    <a:cubicBezTo>
                      <a:pt x="892" y="0"/>
                      <a:pt x="317" y="937"/>
                      <a:pt x="85" y="1423"/>
                    </a:cubicBezTo>
                    <a:cubicBezTo>
                      <a:pt x="1" y="1592"/>
                      <a:pt x="133" y="1739"/>
                      <a:pt x="267" y="1739"/>
                    </a:cubicBezTo>
                    <a:cubicBezTo>
                      <a:pt x="331" y="1739"/>
                      <a:pt x="396" y="1705"/>
                      <a:pt x="436" y="1624"/>
                    </a:cubicBezTo>
                    <a:cubicBezTo>
                      <a:pt x="562" y="1348"/>
                      <a:pt x="787" y="872"/>
                      <a:pt x="1088" y="721"/>
                    </a:cubicBezTo>
                    <a:cubicBezTo>
                      <a:pt x="1128" y="701"/>
                      <a:pt x="1179" y="692"/>
                      <a:pt x="1236" y="692"/>
                    </a:cubicBezTo>
                    <a:cubicBezTo>
                      <a:pt x="1469" y="692"/>
                      <a:pt x="1800" y="841"/>
                      <a:pt x="1840" y="1022"/>
                    </a:cubicBezTo>
                    <a:cubicBezTo>
                      <a:pt x="1915" y="1248"/>
                      <a:pt x="1765" y="1599"/>
                      <a:pt x="1689" y="1774"/>
                    </a:cubicBezTo>
                    <a:cubicBezTo>
                      <a:pt x="1640" y="1938"/>
                      <a:pt x="1774" y="2038"/>
                      <a:pt x="1907" y="2038"/>
                    </a:cubicBezTo>
                    <a:cubicBezTo>
                      <a:pt x="1977" y="2038"/>
                      <a:pt x="2047" y="2010"/>
                      <a:pt x="2090" y="1949"/>
                    </a:cubicBezTo>
                    <a:cubicBezTo>
                      <a:pt x="2288" y="1642"/>
                      <a:pt x="2504" y="1489"/>
                      <a:pt x="2841" y="1489"/>
                    </a:cubicBezTo>
                    <a:cubicBezTo>
                      <a:pt x="2889" y="1489"/>
                      <a:pt x="2939" y="1492"/>
                      <a:pt x="2993" y="1498"/>
                    </a:cubicBezTo>
                    <a:cubicBezTo>
                      <a:pt x="3045" y="1484"/>
                      <a:pt x="3093" y="1477"/>
                      <a:pt x="3136" y="1477"/>
                    </a:cubicBezTo>
                    <a:cubicBezTo>
                      <a:pt x="3321" y="1477"/>
                      <a:pt x="3424" y="1605"/>
                      <a:pt x="3444" y="1849"/>
                    </a:cubicBezTo>
                    <a:cubicBezTo>
                      <a:pt x="3694" y="2125"/>
                      <a:pt x="3644" y="2375"/>
                      <a:pt x="3293" y="2551"/>
                    </a:cubicBezTo>
                    <a:cubicBezTo>
                      <a:pt x="3101" y="2679"/>
                      <a:pt x="3237" y="2953"/>
                      <a:pt x="3421" y="2953"/>
                    </a:cubicBezTo>
                    <a:cubicBezTo>
                      <a:pt x="3453" y="2953"/>
                      <a:pt x="3486" y="2945"/>
                      <a:pt x="3519" y="2927"/>
                    </a:cubicBezTo>
                    <a:cubicBezTo>
                      <a:pt x="4121" y="2576"/>
                      <a:pt x="4221" y="1749"/>
                      <a:pt x="3669" y="1298"/>
                    </a:cubicBezTo>
                    <a:cubicBezTo>
                      <a:pt x="3443" y="1098"/>
                      <a:pt x="3193" y="1012"/>
                      <a:pt x="2944" y="1012"/>
                    </a:cubicBezTo>
                    <a:cubicBezTo>
                      <a:pt x="2709" y="1012"/>
                      <a:pt x="2475" y="1088"/>
                      <a:pt x="2262" y="1216"/>
                    </a:cubicBezTo>
                    <a:lnTo>
                      <a:pt x="2262" y="1216"/>
                    </a:lnTo>
                    <a:cubicBezTo>
                      <a:pt x="2316" y="698"/>
                      <a:pt x="2232" y="136"/>
                      <a:pt x="1715" y="20"/>
                    </a:cubicBezTo>
                    <a:cubicBezTo>
                      <a:pt x="1660" y="6"/>
                      <a:pt x="1605" y="0"/>
                      <a:pt x="15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21"/>
              <p:cNvSpPr/>
              <p:nvPr/>
            </p:nvSpPr>
            <p:spPr>
              <a:xfrm>
                <a:off x="5470700" y="1292975"/>
                <a:ext cx="179500" cy="123750"/>
              </a:xfrm>
              <a:custGeom>
                <a:rect b="b" l="l" r="r" t="t"/>
                <a:pathLst>
                  <a:path extrusionOk="0" h="4950" w="7180">
                    <a:moveTo>
                      <a:pt x="5351" y="1"/>
                    </a:moveTo>
                    <a:cubicBezTo>
                      <a:pt x="4518" y="1"/>
                      <a:pt x="3701" y="549"/>
                      <a:pt x="3471" y="1505"/>
                    </a:cubicBezTo>
                    <a:lnTo>
                      <a:pt x="3471" y="1505"/>
                    </a:lnTo>
                    <a:cubicBezTo>
                      <a:pt x="2981" y="1024"/>
                      <a:pt x="2351" y="623"/>
                      <a:pt x="1764" y="623"/>
                    </a:cubicBezTo>
                    <a:cubicBezTo>
                      <a:pt x="1329" y="623"/>
                      <a:pt x="917" y="844"/>
                      <a:pt x="602" y="1415"/>
                    </a:cubicBezTo>
                    <a:cubicBezTo>
                      <a:pt x="126" y="2217"/>
                      <a:pt x="1" y="4598"/>
                      <a:pt x="1129" y="4949"/>
                    </a:cubicBezTo>
                    <a:cubicBezTo>
                      <a:pt x="1204" y="4949"/>
                      <a:pt x="1279" y="4924"/>
                      <a:pt x="1354" y="4874"/>
                    </a:cubicBezTo>
                    <a:cubicBezTo>
                      <a:pt x="1354" y="4849"/>
                      <a:pt x="1379" y="4849"/>
                      <a:pt x="1404" y="4824"/>
                    </a:cubicBezTo>
                    <a:cubicBezTo>
                      <a:pt x="1558" y="4670"/>
                      <a:pt x="1417" y="4457"/>
                      <a:pt x="1252" y="4457"/>
                    </a:cubicBezTo>
                    <a:cubicBezTo>
                      <a:pt x="1202" y="4457"/>
                      <a:pt x="1150" y="4476"/>
                      <a:pt x="1104" y="4523"/>
                    </a:cubicBezTo>
                    <a:cubicBezTo>
                      <a:pt x="1101" y="4526"/>
                      <a:pt x="1097" y="4528"/>
                      <a:pt x="1094" y="4528"/>
                    </a:cubicBezTo>
                    <a:cubicBezTo>
                      <a:pt x="985" y="4528"/>
                      <a:pt x="683" y="3044"/>
                      <a:pt x="678" y="3044"/>
                    </a:cubicBezTo>
                    <a:cubicBezTo>
                      <a:pt x="678" y="3044"/>
                      <a:pt x="678" y="3044"/>
                      <a:pt x="678" y="3044"/>
                    </a:cubicBezTo>
                    <a:cubicBezTo>
                      <a:pt x="678" y="2693"/>
                      <a:pt x="703" y="2292"/>
                      <a:pt x="803" y="1942"/>
                    </a:cubicBezTo>
                    <a:cubicBezTo>
                      <a:pt x="1020" y="1311"/>
                      <a:pt x="1372" y="1079"/>
                      <a:pt x="1761" y="1079"/>
                    </a:cubicBezTo>
                    <a:cubicBezTo>
                      <a:pt x="2362" y="1079"/>
                      <a:pt x="3049" y="1630"/>
                      <a:pt x="3460" y="2117"/>
                    </a:cubicBezTo>
                    <a:cubicBezTo>
                      <a:pt x="3499" y="2164"/>
                      <a:pt x="3548" y="2184"/>
                      <a:pt x="3597" y="2184"/>
                    </a:cubicBezTo>
                    <a:cubicBezTo>
                      <a:pt x="3706" y="2184"/>
                      <a:pt x="3818" y="2087"/>
                      <a:pt x="3836" y="1967"/>
                    </a:cubicBezTo>
                    <a:cubicBezTo>
                      <a:pt x="3865" y="977"/>
                      <a:pt x="4587" y="418"/>
                      <a:pt x="5335" y="418"/>
                    </a:cubicBezTo>
                    <a:cubicBezTo>
                      <a:pt x="5874" y="418"/>
                      <a:pt x="6428" y="710"/>
                      <a:pt x="6743" y="1340"/>
                    </a:cubicBezTo>
                    <a:cubicBezTo>
                      <a:pt x="6782" y="1418"/>
                      <a:pt x="6843" y="1450"/>
                      <a:pt x="6905" y="1450"/>
                    </a:cubicBezTo>
                    <a:cubicBezTo>
                      <a:pt x="7041" y="1450"/>
                      <a:pt x="7180" y="1295"/>
                      <a:pt x="7094" y="1140"/>
                    </a:cubicBezTo>
                    <a:cubicBezTo>
                      <a:pt x="6702" y="356"/>
                      <a:pt x="6022" y="1"/>
                      <a:pt x="53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21"/>
              <p:cNvSpPr/>
              <p:nvPr/>
            </p:nvSpPr>
            <p:spPr>
              <a:xfrm>
                <a:off x="5566975" y="1448900"/>
                <a:ext cx="111675" cy="68125"/>
              </a:xfrm>
              <a:custGeom>
                <a:rect b="b" l="l" r="r" t="t"/>
                <a:pathLst>
                  <a:path extrusionOk="0" h="2725" w="4467">
                    <a:moveTo>
                      <a:pt x="266" y="0"/>
                    </a:moveTo>
                    <a:cubicBezTo>
                      <a:pt x="133" y="0"/>
                      <a:pt x="0" y="147"/>
                      <a:pt x="85" y="316"/>
                    </a:cubicBezTo>
                    <a:cubicBezTo>
                      <a:pt x="586" y="1319"/>
                      <a:pt x="1263" y="2472"/>
                      <a:pt x="2491" y="2697"/>
                    </a:cubicBezTo>
                    <a:cubicBezTo>
                      <a:pt x="2596" y="2716"/>
                      <a:pt x="2700" y="2725"/>
                      <a:pt x="2804" y="2725"/>
                    </a:cubicBezTo>
                    <a:cubicBezTo>
                      <a:pt x="3543" y="2725"/>
                      <a:pt x="4223" y="2266"/>
                      <a:pt x="4421" y="1519"/>
                    </a:cubicBezTo>
                    <a:cubicBezTo>
                      <a:pt x="4466" y="1353"/>
                      <a:pt x="4338" y="1250"/>
                      <a:pt x="4213" y="1250"/>
                    </a:cubicBezTo>
                    <a:cubicBezTo>
                      <a:pt x="4130" y="1250"/>
                      <a:pt x="4049" y="1294"/>
                      <a:pt x="4020" y="1394"/>
                    </a:cubicBezTo>
                    <a:cubicBezTo>
                      <a:pt x="3848" y="2023"/>
                      <a:pt x="3375" y="2277"/>
                      <a:pt x="2861" y="2277"/>
                    </a:cubicBezTo>
                    <a:cubicBezTo>
                      <a:pt x="2473" y="2277"/>
                      <a:pt x="2062" y="2132"/>
                      <a:pt x="1739" y="1895"/>
                    </a:cubicBezTo>
                    <a:cubicBezTo>
                      <a:pt x="1137" y="1444"/>
                      <a:pt x="787" y="767"/>
                      <a:pt x="436" y="116"/>
                    </a:cubicBezTo>
                    <a:cubicBezTo>
                      <a:pt x="395" y="34"/>
                      <a:pt x="331" y="0"/>
                      <a:pt x="2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21"/>
              <p:cNvSpPr/>
              <p:nvPr/>
            </p:nvSpPr>
            <p:spPr>
              <a:xfrm>
                <a:off x="5879800" y="1307600"/>
                <a:ext cx="65875" cy="139600"/>
              </a:xfrm>
              <a:custGeom>
                <a:rect b="b" l="l" r="r" t="t"/>
                <a:pathLst>
                  <a:path extrusionOk="0" h="5584" w="2635">
                    <a:moveTo>
                      <a:pt x="318" y="0"/>
                    </a:moveTo>
                    <a:cubicBezTo>
                      <a:pt x="149" y="0"/>
                      <a:pt x="1" y="216"/>
                      <a:pt x="178" y="354"/>
                    </a:cubicBezTo>
                    <a:cubicBezTo>
                      <a:pt x="880" y="905"/>
                      <a:pt x="1657" y="1507"/>
                      <a:pt x="1983" y="2384"/>
                    </a:cubicBezTo>
                    <a:cubicBezTo>
                      <a:pt x="2434" y="3562"/>
                      <a:pt x="1833" y="4765"/>
                      <a:pt x="655" y="5166"/>
                    </a:cubicBezTo>
                    <a:cubicBezTo>
                      <a:pt x="431" y="5255"/>
                      <a:pt x="486" y="5583"/>
                      <a:pt x="678" y="5583"/>
                    </a:cubicBezTo>
                    <a:cubicBezTo>
                      <a:pt x="702" y="5583"/>
                      <a:pt x="727" y="5578"/>
                      <a:pt x="755" y="5567"/>
                    </a:cubicBezTo>
                    <a:cubicBezTo>
                      <a:pt x="1757" y="5216"/>
                      <a:pt x="2509" y="4389"/>
                      <a:pt x="2559" y="3286"/>
                    </a:cubicBezTo>
                    <a:cubicBezTo>
                      <a:pt x="2635" y="1883"/>
                      <a:pt x="1482" y="855"/>
                      <a:pt x="454" y="53"/>
                    </a:cubicBezTo>
                    <a:cubicBezTo>
                      <a:pt x="411" y="16"/>
                      <a:pt x="364" y="0"/>
                      <a:pt x="3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21"/>
              <p:cNvSpPr/>
              <p:nvPr/>
            </p:nvSpPr>
            <p:spPr>
              <a:xfrm>
                <a:off x="5827850" y="1455550"/>
                <a:ext cx="13825" cy="10675"/>
              </a:xfrm>
              <a:custGeom>
                <a:rect b="b" l="l" r="r" t="t"/>
                <a:pathLst>
                  <a:path extrusionOk="0" h="427" w="553">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21"/>
              <p:cNvSpPr/>
              <p:nvPr/>
            </p:nvSpPr>
            <p:spPr>
              <a:xfrm>
                <a:off x="5788200" y="999825"/>
                <a:ext cx="166250" cy="119675"/>
              </a:xfrm>
              <a:custGeom>
                <a:rect b="b" l="l" r="r" t="t"/>
                <a:pathLst>
                  <a:path extrusionOk="0" h="4787" w="6650">
                    <a:moveTo>
                      <a:pt x="2148" y="1"/>
                    </a:moveTo>
                    <a:cubicBezTo>
                      <a:pt x="1420" y="1"/>
                      <a:pt x="684" y="564"/>
                      <a:pt x="158" y="1036"/>
                    </a:cubicBezTo>
                    <a:cubicBezTo>
                      <a:pt x="0" y="1174"/>
                      <a:pt x="153" y="1390"/>
                      <a:pt x="323" y="1390"/>
                    </a:cubicBezTo>
                    <a:cubicBezTo>
                      <a:pt x="369" y="1390"/>
                      <a:pt x="416" y="1374"/>
                      <a:pt x="459" y="1337"/>
                    </a:cubicBezTo>
                    <a:cubicBezTo>
                      <a:pt x="815" y="1013"/>
                      <a:pt x="1536" y="377"/>
                      <a:pt x="2164" y="377"/>
                    </a:cubicBezTo>
                    <a:cubicBezTo>
                      <a:pt x="2510" y="377"/>
                      <a:pt x="2827" y="569"/>
                      <a:pt x="3040" y="1111"/>
                    </a:cubicBezTo>
                    <a:cubicBezTo>
                      <a:pt x="3216" y="1562"/>
                      <a:pt x="3090" y="2064"/>
                      <a:pt x="2940" y="2490"/>
                    </a:cubicBezTo>
                    <a:cubicBezTo>
                      <a:pt x="2880" y="2609"/>
                      <a:pt x="3011" y="2745"/>
                      <a:pt x="3142" y="2745"/>
                    </a:cubicBezTo>
                    <a:cubicBezTo>
                      <a:pt x="3176" y="2745"/>
                      <a:pt x="3210" y="2736"/>
                      <a:pt x="3241" y="2715"/>
                    </a:cubicBezTo>
                    <a:cubicBezTo>
                      <a:pt x="3572" y="2466"/>
                      <a:pt x="3948" y="2349"/>
                      <a:pt x="4331" y="2349"/>
                    </a:cubicBezTo>
                    <a:cubicBezTo>
                      <a:pt x="4527" y="2349"/>
                      <a:pt x="4725" y="2380"/>
                      <a:pt x="4920" y="2439"/>
                    </a:cubicBezTo>
                    <a:cubicBezTo>
                      <a:pt x="6073" y="2765"/>
                      <a:pt x="5847" y="3718"/>
                      <a:pt x="5221" y="4419"/>
                    </a:cubicBezTo>
                    <a:cubicBezTo>
                      <a:pt x="5086" y="4573"/>
                      <a:pt x="5217" y="4786"/>
                      <a:pt x="5365" y="4786"/>
                    </a:cubicBezTo>
                    <a:cubicBezTo>
                      <a:pt x="5410" y="4786"/>
                      <a:pt x="5456" y="4767"/>
                      <a:pt x="5497" y="4720"/>
                    </a:cubicBezTo>
                    <a:cubicBezTo>
                      <a:pt x="6098" y="4069"/>
                      <a:pt x="6649" y="3166"/>
                      <a:pt x="5847" y="2439"/>
                    </a:cubicBezTo>
                    <a:cubicBezTo>
                      <a:pt x="5473" y="2091"/>
                      <a:pt x="4940" y="1922"/>
                      <a:pt x="4408" y="1922"/>
                    </a:cubicBezTo>
                    <a:cubicBezTo>
                      <a:pt x="4086" y="1922"/>
                      <a:pt x="3764" y="1984"/>
                      <a:pt x="3479" y="2105"/>
                    </a:cubicBezTo>
                    <a:lnTo>
                      <a:pt x="3479" y="2105"/>
                    </a:lnTo>
                    <a:cubicBezTo>
                      <a:pt x="3605" y="1457"/>
                      <a:pt x="3521" y="721"/>
                      <a:pt x="2965" y="284"/>
                    </a:cubicBezTo>
                    <a:cubicBezTo>
                      <a:pt x="2702" y="83"/>
                      <a:pt x="2425" y="1"/>
                      <a:pt x="214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21"/>
              <p:cNvSpPr/>
              <p:nvPr/>
            </p:nvSpPr>
            <p:spPr>
              <a:xfrm>
                <a:off x="5843275" y="1135575"/>
                <a:ext cx="36600" cy="94250"/>
              </a:xfrm>
              <a:custGeom>
                <a:rect b="b" l="l" r="r" t="t"/>
                <a:pathLst>
                  <a:path extrusionOk="0" h="3770" w="1464">
                    <a:moveTo>
                      <a:pt x="301" y="1"/>
                    </a:moveTo>
                    <a:cubicBezTo>
                      <a:pt x="147" y="1"/>
                      <a:pt x="1" y="214"/>
                      <a:pt x="136" y="368"/>
                    </a:cubicBezTo>
                    <a:cubicBezTo>
                      <a:pt x="938" y="1220"/>
                      <a:pt x="1013" y="2498"/>
                      <a:pt x="361" y="3451"/>
                    </a:cubicBezTo>
                    <a:cubicBezTo>
                      <a:pt x="255" y="3610"/>
                      <a:pt x="399" y="3770"/>
                      <a:pt x="546" y="3770"/>
                    </a:cubicBezTo>
                    <a:cubicBezTo>
                      <a:pt x="607" y="3770"/>
                      <a:pt x="668" y="3742"/>
                      <a:pt x="712" y="3676"/>
                    </a:cubicBezTo>
                    <a:cubicBezTo>
                      <a:pt x="1464" y="2548"/>
                      <a:pt x="1339" y="1070"/>
                      <a:pt x="436" y="67"/>
                    </a:cubicBezTo>
                    <a:cubicBezTo>
                      <a:pt x="396" y="21"/>
                      <a:pt x="348" y="1"/>
                      <a:pt x="3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21"/>
              <p:cNvSpPr/>
              <p:nvPr/>
            </p:nvSpPr>
            <p:spPr>
              <a:xfrm>
                <a:off x="5553725" y="1021850"/>
                <a:ext cx="105700" cy="49150"/>
              </a:xfrm>
              <a:custGeom>
                <a:rect b="b" l="l" r="r" t="t"/>
                <a:pathLst>
                  <a:path extrusionOk="0" h="1966" w="4228">
                    <a:moveTo>
                      <a:pt x="3003" y="1"/>
                    </a:moveTo>
                    <a:cubicBezTo>
                      <a:pt x="2551" y="1"/>
                      <a:pt x="2121" y="238"/>
                      <a:pt x="1889" y="671"/>
                    </a:cubicBezTo>
                    <a:lnTo>
                      <a:pt x="1889" y="671"/>
                    </a:lnTo>
                    <a:cubicBezTo>
                      <a:pt x="1718" y="487"/>
                      <a:pt x="1473" y="372"/>
                      <a:pt x="1198" y="372"/>
                    </a:cubicBezTo>
                    <a:cubicBezTo>
                      <a:pt x="1154" y="372"/>
                      <a:pt x="1110" y="375"/>
                      <a:pt x="1066" y="380"/>
                    </a:cubicBezTo>
                    <a:cubicBezTo>
                      <a:pt x="389" y="456"/>
                      <a:pt x="63" y="1157"/>
                      <a:pt x="13" y="1759"/>
                    </a:cubicBezTo>
                    <a:cubicBezTo>
                      <a:pt x="1" y="1897"/>
                      <a:pt x="95" y="1966"/>
                      <a:pt x="195" y="1966"/>
                    </a:cubicBezTo>
                    <a:cubicBezTo>
                      <a:pt x="295" y="1966"/>
                      <a:pt x="402" y="1897"/>
                      <a:pt x="414" y="1759"/>
                    </a:cubicBezTo>
                    <a:cubicBezTo>
                      <a:pt x="439" y="1483"/>
                      <a:pt x="540" y="1208"/>
                      <a:pt x="740" y="982"/>
                    </a:cubicBezTo>
                    <a:cubicBezTo>
                      <a:pt x="961" y="881"/>
                      <a:pt x="1144" y="830"/>
                      <a:pt x="1291" y="830"/>
                    </a:cubicBezTo>
                    <a:cubicBezTo>
                      <a:pt x="1543" y="830"/>
                      <a:pt x="1686" y="981"/>
                      <a:pt x="1718" y="1283"/>
                    </a:cubicBezTo>
                    <a:cubicBezTo>
                      <a:pt x="1730" y="1421"/>
                      <a:pt x="1830" y="1490"/>
                      <a:pt x="1931" y="1490"/>
                    </a:cubicBezTo>
                    <a:cubicBezTo>
                      <a:pt x="2031" y="1490"/>
                      <a:pt x="2131" y="1421"/>
                      <a:pt x="2144" y="1283"/>
                    </a:cubicBezTo>
                    <a:cubicBezTo>
                      <a:pt x="2175" y="733"/>
                      <a:pt x="2581" y="389"/>
                      <a:pt x="3016" y="389"/>
                    </a:cubicBezTo>
                    <a:cubicBezTo>
                      <a:pt x="3274" y="389"/>
                      <a:pt x="3542" y="511"/>
                      <a:pt x="3748" y="782"/>
                    </a:cubicBezTo>
                    <a:cubicBezTo>
                      <a:pt x="3802" y="851"/>
                      <a:pt x="3873" y="880"/>
                      <a:pt x="3941" y="880"/>
                    </a:cubicBezTo>
                    <a:cubicBezTo>
                      <a:pt x="4092" y="880"/>
                      <a:pt x="4227" y="737"/>
                      <a:pt x="4124" y="581"/>
                    </a:cubicBezTo>
                    <a:cubicBezTo>
                      <a:pt x="3814" y="185"/>
                      <a:pt x="3400" y="1"/>
                      <a:pt x="30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21"/>
              <p:cNvSpPr/>
              <p:nvPr/>
            </p:nvSpPr>
            <p:spPr>
              <a:xfrm>
                <a:off x="5653250" y="903900"/>
                <a:ext cx="85650" cy="41775"/>
              </a:xfrm>
              <a:custGeom>
                <a:rect b="b" l="l" r="r" t="t"/>
                <a:pathLst>
                  <a:path extrusionOk="0" h="1671" w="3426">
                    <a:moveTo>
                      <a:pt x="1920" y="1"/>
                    </a:moveTo>
                    <a:cubicBezTo>
                      <a:pt x="1308" y="1"/>
                      <a:pt x="704" y="342"/>
                      <a:pt x="193" y="637"/>
                    </a:cubicBezTo>
                    <a:cubicBezTo>
                      <a:pt x="0" y="766"/>
                      <a:pt x="118" y="1040"/>
                      <a:pt x="297" y="1040"/>
                    </a:cubicBezTo>
                    <a:cubicBezTo>
                      <a:pt x="327" y="1040"/>
                      <a:pt x="360" y="1032"/>
                      <a:pt x="393" y="1013"/>
                    </a:cubicBezTo>
                    <a:cubicBezTo>
                      <a:pt x="794" y="763"/>
                      <a:pt x="1220" y="512"/>
                      <a:pt x="1696" y="437"/>
                    </a:cubicBezTo>
                    <a:cubicBezTo>
                      <a:pt x="1748" y="430"/>
                      <a:pt x="1801" y="427"/>
                      <a:pt x="1854" y="427"/>
                    </a:cubicBezTo>
                    <a:cubicBezTo>
                      <a:pt x="2404" y="427"/>
                      <a:pt x="3034" y="775"/>
                      <a:pt x="2874" y="1414"/>
                    </a:cubicBezTo>
                    <a:cubicBezTo>
                      <a:pt x="2844" y="1565"/>
                      <a:pt x="2977" y="1671"/>
                      <a:pt x="3099" y="1671"/>
                    </a:cubicBezTo>
                    <a:cubicBezTo>
                      <a:pt x="3180" y="1671"/>
                      <a:pt x="3255" y="1624"/>
                      <a:pt x="3275" y="1515"/>
                    </a:cubicBezTo>
                    <a:cubicBezTo>
                      <a:pt x="3426" y="888"/>
                      <a:pt x="3050" y="312"/>
                      <a:pt x="2423" y="86"/>
                    </a:cubicBezTo>
                    <a:cubicBezTo>
                      <a:pt x="2256" y="27"/>
                      <a:pt x="2088" y="1"/>
                      <a:pt x="19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21"/>
              <p:cNvSpPr/>
              <p:nvPr/>
            </p:nvSpPr>
            <p:spPr>
              <a:xfrm>
                <a:off x="5310925" y="1077075"/>
                <a:ext cx="94025" cy="228500"/>
              </a:xfrm>
              <a:custGeom>
                <a:rect b="b" l="l" r="r" t="t"/>
                <a:pathLst>
                  <a:path extrusionOk="0" h="9140" w="3761">
                    <a:moveTo>
                      <a:pt x="3508" y="0"/>
                    </a:moveTo>
                    <a:cubicBezTo>
                      <a:pt x="3500" y="0"/>
                      <a:pt x="3493" y="0"/>
                      <a:pt x="3485" y="1"/>
                    </a:cubicBezTo>
                    <a:cubicBezTo>
                      <a:pt x="1580" y="76"/>
                      <a:pt x="527" y="1730"/>
                      <a:pt x="277" y="3485"/>
                    </a:cubicBezTo>
                    <a:cubicBezTo>
                      <a:pt x="1" y="5515"/>
                      <a:pt x="703" y="7545"/>
                      <a:pt x="2081" y="9074"/>
                    </a:cubicBezTo>
                    <a:cubicBezTo>
                      <a:pt x="2122" y="9120"/>
                      <a:pt x="2168" y="9140"/>
                      <a:pt x="2213" y="9140"/>
                    </a:cubicBezTo>
                    <a:cubicBezTo>
                      <a:pt x="2360" y="9140"/>
                      <a:pt x="2491" y="8927"/>
                      <a:pt x="2357" y="8773"/>
                    </a:cubicBezTo>
                    <a:cubicBezTo>
                      <a:pt x="1279" y="7570"/>
                      <a:pt x="653" y="6066"/>
                      <a:pt x="627" y="4462"/>
                    </a:cubicBezTo>
                    <a:cubicBezTo>
                      <a:pt x="602" y="2658"/>
                      <a:pt x="1430" y="502"/>
                      <a:pt x="3485" y="402"/>
                    </a:cubicBezTo>
                    <a:cubicBezTo>
                      <a:pt x="3752" y="402"/>
                      <a:pt x="3760" y="0"/>
                      <a:pt x="350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21"/>
              <p:cNvSpPr/>
              <p:nvPr/>
            </p:nvSpPr>
            <p:spPr>
              <a:xfrm>
                <a:off x="5379850" y="1325200"/>
                <a:ext cx="13200" cy="10700"/>
              </a:xfrm>
              <a:custGeom>
                <a:rect b="b" l="l" r="r" t="t"/>
                <a:pathLst>
                  <a:path extrusionOk="0" h="428" w="528">
                    <a:moveTo>
                      <a:pt x="277" y="1"/>
                    </a:moveTo>
                    <a:cubicBezTo>
                      <a:pt x="1" y="1"/>
                      <a:pt x="1" y="427"/>
                      <a:pt x="277" y="427"/>
                    </a:cubicBezTo>
                    <a:cubicBezTo>
                      <a:pt x="527" y="427"/>
                      <a:pt x="527"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21"/>
              <p:cNvSpPr/>
              <p:nvPr/>
            </p:nvSpPr>
            <p:spPr>
              <a:xfrm>
                <a:off x="5194400" y="1066875"/>
                <a:ext cx="40050" cy="122525"/>
              </a:xfrm>
              <a:custGeom>
                <a:rect b="b" l="l" r="r" t="t"/>
                <a:pathLst>
                  <a:path extrusionOk="0" h="4901" w="1602">
                    <a:moveTo>
                      <a:pt x="1219" y="0"/>
                    </a:moveTo>
                    <a:cubicBezTo>
                      <a:pt x="704" y="0"/>
                      <a:pt x="465" y="1072"/>
                      <a:pt x="351" y="1437"/>
                    </a:cubicBezTo>
                    <a:cubicBezTo>
                      <a:pt x="25" y="2514"/>
                      <a:pt x="0" y="3642"/>
                      <a:pt x="201" y="4745"/>
                    </a:cubicBezTo>
                    <a:cubicBezTo>
                      <a:pt x="211" y="4855"/>
                      <a:pt x="280" y="4901"/>
                      <a:pt x="359" y="4901"/>
                    </a:cubicBezTo>
                    <a:cubicBezTo>
                      <a:pt x="478" y="4901"/>
                      <a:pt x="617" y="4796"/>
                      <a:pt x="602" y="4645"/>
                    </a:cubicBezTo>
                    <a:cubicBezTo>
                      <a:pt x="476" y="3893"/>
                      <a:pt x="451" y="3141"/>
                      <a:pt x="552" y="2389"/>
                    </a:cubicBezTo>
                    <a:cubicBezTo>
                      <a:pt x="600" y="2194"/>
                      <a:pt x="1006" y="430"/>
                      <a:pt x="1258" y="430"/>
                    </a:cubicBezTo>
                    <a:cubicBezTo>
                      <a:pt x="1265" y="430"/>
                      <a:pt x="1272" y="432"/>
                      <a:pt x="1278" y="434"/>
                    </a:cubicBezTo>
                    <a:cubicBezTo>
                      <a:pt x="1306" y="445"/>
                      <a:pt x="1332" y="450"/>
                      <a:pt x="1355" y="450"/>
                    </a:cubicBezTo>
                    <a:cubicBezTo>
                      <a:pt x="1547" y="450"/>
                      <a:pt x="1602" y="122"/>
                      <a:pt x="1379" y="33"/>
                    </a:cubicBezTo>
                    <a:cubicBezTo>
                      <a:pt x="1323" y="11"/>
                      <a:pt x="1269" y="0"/>
                      <a:pt x="12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21"/>
              <p:cNvSpPr/>
              <p:nvPr/>
            </p:nvSpPr>
            <p:spPr>
              <a:xfrm>
                <a:off x="5189375" y="1255650"/>
                <a:ext cx="13200" cy="10700"/>
              </a:xfrm>
              <a:custGeom>
                <a:rect b="b" l="l" r="r" t="t"/>
                <a:pathLst>
                  <a:path extrusionOk="0" h="428" w="528">
                    <a:moveTo>
                      <a:pt x="276" y="1"/>
                    </a:moveTo>
                    <a:cubicBezTo>
                      <a:pt x="1" y="1"/>
                      <a:pt x="1" y="427"/>
                      <a:pt x="276" y="427"/>
                    </a:cubicBezTo>
                    <a:cubicBezTo>
                      <a:pt x="527" y="427"/>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21"/>
              <p:cNvSpPr/>
              <p:nvPr/>
            </p:nvSpPr>
            <p:spPr>
              <a:xfrm>
                <a:off x="6037450" y="1364725"/>
                <a:ext cx="28525" cy="98575"/>
              </a:xfrm>
              <a:custGeom>
                <a:rect b="b" l="l" r="r" t="t"/>
                <a:pathLst>
                  <a:path extrusionOk="0" h="3943" w="1141">
                    <a:moveTo>
                      <a:pt x="289" y="1"/>
                    </a:moveTo>
                    <a:cubicBezTo>
                      <a:pt x="143" y="1"/>
                      <a:pt x="1" y="151"/>
                      <a:pt x="88" y="325"/>
                    </a:cubicBezTo>
                    <a:cubicBezTo>
                      <a:pt x="664" y="1352"/>
                      <a:pt x="715" y="2555"/>
                      <a:pt x="213" y="3608"/>
                    </a:cubicBezTo>
                    <a:cubicBezTo>
                      <a:pt x="127" y="3781"/>
                      <a:pt x="280" y="3943"/>
                      <a:pt x="416" y="3943"/>
                    </a:cubicBezTo>
                    <a:cubicBezTo>
                      <a:pt x="476" y="3943"/>
                      <a:pt x="533" y="3911"/>
                      <a:pt x="564" y="3834"/>
                    </a:cubicBezTo>
                    <a:cubicBezTo>
                      <a:pt x="1141" y="2605"/>
                      <a:pt x="1090" y="1277"/>
                      <a:pt x="464" y="99"/>
                    </a:cubicBezTo>
                    <a:cubicBezTo>
                      <a:pt x="418" y="30"/>
                      <a:pt x="353" y="1"/>
                      <a:pt x="28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21"/>
              <p:cNvSpPr/>
              <p:nvPr/>
            </p:nvSpPr>
            <p:spPr>
              <a:xfrm>
                <a:off x="5999525" y="1497525"/>
                <a:ext cx="13825" cy="10050"/>
              </a:xfrm>
              <a:custGeom>
                <a:rect b="b" l="l" r="r" t="t"/>
                <a:pathLst>
                  <a:path extrusionOk="0" h="402" w="553">
                    <a:moveTo>
                      <a:pt x="277" y="0"/>
                    </a:moveTo>
                    <a:cubicBezTo>
                      <a:pt x="1" y="0"/>
                      <a:pt x="1" y="401"/>
                      <a:pt x="277" y="401"/>
                    </a:cubicBezTo>
                    <a:cubicBezTo>
                      <a:pt x="552" y="401"/>
                      <a:pt x="552" y="0"/>
                      <a:pt x="2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21"/>
              <p:cNvSpPr/>
              <p:nvPr/>
            </p:nvSpPr>
            <p:spPr>
              <a:xfrm>
                <a:off x="6145550" y="1137650"/>
                <a:ext cx="31950" cy="84375"/>
              </a:xfrm>
              <a:custGeom>
                <a:rect b="b" l="l" r="r" t="t"/>
                <a:pathLst>
                  <a:path extrusionOk="0" h="3375" w="1278">
                    <a:moveTo>
                      <a:pt x="653" y="0"/>
                    </a:moveTo>
                    <a:cubicBezTo>
                      <a:pt x="517" y="0"/>
                      <a:pt x="364" y="162"/>
                      <a:pt x="451" y="335"/>
                    </a:cubicBezTo>
                    <a:cubicBezTo>
                      <a:pt x="852" y="1237"/>
                      <a:pt x="726" y="2265"/>
                      <a:pt x="125" y="3067"/>
                    </a:cubicBezTo>
                    <a:cubicBezTo>
                      <a:pt x="0" y="3227"/>
                      <a:pt x="154" y="3375"/>
                      <a:pt x="307" y="3375"/>
                    </a:cubicBezTo>
                    <a:cubicBezTo>
                      <a:pt x="370" y="3375"/>
                      <a:pt x="432" y="3350"/>
                      <a:pt x="476" y="3292"/>
                    </a:cubicBezTo>
                    <a:cubicBezTo>
                      <a:pt x="1178" y="2365"/>
                      <a:pt x="1278" y="1162"/>
                      <a:pt x="802" y="109"/>
                    </a:cubicBezTo>
                    <a:cubicBezTo>
                      <a:pt x="771" y="32"/>
                      <a:pt x="714" y="0"/>
                      <a:pt x="6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21"/>
              <p:cNvSpPr/>
              <p:nvPr/>
            </p:nvSpPr>
            <p:spPr>
              <a:xfrm>
                <a:off x="3500150" y="631525"/>
                <a:ext cx="1084000" cy="1065050"/>
              </a:xfrm>
              <a:custGeom>
                <a:rect b="b" l="l" r="r" t="t"/>
                <a:pathLst>
                  <a:path extrusionOk="0" h="42602" w="43360">
                    <a:moveTo>
                      <a:pt x="12335" y="1"/>
                    </a:moveTo>
                    <a:cubicBezTo>
                      <a:pt x="10160" y="1"/>
                      <a:pt x="7978" y="1084"/>
                      <a:pt x="6742" y="2886"/>
                    </a:cubicBezTo>
                    <a:cubicBezTo>
                      <a:pt x="6191" y="3688"/>
                      <a:pt x="5840" y="4615"/>
                      <a:pt x="5690" y="5567"/>
                    </a:cubicBezTo>
                    <a:cubicBezTo>
                      <a:pt x="5439" y="7171"/>
                      <a:pt x="5765" y="8901"/>
                      <a:pt x="6667" y="10279"/>
                    </a:cubicBezTo>
                    <a:cubicBezTo>
                      <a:pt x="6260" y="10090"/>
                      <a:pt x="5817" y="10000"/>
                      <a:pt x="5374" y="10000"/>
                    </a:cubicBezTo>
                    <a:cubicBezTo>
                      <a:pt x="4235" y="10000"/>
                      <a:pt x="3091" y="10590"/>
                      <a:pt x="2532" y="11582"/>
                    </a:cubicBezTo>
                    <a:cubicBezTo>
                      <a:pt x="1776" y="12923"/>
                      <a:pt x="2206" y="14810"/>
                      <a:pt x="3430" y="15719"/>
                    </a:cubicBezTo>
                    <a:lnTo>
                      <a:pt x="3430" y="15719"/>
                    </a:lnTo>
                    <a:cubicBezTo>
                      <a:pt x="3174" y="15555"/>
                      <a:pt x="2874" y="15477"/>
                      <a:pt x="2572" y="15477"/>
                    </a:cubicBezTo>
                    <a:cubicBezTo>
                      <a:pt x="2071" y="15477"/>
                      <a:pt x="1566" y="15693"/>
                      <a:pt x="1254" y="16094"/>
                    </a:cubicBezTo>
                    <a:cubicBezTo>
                      <a:pt x="752" y="16796"/>
                      <a:pt x="953" y="17873"/>
                      <a:pt x="1655" y="18349"/>
                    </a:cubicBezTo>
                    <a:cubicBezTo>
                      <a:pt x="477" y="19001"/>
                      <a:pt x="0" y="20555"/>
                      <a:pt x="376" y="21858"/>
                    </a:cubicBezTo>
                    <a:cubicBezTo>
                      <a:pt x="727" y="23136"/>
                      <a:pt x="1755" y="24164"/>
                      <a:pt x="2933" y="24791"/>
                    </a:cubicBezTo>
                    <a:cubicBezTo>
                      <a:pt x="4111" y="25442"/>
                      <a:pt x="5439" y="25743"/>
                      <a:pt x="6742" y="26044"/>
                    </a:cubicBezTo>
                    <a:cubicBezTo>
                      <a:pt x="4838" y="28400"/>
                      <a:pt x="4512" y="31908"/>
                      <a:pt x="5940" y="34565"/>
                    </a:cubicBezTo>
                    <a:cubicBezTo>
                      <a:pt x="7257" y="37037"/>
                      <a:pt x="10000" y="38635"/>
                      <a:pt x="12796" y="38635"/>
                    </a:cubicBezTo>
                    <a:cubicBezTo>
                      <a:pt x="13033" y="38635"/>
                      <a:pt x="13272" y="38624"/>
                      <a:pt x="13509" y="38600"/>
                    </a:cubicBezTo>
                    <a:lnTo>
                      <a:pt x="13509" y="38600"/>
                    </a:lnTo>
                    <a:cubicBezTo>
                      <a:pt x="12657" y="39477"/>
                      <a:pt x="12858" y="41056"/>
                      <a:pt x="13760" y="41883"/>
                    </a:cubicBezTo>
                    <a:cubicBezTo>
                      <a:pt x="14312" y="42374"/>
                      <a:pt x="15051" y="42602"/>
                      <a:pt x="15805" y="42602"/>
                    </a:cubicBezTo>
                    <a:cubicBezTo>
                      <a:pt x="16285" y="42602"/>
                      <a:pt x="16771" y="42510"/>
                      <a:pt x="17219" y="42334"/>
                    </a:cubicBezTo>
                    <a:cubicBezTo>
                      <a:pt x="18346" y="41883"/>
                      <a:pt x="19249" y="40956"/>
                      <a:pt x="19900" y="39928"/>
                    </a:cubicBezTo>
                    <a:cubicBezTo>
                      <a:pt x="21303" y="41418"/>
                      <a:pt x="23353" y="42237"/>
                      <a:pt x="25395" y="42237"/>
                    </a:cubicBezTo>
                    <a:cubicBezTo>
                      <a:pt x="26308" y="42237"/>
                      <a:pt x="27219" y="42074"/>
                      <a:pt x="28071" y="41733"/>
                    </a:cubicBezTo>
                    <a:cubicBezTo>
                      <a:pt x="30652" y="40705"/>
                      <a:pt x="32532" y="38124"/>
                      <a:pt x="32758" y="35342"/>
                    </a:cubicBezTo>
                    <a:cubicBezTo>
                      <a:pt x="35439" y="33738"/>
                      <a:pt x="38021" y="31883"/>
                      <a:pt x="40026" y="29477"/>
                    </a:cubicBezTo>
                    <a:cubicBezTo>
                      <a:pt x="41780" y="27347"/>
                      <a:pt x="43008" y="24715"/>
                      <a:pt x="43184" y="21958"/>
                    </a:cubicBezTo>
                    <a:cubicBezTo>
                      <a:pt x="43359" y="19202"/>
                      <a:pt x="42357" y="16319"/>
                      <a:pt x="40276" y="14515"/>
                    </a:cubicBezTo>
                    <a:cubicBezTo>
                      <a:pt x="38995" y="13431"/>
                      <a:pt x="37295" y="12822"/>
                      <a:pt x="35618" y="12822"/>
                    </a:cubicBezTo>
                    <a:cubicBezTo>
                      <a:pt x="34541" y="12822"/>
                      <a:pt x="33473" y="13073"/>
                      <a:pt x="32532" y="13613"/>
                    </a:cubicBezTo>
                    <a:cubicBezTo>
                      <a:pt x="33635" y="12911"/>
                      <a:pt x="33935" y="11257"/>
                      <a:pt x="33159" y="10204"/>
                    </a:cubicBezTo>
                    <a:cubicBezTo>
                      <a:pt x="32722" y="9608"/>
                      <a:pt x="31973" y="9290"/>
                      <a:pt x="31231" y="9290"/>
                    </a:cubicBezTo>
                    <a:cubicBezTo>
                      <a:pt x="30694" y="9290"/>
                      <a:pt x="30160" y="9456"/>
                      <a:pt x="29750" y="9803"/>
                    </a:cubicBezTo>
                    <a:cubicBezTo>
                      <a:pt x="31304" y="8374"/>
                      <a:pt x="31279" y="5693"/>
                      <a:pt x="29925" y="4064"/>
                    </a:cubicBezTo>
                    <a:cubicBezTo>
                      <a:pt x="28848" y="2766"/>
                      <a:pt x="27150" y="2136"/>
                      <a:pt x="25452" y="2136"/>
                    </a:cubicBezTo>
                    <a:cubicBezTo>
                      <a:pt x="25018" y="2136"/>
                      <a:pt x="24584" y="2177"/>
                      <a:pt x="24161" y="2259"/>
                    </a:cubicBezTo>
                    <a:cubicBezTo>
                      <a:pt x="22081" y="2635"/>
                      <a:pt x="20251" y="3913"/>
                      <a:pt x="18772" y="5417"/>
                    </a:cubicBezTo>
                    <a:cubicBezTo>
                      <a:pt x="18296" y="2836"/>
                      <a:pt x="16166" y="680"/>
                      <a:pt x="13610" y="129"/>
                    </a:cubicBezTo>
                    <a:cubicBezTo>
                      <a:pt x="13190" y="42"/>
                      <a:pt x="12763" y="1"/>
                      <a:pt x="123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21"/>
              <p:cNvSpPr/>
              <p:nvPr/>
            </p:nvSpPr>
            <p:spPr>
              <a:xfrm>
                <a:off x="3493025" y="626425"/>
                <a:ext cx="1103650" cy="1075900"/>
              </a:xfrm>
              <a:custGeom>
                <a:rect b="b" l="l" r="r" t="t"/>
                <a:pathLst>
                  <a:path extrusionOk="0" h="43036" w="44146">
                    <a:moveTo>
                      <a:pt x="12590" y="403"/>
                    </a:moveTo>
                    <a:cubicBezTo>
                      <a:pt x="12673" y="403"/>
                      <a:pt x="12757" y="405"/>
                      <a:pt x="12842" y="408"/>
                    </a:cubicBezTo>
                    <a:cubicBezTo>
                      <a:pt x="15799" y="533"/>
                      <a:pt x="18255" y="2839"/>
                      <a:pt x="18857" y="5671"/>
                    </a:cubicBezTo>
                    <a:cubicBezTo>
                      <a:pt x="18889" y="5768"/>
                      <a:pt x="18984" y="5824"/>
                      <a:pt x="19075" y="5824"/>
                    </a:cubicBezTo>
                    <a:cubicBezTo>
                      <a:pt x="19124" y="5824"/>
                      <a:pt x="19172" y="5807"/>
                      <a:pt x="19208" y="5771"/>
                    </a:cubicBezTo>
                    <a:cubicBezTo>
                      <a:pt x="20967" y="4012"/>
                      <a:pt x="23265" y="2546"/>
                      <a:pt x="25746" y="2546"/>
                    </a:cubicBezTo>
                    <a:cubicBezTo>
                      <a:pt x="26340" y="2546"/>
                      <a:pt x="26944" y="2630"/>
                      <a:pt x="27554" y="2814"/>
                    </a:cubicBezTo>
                    <a:cubicBezTo>
                      <a:pt x="30486" y="3666"/>
                      <a:pt x="32341" y="7426"/>
                      <a:pt x="29885" y="9857"/>
                    </a:cubicBezTo>
                    <a:cubicBezTo>
                      <a:pt x="29741" y="9980"/>
                      <a:pt x="29867" y="10221"/>
                      <a:pt x="30027" y="10221"/>
                    </a:cubicBezTo>
                    <a:cubicBezTo>
                      <a:pt x="30062" y="10221"/>
                      <a:pt x="30099" y="10210"/>
                      <a:pt x="30135" y="10182"/>
                    </a:cubicBezTo>
                    <a:cubicBezTo>
                      <a:pt x="30150" y="10172"/>
                      <a:pt x="30165" y="10161"/>
                      <a:pt x="30180" y="10150"/>
                    </a:cubicBezTo>
                    <a:lnTo>
                      <a:pt x="30180" y="10150"/>
                    </a:lnTo>
                    <a:cubicBezTo>
                      <a:pt x="30182" y="10153"/>
                      <a:pt x="30183" y="10155"/>
                      <a:pt x="30185" y="10157"/>
                    </a:cubicBezTo>
                    <a:cubicBezTo>
                      <a:pt x="30197" y="10146"/>
                      <a:pt x="30209" y="10134"/>
                      <a:pt x="30221" y="10122"/>
                    </a:cubicBezTo>
                    <a:lnTo>
                      <a:pt x="30221" y="10122"/>
                    </a:lnTo>
                    <a:cubicBezTo>
                      <a:pt x="30614" y="9857"/>
                      <a:pt x="31087" y="9716"/>
                      <a:pt x="31558" y="9716"/>
                    </a:cubicBezTo>
                    <a:cubicBezTo>
                      <a:pt x="32137" y="9716"/>
                      <a:pt x="32715" y="9928"/>
                      <a:pt x="33143" y="10383"/>
                    </a:cubicBezTo>
                    <a:cubicBezTo>
                      <a:pt x="34020" y="11310"/>
                      <a:pt x="33719" y="12889"/>
                      <a:pt x="32717" y="13616"/>
                    </a:cubicBezTo>
                    <a:cubicBezTo>
                      <a:pt x="32547" y="13764"/>
                      <a:pt x="32646" y="14020"/>
                      <a:pt x="32832" y="14020"/>
                    </a:cubicBezTo>
                    <a:cubicBezTo>
                      <a:pt x="32866" y="14020"/>
                      <a:pt x="32903" y="14011"/>
                      <a:pt x="32942" y="13992"/>
                    </a:cubicBezTo>
                    <a:cubicBezTo>
                      <a:pt x="33884" y="13483"/>
                      <a:pt x="34898" y="13248"/>
                      <a:pt x="35905" y="13248"/>
                    </a:cubicBezTo>
                    <a:cubicBezTo>
                      <a:pt x="38221" y="13248"/>
                      <a:pt x="40505" y="14490"/>
                      <a:pt x="41815" y="16498"/>
                    </a:cubicBezTo>
                    <a:cubicBezTo>
                      <a:pt x="43744" y="19406"/>
                      <a:pt x="43619" y="23115"/>
                      <a:pt x="42241" y="26198"/>
                    </a:cubicBezTo>
                    <a:cubicBezTo>
                      <a:pt x="40787" y="29456"/>
                      <a:pt x="38105" y="31937"/>
                      <a:pt x="35223" y="33917"/>
                    </a:cubicBezTo>
                    <a:cubicBezTo>
                      <a:pt x="34571" y="34343"/>
                      <a:pt x="33895" y="34769"/>
                      <a:pt x="33243" y="35170"/>
                    </a:cubicBezTo>
                    <a:cubicBezTo>
                      <a:pt x="32667" y="35546"/>
                      <a:pt x="32842" y="35797"/>
                      <a:pt x="32692" y="36523"/>
                    </a:cubicBezTo>
                    <a:cubicBezTo>
                      <a:pt x="32341" y="38027"/>
                      <a:pt x="31514" y="39431"/>
                      <a:pt x="30336" y="40458"/>
                    </a:cubicBezTo>
                    <a:cubicBezTo>
                      <a:pt x="29004" y="41639"/>
                      <a:pt x="27341" y="42205"/>
                      <a:pt x="25672" y="42205"/>
                    </a:cubicBezTo>
                    <a:cubicBezTo>
                      <a:pt x="23729" y="42205"/>
                      <a:pt x="21778" y="41438"/>
                      <a:pt x="20336" y="39982"/>
                    </a:cubicBezTo>
                    <a:cubicBezTo>
                      <a:pt x="20294" y="39940"/>
                      <a:pt x="20243" y="39920"/>
                      <a:pt x="20193" y="39920"/>
                    </a:cubicBezTo>
                    <a:cubicBezTo>
                      <a:pt x="20123" y="39920"/>
                      <a:pt x="20054" y="39959"/>
                      <a:pt x="20010" y="40032"/>
                    </a:cubicBezTo>
                    <a:cubicBezTo>
                      <a:pt x="19133" y="41361"/>
                      <a:pt x="17854" y="42589"/>
                      <a:pt x="16150" y="42614"/>
                    </a:cubicBezTo>
                    <a:cubicBezTo>
                      <a:pt x="14321" y="42614"/>
                      <a:pt x="12516" y="40634"/>
                      <a:pt x="13920" y="38955"/>
                    </a:cubicBezTo>
                    <a:cubicBezTo>
                      <a:pt x="14039" y="38835"/>
                      <a:pt x="13976" y="38602"/>
                      <a:pt x="13818" y="38602"/>
                    </a:cubicBezTo>
                    <a:cubicBezTo>
                      <a:pt x="13811" y="38602"/>
                      <a:pt x="13803" y="38602"/>
                      <a:pt x="13794" y="38604"/>
                    </a:cubicBezTo>
                    <a:cubicBezTo>
                      <a:pt x="13611" y="38616"/>
                      <a:pt x="13428" y="38623"/>
                      <a:pt x="13245" y="38623"/>
                    </a:cubicBezTo>
                    <a:cubicBezTo>
                      <a:pt x="10570" y="38623"/>
                      <a:pt x="7935" y="37267"/>
                      <a:pt x="6551" y="34944"/>
                    </a:cubicBezTo>
                    <a:cubicBezTo>
                      <a:pt x="4972" y="32288"/>
                      <a:pt x="5298" y="28829"/>
                      <a:pt x="7178" y="26398"/>
                    </a:cubicBezTo>
                    <a:cubicBezTo>
                      <a:pt x="7253" y="26298"/>
                      <a:pt x="7253" y="26097"/>
                      <a:pt x="7077" y="26047"/>
                    </a:cubicBezTo>
                    <a:cubicBezTo>
                      <a:pt x="5223" y="25621"/>
                      <a:pt x="3243" y="25170"/>
                      <a:pt x="1889" y="23741"/>
                    </a:cubicBezTo>
                    <a:cubicBezTo>
                      <a:pt x="536" y="22338"/>
                      <a:pt x="185" y="19882"/>
                      <a:pt x="2065" y="18754"/>
                    </a:cubicBezTo>
                    <a:cubicBezTo>
                      <a:pt x="2165" y="18679"/>
                      <a:pt x="2215" y="18503"/>
                      <a:pt x="2090" y="18403"/>
                    </a:cubicBezTo>
                    <a:cubicBezTo>
                      <a:pt x="930" y="17467"/>
                      <a:pt x="1703" y="15921"/>
                      <a:pt x="2866" y="15921"/>
                    </a:cubicBezTo>
                    <a:cubicBezTo>
                      <a:pt x="3135" y="15921"/>
                      <a:pt x="3426" y="16004"/>
                      <a:pt x="3719" y="16197"/>
                    </a:cubicBezTo>
                    <a:cubicBezTo>
                      <a:pt x="3755" y="16222"/>
                      <a:pt x="3791" y="16232"/>
                      <a:pt x="3825" y="16232"/>
                    </a:cubicBezTo>
                    <a:cubicBezTo>
                      <a:pt x="3998" y="16232"/>
                      <a:pt x="4109" y="15948"/>
                      <a:pt x="3920" y="15822"/>
                    </a:cubicBezTo>
                    <a:cubicBezTo>
                      <a:pt x="2666" y="14894"/>
                      <a:pt x="2215" y="13040"/>
                      <a:pt x="3143" y="11686"/>
                    </a:cubicBezTo>
                    <a:cubicBezTo>
                      <a:pt x="3715" y="10854"/>
                      <a:pt x="4659" y="10430"/>
                      <a:pt x="5618" y="10430"/>
                    </a:cubicBezTo>
                    <a:cubicBezTo>
                      <a:pt x="6045" y="10430"/>
                      <a:pt x="6475" y="10514"/>
                      <a:pt x="6877" y="10684"/>
                    </a:cubicBezTo>
                    <a:cubicBezTo>
                      <a:pt x="6899" y="10693"/>
                      <a:pt x="6921" y="10697"/>
                      <a:pt x="6942" y="10697"/>
                    </a:cubicBezTo>
                    <a:cubicBezTo>
                      <a:pt x="7087" y="10697"/>
                      <a:pt x="7193" y="10492"/>
                      <a:pt x="7128" y="10383"/>
                    </a:cubicBezTo>
                    <a:cubicBezTo>
                      <a:pt x="6250" y="8954"/>
                      <a:pt x="5975" y="7400"/>
                      <a:pt x="6200" y="5771"/>
                    </a:cubicBezTo>
                    <a:cubicBezTo>
                      <a:pt x="6202" y="5748"/>
                      <a:pt x="6201" y="5727"/>
                      <a:pt x="6198" y="5708"/>
                    </a:cubicBezTo>
                    <a:lnTo>
                      <a:pt x="6198" y="5708"/>
                    </a:lnTo>
                    <a:cubicBezTo>
                      <a:pt x="6826" y="2640"/>
                      <a:pt x="9456" y="403"/>
                      <a:pt x="12590" y="403"/>
                    </a:cubicBezTo>
                    <a:close/>
                    <a:moveTo>
                      <a:pt x="12544" y="0"/>
                    </a:moveTo>
                    <a:cubicBezTo>
                      <a:pt x="9213" y="0"/>
                      <a:pt x="6383" y="2435"/>
                      <a:pt x="5774" y="5721"/>
                    </a:cubicBezTo>
                    <a:cubicBezTo>
                      <a:pt x="5769" y="5745"/>
                      <a:pt x="5769" y="5767"/>
                      <a:pt x="5772" y="5788"/>
                    </a:cubicBezTo>
                    <a:lnTo>
                      <a:pt x="5772" y="5788"/>
                    </a:lnTo>
                    <a:cubicBezTo>
                      <a:pt x="5574" y="7311"/>
                      <a:pt x="5816" y="8773"/>
                      <a:pt x="6498" y="10121"/>
                    </a:cubicBezTo>
                    <a:lnTo>
                      <a:pt x="6498" y="10121"/>
                    </a:lnTo>
                    <a:cubicBezTo>
                      <a:pt x="6222" y="10056"/>
                      <a:pt x="5939" y="10023"/>
                      <a:pt x="5658" y="10023"/>
                    </a:cubicBezTo>
                    <a:cubicBezTo>
                      <a:pt x="4410" y="10023"/>
                      <a:pt x="3178" y="10656"/>
                      <a:pt x="2591" y="11812"/>
                    </a:cubicBezTo>
                    <a:cubicBezTo>
                      <a:pt x="1972" y="13030"/>
                      <a:pt x="2213" y="14456"/>
                      <a:pt x="3009" y="15492"/>
                    </a:cubicBezTo>
                    <a:lnTo>
                      <a:pt x="3009" y="15492"/>
                    </a:lnTo>
                    <a:cubicBezTo>
                      <a:pt x="2961" y="15488"/>
                      <a:pt x="2913" y="15486"/>
                      <a:pt x="2866" y="15486"/>
                    </a:cubicBezTo>
                    <a:cubicBezTo>
                      <a:pt x="1438" y="15486"/>
                      <a:pt x="420" y="17311"/>
                      <a:pt x="1619" y="18527"/>
                    </a:cubicBezTo>
                    <a:lnTo>
                      <a:pt x="1619" y="18527"/>
                    </a:lnTo>
                    <a:cubicBezTo>
                      <a:pt x="234" y="19556"/>
                      <a:pt x="1" y="21512"/>
                      <a:pt x="812" y="23015"/>
                    </a:cubicBezTo>
                    <a:cubicBezTo>
                      <a:pt x="1985" y="25146"/>
                      <a:pt x="4441" y="25859"/>
                      <a:pt x="6669" y="26377"/>
                    </a:cubicBezTo>
                    <a:lnTo>
                      <a:pt x="6669" y="26377"/>
                    </a:lnTo>
                    <a:cubicBezTo>
                      <a:pt x="4920" y="28838"/>
                      <a:pt x="4602" y="32191"/>
                      <a:pt x="6050" y="34894"/>
                    </a:cubicBezTo>
                    <a:cubicBezTo>
                      <a:pt x="7427" y="37463"/>
                      <a:pt x="10262" y="39030"/>
                      <a:pt x="13156" y="39030"/>
                    </a:cubicBezTo>
                    <a:cubicBezTo>
                      <a:pt x="13231" y="39030"/>
                      <a:pt x="13306" y="39029"/>
                      <a:pt x="13381" y="39027"/>
                    </a:cubicBezTo>
                    <a:lnTo>
                      <a:pt x="13381" y="39027"/>
                    </a:lnTo>
                    <a:cubicBezTo>
                      <a:pt x="12574" y="40426"/>
                      <a:pt x="13336" y="42240"/>
                      <a:pt x="14897" y="42814"/>
                    </a:cubicBezTo>
                    <a:cubicBezTo>
                      <a:pt x="15313" y="42967"/>
                      <a:pt x="15721" y="43036"/>
                      <a:pt x="16117" y="43036"/>
                    </a:cubicBezTo>
                    <a:cubicBezTo>
                      <a:pt x="17783" y="43036"/>
                      <a:pt x="19244" y="41818"/>
                      <a:pt x="20209" y="40454"/>
                    </a:cubicBezTo>
                    <a:lnTo>
                      <a:pt x="20209" y="40454"/>
                    </a:lnTo>
                    <a:cubicBezTo>
                      <a:pt x="21691" y="41861"/>
                      <a:pt x="23696" y="42656"/>
                      <a:pt x="25710" y="42656"/>
                    </a:cubicBezTo>
                    <a:cubicBezTo>
                      <a:pt x="26737" y="42656"/>
                      <a:pt x="27767" y="42449"/>
                      <a:pt x="28732" y="42012"/>
                    </a:cubicBezTo>
                    <a:cubicBezTo>
                      <a:pt x="30210" y="41335"/>
                      <a:pt x="31464" y="40158"/>
                      <a:pt x="32241" y="38754"/>
                    </a:cubicBezTo>
                    <a:cubicBezTo>
                      <a:pt x="32616" y="38127"/>
                      <a:pt x="32867" y="37476"/>
                      <a:pt x="33043" y="36774"/>
                    </a:cubicBezTo>
                    <a:cubicBezTo>
                      <a:pt x="33118" y="36523"/>
                      <a:pt x="33118" y="36072"/>
                      <a:pt x="33218" y="35847"/>
                    </a:cubicBezTo>
                    <a:cubicBezTo>
                      <a:pt x="33444" y="35371"/>
                      <a:pt x="34246" y="35045"/>
                      <a:pt x="34672" y="34769"/>
                    </a:cubicBezTo>
                    <a:cubicBezTo>
                      <a:pt x="37955" y="32639"/>
                      <a:pt x="41063" y="29932"/>
                      <a:pt x="42667" y="26273"/>
                    </a:cubicBezTo>
                    <a:cubicBezTo>
                      <a:pt x="44045" y="23065"/>
                      <a:pt x="44145" y="19280"/>
                      <a:pt x="42190" y="16298"/>
                    </a:cubicBezTo>
                    <a:cubicBezTo>
                      <a:pt x="40778" y="14136"/>
                      <a:pt x="38360" y="12823"/>
                      <a:pt x="35896" y="12823"/>
                    </a:cubicBezTo>
                    <a:cubicBezTo>
                      <a:pt x="35145" y="12823"/>
                      <a:pt x="34390" y="12945"/>
                      <a:pt x="33658" y="13202"/>
                    </a:cubicBezTo>
                    <a:lnTo>
                      <a:pt x="33658" y="13202"/>
                    </a:lnTo>
                    <a:cubicBezTo>
                      <a:pt x="34190" y="12336"/>
                      <a:pt x="34268" y="11198"/>
                      <a:pt x="33619" y="10308"/>
                    </a:cubicBezTo>
                    <a:cubicBezTo>
                      <a:pt x="33129" y="9630"/>
                      <a:pt x="32357" y="9301"/>
                      <a:pt x="31574" y="9301"/>
                    </a:cubicBezTo>
                    <a:cubicBezTo>
                      <a:pt x="31310" y="9301"/>
                      <a:pt x="31044" y="9338"/>
                      <a:pt x="30788" y="9413"/>
                    </a:cubicBezTo>
                    <a:lnTo>
                      <a:pt x="30788" y="9413"/>
                    </a:lnTo>
                    <a:cubicBezTo>
                      <a:pt x="32256" y="7104"/>
                      <a:pt x="31033" y="3910"/>
                      <a:pt x="28556" y="2739"/>
                    </a:cubicBezTo>
                    <a:cubicBezTo>
                      <a:pt x="27650" y="2315"/>
                      <a:pt x="26732" y="2129"/>
                      <a:pt x="25825" y="2129"/>
                    </a:cubicBezTo>
                    <a:cubicBezTo>
                      <a:pt x="23368" y="2129"/>
                      <a:pt x="20996" y="3496"/>
                      <a:pt x="19174" y="5213"/>
                    </a:cubicBezTo>
                    <a:lnTo>
                      <a:pt x="19174" y="5213"/>
                    </a:lnTo>
                    <a:cubicBezTo>
                      <a:pt x="18422" y="2351"/>
                      <a:pt x="15874" y="127"/>
                      <a:pt x="12842" y="7"/>
                    </a:cubicBezTo>
                    <a:cubicBezTo>
                      <a:pt x="12742" y="3"/>
                      <a:pt x="12643" y="0"/>
                      <a:pt x="125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21"/>
              <p:cNvSpPr/>
              <p:nvPr/>
            </p:nvSpPr>
            <p:spPr>
              <a:xfrm>
                <a:off x="3956400" y="809950"/>
                <a:ext cx="526225" cy="316800"/>
              </a:xfrm>
              <a:custGeom>
                <a:rect b="b" l="l" r="r" t="t"/>
                <a:pathLst>
                  <a:path extrusionOk="0" h="12672" w="21049">
                    <a:moveTo>
                      <a:pt x="4522" y="1"/>
                    </a:moveTo>
                    <a:cubicBezTo>
                      <a:pt x="2494" y="1"/>
                      <a:pt x="458" y="2018"/>
                      <a:pt x="46" y="3869"/>
                    </a:cubicBezTo>
                    <a:cubicBezTo>
                      <a:pt x="1" y="4035"/>
                      <a:pt x="138" y="4138"/>
                      <a:pt x="265" y="4138"/>
                    </a:cubicBezTo>
                    <a:cubicBezTo>
                      <a:pt x="348" y="4138"/>
                      <a:pt x="427" y="4094"/>
                      <a:pt x="447" y="3994"/>
                    </a:cubicBezTo>
                    <a:cubicBezTo>
                      <a:pt x="834" y="2280"/>
                      <a:pt x="2661" y="427"/>
                      <a:pt x="4520" y="427"/>
                    </a:cubicBezTo>
                    <a:cubicBezTo>
                      <a:pt x="4591" y="427"/>
                      <a:pt x="4662" y="430"/>
                      <a:pt x="4733" y="435"/>
                    </a:cubicBezTo>
                    <a:cubicBezTo>
                      <a:pt x="7139" y="586"/>
                      <a:pt x="7415" y="3418"/>
                      <a:pt x="6813" y="5197"/>
                    </a:cubicBezTo>
                    <a:cubicBezTo>
                      <a:pt x="6769" y="5308"/>
                      <a:pt x="6880" y="5457"/>
                      <a:pt x="7010" y="5457"/>
                    </a:cubicBezTo>
                    <a:cubicBezTo>
                      <a:pt x="7028" y="5457"/>
                      <a:pt x="7046" y="5454"/>
                      <a:pt x="7064" y="5448"/>
                    </a:cubicBezTo>
                    <a:cubicBezTo>
                      <a:pt x="7704" y="5235"/>
                      <a:pt x="8446" y="4984"/>
                      <a:pt x="9161" y="4984"/>
                    </a:cubicBezTo>
                    <a:cubicBezTo>
                      <a:pt x="9621" y="4984"/>
                      <a:pt x="10070" y="5088"/>
                      <a:pt x="10472" y="5373"/>
                    </a:cubicBezTo>
                    <a:cubicBezTo>
                      <a:pt x="11851" y="6325"/>
                      <a:pt x="10898" y="8004"/>
                      <a:pt x="10247" y="9057"/>
                    </a:cubicBezTo>
                    <a:cubicBezTo>
                      <a:pt x="10151" y="9210"/>
                      <a:pt x="10304" y="9392"/>
                      <a:pt x="10448" y="9392"/>
                    </a:cubicBezTo>
                    <a:cubicBezTo>
                      <a:pt x="10493" y="9392"/>
                      <a:pt x="10537" y="9374"/>
                      <a:pt x="10573" y="9333"/>
                    </a:cubicBezTo>
                    <a:cubicBezTo>
                      <a:pt x="11037" y="8820"/>
                      <a:pt x="11620" y="8354"/>
                      <a:pt x="12345" y="8354"/>
                    </a:cubicBezTo>
                    <a:cubicBezTo>
                      <a:pt x="12364" y="8354"/>
                      <a:pt x="12383" y="8355"/>
                      <a:pt x="12402" y="8355"/>
                    </a:cubicBezTo>
                    <a:cubicBezTo>
                      <a:pt x="13305" y="8405"/>
                      <a:pt x="13956" y="9232"/>
                      <a:pt x="13630" y="10110"/>
                    </a:cubicBezTo>
                    <a:cubicBezTo>
                      <a:pt x="13576" y="10255"/>
                      <a:pt x="13705" y="10360"/>
                      <a:pt x="13838" y="10360"/>
                    </a:cubicBezTo>
                    <a:cubicBezTo>
                      <a:pt x="13888" y="10360"/>
                      <a:pt x="13940" y="10345"/>
                      <a:pt x="13981" y="10310"/>
                    </a:cubicBezTo>
                    <a:cubicBezTo>
                      <a:pt x="14827" y="9464"/>
                      <a:pt x="15967" y="8865"/>
                      <a:pt x="17158" y="8865"/>
                    </a:cubicBezTo>
                    <a:cubicBezTo>
                      <a:pt x="17483" y="8865"/>
                      <a:pt x="17813" y="8910"/>
                      <a:pt x="18142" y="9007"/>
                    </a:cubicBezTo>
                    <a:cubicBezTo>
                      <a:pt x="19595" y="9408"/>
                      <a:pt x="20623" y="10912"/>
                      <a:pt x="20372" y="12415"/>
                    </a:cubicBezTo>
                    <a:cubicBezTo>
                      <a:pt x="20357" y="12566"/>
                      <a:pt x="20496" y="12672"/>
                      <a:pt x="20615" y="12672"/>
                    </a:cubicBezTo>
                    <a:cubicBezTo>
                      <a:pt x="20694" y="12672"/>
                      <a:pt x="20763" y="12625"/>
                      <a:pt x="20773" y="12516"/>
                    </a:cubicBezTo>
                    <a:cubicBezTo>
                      <a:pt x="21049" y="10912"/>
                      <a:pt x="20097" y="9308"/>
                      <a:pt x="18568" y="8706"/>
                    </a:cubicBezTo>
                    <a:cubicBezTo>
                      <a:pt x="18114" y="8528"/>
                      <a:pt x="17649" y="8447"/>
                      <a:pt x="17188" y="8447"/>
                    </a:cubicBezTo>
                    <a:cubicBezTo>
                      <a:pt x="16092" y="8447"/>
                      <a:pt x="15014" y="8904"/>
                      <a:pt x="14138" y="9605"/>
                    </a:cubicBezTo>
                    <a:lnTo>
                      <a:pt x="14138" y="9605"/>
                    </a:lnTo>
                    <a:cubicBezTo>
                      <a:pt x="14124" y="8953"/>
                      <a:pt x="13711" y="8348"/>
                      <a:pt x="13079" y="8080"/>
                    </a:cubicBezTo>
                    <a:cubicBezTo>
                      <a:pt x="12848" y="7984"/>
                      <a:pt x="12615" y="7941"/>
                      <a:pt x="12384" y="7941"/>
                    </a:cubicBezTo>
                    <a:cubicBezTo>
                      <a:pt x="11953" y="7941"/>
                      <a:pt x="11531" y="8089"/>
                      <a:pt x="11148" y="8317"/>
                    </a:cubicBezTo>
                    <a:lnTo>
                      <a:pt x="11148" y="8317"/>
                    </a:lnTo>
                    <a:cubicBezTo>
                      <a:pt x="11610" y="7366"/>
                      <a:pt x="11860" y="6281"/>
                      <a:pt x="11124" y="5398"/>
                    </a:cubicBezTo>
                    <a:cubicBezTo>
                      <a:pt x="10625" y="4789"/>
                      <a:pt x="9937" y="4583"/>
                      <a:pt x="9212" y="4583"/>
                    </a:cubicBezTo>
                    <a:cubicBezTo>
                      <a:pt x="8578" y="4583"/>
                      <a:pt x="7916" y="4741"/>
                      <a:pt x="7328" y="4926"/>
                    </a:cubicBezTo>
                    <a:lnTo>
                      <a:pt x="7328" y="4926"/>
                    </a:lnTo>
                    <a:cubicBezTo>
                      <a:pt x="7840" y="3005"/>
                      <a:pt x="7390" y="506"/>
                      <a:pt x="5109" y="59"/>
                    </a:cubicBezTo>
                    <a:cubicBezTo>
                      <a:pt x="4914" y="20"/>
                      <a:pt x="4718" y="1"/>
                      <a:pt x="4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21"/>
              <p:cNvSpPr/>
              <p:nvPr/>
            </p:nvSpPr>
            <p:spPr>
              <a:xfrm>
                <a:off x="3610175" y="732300"/>
                <a:ext cx="300875" cy="732350"/>
              </a:xfrm>
              <a:custGeom>
                <a:rect b="b" l="l" r="r" t="t"/>
                <a:pathLst>
                  <a:path extrusionOk="0" h="29294" w="12035">
                    <a:moveTo>
                      <a:pt x="8133" y="0"/>
                    </a:moveTo>
                    <a:cubicBezTo>
                      <a:pt x="7607" y="0"/>
                      <a:pt x="7065" y="201"/>
                      <a:pt x="6527" y="684"/>
                    </a:cubicBezTo>
                    <a:cubicBezTo>
                      <a:pt x="4535" y="2486"/>
                      <a:pt x="5774" y="5163"/>
                      <a:pt x="7101" y="6932"/>
                    </a:cubicBezTo>
                    <a:lnTo>
                      <a:pt x="7101" y="6932"/>
                    </a:lnTo>
                    <a:cubicBezTo>
                      <a:pt x="6234" y="7104"/>
                      <a:pt x="5373" y="7518"/>
                      <a:pt x="4998" y="8379"/>
                    </a:cubicBezTo>
                    <a:cubicBezTo>
                      <a:pt x="4686" y="9064"/>
                      <a:pt x="4754" y="9819"/>
                      <a:pt x="5186" y="10386"/>
                    </a:cubicBezTo>
                    <a:lnTo>
                      <a:pt x="5186" y="10386"/>
                    </a:lnTo>
                    <a:cubicBezTo>
                      <a:pt x="2845" y="10752"/>
                      <a:pt x="524" y="12520"/>
                      <a:pt x="311" y="15020"/>
                    </a:cubicBezTo>
                    <a:cubicBezTo>
                      <a:pt x="1" y="18412"/>
                      <a:pt x="3879" y="18366"/>
                      <a:pt x="6240" y="18637"/>
                    </a:cubicBezTo>
                    <a:lnTo>
                      <a:pt x="6240" y="18637"/>
                    </a:lnTo>
                    <a:cubicBezTo>
                      <a:pt x="4835" y="20519"/>
                      <a:pt x="3846" y="22871"/>
                      <a:pt x="3870" y="25246"/>
                    </a:cubicBezTo>
                    <a:cubicBezTo>
                      <a:pt x="3918" y="27212"/>
                      <a:pt x="5091" y="29294"/>
                      <a:pt x="7212" y="29294"/>
                    </a:cubicBezTo>
                    <a:cubicBezTo>
                      <a:pt x="7308" y="29294"/>
                      <a:pt x="7405" y="29290"/>
                      <a:pt x="7504" y="29281"/>
                    </a:cubicBezTo>
                    <a:cubicBezTo>
                      <a:pt x="7772" y="29257"/>
                      <a:pt x="7780" y="28854"/>
                      <a:pt x="7527" y="28854"/>
                    </a:cubicBezTo>
                    <a:cubicBezTo>
                      <a:pt x="7520" y="28854"/>
                      <a:pt x="7512" y="28854"/>
                      <a:pt x="7504" y="28855"/>
                    </a:cubicBezTo>
                    <a:cubicBezTo>
                      <a:pt x="7406" y="28863"/>
                      <a:pt x="7311" y="28867"/>
                      <a:pt x="7218" y="28867"/>
                    </a:cubicBezTo>
                    <a:cubicBezTo>
                      <a:pt x="4794" y="28867"/>
                      <a:pt x="4106" y="26096"/>
                      <a:pt x="4371" y="24093"/>
                    </a:cubicBezTo>
                    <a:cubicBezTo>
                      <a:pt x="4647" y="22088"/>
                      <a:pt x="5524" y="20208"/>
                      <a:pt x="6777" y="18629"/>
                    </a:cubicBezTo>
                    <a:cubicBezTo>
                      <a:pt x="6878" y="18529"/>
                      <a:pt x="6878" y="18303"/>
                      <a:pt x="6702" y="18278"/>
                    </a:cubicBezTo>
                    <a:cubicBezTo>
                      <a:pt x="4697" y="18003"/>
                      <a:pt x="687" y="18354"/>
                      <a:pt x="712" y="15346"/>
                    </a:cubicBezTo>
                    <a:cubicBezTo>
                      <a:pt x="712" y="12790"/>
                      <a:pt x="3269" y="10935"/>
                      <a:pt x="5625" y="10759"/>
                    </a:cubicBezTo>
                    <a:cubicBezTo>
                      <a:pt x="5800" y="10759"/>
                      <a:pt x="5925" y="10534"/>
                      <a:pt x="5775" y="10409"/>
                    </a:cubicBezTo>
                    <a:cubicBezTo>
                      <a:pt x="4196" y="9080"/>
                      <a:pt x="6076" y="7476"/>
                      <a:pt x="7454" y="7276"/>
                    </a:cubicBezTo>
                    <a:cubicBezTo>
                      <a:pt x="7655" y="7276"/>
                      <a:pt x="7730" y="7075"/>
                      <a:pt x="7605" y="6925"/>
                    </a:cubicBezTo>
                    <a:cubicBezTo>
                      <a:pt x="6376" y="5371"/>
                      <a:pt x="4998" y="2965"/>
                      <a:pt x="6627" y="1185"/>
                    </a:cubicBezTo>
                    <a:cubicBezTo>
                      <a:pt x="7128" y="634"/>
                      <a:pt x="7644" y="409"/>
                      <a:pt x="8147" y="409"/>
                    </a:cubicBezTo>
                    <a:cubicBezTo>
                      <a:pt x="9632" y="409"/>
                      <a:pt x="11009" y="2362"/>
                      <a:pt x="11590" y="3617"/>
                    </a:cubicBezTo>
                    <a:cubicBezTo>
                      <a:pt x="11629" y="3695"/>
                      <a:pt x="11690" y="3727"/>
                      <a:pt x="11752" y="3727"/>
                    </a:cubicBezTo>
                    <a:cubicBezTo>
                      <a:pt x="11890" y="3727"/>
                      <a:pt x="12034" y="3571"/>
                      <a:pt x="11965" y="3416"/>
                    </a:cubicBezTo>
                    <a:cubicBezTo>
                      <a:pt x="11281" y="1990"/>
                      <a:pt x="9788" y="0"/>
                      <a:pt x="81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21"/>
              <p:cNvSpPr/>
              <p:nvPr/>
            </p:nvSpPr>
            <p:spPr>
              <a:xfrm>
                <a:off x="3857400" y="1411275"/>
                <a:ext cx="82000" cy="135800"/>
              </a:xfrm>
              <a:custGeom>
                <a:rect b="b" l="l" r="r" t="t"/>
                <a:pathLst>
                  <a:path extrusionOk="0" h="5432" w="3280">
                    <a:moveTo>
                      <a:pt x="1055" y="1"/>
                    </a:moveTo>
                    <a:cubicBezTo>
                      <a:pt x="1011" y="1"/>
                      <a:pt x="964" y="20"/>
                      <a:pt x="924" y="67"/>
                    </a:cubicBezTo>
                    <a:cubicBezTo>
                      <a:pt x="1" y="1174"/>
                      <a:pt x="182" y="2218"/>
                      <a:pt x="1507" y="2357"/>
                    </a:cubicBezTo>
                    <a:lnTo>
                      <a:pt x="1507" y="2357"/>
                    </a:lnTo>
                    <a:cubicBezTo>
                      <a:pt x="1104" y="2980"/>
                      <a:pt x="774" y="3716"/>
                      <a:pt x="1099" y="4453"/>
                    </a:cubicBezTo>
                    <a:cubicBezTo>
                      <a:pt x="1450" y="5205"/>
                      <a:pt x="2277" y="5380"/>
                      <a:pt x="3029" y="5430"/>
                    </a:cubicBezTo>
                    <a:cubicBezTo>
                      <a:pt x="3036" y="5431"/>
                      <a:pt x="3043" y="5431"/>
                      <a:pt x="3050" y="5431"/>
                    </a:cubicBezTo>
                    <a:cubicBezTo>
                      <a:pt x="3279" y="5431"/>
                      <a:pt x="3272" y="5028"/>
                      <a:pt x="3029" y="5004"/>
                    </a:cubicBezTo>
                    <a:cubicBezTo>
                      <a:pt x="2753" y="5004"/>
                      <a:pt x="2503" y="4979"/>
                      <a:pt x="2252" y="4904"/>
                    </a:cubicBezTo>
                    <a:cubicBezTo>
                      <a:pt x="1650" y="4753"/>
                      <a:pt x="1400" y="4403"/>
                      <a:pt x="1500" y="3851"/>
                    </a:cubicBezTo>
                    <a:cubicBezTo>
                      <a:pt x="1450" y="3175"/>
                      <a:pt x="1701" y="2799"/>
                      <a:pt x="2051" y="2272"/>
                    </a:cubicBezTo>
                    <a:cubicBezTo>
                      <a:pt x="2152" y="2147"/>
                      <a:pt x="2026" y="1946"/>
                      <a:pt x="1876" y="1946"/>
                    </a:cubicBezTo>
                    <a:cubicBezTo>
                      <a:pt x="1810" y="1954"/>
                      <a:pt x="1744" y="1957"/>
                      <a:pt x="1678" y="1957"/>
                    </a:cubicBezTo>
                    <a:cubicBezTo>
                      <a:pt x="1518" y="1957"/>
                      <a:pt x="1359" y="1939"/>
                      <a:pt x="1199" y="1921"/>
                    </a:cubicBezTo>
                    <a:cubicBezTo>
                      <a:pt x="698" y="1295"/>
                      <a:pt x="698" y="794"/>
                      <a:pt x="1199" y="367"/>
                    </a:cubicBezTo>
                    <a:cubicBezTo>
                      <a:pt x="1334" y="214"/>
                      <a:pt x="1203" y="1"/>
                      <a:pt x="10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21"/>
              <p:cNvSpPr/>
              <p:nvPr/>
            </p:nvSpPr>
            <p:spPr>
              <a:xfrm>
                <a:off x="3810300" y="986125"/>
                <a:ext cx="276425" cy="370175"/>
              </a:xfrm>
              <a:custGeom>
                <a:rect b="b" l="l" r="r" t="t"/>
                <a:pathLst>
                  <a:path extrusionOk="0" h="14807" w="11057">
                    <a:moveTo>
                      <a:pt x="3080" y="1"/>
                    </a:moveTo>
                    <a:cubicBezTo>
                      <a:pt x="3065" y="1"/>
                      <a:pt x="3049" y="2"/>
                      <a:pt x="3033" y="5"/>
                    </a:cubicBezTo>
                    <a:cubicBezTo>
                      <a:pt x="1229" y="331"/>
                      <a:pt x="1" y="2160"/>
                      <a:pt x="702" y="3965"/>
                    </a:cubicBezTo>
                    <a:cubicBezTo>
                      <a:pt x="1431" y="5864"/>
                      <a:pt x="3521" y="6265"/>
                      <a:pt x="5345" y="6265"/>
                    </a:cubicBezTo>
                    <a:cubicBezTo>
                      <a:pt x="5395" y="6265"/>
                      <a:pt x="5445" y="6265"/>
                      <a:pt x="5495" y="6264"/>
                    </a:cubicBezTo>
                    <a:lnTo>
                      <a:pt x="5495" y="6264"/>
                    </a:lnTo>
                    <a:cubicBezTo>
                      <a:pt x="3990" y="7803"/>
                      <a:pt x="3247" y="10062"/>
                      <a:pt x="4236" y="12110"/>
                    </a:cubicBezTo>
                    <a:cubicBezTo>
                      <a:pt x="5096" y="13908"/>
                      <a:pt x="7220" y="14807"/>
                      <a:pt x="9207" y="14807"/>
                    </a:cubicBezTo>
                    <a:cubicBezTo>
                      <a:pt x="9769" y="14807"/>
                      <a:pt x="10320" y="14735"/>
                      <a:pt x="10828" y="14592"/>
                    </a:cubicBezTo>
                    <a:cubicBezTo>
                      <a:pt x="11057" y="14523"/>
                      <a:pt x="10993" y="14181"/>
                      <a:pt x="10788" y="14181"/>
                    </a:cubicBezTo>
                    <a:cubicBezTo>
                      <a:pt x="10769" y="14181"/>
                      <a:pt x="10749" y="14184"/>
                      <a:pt x="10727" y="14191"/>
                    </a:cubicBezTo>
                    <a:cubicBezTo>
                      <a:pt x="10261" y="14322"/>
                      <a:pt x="9752" y="14388"/>
                      <a:pt x="9231" y="14388"/>
                    </a:cubicBezTo>
                    <a:cubicBezTo>
                      <a:pt x="7376" y="14388"/>
                      <a:pt x="5370" y="13554"/>
                      <a:pt x="4587" y="11910"/>
                    </a:cubicBezTo>
                    <a:cubicBezTo>
                      <a:pt x="3610" y="9805"/>
                      <a:pt x="4587" y="7574"/>
                      <a:pt x="6216" y="6170"/>
                    </a:cubicBezTo>
                    <a:cubicBezTo>
                      <a:pt x="6366" y="6070"/>
                      <a:pt x="6241" y="5820"/>
                      <a:pt x="6066" y="5820"/>
                    </a:cubicBezTo>
                    <a:cubicBezTo>
                      <a:pt x="5779" y="5833"/>
                      <a:pt x="5485" y="5844"/>
                      <a:pt x="5189" y="5844"/>
                    </a:cubicBezTo>
                    <a:cubicBezTo>
                      <a:pt x="3854" y="5844"/>
                      <a:pt x="2478" y="5633"/>
                      <a:pt x="1554" y="4566"/>
                    </a:cubicBezTo>
                    <a:cubicBezTo>
                      <a:pt x="201" y="2987"/>
                      <a:pt x="1204" y="757"/>
                      <a:pt x="3158" y="406"/>
                    </a:cubicBezTo>
                    <a:cubicBezTo>
                      <a:pt x="3394" y="359"/>
                      <a:pt x="3319" y="1"/>
                      <a:pt x="308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21"/>
              <p:cNvSpPr/>
              <p:nvPr/>
            </p:nvSpPr>
            <p:spPr>
              <a:xfrm>
                <a:off x="3998275" y="970050"/>
                <a:ext cx="94000" cy="47700"/>
              </a:xfrm>
              <a:custGeom>
                <a:rect b="b" l="l" r="r" t="t"/>
                <a:pathLst>
                  <a:path extrusionOk="0" h="1908" w="3760">
                    <a:moveTo>
                      <a:pt x="3062" y="1"/>
                    </a:moveTo>
                    <a:cubicBezTo>
                      <a:pt x="2720" y="1"/>
                      <a:pt x="2327" y="307"/>
                      <a:pt x="2030" y="590"/>
                    </a:cubicBezTo>
                    <a:lnTo>
                      <a:pt x="2030" y="590"/>
                    </a:lnTo>
                    <a:cubicBezTo>
                      <a:pt x="1904" y="262"/>
                      <a:pt x="1605" y="21"/>
                      <a:pt x="1218" y="21"/>
                    </a:cubicBezTo>
                    <a:cubicBezTo>
                      <a:pt x="1205" y="21"/>
                      <a:pt x="1192" y="21"/>
                      <a:pt x="1178" y="21"/>
                    </a:cubicBezTo>
                    <a:cubicBezTo>
                      <a:pt x="326" y="72"/>
                      <a:pt x="0" y="974"/>
                      <a:pt x="51" y="1701"/>
                    </a:cubicBezTo>
                    <a:cubicBezTo>
                      <a:pt x="63" y="1838"/>
                      <a:pt x="176" y="1907"/>
                      <a:pt x="282" y="1907"/>
                    </a:cubicBezTo>
                    <a:cubicBezTo>
                      <a:pt x="389" y="1907"/>
                      <a:pt x="489" y="1838"/>
                      <a:pt x="477" y="1701"/>
                    </a:cubicBezTo>
                    <a:cubicBezTo>
                      <a:pt x="452" y="1425"/>
                      <a:pt x="452" y="1149"/>
                      <a:pt x="602" y="899"/>
                    </a:cubicBezTo>
                    <a:cubicBezTo>
                      <a:pt x="652" y="723"/>
                      <a:pt x="752" y="623"/>
                      <a:pt x="903" y="573"/>
                    </a:cubicBezTo>
                    <a:cubicBezTo>
                      <a:pt x="1001" y="491"/>
                      <a:pt x="1094" y="449"/>
                      <a:pt x="1182" y="449"/>
                    </a:cubicBezTo>
                    <a:cubicBezTo>
                      <a:pt x="1364" y="449"/>
                      <a:pt x="1528" y="627"/>
                      <a:pt x="1680" y="999"/>
                    </a:cubicBezTo>
                    <a:cubicBezTo>
                      <a:pt x="1644" y="1141"/>
                      <a:pt x="1760" y="1271"/>
                      <a:pt x="1885" y="1271"/>
                    </a:cubicBezTo>
                    <a:cubicBezTo>
                      <a:pt x="1935" y="1271"/>
                      <a:pt x="1987" y="1250"/>
                      <a:pt x="2030" y="1199"/>
                    </a:cubicBezTo>
                    <a:cubicBezTo>
                      <a:pt x="2206" y="1024"/>
                      <a:pt x="2532" y="573"/>
                      <a:pt x="2807" y="548"/>
                    </a:cubicBezTo>
                    <a:cubicBezTo>
                      <a:pt x="2819" y="547"/>
                      <a:pt x="2831" y="547"/>
                      <a:pt x="2842" y="547"/>
                    </a:cubicBezTo>
                    <a:cubicBezTo>
                      <a:pt x="3406" y="547"/>
                      <a:pt x="3333" y="1157"/>
                      <a:pt x="3309" y="1525"/>
                    </a:cubicBezTo>
                    <a:cubicBezTo>
                      <a:pt x="3296" y="1650"/>
                      <a:pt x="3390" y="1713"/>
                      <a:pt x="3490" y="1713"/>
                    </a:cubicBezTo>
                    <a:cubicBezTo>
                      <a:pt x="3591" y="1713"/>
                      <a:pt x="3697" y="1650"/>
                      <a:pt x="3710" y="1525"/>
                    </a:cubicBezTo>
                    <a:cubicBezTo>
                      <a:pt x="3760" y="1099"/>
                      <a:pt x="3760" y="197"/>
                      <a:pt x="3208" y="21"/>
                    </a:cubicBezTo>
                    <a:cubicBezTo>
                      <a:pt x="3161" y="7"/>
                      <a:pt x="3112" y="1"/>
                      <a:pt x="30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21"/>
              <p:cNvSpPr/>
              <p:nvPr/>
            </p:nvSpPr>
            <p:spPr>
              <a:xfrm>
                <a:off x="4003275" y="1106150"/>
                <a:ext cx="117200" cy="197800"/>
              </a:xfrm>
              <a:custGeom>
                <a:rect b="b" l="l" r="r" t="t"/>
                <a:pathLst>
                  <a:path extrusionOk="0" h="7912" w="4688">
                    <a:moveTo>
                      <a:pt x="2584" y="0"/>
                    </a:moveTo>
                    <a:cubicBezTo>
                      <a:pt x="2560" y="0"/>
                      <a:pt x="2535" y="5"/>
                      <a:pt x="2507" y="16"/>
                    </a:cubicBezTo>
                    <a:cubicBezTo>
                      <a:pt x="703" y="668"/>
                      <a:pt x="1" y="3024"/>
                      <a:pt x="201" y="4778"/>
                    </a:cubicBezTo>
                    <a:cubicBezTo>
                      <a:pt x="452" y="7059"/>
                      <a:pt x="2432" y="7660"/>
                      <a:pt x="4412" y="7911"/>
                    </a:cubicBezTo>
                    <a:cubicBezTo>
                      <a:pt x="4420" y="7912"/>
                      <a:pt x="4428" y="7912"/>
                      <a:pt x="4436" y="7912"/>
                    </a:cubicBezTo>
                    <a:cubicBezTo>
                      <a:pt x="4687" y="7912"/>
                      <a:pt x="4679" y="7533"/>
                      <a:pt x="4412" y="7485"/>
                    </a:cubicBezTo>
                    <a:cubicBezTo>
                      <a:pt x="2557" y="7259"/>
                      <a:pt x="703" y="6683"/>
                      <a:pt x="577" y="4477"/>
                    </a:cubicBezTo>
                    <a:cubicBezTo>
                      <a:pt x="502" y="2999"/>
                      <a:pt x="1104" y="943"/>
                      <a:pt x="2607" y="417"/>
                    </a:cubicBezTo>
                    <a:cubicBezTo>
                      <a:pt x="2831" y="328"/>
                      <a:pt x="2776" y="0"/>
                      <a:pt x="258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21"/>
              <p:cNvSpPr/>
              <p:nvPr/>
            </p:nvSpPr>
            <p:spPr>
              <a:xfrm>
                <a:off x="3956300" y="1198150"/>
                <a:ext cx="32000" cy="68675"/>
              </a:xfrm>
              <a:custGeom>
                <a:rect b="b" l="l" r="r" t="t"/>
                <a:pathLst>
                  <a:path extrusionOk="0" h="2747" w="1280">
                    <a:moveTo>
                      <a:pt x="567" y="0"/>
                    </a:moveTo>
                    <a:cubicBezTo>
                      <a:pt x="481" y="0"/>
                      <a:pt x="392" y="44"/>
                      <a:pt x="351" y="146"/>
                    </a:cubicBezTo>
                    <a:cubicBezTo>
                      <a:pt x="0" y="1023"/>
                      <a:pt x="201" y="2000"/>
                      <a:pt x="852" y="2677"/>
                    </a:cubicBezTo>
                    <a:cubicBezTo>
                      <a:pt x="895" y="2726"/>
                      <a:pt x="946" y="2747"/>
                      <a:pt x="995" y="2747"/>
                    </a:cubicBezTo>
                    <a:cubicBezTo>
                      <a:pt x="1145" y="2747"/>
                      <a:pt x="1279" y="2553"/>
                      <a:pt x="1128" y="2401"/>
                    </a:cubicBezTo>
                    <a:cubicBezTo>
                      <a:pt x="602" y="1800"/>
                      <a:pt x="451" y="998"/>
                      <a:pt x="752" y="246"/>
                    </a:cubicBezTo>
                    <a:cubicBezTo>
                      <a:pt x="812" y="96"/>
                      <a:pt x="693" y="0"/>
                      <a:pt x="56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21"/>
              <p:cNvSpPr/>
              <p:nvPr/>
            </p:nvSpPr>
            <p:spPr>
              <a:xfrm>
                <a:off x="4009550" y="1288250"/>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21"/>
              <p:cNvSpPr/>
              <p:nvPr/>
            </p:nvSpPr>
            <p:spPr>
              <a:xfrm>
                <a:off x="3679350" y="1041775"/>
                <a:ext cx="60175" cy="91125"/>
              </a:xfrm>
              <a:custGeom>
                <a:rect b="b" l="l" r="r" t="t"/>
                <a:pathLst>
                  <a:path extrusionOk="0" h="3645" w="2407">
                    <a:moveTo>
                      <a:pt x="1590" y="0"/>
                    </a:moveTo>
                    <a:cubicBezTo>
                      <a:pt x="1571" y="0"/>
                      <a:pt x="1551" y="3"/>
                      <a:pt x="1529" y="10"/>
                    </a:cubicBezTo>
                    <a:cubicBezTo>
                      <a:pt x="652" y="285"/>
                      <a:pt x="0" y="1162"/>
                      <a:pt x="151" y="2115"/>
                    </a:cubicBezTo>
                    <a:cubicBezTo>
                      <a:pt x="323" y="3024"/>
                      <a:pt x="1194" y="3644"/>
                      <a:pt x="2102" y="3644"/>
                    </a:cubicBezTo>
                    <a:cubicBezTo>
                      <a:pt x="2120" y="3644"/>
                      <a:pt x="2138" y="3644"/>
                      <a:pt x="2156" y="3644"/>
                    </a:cubicBezTo>
                    <a:cubicBezTo>
                      <a:pt x="2406" y="3619"/>
                      <a:pt x="2406" y="3218"/>
                      <a:pt x="2156" y="3218"/>
                    </a:cubicBezTo>
                    <a:cubicBezTo>
                      <a:pt x="2137" y="3218"/>
                      <a:pt x="2117" y="3219"/>
                      <a:pt x="2098" y="3219"/>
                    </a:cubicBezTo>
                    <a:cubicBezTo>
                      <a:pt x="1391" y="3219"/>
                      <a:pt x="699" y="2772"/>
                      <a:pt x="577" y="2040"/>
                    </a:cubicBezTo>
                    <a:cubicBezTo>
                      <a:pt x="452" y="1313"/>
                      <a:pt x="953" y="611"/>
                      <a:pt x="1655" y="411"/>
                    </a:cubicBezTo>
                    <a:cubicBezTo>
                      <a:pt x="1884" y="342"/>
                      <a:pt x="1798" y="0"/>
                      <a:pt x="159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21"/>
              <p:cNvSpPr/>
              <p:nvPr/>
            </p:nvSpPr>
            <p:spPr>
              <a:xfrm>
                <a:off x="3786500" y="1114050"/>
                <a:ext cx="16300" cy="10675"/>
              </a:xfrm>
              <a:custGeom>
                <a:rect b="b" l="l" r="r" t="t"/>
                <a:pathLst>
                  <a:path extrusionOk="0" h="427" w="652">
                    <a:moveTo>
                      <a:pt x="276" y="1"/>
                    </a:moveTo>
                    <a:cubicBezTo>
                      <a:pt x="0" y="1"/>
                      <a:pt x="0" y="427"/>
                      <a:pt x="276" y="427"/>
                    </a:cubicBezTo>
                    <a:lnTo>
                      <a:pt x="376" y="427"/>
                    </a:lnTo>
                    <a:cubicBezTo>
                      <a:pt x="652" y="427"/>
                      <a:pt x="652" y="1"/>
                      <a:pt x="3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21"/>
              <p:cNvSpPr/>
              <p:nvPr/>
            </p:nvSpPr>
            <p:spPr>
              <a:xfrm>
                <a:off x="3827850" y="1193000"/>
                <a:ext cx="80325" cy="162550"/>
              </a:xfrm>
              <a:custGeom>
                <a:rect b="b" l="l" r="r" t="t"/>
                <a:pathLst>
                  <a:path extrusionOk="0" h="6502" w="3213">
                    <a:moveTo>
                      <a:pt x="1383" y="0"/>
                    </a:moveTo>
                    <a:cubicBezTo>
                      <a:pt x="1301" y="0"/>
                      <a:pt x="1217" y="39"/>
                      <a:pt x="1178" y="126"/>
                    </a:cubicBezTo>
                    <a:cubicBezTo>
                      <a:pt x="276" y="2332"/>
                      <a:pt x="0" y="5665"/>
                      <a:pt x="2857" y="6492"/>
                    </a:cubicBezTo>
                    <a:cubicBezTo>
                      <a:pt x="2881" y="6498"/>
                      <a:pt x="2903" y="6501"/>
                      <a:pt x="2924" y="6501"/>
                    </a:cubicBezTo>
                    <a:cubicBezTo>
                      <a:pt x="3148" y="6501"/>
                      <a:pt x="3212" y="6160"/>
                      <a:pt x="2983" y="6091"/>
                    </a:cubicBezTo>
                    <a:cubicBezTo>
                      <a:pt x="326" y="5314"/>
                      <a:pt x="777" y="2206"/>
                      <a:pt x="1579" y="251"/>
                    </a:cubicBezTo>
                    <a:cubicBezTo>
                      <a:pt x="1641" y="98"/>
                      <a:pt x="1514" y="0"/>
                      <a:pt x="138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21"/>
              <p:cNvSpPr/>
              <p:nvPr/>
            </p:nvSpPr>
            <p:spPr>
              <a:xfrm>
                <a:off x="3937500" y="1367200"/>
                <a:ext cx="13800" cy="10675"/>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21"/>
              <p:cNvSpPr/>
              <p:nvPr/>
            </p:nvSpPr>
            <p:spPr>
              <a:xfrm>
                <a:off x="3759425" y="1344625"/>
                <a:ext cx="69700" cy="39675"/>
              </a:xfrm>
              <a:custGeom>
                <a:rect b="b" l="l" r="r" t="t"/>
                <a:pathLst>
                  <a:path extrusionOk="0" h="1587" w="2788">
                    <a:moveTo>
                      <a:pt x="782" y="1"/>
                    </a:moveTo>
                    <a:cubicBezTo>
                      <a:pt x="406" y="1"/>
                      <a:pt x="81" y="252"/>
                      <a:pt x="31" y="602"/>
                    </a:cubicBezTo>
                    <a:cubicBezTo>
                      <a:pt x="0" y="753"/>
                      <a:pt x="134" y="859"/>
                      <a:pt x="255" y="859"/>
                    </a:cubicBezTo>
                    <a:cubicBezTo>
                      <a:pt x="336" y="859"/>
                      <a:pt x="412" y="812"/>
                      <a:pt x="432" y="703"/>
                    </a:cubicBezTo>
                    <a:cubicBezTo>
                      <a:pt x="463" y="511"/>
                      <a:pt x="587" y="431"/>
                      <a:pt x="738" y="431"/>
                    </a:cubicBezTo>
                    <a:cubicBezTo>
                      <a:pt x="823" y="431"/>
                      <a:pt x="917" y="457"/>
                      <a:pt x="1008" y="502"/>
                    </a:cubicBezTo>
                    <a:cubicBezTo>
                      <a:pt x="1208" y="602"/>
                      <a:pt x="1309" y="778"/>
                      <a:pt x="1384" y="978"/>
                    </a:cubicBezTo>
                    <a:cubicBezTo>
                      <a:pt x="1426" y="1054"/>
                      <a:pt x="1487" y="1084"/>
                      <a:pt x="1549" y="1084"/>
                    </a:cubicBezTo>
                    <a:cubicBezTo>
                      <a:pt x="1674" y="1084"/>
                      <a:pt x="1802" y="962"/>
                      <a:pt x="1785" y="828"/>
                    </a:cubicBezTo>
                    <a:cubicBezTo>
                      <a:pt x="1801" y="684"/>
                      <a:pt x="1868" y="622"/>
                      <a:pt x="1973" y="622"/>
                    </a:cubicBezTo>
                    <a:cubicBezTo>
                      <a:pt x="2033" y="622"/>
                      <a:pt x="2105" y="641"/>
                      <a:pt x="2186" y="678"/>
                    </a:cubicBezTo>
                    <a:cubicBezTo>
                      <a:pt x="2261" y="753"/>
                      <a:pt x="2286" y="828"/>
                      <a:pt x="2311" y="928"/>
                    </a:cubicBezTo>
                    <a:cubicBezTo>
                      <a:pt x="2361" y="1079"/>
                      <a:pt x="2336" y="1229"/>
                      <a:pt x="2336" y="1379"/>
                    </a:cubicBezTo>
                    <a:cubicBezTo>
                      <a:pt x="2324" y="1517"/>
                      <a:pt x="2418" y="1586"/>
                      <a:pt x="2518" y="1586"/>
                    </a:cubicBezTo>
                    <a:cubicBezTo>
                      <a:pt x="2618" y="1586"/>
                      <a:pt x="2725" y="1517"/>
                      <a:pt x="2737" y="1379"/>
                    </a:cubicBezTo>
                    <a:cubicBezTo>
                      <a:pt x="2787" y="928"/>
                      <a:pt x="2662" y="277"/>
                      <a:pt x="2111" y="201"/>
                    </a:cubicBezTo>
                    <a:cubicBezTo>
                      <a:pt x="2082" y="198"/>
                      <a:pt x="2053" y="197"/>
                      <a:pt x="2025" y="197"/>
                    </a:cubicBezTo>
                    <a:cubicBezTo>
                      <a:pt x="1824" y="197"/>
                      <a:pt x="1643" y="276"/>
                      <a:pt x="1523" y="404"/>
                    </a:cubicBezTo>
                    <a:lnTo>
                      <a:pt x="1523" y="404"/>
                    </a:lnTo>
                    <a:cubicBezTo>
                      <a:pt x="1333" y="171"/>
                      <a:pt x="1086" y="1"/>
                      <a:pt x="78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21"/>
              <p:cNvSpPr/>
              <p:nvPr/>
            </p:nvSpPr>
            <p:spPr>
              <a:xfrm>
                <a:off x="3674675" y="1458400"/>
                <a:ext cx="104900" cy="79275"/>
              </a:xfrm>
              <a:custGeom>
                <a:rect b="b" l="l" r="r" t="t"/>
                <a:pathLst>
                  <a:path extrusionOk="0" h="3171" w="4196">
                    <a:moveTo>
                      <a:pt x="261" y="0"/>
                    </a:moveTo>
                    <a:cubicBezTo>
                      <a:pt x="130" y="0"/>
                      <a:pt x="0" y="107"/>
                      <a:pt x="62" y="262"/>
                    </a:cubicBezTo>
                    <a:cubicBezTo>
                      <a:pt x="664" y="1916"/>
                      <a:pt x="2142" y="3044"/>
                      <a:pt x="3922" y="3169"/>
                    </a:cubicBezTo>
                    <a:cubicBezTo>
                      <a:pt x="3930" y="3170"/>
                      <a:pt x="3937" y="3170"/>
                      <a:pt x="3945" y="3170"/>
                    </a:cubicBezTo>
                    <a:cubicBezTo>
                      <a:pt x="4196" y="3170"/>
                      <a:pt x="4165" y="2768"/>
                      <a:pt x="3922" y="2768"/>
                    </a:cubicBezTo>
                    <a:cubicBezTo>
                      <a:pt x="2343" y="2643"/>
                      <a:pt x="1014" y="1615"/>
                      <a:pt x="463" y="137"/>
                    </a:cubicBezTo>
                    <a:cubicBezTo>
                      <a:pt x="425" y="41"/>
                      <a:pt x="343" y="0"/>
                      <a:pt x="26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21"/>
              <p:cNvSpPr/>
              <p:nvPr/>
            </p:nvSpPr>
            <p:spPr>
              <a:xfrm>
                <a:off x="3817200" y="1530100"/>
                <a:ext cx="13175" cy="10050"/>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21"/>
              <p:cNvSpPr/>
              <p:nvPr/>
            </p:nvSpPr>
            <p:spPr>
              <a:xfrm>
                <a:off x="3658675" y="686075"/>
                <a:ext cx="95675" cy="184450"/>
              </a:xfrm>
              <a:custGeom>
                <a:rect b="b" l="l" r="r" t="t"/>
                <a:pathLst>
                  <a:path extrusionOk="0" h="7378" w="3827">
                    <a:moveTo>
                      <a:pt x="3515" y="0"/>
                    </a:moveTo>
                    <a:cubicBezTo>
                      <a:pt x="3481" y="0"/>
                      <a:pt x="3446" y="9"/>
                      <a:pt x="3409" y="27"/>
                    </a:cubicBezTo>
                    <a:cubicBezTo>
                      <a:pt x="777" y="1506"/>
                      <a:pt x="0" y="4789"/>
                      <a:pt x="1730" y="7295"/>
                    </a:cubicBezTo>
                    <a:cubicBezTo>
                      <a:pt x="1773" y="7353"/>
                      <a:pt x="1833" y="7378"/>
                      <a:pt x="1893" y="7378"/>
                    </a:cubicBezTo>
                    <a:cubicBezTo>
                      <a:pt x="2041" y="7378"/>
                      <a:pt x="2187" y="7230"/>
                      <a:pt x="2081" y="7070"/>
                    </a:cubicBezTo>
                    <a:cubicBezTo>
                      <a:pt x="502" y="4764"/>
                      <a:pt x="1178" y="1756"/>
                      <a:pt x="3634" y="403"/>
                    </a:cubicBezTo>
                    <a:cubicBezTo>
                      <a:pt x="3827" y="275"/>
                      <a:pt x="3709" y="0"/>
                      <a:pt x="3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21"/>
              <p:cNvSpPr/>
              <p:nvPr/>
            </p:nvSpPr>
            <p:spPr>
              <a:xfrm>
                <a:off x="3721950" y="891000"/>
                <a:ext cx="13175" cy="10675"/>
              </a:xfrm>
              <a:custGeom>
                <a:rect b="b" l="l" r="r" t="t"/>
                <a:pathLst>
                  <a:path extrusionOk="0" h="427" w="527">
                    <a:moveTo>
                      <a:pt x="251" y="0"/>
                    </a:moveTo>
                    <a:cubicBezTo>
                      <a:pt x="1" y="0"/>
                      <a:pt x="1" y="426"/>
                      <a:pt x="251" y="426"/>
                    </a:cubicBezTo>
                    <a:cubicBezTo>
                      <a:pt x="527" y="426"/>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21"/>
              <p:cNvSpPr/>
              <p:nvPr/>
            </p:nvSpPr>
            <p:spPr>
              <a:xfrm>
                <a:off x="3631725" y="937850"/>
                <a:ext cx="14700" cy="33525"/>
              </a:xfrm>
              <a:custGeom>
                <a:rect b="b" l="l" r="r" t="t"/>
                <a:pathLst>
                  <a:path extrusionOk="0" h="1341" w="588">
                    <a:moveTo>
                      <a:pt x="327" y="1"/>
                    </a:moveTo>
                    <a:cubicBezTo>
                      <a:pt x="242" y="1"/>
                      <a:pt x="156" y="47"/>
                      <a:pt x="126" y="157"/>
                    </a:cubicBezTo>
                    <a:cubicBezTo>
                      <a:pt x="51" y="457"/>
                      <a:pt x="1" y="808"/>
                      <a:pt x="51" y="1134"/>
                    </a:cubicBezTo>
                    <a:cubicBezTo>
                      <a:pt x="63" y="1272"/>
                      <a:pt x="170" y="1341"/>
                      <a:pt x="270" y="1341"/>
                    </a:cubicBezTo>
                    <a:cubicBezTo>
                      <a:pt x="370" y="1341"/>
                      <a:pt x="464" y="1272"/>
                      <a:pt x="452" y="1134"/>
                    </a:cubicBezTo>
                    <a:cubicBezTo>
                      <a:pt x="427" y="833"/>
                      <a:pt x="452" y="558"/>
                      <a:pt x="527" y="257"/>
                    </a:cubicBezTo>
                    <a:cubicBezTo>
                      <a:pt x="587" y="106"/>
                      <a:pt x="457" y="1"/>
                      <a:pt x="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21"/>
              <p:cNvSpPr/>
              <p:nvPr/>
            </p:nvSpPr>
            <p:spPr>
              <a:xfrm>
                <a:off x="3655650" y="935350"/>
                <a:ext cx="13700" cy="36025"/>
              </a:xfrm>
              <a:custGeom>
                <a:rect b="b" l="l" r="r" t="t"/>
                <a:pathLst>
                  <a:path extrusionOk="0" h="1441" w="548">
                    <a:moveTo>
                      <a:pt x="339" y="0"/>
                    </a:moveTo>
                    <a:cubicBezTo>
                      <a:pt x="220" y="0"/>
                      <a:pt x="81" y="106"/>
                      <a:pt x="96" y="257"/>
                    </a:cubicBezTo>
                    <a:cubicBezTo>
                      <a:pt x="146" y="582"/>
                      <a:pt x="121" y="883"/>
                      <a:pt x="46" y="1184"/>
                    </a:cubicBezTo>
                    <a:cubicBezTo>
                      <a:pt x="1" y="1335"/>
                      <a:pt x="128" y="1440"/>
                      <a:pt x="253" y="1440"/>
                    </a:cubicBezTo>
                    <a:cubicBezTo>
                      <a:pt x="336" y="1440"/>
                      <a:pt x="417" y="1394"/>
                      <a:pt x="447" y="1284"/>
                    </a:cubicBezTo>
                    <a:cubicBezTo>
                      <a:pt x="547" y="908"/>
                      <a:pt x="547" y="532"/>
                      <a:pt x="497" y="156"/>
                    </a:cubicBezTo>
                    <a:cubicBezTo>
                      <a:pt x="487" y="46"/>
                      <a:pt x="418" y="0"/>
                      <a:pt x="33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21"/>
              <p:cNvSpPr/>
              <p:nvPr/>
            </p:nvSpPr>
            <p:spPr>
              <a:xfrm>
                <a:off x="3557175" y="1155875"/>
                <a:ext cx="64500" cy="85175"/>
              </a:xfrm>
              <a:custGeom>
                <a:rect b="b" l="l" r="r" t="t"/>
                <a:pathLst>
                  <a:path extrusionOk="0" h="3407" w="2580">
                    <a:moveTo>
                      <a:pt x="238" y="1"/>
                    </a:moveTo>
                    <a:cubicBezTo>
                      <a:pt x="132" y="1"/>
                      <a:pt x="25" y="70"/>
                      <a:pt x="25" y="207"/>
                    </a:cubicBezTo>
                    <a:cubicBezTo>
                      <a:pt x="0" y="1636"/>
                      <a:pt x="902" y="2914"/>
                      <a:pt x="2231" y="3390"/>
                    </a:cubicBezTo>
                    <a:cubicBezTo>
                      <a:pt x="2258" y="3401"/>
                      <a:pt x="2284" y="3406"/>
                      <a:pt x="2308" y="3406"/>
                    </a:cubicBezTo>
                    <a:cubicBezTo>
                      <a:pt x="2504" y="3406"/>
                      <a:pt x="2579" y="3079"/>
                      <a:pt x="2356" y="2989"/>
                    </a:cubicBezTo>
                    <a:cubicBezTo>
                      <a:pt x="1178" y="2563"/>
                      <a:pt x="426" y="1461"/>
                      <a:pt x="451" y="207"/>
                    </a:cubicBezTo>
                    <a:cubicBezTo>
                      <a:pt x="451" y="70"/>
                      <a:pt x="345" y="1"/>
                      <a:pt x="23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21"/>
              <p:cNvSpPr/>
              <p:nvPr/>
            </p:nvSpPr>
            <p:spPr>
              <a:xfrm>
                <a:off x="3649900" y="1234975"/>
                <a:ext cx="13175" cy="10675"/>
              </a:xfrm>
              <a:custGeom>
                <a:rect b="b" l="l" r="r" t="t"/>
                <a:pathLst>
                  <a:path extrusionOk="0" h="427" w="527">
                    <a:moveTo>
                      <a:pt x="251" y="1"/>
                    </a:moveTo>
                    <a:cubicBezTo>
                      <a:pt x="0" y="1"/>
                      <a:pt x="0" y="427"/>
                      <a:pt x="251" y="427"/>
                    </a:cubicBezTo>
                    <a:cubicBezTo>
                      <a:pt x="527" y="427"/>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21"/>
              <p:cNvSpPr/>
              <p:nvPr/>
            </p:nvSpPr>
            <p:spPr>
              <a:xfrm>
                <a:off x="3787225" y="785225"/>
                <a:ext cx="91650" cy="76850"/>
              </a:xfrm>
              <a:custGeom>
                <a:rect b="b" l="l" r="r" t="t"/>
                <a:pathLst>
                  <a:path extrusionOk="0" h="3074" w="3666">
                    <a:moveTo>
                      <a:pt x="1110" y="0"/>
                    </a:moveTo>
                    <a:cubicBezTo>
                      <a:pt x="624" y="0"/>
                      <a:pt x="169" y="264"/>
                      <a:pt x="46" y="773"/>
                    </a:cubicBezTo>
                    <a:cubicBezTo>
                      <a:pt x="1" y="939"/>
                      <a:pt x="129" y="1042"/>
                      <a:pt x="254" y="1042"/>
                    </a:cubicBezTo>
                    <a:cubicBezTo>
                      <a:pt x="337" y="1042"/>
                      <a:pt x="418" y="997"/>
                      <a:pt x="447" y="898"/>
                    </a:cubicBezTo>
                    <a:cubicBezTo>
                      <a:pt x="538" y="534"/>
                      <a:pt x="745" y="402"/>
                      <a:pt x="988" y="402"/>
                    </a:cubicBezTo>
                    <a:cubicBezTo>
                      <a:pt x="1414" y="402"/>
                      <a:pt x="1953" y="811"/>
                      <a:pt x="2177" y="1099"/>
                    </a:cubicBezTo>
                    <a:cubicBezTo>
                      <a:pt x="2603" y="1650"/>
                      <a:pt x="2929" y="2302"/>
                      <a:pt x="3204" y="2928"/>
                    </a:cubicBezTo>
                    <a:cubicBezTo>
                      <a:pt x="3235" y="3029"/>
                      <a:pt x="3322" y="3073"/>
                      <a:pt x="3409" y="3073"/>
                    </a:cubicBezTo>
                    <a:cubicBezTo>
                      <a:pt x="3538" y="3073"/>
                      <a:pt x="3665" y="2977"/>
                      <a:pt x="3605" y="2828"/>
                    </a:cubicBezTo>
                    <a:cubicBezTo>
                      <a:pt x="3229" y="1901"/>
                      <a:pt x="2653" y="622"/>
                      <a:pt x="1726" y="146"/>
                    </a:cubicBezTo>
                    <a:cubicBezTo>
                      <a:pt x="1530" y="49"/>
                      <a:pt x="1317" y="0"/>
                      <a:pt x="11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21"/>
              <p:cNvSpPr/>
              <p:nvPr/>
            </p:nvSpPr>
            <p:spPr>
              <a:xfrm>
                <a:off x="3935625" y="935475"/>
                <a:ext cx="13175" cy="10675"/>
              </a:xfrm>
              <a:custGeom>
                <a:rect b="b" l="l" r="r" t="t"/>
                <a:pathLst>
                  <a:path extrusionOk="0" h="427" w="527">
                    <a:moveTo>
                      <a:pt x="251" y="1"/>
                    </a:moveTo>
                    <a:cubicBezTo>
                      <a:pt x="0" y="1"/>
                      <a:pt x="0" y="427"/>
                      <a:pt x="251" y="427"/>
                    </a:cubicBezTo>
                    <a:cubicBezTo>
                      <a:pt x="526" y="427"/>
                      <a:pt x="526"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21"/>
              <p:cNvSpPr/>
              <p:nvPr/>
            </p:nvSpPr>
            <p:spPr>
              <a:xfrm>
                <a:off x="3919950" y="1047050"/>
                <a:ext cx="17650" cy="30850"/>
              </a:xfrm>
              <a:custGeom>
                <a:rect b="b" l="l" r="r" t="t"/>
                <a:pathLst>
                  <a:path extrusionOk="0" h="1234" w="706">
                    <a:moveTo>
                      <a:pt x="417" y="0"/>
                    </a:moveTo>
                    <a:cubicBezTo>
                      <a:pt x="353" y="0"/>
                      <a:pt x="290" y="29"/>
                      <a:pt x="251" y="99"/>
                    </a:cubicBezTo>
                    <a:cubicBezTo>
                      <a:pt x="76" y="375"/>
                      <a:pt x="1" y="701"/>
                      <a:pt x="26" y="1027"/>
                    </a:cubicBezTo>
                    <a:cubicBezTo>
                      <a:pt x="38" y="1164"/>
                      <a:pt x="151" y="1233"/>
                      <a:pt x="257" y="1233"/>
                    </a:cubicBezTo>
                    <a:cubicBezTo>
                      <a:pt x="364" y="1233"/>
                      <a:pt x="464" y="1164"/>
                      <a:pt x="452" y="1027"/>
                    </a:cubicBezTo>
                    <a:cubicBezTo>
                      <a:pt x="427" y="776"/>
                      <a:pt x="477" y="525"/>
                      <a:pt x="602" y="300"/>
                    </a:cubicBezTo>
                    <a:cubicBezTo>
                      <a:pt x="706" y="144"/>
                      <a:pt x="559" y="0"/>
                      <a:pt x="4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21"/>
              <p:cNvSpPr/>
              <p:nvPr/>
            </p:nvSpPr>
            <p:spPr>
              <a:xfrm>
                <a:off x="3938250" y="1056550"/>
                <a:ext cx="17300" cy="23850"/>
              </a:xfrm>
              <a:custGeom>
                <a:rect b="b" l="l" r="r" t="t"/>
                <a:pathLst>
                  <a:path extrusionOk="0" h="954" w="692">
                    <a:moveTo>
                      <a:pt x="444" y="0"/>
                    </a:moveTo>
                    <a:cubicBezTo>
                      <a:pt x="360" y="0"/>
                      <a:pt x="276" y="44"/>
                      <a:pt x="246" y="145"/>
                    </a:cubicBezTo>
                    <a:lnTo>
                      <a:pt x="45" y="697"/>
                    </a:lnTo>
                    <a:cubicBezTo>
                      <a:pt x="0" y="848"/>
                      <a:pt x="127" y="953"/>
                      <a:pt x="252" y="953"/>
                    </a:cubicBezTo>
                    <a:cubicBezTo>
                      <a:pt x="335" y="953"/>
                      <a:pt x="417" y="907"/>
                      <a:pt x="446" y="797"/>
                    </a:cubicBezTo>
                    <a:lnTo>
                      <a:pt x="647" y="246"/>
                    </a:lnTo>
                    <a:cubicBezTo>
                      <a:pt x="692" y="96"/>
                      <a:pt x="567" y="0"/>
                      <a:pt x="4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21"/>
              <p:cNvSpPr/>
              <p:nvPr/>
            </p:nvSpPr>
            <p:spPr>
              <a:xfrm>
                <a:off x="4104800" y="1084475"/>
                <a:ext cx="203525" cy="151125"/>
              </a:xfrm>
              <a:custGeom>
                <a:rect b="b" l="l" r="r" t="t"/>
                <a:pathLst>
                  <a:path extrusionOk="0" h="6045" w="8141">
                    <a:moveTo>
                      <a:pt x="5928" y="0"/>
                    </a:moveTo>
                    <a:cubicBezTo>
                      <a:pt x="5820" y="0"/>
                      <a:pt x="5707" y="10"/>
                      <a:pt x="5589" y="31"/>
                    </a:cubicBezTo>
                    <a:cubicBezTo>
                      <a:pt x="4376" y="233"/>
                      <a:pt x="3667" y="1381"/>
                      <a:pt x="3677" y="2537"/>
                    </a:cubicBezTo>
                    <a:lnTo>
                      <a:pt x="3677" y="2537"/>
                    </a:lnTo>
                    <a:cubicBezTo>
                      <a:pt x="3176" y="2287"/>
                      <a:pt x="2601" y="2068"/>
                      <a:pt x="2063" y="2068"/>
                    </a:cubicBezTo>
                    <a:cubicBezTo>
                      <a:pt x="1612" y="2068"/>
                      <a:pt x="1187" y="2221"/>
                      <a:pt x="852" y="2637"/>
                    </a:cubicBezTo>
                    <a:cubicBezTo>
                      <a:pt x="0" y="3665"/>
                      <a:pt x="702" y="5018"/>
                      <a:pt x="1303" y="5946"/>
                    </a:cubicBezTo>
                    <a:cubicBezTo>
                      <a:pt x="1350" y="6016"/>
                      <a:pt x="1416" y="6045"/>
                      <a:pt x="1480" y="6045"/>
                    </a:cubicBezTo>
                    <a:cubicBezTo>
                      <a:pt x="1623" y="6045"/>
                      <a:pt x="1758" y="5901"/>
                      <a:pt x="1654" y="5745"/>
                    </a:cubicBezTo>
                    <a:cubicBezTo>
                      <a:pt x="1278" y="5144"/>
                      <a:pt x="602" y="4116"/>
                      <a:pt x="927" y="3364"/>
                    </a:cubicBezTo>
                    <a:cubicBezTo>
                      <a:pt x="1167" y="2841"/>
                      <a:pt x="1711" y="2488"/>
                      <a:pt x="2278" y="2488"/>
                    </a:cubicBezTo>
                    <a:cubicBezTo>
                      <a:pt x="2362" y="2488"/>
                      <a:pt x="2447" y="2496"/>
                      <a:pt x="2531" y="2512"/>
                    </a:cubicBezTo>
                    <a:cubicBezTo>
                      <a:pt x="2983" y="2587"/>
                      <a:pt x="3409" y="2838"/>
                      <a:pt x="3810" y="3063"/>
                    </a:cubicBezTo>
                    <a:cubicBezTo>
                      <a:pt x="3843" y="3086"/>
                      <a:pt x="3878" y="3096"/>
                      <a:pt x="3911" y="3096"/>
                    </a:cubicBezTo>
                    <a:cubicBezTo>
                      <a:pt x="4028" y="3096"/>
                      <a:pt x="4130" y="2974"/>
                      <a:pt x="4110" y="2838"/>
                    </a:cubicBezTo>
                    <a:cubicBezTo>
                      <a:pt x="3944" y="1700"/>
                      <a:pt x="4653" y="495"/>
                      <a:pt x="5812" y="495"/>
                    </a:cubicBezTo>
                    <a:cubicBezTo>
                      <a:pt x="5878" y="495"/>
                      <a:pt x="5946" y="499"/>
                      <a:pt x="6015" y="507"/>
                    </a:cubicBezTo>
                    <a:cubicBezTo>
                      <a:pt x="7168" y="632"/>
                      <a:pt x="7469" y="1785"/>
                      <a:pt x="7694" y="2763"/>
                    </a:cubicBezTo>
                    <a:cubicBezTo>
                      <a:pt x="7724" y="2862"/>
                      <a:pt x="7805" y="2906"/>
                      <a:pt x="7887" y="2906"/>
                    </a:cubicBezTo>
                    <a:cubicBezTo>
                      <a:pt x="8013" y="2906"/>
                      <a:pt x="8141" y="2804"/>
                      <a:pt x="8095" y="2637"/>
                    </a:cubicBezTo>
                    <a:cubicBezTo>
                      <a:pt x="7840" y="1501"/>
                      <a:pt x="7263" y="0"/>
                      <a:pt x="59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21"/>
              <p:cNvSpPr/>
              <p:nvPr/>
            </p:nvSpPr>
            <p:spPr>
              <a:xfrm>
                <a:off x="4073600" y="731025"/>
                <a:ext cx="160775" cy="82175"/>
              </a:xfrm>
              <a:custGeom>
                <a:rect b="b" l="l" r="r" t="t"/>
                <a:pathLst>
                  <a:path extrusionOk="0" h="3287" w="6431">
                    <a:moveTo>
                      <a:pt x="3077" y="1"/>
                    </a:moveTo>
                    <a:cubicBezTo>
                      <a:pt x="2083" y="1"/>
                      <a:pt x="1096" y="457"/>
                      <a:pt x="220" y="886"/>
                    </a:cubicBezTo>
                    <a:cubicBezTo>
                      <a:pt x="1" y="996"/>
                      <a:pt x="147" y="1279"/>
                      <a:pt x="339" y="1279"/>
                    </a:cubicBezTo>
                    <a:cubicBezTo>
                      <a:pt x="366" y="1279"/>
                      <a:pt x="393" y="1274"/>
                      <a:pt x="421" y="1262"/>
                    </a:cubicBezTo>
                    <a:cubicBezTo>
                      <a:pt x="1229" y="866"/>
                      <a:pt x="2166" y="420"/>
                      <a:pt x="3094" y="420"/>
                    </a:cubicBezTo>
                    <a:cubicBezTo>
                      <a:pt x="3460" y="420"/>
                      <a:pt x="3825" y="490"/>
                      <a:pt x="4180" y="660"/>
                    </a:cubicBezTo>
                    <a:cubicBezTo>
                      <a:pt x="5133" y="1136"/>
                      <a:pt x="5634" y="2189"/>
                      <a:pt x="5960" y="3141"/>
                    </a:cubicBezTo>
                    <a:cubicBezTo>
                      <a:pt x="6000" y="3242"/>
                      <a:pt x="6090" y="3286"/>
                      <a:pt x="6177" y="3286"/>
                    </a:cubicBezTo>
                    <a:cubicBezTo>
                      <a:pt x="6306" y="3286"/>
                      <a:pt x="6431" y="3190"/>
                      <a:pt x="6386" y="3041"/>
                    </a:cubicBezTo>
                    <a:cubicBezTo>
                      <a:pt x="5985" y="1863"/>
                      <a:pt x="5333" y="635"/>
                      <a:pt x="4105" y="184"/>
                    </a:cubicBezTo>
                    <a:cubicBezTo>
                      <a:pt x="3764" y="55"/>
                      <a:pt x="3420" y="1"/>
                      <a:pt x="30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21"/>
              <p:cNvSpPr/>
              <p:nvPr/>
            </p:nvSpPr>
            <p:spPr>
              <a:xfrm>
                <a:off x="4113400" y="770525"/>
                <a:ext cx="26050" cy="26350"/>
              </a:xfrm>
              <a:custGeom>
                <a:rect b="b" l="l" r="r" t="t"/>
                <a:pathLst>
                  <a:path extrusionOk="0" h="1054" w="1042">
                    <a:moveTo>
                      <a:pt x="727" y="0"/>
                    </a:moveTo>
                    <a:cubicBezTo>
                      <a:pt x="664" y="0"/>
                      <a:pt x="602" y="25"/>
                      <a:pt x="558" y="83"/>
                    </a:cubicBezTo>
                    <a:cubicBezTo>
                      <a:pt x="408" y="308"/>
                      <a:pt x="258" y="534"/>
                      <a:pt x="107" y="734"/>
                    </a:cubicBezTo>
                    <a:cubicBezTo>
                      <a:pt x="1" y="894"/>
                      <a:pt x="145" y="1053"/>
                      <a:pt x="292" y="1053"/>
                    </a:cubicBezTo>
                    <a:cubicBezTo>
                      <a:pt x="353" y="1053"/>
                      <a:pt x="414" y="1026"/>
                      <a:pt x="458" y="960"/>
                    </a:cubicBezTo>
                    <a:cubicBezTo>
                      <a:pt x="634" y="734"/>
                      <a:pt x="784" y="509"/>
                      <a:pt x="934" y="308"/>
                    </a:cubicBezTo>
                    <a:cubicBezTo>
                      <a:pt x="1041" y="148"/>
                      <a:pt x="882" y="0"/>
                      <a:pt x="72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21"/>
              <p:cNvSpPr/>
              <p:nvPr/>
            </p:nvSpPr>
            <p:spPr>
              <a:xfrm>
                <a:off x="4142100" y="777650"/>
                <a:ext cx="20650" cy="24350"/>
              </a:xfrm>
              <a:custGeom>
                <a:rect b="b" l="l" r="r" t="t"/>
                <a:pathLst>
                  <a:path extrusionOk="0" h="974" w="826">
                    <a:moveTo>
                      <a:pt x="527" y="0"/>
                    </a:moveTo>
                    <a:cubicBezTo>
                      <a:pt x="463" y="0"/>
                      <a:pt x="401" y="29"/>
                      <a:pt x="363" y="98"/>
                    </a:cubicBezTo>
                    <a:cubicBezTo>
                      <a:pt x="288" y="299"/>
                      <a:pt x="187" y="474"/>
                      <a:pt x="87" y="650"/>
                    </a:cubicBezTo>
                    <a:cubicBezTo>
                      <a:pt x="0" y="824"/>
                      <a:pt x="154" y="973"/>
                      <a:pt x="291" y="973"/>
                    </a:cubicBezTo>
                    <a:cubicBezTo>
                      <a:pt x="351" y="973"/>
                      <a:pt x="407" y="944"/>
                      <a:pt x="438" y="875"/>
                    </a:cubicBezTo>
                    <a:cubicBezTo>
                      <a:pt x="538" y="675"/>
                      <a:pt x="638" y="499"/>
                      <a:pt x="739" y="324"/>
                    </a:cubicBezTo>
                    <a:cubicBezTo>
                      <a:pt x="826" y="150"/>
                      <a:pt x="671" y="0"/>
                      <a:pt x="52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21"/>
              <p:cNvSpPr/>
              <p:nvPr/>
            </p:nvSpPr>
            <p:spPr>
              <a:xfrm>
                <a:off x="4030850" y="784475"/>
                <a:ext cx="13175" cy="10675"/>
              </a:xfrm>
              <a:custGeom>
                <a:rect b="b" l="l" r="r" t="t"/>
                <a:pathLst>
                  <a:path extrusionOk="0" h="427" w="527">
                    <a:moveTo>
                      <a:pt x="251" y="1"/>
                    </a:moveTo>
                    <a:cubicBezTo>
                      <a:pt x="1" y="1"/>
                      <a:pt x="1" y="427"/>
                      <a:pt x="251" y="427"/>
                    </a:cubicBezTo>
                    <a:cubicBezTo>
                      <a:pt x="527" y="427"/>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21"/>
              <p:cNvSpPr/>
              <p:nvPr/>
            </p:nvSpPr>
            <p:spPr>
              <a:xfrm>
                <a:off x="4262700" y="909075"/>
                <a:ext cx="37600" cy="67375"/>
              </a:xfrm>
              <a:custGeom>
                <a:rect b="b" l="l" r="r" t="t"/>
                <a:pathLst>
                  <a:path extrusionOk="0" h="2695" w="1504">
                    <a:moveTo>
                      <a:pt x="232" y="0"/>
                    </a:moveTo>
                    <a:cubicBezTo>
                      <a:pt x="1" y="0"/>
                      <a:pt x="15" y="382"/>
                      <a:pt x="276" y="405"/>
                    </a:cubicBezTo>
                    <a:cubicBezTo>
                      <a:pt x="1278" y="531"/>
                      <a:pt x="952" y="1784"/>
                      <a:pt x="652" y="2360"/>
                    </a:cubicBezTo>
                    <a:cubicBezTo>
                      <a:pt x="582" y="2534"/>
                      <a:pt x="729" y="2695"/>
                      <a:pt x="867" y="2695"/>
                    </a:cubicBezTo>
                    <a:cubicBezTo>
                      <a:pt x="929" y="2695"/>
                      <a:pt x="989" y="2663"/>
                      <a:pt x="1027" y="2586"/>
                    </a:cubicBezTo>
                    <a:cubicBezTo>
                      <a:pt x="1278" y="2034"/>
                      <a:pt x="1504" y="1433"/>
                      <a:pt x="1303" y="831"/>
                    </a:cubicBezTo>
                    <a:cubicBezTo>
                      <a:pt x="1128" y="355"/>
                      <a:pt x="752" y="54"/>
                      <a:pt x="276" y="4"/>
                    </a:cubicBezTo>
                    <a:cubicBezTo>
                      <a:pt x="260"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21"/>
              <p:cNvSpPr/>
              <p:nvPr/>
            </p:nvSpPr>
            <p:spPr>
              <a:xfrm>
                <a:off x="4386950" y="986400"/>
                <a:ext cx="88950" cy="40775"/>
              </a:xfrm>
              <a:custGeom>
                <a:rect b="b" l="l" r="r" t="t"/>
                <a:pathLst>
                  <a:path extrusionOk="0" h="1631" w="3558">
                    <a:moveTo>
                      <a:pt x="812" y="0"/>
                    </a:moveTo>
                    <a:cubicBezTo>
                      <a:pt x="633" y="0"/>
                      <a:pt x="451" y="15"/>
                      <a:pt x="268" y="44"/>
                    </a:cubicBezTo>
                    <a:cubicBezTo>
                      <a:pt x="1" y="68"/>
                      <a:pt x="110" y="446"/>
                      <a:pt x="346" y="446"/>
                    </a:cubicBezTo>
                    <a:cubicBezTo>
                      <a:pt x="353" y="446"/>
                      <a:pt x="361" y="446"/>
                      <a:pt x="368" y="445"/>
                    </a:cubicBezTo>
                    <a:cubicBezTo>
                      <a:pt x="514" y="424"/>
                      <a:pt x="659" y="414"/>
                      <a:pt x="802" y="414"/>
                    </a:cubicBezTo>
                    <a:cubicBezTo>
                      <a:pt x="1697" y="414"/>
                      <a:pt x="2535" y="813"/>
                      <a:pt x="3075" y="1548"/>
                    </a:cubicBezTo>
                    <a:cubicBezTo>
                      <a:pt x="3126" y="1606"/>
                      <a:pt x="3191" y="1630"/>
                      <a:pt x="3255" y="1630"/>
                    </a:cubicBezTo>
                    <a:cubicBezTo>
                      <a:pt x="3411" y="1630"/>
                      <a:pt x="3558" y="1483"/>
                      <a:pt x="3451" y="1322"/>
                    </a:cubicBezTo>
                    <a:cubicBezTo>
                      <a:pt x="2809" y="488"/>
                      <a:pt x="1857" y="0"/>
                      <a:pt x="8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21"/>
              <p:cNvSpPr/>
              <p:nvPr/>
            </p:nvSpPr>
            <p:spPr>
              <a:xfrm>
                <a:off x="4070325" y="1165575"/>
                <a:ext cx="25400" cy="45075"/>
              </a:xfrm>
              <a:custGeom>
                <a:rect b="b" l="l" r="r" t="t"/>
                <a:pathLst>
                  <a:path extrusionOk="0" h="1803" w="1016">
                    <a:moveTo>
                      <a:pt x="449" y="0"/>
                    </a:moveTo>
                    <a:cubicBezTo>
                      <a:pt x="360" y="0"/>
                      <a:pt x="267" y="44"/>
                      <a:pt x="226" y="145"/>
                    </a:cubicBezTo>
                    <a:cubicBezTo>
                      <a:pt x="1" y="697"/>
                      <a:pt x="151" y="1323"/>
                      <a:pt x="577" y="1749"/>
                    </a:cubicBezTo>
                    <a:cubicBezTo>
                      <a:pt x="614" y="1787"/>
                      <a:pt x="657" y="1802"/>
                      <a:pt x="700" y="1802"/>
                    </a:cubicBezTo>
                    <a:cubicBezTo>
                      <a:pt x="859" y="1802"/>
                      <a:pt x="1016" y="1587"/>
                      <a:pt x="878" y="1449"/>
                    </a:cubicBezTo>
                    <a:cubicBezTo>
                      <a:pt x="552" y="1123"/>
                      <a:pt x="452" y="672"/>
                      <a:pt x="627" y="246"/>
                    </a:cubicBezTo>
                    <a:cubicBezTo>
                      <a:pt x="702" y="96"/>
                      <a:pt x="581" y="0"/>
                      <a:pt x="4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21"/>
              <p:cNvSpPr/>
              <p:nvPr/>
            </p:nvSpPr>
            <p:spPr>
              <a:xfrm>
                <a:off x="4032225" y="852325"/>
                <a:ext cx="65200" cy="41025"/>
              </a:xfrm>
              <a:custGeom>
                <a:rect b="b" l="l" r="r" t="t"/>
                <a:pathLst>
                  <a:path extrusionOk="0" h="1641" w="2608">
                    <a:moveTo>
                      <a:pt x="1123" y="1"/>
                    </a:moveTo>
                    <a:cubicBezTo>
                      <a:pt x="639" y="1"/>
                      <a:pt x="178" y="311"/>
                      <a:pt x="46" y="796"/>
                    </a:cubicBezTo>
                    <a:cubicBezTo>
                      <a:pt x="1" y="946"/>
                      <a:pt x="128" y="1052"/>
                      <a:pt x="253" y="1052"/>
                    </a:cubicBezTo>
                    <a:cubicBezTo>
                      <a:pt x="335" y="1052"/>
                      <a:pt x="417" y="1006"/>
                      <a:pt x="447" y="896"/>
                    </a:cubicBezTo>
                    <a:cubicBezTo>
                      <a:pt x="542" y="591"/>
                      <a:pt x="826" y="416"/>
                      <a:pt x="1133" y="416"/>
                    </a:cubicBezTo>
                    <a:cubicBezTo>
                      <a:pt x="1229" y="416"/>
                      <a:pt x="1328" y="434"/>
                      <a:pt x="1424" y="470"/>
                    </a:cubicBezTo>
                    <a:cubicBezTo>
                      <a:pt x="1850" y="620"/>
                      <a:pt x="2076" y="1071"/>
                      <a:pt x="2176" y="1497"/>
                    </a:cubicBezTo>
                    <a:cubicBezTo>
                      <a:pt x="2196" y="1597"/>
                      <a:pt x="2271" y="1641"/>
                      <a:pt x="2351" y="1641"/>
                    </a:cubicBezTo>
                    <a:cubicBezTo>
                      <a:pt x="2473" y="1641"/>
                      <a:pt x="2607" y="1538"/>
                      <a:pt x="2577" y="1372"/>
                    </a:cubicBezTo>
                    <a:cubicBezTo>
                      <a:pt x="2427" y="745"/>
                      <a:pt x="2001" y="119"/>
                      <a:pt x="1324" y="19"/>
                    </a:cubicBezTo>
                    <a:cubicBezTo>
                      <a:pt x="1257" y="6"/>
                      <a:pt x="1190" y="1"/>
                      <a:pt x="11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21"/>
              <p:cNvSpPr/>
              <p:nvPr/>
            </p:nvSpPr>
            <p:spPr>
              <a:xfrm>
                <a:off x="3860425" y="1615075"/>
                <a:ext cx="43050" cy="51050"/>
              </a:xfrm>
              <a:custGeom>
                <a:rect b="b" l="l" r="r" t="t"/>
                <a:pathLst>
                  <a:path extrusionOk="0" h="2042" w="1722">
                    <a:moveTo>
                      <a:pt x="605" y="0"/>
                    </a:moveTo>
                    <a:cubicBezTo>
                      <a:pt x="540" y="0"/>
                      <a:pt x="474" y="32"/>
                      <a:pt x="427" y="110"/>
                    </a:cubicBezTo>
                    <a:cubicBezTo>
                      <a:pt x="1" y="837"/>
                      <a:pt x="477" y="1915"/>
                      <a:pt x="1354" y="2040"/>
                    </a:cubicBezTo>
                    <a:cubicBezTo>
                      <a:pt x="1362" y="2041"/>
                      <a:pt x="1369" y="2041"/>
                      <a:pt x="1376" y="2041"/>
                    </a:cubicBezTo>
                    <a:cubicBezTo>
                      <a:pt x="1612" y="2041"/>
                      <a:pt x="1722" y="1663"/>
                      <a:pt x="1454" y="1639"/>
                    </a:cubicBezTo>
                    <a:cubicBezTo>
                      <a:pt x="878" y="1539"/>
                      <a:pt x="477" y="837"/>
                      <a:pt x="803" y="311"/>
                    </a:cubicBezTo>
                    <a:cubicBezTo>
                      <a:pt x="889" y="156"/>
                      <a:pt x="750" y="0"/>
                      <a:pt x="60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21"/>
              <p:cNvSpPr/>
              <p:nvPr/>
            </p:nvSpPr>
            <p:spPr>
              <a:xfrm>
                <a:off x="3966950" y="1055125"/>
                <a:ext cx="1752525" cy="1276125"/>
              </a:xfrm>
              <a:custGeom>
                <a:rect b="b" l="l" r="r" t="t"/>
                <a:pathLst>
                  <a:path extrusionOk="0" h="51045" w="70101">
                    <a:moveTo>
                      <a:pt x="24735" y="1"/>
                    </a:moveTo>
                    <a:cubicBezTo>
                      <a:pt x="20654" y="1"/>
                      <a:pt x="16674" y="1313"/>
                      <a:pt x="13008" y="3085"/>
                    </a:cubicBezTo>
                    <a:cubicBezTo>
                      <a:pt x="9148" y="4989"/>
                      <a:pt x="5414" y="7521"/>
                      <a:pt x="3083" y="11155"/>
                    </a:cubicBezTo>
                    <a:cubicBezTo>
                      <a:pt x="777" y="14739"/>
                      <a:pt x="0" y="19150"/>
                      <a:pt x="226" y="23385"/>
                    </a:cubicBezTo>
                    <a:cubicBezTo>
                      <a:pt x="451" y="27621"/>
                      <a:pt x="1629" y="31782"/>
                      <a:pt x="2983" y="35792"/>
                    </a:cubicBezTo>
                    <a:cubicBezTo>
                      <a:pt x="3534" y="37421"/>
                      <a:pt x="4336" y="39225"/>
                      <a:pt x="5965" y="39726"/>
                    </a:cubicBezTo>
                    <a:cubicBezTo>
                      <a:pt x="6214" y="39799"/>
                      <a:pt x="6465" y="39833"/>
                      <a:pt x="6714" y="39833"/>
                    </a:cubicBezTo>
                    <a:cubicBezTo>
                      <a:pt x="8276" y="39833"/>
                      <a:pt x="9779" y="38500"/>
                      <a:pt x="10276" y="36944"/>
                    </a:cubicBezTo>
                    <a:cubicBezTo>
                      <a:pt x="10877" y="35165"/>
                      <a:pt x="10401" y="33285"/>
                      <a:pt x="10126" y="31330"/>
                    </a:cubicBezTo>
                    <a:lnTo>
                      <a:pt x="10126" y="31330"/>
                    </a:lnTo>
                    <a:cubicBezTo>
                      <a:pt x="10652" y="33285"/>
                      <a:pt x="10301" y="35015"/>
                      <a:pt x="11228" y="36568"/>
                    </a:cubicBezTo>
                    <a:cubicBezTo>
                      <a:pt x="11921" y="37742"/>
                      <a:pt x="13278" y="38635"/>
                      <a:pt x="14609" y="38635"/>
                    </a:cubicBezTo>
                    <a:cubicBezTo>
                      <a:pt x="15011" y="38635"/>
                      <a:pt x="15411" y="38553"/>
                      <a:pt x="15790" y="38373"/>
                    </a:cubicBezTo>
                    <a:cubicBezTo>
                      <a:pt x="17243" y="37671"/>
                      <a:pt x="17770" y="35792"/>
                      <a:pt x="17695" y="34162"/>
                    </a:cubicBezTo>
                    <a:cubicBezTo>
                      <a:pt x="17569" y="32283"/>
                      <a:pt x="17143" y="30629"/>
                      <a:pt x="17143" y="28548"/>
                    </a:cubicBezTo>
                    <a:lnTo>
                      <a:pt x="17143" y="28548"/>
                    </a:lnTo>
                    <a:cubicBezTo>
                      <a:pt x="17269" y="31380"/>
                      <a:pt x="18096" y="34162"/>
                      <a:pt x="19524" y="36619"/>
                    </a:cubicBezTo>
                    <a:cubicBezTo>
                      <a:pt x="20057" y="37522"/>
                      <a:pt x="20889" y="38468"/>
                      <a:pt x="21902" y="38468"/>
                    </a:cubicBezTo>
                    <a:cubicBezTo>
                      <a:pt x="21986" y="38468"/>
                      <a:pt x="22070" y="38462"/>
                      <a:pt x="22156" y="38448"/>
                    </a:cubicBezTo>
                    <a:cubicBezTo>
                      <a:pt x="23108" y="38298"/>
                      <a:pt x="23685" y="37371"/>
                      <a:pt x="24086" y="36518"/>
                    </a:cubicBezTo>
                    <a:cubicBezTo>
                      <a:pt x="24958" y="34489"/>
                      <a:pt x="25546" y="32042"/>
                      <a:pt x="25502" y="29772"/>
                    </a:cubicBezTo>
                    <a:lnTo>
                      <a:pt x="25502" y="29772"/>
                    </a:lnTo>
                    <a:cubicBezTo>
                      <a:pt x="25565" y="30879"/>
                      <a:pt x="25613" y="31989"/>
                      <a:pt x="25690" y="33010"/>
                    </a:cubicBezTo>
                    <a:cubicBezTo>
                      <a:pt x="25790" y="34313"/>
                      <a:pt x="25990" y="35691"/>
                      <a:pt x="26717" y="36794"/>
                    </a:cubicBezTo>
                    <a:cubicBezTo>
                      <a:pt x="27339" y="37738"/>
                      <a:pt x="28421" y="38462"/>
                      <a:pt x="29521" y="38462"/>
                    </a:cubicBezTo>
                    <a:cubicBezTo>
                      <a:pt x="29706" y="38462"/>
                      <a:pt x="29892" y="38441"/>
                      <a:pt x="30076" y="38398"/>
                    </a:cubicBezTo>
                    <a:cubicBezTo>
                      <a:pt x="31254" y="38147"/>
                      <a:pt x="32081" y="37070"/>
                      <a:pt x="32657" y="35992"/>
                    </a:cubicBezTo>
                    <a:cubicBezTo>
                      <a:pt x="33283" y="34782"/>
                      <a:pt x="33691" y="33460"/>
                      <a:pt x="33867" y="32106"/>
                    </a:cubicBezTo>
                    <a:lnTo>
                      <a:pt x="33867" y="32106"/>
                    </a:lnTo>
                    <a:cubicBezTo>
                      <a:pt x="33953" y="33351"/>
                      <a:pt x="34138" y="34586"/>
                      <a:pt x="34411" y="35792"/>
                    </a:cubicBezTo>
                    <a:cubicBezTo>
                      <a:pt x="34662" y="36844"/>
                      <a:pt x="35063" y="37997"/>
                      <a:pt x="36041" y="38398"/>
                    </a:cubicBezTo>
                    <a:cubicBezTo>
                      <a:pt x="36287" y="38504"/>
                      <a:pt x="36538" y="38552"/>
                      <a:pt x="36790" y="38552"/>
                    </a:cubicBezTo>
                    <a:cubicBezTo>
                      <a:pt x="37841" y="38552"/>
                      <a:pt x="38891" y="37719"/>
                      <a:pt x="39599" y="36869"/>
                    </a:cubicBezTo>
                    <a:cubicBezTo>
                      <a:pt x="41384" y="34728"/>
                      <a:pt x="42535" y="32060"/>
                      <a:pt x="42921" y="29291"/>
                    </a:cubicBezTo>
                    <a:lnTo>
                      <a:pt x="42921" y="29291"/>
                    </a:lnTo>
                    <a:cubicBezTo>
                      <a:pt x="42775" y="31864"/>
                      <a:pt x="42975" y="34438"/>
                      <a:pt x="43534" y="36944"/>
                    </a:cubicBezTo>
                    <a:cubicBezTo>
                      <a:pt x="43885" y="38473"/>
                      <a:pt x="44587" y="40228"/>
                      <a:pt x="46141" y="40579"/>
                    </a:cubicBezTo>
                    <a:cubicBezTo>
                      <a:pt x="46293" y="40610"/>
                      <a:pt x="46439" y="40624"/>
                      <a:pt x="46579" y="40624"/>
                    </a:cubicBezTo>
                    <a:cubicBezTo>
                      <a:pt x="47800" y="40624"/>
                      <a:pt x="48566" y="39504"/>
                      <a:pt x="48948" y="38223"/>
                    </a:cubicBezTo>
                    <a:cubicBezTo>
                      <a:pt x="49824" y="35296"/>
                      <a:pt x="50554" y="32698"/>
                      <a:pt x="50750" y="30054"/>
                    </a:cubicBezTo>
                    <a:lnTo>
                      <a:pt x="50750" y="30054"/>
                    </a:lnTo>
                    <a:cubicBezTo>
                      <a:pt x="50661" y="32512"/>
                      <a:pt x="50560" y="34957"/>
                      <a:pt x="50477" y="37421"/>
                    </a:cubicBezTo>
                    <a:cubicBezTo>
                      <a:pt x="50452" y="38223"/>
                      <a:pt x="50427" y="39050"/>
                      <a:pt x="50652" y="39827"/>
                    </a:cubicBezTo>
                    <a:cubicBezTo>
                      <a:pt x="50878" y="40579"/>
                      <a:pt x="51404" y="41330"/>
                      <a:pt x="52181" y="41556"/>
                    </a:cubicBezTo>
                    <a:cubicBezTo>
                      <a:pt x="52388" y="41627"/>
                      <a:pt x="52599" y="41659"/>
                      <a:pt x="52810" y="41659"/>
                    </a:cubicBezTo>
                    <a:cubicBezTo>
                      <a:pt x="53642" y="41659"/>
                      <a:pt x="54473" y="41159"/>
                      <a:pt x="55113" y="40579"/>
                    </a:cubicBezTo>
                    <a:cubicBezTo>
                      <a:pt x="55715" y="40027"/>
                      <a:pt x="56241" y="39426"/>
                      <a:pt x="56667" y="38749"/>
                    </a:cubicBezTo>
                    <a:lnTo>
                      <a:pt x="56667" y="38749"/>
                    </a:lnTo>
                    <a:cubicBezTo>
                      <a:pt x="56392" y="41531"/>
                      <a:pt x="56366" y="44338"/>
                      <a:pt x="56617" y="47145"/>
                    </a:cubicBezTo>
                    <a:cubicBezTo>
                      <a:pt x="56742" y="48624"/>
                      <a:pt x="57143" y="50403"/>
                      <a:pt x="58572" y="50904"/>
                    </a:cubicBezTo>
                    <a:cubicBezTo>
                      <a:pt x="58815" y="51000"/>
                      <a:pt x="59074" y="51044"/>
                      <a:pt x="59336" y="51044"/>
                    </a:cubicBezTo>
                    <a:cubicBezTo>
                      <a:pt x="59965" y="51044"/>
                      <a:pt x="60615" y="50792"/>
                      <a:pt x="61128" y="50403"/>
                    </a:cubicBezTo>
                    <a:cubicBezTo>
                      <a:pt x="61855" y="49852"/>
                      <a:pt x="62356" y="49075"/>
                      <a:pt x="62833" y="48323"/>
                    </a:cubicBezTo>
                    <a:cubicBezTo>
                      <a:pt x="66066" y="43135"/>
                      <a:pt x="68246" y="37320"/>
                      <a:pt x="69224" y="31305"/>
                    </a:cubicBezTo>
                    <a:cubicBezTo>
                      <a:pt x="70101" y="25942"/>
                      <a:pt x="69976" y="20278"/>
                      <a:pt x="67695" y="15365"/>
                    </a:cubicBezTo>
                    <a:cubicBezTo>
                      <a:pt x="65113" y="9826"/>
                      <a:pt x="59900" y="5716"/>
                      <a:pt x="54036" y="3962"/>
                    </a:cubicBezTo>
                    <a:cubicBezTo>
                      <a:pt x="51574" y="3218"/>
                      <a:pt x="49016" y="2873"/>
                      <a:pt x="46448" y="2873"/>
                    </a:cubicBezTo>
                    <a:cubicBezTo>
                      <a:pt x="42871" y="2873"/>
                      <a:pt x="39275" y="3543"/>
                      <a:pt x="35890" y="4739"/>
                    </a:cubicBezTo>
                    <a:cubicBezTo>
                      <a:pt x="33259" y="1631"/>
                      <a:pt x="29048" y="77"/>
                      <a:pt x="24963" y="2"/>
                    </a:cubicBezTo>
                    <a:cubicBezTo>
                      <a:pt x="24887" y="1"/>
                      <a:pt x="24811" y="1"/>
                      <a:pt x="247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21"/>
              <p:cNvSpPr/>
              <p:nvPr/>
            </p:nvSpPr>
            <p:spPr>
              <a:xfrm>
                <a:off x="3946900" y="1050100"/>
                <a:ext cx="1787000" cy="1286150"/>
              </a:xfrm>
              <a:custGeom>
                <a:rect b="b" l="l" r="r" t="t"/>
                <a:pathLst>
                  <a:path extrusionOk="0" h="51446" w="71480">
                    <a:moveTo>
                      <a:pt x="25343" y="445"/>
                    </a:moveTo>
                    <a:cubicBezTo>
                      <a:pt x="29543" y="445"/>
                      <a:pt x="33701" y="1826"/>
                      <a:pt x="36567" y="5090"/>
                    </a:cubicBezTo>
                    <a:cubicBezTo>
                      <a:pt x="36585" y="5127"/>
                      <a:pt x="36644" y="5150"/>
                      <a:pt x="36703" y="5150"/>
                    </a:cubicBezTo>
                    <a:cubicBezTo>
                      <a:pt x="36725" y="5150"/>
                      <a:pt x="36747" y="5147"/>
                      <a:pt x="36767" y="5140"/>
                    </a:cubicBezTo>
                    <a:cubicBezTo>
                      <a:pt x="40136" y="3958"/>
                      <a:pt x="43697" y="3290"/>
                      <a:pt x="47254" y="3290"/>
                    </a:cubicBezTo>
                    <a:cubicBezTo>
                      <a:pt x="49731" y="3290"/>
                      <a:pt x="52205" y="3614"/>
                      <a:pt x="54612" y="4313"/>
                    </a:cubicBezTo>
                    <a:cubicBezTo>
                      <a:pt x="59549" y="5742"/>
                      <a:pt x="64086" y="8875"/>
                      <a:pt x="66943" y="13185"/>
                    </a:cubicBezTo>
                    <a:cubicBezTo>
                      <a:pt x="70126" y="18048"/>
                      <a:pt x="70752" y="24013"/>
                      <a:pt x="70076" y="29652"/>
                    </a:cubicBezTo>
                    <a:cubicBezTo>
                      <a:pt x="69399" y="35441"/>
                      <a:pt x="67544" y="41105"/>
                      <a:pt x="64762" y="46193"/>
                    </a:cubicBezTo>
                    <a:cubicBezTo>
                      <a:pt x="64011" y="47572"/>
                      <a:pt x="63234" y="49201"/>
                      <a:pt x="62031" y="50228"/>
                    </a:cubicBezTo>
                    <a:cubicBezTo>
                      <a:pt x="61502" y="50686"/>
                      <a:pt x="60800" y="51033"/>
                      <a:pt x="60099" y="51033"/>
                    </a:cubicBezTo>
                    <a:cubicBezTo>
                      <a:pt x="59803" y="51033"/>
                      <a:pt x="59506" y="50971"/>
                      <a:pt x="59224" y="50830"/>
                    </a:cubicBezTo>
                    <a:cubicBezTo>
                      <a:pt x="58472" y="50454"/>
                      <a:pt x="58096" y="49652"/>
                      <a:pt x="57895" y="48900"/>
                    </a:cubicBezTo>
                    <a:cubicBezTo>
                      <a:pt x="57469" y="47396"/>
                      <a:pt x="57494" y="45692"/>
                      <a:pt x="57469" y="44138"/>
                    </a:cubicBezTo>
                    <a:cubicBezTo>
                      <a:pt x="57444" y="42409"/>
                      <a:pt x="57519" y="40679"/>
                      <a:pt x="57670" y="38950"/>
                    </a:cubicBezTo>
                    <a:cubicBezTo>
                      <a:pt x="57684" y="38818"/>
                      <a:pt x="57588" y="38755"/>
                      <a:pt x="57485" y="38755"/>
                    </a:cubicBezTo>
                    <a:cubicBezTo>
                      <a:pt x="57412" y="38755"/>
                      <a:pt x="57335" y="38787"/>
                      <a:pt x="57294" y="38850"/>
                    </a:cubicBezTo>
                    <a:cubicBezTo>
                      <a:pt x="56492" y="40028"/>
                      <a:pt x="55163" y="41657"/>
                      <a:pt x="53610" y="41657"/>
                    </a:cubicBezTo>
                    <a:cubicBezTo>
                      <a:pt x="51529" y="41657"/>
                      <a:pt x="51429" y="39100"/>
                      <a:pt x="51479" y="37622"/>
                    </a:cubicBezTo>
                    <a:cubicBezTo>
                      <a:pt x="51561" y="35203"/>
                      <a:pt x="51660" y="32801"/>
                      <a:pt x="51748" y="30389"/>
                    </a:cubicBezTo>
                    <a:lnTo>
                      <a:pt x="51748" y="30389"/>
                    </a:lnTo>
                    <a:cubicBezTo>
                      <a:pt x="51793" y="29887"/>
                      <a:pt x="51821" y="29382"/>
                      <a:pt x="51830" y="28875"/>
                    </a:cubicBezTo>
                    <a:cubicBezTo>
                      <a:pt x="51830" y="28834"/>
                      <a:pt x="51821" y="28800"/>
                      <a:pt x="51805" y="28771"/>
                    </a:cubicBezTo>
                    <a:lnTo>
                      <a:pt x="51805" y="28771"/>
                    </a:lnTo>
                    <a:cubicBezTo>
                      <a:pt x="51816" y="28636"/>
                      <a:pt x="51716" y="28568"/>
                      <a:pt x="51614" y="28568"/>
                    </a:cubicBezTo>
                    <a:cubicBezTo>
                      <a:pt x="51511" y="28568"/>
                      <a:pt x="51404" y="28637"/>
                      <a:pt x="51404" y="28774"/>
                    </a:cubicBezTo>
                    <a:cubicBezTo>
                      <a:pt x="51390" y="29187"/>
                      <a:pt x="51374" y="29599"/>
                      <a:pt x="51358" y="30010"/>
                    </a:cubicBezTo>
                    <a:lnTo>
                      <a:pt x="51358" y="30010"/>
                    </a:lnTo>
                    <a:cubicBezTo>
                      <a:pt x="51231" y="31872"/>
                      <a:pt x="50856" y="33699"/>
                      <a:pt x="50376" y="35491"/>
                    </a:cubicBezTo>
                    <a:cubicBezTo>
                      <a:pt x="49966" y="36996"/>
                      <a:pt x="49452" y="40616"/>
                      <a:pt x="47400" y="40616"/>
                    </a:cubicBezTo>
                    <a:cubicBezTo>
                      <a:pt x="47196" y="40616"/>
                      <a:pt x="46978" y="40581"/>
                      <a:pt x="46742" y="40504"/>
                    </a:cubicBezTo>
                    <a:cubicBezTo>
                      <a:pt x="44787" y="39852"/>
                      <a:pt x="44437" y="36895"/>
                      <a:pt x="44186" y="35191"/>
                    </a:cubicBezTo>
                    <a:cubicBezTo>
                      <a:pt x="43888" y="33266"/>
                      <a:pt x="43826" y="31326"/>
                      <a:pt x="43938" y="29395"/>
                    </a:cubicBezTo>
                    <a:lnTo>
                      <a:pt x="43938" y="29395"/>
                    </a:lnTo>
                    <a:cubicBezTo>
                      <a:pt x="44003" y="28891"/>
                      <a:pt x="44043" y="28383"/>
                      <a:pt x="44061" y="27872"/>
                    </a:cubicBezTo>
                    <a:lnTo>
                      <a:pt x="44061" y="27872"/>
                    </a:lnTo>
                    <a:cubicBezTo>
                      <a:pt x="44061" y="27872"/>
                      <a:pt x="44061" y="27872"/>
                      <a:pt x="44061" y="27872"/>
                    </a:cubicBezTo>
                    <a:cubicBezTo>
                      <a:pt x="44073" y="27738"/>
                      <a:pt x="43984" y="27675"/>
                      <a:pt x="43883" y="27675"/>
                    </a:cubicBezTo>
                    <a:cubicBezTo>
                      <a:pt x="43778" y="27675"/>
                      <a:pt x="43660" y="27744"/>
                      <a:pt x="43635" y="27872"/>
                    </a:cubicBezTo>
                    <a:cubicBezTo>
                      <a:pt x="43635" y="27872"/>
                      <a:pt x="43635" y="27872"/>
                      <a:pt x="43635" y="27872"/>
                    </a:cubicBezTo>
                    <a:lnTo>
                      <a:pt x="43635" y="27872"/>
                    </a:lnTo>
                    <a:cubicBezTo>
                      <a:pt x="43586" y="28341"/>
                      <a:pt x="43549" y="28810"/>
                      <a:pt x="43521" y="29278"/>
                    </a:cubicBezTo>
                    <a:lnTo>
                      <a:pt x="43521" y="29278"/>
                    </a:lnTo>
                    <a:cubicBezTo>
                      <a:pt x="43142" y="32345"/>
                      <a:pt x="41875" y="35603"/>
                      <a:pt x="39574" y="37622"/>
                    </a:cubicBezTo>
                    <a:cubicBezTo>
                      <a:pt x="39017" y="38117"/>
                      <a:pt x="38278" y="38536"/>
                      <a:pt x="37565" y="38536"/>
                    </a:cubicBezTo>
                    <a:cubicBezTo>
                      <a:pt x="37123" y="38536"/>
                      <a:pt x="36690" y="38375"/>
                      <a:pt x="36316" y="37973"/>
                    </a:cubicBezTo>
                    <a:cubicBezTo>
                      <a:pt x="35715" y="37321"/>
                      <a:pt x="35514" y="36394"/>
                      <a:pt x="35339" y="35541"/>
                    </a:cubicBezTo>
                    <a:cubicBezTo>
                      <a:pt x="35099" y="34437"/>
                      <a:pt x="34952" y="33319"/>
                      <a:pt x="34881" y="32194"/>
                    </a:cubicBezTo>
                    <a:lnTo>
                      <a:pt x="34881" y="32194"/>
                    </a:lnTo>
                    <a:cubicBezTo>
                      <a:pt x="34994" y="31204"/>
                      <a:pt x="34985" y="30200"/>
                      <a:pt x="34863" y="29201"/>
                    </a:cubicBezTo>
                    <a:cubicBezTo>
                      <a:pt x="34850" y="29063"/>
                      <a:pt x="34750" y="28994"/>
                      <a:pt x="34653" y="28994"/>
                    </a:cubicBezTo>
                    <a:cubicBezTo>
                      <a:pt x="34556" y="28994"/>
                      <a:pt x="34462" y="29063"/>
                      <a:pt x="34462" y="29201"/>
                    </a:cubicBezTo>
                    <a:cubicBezTo>
                      <a:pt x="34426" y="29826"/>
                      <a:pt x="34389" y="31004"/>
                      <a:pt x="34453" y="32332"/>
                    </a:cubicBezTo>
                    <a:lnTo>
                      <a:pt x="34453" y="32332"/>
                    </a:lnTo>
                    <a:cubicBezTo>
                      <a:pt x="34360" y="33062"/>
                      <a:pt x="34199" y="33784"/>
                      <a:pt x="33960" y="34489"/>
                    </a:cubicBezTo>
                    <a:cubicBezTo>
                      <a:pt x="33415" y="36076"/>
                      <a:pt x="32329" y="38449"/>
                      <a:pt x="30338" y="38449"/>
                    </a:cubicBezTo>
                    <a:cubicBezTo>
                      <a:pt x="30318" y="38449"/>
                      <a:pt x="30297" y="38449"/>
                      <a:pt x="30276" y="38449"/>
                    </a:cubicBezTo>
                    <a:cubicBezTo>
                      <a:pt x="26755" y="38385"/>
                      <a:pt x="26569" y="33674"/>
                      <a:pt x="26494" y="30539"/>
                    </a:cubicBezTo>
                    <a:lnTo>
                      <a:pt x="26494" y="30539"/>
                    </a:lnTo>
                    <a:cubicBezTo>
                      <a:pt x="26505" y="30017"/>
                      <a:pt x="26489" y="29496"/>
                      <a:pt x="26441" y="28975"/>
                    </a:cubicBezTo>
                    <a:lnTo>
                      <a:pt x="26441" y="28975"/>
                    </a:lnTo>
                    <a:cubicBezTo>
                      <a:pt x="26441" y="28975"/>
                      <a:pt x="26441" y="28975"/>
                      <a:pt x="26441" y="28975"/>
                    </a:cubicBezTo>
                    <a:cubicBezTo>
                      <a:pt x="26429" y="28837"/>
                      <a:pt x="26322" y="28768"/>
                      <a:pt x="26222" y="28768"/>
                    </a:cubicBezTo>
                    <a:cubicBezTo>
                      <a:pt x="26122" y="28768"/>
                      <a:pt x="26028" y="28837"/>
                      <a:pt x="26040" y="28975"/>
                    </a:cubicBezTo>
                    <a:cubicBezTo>
                      <a:pt x="26065" y="29398"/>
                      <a:pt x="26077" y="29898"/>
                      <a:pt x="26091" y="30445"/>
                    </a:cubicBezTo>
                    <a:lnTo>
                      <a:pt x="26091" y="30445"/>
                    </a:lnTo>
                    <a:cubicBezTo>
                      <a:pt x="26068" y="31665"/>
                      <a:pt x="25886" y="32883"/>
                      <a:pt x="25564" y="34063"/>
                    </a:cubicBezTo>
                    <a:cubicBezTo>
                      <a:pt x="25213" y="35441"/>
                      <a:pt x="24637" y="38048"/>
                      <a:pt x="23008" y="38374"/>
                    </a:cubicBezTo>
                    <a:cubicBezTo>
                      <a:pt x="22888" y="38399"/>
                      <a:pt x="22771" y="38412"/>
                      <a:pt x="22656" y="38412"/>
                    </a:cubicBezTo>
                    <a:cubicBezTo>
                      <a:pt x="20882" y="38412"/>
                      <a:pt x="19766" y="35453"/>
                      <a:pt x="19248" y="34088"/>
                    </a:cubicBezTo>
                    <a:cubicBezTo>
                      <a:pt x="18812" y="32947"/>
                      <a:pt x="18511" y="31761"/>
                      <a:pt x="18337" y="30553"/>
                    </a:cubicBezTo>
                    <a:lnTo>
                      <a:pt x="18337" y="30553"/>
                    </a:lnTo>
                    <a:cubicBezTo>
                      <a:pt x="18309" y="30343"/>
                      <a:pt x="18282" y="30138"/>
                      <a:pt x="18259" y="29941"/>
                    </a:cubicBezTo>
                    <a:lnTo>
                      <a:pt x="18259" y="29941"/>
                    </a:lnTo>
                    <a:cubicBezTo>
                      <a:pt x="18217" y="29546"/>
                      <a:pt x="18187" y="29148"/>
                      <a:pt x="18171" y="28749"/>
                    </a:cubicBezTo>
                    <a:lnTo>
                      <a:pt x="18171" y="28749"/>
                    </a:lnTo>
                    <a:cubicBezTo>
                      <a:pt x="18171" y="28749"/>
                      <a:pt x="18171" y="28749"/>
                      <a:pt x="18171" y="28749"/>
                    </a:cubicBezTo>
                    <a:cubicBezTo>
                      <a:pt x="18158" y="28612"/>
                      <a:pt x="18052" y="28543"/>
                      <a:pt x="17948" y="28543"/>
                    </a:cubicBezTo>
                    <a:cubicBezTo>
                      <a:pt x="17845" y="28543"/>
                      <a:pt x="17745" y="28612"/>
                      <a:pt x="17745" y="28749"/>
                    </a:cubicBezTo>
                    <a:cubicBezTo>
                      <a:pt x="17745" y="28749"/>
                      <a:pt x="17745" y="28749"/>
                      <a:pt x="17745" y="28749"/>
                    </a:cubicBezTo>
                    <a:lnTo>
                      <a:pt x="17745" y="28749"/>
                    </a:lnTo>
                    <a:cubicBezTo>
                      <a:pt x="17770" y="30529"/>
                      <a:pt x="18121" y="32258"/>
                      <a:pt x="18246" y="34013"/>
                    </a:cubicBezTo>
                    <a:cubicBezTo>
                      <a:pt x="18371" y="35516"/>
                      <a:pt x="18121" y="37396"/>
                      <a:pt x="16717" y="38273"/>
                    </a:cubicBezTo>
                    <a:cubicBezTo>
                      <a:pt x="16299" y="38528"/>
                      <a:pt x="15849" y="38640"/>
                      <a:pt x="15399" y="38640"/>
                    </a:cubicBezTo>
                    <a:cubicBezTo>
                      <a:pt x="14123" y="38640"/>
                      <a:pt x="12836" y="37744"/>
                      <a:pt x="12206" y="36669"/>
                    </a:cubicBezTo>
                    <a:cubicBezTo>
                      <a:pt x="11847" y="36061"/>
                      <a:pt x="11670" y="35381"/>
                      <a:pt x="11563" y="34677"/>
                    </a:cubicBezTo>
                    <a:lnTo>
                      <a:pt x="11563" y="34677"/>
                    </a:lnTo>
                    <a:cubicBezTo>
                      <a:pt x="11534" y="34136"/>
                      <a:pt x="11466" y="33594"/>
                      <a:pt x="11387" y="33056"/>
                    </a:cubicBezTo>
                    <a:lnTo>
                      <a:pt x="11387" y="33056"/>
                    </a:lnTo>
                    <a:cubicBezTo>
                      <a:pt x="11335" y="32517"/>
                      <a:pt x="11274" y="31986"/>
                      <a:pt x="11153" y="31481"/>
                    </a:cubicBezTo>
                    <a:cubicBezTo>
                      <a:pt x="11123" y="31382"/>
                      <a:pt x="11046" y="31338"/>
                      <a:pt x="10966" y="31338"/>
                    </a:cubicBezTo>
                    <a:cubicBezTo>
                      <a:pt x="10843" y="31338"/>
                      <a:pt x="10712" y="31440"/>
                      <a:pt x="10727" y="31607"/>
                    </a:cubicBezTo>
                    <a:cubicBezTo>
                      <a:pt x="11103" y="34288"/>
                      <a:pt x="11880" y="37897"/>
                      <a:pt x="8898" y="39476"/>
                    </a:cubicBezTo>
                    <a:cubicBezTo>
                      <a:pt x="8402" y="39735"/>
                      <a:pt x="7947" y="39849"/>
                      <a:pt x="7531" y="39849"/>
                    </a:cubicBezTo>
                    <a:cubicBezTo>
                      <a:pt x="5571" y="39849"/>
                      <a:pt x="4459" y="37324"/>
                      <a:pt x="3860" y="35566"/>
                    </a:cubicBezTo>
                    <a:cubicBezTo>
                      <a:pt x="2181" y="30579"/>
                      <a:pt x="827" y="25341"/>
                      <a:pt x="1303" y="20028"/>
                    </a:cubicBezTo>
                    <a:cubicBezTo>
                      <a:pt x="1730" y="15040"/>
                      <a:pt x="3910" y="10579"/>
                      <a:pt x="7770" y="7346"/>
                    </a:cubicBezTo>
                    <a:cubicBezTo>
                      <a:pt x="11554" y="4163"/>
                      <a:pt x="16517" y="1832"/>
                      <a:pt x="21329" y="855"/>
                    </a:cubicBezTo>
                    <a:cubicBezTo>
                      <a:pt x="22643" y="587"/>
                      <a:pt x="23995" y="445"/>
                      <a:pt x="25343" y="445"/>
                    </a:cubicBezTo>
                    <a:close/>
                    <a:moveTo>
                      <a:pt x="25368" y="1"/>
                    </a:moveTo>
                    <a:cubicBezTo>
                      <a:pt x="20239" y="1"/>
                      <a:pt x="15103" y="2084"/>
                      <a:pt x="10777" y="4714"/>
                    </a:cubicBezTo>
                    <a:cubicBezTo>
                      <a:pt x="5890" y="7672"/>
                      <a:pt x="2306" y="11982"/>
                      <a:pt x="1203" y="17697"/>
                    </a:cubicBezTo>
                    <a:cubicBezTo>
                      <a:pt x="0" y="23887"/>
                      <a:pt x="1579" y="30203"/>
                      <a:pt x="3584" y="36043"/>
                    </a:cubicBezTo>
                    <a:cubicBezTo>
                      <a:pt x="4211" y="37872"/>
                      <a:pt x="5238" y="40203"/>
                      <a:pt x="7494" y="40228"/>
                    </a:cubicBezTo>
                    <a:cubicBezTo>
                      <a:pt x="7519" y="40229"/>
                      <a:pt x="7544" y="40229"/>
                      <a:pt x="7569" y="40229"/>
                    </a:cubicBezTo>
                    <a:cubicBezTo>
                      <a:pt x="9735" y="40229"/>
                      <a:pt x="11271" y="38123"/>
                      <a:pt x="11521" y="36136"/>
                    </a:cubicBezTo>
                    <a:lnTo>
                      <a:pt x="11521" y="36136"/>
                    </a:lnTo>
                    <a:cubicBezTo>
                      <a:pt x="11681" y="36572"/>
                      <a:pt x="11899" y="36988"/>
                      <a:pt x="12206" y="37371"/>
                    </a:cubicBezTo>
                    <a:cubicBezTo>
                      <a:pt x="12955" y="38317"/>
                      <a:pt x="14169" y="39046"/>
                      <a:pt x="15385" y="39046"/>
                    </a:cubicBezTo>
                    <a:cubicBezTo>
                      <a:pt x="15715" y="39046"/>
                      <a:pt x="16045" y="38993"/>
                      <a:pt x="16366" y="38875"/>
                    </a:cubicBezTo>
                    <a:cubicBezTo>
                      <a:pt x="18485" y="38132"/>
                      <a:pt x="18829" y="35999"/>
                      <a:pt x="18704" y="33762"/>
                    </a:cubicBezTo>
                    <a:lnTo>
                      <a:pt x="18704" y="33762"/>
                    </a:lnTo>
                    <a:cubicBezTo>
                      <a:pt x="18878" y="34271"/>
                      <a:pt x="19076" y="34773"/>
                      <a:pt x="19299" y="35266"/>
                    </a:cubicBezTo>
                    <a:cubicBezTo>
                      <a:pt x="19915" y="36622"/>
                      <a:pt x="20944" y="38877"/>
                      <a:pt x="22720" y="38877"/>
                    </a:cubicBezTo>
                    <a:cubicBezTo>
                      <a:pt x="22749" y="38877"/>
                      <a:pt x="22778" y="38876"/>
                      <a:pt x="22807" y="38875"/>
                    </a:cubicBezTo>
                    <a:cubicBezTo>
                      <a:pt x="24436" y="38800"/>
                      <a:pt x="25138" y="36795"/>
                      <a:pt x="25564" y="35516"/>
                    </a:cubicBezTo>
                    <a:cubicBezTo>
                      <a:pt x="25841" y="34714"/>
                      <a:pt x="26064" y="33893"/>
                      <a:pt x="26222" y="33062"/>
                    </a:cubicBezTo>
                    <a:lnTo>
                      <a:pt x="26222" y="33062"/>
                    </a:lnTo>
                    <a:cubicBezTo>
                      <a:pt x="26485" y="35906"/>
                      <a:pt x="27311" y="38810"/>
                      <a:pt x="30276" y="38875"/>
                    </a:cubicBezTo>
                    <a:cubicBezTo>
                      <a:pt x="30290" y="38875"/>
                      <a:pt x="30303" y="38875"/>
                      <a:pt x="30317" y="38875"/>
                    </a:cubicBezTo>
                    <a:cubicBezTo>
                      <a:pt x="32073" y="38875"/>
                      <a:pt x="33213" y="37260"/>
                      <a:pt x="33860" y="35817"/>
                    </a:cubicBezTo>
                    <a:cubicBezTo>
                      <a:pt x="34160" y="35180"/>
                      <a:pt x="34396" y="34524"/>
                      <a:pt x="34571" y="33855"/>
                    </a:cubicBezTo>
                    <a:lnTo>
                      <a:pt x="34571" y="33855"/>
                    </a:lnTo>
                    <a:cubicBezTo>
                      <a:pt x="34853" y="36418"/>
                      <a:pt x="35612" y="38981"/>
                      <a:pt x="37499" y="38981"/>
                    </a:cubicBezTo>
                    <a:cubicBezTo>
                      <a:pt x="37850" y="38981"/>
                      <a:pt x="38239" y="38893"/>
                      <a:pt x="38672" y="38699"/>
                    </a:cubicBezTo>
                    <a:cubicBezTo>
                      <a:pt x="40427" y="37947"/>
                      <a:pt x="41655" y="35917"/>
                      <a:pt x="42457" y="34288"/>
                    </a:cubicBezTo>
                    <a:cubicBezTo>
                      <a:pt x="42881" y="33440"/>
                      <a:pt x="43220" y="32561"/>
                      <a:pt x="43475" y="31659"/>
                    </a:cubicBezTo>
                    <a:lnTo>
                      <a:pt x="43475" y="31659"/>
                    </a:lnTo>
                    <a:cubicBezTo>
                      <a:pt x="43508" y="33326"/>
                      <a:pt x="43682" y="34989"/>
                      <a:pt x="44010" y="36644"/>
                    </a:cubicBezTo>
                    <a:cubicBezTo>
                      <a:pt x="44361" y="38348"/>
                      <a:pt x="45063" y="40805"/>
                      <a:pt x="47168" y="41030"/>
                    </a:cubicBezTo>
                    <a:cubicBezTo>
                      <a:pt x="47251" y="41038"/>
                      <a:pt x="47330" y="41042"/>
                      <a:pt x="47408" y="41042"/>
                    </a:cubicBezTo>
                    <a:cubicBezTo>
                      <a:pt x="49298" y="41042"/>
                      <a:pt x="49892" y="38764"/>
                      <a:pt x="50301" y="37296"/>
                    </a:cubicBezTo>
                    <a:cubicBezTo>
                      <a:pt x="50637" y="36142"/>
                      <a:pt x="50950" y="34985"/>
                      <a:pt x="51205" y="33817"/>
                    </a:cubicBezTo>
                    <a:lnTo>
                      <a:pt x="51205" y="33817"/>
                    </a:lnTo>
                    <a:cubicBezTo>
                      <a:pt x="51187" y="34282"/>
                      <a:pt x="51170" y="34748"/>
                      <a:pt x="51153" y="35216"/>
                    </a:cubicBezTo>
                    <a:cubicBezTo>
                      <a:pt x="51103" y="36845"/>
                      <a:pt x="50727" y="38850"/>
                      <a:pt x="51379" y="40404"/>
                    </a:cubicBezTo>
                    <a:cubicBezTo>
                      <a:pt x="51776" y="41407"/>
                      <a:pt x="52627" y="42062"/>
                      <a:pt x="53656" y="42062"/>
                    </a:cubicBezTo>
                    <a:cubicBezTo>
                      <a:pt x="53860" y="42062"/>
                      <a:pt x="54070" y="42036"/>
                      <a:pt x="54286" y="41983"/>
                    </a:cubicBezTo>
                    <a:cubicBezTo>
                      <a:pt x="55487" y="41651"/>
                      <a:pt x="56448" y="40688"/>
                      <a:pt x="57198" y="39698"/>
                    </a:cubicBezTo>
                    <a:lnTo>
                      <a:pt x="57198" y="39698"/>
                    </a:lnTo>
                    <a:cubicBezTo>
                      <a:pt x="56944" y="42539"/>
                      <a:pt x="56837" y="45537"/>
                      <a:pt x="57344" y="48323"/>
                    </a:cubicBezTo>
                    <a:cubicBezTo>
                      <a:pt x="57634" y="49919"/>
                      <a:pt x="58592" y="51446"/>
                      <a:pt x="60147" y="51446"/>
                    </a:cubicBezTo>
                    <a:cubicBezTo>
                      <a:pt x="60473" y="51446"/>
                      <a:pt x="60826" y="51378"/>
                      <a:pt x="61204" y="51231"/>
                    </a:cubicBezTo>
                    <a:cubicBezTo>
                      <a:pt x="62356" y="50780"/>
                      <a:pt x="63108" y="49752"/>
                      <a:pt x="63735" y="48775"/>
                    </a:cubicBezTo>
                    <a:cubicBezTo>
                      <a:pt x="64537" y="47471"/>
                      <a:pt x="65289" y="46143"/>
                      <a:pt x="65965" y="44790"/>
                    </a:cubicBezTo>
                    <a:cubicBezTo>
                      <a:pt x="67319" y="42033"/>
                      <a:pt x="68422" y="39150"/>
                      <a:pt x="69224" y="36193"/>
                    </a:cubicBezTo>
                    <a:cubicBezTo>
                      <a:pt x="70803" y="30378"/>
                      <a:pt x="71479" y="23937"/>
                      <a:pt x="69700" y="18073"/>
                    </a:cubicBezTo>
                    <a:cubicBezTo>
                      <a:pt x="68121" y="13010"/>
                      <a:pt x="64562" y="8850"/>
                      <a:pt x="60026" y="6193"/>
                    </a:cubicBezTo>
                    <a:cubicBezTo>
                      <a:pt x="56137" y="3910"/>
                      <a:pt x="51682" y="2867"/>
                      <a:pt x="47200" y="2867"/>
                    </a:cubicBezTo>
                    <a:cubicBezTo>
                      <a:pt x="45876" y="2867"/>
                      <a:pt x="44549" y="2958"/>
                      <a:pt x="43234" y="3135"/>
                    </a:cubicBezTo>
                    <a:cubicBezTo>
                      <a:pt x="41630" y="3361"/>
                      <a:pt x="40026" y="3687"/>
                      <a:pt x="38447" y="4163"/>
                    </a:cubicBezTo>
                    <a:cubicBezTo>
                      <a:pt x="37962" y="4296"/>
                      <a:pt x="37500" y="4542"/>
                      <a:pt x="37060" y="4542"/>
                    </a:cubicBezTo>
                    <a:cubicBezTo>
                      <a:pt x="36840" y="4542"/>
                      <a:pt x="36625" y="4480"/>
                      <a:pt x="36416" y="4313"/>
                    </a:cubicBezTo>
                    <a:cubicBezTo>
                      <a:pt x="35915" y="3887"/>
                      <a:pt x="35464" y="3411"/>
                      <a:pt x="34938" y="2985"/>
                    </a:cubicBezTo>
                    <a:cubicBezTo>
                      <a:pt x="32858" y="1406"/>
                      <a:pt x="30326" y="479"/>
                      <a:pt x="27720" y="153"/>
                    </a:cubicBezTo>
                    <a:cubicBezTo>
                      <a:pt x="26938" y="50"/>
                      <a:pt x="26153" y="1"/>
                      <a:pt x="253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21"/>
              <p:cNvSpPr/>
              <p:nvPr/>
            </p:nvSpPr>
            <p:spPr>
              <a:xfrm>
                <a:off x="4641750" y="1126925"/>
                <a:ext cx="1077725" cy="1204325"/>
              </a:xfrm>
              <a:custGeom>
                <a:rect b="b" l="l" r="r" t="t"/>
                <a:pathLst>
                  <a:path extrusionOk="0" h="48173" w="43109">
                    <a:moveTo>
                      <a:pt x="19456" y="1"/>
                    </a:moveTo>
                    <a:cubicBezTo>
                      <a:pt x="15879" y="1"/>
                      <a:pt x="12283" y="671"/>
                      <a:pt x="8898" y="1867"/>
                    </a:cubicBezTo>
                    <a:cubicBezTo>
                      <a:pt x="8848" y="1792"/>
                      <a:pt x="8798" y="1741"/>
                      <a:pt x="8748" y="1691"/>
                    </a:cubicBezTo>
                    <a:cubicBezTo>
                      <a:pt x="8046" y="4624"/>
                      <a:pt x="4487" y="6303"/>
                      <a:pt x="3635" y="9285"/>
                    </a:cubicBezTo>
                    <a:cubicBezTo>
                      <a:pt x="3259" y="10589"/>
                      <a:pt x="3535" y="11817"/>
                      <a:pt x="4312" y="12919"/>
                    </a:cubicBezTo>
                    <a:cubicBezTo>
                      <a:pt x="5164" y="14072"/>
                      <a:pt x="6567" y="15150"/>
                      <a:pt x="6417" y="16729"/>
                    </a:cubicBezTo>
                    <a:cubicBezTo>
                      <a:pt x="6066" y="19837"/>
                      <a:pt x="1304" y="19837"/>
                      <a:pt x="427" y="22744"/>
                    </a:cubicBezTo>
                    <a:cubicBezTo>
                      <a:pt x="1" y="24097"/>
                      <a:pt x="678" y="25451"/>
                      <a:pt x="1379" y="26604"/>
                    </a:cubicBezTo>
                    <a:cubicBezTo>
                      <a:pt x="1856" y="27406"/>
                      <a:pt x="2457" y="28208"/>
                      <a:pt x="2683" y="29160"/>
                    </a:cubicBezTo>
                    <a:cubicBezTo>
                      <a:pt x="2958" y="30263"/>
                      <a:pt x="2758" y="31391"/>
                      <a:pt x="2457" y="32468"/>
                    </a:cubicBezTo>
                    <a:cubicBezTo>
                      <a:pt x="2206" y="33446"/>
                      <a:pt x="1830" y="34423"/>
                      <a:pt x="1655" y="35451"/>
                    </a:cubicBezTo>
                    <a:cubicBezTo>
                      <a:pt x="1930" y="35543"/>
                      <a:pt x="2224" y="35597"/>
                      <a:pt x="2520" y="35597"/>
                    </a:cubicBezTo>
                    <a:cubicBezTo>
                      <a:pt x="2709" y="35597"/>
                      <a:pt x="2898" y="35575"/>
                      <a:pt x="3084" y="35526"/>
                    </a:cubicBezTo>
                    <a:cubicBezTo>
                      <a:pt x="4262" y="35275"/>
                      <a:pt x="5089" y="34198"/>
                      <a:pt x="5665" y="33120"/>
                    </a:cubicBezTo>
                    <a:cubicBezTo>
                      <a:pt x="6292" y="31892"/>
                      <a:pt x="6718" y="30539"/>
                      <a:pt x="6868" y="29160"/>
                    </a:cubicBezTo>
                    <a:cubicBezTo>
                      <a:pt x="6968" y="30413"/>
                      <a:pt x="7144" y="31691"/>
                      <a:pt x="7419" y="32920"/>
                    </a:cubicBezTo>
                    <a:cubicBezTo>
                      <a:pt x="7670" y="33972"/>
                      <a:pt x="8071" y="35125"/>
                      <a:pt x="9049" y="35526"/>
                    </a:cubicBezTo>
                    <a:cubicBezTo>
                      <a:pt x="9295" y="35632"/>
                      <a:pt x="9546" y="35680"/>
                      <a:pt x="9798" y="35680"/>
                    </a:cubicBezTo>
                    <a:cubicBezTo>
                      <a:pt x="10849" y="35680"/>
                      <a:pt x="11899" y="34847"/>
                      <a:pt x="12607" y="33997"/>
                    </a:cubicBezTo>
                    <a:cubicBezTo>
                      <a:pt x="14387" y="31842"/>
                      <a:pt x="15540" y="29185"/>
                      <a:pt x="15941" y="26403"/>
                    </a:cubicBezTo>
                    <a:lnTo>
                      <a:pt x="15941" y="26403"/>
                    </a:lnTo>
                    <a:cubicBezTo>
                      <a:pt x="15790" y="28985"/>
                      <a:pt x="15991" y="31566"/>
                      <a:pt x="16542" y="34072"/>
                    </a:cubicBezTo>
                    <a:cubicBezTo>
                      <a:pt x="16893" y="35601"/>
                      <a:pt x="17595" y="37356"/>
                      <a:pt x="19149" y="37707"/>
                    </a:cubicBezTo>
                    <a:cubicBezTo>
                      <a:pt x="19301" y="37738"/>
                      <a:pt x="19447" y="37752"/>
                      <a:pt x="19587" y="37752"/>
                    </a:cubicBezTo>
                    <a:cubicBezTo>
                      <a:pt x="20808" y="37752"/>
                      <a:pt x="21574" y="36632"/>
                      <a:pt x="21956" y="35351"/>
                    </a:cubicBezTo>
                    <a:cubicBezTo>
                      <a:pt x="22833" y="32418"/>
                      <a:pt x="23560" y="29812"/>
                      <a:pt x="23760" y="27155"/>
                    </a:cubicBezTo>
                    <a:lnTo>
                      <a:pt x="23760" y="27155"/>
                    </a:lnTo>
                    <a:cubicBezTo>
                      <a:pt x="23660" y="29611"/>
                      <a:pt x="23585" y="32092"/>
                      <a:pt x="23485" y="34549"/>
                    </a:cubicBezTo>
                    <a:cubicBezTo>
                      <a:pt x="23460" y="35351"/>
                      <a:pt x="23435" y="36178"/>
                      <a:pt x="23660" y="36955"/>
                    </a:cubicBezTo>
                    <a:cubicBezTo>
                      <a:pt x="23886" y="37707"/>
                      <a:pt x="24412" y="38458"/>
                      <a:pt x="25189" y="38684"/>
                    </a:cubicBezTo>
                    <a:cubicBezTo>
                      <a:pt x="25396" y="38755"/>
                      <a:pt x="25607" y="38787"/>
                      <a:pt x="25818" y="38787"/>
                    </a:cubicBezTo>
                    <a:cubicBezTo>
                      <a:pt x="26650" y="38787"/>
                      <a:pt x="27481" y="38287"/>
                      <a:pt x="28121" y="37707"/>
                    </a:cubicBezTo>
                    <a:cubicBezTo>
                      <a:pt x="28723" y="37155"/>
                      <a:pt x="29249" y="36554"/>
                      <a:pt x="29675" y="35877"/>
                    </a:cubicBezTo>
                    <a:lnTo>
                      <a:pt x="29675" y="35877"/>
                    </a:lnTo>
                    <a:cubicBezTo>
                      <a:pt x="29400" y="38659"/>
                      <a:pt x="29374" y="41466"/>
                      <a:pt x="29625" y="44273"/>
                    </a:cubicBezTo>
                    <a:cubicBezTo>
                      <a:pt x="29750" y="45752"/>
                      <a:pt x="30151" y="47531"/>
                      <a:pt x="31580" y="48032"/>
                    </a:cubicBezTo>
                    <a:cubicBezTo>
                      <a:pt x="31823" y="48128"/>
                      <a:pt x="32082" y="48172"/>
                      <a:pt x="32344" y="48172"/>
                    </a:cubicBezTo>
                    <a:cubicBezTo>
                      <a:pt x="32973" y="48172"/>
                      <a:pt x="33623" y="47920"/>
                      <a:pt x="34136" y="47531"/>
                    </a:cubicBezTo>
                    <a:cubicBezTo>
                      <a:pt x="34863" y="46980"/>
                      <a:pt x="35364" y="46203"/>
                      <a:pt x="35841" y="45451"/>
                    </a:cubicBezTo>
                    <a:cubicBezTo>
                      <a:pt x="39074" y="40263"/>
                      <a:pt x="41254" y="34448"/>
                      <a:pt x="42232" y="28433"/>
                    </a:cubicBezTo>
                    <a:cubicBezTo>
                      <a:pt x="43109" y="23070"/>
                      <a:pt x="42984" y="17406"/>
                      <a:pt x="40703" y="12493"/>
                    </a:cubicBezTo>
                    <a:cubicBezTo>
                      <a:pt x="38121" y="6954"/>
                      <a:pt x="32908" y="2844"/>
                      <a:pt x="27044" y="1090"/>
                    </a:cubicBezTo>
                    <a:cubicBezTo>
                      <a:pt x="24582" y="346"/>
                      <a:pt x="22024" y="1"/>
                      <a:pt x="1945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21"/>
              <p:cNvSpPr/>
              <p:nvPr/>
            </p:nvSpPr>
            <p:spPr>
              <a:xfrm>
                <a:off x="4636125" y="1121900"/>
                <a:ext cx="1092125" cy="1214625"/>
              </a:xfrm>
              <a:custGeom>
                <a:rect b="b" l="l" r="r" t="t"/>
                <a:pathLst>
                  <a:path extrusionOk="0" h="48585" w="43685">
                    <a:moveTo>
                      <a:pt x="19674" y="424"/>
                    </a:moveTo>
                    <a:cubicBezTo>
                      <a:pt x="22286" y="424"/>
                      <a:pt x="24831" y="778"/>
                      <a:pt x="27218" y="1491"/>
                    </a:cubicBezTo>
                    <a:cubicBezTo>
                      <a:pt x="33234" y="3296"/>
                      <a:pt x="38296" y="7531"/>
                      <a:pt x="40752" y="12770"/>
                    </a:cubicBezTo>
                    <a:cubicBezTo>
                      <a:pt x="42757" y="17105"/>
                      <a:pt x="43259" y="22419"/>
                      <a:pt x="42256" y="28584"/>
                    </a:cubicBezTo>
                    <a:cubicBezTo>
                      <a:pt x="41279" y="34549"/>
                      <a:pt x="39098" y="40414"/>
                      <a:pt x="35890" y="45527"/>
                    </a:cubicBezTo>
                    <a:cubicBezTo>
                      <a:pt x="35439" y="46279"/>
                      <a:pt x="34938" y="47030"/>
                      <a:pt x="34236" y="47557"/>
                    </a:cubicBezTo>
                    <a:cubicBezTo>
                      <a:pt x="33718" y="47954"/>
                      <a:pt x="33128" y="48161"/>
                      <a:pt x="32574" y="48161"/>
                    </a:cubicBezTo>
                    <a:cubicBezTo>
                      <a:pt x="32324" y="48161"/>
                      <a:pt x="32081" y="48119"/>
                      <a:pt x="31855" y="48033"/>
                    </a:cubicBezTo>
                    <a:cubicBezTo>
                      <a:pt x="30828" y="47657"/>
                      <a:pt x="30226" y="46479"/>
                      <a:pt x="30051" y="44449"/>
                    </a:cubicBezTo>
                    <a:cubicBezTo>
                      <a:pt x="29825" y="41667"/>
                      <a:pt x="29825" y="38860"/>
                      <a:pt x="30101" y="36103"/>
                    </a:cubicBezTo>
                    <a:lnTo>
                      <a:pt x="30201" y="35251"/>
                    </a:lnTo>
                    <a:lnTo>
                      <a:pt x="29725" y="35978"/>
                    </a:lnTo>
                    <a:cubicBezTo>
                      <a:pt x="29299" y="36629"/>
                      <a:pt x="28772" y="37231"/>
                      <a:pt x="28196" y="37757"/>
                    </a:cubicBezTo>
                    <a:cubicBezTo>
                      <a:pt x="27735" y="38176"/>
                      <a:pt x="26890" y="38787"/>
                      <a:pt x="25996" y="38787"/>
                    </a:cubicBezTo>
                    <a:cubicBezTo>
                      <a:pt x="25820" y="38787"/>
                      <a:pt x="25642" y="38763"/>
                      <a:pt x="25464" y="38710"/>
                    </a:cubicBezTo>
                    <a:cubicBezTo>
                      <a:pt x="24838" y="38484"/>
                      <a:pt x="24311" y="37882"/>
                      <a:pt x="24086" y="37080"/>
                    </a:cubicBezTo>
                    <a:cubicBezTo>
                      <a:pt x="23860" y="36329"/>
                      <a:pt x="23885" y="35527"/>
                      <a:pt x="23910" y="34750"/>
                    </a:cubicBezTo>
                    <a:lnTo>
                      <a:pt x="24186" y="27356"/>
                    </a:lnTo>
                    <a:lnTo>
                      <a:pt x="23785" y="27331"/>
                    </a:lnTo>
                    <a:cubicBezTo>
                      <a:pt x="23584" y="30013"/>
                      <a:pt x="22858" y="32594"/>
                      <a:pt x="21980" y="35476"/>
                    </a:cubicBezTo>
                    <a:cubicBezTo>
                      <a:pt x="21775" y="36208"/>
                      <a:pt x="21173" y="37752"/>
                      <a:pt x="19833" y="37752"/>
                    </a:cubicBezTo>
                    <a:cubicBezTo>
                      <a:pt x="19704" y="37752"/>
                      <a:pt x="19567" y="37738"/>
                      <a:pt x="19424" y="37707"/>
                    </a:cubicBezTo>
                    <a:cubicBezTo>
                      <a:pt x="17970" y="37381"/>
                      <a:pt x="17294" y="35627"/>
                      <a:pt x="16968" y="34223"/>
                    </a:cubicBezTo>
                    <a:cubicBezTo>
                      <a:pt x="16416" y="31742"/>
                      <a:pt x="16216" y="29186"/>
                      <a:pt x="16366" y="26629"/>
                    </a:cubicBezTo>
                    <a:lnTo>
                      <a:pt x="15940" y="26579"/>
                    </a:lnTo>
                    <a:cubicBezTo>
                      <a:pt x="15564" y="29311"/>
                      <a:pt x="14411" y="31968"/>
                      <a:pt x="12657" y="34073"/>
                    </a:cubicBezTo>
                    <a:cubicBezTo>
                      <a:pt x="12319" y="34496"/>
                      <a:pt x="11213" y="35686"/>
                      <a:pt x="10032" y="35686"/>
                    </a:cubicBezTo>
                    <a:cubicBezTo>
                      <a:pt x="9814" y="35686"/>
                      <a:pt x="9593" y="35646"/>
                      <a:pt x="9374" y="35552"/>
                    </a:cubicBezTo>
                    <a:cubicBezTo>
                      <a:pt x="8421" y="35151"/>
                      <a:pt x="8045" y="33948"/>
                      <a:pt x="7845" y="33070"/>
                    </a:cubicBezTo>
                    <a:cubicBezTo>
                      <a:pt x="7569" y="31867"/>
                      <a:pt x="7394" y="30614"/>
                      <a:pt x="7319" y="29336"/>
                    </a:cubicBezTo>
                    <a:lnTo>
                      <a:pt x="6893" y="29336"/>
                    </a:lnTo>
                    <a:cubicBezTo>
                      <a:pt x="6717" y="30715"/>
                      <a:pt x="6316" y="32043"/>
                      <a:pt x="5690" y="33246"/>
                    </a:cubicBezTo>
                    <a:cubicBezTo>
                      <a:pt x="5013" y="34549"/>
                      <a:pt x="4186" y="35326"/>
                      <a:pt x="3258" y="35527"/>
                    </a:cubicBezTo>
                    <a:cubicBezTo>
                      <a:pt x="3096" y="35561"/>
                      <a:pt x="2922" y="35580"/>
                      <a:pt x="2745" y="35580"/>
                    </a:cubicBezTo>
                    <a:cubicBezTo>
                      <a:pt x="2541" y="35580"/>
                      <a:pt x="2332" y="35555"/>
                      <a:pt x="2131" y="35502"/>
                    </a:cubicBezTo>
                    <a:cubicBezTo>
                      <a:pt x="2256" y="34900"/>
                      <a:pt x="2431" y="34273"/>
                      <a:pt x="2607" y="33697"/>
                    </a:cubicBezTo>
                    <a:cubicBezTo>
                      <a:pt x="2707" y="33371"/>
                      <a:pt x="2807" y="33045"/>
                      <a:pt x="2883" y="32745"/>
                    </a:cubicBezTo>
                    <a:cubicBezTo>
                      <a:pt x="3183" y="31717"/>
                      <a:pt x="3409" y="30539"/>
                      <a:pt x="3108" y="29311"/>
                    </a:cubicBezTo>
                    <a:cubicBezTo>
                      <a:pt x="2908" y="28509"/>
                      <a:pt x="2482" y="27807"/>
                      <a:pt x="2055" y="27131"/>
                    </a:cubicBezTo>
                    <a:cubicBezTo>
                      <a:pt x="1955" y="26980"/>
                      <a:pt x="1855" y="26830"/>
                      <a:pt x="1780" y="26704"/>
                    </a:cubicBezTo>
                    <a:cubicBezTo>
                      <a:pt x="1103" y="25577"/>
                      <a:pt x="451" y="24273"/>
                      <a:pt x="852" y="22995"/>
                    </a:cubicBezTo>
                    <a:cubicBezTo>
                      <a:pt x="1228" y="21692"/>
                      <a:pt x="2507" y="20990"/>
                      <a:pt x="3760" y="20288"/>
                    </a:cubicBezTo>
                    <a:cubicBezTo>
                      <a:pt x="5188" y="19511"/>
                      <a:pt x="6642" y="18684"/>
                      <a:pt x="6842" y="16955"/>
                    </a:cubicBezTo>
                    <a:cubicBezTo>
                      <a:pt x="6968" y="15677"/>
                      <a:pt x="6166" y="14750"/>
                      <a:pt x="5389" y="13822"/>
                    </a:cubicBezTo>
                    <a:cubicBezTo>
                      <a:pt x="5138" y="13547"/>
                      <a:pt x="4913" y="13271"/>
                      <a:pt x="4712" y="12995"/>
                    </a:cubicBezTo>
                    <a:cubicBezTo>
                      <a:pt x="3935" y="11917"/>
                      <a:pt x="3735" y="10765"/>
                      <a:pt x="4060" y="9536"/>
                    </a:cubicBezTo>
                    <a:cubicBezTo>
                      <a:pt x="4487" y="8133"/>
                      <a:pt x="5539" y="6980"/>
                      <a:pt x="6592" y="5877"/>
                    </a:cubicBezTo>
                    <a:cubicBezTo>
                      <a:pt x="7594" y="4800"/>
                      <a:pt x="8622" y="3672"/>
                      <a:pt x="9073" y="2318"/>
                    </a:cubicBezTo>
                    <a:lnTo>
                      <a:pt x="9198" y="2268"/>
                    </a:lnTo>
                    <a:cubicBezTo>
                      <a:pt x="12664" y="1042"/>
                      <a:pt x="16227" y="424"/>
                      <a:pt x="19674" y="424"/>
                    </a:cubicBezTo>
                    <a:close/>
                    <a:moveTo>
                      <a:pt x="19676" y="0"/>
                    </a:moveTo>
                    <a:cubicBezTo>
                      <a:pt x="16221" y="0"/>
                      <a:pt x="12658" y="612"/>
                      <a:pt x="9198" y="1817"/>
                    </a:cubicBezTo>
                    <a:lnTo>
                      <a:pt x="8847" y="1441"/>
                    </a:lnTo>
                    <a:lnTo>
                      <a:pt x="8772" y="1842"/>
                    </a:lnTo>
                    <a:cubicBezTo>
                      <a:pt x="8421" y="3271"/>
                      <a:pt x="7369" y="4399"/>
                      <a:pt x="6266" y="5577"/>
                    </a:cubicBezTo>
                    <a:cubicBezTo>
                      <a:pt x="5213" y="6729"/>
                      <a:pt x="4111" y="7907"/>
                      <a:pt x="3659" y="9436"/>
                    </a:cubicBezTo>
                    <a:cubicBezTo>
                      <a:pt x="3284" y="10765"/>
                      <a:pt x="3534" y="12068"/>
                      <a:pt x="4386" y="13246"/>
                    </a:cubicBezTo>
                    <a:cubicBezTo>
                      <a:pt x="4587" y="13521"/>
                      <a:pt x="4837" y="13822"/>
                      <a:pt x="5088" y="14098"/>
                    </a:cubicBezTo>
                    <a:cubicBezTo>
                      <a:pt x="5790" y="14950"/>
                      <a:pt x="6542" y="15802"/>
                      <a:pt x="6416" y="16905"/>
                    </a:cubicBezTo>
                    <a:cubicBezTo>
                      <a:pt x="6266" y="18434"/>
                      <a:pt x="4938" y="19161"/>
                      <a:pt x="3559" y="19938"/>
                    </a:cubicBezTo>
                    <a:cubicBezTo>
                      <a:pt x="2231" y="20664"/>
                      <a:pt x="877" y="21416"/>
                      <a:pt x="451" y="22870"/>
                    </a:cubicBezTo>
                    <a:cubicBezTo>
                      <a:pt x="0" y="24298"/>
                      <a:pt x="702" y="25727"/>
                      <a:pt x="1404" y="26905"/>
                    </a:cubicBezTo>
                    <a:cubicBezTo>
                      <a:pt x="1504" y="27055"/>
                      <a:pt x="1604" y="27206"/>
                      <a:pt x="1705" y="27356"/>
                    </a:cubicBezTo>
                    <a:cubicBezTo>
                      <a:pt x="2106" y="28008"/>
                      <a:pt x="2532" y="28684"/>
                      <a:pt x="2707" y="29411"/>
                    </a:cubicBezTo>
                    <a:cubicBezTo>
                      <a:pt x="2983" y="30539"/>
                      <a:pt x="2757" y="31667"/>
                      <a:pt x="2482" y="32619"/>
                    </a:cubicBezTo>
                    <a:cubicBezTo>
                      <a:pt x="2406" y="32945"/>
                      <a:pt x="2306" y="33246"/>
                      <a:pt x="2206" y="33572"/>
                    </a:cubicBezTo>
                    <a:cubicBezTo>
                      <a:pt x="2005" y="34223"/>
                      <a:pt x="1805" y="34925"/>
                      <a:pt x="1680" y="35602"/>
                    </a:cubicBezTo>
                    <a:lnTo>
                      <a:pt x="1654" y="35777"/>
                    </a:lnTo>
                    <a:lnTo>
                      <a:pt x="1805" y="35852"/>
                    </a:lnTo>
                    <a:cubicBezTo>
                      <a:pt x="2112" y="35955"/>
                      <a:pt x="2419" y="36006"/>
                      <a:pt x="2721" y="36006"/>
                    </a:cubicBezTo>
                    <a:cubicBezTo>
                      <a:pt x="2937" y="36006"/>
                      <a:pt x="3150" y="35980"/>
                      <a:pt x="3359" y="35928"/>
                    </a:cubicBezTo>
                    <a:cubicBezTo>
                      <a:pt x="4411" y="35702"/>
                      <a:pt x="5339" y="34850"/>
                      <a:pt x="6065" y="33421"/>
                    </a:cubicBezTo>
                    <a:cubicBezTo>
                      <a:pt x="6492" y="32619"/>
                      <a:pt x="6817" y="31767"/>
                      <a:pt x="7043" y="30865"/>
                    </a:cubicBezTo>
                    <a:cubicBezTo>
                      <a:pt x="7143" y="31642"/>
                      <a:pt x="7269" y="32419"/>
                      <a:pt x="7444" y="33171"/>
                    </a:cubicBezTo>
                    <a:cubicBezTo>
                      <a:pt x="7670" y="34123"/>
                      <a:pt x="8096" y="35451"/>
                      <a:pt x="9198" y="35928"/>
                    </a:cubicBezTo>
                    <a:cubicBezTo>
                      <a:pt x="9471" y="36042"/>
                      <a:pt x="9744" y="36091"/>
                      <a:pt x="10010" y="36091"/>
                    </a:cubicBezTo>
                    <a:cubicBezTo>
                      <a:pt x="11383" y="36091"/>
                      <a:pt x="12605" y="34785"/>
                      <a:pt x="12983" y="34324"/>
                    </a:cubicBezTo>
                    <a:cubicBezTo>
                      <a:pt x="14311" y="32745"/>
                      <a:pt x="15314" y="30815"/>
                      <a:pt x="15915" y="28785"/>
                    </a:cubicBezTo>
                    <a:cubicBezTo>
                      <a:pt x="15940" y="30664"/>
                      <a:pt x="16166" y="32519"/>
                      <a:pt x="16567" y="34324"/>
                    </a:cubicBezTo>
                    <a:cubicBezTo>
                      <a:pt x="17043" y="36504"/>
                      <a:pt x="17995" y="37832"/>
                      <a:pt x="19324" y="38108"/>
                    </a:cubicBezTo>
                    <a:cubicBezTo>
                      <a:pt x="19495" y="38145"/>
                      <a:pt x="19662" y="38164"/>
                      <a:pt x="19825" y="38164"/>
                    </a:cubicBezTo>
                    <a:cubicBezTo>
                      <a:pt x="20973" y="38164"/>
                      <a:pt x="21898" y="37248"/>
                      <a:pt x="22381" y="35602"/>
                    </a:cubicBezTo>
                    <a:cubicBezTo>
                      <a:pt x="22883" y="33998"/>
                      <a:pt x="23309" y="32469"/>
                      <a:pt x="23635" y="30965"/>
                    </a:cubicBezTo>
                    <a:lnTo>
                      <a:pt x="23635" y="30965"/>
                    </a:lnTo>
                    <a:lnTo>
                      <a:pt x="23509" y="34725"/>
                    </a:lnTo>
                    <a:cubicBezTo>
                      <a:pt x="23484" y="35502"/>
                      <a:pt x="23434" y="36379"/>
                      <a:pt x="23685" y="37206"/>
                    </a:cubicBezTo>
                    <a:cubicBezTo>
                      <a:pt x="23960" y="38133"/>
                      <a:pt x="24587" y="38835"/>
                      <a:pt x="25339" y="39085"/>
                    </a:cubicBezTo>
                    <a:cubicBezTo>
                      <a:pt x="25570" y="39163"/>
                      <a:pt x="25801" y="39196"/>
                      <a:pt x="26027" y="39196"/>
                    </a:cubicBezTo>
                    <a:cubicBezTo>
                      <a:pt x="27050" y="39196"/>
                      <a:pt x="27984" y="38509"/>
                      <a:pt x="28497" y="38058"/>
                    </a:cubicBezTo>
                    <a:cubicBezTo>
                      <a:pt x="28898" y="37682"/>
                      <a:pt x="29274" y="37281"/>
                      <a:pt x="29625" y="36830"/>
                    </a:cubicBezTo>
                    <a:lnTo>
                      <a:pt x="29625" y="36830"/>
                    </a:lnTo>
                    <a:cubicBezTo>
                      <a:pt x="29424" y="39386"/>
                      <a:pt x="29424" y="41943"/>
                      <a:pt x="29650" y="44474"/>
                    </a:cubicBezTo>
                    <a:cubicBezTo>
                      <a:pt x="29825" y="46705"/>
                      <a:pt x="30502" y="47983"/>
                      <a:pt x="31730" y="48434"/>
                    </a:cubicBezTo>
                    <a:cubicBezTo>
                      <a:pt x="31980" y="48534"/>
                      <a:pt x="32256" y="48584"/>
                      <a:pt x="32557" y="48584"/>
                    </a:cubicBezTo>
                    <a:cubicBezTo>
                      <a:pt x="33183" y="48584"/>
                      <a:pt x="33885" y="48334"/>
                      <a:pt x="34487" y="47908"/>
                    </a:cubicBezTo>
                    <a:cubicBezTo>
                      <a:pt x="35239" y="47331"/>
                      <a:pt x="35765" y="46529"/>
                      <a:pt x="36266" y="45752"/>
                    </a:cubicBezTo>
                    <a:cubicBezTo>
                      <a:pt x="39474" y="40589"/>
                      <a:pt x="41680" y="34674"/>
                      <a:pt x="42682" y="28659"/>
                    </a:cubicBezTo>
                    <a:cubicBezTo>
                      <a:pt x="43685" y="22394"/>
                      <a:pt x="43158" y="17005"/>
                      <a:pt x="41128" y="12594"/>
                    </a:cubicBezTo>
                    <a:cubicBezTo>
                      <a:pt x="38622" y="7231"/>
                      <a:pt x="33484" y="2945"/>
                      <a:pt x="27344" y="1090"/>
                    </a:cubicBezTo>
                    <a:cubicBezTo>
                      <a:pt x="24916" y="361"/>
                      <a:pt x="22328" y="0"/>
                      <a:pt x="196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21"/>
              <p:cNvSpPr/>
              <p:nvPr/>
            </p:nvSpPr>
            <p:spPr>
              <a:xfrm>
                <a:off x="4145525" y="1131700"/>
                <a:ext cx="657850" cy="721250"/>
              </a:xfrm>
              <a:custGeom>
                <a:rect b="b" l="l" r="r" t="t"/>
                <a:pathLst>
                  <a:path extrusionOk="0" h="28850" w="26314">
                    <a:moveTo>
                      <a:pt x="18732" y="0"/>
                    </a:moveTo>
                    <a:cubicBezTo>
                      <a:pt x="15323" y="0"/>
                      <a:pt x="11924" y="908"/>
                      <a:pt x="8998" y="2753"/>
                    </a:cubicBezTo>
                    <a:cubicBezTo>
                      <a:pt x="4286" y="5711"/>
                      <a:pt x="1078" y="10849"/>
                      <a:pt x="451" y="16388"/>
                    </a:cubicBezTo>
                    <a:cubicBezTo>
                      <a:pt x="0" y="20523"/>
                      <a:pt x="827" y="24658"/>
                      <a:pt x="1679" y="28693"/>
                    </a:cubicBezTo>
                    <a:cubicBezTo>
                      <a:pt x="1699" y="28803"/>
                      <a:pt x="1775" y="28849"/>
                      <a:pt x="1856" y="28849"/>
                    </a:cubicBezTo>
                    <a:cubicBezTo>
                      <a:pt x="1977" y="28849"/>
                      <a:pt x="2111" y="28744"/>
                      <a:pt x="2080" y="28593"/>
                    </a:cubicBezTo>
                    <a:cubicBezTo>
                      <a:pt x="1178" y="24282"/>
                      <a:pt x="276" y="19846"/>
                      <a:pt x="1003" y="15435"/>
                    </a:cubicBezTo>
                    <a:cubicBezTo>
                      <a:pt x="1554" y="12052"/>
                      <a:pt x="3158" y="8844"/>
                      <a:pt x="5464" y="6287"/>
                    </a:cubicBezTo>
                    <a:cubicBezTo>
                      <a:pt x="8920" y="2458"/>
                      <a:pt x="13843" y="427"/>
                      <a:pt x="18831" y="427"/>
                    </a:cubicBezTo>
                    <a:cubicBezTo>
                      <a:pt x="21221" y="427"/>
                      <a:pt x="23625" y="893"/>
                      <a:pt x="25890" y="1851"/>
                    </a:cubicBezTo>
                    <a:cubicBezTo>
                      <a:pt x="25921" y="1863"/>
                      <a:pt x="25951" y="1869"/>
                      <a:pt x="25979" y="1869"/>
                    </a:cubicBezTo>
                    <a:cubicBezTo>
                      <a:pt x="26183" y="1869"/>
                      <a:pt x="26314" y="1585"/>
                      <a:pt x="26116" y="1475"/>
                    </a:cubicBezTo>
                    <a:cubicBezTo>
                      <a:pt x="23773" y="496"/>
                      <a:pt x="21250" y="0"/>
                      <a:pt x="187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21"/>
              <p:cNvSpPr/>
              <p:nvPr/>
            </p:nvSpPr>
            <p:spPr>
              <a:xfrm>
                <a:off x="4375475" y="1206125"/>
                <a:ext cx="391950" cy="519025"/>
              </a:xfrm>
              <a:custGeom>
                <a:rect b="b" l="l" r="r" t="t"/>
                <a:pathLst>
                  <a:path extrusionOk="0" h="20761" w="15678">
                    <a:moveTo>
                      <a:pt x="15361" y="1"/>
                    </a:moveTo>
                    <a:cubicBezTo>
                      <a:pt x="15330" y="1"/>
                      <a:pt x="15297" y="9"/>
                      <a:pt x="15263" y="27"/>
                    </a:cubicBezTo>
                    <a:cubicBezTo>
                      <a:pt x="12782" y="1406"/>
                      <a:pt x="9875" y="1406"/>
                      <a:pt x="7319" y="2558"/>
                    </a:cubicBezTo>
                    <a:cubicBezTo>
                      <a:pt x="5514" y="3360"/>
                      <a:pt x="3709" y="4814"/>
                      <a:pt x="3484" y="6919"/>
                    </a:cubicBezTo>
                    <a:cubicBezTo>
                      <a:pt x="3334" y="8172"/>
                      <a:pt x="3785" y="9375"/>
                      <a:pt x="3860" y="10629"/>
                    </a:cubicBezTo>
                    <a:cubicBezTo>
                      <a:pt x="3985" y="12383"/>
                      <a:pt x="3008" y="13185"/>
                      <a:pt x="1830" y="14238"/>
                    </a:cubicBezTo>
                    <a:cubicBezTo>
                      <a:pt x="0" y="15917"/>
                      <a:pt x="25" y="18273"/>
                      <a:pt x="226" y="20554"/>
                    </a:cubicBezTo>
                    <a:cubicBezTo>
                      <a:pt x="238" y="20691"/>
                      <a:pt x="351" y="20760"/>
                      <a:pt x="458" y="20760"/>
                    </a:cubicBezTo>
                    <a:cubicBezTo>
                      <a:pt x="564" y="20760"/>
                      <a:pt x="664" y="20691"/>
                      <a:pt x="652" y="20554"/>
                    </a:cubicBezTo>
                    <a:cubicBezTo>
                      <a:pt x="552" y="19300"/>
                      <a:pt x="426" y="17997"/>
                      <a:pt x="752" y="16769"/>
                    </a:cubicBezTo>
                    <a:cubicBezTo>
                      <a:pt x="1103" y="15391"/>
                      <a:pt x="2030" y="14664"/>
                      <a:pt x="3008" y="13761"/>
                    </a:cubicBezTo>
                    <a:cubicBezTo>
                      <a:pt x="4762" y="12157"/>
                      <a:pt x="4186" y="10353"/>
                      <a:pt x="3935" y="8248"/>
                    </a:cubicBezTo>
                    <a:cubicBezTo>
                      <a:pt x="3183" y="2007"/>
                      <a:pt x="11755" y="2458"/>
                      <a:pt x="15464" y="403"/>
                    </a:cubicBezTo>
                    <a:cubicBezTo>
                      <a:pt x="15678" y="275"/>
                      <a:pt x="15545" y="1"/>
                      <a:pt x="153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21"/>
              <p:cNvSpPr/>
              <p:nvPr/>
            </p:nvSpPr>
            <p:spPr>
              <a:xfrm>
                <a:off x="4569075" y="1263225"/>
                <a:ext cx="173675" cy="465025"/>
              </a:xfrm>
              <a:custGeom>
                <a:rect b="b" l="l" r="r" t="t"/>
                <a:pathLst>
                  <a:path extrusionOk="0" h="18601" w="6947">
                    <a:moveTo>
                      <a:pt x="6669" y="0"/>
                    </a:moveTo>
                    <a:cubicBezTo>
                      <a:pt x="6604" y="0"/>
                      <a:pt x="6538" y="29"/>
                      <a:pt x="6492" y="99"/>
                    </a:cubicBezTo>
                    <a:cubicBezTo>
                      <a:pt x="4662" y="2480"/>
                      <a:pt x="1" y="5137"/>
                      <a:pt x="2281" y="8721"/>
                    </a:cubicBezTo>
                    <a:cubicBezTo>
                      <a:pt x="2757" y="9472"/>
                      <a:pt x="3610" y="10224"/>
                      <a:pt x="3635" y="11177"/>
                    </a:cubicBezTo>
                    <a:cubicBezTo>
                      <a:pt x="3660" y="12229"/>
                      <a:pt x="2607" y="12931"/>
                      <a:pt x="2056" y="13708"/>
                    </a:cubicBezTo>
                    <a:cubicBezTo>
                      <a:pt x="1053" y="15087"/>
                      <a:pt x="752" y="16791"/>
                      <a:pt x="1078" y="18445"/>
                    </a:cubicBezTo>
                    <a:cubicBezTo>
                      <a:pt x="1098" y="18555"/>
                      <a:pt x="1174" y="18601"/>
                      <a:pt x="1254" y="18601"/>
                    </a:cubicBezTo>
                    <a:cubicBezTo>
                      <a:pt x="1376" y="18601"/>
                      <a:pt x="1509" y="18496"/>
                      <a:pt x="1479" y="18345"/>
                    </a:cubicBezTo>
                    <a:cubicBezTo>
                      <a:pt x="1279" y="17317"/>
                      <a:pt x="1329" y="16264"/>
                      <a:pt x="1680" y="15287"/>
                    </a:cubicBezTo>
                    <a:cubicBezTo>
                      <a:pt x="2031" y="14310"/>
                      <a:pt x="2707" y="13633"/>
                      <a:pt x="3359" y="12831"/>
                    </a:cubicBezTo>
                    <a:cubicBezTo>
                      <a:pt x="4186" y="11828"/>
                      <a:pt x="4211" y="10801"/>
                      <a:pt x="3484" y="9698"/>
                    </a:cubicBezTo>
                    <a:cubicBezTo>
                      <a:pt x="2983" y="8946"/>
                      <a:pt x="2356" y="8295"/>
                      <a:pt x="2181" y="7367"/>
                    </a:cubicBezTo>
                    <a:cubicBezTo>
                      <a:pt x="1981" y="6315"/>
                      <a:pt x="2407" y="5212"/>
                      <a:pt x="3008" y="4360"/>
                    </a:cubicBezTo>
                    <a:cubicBezTo>
                      <a:pt x="4086" y="2831"/>
                      <a:pt x="5715" y="1778"/>
                      <a:pt x="6843" y="299"/>
                    </a:cubicBezTo>
                    <a:cubicBezTo>
                      <a:pt x="6946" y="144"/>
                      <a:pt x="6812" y="0"/>
                      <a:pt x="666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21"/>
              <p:cNvSpPr/>
              <p:nvPr/>
            </p:nvSpPr>
            <p:spPr>
              <a:xfrm>
                <a:off x="4664950" y="1363825"/>
                <a:ext cx="93375" cy="182125"/>
              </a:xfrm>
              <a:custGeom>
                <a:rect b="b" l="l" r="r" t="t"/>
                <a:pathLst>
                  <a:path extrusionOk="0" h="7285" w="3735">
                    <a:moveTo>
                      <a:pt x="1103" y="0"/>
                    </a:moveTo>
                    <a:cubicBezTo>
                      <a:pt x="1042" y="0"/>
                      <a:pt x="984" y="32"/>
                      <a:pt x="953" y="110"/>
                    </a:cubicBezTo>
                    <a:cubicBezTo>
                      <a:pt x="501" y="1138"/>
                      <a:pt x="0" y="2341"/>
                      <a:pt x="552" y="3418"/>
                    </a:cubicBezTo>
                    <a:cubicBezTo>
                      <a:pt x="1228" y="4797"/>
                      <a:pt x="3434" y="5298"/>
                      <a:pt x="3183" y="7078"/>
                    </a:cubicBezTo>
                    <a:cubicBezTo>
                      <a:pt x="3171" y="7215"/>
                      <a:pt x="3265" y="7284"/>
                      <a:pt x="3368" y="7284"/>
                    </a:cubicBezTo>
                    <a:cubicBezTo>
                      <a:pt x="3471" y="7284"/>
                      <a:pt x="3584" y="7215"/>
                      <a:pt x="3609" y="7078"/>
                    </a:cubicBezTo>
                    <a:cubicBezTo>
                      <a:pt x="3735" y="6075"/>
                      <a:pt x="3133" y="5323"/>
                      <a:pt x="2381" y="4722"/>
                    </a:cubicBezTo>
                    <a:cubicBezTo>
                      <a:pt x="1905" y="4296"/>
                      <a:pt x="1303" y="3920"/>
                      <a:pt x="978" y="3368"/>
                    </a:cubicBezTo>
                    <a:cubicBezTo>
                      <a:pt x="426" y="2366"/>
                      <a:pt x="902" y="1238"/>
                      <a:pt x="1303" y="311"/>
                    </a:cubicBezTo>
                    <a:cubicBezTo>
                      <a:pt x="1390" y="155"/>
                      <a:pt x="1239" y="0"/>
                      <a:pt x="110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21"/>
              <p:cNvSpPr/>
              <p:nvPr/>
            </p:nvSpPr>
            <p:spPr>
              <a:xfrm>
                <a:off x="4710050" y="1577725"/>
                <a:ext cx="13825" cy="10050"/>
              </a:xfrm>
              <a:custGeom>
                <a:rect b="b" l="l" r="r" t="t"/>
                <a:pathLst>
                  <a:path extrusionOk="0" h="402" w="553">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21"/>
              <p:cNvSpPr/>
              <p:nvPr/>
            </p:nvSpPr>
            <p:spPr>
              <a:xfrm>
                <a:off x="4453800" y="1311400"/>
                <a:ext cx="173275" cy="595425"/>
              </a:xfrm>
              <a:custGeom>
                <a:rect b="b" l="l" r="r" t="t"/>
                <a:pathLst>
                  <a:path extrusionOk="0" h="23817" w="6931">
                    <a:moveTo>
                      <a:pt x="6615" y="0"/>
                    </a:moveTo>
                    <a:cubicBezTo>
                      <a:pt x="6583" y="0"/>
                      <a:pt x="6550" y="8"/>
                      <a:pt x="6516" y="27"/>
                    </a:cubicBezTo>
                    <a:cubicBezTo>
                      <a:pt x="4787" y="879"/>
                      <a:pt x="3659" y="2608"/>
                      <a:pt x="3484" y="4513"/>
                    </a:cubicBezTo>
                    <a:cubicBezTo>
                      <a:pt x="3384" y="5666"/>
                      <a:pt x="3759" y="6568"/>
                      <a:pt x="4135" y="7621"/>
                    </a:cubicBezTo>
                    <a:cubicBezTo>
                      <a:pt x="4812" y="9475"/>
                      <a:pt x="3709" y="10653"/>
                      <a:pt x="2657" y="12032"/>
                    </a:cubicBezTo>
                    <a:cubicBezTo>
                      <a:pt x="0" y="15465"/>
                      <a:pt x="50" y="20378"/>
                      <a:pt x="2757" y="23736"/>
                    </a:cubicBezTo>
                    <a:cubicBezTo>
                      <a:pt x="2801" y="23793"/>
                      <a:pt x="2853" y="23816"/>
                      <a:pt x="2904" y="23816"/>
                    </a:cubicBezTo>
                    <a:cubicBezTo>
                      <a:pt x="3054" y="23816"/>
                      <a:pt x="3189" y="23610"/>
                      <a:pt x="3058" y="23460"/>
                    </a:cubicBezTo>
                    <a:cubicBezTo>
                      <a:pt x="1629" y="21681"/>
                      <a:pt x="977" y="19425"/>
                      <a:pt x="1128" y="17170"/>
                    </a:cubicBezTo>
                    <a:cubicBezTo>
                      <a:pt x="1278" y="14789"/>
                      <a:pt x="2406" y="13109"/>
                      <a:pt x="3785" y="11255"/>
                    </a:cubicBezTo>
                    <a:cubicBezTo>
                      <a:pt x="4311" y="10578"/>
                      <a:pt x="4787" y="9801"/>
                      <a:pt x="4837" y="8924"/>
                    </a:cubicBezTo>
                    <a:cubicBezTo>
                      <a:pt x="4862" y="7896"/>
                      <a:pt x="4261" y="7069"/>
                      <a:pt x="4010" y="6117"/>
                    </a:cubicBezTo>
                    <a:cubicBezTo>
                      <a:pt x="3459" y="3836"/>
                      <a:pt x="4662" y="1430"/>
                      <a:pt x="6717" y="378"/>
                    </a:cubicBezTo>
                    <a:cubicBezTo>
                      <a:pt x="6930" y="271"/>
                      <a:pt x="6798" y="0"/>
                      <a:pt x="66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21"/>
              <p:cNvSpPr/>
              <p:nvPr/>
            </p:nvSpPr>
            <p:spPr>
              <a:xfrm>
                <a:off x="4439375" y="1572625"/>
                <a:ext cx="59100" cy="127450"/>
              </a:xfrm>
              <a:custGeom>
                <a:rect b="b" l="l" r="r" t="t"/>
                <a:pathLst>
                  <a:path extrusionOk="0" h="5098" w="2364">
                    <a:moveTo>
                      <a:pt x="2041" y="1"/>
                    </a:moveTo>
                    <a:cubicBezTo>
                      <a:pt x="1995" y="1"/>
                      <a:pt x="1948" y="17"/>
                      <a:pt x="1905" y="54"/>
                    </a:cubicBezTo>
                    <a:cubicBezTo>
                      <a:pt x="652" y="1382"/>
                      <a:pt x="1" y="3061"/>
                      <a:pt x="76" y="4891"/>
                    </a:cubicBezTo>
                    <a:cubicBezTo>
                      <a:pt x="88" y="5029"/>
                      <a:pt x="195" y="5098"/>
                      <a:pt x="298" y="5098"/>
                    </a:cubicBezTo>
                    <a:cubicBezTo>
                      <a:pt x="402" y="5098"/>
                      <a:pt x="502" y="5029"/>
                      <a:pt x="502" y="4891"/>
                    </a:cubicBezTo>
                    <a:cubicBezTo>
                      <a:pt x="427" y="3187"/>
                      <a:pt x="1003" y="1608"/>
                      <a:pt x="2206" y="355"/>
                    </a:cubicBezTo>
                    <a:cubicBezTo>
                      <a:pt x="2364" y="217"/>
                      <a:pt x="2211" y="1"/>
                      <a:pt x="204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21"/>
              <p:cNvSpPr/>
              <p:nvPr/>
            </p:nvSpPr>
            <p:spPr>
              <a:xfrm>
                <a:off x="4509550" y="1520075"/>
                <a:ext cx="16325" cy="10675"/>
              </a:xfrm>
              <a:custGeom>
                <a:rect b="b" l="l" r="r" t="t"/>
                <a:pathLst>
                  <a:path extrusionOk="0" h="427" w="653">
                    <a:moveTo>
                      <a:pt x="276" y="0"/>
                    </a:moveTo>
                    <a:cubicBezTo>
                      <a:pt x="26" y="0"/>
                      <a:pt x="1" y="427"/>
                      <a:pt x="276" y="427"/>
                    </a:cubicBezTo>
                    <a:lnTo>
                      <a:pt x="377" y="427"/>
                    </a:lnTo>
                    <a:cubicBezTo>
                      <a:pt x="652" y="427"/>
                      <a:pt x="652" y="0"/>
                      <a:pt x="3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21"/>
              <p:cNvSpPr/>
              <p:nvPr/>
            </p:nvSpPr>
            <p:spPr>
              <a:xfrm>
                <a:off x="4509950" y="1379850"/>
                <a:ext cx="18050" cy="22950"/>
              </a:xfrm>
              <a:custGeom>
                <a:rect b="b" l="l" r="r" t="t"/>
                <a:pathLst>
                  <a:path extrusionOk="0" h="918" w="722">
                    <a:moveTo>
                      <a:pt x="476" y="1"/>
                    </a:moveTo>
                    <a:cubicBezTo>
                      <a:pt x="390" y="1"/>
                      <a:pt x="301" y="45"/>
                      <a:pt x="260" y="146"/>
                    </a:cubicBezTo>
                    <a:cubicBezTo>
                      <a:pt x="185" y="321"/>
                      <a:pt x="135" y="497"/>
                      <a:pt x="60" y="672"/>
                    </a:cubicBezTo>
                    <a:cubicBezTo>
                      <a:pt x="0" y="822"/>
                      <a:pt x="118" y="918"/>
                      <a:pt x="245" y="918"/>
                    </a:cubicBezTo>
                    <a:cubicBezTo>
                      <a:pt x="331" y="918"/>
                      <a:pt x="420" y="874"/>
                      <a:pt x="461" y="772"/>
                    </a:cubicBezTo>
                    <a:lnTo>
                      <a:pt x="661" y="246"/>
                    </a:lnTo>
                    <a:cubicBezTo>
                      <a:pt x="721" y="97"/>
                      <a:pt x="603" y="1"/>
                      <a:pt x="4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21"/>
              <p:cNvSpPr/>
              <p:nvPr/>
            </p:nvSpPr>
            <p:spPr>
              <a:xfrm>
                <a:off x="4512675" y="1767875"/>
                <a:ext cx="34575" cy="88025"/>
              </a:xfrm>
              <a:custGeom>
                <a:rect b="b" l="l" r="r" t="t"/>
                <a:pathLst>
                  <a:path extrusionOk="0" h="3521" w="1383">
                    <a:moveTo>
                      <a:pt x="261" y="1"/>
                    </a:moveTo>
                    <a:cubicBezTo>
                      <a:pt x="158" y="1"/>
                      <a:pt x="51" y="63"/>
                      <a:pt x="51" y="189"/>
                    </a:cubicBezTo>
                    <a:cubicBezTo>
                      <a:pt x="1" y="1342"/>
                      <a:pt x="302" y="2444"/>
                      <a:pt x="928" y="3422"/>
                    </a:cubicBezTo>
                    <a:cubicBezTo>
                      <a:pt x="967" y="3492"/>
                      <a:pt x="1030" y="3521"/>
                      <a:pt x="1094" y="3521"/>
                    </a:cubicBezTo>
                    <a:cubicBezTo>
                      <a:pt x="1236" y="3521"/>
                      <a:pt x="1383" y="3377"/>
                      <a:pt x="1279" y="3221"/>
                    </a:cubicBezTo>
                    <a:cubicBezTo>
                      <a:pt x="703" y="2294"/>
                      <a:pt x="427" y="1292"/>
                      <a:pt x="452" y="189"/>
                    </a:cubicBezTo>
                    <a:cubicBezTo>
                      <a:pt x="465" y="63"/>
                      <a:pt x="364" y="1"/>
                      <a:pt x="2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21"/>
              <p:cNvSpPr/>
              <p:nvPr/>
            </p:nvSpPr>
            <p:spPr>
              <a:xfrm>
                <a:off x="4515200" y="1686750"/>
                <a:ext cx="13175" cy="10675"/>
              </a:xfrm>
              <a:custGeom>
                <a:rect b="b" l="l" r="r" t="t"/>
                <a:pathLst>
                  <a:path extrusionOk="0" h="427" w="527">
                    <a:moveTo>
                      <a:pt x="276" y="0"/>
                    </a:moveTo>
                    <a:cubicBezTo>
                      <a:pt x="0" y="0"/>
                      <a:pt x="0" y="426"/>
                      <a:pt x="276" y="426"/>
                    </a:cubicBezTo>
                    <a:cubicBezTo>
                      <a:pt x="526" y="426"/>
                      <a:pt x="526"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21"/>
              <p:cNvSpPr/>
              <p:nvPr/>
            </p:nvSpPr>
            <p:spPr>
              <a:xfrm>
                <a:off x="4489500" y="1923650"/>
                <a:ext cx="14925" cy="28925"/>
              </a:xfrm>
              <a:custGeom>
                <a:rect b="b" l="l" r="r" t="t"/>
                <a:pathLst>
                  <a:path extrusionOk="0" h="1157" w="597">
                    <a:moveTo>
                      <a:pt x="318" y="0"/>
                    </a:moveTo>
                    <a:cubicBezTo>
                      <a:pt x="261" y="0"/>
                      <a:pt x="207" y="29"/>
                      <a:pt x="176" y="98"/>
                    </a:cubicBezTo>
                    <a:cubicBezTo>
                      <a:pt x="51" y="399"/>
                      <a:pt x="1" y="675"/>
                      <a:pt x="51" y="1000"/>
                    </a:cubicBezTo>
                    <a:cubicBezTo>
                      <a:pt x="71" y="1110"/>
                      <a:pt x="146" y="1156"/>
                      <a:pt x="227" y="1156"/>
                    </a:cubicBezTo>
                    <a:cubicBezTo>
                      <a:pt x="349" y="1156"/>
                      <a:pt x="482" y="1051"/>
                      <a:pt x="452" y="900"/>
                    </a:cubicBezTo>
                    <a:cubicBezTo>
                      <a:pt x="427" y="700"/>
                      <a:pt x="452" y="499"/>
                      <a:pt x="527" y="324"/>
                    </a:cubicBezTo>
                    <a:cubicBezTo>
                      <a:pt x="596" y="150"/>
                      <a:pt x="449" y="0"/>
                      <a:pt x="3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21"/>
              <p:cNvSpPr/>
              <p:nvPr/>
            </p:nvSpPr>
            <p:spPr>
              <a:xfrm>
                <a:off x="4511425" y="1929075"/>
                <a:ext cx="10675" cy="31025"/>
              </a:xfrm>
              <a:custGeom>
                <a:rect b="b" l="l" r="r" t="t"/>
                <a:pathLst>
                  <a:path extrusionOk="0" h="1241" w="427">
                    <a:moveTo>
                      <a:pt x="214" y="0"/>
                    </a:moveTo>
                    <a:cubicBezTo>
                      <a:pt x="107" y="0"/>
                      <a:pt x="1" y="69"/>
                      <a:pt x="1" y="207"/>
                    </a:cubicBezTo>
                    <a:lnTo>
                      <a:pt x="1" y="1034"/>
                    </a:lnTo>
                    <a:cubicBezTo>
                      <a:pt x="1" y="1172"/>
                      <a:pt x="107" y="1241"/>
                      <a:pt x="214" y="1241"/>
                    </a:cubicBezTo>
                    <a:cubicBezTo>
                      <a:pt x="320" y="1241"/>
                      <a:pt x="427" y="1172"/>
                      <a:pt x="427" y="1034"/>
                    </a:cubicBezTo>
                    <a:lnTo>
                      <a:pt x="427" y="207"/>
                    </a:lnTo>
                    <a:cubicBezTo>
                      <a:pt x="427" y="69"/>
                      <a:pt x="320" y="0"/>
                      <a:pt x="21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21"/>
              <p:cNvSpPr/>
              <p:nvPr/>
            </p:nvSpPr>
            <p:spPr>
              <a:xfrm>
                <a:off x="4438750" y="1825050"/>
                <a:ext cx="30275" cy="47250"/>
              </a:xfrm>
              <a:custGeom>
                <a:rect b="b" l="l" r="r" t="t"/>
                <a:pathLst>
                  <a:path extrusionOk="0" h="1890" w="1211">
                    <a:moveTo>
                      <a:pt x="204" y="1"/>
                    </a:moveTo>
                    <a:cubicBezTo>
                      <a:pt x="101" y="1"/>
                      <a:pt x="1" y="70"/>
                      <a:pt x="1" y="208"/>
                    </a:cubicBezTo>
                    <a:cubicBezTo>
                      <a:pt x="51" y="834"/>
                      <a:pt x="301" y="1386"/>
                      <a:pt x="752" y="1837"/>
                    </a:cubicBezTo>
                    <a:cubicBezTo>
                      <a:pt x="795" y="1874"/>
                      <a:pt x="842" y="1890"/>
                      <a:pt x="888" y="1890"/>
                    </a:cubicBezTo>
                    <a:cubicBezTo>
                      <a:pt x="1058" y="1890"/>
                      <a:pt x="1211" y="1674"/>
                      <a:pt x="1053" y="1536"/>
                    </a:cubicBezTo>
                    <a:cubicBezTo>
                      <a:pt x="677" y="1185"/>
                      <a:pt x="452" y="709"/>
                      <a:pt x="427" y="208"/>
                    </a:cubicBezTo>
                    <a:cubicBezTo>
                      <a:pt x="414" y="70"/>
                      <a:pt x="308" y="1"/>
                      <a:pt x="2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21"/>
              <p:cNvSpPr/>
              <p:nvPr/>
            </p:nvSpPr>
            <p:spPr>
              <a:xfrm>
                <a:off x="4639875" y="1835100"/>
                <a:ext cx="37800" cy="98725"/>
              </a:xfrm>
              <a:custGeom>
                <a:rect b="b" l="l" r="r" t="t"/>
                <a:pathLst>
                  <a:path extrusionOk="0" h="3949" w="1512">
                    <a:moveTo>
                      <a:pt x="528" y="0"/>
                    </a:moveTo>
                    <a:cubicBezTo>
                      <a:pt x="447" y="0"/>
                      <a:pt x="372" y="47"/>
                      <a:pt x="352" y="156"/>
                    </a:cubicBezTo>
                    <a:cubicBezTo>
                      <a:pt x="1" y="1435"/>
                      <a:pt x="251" y="2788"/>
                      <a:pt x="1053" y="3866"/>
                    </a:cubicBezTo>
                    <a:cubicBezTo>
                      <a:pt x="1097" y="3924"/>
                      <a:pt x="1157" y="3948"/>
                      <a:pt x="1217" y="3948"/>
                    </a:cubicBezTo>
                    <a:cubicBezTo>
                      <a:pt x="1365" y="3948"/>
                      <a:pt x="1511" y="3800"/>
                      <a:pt x="1404" y="3640"/>
                    </a:cubicBezTo>
                    <a:cubicBezTo>
                      <a:pt x="677" y="2663"/>
                      <a:pt x="427" y="1460"/>
                      <a:pt x="753" y="257"/>
                    </a:cubicBezTo>
                    <a:cubicBezTo>
                      <a:pt x="783" y="106"/>
                      <a:pt x="650" y="0"/>
                      <a:pt x="5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21"/>
              <p:cNvSpPr/>
              <p:nvPr/>
            </p:nvSpPr>
            <p:spPr>
              <a:xfrm>
                <a:off x="4626725" y="1674200"/>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21"/>
              <p:cNvSpPr/>
              <p:nvPr/>
            </p:nvSpPr>
            <p:spPr>
              <a:xfrm>
                <a:off x="4597025" y="1485875"/>
                <a:ext cx="22825" cy="65700"/>
              </a:xfrm>
              <a:custGeom>
                <a:rect b="b" l="l" r="r" t="t"/>
                <a:pathLst>
                  <a:path extrusionOk="0" h="2628" w="913">
                    <a:moveTo>
                      <a:pt x="278" y="0"/>
                    </a:moveTo>
                    <a:cubicBezTo>
                      <a:pt x="145" y="0"/>
                      <a:pt x="1" y="147"/>
                      <a:pt x="86" y="316"/>
                    </a:cubicBezTo>
                    <a:cubicBezTo>
                      <a:pt x="386" y="993"/>
                      <a:pt x="487" y="1694"/>
                      <a:pt x="411" y="2421"/>
                    </a:cubicBezTo>
                    <a:cubicBezTo>
                      <a:pt x="399" y="2559"/>
                      <a:pt x="499" y="2628"/>
                      <a:pt x="606" y="2628"/>
                    </a:cubicBezTo>
                    <a:cubicBezTo>
                      <a:pt x="712" y="2628"/>
                      <a:pt x="825" y="2559"/>
                      <a:pt x="837" y="2421"/>
                    </a:cubicBezTo>
                    <a:cubicBezTo>
                      <a:pt x="913" y="1619"/>
                      <a:pt x="762" y="842"/>
                      <a:pt x="436" y="115"/>
                    </a:cubicBezTo>
                    <a:cubicBezTo>
                      <a:pt x="404" y="34"/>
                      <a:pt x="342" y="0"/>
                      <a:pt x="2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21"/>
              <p:cNvSpPr/>
              <p:nvPr/>
            </p:nvSpPr>
            <p:spPr>
              <a:xfrm>
                <a:off x="4253275" y="1185250"/>
                <a:ext cx="371050" cy="576850"/>
              </a:xfrm>
              <a:custGeom>
                <a:rect b="b" l="l" r="r" t="t"/>
                <a:pathLst>
                  <a:path extrusionOk="0" h="23074" w="14842">
                    <a:moveTo>
                      <a:pt x="14554" y="1"/>
                    </a:moveTo>
                    <a:cubicBezTo>
                      <a:pt x="14533" y="1"/>
                      <a:pt x="14511" y="4"/>
                      <a:pt x="14487" y="10"/>
                    </a:cubicBezTo>
                    <a:cubicBezTo>
                      <a:pt x="11956" y="737"/>
                      <a:pt x="9500" y="1840"/>
                      <a:pt x="7344" y="3368"/>
                    </a:cubicBezTo>
                    <a:cubicBezTo>
                      <a:pt x="5615" y="4571"/>
                      <a:pt x="4011" y="6200"/>
                      <a:pt x="3961" y="8456"/>
                    </a:cubicBezTo>
                    <a:cubicBezTo>
                      <a:pt x="3936" y="10236"/>
                      <a:pt x="4362" y="11714"/>
                      <a:pt x="3109" y="13193"/>
                    </a:cubicBezTo>
                    <a:cubicBezTo>
                      <a:pt x="2357" y="14095"/>
                      <a:pt x="1530" y="14847"/>
                      <a:pt x="1029" y="15925"/>
                    </a:cubicBezTo>
                    <a:cubicBezTo>
                      <a:pt x="1" y="18080"/>
                      <a:pt x="51" y="20536"/>
                      <a:pt x="151" y="22867"/>
                    </a:cubicBezTo>
                    <a:cubicBezTo>
                      <a:pt x="151" y="23005"/>
                      <a:pt x="258" y="23074"/>
                      <a:pt x="361" y="23074"/>
                    </a:cubicBezTo>
                    <a:cubicBezTo>
                      <a:pt x="465" y="23074"/>
                      <a:pt x="565" y="23005"/>
                      <a:pt x="552" y="22867"/>
                    </a:cubicBezTo>
                    <a:cubicBezTo>
                      <a:pt x="477" y="20486"/>
                      <a:pt x="402" y="17880"/>
                      <a:pt x="1605" y="15724"/>
                    </a:cubicBezTo>
                    <a:cubicBezTo>
                      <a:pt x="2131" y="14747"/>
                      <a:pt x="2983" y="14070"/>
                      <a:pt x="3635" y="13218"/>
                    </a:cubicBezTo>
                    <a:cubicBezTo>
                      <a:pt x="4287" y="12341"/>
                      <a:pt x="4512" y="11414"/>
                      <a:pt x="4487" y="10336"/>
                    </a:cubicBezTo>
                    <a:cubicBezTo>
                      <a:pt x="4437" y="8957"/>
                      <a:pt x="4237" y="7704"/>
                      <a:pt x="4913" y="6426"/>
                    </a:cubicBezTo>
                    <a:cubicBezTo>
                      <a:pt x="5515" y="5298"/>
                      <a:pt x="6542" y="4446"/>
                      <a:pt x="7545" y="3719"/>
                    </a:cubicBezTo>
                    <a:cubicBezTo>
                      <a:pt x="9675" y="2215"/>
                      <a:pt x="12106" y="1138"/>
                      <a:pt x="14613" y="411"/>
                    </a:cubicBezTo>
                    <a:cubicBezTo>
                      <a:pt x="14842" y="342"/>
                      <a:pt x="14777" y="1"/>
                      <a:pt x="145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21"/>
              <p:cNvSpPr/>
              <p:nvPr/>
            </p:nvSpPr>
            <p:spPr>
              <a:xfrm>
                <a:off x="4266950" y="1697525"/>
                <a:ext cx="94125" cy="274950"/>
              </a:xfrm>
              <a:custGeom>
                <a:rect b="b" l="l" r="r" t="t"/>
                <a:pathLst>
                  <a:path extrusionOk="0" h="10998" w="3765">
                    <a:moveTo>
                      <a:pt x="2407" y="0"/>
                    </a:moveTo>
                    <a:cubicBezTo>
                      <a:pt x="2286" y="0"/>
                      <a:pt x="2156" y="96"/>
                      <a:pt x="2186" y="246"/>
                    </a:cubicBezTo>
                    <a:cubicBezTo>
                      <a:pt x="2812" y="2777"/>
                      <a:pt x="3414" y="5334"/>
                      <a:pt x="3314" y="7940"/>
                    </a:cubicBezTo>
                    <a:cubicBezTo>
                      <a:pt x="3289" y="8542"/>
                      <a:pt x="3389" y="9494"/>
                      <a:pt x="3088" y="9970"/>
                    </a:cubicBezTo>
                    <a:cubicBezTo>
                      <a:pt x="3057" y="10156"/>
                      <a:pt x="2959" y="10247"/>
                      <a:pt x="2781" y="10247"/>
                    </a:cubicBezTo>
                    <a:cubicBezTo>
                      <a:pt x="2672" y="10247"/>
                      <a:pt x="2533" y="10212"/>
                      <a:pt x="2361" y="10146"/>
                    </a:cubicBezTo>
                    <a:cubicBezTo>
                      <a:pt x="2214" y="10216"/>
                      <a:pt x="2078" y="10249"/>
                      <a:pt x="1956" y="10249"/>
                    </a:cubicBezTo>
                    <a:cubicBezTo>
                      <a:pt x="1682" y="10249"/>
                      <a:pt x="1472" y="10081"/>
                      <a:pt x="1334" y="9770"/>
                    </a:cubicBezTo>
                    <a:cubicBezTo>
                      <a:pt x="1183" y="9494"/>
                      <a:pt x="1083" y="9168"/>
                      <a:pt x="983" y="8867"/>
                    </a:cubicBezTo>
                    <a:cubicBezTo>
                      <a:pt x="657" y="7614"/>
                      <a:pt x="607" y="6236"/>
                      <a:pt x="431" y="4958"/>
                    </a:cubicBezTo>
                    <a:cubicBezTo>
                      <a:pt x="411" y="4844"/>
                      <a:pt x="331" y="4794"/>
                      <a:pt x="247" y="4794"/>
                    </a:cubicBezTo>
                    <a:cubicBezTo>
                      <a:pt x="127" y="4794"/>
                      <a:pt x="1" y="4896"/>
                      <a:pt x="30" y="5058"/>
                    </a:cubicBezTo>
                    <a:cubicBezTo>
                      <a:pt x="231" y="6637"/>
                      <a:pt x="131" y="8918"/>
                      <a:pt x="1158" y="10221"/>
                    </a:cubicBezTo>
                    <a:cubicBezTo>
                      <a:pt x="1470" y="10614"/>
                      <a:pt x="2028" y="10997"/>
                      <a:pt x="2538" y="10997"/>
                    </a:cubicBezTo>
                    <a:cubicBezTo>
                      <a:pt x="2808" y="10997"/>
                      <a:pt x="3064" y="10890"/>
                      <a:pt x="3263" y="10622"/>
                    </a:cubicBezTo>
                    <a:cubicBezTo>
                      <a:pt x="3614" y="10121"/>
                      <a:pt x="3614" y="9319"/>
                      <a:pt x="3690" y="8717"/>
                    </a:cubicBezTo>
                    <a:cubicBezTo>
                      <a:pt x="3765" y="7765"/>
                      <a:pt x="3765" y="6787"/>
                      <a:pt x="3664" y="5810"/>
                    </a:cubicBezTo>
                    <a:cubicBezTo>
                      <a:pt x="3489" y="3880"/>
                      <a:pt x="3063" y="2000"/>
                      <a:pt x="2587" y="146"/>
                    </a:cubicBezTo>
                    <a:cubicBezTo>
                      <a:pt x="2567" y="44"/>
                      <a:pt x="2489" y="0"/>
                      <a:pt x="240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21"/>
              <p:cNvSpPr/>
              <p:nvPr/>
            </p:nvSpPr>
            <p:spPr>
              <a:xfrm>
                <a:off x="4299400" y="1762675"/>
                <a:ext cx="26600" cy="127250"/>
              </a:xfrm>
              <a:custGeom>
                <a:rect b="b" l="l" r="r" t="t"/>
                <a:pathLst>
                  <a:path extrusionOk="0" h="5090" w="1064">
                    <a:moveTo>
                      <a:pt x="246" y="1"/>
                    </a:moveTo>
                    <a:cubicBezTo>
                      <a:pt x="119" y="1"/>
                      <a:pt x="1" y="97"/>
                      <a:pt x="61" y="246"/>
                    </a:cubicBezTo>
                    <a:cubicBezTo>
                      <a:pt x="537" y="1750"/>
                      <a:pt x="662" y="3279"/>
                      <a:pt x="361" y="4833"/>
                    </a:cubicBezTo>
                    <a:cubicBezTo>
                      <a:pt x="316" y="4984"/>
                      <a:pt x="452" y="5089"/>
                      <a:pt x="579" y="5089"/>
                    </a:cubicBezTo>
                    <a:cubicBezTo>
                      <a:pt x="663" y="5089"/>
                      <a:pt x="742" y="5043"/>
                      <a:pt x="762" y="4933"/>
                    </a:cubicBezTo>
                    <a:cubicBezTo>
                      <a:pt x="1063" y="3304"/>
                      <a:pt x="963" y="1725"/>
                      <a:pt x="462" y="146"/>
                    </a:cubicBezTo>
                    <a:cubicBezTo>
                      <a:pt x="421" y="45"/>
                      <a:pt x="332" y="1"/>
                      <a:pt x="24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21"/>
              <p:cNvSpPr/>
              <p:nvPr/>
            </p:nvSpPr>
            <p:spPr>
              <a:xfrm>
                <a:off x="4379850" y="1921250"/>
                <a:ext cx="16025" cy="23500"/>
              </a:xfrm>
              <a:custGeom>
                <a:rect b="b" l="l" r="r" t="t"/>
                <a:pathLst>
                  <a:path extrusionOk="0" h="940" w="641">
                    <a:moveTo>
                      <a:pt x="343" y="0"/>
                    </a:moveTo>
                    <a:cubicBezTo>
                      <a:pt x="281" y="0"/>
                      <a:pt x="220" y="28"/>
                      <a:pt x="176" y="94"/>
                    </a:cubicBezTo>
                    <a:cubicBezTo>
                      <a:pt x="51" y="319"/>
                      <a:pt x="1" y="545"/>
                      <a:pt x="76" y="796"/>
                    </a:cubicBezTo>
                    <a:cubicBezTo>
                      <a:pt x="96" y="895"/>
                      <a:pt x="171" y="939"/>
                      <a:pt x="251" y="939"/>
                    </a:cubicBezTo>
                    <a:cubicBezTo>
                      <a:pt x="373" y="939"/>
                      <a:pt x="507" y="837"/>
                      <a:pt x="477" y="670"/>
                    </a:cubicBezTo>
                    <a:cubicBezTo>
                      <a:pt x="452" y="545"/>
                      <a:pt x="477" y="420"/>
                      <a:pt x="552" y="319"/>
                    </a:cubicBezTo>
                    <a:cubicBezTo>
                      <a:pt x="641" y="160"/>
                      <a:pt x="491" y="0"/>
                      <a:pt x="34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21"/>
              <p:cNvSpPr/>
              <p:nvPr/>
            </p:nvSpPr>
            <p:spPr>
              <a:xfrm>
                <a:off x="4198775" y="1471325"/>
                <a:ext cx="48775" cy="259800"/>
              </a:xfrm>
              <a:custGeom>
                <a:rect b="b" l="l" r="r" t="t"/>
                <a:pathLst>
                  <a:path extrusionOk="0" h="10392" w="1951">
                    <a:moveTo>
                      <a:pt x="1702" y="1"/>
                    </a:moveTo>
                    <a:cubicBezTo>
                      <a:pt x="1618" y="1"/>
                      <a:pt x="1535" y="45"/>
                      <a:pt x="1504" y="146"/>
                    </a:cubicBezTo>
                    <a:cubicBezTo>
                      <a:pt x="953" y="1825"/>
                      <a:pt x="577" y="3554"/>
                      <a:pt x="376" y="5309"/>
                    </a:cubicBezTo>
                    <a:cubicBezTo>
                      <a:pt x="201" y="6913"/>
                      <a:pt x="0" y="8717"/>
                      <a:pt x="627" y="10246"/>
                    </a:cubicBezTo>
                    <a:cubicBezTo>
                      <a:pt x="668" y="10347"/>
                      <a:pt x="757" y="10391"/>
                      <a:pt x="843" y="10391"/>
                    </a:cubicBezTo>
                    <a:cubicBezTo>
                      <a:pt x="969" y="10391"/>
                      <a:pt x="1088" y="10295"/>
                      <a:pt x="1028" y="10146"/>
                    </a:cubicBezTo>
                    <a:cubicBezTo>
                      <a:pt x="401" y="8642"/>
                      <a:pt x="602" y="6888"/>
                      <a:pt x="802" y="5309"/>
                    </a:cubicBezTo>
                    <a:cubicBezTo>
                      <a:pt x="1003" y="3580"/>
                      <a:pt x="1379" y="1900"/>
                      <a:pt x="1905" y="246"/>
                    </a:cubicBezTo>
                    <a:cubicBezTo>
                      <a:pt x="1950" y="97"/>
                      <a:pt x="1826" y="1"/>
                      <a:pt x="17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21"/>
              <p:cNvSpPr/>
              <p:nvPr/>
            </p:nvSpPr>
            <p:spPr>
              <a:xfrm>
                <a:off x="4260175" y="1406050"/>
                <a:ext cx="13175" cy="10050"/>
              </a:xfrm>
              <a:custGeom>
                <a:rect b="b" l="l" r="r" t="t"/>
                <a:pathLst>
                  <a:path extrusionOk="0" h="402" w="527">
                    <a:moveTo>
                      <a:pt x="251" y="0"/>
                    </a:moveTo>
                    <a:cubicBezTo>
                      <a:pt x="1" y="0"/>
                      <a:pt x="1"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21"/>
              <p:cNvSpPr/>
              <p:nvPr/>
            </p:nvSpPr>
            <p:spPr>
              <a:xfrm>
                <a:off x="4321975" y="1200450"/>
                <a:ext cx="145175" cy="137725"/>
              </a:xfrm>
              <a:custGeom>
                <a:rect b="b" l="l" r="r" t="t"/>
                <a:pathLst>
                  <a:path extrusionOk="0" h="5509" w="5807">
                    <a:moveTo>
                      <a:pt x="5484" y="0"/>
                    </a:moveTo>
                    <a:cubicBezTo>
                      <a:pt x="5438" y="0"/>
                      <a:pt x="5391" y="16"/>
                      <a:pt x="5348" y="54"/>
                    </a:cubicBezTo>
                    <a:cubicBezTo>
                      <a:pt x="3418" y="1557"/>
                      <a:pt x="1689" y="3262"/>
                      <a:pt x="135" y="5141"/>
                    </a:cubicBezTo>
                    <a:cubicBezTo>
                      <a:pt x="0" y="5295"/>
                      <a:pt x="146" y="5508"/>
                      <a:pt x="301" y="5508"/>
                    </a:cubicBezTo>
                    <a:cubicBezTo>
                      <a:pt x="348" y="5508"/>
                      <a:pt x="395" y="5489"/>
                      <a:pt x="436" y="5442"/>
                    </a:cubicBezTo>
                    <a:cubicBezTo>
                      <a:pt x="1990" y="3562"/>
                      <a:pt x="3719" y="1858"/>
                      <a:pt x="5649" y="354"/>
                    </a:cubicBezTo>
                    <a:cubicBezTo>
                      <a:pt x="5807" y="216"/>
                      <a:pt x="5654" y="0"/>
                      <a:pt x="548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21"/>
              <p:cNvSpPr/>
              <p:nvPr/>
            </p:nvSpPr>
            <p:spPr>
              <a:xfrm>
                <a:off x="4394800" y="1364375"/>
                <a:ext cx="20800" cy="36025"/>
              </a:xfrm>
              <a:custGeom>
                <a:rect b="b" l="l" r="r" t="t"/>
                <a:pathLst>
                  <a:path extrusionOk="0" h="1441" w="832">
                    <a:moveTo>
                      <a:pt x="618" y="0"/>
                    </a:moveTo>
                    <a:cubicBezTo>
                      <a:pt x="512" y="0"/>
                      <a:pt x="405" y="63"/>
                      <a:pt x="405" y="188"/>
                    </a:cubicBezTo>
                    <a:cubicBezTo>
                      <a:pt x="380" y="539"/>
                      <a:pt x="280" y="840"/>
                      <a:pt x="104" y="1141"/>
                    </a:cubicBezTo>
                    <a:cubicBezTo>
                      <a:pt x="1" y="1296"/>
                      <a:pt x="147" y="1440"/>
                      <a:pt x="290" y="1440"/>
                    </a:cubicBezTo>
                    <a:cubicBezTo>
                      <a:pt x="354" y="1440"/>
                      <a:pt x="416" y="1411"/>
                      <a:pt x="455" y="1341"/>
                    </a:cubicBezTo>
                    <a:cubicBezTo>
                      <a:pt x="681" y="990"/>
                      <a:pt x="806" y="614"/>
                      <a:pt x="831" y="188"/>
                    </a:cubicBezTo>
                    <a:cubicBezTo>
                      <a:pt x="831" y="63"/>
                      <a:pt x="725" y="0"/>
                      <a:pt x="6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21"/>
              <p:cNvSpPr/>
              <p:nvPr/>
            </p:nvSpPr>
            <p:spPr>
              <a:xfrm>
                <a:off x="4421550" y="1372050"/>
                <a:ext cx="17850" cy="36475"/>
              </a:xfrm>
              <a:custGeom>
                <a:rect b="b" l="l" r="r" t="t"/>
                <a:pathLst>
                  <a:path extrusionOk="0" h="1459" w="714">
                    <a:moveTo>
                      <a:pt x="457" y="0"/>
                    </a:moveTo>
                    <a:cubicBezTo>
                      <a:pt x="350" y="0"/>
                      <a:pt x="250" y="69"/>
                      <a:pt x="262" y="207"/>
                    </a:cubicBezTo>
                    <a:cubicBezTo>
                      <a:pt x="288" y="533"/>
                      <a:pt x="237" y="834"/>
                      <a:pt x="87" y="1134"/>
                    </a:cubicBezTo>
                    <a:cubicBezTo>
                      <a:pt x="0" y="1308"/>
                      <a:pt x="142" y="1458"/>
                      <a:pt x="280" y="1458"/>
                    </a:cubicBezTo>
                    <a:cubicBezTo>
                      <a:pt x="340" y="1458"/>
                      <a:pt x="400" y="1429"/>
                      <a:pt x="438" y="1360"/>
                    </a:cubicBezTo>
                    <a:cubicBezTo>
                      <a:pt x="638" y="984"/>
                      <a:pt x="714" y="608"/>
                      <a:pt x="689" y="207"/>
                    </a:cubicBezTo>
                    <a:cubicBezTo>
                      <a:pt x="676" y="69"/>
                      <a:pt x="563" y="0"/>
                      <a:pt x="4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21"/>
              <p:cNvSpPr/>
              <p:nvPr/>
            </p:nvSpPr>
            <p:spPr>
              <a:xfrm>
                <a:off x="4050600" y="1131375"/>
                <a:ext cx="356875" cy="446050"/>
              </a:xfrm>
              <a:custGeom>
                <a:rect b="b" l="l" r="r" t="t"/>
                <a:pathLst>
                  <a:path extrusionOk="0" h="17842" w="14275">
                    <a:moveTo>
                      <a:pt x="13984" y="0"/>
                    </a:moveTo>
                    <a:cubicBezTo>
                      <a:pt x="13964" y="0"/>
                      <a:pt x="13944" y="3"/>
                      <a:pt x="13923" y="10"/>
                    </a:cubicBezTo>
                    <a:cubicBezTo>
                      <a:pt x="6404" y="2691"/>
                      <a:pt x="865" y="9709"/>
                      <a:pt x="13" y="17654"/>
                    </a:cubicBezTo>
                    <a:cubicBezTo>
                      <a:pt x="0" y="17779"/>
                      <a:pt x="94" y="17842"/>
                      <a:pt x="194" y="17842"/>
                    </a:cubicBezTo>
                    <a:cubicBezTo>
                      <a:pt x="295" y="17842"/>
                      <a:pt x="401" y="17779"/>
                      <a:pt x="414" y="17654"/>
                    </a:cubicBezTo>
                    <a:cubicBezTo>
                      <a:pt x="1241" y="9909"/>
                      <a:pt x="6704" y="3017"/>
                      <a:pt x="14023" y="411"/>
                    </a:cubicBezTo>
                    <a:cubicBezTo>
                      <a:pt x="14275" y="342"/>
                      <a:pt x="14192" y="0"/>
                      <a:pt x="1398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21"/>
              <p:cNvSpPr/>
              <p:nvPr/>
            </p:nvSpPr>
            <p:spPr>
              <a:xfrm>
                <a:off x="4018325" y="1611400"/>
                <a:ext cx="177975" cy="385325"/>
              </a:xfrm>
              <a:custGeom>
                <a:rect b="b" l="l" r="r" t="t"/>
                <a:pathLst>
                  <a:path extrusionOk="0" h="15413" w="7119">
                    <a:moveTo>
                      <a:pt x="213" y="0"/>
                    </a:moveTo>
                    <a:cubicBezTo>
                      <a:pt x="107" y="0"/>
                      <a:pt x="0" y="69"/>
                      <a:pt x="0" y="207"/>
                    </a:cubicBezTo>
                    <a:cubicBezTo>
                      <a:pt x="51" y="4493"/>
                      <a:pt x="853" y="8954"/>
                      <a:pt x="2707" y="12839"/>
                    </a:cubicBezTo>
                    <a:cubicBezTo>
                      <a:pt x="3080" y="13607"/>
                      <a:pt x="4145" y="15412"/>
                      <a:pt x="5262" y="15412"/>
                    </a:cubicBezTo>
                    <a:cubicBezTo>
                      <a:pt x="5421" y="15412"/>
                      <a:pt x="5581" y="15376"/>
                      <a:pt x="5740" y="15295"/>
                    </a:cubicBezTo>
                    <a:cubicBezTo>
                      <a:pt x="6216" y="15094"/>
                      <a:pt x="6416" y="14443"/>
                      <a:pt x="6592" y="13992"/>
                    </a:cubicBezTo>
                    <a:cubicBezTo>
                      <a:pt x="6968" y="13039"/>
                      <a:pt x="7118" y="12062"/>
                      <a:pt x="7093" y="11034"/>
                    </a:cubicBezTo>
                    <a:cubicBezTo>
                      <a:pt x="7081" y="10896"/>
                      <a:pt x="6968" y="10828"/>
                      <a:pt x="6861" y="10828"/>
                    </a:cubicBezTo>
                    <a:cubicBezTo>
                      <a:pt x="6755" y="10828"/>
                      <a:pt x="6655" y="10896"/>
                      <a:pt x="6667" y="11034"/>
                    </a:cubicBezTo>
                    <a:cubicBezTo>
                      <a:pt x="6708" y="12085"/>
                      <a:pt x="6373" y="14830"/>
                      <a:pt x="5191" y="14830"/>
                    </a:cubicBezTo>
                    <a:cubicBezTo>
                      <a:pt x="4907" y="14830"/>
                      <a:pt x="4574" y="14671"/>
                      <a:pt x="4186" y="14292"/>
                    </a:cubicBezTo>
                    <a:cubicBezTo>
                      <a:pt x="3033" y="13165"/>
                      <a:pt x="2507" y="11385"/>
                      <a:pt x="2030" y="9932"/>
                    </a:cubicBezTo>
                    <a:cubicBezTo>
                      <a:pt x="978" y="6799"/>
                      <a:pt x="452" y="3515"/>
                      <a:pt x="426" y="207"/>
                    </a:cubicBezTo>
                    <a:cubicBezTo>
                      <a:pt x="426" y="69"/>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21"/>
              <p:cNvSpPr/>
              <p:nvPr/>
            </p:nvSpPr>
            <p:spPr>
              <a:xfrm>
                <a:off x="4069400" y="1684700"/>
                <a:ext cx="69600" cy="218475"/>
              </a:xfrm>
              <a:custGeom>
                <a:rect b="b" l="l" r="r" t="t"/>
                <a:pathLst>
                  <a:path extrusionOk="0" h="8739" w="2784">
                    <a:moveTo>
                      <a:pt x="207" y="1"/>
                    </a:moveTo>
                    <a:cubicBezTo>
                      <a:pt x="100" y="1"/>
                      <a:pt x="0" y="70"/>
                      <a:pt x="13" y="207"/>
                    </a:cubicBezTo>
                    <a:cubicBezTo>
                      <a:pt x="238" y="1937"/>
                      <a:pt x="539" y="3666"/>
                      <a:pt x="965" y="5370"/>
                    </a:cubicBezTo>
                    <a:cubicBezTo>
                      <a:pt x="1216" y="6473"/>
                      <a:pt x="1366" y="8027"/>
                      <a:pt x="2368" y="8704"/>
                    </a:cubicBezTo>
                    <a:cubicBezTo>
                      <a:pt x="2405" y="8728"/>
                      <a:pt x="2441" y="8739"/>
                      <a:pt x="2476" y="8739"/>
                    </a:cubicBezTo>
                    <a:cubicBezTo>
                      <a:pt x="2655" y="8739"/>
                      <a:pt x="2783" y="8454"/>
                      <a:pt x="2594" y="8328"/>
                    </a:cubicBezTo>
                    <a:cubicBezTo>
                      <a:pt x="1591" y="7676"/>
                      <a:pt x="1416" y="5571"/>
                      <a:pt x="1165" y="4493"/>
                    </a:cubicBezTo>
                    <a:cubicBezTo>
                      <a:pt x="840" y="3065"/>
                      <a:pt x="614" y="1636"/>
                      <a:pt x="439" y="207"/>
                    </a:cubicBezTo>
                    <a:cubicBezTo>
                      <a:pt x="426" y="70"/>
                      <a:pt x="313" y="1"/>
                      <a:pt x="2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21"/>
              <p:cNvSpPr/>
              <p:nvPr/>
            </p:nvSpPr>
            <p:spPr>
              <a:xfrm>
                <a:off x="4121075" y="1749700"/>
                <a:ext cx="10050" cy="46400"/>
              </a:xfrm>
              <a:custGeom>
                <a:rect b="b" l="l" r="r" t="t"/>
                <a:pathLst>
                  <a:path extrusionOk="0" h="1856" w="402">
                    <a:moveTo>
                      <a:pt x="201" y="1"/>
                    </a:moveTo>
                    <a:cubicBezTo>
                      <a:pt x="101" y="1"/>
                      <a:pt x="1" y="64"/>
                      <a:pt x="1" y="189"/>
                    </a:cubicBezTo>
                    <a:lnTo>
                      <a:pt x="1" y="1668"/>
                    </a:lnTo>
                    <a:cubicBezTo>
                      <a:pt x="1" y="1793"/>
                      <a:pt x="101" y="1856"/>
                      <a:pt x="201" y="1856"/>
                    </a:cubicBezTo>
                    <a:cubicBezTo>
                      <a:pt x="301" y="1856"/>
                      <a:pt x="402" y="1793"/>
                      <a:pt x="402" y="1668"/>
                    </a:cubicBezTo>
                    <a:lnTo>
                      <a:pt x="402" y="189"/>
                    </a:lnTo>
                    <a:cubicBezTo>
                      <a:pt x="402" y="64"/>
                      <a:pt x="301"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21"/>
              <p:cNvSpPr/>
              <p:nvPr/>
            </p:nvSpPr>
            <p:spPr>
              <a:xfrm>
                <a:off x="4141750" y="1757400"/>
                <a:ext cx="10675" cy="36050"/>
              </a:xfrm>
              <a:custGeom>
                <a:rect b="b" l="l" r="r" t="t"/>
                <a:pathLst>
                  <a:path extrusionOk="0" h="1442" w="427">
                    <a:moveTo>
                      <a:pt x="214" y="0"/>
                    </a:moveTo>
                    <a:cubicBezTo>
                      <a:pt x="107" y="0"/>
                      <a:pt x="1" y="69"/>
                      <a:pt x="1" y="207"/>
                    </a:cubicBezTo>
                    <a:lnTo>
                      <a:pt x="1" y="1234"/>
                    </a:lnTo>
                    <a:cubicBezTo>
                      <a:pt x="1" y="1372"/>
                      <a:pt x="107" y="1441"/>
                      <a:pt x="214" y="1441"/>
                    </a:cubicBezTo>
                    <a:cubicBezTo>
                      <a:pt x="320" y="1441"/>
                      <a:pt x="427" y="1372"/>
                      <a:pt x="427" y="1234"/>
                    </a:cubicBezTo>
                    <a:lnTo>
                      <a:pt x="427" y="207"/>
                    </a:lnTo>
                    <a:cubicBezTo>
                      <a:pt x="427" y="69"/>
                      <a:pt x="320" y="0"/>
                      <a:pt x="21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21"/>
              <p:cNvSpPr/>
              <p:nvPr/>
            </p:nvSpPr>
            <p:spPr>
              <a:xfrm>
                <a:off x="4049400" y="1309725"/>
                <a:ext cx="65600" cy="111250"/>
              </a:xfrm>
              <a:custGeom>
                <a:rect b="b" l="l" r="r" t="t"/>
                <a:pathLst>
                  <a:path extrusionOk="0" h="4450" w="2624">
                    <a:moveTo>
                      <a:pt x="2332" y="0"/>
                    </a:moveTo>
                    <a:cubicBezTo>
                      <a:pt x="2271" y="0"/>
                      <a:pt x="2210" y="28"/>
                      <a:pt x="2166" y="94"/>
                    </a:cubicBezTo>
                    <a:cubicBezTo>
                      <a:pt x="1314" y="1397"/>
                      <a:pt x="612" y="2750"/>
                      <a:pt x="61" y="4204"/>
                    </a:cubicBezTo>
                    <a:cubicBezTo>
                      <a:pt x="1" y="4353"/>
                      <a:pt x="119" y="4449"/>
                      <a:pt x="246" y="4449"/>
                    </a:cubicBezTo>
                    <a:cubicBezTo>
                      <a:pt x="332" y="4449"/>
                      <a:pt x="421" y="4405"/>
                      <a:pt x="462" y="4304"/>
                    </a:cubicBezTo>
                    <a:cubicBezTo>
                      <a:pt x="988" y="2901"/>
                      <a:pt x="1690" y="1572"/>
                      <a:pt x="2517" y="319"/>
                    </a:cubicBezTo>
                    <a:cubicBezTo>
                      <a:pt x="2623" y="160"/>
                      <a:pt x="2479" y="0"/>
                      <a:pt x="23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21"/>
              <p:cNvSpPr/>
              <p:nvPr/>
            </p:nvSpPr>
            <p:spPr>
              <a:xfrm>
                <a:off x="4137375" y="1275700"/>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21"/>
              <p:cNvSpPr/>
              <p:nvPr/>
            </p:nvSpPr>
            <p:spPr>
              <a:xfrm>
                <a:off x="4594550" y="1087750"/>
                <a:ext cx="53500" cy="12650"/>
              </a:xfrm>
              <a:custGeom>
                <a:rect b="b" l="l" r="r" t="t"/>
                <a:pathLst>
                  <a:path extrusionOk="0" h="506" w="2140">
                    <a:moveTo>
                      <a:pt x="1338" y="0"/>
                    </a:moveTo>
                    <a:cubicBezTo>
                      <a:pt x="973" y="0"/>
                      <a:pt x="611" y="34"/>
                      <a:pt x="260" y="100"/>
                    </a:cubicBezTo>
                    <a:cubicBezTo>
                      <a:pt x="0" y="148"/>
                      <a:pt x="96" y="506"/>
                      <a:pt x="317" y="506"/>
                    </a:cubicBezTo>
                    <a:cubicBezTo>
                      <a:pt x="331" y="506"/>
                      <a:pt x="345" y="504"/>
                      <a:pt x="360" y="501"/>
                    </a:cubicBezTo>
                    <a:cubicBezTo>
                      <a:pt x="654" y="443"/>
                      <a:pt x="947" y="418"/>
                      <a:pt x="1246" y="418"/>
                    </a:cubicBezTo>
                    <a:cubicBezTo>
                      <a:pt x="1457" y="418"/>
                      <a:pt x="1671" y="431"/>
                      <a:pt x="1889" y="451"/>
                    </a:cubicBezTo>
                    <a:cubicBezTo>
                      <a:pt x="1896" y="452"/>
                      <a:pt x="1903" y="452"/>
                      <a:pt x="1910" y="452"/>
                    </a:cubicBezTo>
                    <a:cubicBezTo>
                      <a:pt x="2139" y="452"/>
                      <a:pt x="2132" y="50"/>
                      <a:pt x="1889" y="25"/>
                    </a:cubicBezTo>
                    <a:cubicBezTo>
                      <a:pt x="1705" y="9"/>
                      <a:pt x="1521" y="0"/>
                      <a:pt x="133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21"/>
              <p:cNvSpPr/>
              <p:nvPr/>
            </p:nvSpPr>
            <p:spPr>
              <a:xfrm>
                <a:off x="4812825" y="1207175"/>
                <a:ext cx="104025" cy="528625"/>
              </a:xfrm>
              <a:custGeom>
                <a:rect b="b" l="l" r="r" t="t"/>
                <a:pathLst>
                  <a:path extrusionOk="0" h="21145" w="4161">
                    <a:moveTo>
                      <a:pt x="3016" y="0"/>
                    </a:moveTo>
                    <a:cubicBezTo>
                      <a:pt x="2874" y="0"/>
                      <a:pt x="2729" y="156"/>
                      <a:pt x="2832" y="311"/>
                    </a:cubicBezTo>
                    <a:cubicBezTo>
                      <a:pt x="4060" y="2441"/>
                      <a:pt x="3484" y="4697"/>
                      <a:pt x="1855" y="6376"/>
                    </a:cubicBezTo>
                    <a:cubicBezTo>
                      <a:pt x="802" y="7479"/>
                      <a:pt x="175" y="8657"/>
                      <a:pt x="1153" y="10035"/>
                    </a:cubicBezTo>
                    <a:cubicBezTo>
                      <a:pt x="1679" y="10762"/>
                      <a:pt x="2431" y="11313"/>
                      <a:pt x="2857" y="12115"/>
                    </a:cubicBezTo>
                    <a:cubicBezTo>
                      <a:pt x="3484" y="13318"/>
                      <a:pt x="3484" y="14722"/>
                      <a:pt x="2807" y="15900"/>
                    </a:cubicBezTo>
                    <a:cubicBezTo>
                      <a:pt x="1855" y="17604"/>
                      <a:pt x="0" y="18782"/>
                      <a:pt x="175" y="20938"/>
                    </a:cubicBezTo>
                    <a:cubicBezTo>
                      <a:pt x="188" y="21075"/>
                      <a:pt x="301" y="21144"/>
                      <a:pt x="407" y="21144"/>
                    </a:cubicBezTo>
                    <a:cubicBezTo>
                      <a:pt x="514" y="21144"/>
                      <a:pt x="614" y="21075"/>
                      <a:pt x="602" y="20938"/>
                    </a:cubicBezTo>
                    <a:cubicBezTo>
                      <a:pt x="401" y="18481"/>
                      <a:pt x="3083" y="17228"/>
                      <a:pt x="3634" y="14998"/>
                    </a:cubicBezTo>
                    <a:cubicBezTo>
                      <a:pt x="4085" y="13168"/>
                      <a:pt x="3233" y="11765"/>
                      <a:pt x="2055" y="10461"/>
                    </a:cubicBezTo>
                    <a:cubicBezTo>
                      <a:pt x="1679" y="10035"/>
                      <a:pt x="1228" y="9584"/>
                      <a:pt x="1103" y="9008"/>
                    </a:cubicBezTo>
                    <a:cubicBezTo>
                      <a:pt x="877" y="8156"/>
                      <a:pt x="1404" y="7479"/>
                      <a:pt x="1930" y="6902"/>
                    </a:cubicBezTo>
                    <a:cubicBezTo>
                      <a:pt x="2506" y="6276"/>
                      <a:pt x="3083" y="5724"/>
                      <a:pt x="3459" y="4922"/>
                    </a:cubicBezTo>
                    <a:cubicBezTo>
                      <a:pt x="4160" y="3369"/>
                      <a:pt x="4035" y="1564"/>
                      <a:pt x="3183" y="110"/>
                    </a:cubicBezTo>
                    <a:cubicBezTo>
                      <a:pt x="3144" y="32"/>
                      <a:pt x="3080" y="0"/>
                      <a:pt x="30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21"/>
              <p:cNvSpPr/>
              <p:nvPr/>
            </p:nvSpPr>
            <p:spPr>
              <a:xfrm>
                <a:off x="4924050" y="1200225"/>
                <a:ext cx="143800" cy="499475"/>
              </a:xfrm>
              <a:custGeom>
                <a:rect b="b" l="l" r="r" t="t"/>
                <a:pathLst>
                  <a:path extrusionOk="0" h="19979" w="5752">
                    <a:moveTo>
                      <a:pt x="300" y="1"/>
                    </a:moveTo>
                    <a:cubicBezTo>
                      <a:pt x="124" y="1"/>
                      <a:pt x="0" y="264"/>
                      <a:pt x="188" y="388"/>
                    </a:cubicBezTo>
                    <a:cubicBezTo>
                      <a:pt x="1742" y="1366"/>
                      <a:pt x="2844" y="2920"/>
                      <a:pt x="3270" y="4699"/>
                    </a:cubicBezTo>
                    <a:cubicBezTo>
                      <a:pt x="3496" y="5652"/>
                      <a:pt x="3546" y="6629"/>
                      <a:pt x="3346" y="7581"/>
                    </a:cubicBezTo>
                    <a:cubicBezTo>
                      <a:pt x="3145" y="8609"/>
                      <a:pt x="2644" y="9511"/>
                      <a:pt x="2368" y="10514"/>
                    </a:cubicBezTo>
                    <a:cubicBezTo>
                      <a:pt x="1917" y="12068"/>
                      <a:pt x="2218" y="13321"/>
                      <a:pt x="3471" y="14373"/>
                    </a:cubicBezTo>
                    <a:cubicBezTo>
                      <a:pt x="4173" y="14975"/>
                      <a:pt x="4774" y="15602"/>
                      <a:pt x="4975" y="16554"/>
                    </a:cubicBezTo>
                    <a:cubicBezTo>
                      <a:pt x="5175" y="17682"/>
                      <a:pt x="4849" y="18810"/>
                      <a:pt x="4097" y="19637"/>
                    </a:cubicBezTo>
                    <a:cubicBezTo>
                      <a:pt x="3944" y="19771"/>
                      <a:pt x="4084" y="19979"/>
                      <a:pt x="4237" y="19979"/>
                    </a:cubicBezTo>
                    <a:cubicBezTo>
                      <a:pt x="4284" y="19979"/>
                      <a:pt x="4332" y="19959"/>
                      <a:pt x="4373" y="19912"/>
                    </a:cubicBezTo>
                    <a:cubicBezTo>
                      <a:pt x="5451" y="18784"/>
                      <a:pt x="5752" y="17105"/>
                      <a:pt x="5125" y="15677"/>
                    </a:cubicBezTo>
                    <a:cubicBezTo>
                      <a:pt x="4749" y="14875"/>
                      <a:pt x="4148" y="14449"/>
                      <a:pt x="3521" y="13872"/>
                    </a:cubicBezTo>
                    <a:cubicBezTo>
                      <a:pt x="2143" y="12619"/>
                      <a:pt x="2569" y="11065"/>
                      <a:pt x="3170" y="9536"/>
                    </a:cubicBezTo>
                    <a:cubicBezTo>
                      <a:pt x="3872" y="7707"/>
                      <a:pt x="4122" y="5927"/>
                      <a:pt x="3521" y="4048"/>
                    </a:cubicBezTo>
                    <a:cubicBezTo>
                      <a:pt x="2970" y="2368"/>
                      <a:pt x="1892" y="965"/>
                      <a:pt x="413" y="38"/>
                    </a:cubicBezTo>
                    <a:cubicBezTo>
                      <a:pt x="375" y="12"/>
                      <a:pt x="336" y="1"/>
                      <a:pt x="30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21"/>
              <p:cNvSpPr/>
              <p:nvPr/>
            </p:nvSpPr>
            <p:spPr>
              <a:xfrm>
                <a:off x="5009550" y="1195475"/>
                <a:ext cx="255125" cy="521325"/>
              </a:xfrm>
              <a:custGeom>
                <a:rect b="b" l="l" r="r" t="t"/>
                <a:pathLst>
                  <a:path extrusionOk="0" h="20853" w="10205">
                    <a:moveTo>
                      <a:pt x="253" y="1"/>
                    </a:moveTo>
                    <a:cubicBezTo>
                      <a:pt x="1" y="1"/>
                      <a:pt x="9" y="403"/>
                      <a:pt x="276" y="403"/>
                    </a:cubicBezTo>
                    <a:cubicBezTo>
                      <a:pt x="4437" y="754"/>
                      <a:pt x="7896" y="4288"/>
                      <a:pt x="8096" y="8473"/>
                    </a:cubicBezTo>
                    <a:cubicBezTo>
                      <a:pt x="8196" y="10729"/>
                      <a:pt x="7545" y="12909"/>
                      <a:pt x="7620" y="15165"/>
                    </a:cubicBezTo>
                    <a:cubicBezTo>
                      <a:pt x="7670" y="17295"/>
                      <a:pt x="8572" y="19000"/>
                      <a:pt x="9725" y="20754"/>
                    </a:cubicBezTo>
                    <a:cubicBezTo>
                      <a:pt x="9772" y="20824"/>
                      <a:pt x="9840" y="20853"/>
                      <a:pt x="9908" y="20853"/>
                    </a:cubicBezTo>
                    <a:cubicBezTo>
                      <a:pt x="10058" y="20853"/>
                      <a:pt x="10205" y="20709"/>
                      <a:pt x="10101" y="20553"/>
                    </a:cubicBezTo>
                    <a:cubicBezTo>
                      <a:pt x="9399" y="19501"/>
                      <a:pt x="8723" y="18448"/>
                      <a:pt x="8347" y="17270"/>
                    </a:cubicBezTo>
                    <a:cubicBezTo>
                      <a:pt x="7946" y="15917"/>
                      <a:pt x="7996" y="14513"/>
                      <a:pt x="8121" y="13135"/>
                    </a:cubicBezTo>
                    <a:cubicBezTo>
                      <a:pt x="8372" y="10854"/>
                      <a:pt x="8848" y="8523"/>
                      <a:pt x="8146" y="6268"/>
                    </a:cubicBezTo>
                    <a:cubicBezTo>
                      <a:pt x="7068" y="2834"/>
                      <a:pt x="3860" y="303"/>
                      <a:pt x="276" y="2"/>
                    </a:cubicBezTo>
                    <a:cubicBezTo>
                      <a:pt x="269" y="1"/>
                      <a:pt x="261" y="1"/>
                      <a:pt x="2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21"/>
              <p:cNvSpPr/>
              <p:nvPr/>
            </p:nvSpPr>
            <p:spPr>
              <a:xfrm>
                <a:off x="5124125" y="1150800"/>
                <a:ext cx="362900" cy="735800"/>
              </a:xfrm>
              <a:custGeom>
                <a:rect b="b" l="l" r="r" t="t"/>
                <a:pathLst>
                  <a:path extrusionOk="0" h="29432" w="14516">
                    <a:moveTo>
                      <a:pt x="289" y="0"/>
                    </a:moveTo>
                    <a:cubicBezTo>
                      <a:pt x="65" y="0"/>
                      <a:pt x="0" y="342"/>
                      <a:pt x="230" y="410"/>
                    </a:cubicBezTo>
                    <a:cubicBezTo>
                      <a:pt x="6120" y="1764"/>
                      <a:pt x="12886" y="5924"/>
                      <a:pt x="12987" y="12641"/>
                    </a:cubicBezTo>
                    <a:cubicBezTo>
                      <a:pt x="13062" y="18180"/>
                      <a:pt x="9678" y="24020"/>
                      <a:pt x="12536" y="29333"/>
                    </a:cubicBezTo>
                    <a:cubicBezTo>
                      <a:pt x="12574" y="29403"/>
                      <a:pt x="12637" y="29432"/>
                      <a:pt x="12702" y="29432"/>
                    </a:cubicBezTo>
                    <a:cubicBezTo>
                      <a:pt x="12846" y="29432"/>
                      <a:pt x="12998" y="29288"/>
                      <a:pt x="12912" y="29132"/>
                    </a:cubicBezTo>
                    <a:cubicBezTo>
                      <a:pt x="9678" y="23168"/>
                      <a:pt x="14516" y="16651"/>
                      <a:pt x="13162" y="10436"/>
                    </a:cubicBezTo>
                    <a:cubicBezTo>
                      <a:pt x="11934" y="4721"/>
                      <a:pt x="5618" y="1213"/>
                      <a:pt x="355" y="9"/>
                    </a:cubicBezTo>
                    <a:cubicBezTo>
                      <a:pt x="332" y="3"/>
                      <a:pt x="309" y="0"/>
                      <a:pt x="2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21"/>
              <p:cNvSpPr/>
              <p:nvPr/>
            </p:nvSpPr>
            <p:spPr>
              <a:xfrm>
                <a:off x="5568950" y="1471550"/>
                <a:ext cx="90375" cy="563725"/>
              </a:xfrm>
              <a:custGeom>
                <a:rect b="b" l="l" r="r" t="t"/>
                <a:pathLst>
                  <a:path extrusionOk="0" h="22549" w="3615">
                    <a:moveTo>
                      <a:pt x="849" y="0"/>
                    </a:moveTo>
                    <a:cubicBezTo>
                      <a:pt x="721" y="0"/>
                      <a:pt x="586" y="107"/>
                      <a:pt x="632" y="262"/>
                    </a:cubicBezTo>
                    <a:cubicBezTo>
                      <a:pt x="3189" y="7455"/>
                      <a:pt x="1610" y="15074"/>
                      <a:pt x="31" y="22292"/>
                    </a:cubicBezTo>
                    <a:cubicBezTo>
                      <a:pt x="1" y="22443"/>
                      <a:pt x="134" y="22549"/>
                      <a:pt x="256" y="22549"/>
                    </a:cubicBezTo>
                    <a:cubicBezTo>
                      <a:pt x="336" y="22549"/>
                      <a:pt x="412" y="22503"/>
                      <a:pt x="432" y="22393"/>
                    </a:cubicBezTo>
                    <a:cubicBezTo>
                      <a:pt x="2036" y="15099"/>
                      <a:pt x="3615" y="7405"/>
                      <a:pt x="1033" y="137"/>
                    </a:cubicBezTo>
                    <a:cubicBezTo>
                      <a:pt x="1005" y="41"/>
                      <a:pt x="928" y="0"/>
                      <a:pt x="8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21"/>
              <p:cNvSpPr/>
              <p:nvPr/>
            </p:nvSpPr>
            <p:spPr>
              <a:xfrm>
                <a:off x="5537625" y="1405650"/>
                <a:ext cx="17300" cy="13100"/>
              </a:xfrm>
              <a:custGeom>
                <a:rect b="b" l="l" r="r" t="t"/>
                <a:pathLst>
                  <a:path extrusionOk="0" h="524" w="692">
                    <a:moveTo>
                      <a:pt x="391" y="0"/>
                    </a:moveTo>
                    <a:cubicBezTo>
                      <a:pt x="345" y="0"/>
                      <a:pt x="297" y="20"/>
                      <a:pt x="256" y="66"/>
                    </a:cubicBezTo>
                    <a:lnTo>
                      <a:pt x="156" y="166"/>
                    </a:lnTo>
                    <a:cubicBezTo>
                      <a:pt x="0" y="322"/>
                      <a:pt x="147" y="523"/>
                      <a:pt x="302" y="523"/>
                    </a:cubicBezTo>
                    <a:cubicBezTo>
                      <a:pt x="347" y="523"/>
                      <a:pt x="392" y="506"/>
                      <a:pt x="432" y="467"/>
                    </a:cubicBezTo>
                    <a:cubicBezTo>
                      <a:pt x="482" y="442"/>
                      <a:pt x="507" y="392"/>
                      <a:pt x="557" y="367"/>
                    </a:cubicBezTo>
                    <a:cubicBezTo>
                      <a:pt x="692" y="213"/>
                      <a:pt x="546" y="0"/>
                      <a:pt x="39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21"/>
              <p:cNvSpPr/>
              <p:nvPr/>
            </p:nvSpPr>
            <p:spPr>
              <a:xfrm>
                <a:off x="5381950" y="1232450"/>
                <a:ext cx="124800" cy="139425"/>
              </a:xfrm>
              <a:custGeom>
                <a:rect b="b" l="l" r="r" t="t"/>
                <a:pathLst>
                  <a:path extrusionOk="0" h="5577" w="4992">
                    <a:moveTo>
                      <a:pt x="312" y="0"/>
                    </a:moveTo>
                    <a:cubicBezTo>
                      <a:pt x="118" y="0"/>
                      <a:pt x="0" y="274"/>
                      <a:pt x="193" y="403"/>
                    </a:cubicBezTo>
                    <a:cubicBezTo>
                      <a:pt x="2172" y="1556"/>
                      <a:pt x="3676" y="3285"/>
                      <a:pt x="4528" y="5440"/>
                    </a:cubicBezTo>
                    <a:cubicBezTo>
                      <a:pt x="4567" y="5536"/>
                      <a:pt x="4649" y="5577"/>
                      <a:pt x="4730" y="5577"/>
                    </a:cubicBezTo>
                    <a:cubicBezTo>
                      <a:pt x="4862" y="5577"/>
                      <a:pt x="4991" y="5470"/>
                      <a:pt x="4929" y="5315"/>
                    </a:cubicBezTo>
                    <a:cubicBezTo>
                      <a:pt x="4052" y="3084"/>
                      <a:pt x="2498" y="1255"/>
                      <a:pt x="418" y="27"/>
                    </a:cubicBezTo>
                    <a:cubicBezTo>
                      <a:pt x="381"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21"/>
              <p:cNvSpPr/>
              <p:nvPr/>
            </p:nvSpPr>
            <p:spPr>
              <a:xfrm>
                <a:off x="5165850" y="1196875"/>
                <a:ext cx="138225" cy="388550"/>
              </a:xfrm>
              <a:custGeom>
                <a:rect b="b" l="l" r="r" t="t"/>
                <a:pathLst>
                  <a:path extrusionOk="0" h="15542" w="5529">
                    <a:moveTo>
                      <a:pt x="272" y="1"/>
                    </a:moveTo>
                    <a:cubicBezTo>
                      <a:pt x="105" y="1"/>
                      <a:pt x="1" y="274"/>
                      <a:pt x="165" y="397"/>
                    </a:cubicBezTo>
                    <a:cubicBezTo>
                      <a:pt x="4977" y="3755"/>
                      <a:pt x="5102" y="10071"/>
                      <a:pt x="4451" y="15335"/>
                    </a:cubicBezTo>
                    <a:cubicBezTo>
                      <a:pt x="4425" y="15472"/>
                      <a:pt x="4519" y="15541"/>
                      <a:pt x="4623" y="15541"/>
                    </a:cubicBezTo>
                    <a:cubicBezTo>
                      <a:pt x="4726" y="15541"/>
                      <a:pt x="4839" y="15472"/>
                      <a:pt x="4852" y="15335"/>
                    </a:cubicBezTo>
                    <a:cubicBezTo>
                      <a:pt x="5528" y="9921"/>
                      <a:pt x="5303" y="3505"/>
                      <a:pt x="390" y="46"/>
                    </a:cubicBezTo>
                    <a:cubicBezTo>
                      <a:pt x="349" y="14"/>
                      <a:pt x="309" y="1"/>
                      <a:pt x="27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21"/>
              <p:cNvSpPr/>
              <p:nvPr/>
            </p:nvSpPr>
            <p:spPr>
              <a:xfrm>
                <a:off x="5259325" y="1611675"/>
                <a:ext cx="23675" cy="35500"/>
              </a:xfrm>
              <a:custGeom>
                <a:rect b="b" l="l" r="r" t="t"/>
                <a:pathLst>
                  <a:path extrusionOk="0" h="1420" w="947">
                    <a:moveTo>
                      <a:pt x="702" y="1"/>
                    </a:moveTo>
                    <a:cubicBezTo>
                      <a:pt x="616" y="1"/>
                      <a:pt x="526" y="45"/>
                      <a:pt x="486" y="146"/>
                    </a:cubicBezTo>
                    <a:cubicBezTo>
                      <a:pt x="336" y="472"/>
                      <a:pt x="210" y="823"/>
                      <a:pt x="60" y="1174"/>
                    </a:cubicBezTo>
                    <a:cubicBezTo>
                      <a:pt x="0" y="1323"/>
                      <a:pt x="119" y="1419"/>
                      <a:pt x="245" y="1419"/>
                    </a:cubicBezTo>
                    <a:cubicBezTo>
                      <a:pt x="331" y="1419"/>
                      <a:pt x="420" y="1375"/>
                      <a:pt x="461" y="1274"/>
                    </a:cubicBezTo>
                    <a:cubicBezTo>
                      <a:pt x="611" y="948"/>
                      <a:pt x="737" y="597"/>
                      <a:pt x="887" y="246"/>
                    </a:cubicBezTo>
                    <a:cubicBezTo>
                      <a:pt x="947" y="97"/>
                      <a:pt x="828" y="1"/>
                      <a:pt x="7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21"/>
              <p:cNvSpPr/>
              <p:nvPr/>
            </p:nvSpPr>
            <p:spPr>
              <a:xfrm>
                <a:off x="5291000" y="1627075"/>
                <a:ext cx="19850" cy="36350"/>
              </a:xfrm>
              <a:custGeom>
                <a:rect b="b" l="l" r="r" t="t"/>
                <a:pathLst>
                  <a:path extrusionOk="0" h="1454" w="794">
                    <a:moveTo>
                      <a:pt x="541" y="1"/>
                    </a:moveTo>
                    <a:cubicBezTo>
                      <a:pt x="458" y="1"/>
                      <a:pt x="377" y="47"/>
                      <a:pt x="347" y="157"/>
                    </a:cubicBezTo>
                    <a:cubicBezTo>
                      <a:pt x="247" y="482"/>
                      <a:pt x="146" y="833"/>
                      <a:pt x="46" y="1184"/>
                    </a:cubicBezTo>
                    <a:cubicBezTo>
                      <a:pt x="1" y="1351"/>
                      <a:pt x="129" y="1453"/>
                      <a:pt x="254" y="1453"/>
                    </a:cubicBezTo>
                    <a:cubicBezTo>
                      <a:pt x="336" y="1453"/>
                      <a:pt x="417" y="1409"/>
                      <a:pt x="447" y="1309"/>
                    </a:cubicBezTo>
                    <a:cubicBezTo>
                      <a:pt x="547" y="959"/>
                      <a:pt x="648" y="608"/>
                      <a:pt x="748" y="257"/>
                    </a:cubicBezTo>
                    <a:cubicBezTo>
                      <a:pt x="793" y="106"/>
                      <a:pt x="666" y="1"/>
                      <a:pt x="54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21"/>
              <p:cNvSpPr/>
              <p:nvPr/>
            </p:nvSpPr>
            <p:spPr>
              <a:xfrm>
                <a:off x="5268950" y="1752400"/>
                <a:ext cx="131850" cy="290475"/>
              </a:xfrm>
              <a:custGeom>
                <a:rect b="b" l="l" r="r" t="t"/>
                <a:pathLst>
                  <a:path extrusionOk="0" h="11619" w="5274">
                    <a:moveTo>
                      <a:pt x="1104" y="0"/>
                    </a:moveTo>
                    <a:cubicBezTo>
                      <a:pt x="1024" y="0"/>
                      <a:pt x="948" y="46"/>
                      <a:pt x="928" y="156"/>
                    </a:cubicBezTo>
                    <a:cubicBezTo>
                      <a:pt x="652" y="2061"/>
                      <a:pt x="427" y="3966"/>
                      <a:pt x="276" y="5896"/>
                    </a:cubicBezTo>
                    <a:cubicBezTo>
                      <a:pt x="201" y="6973"/>
                      <a:pt x="151" y="8051"/>
                      <a:pt x="126" y="9154"/>
                    </a:cubicBezTo>
                    <a:cubicBezTo>
                      <a:pt x="126" y="9730"/>
                      <a:pt x="1" y="10482"/>
                      <a:pt x="327" y="11033"/>
                    </a:cubicBezTo>
                    <a:cubicBezTo>
                      <a:pt x="560" y="11454"/>
                      <a:pt x="936" y="11619"/>
                      <a:pt x="1336" y="11619"/>
                    </a:cubicBezTo>
                    <a:cubicBezTo>
                      <a:pt x="1794" y="11619"/>
                      <a:pt x="2284" y="11403"/>
                      <a:pt x="2632" y="11109"/>
                    </a:cubicBezTo>
                    <a:cubicBezTo>
                      <a:pt x="3810" y="10131"/>
                      <a:pt x="4612" y="8602"/>
                      <a:pt x="5214" y="7224"/>
                    </a:cubicBezTo>
                    <a:cubicBezTo>
                      <a:pt x="5274" y="7074"/>
                      <a:pt x="5155" y="6978"/>
                      <a:pt x="5023" y="6978"/>
                    </a:cubicBezTo>
                    <a:cubicBezTo>
                      <a:pt x="4934" y="6978"/>
                      <a:pt x="4838" y="7022"/>
                      <a:pt x="4788" y="7124"/>
                    </a:cubicBezTo>
                    <a:cubicBezTo>
                      <a:pt x="4312" y="8251"/>
                      <a:pt x="3685" y="9354"/>
                      <a:pt x="2858" y="10307"/>
                    </a:cubicBezTo>
                    <a:cubicBezTo>
                      <a:pt x="2682" y="10482"/>
                      <a:pt x="2482" y="10758"/>
                      <a:pt x="2231" y="10883"/>
                    </a:cubicBezTo>
                    <a:cubicBezTo>
                      <a:pt x="2122" y="11002"/>
                      <a:pt x="2006" y="11062"/>
                      <a:pt x="1883" y="11062"/>
                    </a:cubicBezTo>
                    <a:cubicBezTo>
                      <a:pt x="1694" y="11062"/>
                      <a:pt x="1491" y="10921"/>
                      <a:pt x="1279" y="10632"/>
                    </a:cubicBezTo>
                    <a:cubicBezTo>
                      <a:pt x="702" y="10607"/>
                      <a:pt x="452" y="10382"/>
                      <a:pt x="552" y="9956"/>
                    </a:cubicBezTo>
                    <a:cubicBezTo>
                      <a:pt x="402" y="9429"/>
                      <a:pt x="552" y="8652"/>
                      <a:pt x="577" y="8126"/>
                    </a:cubicBezTo>
                    <a:cubicBezTo>
                      <a:pt x="677" y="5495"/>
                      <a:pt x="928" y="2863"/>
                      <a:pt x="1329" y="256"/>
                    </a:cubicBezTo>
                    <a:cubicBezTo>
                      <a:pt x="1359" y="106"/>
                      <a:pt x="1226" y="0"/>
                      <a:pt x="11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21"/>
              <p:cNvSpPr/>
              <p:nvPr/>
            </p:nvSpPr>
            <p:spPr>
              <a:xfrm>
                <a:off x="5314075" y="1840425"/>
                <a:ext cx="25200" cy="117175"/>
              </a:xfrm>
              <a:custGeom>
                <a:rect b="b" l="l" r="r" t="t"/>
                <a:pathLst>
                  <a:path extrusionOk="0" h="4687" w="1008">
                    <a:moveTo>
                      <a:pt x="752" y="0"/>
                    </a:moveTo>
                    <a:cubicBezTo>
                      <a:pt x="672" y="0"/>
                      <a:pt x="597" y="45"/>
                      <a:pt x="577" y="144"/>
                    </a:cubicBezTo>
                    <a:cubicBezTo>
                      <a:pt x="276" y="1598"/>
                      <a:pt x="100" y="3026"/>
                      <a:pt x="0" y="4480"/>
                    </a:cubicBezTo>
                    <a:cubicBezTo>
                      <a:pt x="0" y="4618"/>
                      <a:pt x="100" y="4687"/>
                      <a:pt x="204" y="4687"/>
                    </a:cubicBezTo>
                    <a:cubicBezTo>
                      <a:pt x="307" y="4687"/>
                      <a:pt x="414" y="4618"/>
                      <a:pt x="426" y="4480"/>
                    </a:cubicBezTo>
                    <a:cubicBezTo>
                      <a:pt x="501" y="3076"/>
                      <a:pt x="702" y="1648"/>
                      <a:pt x="978" y="269"/>
                    </a:cubicBezTo>
                    <a:cubicBezTo>
                      <a:pt x="1008" y="103"/>
                      <a:pt x="874" y="0"/>
                      <a:pt x="7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21"/>
              <p:cNvSpPr/>
              <p:nvPr/>
            </p:nvSpPr>
            <p:spPr>
              <a:xfrm>
                <a:off x="5335375" y="1778225"/>
                <a:ext cx="13175" cy="10050"/>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21"/>
              <p:cNvSpPr/>
              <p:nvPr/>
            </p:nvSpPr>
            <p:spPr>
              <a:xfrm>
                <a:off x="5301675" y="1301450"/>
                <a:ext cx="60675" cy="299300"/>
              </a:xfrm>
              <a:custGeom>
                <a:rect b="b" l="l" r="r" t="t"/>
                <a:pathLst>
                  <a:path extrusionOk="0" h="11972" w="2427">
                    <a:moveTo>
                      <a:pt x="287" y="1"/>
                    </a:moveTo>
                    <a:cubicBezTo>
                      <a:pt x="148" y="1"/>
                      <a:pt x="1" y="150"/>
                      <a:pt x="70" y="324"/>
                    </a:cubicBezTo>
                    <a:cubicBezTo>
                      <a:pt x="1649" y="3908"/>
                      <a:pt x="2000" y="7893"/>
                      <a:pt x="1073" y="11703"/>
                    </a:cubicBezTo>
                    <a:cubicBezTo>
                      <a:pt x="1042" y="11869"/>
                      <a:pt x="1177" y="11972"/>
                      <a:pt x="1299" y="11972"/>
                    </a:cubicBezTo>
                    <a:cubicBezTo>
                      <a:pt x="1379" y="11972"/>
                      <a:pt x="1454" y="11928"/>
                      <a:pt x="1474" y="11828"/>
                    </a:cubicBezTo>
                    <a:cubicBezTo>
                      <a:pt x="2426" y="7893"/>
                      <a:pt x="2075" y="3808"/>
                      <a:pt x="446" y="99"/>
                    </a:cubicBezTo>
                    <a:cubicBezTo>
                      <a:pt x="408" y="30"/>
                      <a:pt x="348" y="1"/>
                      <a:pt x="28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21"/>
              <p:cNvSpPr/>
              <p:nvPr/>
            </p:nvSpPr>
            <p:spPr>
              <a:xfrm>
                <a:off x="5372225" y="1376650"/>
                <a:ext cx="40875" cy="125425"/>
              </a:xfrm>
              <a:custGeom>
                <a:rect b="b" l="l" r="r" t="t"/>
                <a:pathLst>
                  <a:path extrusionOk="0" h="5017" w="1635">
                    <a:moveTo>
                      <a:pt x="293" y="0"/>
                    </a:moveTo>
                    <a:cubicBezTo>
                      <a:pt x="150" y="0"/>
                      <a:pt x="1" y="150"/>
                      <a:pt x="105" y="324"/>
                    </a:cubicBezTo>
                    <a:cubicBezTo>
                      <a:pt x="907" y="1677"/>
                      <a:pt x="1208" y="3181"/>
                      <a:pt x="957" y="4760"/>
                    </a:cubicBezTo>
                    <a:cubicBezTo>
                      <a:pt x="927" y="4911"/>
                      <a:pt x="1070" y="5016"/>
                      <a:pt x="1193" y="5016"/>
                    </a:cubicBezTo>
                    <a:cubicBezTo>
                      <a:pt x="1275" y="5016"/>
                      <a:pt x="1348" y="4970"/>
                      <a:pt x="1358" y="4860"/>
                    </a:cubicBezTo>
                    <a:cubicBezTo>
                      <a:pt x="1634" y="3181"/>
                      <a:pt x="1333" y="1552"/>
                      <a:pt x="456" y="98"/>
                    </a:cubicBezTo>
                    <a:cubicBezTo>
                      <a:pt x="418" y="29"/>
                      <a:pt x="356" y="0"/>
                      <a:pt x="29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21"/>
              <p:cNvSpPr/>
              <p:nvPr/>
            </p:nvSpPr>
            <p:spPr>
              <a:xfrm>
                <a:off x="5371725" y="1681725"/>
                <a:ext cx="13175" cy="10675"/>
              </a:xfrm>
              <a:custGeom>
                <a:rect b="b" l="l" r="r" t="t"/>
                <a:pathLst>
                  <a:path extrusionOk="0" h="427" w="527">
                    <a:moveTo>
                      <a:pt x="276" y="1"/>
                    </a:moveTo>
                    <a:cubicBezTo>
                      <a:pt x="0" y="1"/>
                      <a:pt x="0" y="427"/>
                      <a:pt x="276" y="427"/>
                    </a:cubicBezTo>
                    <a:cubicBezTo>
                      <a:pt x="526" y="427"/>
                      <a:pt x="526"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21"/>
              <p:cNvSpPr/>
              <p:nvPr/>
            </p:nvSpPr>
            <p:spPr>
              <a:xfrm>
                <a:off x="5055300" y="1268225"/>
                <a:ext cx="109675" cy="556950"/>
              </a:xfrm>
              <a:custGeom>
                <a:rect b="b" l="l" r="r" t="t"/>
                <a:pathLst>
                  <a:path extrusionOk="0" h="22278" w="4387">
                    <a:moveTo>
                      <a:pt x="769" y="1"/>
                    </a:moveTo>
                    <a:cubicBezTo>
                      <a:pt x="644" y="1"/>
                      <a:pt x="505" y="39"/>
                      <a:pt x="351" y="125"/>
                    </a:cubicBezTo>
                    <a:cubicBezTo>
                      <a:pt x="137" y="253"/>
                      <a:pt x="270" y="527"/>
                      <a:pt x="454" y="527"/>
                    </a:cubicBezTo>
                    <a:cubicBezTo>
                      <a:pt x="485" y="527"/>
                      <a:pt x="519" y="519"/>
                      <a:pt x="552" y="500"/>
                    </a:cubicBezTo>
                    <a:cubicBezTo>
                      <a:pt x="609" y="469"/>
                      <a:pt x="663" y="454"/>
                      <a:pt x="713" y="454"/>
                    </a:cubicBezTo>
                    <a:cubicBezTo>
                      <a:pt x="1454" y="454"/>
                      <a:pt x="1451" y="3709"/>
                      <a:pt x="1404" y="4084"/>
                    </a:cubicBezTo>
                    <a:cubicBezTo>
                      <a:pt x="1304" y="5187"/>
                      <a:pt x="878" y="6215"/>
                      <a:pt x="702" y="7318"/>
                    </a:cubicBezTo>
                    <a:cubicBezTo>
                      <a:pt x="451" y="8796"/>
                      <a:pt x="878" y="9874"/>
                      <a:pt x="1980" y="10902"/>
                    </a:cubicBezTo>
                    <a:cubicBezTo>
                      <a:pt x="2707" y="11553"/>
                      <a:pt x="3384" y="12180"/>
                      <a:pt x="3710" y="13132"/>
                    </a:cubicBezTo>
                    <a:cubicBezTo>
                      <a:pt x="4035" y="14135"/>
                      <a:pt x="3985" y="15237"/>
                      <a:pt x="3835" y="16265"/>
                    </a:cubicBezTo>
                    <a:cubicBezTo>
                      <a:pt x="3509" y="18220"/>
                      <a:pt x="2782" y="20075"/>
                      <a:pt x="3033" y="22080"/>
                    </a:cubicBezTo>
                    <a:cubicBezTo>
                      <a:pt x="3046" y="22208"/>
                      <a:pt x="3164" y="22277"/>
                      <a:pt x="3272" y="22277"/>
                    </a:cubicBezTo>
                    <a:cubicBezTo>
                      <a:pt x="3376" y="22277"/>
                      <a:pt x="3471" y="22214"/>
                      <a:pt x="3459" y="22080"/>
                    </a:cubicBezTo>
                    <a:cubicBezTo>
                      <a:pt x="3158" y="19648"/>
                      <a:pt x="4311" y="17418"/>
                      <a:pt x="4361" y="14987"/>
                    </a:cubicBezTo>
                    <a:cubicBezTo>
                      <a:pt x="4386" y="14110"/>
                      <a:pt x="4261" y="13182"/>
                      <a:pt x="3860" y="12405"/>
                    </a:cubicBezTo>
                    <a:cubicBezTo>
                      <a:pt x="3434" y="11578"/>
                      <a:pt x="2707" y="11027"/>
                      <a:pt x="2055" y="10375"/>
                    </a:cubicBezTo>
                    <a:cubicBezTo>
                      <a:pt x="0" y="8370"/>
                      <a:pt x="1880" y="5563"/>
                      <a:pt x="1880" y="3132"/>
                    </a:cubicBezTo>
                    <a:cubicBezTo>
                      <a:pt x="1880" y="2530"/>
                      <a:pt x="1781" y="1"/>
                      <a:pt x="7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21"/>
              <p:cNvSpPr/>
              <p:nvPr/>
            </p:nvSpPr>
            <p:spPr>
              <a:xfrm>
                <a:off x="5027100" y="1478575"/>
                <a:ext cx="38950" cy="77650"/>
              </a:xfrm>
              <a:custGeom>
                <a:rect b="b" l="l" r="r" t="t"/>
                <a:pathLst>
                  <a:path extrusionOk="0" h="3106" w="1558">
                    <a:moveTo>
                      <a:pt x="298" y="0"/>
                    </a:moveTo>
                    <a:cubicBezTo>
                      <a:pt x="195" y="0"/>
                      <a:pt x="88" y="69"/>
                      <a:pt x="76" y="207"/>
                    </a:cubicBezTo>
                    <a:cubicBezTo>
                      <a:pt x="0" y="1285"/>
                      <a:pt x="376" y="2287"/>
                      <a:pt x="1103" y="3039"/>
                    </a:cubicBezTo>
                    <a:cubicBezTo>
                      <a:pt x="1150" y="3086"/>
                      <a:pt x="1203" y="3105"/>
                      <a:pt x="1253" y="3105"/>
                    </a:cubicBezTo>
                    <a:cubicBezTo>
                      <a:pt x="1417" y="3105"/>
                      <a:pt x="1558" y="2898"/>
                      <a:pt x="1404" y="2763"/>
                    </a:cubicBezTo>
                    <a:cubicBezTo>
                      <a:pt x="727" y="2061"/>
                      <a:pt x="427" y="1159"/>
                      <a:pt x="502" y="207"/>
                    </a:cubicBezTo>
                    <a:cubicBezTo>
                      <a:pt x="502" y="69"/>
                      <a:pt x="401" y="0"/>
                      <a:pt x="2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21"/>
              <p:cNvSpPr/>
              <p:nvPr/>
            </p:nvSpPr>
            <p:spPr>
              <a:xfrm>
                <a:off x="5090375" y="1603400"/>
                <a:ext cx="13825" cy="10675"/>
              </a:xfrm>
              <a:custGeom>
                <a:rect b="b" l="l" r="r" t="t"/>
                <a:pathLst>
                  <a:path extrusionOk="0" h="427" w="553">
                    <a:moveTo>
                      <a:pt x="277" y="1"/>
                    </a:moveTo>
                    <a:cubicBezTo>
                      <a:pt x="1" y="1"/>
                      <a:pt x="1" y="427"/>
                      <a:pt x="277" y="427"/>
                    </a:cubicBezTo>
                    <a:cubicBezTo>
                      <a:pt x="552" y="427"/>
                      <a:pt x="552"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21"/>
              <p:cNvSpPr/>
              <p:nvPr/>
            </p:nvSpPr>
            <p:spPr>
              <a:xfrm>
                <a:off x="5129675" y="1302575"/>
                <a:ext cx="41550" cy="108325"/>
              </a:xfrm>
              <a:custGeom>
                <a:rect b="b" l="l" r="r" t="t"/>
                <a:pathLst>
                  <a:path extrusionOk="0" h="4333" w="1662">
                    <a:moveTo>
                      <a:pt x="323" y="1"/>
                    </a:moveTo>
                    <a:cubicBezTo>
                      <a:pt x="153" y="1"/>
                      <a:pt x="0" y="216"/>
                      <a:pt x="158" y="355"/>
                    </a:cubicBezTo>
                    <a:cubicBezTo>
                      <a:pt x="1236" y="1307"/>
                      <a:pt x="1085" y="2786"/>
                      <a:pt x="885" y="4064"/>
                    </a:cubicBezTo>
                    <a:cubicBezTo>
                      <a:pt x="855" y="4230"/>
                      <a:pt x="998" y="4333"/>
                      <a:pt x="1122" y="4333"/>
                    </a:cubicBezTo>
                    <a:cubicBezTo>
                      <a:pt x="1203" y="4333"/>
                      <a:pt x="1276" y="4289"/>
                      <a:pt x="1286" y="4189"/>
                    </a:cubicBezTo>
                    <a:cubicBezTo>
                      <a:pt x="1512" y="2736"/>
                      <a:pt x="1662" y="1132"/>
                      <a:pt x="459" y="54"/>
                    </a:cubicBezTo>
                    <a:cubicBezTo>
                      <a:pt x="416" y="16"/>
                      <a:pt x="369" y="1"/>
                      <a:pt x="3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21"/>
              <p:cNvSpPr/>
              <p:nvPr/>
            </p:nvSpPr>
            <p:spPr>
              <a:xfrm>
                <a:off x="5150525" y="1460550"/>
                <a:ext cx="13200" cy="10050"/>
              </a:xfrm>
              <a:custGeom>
                <a:rect b="b" l="l" r="r" t="t"/>
                <a:pathLst>
                  <a:path extrusionOk="0" h="402" w="528">
                    <a:moveTo>
                      <a:pt x="251" y="1"/>
                    </a:moveTo>
                    <a:cubicBezTo>
                      <a:pt x="1" y="1"/>
                      <a:pt x="1" y="402"/>
                      <a:pt x="251" y="402"/>
                    </a:cubicBezTo>
                    <a:cubicBezTo>
                      <a:pt x="527" y="402"/>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21"/>
              <p:cNvSpPr/>
              <p:nvPr/>
            </p:nvSpPr>
            <p:spPr>
              <a:xfrm>
                <a:off x="5084125" y="1710250"/>
                <a:ext cx="127825" cy="312550"/>
              </a:xfrm>
              <a:custGeom>
                <a:rect b="b" l="l" r="r" t="t"/>
                <a:pathLst>
                  <a:path extrusionOk="0" h="12502" w="5113">
                    <a:moveTo>
                      <a:pt x="699" y="0"/>
                    </a:moveTo>
                    <a:cubicBezTo>
                      <a:pt x="595" y="0"/>
                      <a:pt x="489" y="63"/>
                      <a:pt x="476" y="188"/>
                    </a:cubicBezTo>
                    <a:cubicBezTo>
                      <a:pt x="326" y="2870"/>
                      <a:pt x="251" y="5551"/>
                      <a:pt x="251" y="8233"/>
                    </a:cubicBezTo>
                    <a:cubicBezTo>
                      <a:pt x="276" y="9336"/>
                      <a:pt x="0" y="12268"/>
                      <a:pt x="1679" y="12494"/>
                    </a:cubicBezTo>
                    <a:cubicBezTo>
                      <a:pt x="1725" y="12499"/>
                      <a:pt x="1770" y="12501"/>
                      <a:pt x="1814" y="12501"/>
                    </a:cubicBezTo>
                    <a:cubicBezTo>
                      <a:pt x="3341" y="12501"/>
                      <a:pt x="3893" y="9607"/>
                      <a:pt x="4161" y="8584"/>
                    </a:cubicBezTo>
                    <a:cubicBezTo>
                      <a:pt x="4812" y="6053"/>
                      <a:pt x="5113" y="3446"/>
                      <a:pt x="5113" y="840"/>
                    </a:cubicBezTo>
                    <a:cubicBezTo>
                      <a:pt x="5113" y="702"/>
                      <a:pt x="5006" y="633"/>
                      <a:pt x="4900" y="633"/>
                    </a:cubicBezTo>
                    <a:cubicBezTo>
                      <a:pt x="4793" y="633"/>
                      <a:pt x="4687" y="702"/>
                      <a:pt x="4687" y="840"/>
                    </a:cubicBezTo>
                    <a:cubicBezTo>
                      <a:pt x="4687" y="2820"/>
                      <a:pt x="4537" y="4774"/>
                      <a:pt x="4161" y="6729"/>
                    </a:cubicBezTo>
                    <a:cubicBezTo>
                      <a:pt x="3985" y="7632"/>
                      <a:pt x="3760" y="8559"/>
                      <a:pt x="3484" y="9436"/>
                    </a:cubicBezTo>
                    <a:cubicBezTo>
                      <a:pt x="3384" y="9837"/>
                      <a:pt x="3233" y="10238"/>
                      <a:pt x="3083" y="10639"/>
                    </a:cubicBezTo>
                    <a:cubicBezTo>
                      <a:pt x="2901" y="11038"/>
                      <a:pt x="2484" y="11989"/>
                      <a:pt x="1867" y="11989"/>
                    </a:cubicBezTo>
                    <a:cubicBezTo>
                      <a:pt x="1632" y="11989"/>
                      <a:pt x="1368" y="11851"/>
                      <a:pt x="1078" y="11491"/>
                    </a:cubicBezTo>
                    <a:cubicBezTo>
                      <a:pt x="527" y="10815"/>
                      <a:pt x="677" y="9436"/>
                      <a:pt x="677" y="8634"/>
                    </a:cubicBezTo>
                    <a:cubicBezTo>
                      <a:pt x="677" y="7707"/>
                      <a:pt x="677" y="6754"/>
                      <a:pt x="702" y="5827"/>
                    </a:cubicBezTo>
                    <a:cubicBezTo>
                      <a:pt x="727" y="3947"/>
                      <a:pt x="777" y="2068"/>
                      <a:pt x="902" y="188"/>
                    </a:cubicBezTo>
                    <a:cubicBezTo>
                      <a:pt x="902" y="63"/>
                      <a:pt x="802" y="0"/>
                      <a:pt x="69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21"/>
              <p:cNvSpPr/>
              <p:nvPr/>
            </p:nvSpPr>
            <p:spPr>
              <a:xfrm>
                <a:off x="5133500" y="1882400"/>
                <a:ext cx="19075" cy="49500"/>
              </a:xfrm>
              <a:custGeom>
                <a:rect b="b" l="l" r="r" t="t"/>
                <a:pathLst>
                  <a:path extrusionOk="0" h="1980" w="763">
                    <a:moveTo>
                      <a:pt x="506" y="1"/>
                    </a:moveTo>
                    <a:cubicBezTo>
                      <a:pt x="426" y="1"/>
                      <a:pt x="351" y="45"/>
                      <a:pt x="331" y="144"/>
                    </a:cubicBezTo>
                    <a:cubicBezTo>
                      <a:pt x="231" y="670"/>
                      <a:pt x="130" y="1197"/>
                      <a:pt x="30" y="1723"/>
                    </a:cubicBezTo>
                    <a:cubicBezTo>
                      <a:pt x="0" y="1874"/>
                      <a:pt x="133" y="1979"/>
                      <a:pt x="255" y="1979"/>
                    </a:cubicBezTo>
                    <a:cubicBezTo>
                      <a:pt x="336" y="1979"/>
                      <a:pt x="411" y="1933"/>
                      <a:pt x="431" y="1823"/>
                    </a:cubicBezTo>
                    <a:cubicBezTo>
                      <a:pt x="531" y="1297"/>
                      <a:pt x="632" y="771"/>
                      <a:pt x="732" y="269"/>
                    </a:cubicBezTo>
                    <a:cubicBezTo>
                      <a:pt x="762" y="103"/>
                      <a:pt x="628" y="1"/>
                      <a:pt x="5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21"/>
              <p:cNvSpPr/>
              <p:nvPr/>
            </p:nvSpPr>
            <p:spPr>
              <a:xfrm>
                <a:off x="4889375" y="1330400"/>
                <a:ext cx="60050" cy="116850"/>
              </a:xfrm>
              <a:custGeom>
                <a:rect b="b" l="l" r="r" t="t"/>
                <a:pathLst>
                  <a:path extrusionOk="0" h="4674" w="2402">
                    <a:moveTo>
                      <a:pt x="1969" y="0"/>
                    </a:moveTo>
                    <a:cubicBezTo>
                      <a:pt x="1850" y="0"/>
                      <a:pt x="1710" y="103"/>
                      <a:pt x="1725" y="269"/>
                    </a:cubicBezTo>
                    <a:cubicBezTo>
                      <a:pt x="1976" y="1823"/>
                      <a:pt x="497" y="3001"/>
                      <a:pt x="46" y="4404"/>
                    </a:cubicBezTo>
                    <a:cubicBezTo>
                      <a:pt x="0" y="4571"/>
                      <a:pt x="129" y="4673"/>
                      <a:pt x="254" y="4673"/>
                    </a:cubicBezTo>
                    <a:cubicBezTo>
                      <a:pt x="336" y="4673"/>
                      <a:pt x="417" y="4629"/>
                      <a:pt x="447" y="4530"/>
                    </a:cubicBezTo>
                    <a:cubicBezTo>
                      <a:pt x="923" y="2976"/>
                      <a:pt x="2402" y="1898"/>
                      <a:pt x="2126" y="144"/>
                    </a:cubicBezTo>
                    <a:cubicBezTo>
                      <a:pt x="2116" y="44"/>
                      <a:pt x="2047" y="0"/>
                      <a:pt x="196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21"/>
              <p:cNvSpPr/>
              <p:nvPr/>
            </p:nvSpPr>
            <p:spPr>
              <a:xfrm>
                <a:off x="4856050" y="1606700"/>
                <a:ext cx="124075" cy="332050"/>
              </a:xfrm>
              <a:custGeom>
                <a:rect b="b" l="l" r="r" t="t"/>
                <a:pathLst>
                  <a:path extrusionOk="0" h="13282" w="4963">
                    <a:moveTo>
                      <a:pt x="2858" y="1"/>
                    </a:moveTo>
                    <a:cubicBezTo>
                      <a:pt x="2736" y="1"/>
                      <a:pt x="2602" y="103"/>
                      <a:pt x="2632" y="270"/>
                    </a:cubicBezTo>
                    <a:cubicBezTo>
                      <a:pt x="2857" y="1723"/>
                      <a:pt x="1329" y="2500"/>
                      <a:pt x="702" y="3628"/>
                    </a:cubicBezTo>
                    <a:cubicBezTo>
                      <a:pt x="301" y="4380"/>
                      <a:pt x="151" y="5257"/>
                      <a:pt x="101" y="6109"/>
                    </a:cubicBezTo>
                    <a:cubicBezTo>
                      <a:pt x="0" y="7363"/>
                      <a:pt x="76" y="8641"/>
                      <a:pt x="151" y="9894"/>
                    </a:cubicBezTo>
                    <a:cubicBezTo>
                      <a:pt x="201" y="10821"/>
                      <a:pt x="201" y="11874"/>
                      <a:pt x="727" y="12651"/>
                    </a:cubicBezTo>
                    <a:cubicBezTo>
                      <a:pt x="1037" y="13103"/>
                      <a:pt x="1375" y="13282"/>
                      <a:pt x="1710" y="13282"/>
                    </a:cubicBezTo>
                    <a:cubicBezTo>
                      <a:pt x="2321" y="13282"/>
                      <a:pt x="2920" y="12681"/>
                      <a:pt x="3309" y="12049"/>
                    </a:cubicBezTo>
                    <a:cubicBezTo>
                      <a:pt x="4436" y="10170"/>
                      <a:pt x="4963" y="7989"/>
                      <a:pt x="4938" y="5809"/>
                    </a:cubicBezTo>
                    <a:cubicBezTo>
                      <a:pt x="4938" y="5671"/>
                      <a:pt x="4837" y="5602"/>
                      <a:pt x="4737" y="5602"/>
                    </a:cubicBezTo>
                    <a:cubicBezTo>
                      <a:pt x="4637" y="5602"/>
                      <a:pt x="4537" y="5671"/>
                      <a:pt x="4537" y="5809"/>
                    </a:cubicBezTo>
                    <a:cubicBezTo>
                      <a:pt x="4537" y="7688"/>
                      <a:pt x="4161" y="9543"/>
                      <a:pt x="3284" y="11222"/>
                    </a:cubicBezTo>
                    <a:cubicBezTo>
                      <a:pt x="3108" y="11573"/>
                      <a:pt x="2807" y="12325"/>
                      <a:pt x="2456" y="12526"/>
                    </a:cubicBezTo>
                    <a:cubicBezTo>
                      <a:pt x="2055" y="12551"/>
                      <a:pt x="1629" y="12576"/>
                      <a:pt x="1228" y="12601"/>
                    </a:cubicBezTo>
                    <a:cubicBezTo>
                      <a:pt x="978" y="12300"/>
                      <a:pt x="827" y="11949"/>
                      <a:pt x="752" y="11573"/>
                    </a:cubicBezTo>
                    <a:cubicBezTo>
                      <a:pt x="502" y="10671"/>
                      <a:pt x="552" y="9593"/>
                      <a:pt x="502" y="8666"/>
                    </a:cubicBezTo>
                    <a:cubicBezTo>
                      <a:pt x="426" y="6761"/>
                      <a:pt x="301" y="4631"/>
                      <a:pt x="1604" y="3102"/>
                    </a:cubicBezTo>
                    <a:cubicBezTo>
                      <a:pt x="2381" y="2200"/>
                      <a:pt x="3233" y="1448"/>
                      <a:pt x="3033" y="145"/>
                    </a:cubicBezTo>
                    <a:cubicBezTo>
                      <a:pt x="3013" y="45"/>
                      <a:pt x="2938" y="1"/>
                      <a:pt x="28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21"/>
              <p:cNvSpPr/>
              <p:nvPr/>
            </p:nvSpPr>
            <p:spPr>
              <a:xfrm>
                <a:off x="4866575" y="1952300"/>
                <a:ext cx="71100" cy="30200"/>
              </a:xfrm>
              <a:custGeom>
                <a:rect b="b" l="l" r="r" t="t"/>
                <a:pathLst>
                  <a:path extrusionOk="0" h="1208" w="2844">
                    <a:moveTo>
                      <a:pt x="2557" y="0"/>
                    </a:moveTo>
                    <a:cubicBezTo>
                      <a:pt x="2507" y="0"/>
                      <a:pt x="2455" y="24"/>
                      <a:pt x="2411" y="80"/>
                    </a:cubicBezTo>
                    <a:cubicBezTo>
                      <a:pt x="2161" y="406"/>
                      <a:pt x="1860" y="631"/>
                      <a:pt x="1459" y="732"/>
                    </a:cubicBezTo>
                    <a:cubicBezTo>
                      <a:pt x="1349" y="763"/>
                      <a:pt x="1216" y="785"/>
                      <a:pt x="1083" y="785"/>
                    </a:cubicBezTo>
                    <a:cubicBezTo>
                      <a:pt x="793" y="785"/>
                      <a:pt x="500" y="682"/>
                      <a:pt x="431" y="356"/>
                    </a:cubicBezTo>
                    <a:cubicBezTo>
                      <a:pt x="412" y="256"/>
                      <a:pt x="337" y="212"/>
                      <a:pt x="256" y="212"/>
                    </a:cubicBezTo>
                    <a:cubicBezTo>
                      <a:pt x="134" y="212"/>
                      <a:pt x="0" y="315"/>
                      <a:pt x="30" y="481"/>
                    </a:cubicBezTo>
                    <a:cubicBezTo>
                      <a:pt x="131" y="982"/>
                      <a:pt x="632" y="1208"/>
                      <a:pt x="1133" y="1208"/>
                    </a:cubicBezTo>
                    <a:cubicBezTo>
                      <a:pt x="1760" y="1183"/>
                      <a:pt x="2336" y="857"/>
                      <a:pt x="2712" y="381"/>
                    </a:cubicBezTo>
                    <a:cubicBezTo>
                      <a:pt x="2844" y="212"/>
                      <a:pt x="2707" y="0"/>
                      <a:pt x="25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21"/>
              <p:cNvSpPr/>
              <p:nvPr/>
            </p:nvSpPr>
            <p:spPr>
              <a:xfrm>
                <a:off x="4960050" y="1905425"/>
                <a:ext cx="13825" cy="10675"/>
              </a:xfrm>
              <a:custGeom>
                <a:rect b="b" l="l" r="r" t="t"/>
                <a:pathLst>
                  <a:path extrusionOk="0" h="427" w="553">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21"/>
              <p:cNvSpPr/>
              <p:nvPr/>
            </p:nvSpPr>
            <p:spPr>
              <a:xfrm>
                <a:off x="4903675" y="1749700"/>
                <a:ext cx="14125" cy="90725"/>
              </a:xfrm>
              <a:custGeom>
                <a:rect b="b" l="l" r="r" t="t"/>
                <a:pathLst>
                  <a:path extrusionOk="0" h="3629" w="565">
                    <a:moveTo>
                      <a:pt x="357" y="1"/>
                    </a:moveTo>
                    <a:cubicBezTo>
                      <a:pt x="251" y="1"/>
                      <a:pt x="138" y="64"/>
                      <a:pt x="125" y="189"/>
                    </a:cubicBezTo>
                    <a:cubicBezTo>
                      <a:pt x="50" y="1267"/>
                      <a:pt x="0" y="2344"/>
                      <a:pt x="25" y="3422"/>
                    </a:cubicBezTo>
                    <a:cubicBezTo>
                      <a:pt x="38" y="3560"/>
                      <a:pt x="144" y="3629"/>
                      <a:pt x="248" y="3629"/>
                    </a:cubicBezTo>
                    <a:cubicBezTo>
                      <a:pt x="351" y="3629"/>
                      <a:pt x="451" y="3560"/>
                      <a:pt x="451" y="3422"/>
                    </a:cubicBezTo>
                    <a:cubicBezTo>
                      <a:pt x="426" y="2344"/>
                      <a:pt x="451" y="1267"/>
                      <a:pt x="551" y="189"/>
                    </a:cubicBezTo>
                    <a:cubicBezTo>
                      <a:pt x="564" y="64"/>
                      <a:pt x="464" y="1"/>
                      <a:pt x="35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21"/>
              <p:cNvSpPr/>
              <p:nvPr/>
            </p:nvSpPr>
            <p:spPr>
              <a:xfrm>
                <a:off x="4972075" y="1562725"/>
                <a:ext cx="34375" cy="90675"/>
              </a:xfrm>
              <a:custGeom>
                <a:rect b="b" l="l" r="r" t="t"/>
                <a:pathLst>
                  <a:path extrusionOk="0" h="3627" w="1375">
                    <a:moveTo>
                      <a:pt x="290" y="0"/>
                    </a:moveTo>
                    <a:cubicBezTo>
                      <a:pt x="142" y="0"/>
                      <a:pt x="0" y="144"/>
                      <a:pt x="121" y="299"/>
                    </a:cubicBezTo>
                    <a:cubicBezTo>
                      <a:pt x="748" y="1227"/>
                      <a:pt x="948" y="2279"/>
                      <a:pt x="698" y="3357"/>
                    </a:cubicBezTo>
                    <a:cubicBezTo>
                      <a:pt x="652" y="3524"/>
                      <a:pt x="780" y="3626"/>
                      <a:pt x="906" y="3626"/>
                    </a:cubicBezTo>
                    <a:cubicBezTo>
                      <a:pt x="988" y="3626"/>
                      <a:pt x="1069" y="3582"/>
                      <a:pt x="1099" y="3482"/>
                    </a:cubicBezTo>
                    <a:cubicBezTo>
                      <a:pt x="1374" y="2305"/>
                      <a:pt x="1174" y="1102"/>
                      <a:pt x="472" y="99"/>
                    </a:cubicBezTo>
                    <a:cubicBezTo>
                      <a:pt x="426" y="29"/>
                      <a:pt x="357" y="0"/>
                      <a:pt x="29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21"/>
              <p:cNvSpPr/>
              <p:nvPr/>
            </p:nvSpPr>
            <p:spPr>
              <a:xfrm>
                <a:off x="4931100" y="1497325"/>
                <a:ext cx="22250" cy="20125"/>
              </a:xfrm>
              <a:custGeom>
                <a:rect b="b" l="l" r="r" t="t"/>
                <a:pathLst>
                  <a:path extrusionOk="0" h="805" w="890">
                    <a:moveTo>
                      <a:pt x="596" y="1"/>
                    </a:moveTo>
                    <a:cubicBezTo>
                      <a:pt x="536" y="1"/>
                      <a:pt x="475" y="25"/>
                      <a:pt x="432" y="83"/>
                    </a:cubicBezTo>
                    <a:cubicBezTo>
                      <a:pt x="332" y="234"/>
                      <a:pt x="206" y="359"/>
                      <a:pt x="106" y="509"/>
                    </a:cubicBezTo>
                    <a:cubicBezTo>
                      <a:pt x="0" y="651"/>
                      <a:pt x="143" y="804"/>
                      <a:pt x="297" y="804"/>
                    </a:cubicBezTo>
                    <a:cubicBezTo>
                      <a:pt x="363" y="804"/>
                      <a:pt x="430" y="777"/>
                      <a:pt x="482" y="710"/>
                    </a:cubicBezTo>
                    <a:cubicBezTo>
                      <a:pt x="582" y="585"/>
                      <a:pt x="683" y="434"/>
                      <a:pt x="783" y="309"/>
                    </a:cubicBezTo>
                    <a:cubicBezTo>
                      <a:pt x="890" y="149"/>
                      <a:pt x="743" y="1"/>
                      <a:pt x="59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21"/>
              <p:cNvSpPr/>
              <p:nvPr/>
            </p:nvSpPr>
            <p:spPr>
              <a:xfrm>
                <a:off x="4730100" y="1497200"/>
                <a:ext cx="134125" cy="293175"/>
              </a:xfrm>
              <a:custGeom>
                <a:rect b="b" l="l" r="r" t="t"/>
                <a:pathLst>
                  <a:path extrusionOk="0" h="11727" w="5365">
                    <a:moveTo>
                      <a:pt x="4575" y="1"/>
                    </a:moveTo>
                    <a:cubicBezTo>
                      <a:pt x="4468" y="1"/>
                      <a:pt x="4362" y="63"/>
                      <a:pt x="4362" y="189"/>
                    </a:cubicBezTo>
                    <a:cubicBezTo>
                      <a:pt x="4387" y="640"/>
                      <a:pt x="4487" y="1066"/>
                      <a:pt x="4612" y="1492"/>
                    </a:cubicBezTo>
                    <a:cubicBezTo>
                      <a:pt x="4863" y="2419"/>
                      <a:pt x="4763" y="3096"/>
                      <a:pt x="4111" y="3823"/>
                    </a:cubicBezTo>
                    <a:cubicBezTo>
                      <a:pt x="3334" y="4675"/>
                      <a:pt x="2482" y="5427"/>
                      <a:pt x="1780" y="6329"/>
                    </a:cubicBezTo>
                    <a:cubicBezTo>
                      <a:pt x="627" y="7858"/>
                      <a:pt x="1" y="9788"/>
                      <a:pt x="853" y="11617"/>
                    </a:cubicBezTo>
                    <a:cubicBezTo>
                      <a:pt x="884" y="11695"/>
                      <a:pt x="941" y="11727"/>
                      <a:pt x="1001" y="11727"/>
                    </a:cubicBezTo>
                    <a:cubicBezTo>
                      <a:pt x="1137" y="11727"/>
                      <a:pt x="1290" y="11565"/>
                      <a:pt x="1204" y="11392"/>
                    </a:cubicBezTo>
                    <a:cubicBezTo>
                      <a:pt x="1" y="8810"/>
                      <a:pt x="2081" y="6454"/>
                      <a:pt x="3810" y="4725"/>
                    </a:cubicBezTo>
                    <a:cubicBezTo>
                      <a:pt x="4337" y="4174"/>
                      <a:pt x="5013" y="3647"/>
                      <a:pt x="5189" y="2845"/>
                    </a:cubicBezTo>
                    <a:cubicBezTo>
                      <a:pt x="5364" y="1968"/>
                      <a:pt x="4813" y="1091"/>
                      <a:pt x="4788" y="189"/>
                    </a:cubicBezTo>
                    <a:cubicBezTo>
                      <a:pt x="4788" y="63"/>
                      <a:pt x="4681" y="1"/>
                      <a:pt x="45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21"/>
              <p:cNvSpPr/>
              <p:nvPr/>
            </p:nvSpPr>
            <p:spPr>
              <a:xfrm>
                <a:off x="4697525" y="1695025"/>
                <a:ext cx="15550" cy="52025"/>
              </a:xfrm>
              <a:custGeom>
                <a:rect b="b" l="l" r="r" t="t"/>
                <a:pathLst>
                  <a:path extrusionOk="0" h="2081" w="622">
                    <a:moveTo>
                      <a:pt x="363" y="0"/>
                    </a:moveTo>
                    <a:cubicBezTo>
                      <a:pt x="278" y="0"/>
                      <a:pt x="196" y="44"/>
                      <a:pt x="176" y="145"/>
                    </a:cubicBezTo>
                    <a:cubicBezTo>
                      <a:pt x="0" y="722"/>
                      <a:pt x="0" y="1323"/>
                      <a:pt x="126" y="1925"/>
                    </a:cubicBezTo>
                    <a:cubicBezTo>
                      <a:pt x="156" y="2035"/>
                      <a:pt x="237" y="2081"/>
                      <a:pt x="322" y="2081"/>
                    </a:cubicBezTo>
                    <a:cubicBezTo>
                      <a:pt x="449" y="2081"/>
                      <a:pt x="582" y="1975"/>
                      <a:pt x="552" y="1825"/>
                    </a:cubicBezTo>
                    <a:cubicBezTo>
                      <a:pt x="427" y="1298"/>
                      <a:pt x="427" y="772"/>
                      <a:pt x="577" y="246"/>
                    </a:cubicBezTo>
                    <a:cubicBezTo>
                      <a:pt x="622" y="96"/>
                      <a:pt x="488" y="0"/>
                      <a:pt x="3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21"/>
              <p:cNvSpPr/>
              <p:nvPr/>
            </p:nvSpPr>
            <p:spPr>
              <a:xfrm>
                <a:off x="4750650" y="1856400"/>
                <a:ext cx="14075" cy="25675"/>
              </a:xfrm>
              <a:custGeom>
                <a:rect b="b" l="l" r="r" t="t"/>
                <a:pathLst>
                  <a:path extrusionOk="0" h="1027" w="563">
                    <a:moveTo>
                      <a:pt x="307" y="1"/>
                    </a:moveTo>
                    <a:cubicBezTo>
                      <a:pt x="227" y="1"/>
                      <a:pt x="151" y="47"/>
                      <a:pt x="131" y="157"/>
                    </a:cubicBezTo>
                    <a:cubicBezTo>
                      <a:pt x="106" y="357"/>
                      <a:pt x="56" y="558"/>
                      <a:pt x="31" y="758"/>
                    </a:cubicBezTo>
                    <a:cubicBezTo>
                      <a:pt x="1" y="924"/>
                      <a:pt x="135" y="1027"/>
                      <a:pt x="257" y="1027"/>
                    </a:cubicBezTo>
                    <a:cubicBezTo>
                      <a:pt x="337" y="1027"/>
                      <a:pt x="412" y="983"/>
                      <a:pt x="432" y="883"/>
                    </a:cubicBezTo>
                    <a:lnTo>
                      <a:pt x="532" y="257"/>
                    </a:lnTo>
                    <a:cubicBezTo>
                      <a:pt x="562" y="106"/>
                      <a:pt x="429" y="1"/>
                      <a:pt x="3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21"/>
              <p:cNvSpPr/>
              <p:nvPr/>
            </p:nvSpPr>
            <p:spPr>
              <a:xfrm>
                <a:off x="4768450" y="1861425"/>
                <a:ext cx="17325" cy="28500"/>
              </a:xfrm>
              <a:custGeom>
                <a:rect b="b" l="l" r="r" t="t"/>
                <a:pathLst>
                  <a:path extrusionOk="0" h="1140" w="693">
                    <a:moveTo>
                      <a:pt x="440" y="0"/>
                    </a:moveTo>
                    <a:cubicBezTo>
                      <a:pt x="358" y="0"/>
                      <a:pt x="276" y="46"/>
                      <a:pt x="246" y="156"/>
                    </a:cubicBezTo>
                    <a:cubicBezTo>
                      <a:pt x="171" y="407"/>
                      <a:pt x="96" y="632"/>
                      <a:pt x="46" y="883"/>
                    </a:cubicBezTo>
                    <a:cubicBezTo>
                      <a:pt x="0" y="1034"/>
                      <a:pt x="128" y="1139"/>
                      <a:pt x="252" y="1139"/>
                    </a:cubicBezTo>
                    <a:cubicBezTo>
                      <a:pt x="335" y="1139"/>
                      <a:pt x="417" y="1093"/>
                      <a:pt x="447" y="983"/>
                    </a:cubicBezTo>
                    <a:cubicBezTo>
                      <a:pt x="497" y="758"/>
                      <a:pt x="572" y="507"/>
                      <a:pt x="647" y="256"/>
                    </a:cubicBezTo>
                    <a:cubicBezTo>
                      <a:pt x="692" y="106"/>
                      <a:pt x="565" y="0"/>
                      <a:pt x="44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21"/>
              <p:cNvSpPr/>
              <p:nvPr/>
            </p:nvSpPr>
            <p:spPr>
              <a:xfrm>
                <a:off x="4795125" y="1275575"/>
                <a:ext cx="58325" cy="88025"/>
              </a:xfrm>
              <a:custGeom>
                <a:rect b="b" l="l" r="r" t="t"/>
                <a:pathLst>
                  <a:path extrusionOk="0" h="3521" w="2333">
                    <a:moveTo>
                      <a:pt x="2080" y="0"/>
                    </a:moveTo>
                    <a:cubicBezTo>
                      <a:pt x="1998" y="0"/>
                      <a:pt x="1916" y="47"/>
                      <a:pt x="1886" y="156"/>
                    </a:cubicBezTo>
                    <a:cubicBezTo>
                      <a:pt x="1635" y="1334"/>
                      <a:pt x="1034" y="2362"/>
                      <a:pt x="157" y="3164"/>
                    </a:cubicBezTo>
                    <a:cubicBezTo>
                      <a:pt x="1" y="3320"/>
                      <a:pt x="147" y="3521"/>
                      <a:pt x="315" y="3521"/>
                    </a:cubicBezTo>
                    <a:cubicBezTo>
                      <a:pt x="363" y="3521"/>
                      <a:pt x="413" y="3504"/>
                      <a:pt x="457" y="3465"/>
                    </a:cubicBezTo>
                    <a:cubicBezTo>
                      <a:pt x="1385" y="2613"/>
                      <a:pt x="2011" y="1510"/>
                      <a:pt x="2287" y="257"/>
                    </a:cubicBezTo>
                    <a:cubicBezTo>
                      <a:pt x="2332" y="106"/>
                      <a:pt x="2205" y="0"/>
                      <a:pt x="208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21"/>
              <p:cNvSpPr/>
              <p:nvPr/>
            </p:nvSpPr>
            <p:spPr>
              <a:xfrm>
                <a:off x="5457550" y="1497200"/>
                <a:ext cx="66450" cy="563500"/>
              </a:xfrm>
              <a:custGeom>
                <a:rect b="b" l="l" r="r" t="t"/>
                <a:pathLst>
                  <a:path extrusionOk="0" h="22540" w="2658">
                    <a:moveTo>
                      <a:pt x="2244" y="1"/>
                    </a:moveTo>
                    <a:cubicBezTo>
                      <a:pt x="2137" y="1"/>
                      <a:pt x="2031" y="63"/>
                      <a:pt x="2031" y="189"/>
                    </a:cubicBezTo>
                    <a:cubicBezTo>
                      <a:pt x="1956" y="3672"/>
                      <a:pt x="1" y="7056"/>
                      <a:pt x="803" y="10540"/>
                    </a:cubicBezTo>
                    <a:cubicBezTo>
                      <a:pt x="1229" y="12469"/>
                      <a:pt x="2156" y="14048"/>
                      <a:pt x="2206" y="16078"/>
                    </a:cubicBezTo>
                    <a:cubicBezTo>
                      <a:pt x="2281" y="18184"/>
                      <a:pt x="1855" y="20239"/>
                      <a:pt x="1404" y="22294"/>
                    </a:cubicBezTo>
                    <a:cubicBezTo>
                      <a:pt x="1374" y="22443"/>
                      <a:pt x="1505" y="22539"/>
                      <a:pt x="1626" y="22539"/>
                    </a:cubicBezTo>
                    <a:cubicBezTo>
                      <a:pt x="1707" y="22539"/>
                      <a:pt x="1785" y="22495"/>
                      <a:pt x="1805" y="22394"/>
                    </a:cubicBezTo>
                    <a:cubicBezTo>
                      <a:pt x="2206" y="20515"/>
                      <a:pt x="2632" y="18585"/>
                      <a:pt x="2632" y="16655"/>
                    </a:cubicBezTo>
                    <a:cubicBezTo>
                      <a:pt x="2657" y="14775"/>
                      <a:pt x="2131" y="13196"/>
                      <a:pt x="1504" y="11442"/>
                    </a:cubicBezTo>
                    <a:cubicBezTo>
                      <a:pt x="151" y="7657"/>
                      <a:pt x="2382" y="3998"/>
                      <a:pt x="2457" y="189"/>
                    </a:cubicBezTo>
                    <a:cubicBezTo>
                      <a:pt x="2457" y="63"/>
                      <a:pt x="2350" y="1"/>
                      <a:pt x="22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p21"/>
              <p:cNvSpPr/>
              <p:nvPr/>
            </p:nvSpPr>
            <p:spPr>
              <a:xfrm>
                <a:off x="5421200" y="1959775"/>
                <a:ext cx="141900" cy="325075"/>
              </a:xfrm>
              <a:custGeom>
                <a:rect b="b" l="l" r="r" t="t"/>
                <a:pathLst>
                  <a:path extrusionOk="0" h="13003" w="5676">
                    <a:moveTo>
                      <a:pt x="954" y="1"/>
                    </a:moveTo>
                    <a:cubicBezTo>
                      <a:pt x="874" y="1"/>
                      <a:pt x="798" y="47"/>
                      <a:pt x="778" y="157"/>
                    </a:cubicBezTo>
                    <a:cubicBezTo>
                      <a:pt x="377" y="2388"/>
                      <a:pt x="176" y="4668"/>
                      <a:pt x="76" y="6949"/>
                    </a:cubicBezTo>
                    <a:cubicBezTo>
                      <a:pt x="51" y="8102"/>
                      <a:pt x="1" y="9280"/>
                      <a:pt x="51" y="10458"/>
                    </a:cubicBezTo>
                    <a:cubicBezTo>
                      <a:pt x="76" y="11109"/>
                      <a:pt x="126" y="11811"/>
                      <a:pt x="527" y="12337"/>
                    </a:cubicBezTo>
                    <a:cubicBezTo>
                      <a:pt x="881" y="12799"/>
                      <a:pt x="1309" y="13003"/>
                      <a:pt x="1729" y="13003"/>
                    </a:cubicBezTo>
                    <a:cubicBezTo>
                      <a:pt x="2291" y="13003"/>
                      <a:pt x="2840" y="12639"/>
                      <a:pt x="3184" y="12037"/>
                    </a:cubicBezTo>
                    <a:cubicBezTo>
                      <a:pt x="4287" y="10132"/>
                      <a:pt x="4988" y="7876"/>
                      <a:pt x="5615" y="5796"/>
                    </a:cubicBezTo>
                    <a:cubicBezTo>
                      <a:pt x="5676" y="5630"/>
                      <a:pt x="5553" y="5527"/>
                      <a:pt x="5425" y="5527"/>
                    </a:cubicBezTo>
                    <a:cubicBezTo>
                      <a:pt x="5341" y="5527"/>
                      <a:pt x="5254" y="5571"/>
                      <a:pt x="5214" y="5671"/>
                    </a:cubicBezTo>
                    <a:cubicBezTo>
                      <a:pt x="4738" y="7275"/>
                      <a:pt x="4161" y="8829"/>
                      <a:pt x="3510" y="10357"/>
                    </a:cubicBezTo>
                    <a:cubicBezTo>
                      <a:pt x="3234" y="11009"/>
                      <a:pt x="2733" y="12613"/>
                      <a:pt x="1805" y="12613"/>
                    </a:cubicBezTo>
                    <a:cubicBezTo>
                      <a:pt x="1796" y="12613"/>
                      <a:pt x="1787" y="12613"/>
                      <a:pt x="1777" y="12613"/>
                    </a:cubicBezTo>
                    <a:cubicBezTo>
                      <a:pt x="551" y="12613"/>
                      <a:pt x="477" y="10978"/>
                      <a:pt x="452" y="10132"/>
                    </a:cubicBezTo>
                    <a:cubicBezTo>
                      <a:pt x="427" y="6849"/>
                      <a:pt x="577" y="3515"/>
                      <a:pt x="1179" y="257"/>
                    </a:cubicBezTo>
                    <a:cubicBezTo>
                      <a:pt x="1209" y="106"/>
                      <a:pt x="1076" y="1"/>
                      <a:pt x="9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21"/>
              <p:cNvSpPr/>
              <p:nvPr/>
            </p:nvSpPr>
            <p:spPr>
              <a:xfrm>
                <a:off x="5471650" y="2108900"/>
                <a:ext cx="18825" cy="95975"/>
              </a:xfrm>
              <a:custGeom>
                <a:rect b="b" l="l" r="r" t="t"/>
                <a:pathLst>
                  <a:path extrusionOk="0" h="3839" w="753">
                    <a:moveTo>
                      <a:pt x="546" y="0"/>
                    </a:moveTo>
                    <a:cubicBezTo>
                      <a:pt x="439" y="0"/>
                      <a:pt x="326" y="69"/>
                      <a:pt x="314" y="207"/>
                    </a:cubicBezTo>
                    <a:cubicBezTo>
                      <a:pt x="214" y="1335"/>
                      <a:pt x="113" y="2488"/>
                      <a:pt x="13" y="3641"/>
                    </a:cubicBezTo>
                    <a:cubicBezTo>
                      <a:pt x="1" y="3775"/>
                      <a:pt x="90" y="3838"/>
                      <a:pt x="188" y="3838"/>
                    </a:cubicBezTo>
                    <a:cubicBezTo>
                      <a:pt x="290" y="3838"/>
                      <a:pt x="401" y="3769"/>
                      <a:pt x="414" y="3641"/>
                    </a:cubicBezTo>
                    <a:cubicBezTo>
                      <a:pt x="539" y="2488"/>
                      <a:pt x="640" y="1335"/>
                      <a:pt x="740" y="207"/>
                    </a:cubicBezTo>
                    <a:cubicBezTo>
                      <a:pt x="752" y="69"/>
                      <a:pt x="652" y="0"/>
                      <a:pt x="5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21"/>
              <p:cNvSpPr/>
              <p:nvPr/>
            </p:nvSpPr>
            <p:spPr>
              <a:xfrm>
                <a:off x="5516150" y="1750075"/>
                <a:ext cx="35100" cy="95375"/>
              </a:xfrm>
              <a:custGeom>
                <a:rect b="b" l="l" r="r" t="t"/>
                <a:pathLst>
                  <a:path extrusionOk="0" h="3815" w="1404">
                    <a:moveTo>
                      <a:pt x="291" y="1"/>
                    </a:moveTo>
                    <a:cubicBezTo>
                      <a:pt x="155" y="1"/>
                      <a:pt x="1" y="150"/>
                      <a:pt x="88" y="324"/>
                    </a:cubicBezTo>
                    <a:cubicBezTo>
                      <a:pt x="589" y="1352"/>
                      <a:pt x="865" y="2455"/>
                      <a:pt x="965" y="3608"/>
                    </a:cubicBezTo>
                    <a:cubicBezTo>
                      <a:pt x="977" y="3745"/>
                      <a:pt x="1090" y="3814"/>
                      <a:pt x="1197" y="3814"/>
                    </a:cubicBezTo>
                    <a:cubicBezTo>
                      <a:pt x="1303" y="3814"/>
                      <a:pt x="1404" y="3745"/>
                      <a:pt x="1391" y="3608"/>
                    </a:cubicBezTo>
                    <a:cubicBezTo>
                      <a:pt x="1291" y="2379"/>
                      <a:pt x="965" y="1227"/>
                      <a:pt x="439" y="99"/>
                    </a:cubicBezTo>
                    <a:cubicBezTo>
                      <a:pt x="408"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21"/>
              <p:cNvSpPr/>
              <p:nvPr/>
            </p:nvSpPr>
            <p:spPr>
              <a:xfrm>
                <a:off x="5528050" y="1603800"/>
                <a:ext cx="29425" cy="41550"/>
              </a:xfrm>
              <a:custGeom>
                <a:rect b="b" l="l" r="r" t="t"/>
                <a:pathLst>
                  <a:path extrusionOk="0" h="1662" w="1177">
                    <a:moveTo>
                      <a:pt x="882" y="0"/>
                    </a:moveTo>
                    <a:cubicBezTo>
                      <a:pt x="817" y="0"/>
                      <a:pt x="754" y="32"/>
                      <a:pt x="714" y="110"/>
                    </a:cubicBezTo>
                    <a:cubicBezTo>
                      <a:pt x="514" y="511"/>
                      <a:pt x="288" y="937"/>
                      <a:pt x="88" y="1338"/>
                    </a:cubicBezTo>
                    <a:cubicBezTo>
                      <a:pt x="1" y="1512"/>
                      <a:pt x="143" y="1662"/>
                      <a:pt x="280" y="1662"/>
                    </a:cubicBezTo>
                    <a:cubicBezTo>
                      <a:pt x="341" y="1662"/>
                      <a:pt x="400" y="1633"/>
                      <a:pt x="439" y="1564"/>
                    </a:cubicBezTo>
                    <a:cubicBezTo>
                      <a:pt x="664" y="1138"/>
                      <a:pt x="865" y="737"/>
                      <a:pt x="1090" y="311"/>
                    </a:cubicBezTo>
                    <a:cubicBezTo>
                      <a:pt x="1177" y="155"/>
                      <a:pt x="1025" y="0"/>
                      <a:pt x="88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21"/>
              <p:cNvSpPr/>
              <p:nvPr/>
            </p:nvSpPr>
            <p:spPr>
              <a:xfrm>
                <a:off x="5556675" y="1616950"/>
                <a:ext cx="26925" cy="43650"/>
              </a:xfrm>
              <a:custGeom>
                <a:rect b="b" l="l" r="r" t="t"/>
                <a:pathLst>
                  <a:path extrusionOk="0" h="1746" w="1077">
                    <a:moveTo>
                      <a:pt x="789" y="0"/>
                    </a:moveTo>
                    <a:cubicBezTo>
                      <a:pt x="725" y="0"/>
                      <a:pt x="661" y="32"/>
                      <a:pt x="622" y="110"/>
                    </a:cubicBezTo>
                    <a:cubicBezTo>
                      <a:pt x="346" y="537"/>
                      <a:pt x="146" y="988"/>
                      <a:pt x="46" y="1489"/>
                    </a:cubicBezTo>
                    <a:cubicBezTo>
                      <a:pt x="0" y="1640"/>
                      <a:pt x="128" y="1745"/>
                      <a:pt x="252" y="1745"/>
                    </a:cubicBezTo>
                    <a:cubicBezTo>
                      <a:pt x="335" y="1745"/>
                      <a:pt x="417" y="1699"/>
                      <a:pt x="447" y="1589"/>
                    </a:cubicBezTo>
                    <a:cubicBezTo>
                      <a:pt x="547" y="1138"/>
                      <a:pt x="722" y="712"/>
                      <a:pt x="973" y="311"/>
                    </a:cubicBezTo>
                    <a:cubicBezTo>
                      <a:pt x="1076" y="156"/>
                      <a:pt x="931" y="0"/>
                      <a:pt x="7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21"/>
              <p:cNvSpPr/>
              <p:nvPr/>
            </p:nvSpPr>
            <p:spPr>
              <a:xfrm>
                <a:off x="5638125" y="1793750"/>
                <a:ext cx="27975" cy="65150"/>
              </a:xfrm>
              <a:custGeom>
                <a:rect b="b" l="l" r="r" t="t"/>
                <a:pathLst>
                  <a:path extrusionOk="0" h="2606" w="1119">
                    <a:moveTo>
                      <a:pt x="856" y="0"/>
                    </a:moveTo>
                    <a:cubicBezTo>
                      <a:pt x="772" y="0"/>
                      <a:pt x="692" y="46"/>
                      <a:pt x="672" y="156"/>
                    </a:cubicBezTo>
                    <a:cubicBezTo>
                      <a:pt x="447" y="883"/>
                      <a:pt x="246" y="1610"/>
                      <a:pt x="46" y="2337"/>
                    </a:cubicBezTo>
                    <a:cubicBezTo>
                      <a:pt x="0" y="2503"/>
                      <a:pt x="129" y="2606"/>
                      <a:pt x="254" y="2606"/>
                    </a:cubicBezTo>
                    <a:cubicBezTo>
                      <a:pt x="336" y="2606"/>
                      <a:pt x="417" y="2561"/>
                      <a:pt x="447" y="2462"/>
                    </a:cubicBezTo>
                    <a:cubicBezTo>
                      <a:pt x="647" y="1710"/>
                      <a:pt x="848" y="983"/>
                      <a:pt x="1073" y="257"/>
                    </a:cubicBezTo>
                    <a:cubicBezTo>
                      <a:pt x="1119" y="106"/>
                      <a:pt x="982" y="0"/>
                      <a:pt x="85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21"/>
              <p:cNvSpPr/>
              <p:nvPr/>
            </p:nvSpPr>
            <p:spPr>
              <a:xfrm>
                <a:off x="3963175" y="1050100"/>
                <a:ext cx="1765075" cy="1286425"/>
              </a:xfrm>
              <a:custGeom>
                <a:rect b="b" l="l" r="r" t="t"/>
                <a:pathLst>
                  <a:path extrusionOk="0" h="51457" w="70603">
                    <a:moveTo>
                      <a:pt x="24854" y="402"/>
                    </a:moveTo>
                    <a:cubicBezTo>
                      <a:pt x="24941" y="402"/>
                      <a:pt x="25027" y="402"/>
                      <a:pt x="25114" y="403"/>
                    </a:cubicBezTo>
                    <a:cubicBezTo>
                      <a:pt x="29450" y="479"/>
                      <a:pt x="33460" y="2208"/>
                      <a:pt x="35891" y="5065"/>
                    </a:cubicBezTo>
                    <a:lnTo>
                      <a:pt x="35991" y="5190"/>
                    </a:lnTo>
                    <a:lnTo>
                      <a:pt x="36116" y="5140"/>
                    </a:lnTo>
                    <a:cubicBezTo>
                      <a:pt x="39582" y="3914"/>
                      <a:pt x="43145" y="3296"/>
                      <a:pt x="46592" y="3296"/>
                    </a:cubicBezTo>
                    <a:cubicBezTo>
                      <a:pt x="49204" y="3296"/>
                      <a:pt x="51749" y="3650"/>
                      <a:pt x="54136" y="4363"/>
                    </a:cubicBezTo>
                    <a:cubicBezTo>
                      <a:pt x="60152" y="6168"/>
                      <a:pt x="65214" y="10403"/>
                      <a:pt x="67670" y="15642"/>
                    </a:cubicBezTo>
                    <a:cubicBezTo>
                      <a:pt x="69675" y="19977"/>
                      <a:pt x="70177" y="25291"/>
                      <a:pt x="69174" y="31456"/>
                    </a:cubicBezTo>
                    <a:cubicBezTo>
                      <a:pt x="68197" y="37421"/>
                      <a:pt x="66016" y="43286"/>
                      <a:pt x="62808" y="48399"/>
                    </a:cubicBezTo>
                    <a:cubicBezTo>
                      <a:pt x="62357" y="49151"/>
                      <a:pt x="61856" y="49902"/>
                      <a:pt x="61154" y="50429"/>
                    </a:cubicBezTo>
                    <a:cubicBezTo>
                      <a:pt x="60636" y="50826"/>
                      <a:pt x="60046" y="51033"/>
                      <a:pt x="59492" y="51033"/>
                    </a:cubicBezTo>
                    <a:cubicBezTo>
                      <a:pt x="59242" y="51033"/>
                      <a:pt x="58999" y="50991"/>
                      <a:pt x="58773" y="50905"/>
                    </a:cubicBezTo>
                    <a:cubicBezTo>
                      <a:pt x="57746" y="50529"/>
                      <a:pt x="57144" y="49351"/>
                      <a:pt x="56969" y="47321"/>
                    </a:cubicBezTo>
                    <a:cubicBezTo>
                      <a:pt x="56743" y="44539"/>
                      <a:pt x="56743" y="41732"/>
                      <a:pt x="57019" y="38975"/>
                    </a:cubicBezTo>
                    <a:lnTo>
                      <a:pt x="57119" y="38123"/>
                    </a:lnTo>
                    <a:lnTo>
                      <a:pt x="56643" y="38850"/>
                    </a:lnTo>
                    <a:cubicBezTo>
                      <a:pt x="56217" y="39501"/>
                      <a:pt x="55690" y="40103"/>
                      <a:pt x="55114" y="40629"/>
                    </a:cubicBezTo>
                    <a:cubicBezTo>
                      <a:pt x="54653" y="41048"/>
                      <a:pt x="53808" y="41659"/>
                      <a:pt x="52914" y="41659"/>
                    </a:cubicBezTo>
                    <a:cubicBezTo>
                      <a:pt x="52738" y="41659"/>
                      <a:pt x="52560" y="41635"/>
                      <a:pt x="52382" y="41582"/>
                    </a:cubicBezTo>
                    <a:cubicBezTo>
                      <a:pt x="51756" y="41356"/>
                      <a:pt x="51229" y="40754"/>
                      <a:pt x="51004" y="39952"/>
                    </a:cubicBezTo>
                    <a:cubicBezTo>
                      <a:pt x="50778" y="39201"/>
                      <a:pt x="50803" y="38399"/>
                      <a:pt x="50828" y="37622"/>
                    </a:cubicBezTo>
                    <a:lnTo>
                      <a:pt x="51104" y="30378"/>
                    </a:lnTo>
                    <a:cubicBezTo>
                      <a:pt x="51154" y="29877"/>
                      <a:pt x="51179" y="29376"/>
                      <a:pt x="51179" y="28875"/>
                    </a:cubicBezTo>
                    <a:lnTo>
                      <a:pt x="51154" y="28875"/>
                    </a:lnTo>
                    <a:lnTo>
                      <a:pt x="51154" y="28800"/>
                    </a:lnTo>
                    <a:lnTo>
                      <a:pt x="50753" y="28774"/>
                    </a:lnTo>
                    <a:lnTo>
                      <a:pt x="50678" y="30328"/>
                    </a:lnTo>
                    <a:cubicBezTo>
                      <a:pt x="50477" y="32910"/>
                      <a:pt x="49776" y="35441"/>
                      <a:pt x="48898" y="38348"/>
                    </a:cubicBezTo>
                    <a:cubicBezTo>
                      <a:pt x="48693" y="39080"/>
                      <a:pt x="48091" y="40624"/>
                      <a:pt x="46751" y="40624"/>
                    </a:cubicBezTo>
                    <a:cubicBezTo>
                      <a:pt x="46622" y="40624"/>
                      <a:pt x="46485" y="40610"/>
                      <a:pt x="46342" y="40579"/>
                    </a:cubicBezTo>
                    <a:cubicBezTo>
                      <a:pt x="44888" y="40253"/>
                      <a:pt x="44212" y="38499"/>
                      <a:pt x="43886" y="37095"/>
                    </a:cubicBezTo>
                    <a:cubicBezTo>
                      <a:pt x="43334" y="34639"/>
                      <a:pt x="43134" y="32133"/>
                      <a:pt x="43259" y="29627"/>
                    </a:cubicBezTo>
                    <a:cubicBezTo>
                      <a:pt x="43359" y="29050"/>
                      <a:pt x="43410" y="28474"/>
                      <a:pt x="43410" y="27897"/>
                    </a:cubicBezTo>
                    <a:lnTo>
                      <a:pt x="43009" y="27847"/>
                    </a:lnTo>
                    <a:cubicBezTo>
                      <a:pt x="42933" y="28424"/>
                      <a:pt x="42883" y="29000"/>
                      <a:pt x="42858" y="29576"/>
                    </a:cubicBezTo>
                    <a:cubicBezTo>
                      <a:pt x="42457" y="32283"/>
                      <a:pt x="41329" y="34840"/>
                      <a:pt x="39575" y="36945"/>
                    </a:cubicBezTo>
                    <a:cubicBezTo>
                      <a:pt x="39237" y="37368"/>
                      <a:pt x="38131" y="38558"/>
                      <a:pt x="36950" y="38558"/>
                    </a:cubicBezTo>
                    <a:cubicBezTo>
                      <a:pt x="36732" y="38558"/>
                      <a:pt x="36511" y="38518"/>
                      <a:pt x="36292" y="38424"/>
                    </a:cubicBezTo>
                    <a:cubicBezTo>
                      <a:pt x="35339" y="38023"/>
                      <a:pt x="34963" y="36820"/>
                      <a:pt x="34763" y="35942"/>
                    </a:cubicBezTo>
                    <a:cubicBezTo>
                      <a:pt x="34487" y="34739"/>
                      <a:pt x="34312" y="33536"/>
                      <a:pt x="34237" y="32283"/>
                    </a:cubicBezTo>
                    <a:cubicBezTo>
                      <a:pt x="34362" y="31256"/>
                      <a:pt x="34362" y="30203"/>
                      <a:pt x="34212" y="29175"/>
                    </a:cubicBezTo>
                    <a:lnTo>
                      <a:pt x="33811" y="29175"/>
                    </a:lnTo>
                    <a:cubicBezTo>
                      <a:pt x="33735" y="30228"/>
                      <a:pt x="33735" y="31256"/>
                      <a:pt x="33811" y="32283"/>
                    </a:cubicBezTo>
                    <a:cubicBezTo>
                      <a:pt x="33635" y="33612"/>
                      <a:pt x="33234" y="34915"/>
                      <a:pt x="32608" y="36118"/>
                    </a:cubicBezTo>
                    <a:cubicBezTo>
                      <a:pt x="31931" y="37421"/>
                      <a:pt x="31104" y="38198"/>
                      <a:pt x="30176" y="38399"/>
                    </a:cubicBezTo>
                    <a:cubicBezTo>
                      <a:pt x="30002" y="38440"/>
                      <a:pt x="29828" y="38459"/>
                      <a:pt x="29657" y="38459"/>
                    </a:cubicBezTo>
                    <a:cubicBezTo>
                      <a:pt x="28569" y="38459"/>
                      <a:pt x="27563" y="37692"/>
                      <a:pt x="27044" y="36870"/>
                    </a:cubicBezTo>
                    <a:cubicBezTo>
                      <a:pt x="26317" y="35767"/>
                      <a:pt x="26141" y="34389"/>
                      <a:pt x="26041" y="33186"/>
                    </a:cubicBezTo>
                    <a:cubicBezTo>
                      <a:pt x="25991" y="32434"/>
                      <a:pt x="25941" y="31632"/>
                      <a:pt x="25916" y="30805"/>
                    </a:cubicBezTo>
                    <a:cubicBezTo>
                      <a:pt x="25891" y="30554"/>
                      <a:pt x="25866" y="30278"/>
                      <a:pt x="25866" y="30003"/>
                    </a:cubicBezTo>
                    <a:cubicBezTo>
                      <a:pt x="25866" y="29627"/>
                      <a:pt x="25841" y="29276"/>
                      <a:pt x="25790" y="28950"/>
                    </a:cubicBezTo>
                    <a:lnTo>
                      <a:pt x="25389" y="28975"/>
                    </a:lnTo>
                    <a:cubicBezTo>
                      <a:pt x="25415" y="29326"/>
                      <a:pt x="25415" y="29677"/>
                      <a:pt x="25440" y="30028"/>
                    </a:cubicBezTo>
                    <a:cubicBezTo>
                      <a:pt x="25465" y="32108"/>
                      <a:pt x="24963" y="34514"/>
                      <a:pt x="24036" y="36619"/>
                    </a:cubicBezTo>
                    <a:cubicBezTo>
                      <a:pt x="23560" y="37722"/>
                      <a:pt x="22958" y="38348"/>
                      <a:pt x="22282" y="38449"/>
                    </a:cubicBezTo>
                    <a:cubicBezTo>
                      <a:pt x="22208" y="38460"/>
                      <a:pt x="22136" y="38466"/>
                      <a:pt x="22064" y="38466"/>
                    </a:cubicBezTo>
                    <a:cubicBezTo>
                      <a:pt x="21064" y="38466"/>
                      <a:pt x="20273" y="37373"/>
                      <a:pt x="19876" y="36694"/>
                    </a:cubicBezTo>
                    <a:cubicBezTo>
                      <a:pt x="18447" y="34288"/>
                      <a:pt x="17620" y="31531"/>
                      <a:pt x="17520" y="28749"/>
                    </a:cubicBezTo>
                    <a:lnTo>
                      <a:pt x="17094" y="28749"/>
                    </a:lnTo>
                    <a:cubicBezTo>
                      <a:pt x="17094" y="29952"/>
                      <a:pt x="17244" y="31030"/>
                      <a:pt x="17369" y="32083"/>
                    </a:cubicBezTo>
                    <a:cubicBezTo>
                      <a:pt x="17495" y="32860"/>
                      <a:pt x="17595" y="33587"/>
                      <a:pt x="17620" y="34389"/>
                    </a:cubicBezTo>
                    <a:cubicBezTo>
                      <a:pt x="17695" y="35792"/>
                      <a:pt x="17294" y="37697"/>
                      <a:pt x="15841" y="38374"/>
                    </a:cubicBezTo>
                    <a:cubicBezTo>
                      <a:pt x="15490" y="38546"/>
                      <a:pt x="15120" y="38623"/>
                      <a:pt x="14748" y="38623"/>
                    </a:cubicBezTo>
                    <a:cubicBezTo>
                      <a:pt x="13494" y="38623"/>
                      <a:pt x="12212" y="37745"/>
                      <a:pt x="11555" y="36644"/>
                    </a:cubicBezTo>
                    <a:cubicBezTo>
                      <a:pt x="11028" y="35767"/>
                      <a:pt x="10928" y="34790"/>
                      <a:pt x="10828" y="33737"/>
                    </a:cubicBezTo>
                    <a:cubicBezTo>
                      <a:pt x="10778" y="33035"/>
                      <a:pt x="10703" y="32283"/>
                      <a:pt x="10502" y="31481"/>
                    </a:cubicBezTo>
                    <a:lnTo>
                      <a:pt x="10076" y="31581"/>
                    </a:lnTo>
                    <a:cubicBezTo>
                      <a:pt x="10126" y="31932"/>
                      <a:pt x="10176" y="32283"/>
                      <a:pt x="10226" y="32634"/>
                    </a:cubicBezTo>
                    <a:cubicBezTo>
                      <a:pt x="10477" y="34188"/>
                      <a:pt x="10703" y="35667"/>
                      <a:pt x="10226" y="37095"/>
                    </a:cubicBezTo>
                    <a:cubicBezTo>
                      <a:pt x="9771" y="38526"/>
                      <a:pt x="8359" y="39826"/>
                      <a:pt x="6883" y="39826"/>
                    </a:cubicBezTo>
                    <a:cubicBezTo>
                      <a:pt x="6653" y="39826"/>
                      <a:pt x="6421" y="39795"/>
                      <a:pt x="6191" y="39727"/>
                    </a:cubicBezTo>
                    <a:cubicBezTo>
                      <a:pt x="4663" y="39251"/>
                      <a:pt x="3886" y="37546"/>
                      <a:pt x="3334" y="35917"/>
                    </a:cubicBezTo>
                    <a:cubicBezTo>
                      <a:pt x="2106" y="32308"/>
                      <a:pt x="828" y="28023"/>
                      <a:pt x="577" y="23586"/>
                    </a:cubicBezTo>
                    <a:cubicBezTo>
                      <a:pt x="427" y="20328"/>
                      <a:pt x="778" y="15591"/>
                      <a:pt x="3409" y="11481"/>
                    </a:cubicBezTo>
                    <a:cubicBezTo>
                      <a:pt x="5414" y="8348"/>
                      <a:pt x="8648" y="5742"/>
                      <a:pt x="13259" y="3486"/>
                    </a:cubicBezTo>
                    <a:cubicBezTo>
                      <a:pt x="17492" y="1406"/>
                      <a:pt x="21295" y="402"/>
                      <a:pt x="24854" y="402"/>
                    </a:cubicBezTo>
                    <a:close/>
                    <a:moveTo>
                      <a:pt x="24849" y="1"/>
                    </a:moveTo>
                    <a:cubicBezTo>
                      <a:pt x="21217" y="1"/>
                      <a:pt x="17365" y="1006"/>
                      <a:pt x="13084" y="3110"/>
                    </a:cubicBezTo>
                    <a:cubicBezTo>
                      <a:pt x="8397" y="5391"/>
                      <a:pt x="5114" y="8048"/>
                      <a:pt x="3059" y="11256"/>
                    </a:cubicBezTo>
                    <a:cubicBezTo>
                      <a:pt x="352" y="15466"/>
                      <a:pt x="1" y="20303"/>
                      <a:pt x="176" y="23586"/>
                    </a:cubicBezTo>
                    <a:cubicBezTo>
                      <a:pt x="402" y="28073"/>
                      <a:pt x="1705" y="32409"/>
                      <a:pt x="2933" y="36068"/>
                    </a:cubicBezTo>
                    <a:cubicBezTo>
                      <a:pt x="3535" y="37772"/>
                      <a:pt x="4362" y="39602"/>
                      <a:pt x="6066" y="40128"/>
                    </a:cubicBezTo>
                    <a:cubicBezTo>
                      <a:pt x="6341" y="40209"/>
                      <a:pt x="6618" y="40247"/>
                      <a:pt x="6891" y="40247"/>
                    </a:cubicBezTo>
                    <a:cubicBezTo>
                      <a:pt x="8558" y="40247"/>
                      <a:pt x="10111" y="38836"/>
                      <a:pt x="10627" y="37221"/>
                    </a:cubicBezTo>
                    <a:cubicBezTo>
                      <a:pt x="10753" y="36870"/>
                      <a:pt x="10828" y="36544"/>
                      <a:pt x="10878" y="36193"/>
                    </a:cubicBezTo>
                    <a:cubicBezTo>
                      <a:pt x="10953" y="36419"/>
                      <a:pt x="11054" y="36644"/>
                      <a:pt x="11204" y="36870"/>
                    </a:cubicBezTo>
                    <a:cubicBezTo>
                      <a:pt x="11913" y="38076"/>
                      <a:pt x="13309" y="39049"/>
                      <a:pt x="14723" y="39049"/>
                    </a:cubicBezTo>
                    <a:cubicBezTo>
                      <a:pt x="15159" y="39049"/>
                      <a:pt x="15596" y="38956"/>
                      <a:pt x="16016" y="38749"/>
                    </a:cubicBezTo>
                    <a:cubicBezTo>
                      <a:pt x="17645" y="37973"/>
                      <a:pt x="18121" y="35967"/>
                      <a:pt x="18046" y="34363"/>
                    </a:cubicBezTo>
                    <a:cubicBezTo>
                      <a:pt x="18021" y="34088"/>
                      <a:pt x="18021" y="33837"/>
                      <a:pt x="17996" y="33587"/>
                    </a:cubicBezTo>
                    <a:lnTo>
                      <a:pt x="17996" y="33587"/>
                    </a:lnTo>
                    <a:cubicBezTo>
                      <a:pt x="18372" y="34739"/>
                      <a:pt x="18873" y="35867"/>
                      <a:pt x="19500" y="36920"/>
                    </a:cubicBezTo>
                    <a:cubicBezTo>
                      <a:pt x="20251" y="38195"/>
                      <a:pt x="21168" y="38870"/>
                      <a:pt x="22063" y="38870"/>
                    </a:cubicBezTo>
                    <a:cubicBezTo>
                      <a:pt x="22153" y="38870"/>
                      <a:pt x="22242" y="38863"/>
                      <a:pt x="22332" y="38850"/>
                    </a:cubicBezTo>
                    <a:cubicBezTo>
                      <a:pt x="23184" y="38724"/>
                      <a:pt x="23886" y="38048"/>
                      <a:pt x="24412" y="36795"/>
                    </a:cubicBezTo>
                    <a:cubicBezTo>
                      <a:pt x="24963" y="35541"/>
                      <a:pt x="25364" y="34213"/>
                      <a:pt x="25615" y="32885"/>
                    </a:cubicBezTo>
                    <a:cubicBezTo>
                      <a:pt x="25615" y="33010"/>
                      <a:pt x="25615" y="33110"/>
                      <a:pt x="25640" y="33211"/>
                    </a:cubicBezTo>
                    <a:cubicBezTo>
                      <a:pt x="25715" y="34464"/>
                      <a:pt x="25916" y="35917"/>
                      <a:pt x="26693" y="37095"/>
                    </a:cubicBezTo>
                    <a:cubicBezTo>
                      <a:pt x="27413" y="38197"/>
                      <a:pt x="28563" y="38869"/>
                      <a:pt x="29673" y="38869"/>
                    </a:cubicBezTo>
                    <a:cubicBezTo>
                      <a:pt x="29877" y="38869"/>
                      <a:pt x="30079" y="38846"/>
                      <a:pt x="30277" y="38800"/>
                    </a:cubicBezTo>
                    <a:cubicBezTo>
                      <a:pt x="31329" y="38574"/>
                      <a:pt x="32257" y="37722"/>
                      <a:pt x="32983" y="36293"/>
                    </a:cubicBezTo>
                    <a:cubicBezTo>
                      <a:pt x="33410" y="35491"/>
                      <a:pt x="33735" y="34639"/>
                      <a:pt x="33961" y="33762"/>
                    </a:cubicBezTo>
                    <a:cubicBezTo>
                      <a:pt x="34061" y="34514"/>
                      <a:pt x="34187" y="35291"/>
                      <a:pt x="34362" y="36043"/>
                    </a:cubicBezTo>
                    <a:cubicBezTo>
                      <a:pt x="34588" y="36995"/>
                      <a:pt x="35014" y="38323"/>
                      <a:pt x="36116" y="38800"/>
                    </a:cubicBezTo>
                    <a:cubicBezTo>
                      <a:pt x="36389" y="38914"/>
                      <a:pt x="36662" y="38963"/>
                      <a:pt x="36928" y="38963"/>
                    </a:cubicBezTo>
                    <a:cubicBezTo>
                      <a:pt x="38301" y="38963"/>
                      <a:pt x="39523" y="37657"/>
                      <a:pt x="39901" y="37196"/>
                    </a:cubicBezTo>
                    <a:cubicBezTo>
                      <a:pt x="41254" y="35592"/>
                      <a:pt x="42232" y="33712"/>
                      <a:pt x="42808" y="31707"/>
                    </a:cubicBezTo>
                    <a:cubicBezTo>
                      <a:pt x="42858" y="33561"/>
                      <a:pt x="43084" y="35391"/>
                      <a:pt x="43485" y="37196"/>
                    </a:cubicBezTo>
                    <a:cubicBezTo>
                      <a:pt x="43961" y="39376"/>
                      <a:pt x="44913" y="40704"/>
                      <a:pt x="46242" y="40980"/>
                    </a:cubicBezTo>
                    <a:cubicBezTo>
                      <a:pt x="46413" y="41017"/>
                      <a:pt x="46580" y="41036"/>
                      <a:pt x="46743" y="41036"/>
                    </a:cubicBezTo>
                    <a:cubicBezTo>
                      <a:pt x="47891" y="41036"/>
                      <a:pt x="48816" y="40120"/>
                      <a:pt x="49299" y="38474"/>
                    </a:cubicBezTo>
                    <a:cubicBezTo>
                      <a:pt x="49801" y="36845"/>
                      <a:pt x="50227" y="35316"/>
                      <a:pt x="50553" y="33837"/>
                    </a:cubicBezTo>
                    <a:lnTo>
                      <a:pt x="50553" y="33837"/>
                    </a:lnTo>
                    <a:lnTo>
                      <a:pt x="50427" y="37597"/>
                    </a:lnTo>
                    <a:cubicBezTo>
                      <a:pt x="50402" y="38374"/>
                      <a:pt x="50352" y="39251"/>
                      <a:pt x="50603" y="40078"/>
                    </a:cubicBezTo>
                    <a:cubicBezTo>
                      <a:pt x="50878" y="41005"/>
                      <a:pt x="51505" y="41707"/>
                      <a:pt x="52257" y="41957"/>
                    </a:cubicBezTo>
                    <a:cubicBezTo>
                      <a:pt x="52488" y="42035"/>
                      <a:pt x="52719" y="42068"/>
                      <a:pt x="52945" y="42068"/>
                    </a:cubicBezTo>
                    <a:cubicBezTo>
                      <a:pt x="53968" y="42068"/>
                      <a:pt x="54902" y="41381"/>
                      <a:pt x="55415" y="40930"/>
                    </a:cubicBezTo>
                    <a:cubicBezTo>
                      <a:pt x="55816" y="40554"/>
                      <a:pt x="56192" y="40153"/>
                      <a:pt x="56543" y="39702"/>
                    </a:cubicBezTo>
                    <a:lnTo>
                      <a:pt x="56543" y="39702"/>
                    </a:lnTo>
                    <a:cubicBezTo>
                      <a:pt x="56342" y="42258"/>
                      <a:pt x="56342" y="44815"/>
                      <a:pt x="56568" y="47346"/>
                    </a:cubicBezTo>
                    <a:cubicBezTo>
                      <a:pt x="56743" y="49577"/>
                      <a:pt x="57420" y="50855"/>
                      <a:pt x="58648" y="51306"/>
                    </a:cubicBezTo>
                    <a:cubicBezTo>
                      <a:pt x="58898" y="51406"/>
                      <a:pt x="59174" y="51456"/>
                      <a:pt x="59475" y="51456"/>
                    </a:cubicBezTo>
                    <a:cubicBezTo>
                      <a:pt x="60101" y="51456"/>
                      <a:pt x="60803" y="51206"/>
                      <a:pt x="61405" y="50780"/>
                    </a:cubicBezTo>
                    <a:cubicBezTo>
                      <a:pt x="62157" y="50203"/>
                      <a:pt x="62683" y="49401"/>
                      <a:pt x="63184" y="48624"/>
                    </a:cubicBezTo>
                    <a:cubicBezTo>
                      <a:pt x="66392" y="43461"/>
                      <a:pt x="68598" y="37546"/>
                      <a:pt x="69600" y="31531"/>
                    </a:cubicBezTo>
                    <a:cubicBezTo>
                      <a:pt x="70603" y="25266"/>
                      <a:pt x="70076" y="19877"/>
                      <a:pt x="68046" y="15466"/>
                    </a:cubicBezTo>
                    <a:cubicBezTo>
                      <a:pt x="65540" y="10103"/>
                      <a:pt x="60402" y="5817"/>
                      <a:pt x="54262" y="3962"/>
                    </a:cubicBezTo>
                    <a:cubicBezTo>
                      <a:pt x="51834" y="3233"/>
                      <a:pt x="49251" y="2872"/>
                      <a:pt x="46602" y="2872"/>
                    </a:cubicBezTo>
                    <a:cubicBezTo>
                      <a:pt x="43151" y="2872"/>
                      <a:pt x="39590" y="3484"/>
                      <a:pt x="36116" y="4689"/>
                    </a:cubicBezTo>
                    <a:cubicBezTo>
                      <a:pt x="33610" y="1807"/>
                      <a:pt x="29500" y="53"/>
                      <a:pt x="25114" y="2"/>
                    </a:cubicBezTo>
                    <a:cubicBezTo>
                      <a:pt x="25026" y="1"/>
                      <a:pt x="24937" y="1"/>
                      <a:pt x="248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21"/>
              <p:cNvSpPr/>
              <p:nvPr/>
            </p:nvSpPr>
            <p:spPr>
              <a:xfrm>
                <a:off x="3946900" y="1050100"/>
                <a:ext cx="1787000" cy="1286150"/>
              </a:xfrm>
              <a:custGeom>
                <a:rect b="b" l="l" r="r" t="t"/>
                <a:pathLst>
                  <a:path extrusionOk="0" h="51446" w="71480">
                    <a:moveTo>
                      <a:pt x="25343" y="445"/>
                    </a:moveTo>
                    <a:cubicBezTo>
                      <a:pt x="29543" y="445"/>
                      <a:pt x="33701" y="1826"/>
                      <a:pt x="36567" y="5090"/>
                    </a:cubicBezTo>
                    <a:cubicBezTo>
                      <a:pt x="36585" y="5127"/>
                      <a:pt x="36644" y="5150"/>
                      <a:pt x="36703" y="5150"/>
                    </a:cubicBezTo>
                    <a:cubicBezTo>
                      <a:pt x="36725" y="5150"/>
                      <a:pt x="36747" y="5147"/>
                      <a:pt x="36767" y="5140"/>
                    </a:cubicBezTo>
                    <a:cubicBezTo>
                      <a:pt x="40136" y="3958"/>
                      <a:pt x="43697" y="3290"/>
                      <a:pt x="47254" y="3290"/>
                    </a:cubicBezTo>
                    <a:cubicBezTo>
                      <a:pt x="49731" y="3290"/>
                      <a:pt x="52205" y="3614"/>
                      <a:pt x="54612" y="4313"/>
                    </a:cubicBezTo>
                    <a:cubicBezTo>
                      <a:pt x="59549" y="5742"/>
                      <a:pt x="64086" y="8875"/>
                      <a:pt x="66943" y="13185"/>
                    </a:cubicBezTo>
                    <a:cubicBezTo>
                      <a:pt x="70126" y="18048"/>
                      <a:pt x="70752" y="24013"/>
                      <a:pt x="70076" y="29652"/>
                    </a:cubicBezTo>
                    <a:cubicBezTo>
                      <a:pt x="69399" y="35441"/>
                      <a:pt x="67544" y="41105"/>
                      <a:pt x="64762" y="46193"/>
                    </a:cubicBezTo>
                    <a:cubicBezTo>
                      <a:pt x="64011" y="47572"/>
                      <a:pt x="63234" y="49201"/>
                      <a:pt x="62031" y="50228"/>
                    </a:cubicBezTo>
                    <a:cubicBezTo>
                      <a:pt x="61502" y="50686"/>
                      <a:pt x="60800" y="51033"/>
                      <a:pt x="60099" y="51033"/>
                    </a:cubicBezTo>
                    <a:cubicBezTo>
                      <a:pt x="59803" y="51033"/>
                      <a:pt x="59506" y="50971"/>
                      <a:pt x="59224" y="50830"/>
                    </a:cubicBezTo>
                    <a:cubicBezTo>
                      <a:pt x="58472" y="50454"/>
                      <a:pt x="58096" y="49652"/>
                      <a:pt x="57895" y="48900"/>
                    </a:cubicBezTo>
                    <a:cubicBezTo>
                      <a:pt x="57469" y="47396"/>
                      <a:pt x="57494" y="45692"/>
                      <a:pt x="57469" y="44138"/>
                    </a:cubicBezTo>
                    <a:cubicBezTo>
                      <a:pt x="57444" y="42409"/>
                      <a:pt x="57519" y="40679"/>
                      <a:pt x="57670" y="38950"/>
                    </a:cubicBezTo>
                    <a:cubicBezTo>
                      <a:pt x="57684" y="38818"/>
                      <a:pt x="57588" y="38755"/>
                      <a:pt x="57485" y="38755"/>
                    </a:cubicBezTo>
                    <a:cubicBezTo>
                      <a:pt x="57412" y="38755"/>
                      <a:pt x="57335" y="38787"/>
                      <a:pt x="57294" y="38850"/>
                    </a:cubicBezTo>
                    <a:cubicBezTo>
                      <a:pt x="56492" y="40028"/>
                      <a:pt x="55163" y="41657"/>
                      <a:pt x="53610" y="41657"/>
                    </a:cubicBezTo>
                    <a:cubicBezTo>
                      <a:pt x="51529" y="41657"/>
                      <a:pt x="51429" y="39100"/>
                      <a:pt x="51479" y="37622"/>
                    </a:cubicBezTo>
                    <a:cubicBezTo>
                      <a:pt x="51561" y="35203"/>
                      <a:pt x="51660" y="32801"/>
                      <a:pt x="51748" y="30389"/>
                    </a:cubicBezTo>
                    <a:lnTo>
                      <a:pt x="51748" y="30389"/>
                    </a:lnTo>
                    <a:cubicBezTo>
                      <a:pt x="51793" y="29887"/>
                      <a:pt x="51821" y="29382"/>
                      <a:pt x="51830" y="28875"/>
                    </a:cubicBezTo>
                    <a:cubicBezTo>
                      <a:pt x="51830" y="28834"/>
                      <a:pt x="51821" y="28800"/>
                      <a:pt x="51805" y="28771"/>
                    </a:cubicBezTo>
                    <a:lnTo>
                      <a:pt x="51805" y="28771"/>
                    </a:lnTo>
                    <a:cubicBezTo>
                      <a:pt x="51816" y="28636"/>
                      <a:pt x="51716" y="28568"/>
                      <a:pt x="51614" y="28568"/>
                    </a:cubicBezTo>
                    <a:cubicBezTo>
                      <a:pt x="51511" y="28568"/>
                      <a:pt x="51404" y="28637"/>
                      <a:pt x="51404" y="28774"/>
                    </a:cubicBezTo>
                    <a:cubicBezTo>
                      <a:pt x="51390" y="29187"/>
                      <a:pt x="51374" y="29599"/>
                      <a:pt x="51358" y="30010"/>
                    </a:cubicBezTo>
                    <a:lnTo>
                      <a:pt x="51358" y="30010"/>
                    </a:lnTo>
                    <a:cubicBezTo>
                      <a:pt x="51231" y="31872"/>
                      <a:pt x="50856" y="33699"/>
                      <a:pt x="50376" y="35491"/>
                    </a:cubicBezTo>
                    <a:cubicBezTo>
                      <a:pt x="49966" y="36996"/>
                      <a:pt x="49452" y="40616"/>
                      <a:pt x="47400" y="40616"/>
                    </a:cubicBezTo>
                    <a:cubicBezTo>
                      <a:pt x="47196" y="40616"/>
                      <a:pt x="46978" y="40581"/>
                      <a:pt x="46742" y="40504"/>
                    </a:cubicBezTo>
                    <a:cubicBezTo>
                      <a:pt x="44787" y="39852"/>
                      <a:pt x="44437" y="36895"/>
                      <a:pt x="44186" y="35191"/>
                    </a:cubicBezTo>
                    <a:cubicBezTo>
                      <a:pt x="43888" y="33266"/>
                      <a:pt x="43826" y="31326"/>
                      <a:pt x="43938" y="29395"/>
                    </a:cubicBezTo>
                    <a:lnTo>
                      <a:pt x="43938" y="29395"/>
                    </a:lnTo>
                    <a:cubicBezTo>
                      <a:pt x="44003" y="28891"/>
                      <a:pt x="44043" y="28383"/>
                      <a:pt x="44061" y="27872"/>
                    </a:cubicBezTo>
                    <a:lnTo>
                      <a:pt x="44061" y="27872"/>
                    </a:lnTo>
                    <a:cubicBezTo>
                      <a:pt x="44061" y="27872"/>
                      <a:pt x="44061" y="27872"/>
                      <a:pt x="44061" y="27872"/>
                    </a:cubicBezTo>
                    <a:cubicBezTo>
                      <a:pt x="44073" y="27738"/>
                      <a:pt x="43984" y="27675"/>
                      <a:pt x="43883" y="27675"/>
                    </a:cubicBezTo>
                    <a:cubicBezTo>
                      <a:pt x="43778" y="27675"/>
                      <a:pt x="43660" y="27744"/>
                      <a:pt x="43635" y="27872"/>
                    </a:cubicBezTo>
                    <a:cubicBezTo>
                      <a:pt x="43635" y="27872"/>
                      <a:pt x="43635" y="27872"/>
                      <a:pt x="43635" y="27872"/>
                    </a:cubicBezTo>
                    <a:lnTo>
                      <a:pt x="43635" y="27872"/>
                    </a:lnTo>
                    <a:cubicBezTo>
                      <a:pt x="43586" y="28341"/>
                      <a:pt x="43549" y="28810"/>
                      <a:pt x="43521" y="29278"/>
                    </a:cubicBezTo>
                    <a:lnTo>
                      <a:pt x="43521" y="29278"/>
                    </a:lnTo>
                    <a:cubicBezTo>
                      <a:pt x="43142" y="32345"/>
                      <a:pt x="41875" y="35603"/>
                      <a:pt x="39574" y="37622"/>
                    </a:cubicBezTo>
                    <a:cubicBezTo>
                      <a:pt x="39017" y="38117"/>
                      <a:pt x="38278" y="38536"/>
                      <a:pt x="37565" y="38536"/>
                    </a:cubicBezTo>
                    <a:cubicBezTo>
                      <a:pt x="37123" y="38536"/>
                      <a:pt x="36690" y="38375"/>
                      <a:pt x="36316" y="37973"/>
                    </a:cubicBezTo>
                    <a:cubicBezTo>
                      <a:pt x="35715" y="37321"/>
                      <a:pt x="35514" y="36394"/>
                      <a:pt x="35339" y="35541"/>
                    </a:cubicBezTo>
                    <a:cubicBezTo>
                      <a:pt x="35099" y="34437"/>
                      <a:pt x="34952" y="33319"/>
                      <a:pt x="34881" y="32194"/>
                    </a:cubicBezTo>
                    <a:lnTo>
                      <a:pt x="34881" y="32194"/>
                    </a:lnTo>
                    <a:cubicBezTo>
                      <a:pt x="34994" y="31204"/>
                      <a:pt x="34985" y="30200"/>
                      <a:pt x="34863" y="29201"/>
                    </a:cubicBezTo>
                    <a:cubicBezTo>
                      <a:pt x="34850" y="29063"/>
                      <a:pt x="34750" y="28994"/>
                      <a:pt x="34653" y="28994"/>
                    </a:cubicBezTo>
                    <a:cubicBezTo>
                      <a:pt x="34556" y="28994"/>
                      <a:pt x="34462" y="29063"/>
                      <a:pt x="34462" y="29201"/>
                    </a:cubicBezTo>
                    <a:cubicBezTo>
                      <a:pt x="34426" y="29826"/>
                      <a:pt x="34389" y="31004"/>
                      <a:pt x="34453" y="32332"/>
                    </a:cubicBezTo>
                    <a:lnTo>
                      <a:pt x="34453" y="32332"/>
                    </a:lnTo>
                    <a:cubicBezTo>
                      <a:pt x="34360" y="33062"/>
                      <a:pt x="34199" y="33784"/>
                      <a:pt x="33960" y="34489"/>
                    </a:cubicBezTo>
                    <a:cubicBezTo>
                      <a:pt x="33415" y="36076"/>
                      <a:pt x="32329" y="38449"/>
                      <a:pt x="30338" y="38449"/>
                    </a:cubicBezTo>
                    <a:cubicBezTo>
                      <a:pt x="30318" y="38449"/>
                      <a:pt x="30297" y="38449"/>
                      <a:pt x="30276" y="38449"/>
                    </a:cubicBezTo>
                    <a:cubicBezTo>
                      <a:pt x="26755" y="38385"/>
                      <a:pt x="26569" y="33674"/>
                      <a:pt x="26494" y="30539"/>
                    </a:cubicBezTo>
                    <a:lnTo>
                      <a:pt x="26494" y="30539"/>
                    </a:lnTo>
                    <a:cubicBezTo>
                      <a:pt x="26505" y="30017"/>
                      <a:pt x="26489" y="29496"/>
                      <a:pt x="26441" y="28975"/>
                    </a:cubicBezTo>
                    <a:lnTo>
                      <a:pt x="26441" y="28975"/>
                    </a:lnTo>
                    <a:cubicBezTo>
                      <a:pt x="26441" y="28975"/>
                      <a:pt x="26441" y="28975"/>
                      <a:pt x="26441" y="28975"/>
                    </a:cubicBezTo>
                    <a:cubicBezTo>
                      <a:pt x="26429" y="28837"/>
                      <a:pt x="26322" y="28768"/>
                      <a:pt x="26222" y="28768"/>
                    </a:cubicBezTo>
                    <a:cubicBezTo>
                      <a:pt x="26122" y="28768"/>
                      <a:pt x="26028" y="28837"/>
                      <a:pt x="26040" y="28975"/>
                    </a:cubicBezTo>
                    <a:cubicBezTo>
                      <a:pt x="26065" y="29398"/>
                      <a:pt x="26077" y="29898"/>
                      <a:pt x="26091" y="30445"/>
                    </a:cubicBezTo>
                    <a:lnTo>
                      <a:pt x="26091" y="30445"/>
                    </a:lnTo>
                    <a:cubicBezTo>
                      <a:pt x="26068" y="31665"/>
                      <a:pt x="25886" y="32883"/>
                      <a:pt x="25564" y="34063"/>
                    </a:cubicBezTo>
                    <a:cubicBezTo>
                      <a:pt x="25213" y="35441"/>
                      <a:pt x="24637" y="38048"/>
                      <a:pt x="23008" y="38374"/>
                    </a:cubicBezTo>
                    <a:cubicBezTo>
                      <a:pt x="22888" y="38399"/>
                      <a:pt x="22771" y="38412"/>
                      <a:pt x="22656" y="38412"/>
                    </a:cubicBezTo>
                    <a:cubicBezTo>
                      <a:pt x="20882" y="38412"/>
                      <a:pt x="19766" y="35453"/>
                      <a:pt x="19248" y="34088"/>
                    </a:cubicBezTo>
                    <a:cubicBezTo>
                      <a:pt x="18812" y="32947"/>
                      <a:pt x="18511" y="31761"/>
                      <a:pt x="18337" y="30553"/>
                    </a:cubicBezTo>
                    <a:lnTo>
                      <a:pt x="18337" y="30553"/>
                    </a:lnTo>
                    <a:cubicBezTo>
                      <a:pt x="18309" y="30343"/>
                      <a:pt x="18282" y="30138"/>
                      <a:pt x="18259" y="29941"/>
                    </a:cubicBezTo>
                    <a:lnTo>
                      <a:pt x="18259" y="29941"/>
                    </a:lnTo>
                    <a:cubicBezTo>
                      <a:pt x="18217" y="29546"/>
                      <a:pt x="18187" y="29148"/>
                      <a:pt x="18171" y="28749"/>
                    </a:cubicBezTo>
                    <a:lnTo>
                      <a:pt x="18171" y="28749"/>
                    </a:lnTo>
                    <a:cubicBezTo>
                      <a:pt x="18171" y="28749"/>
                      <a:pt x="18171" y="28749"/>
                      <a:pt x="18171" y="28749"/>
                    </a:cubicBezTo>
                    <a:cubicBezTo>
                      <a:pt x="18158" y="28612"/>
                      <a:pt x="18052" y="28543"/>
                      <a:pt x="17948" y="28543"/>
                    </a:cubicBezTo>
                    <a:cubicBezTo>
                      <a:pt x="17845" y="28543"/>
                      <a:pt x="17745" y="28612"/>
                      <a:pt x="17745" y="28749"/>
                    </a:cubicBezTo>
                    <a:cubicBezTo>
                      <a:pt x="17745" y="28749"/>
                      <a:pt x="17745" y="28749"/>
                      <a:pt x="17745" y="28749"/>
                    </a:cubicBezTo>
                    <a:lnTo>
                      <a:pt x="17745" y="28749"/>
                    </a:lnTo>
                    <a:cubicBezTo>
                      <a:pt x="17770" y="30529"/>
                      <a:pt x="18121" y="32258"/>
                      <a:pt x="18246" y="34013"/>
                    </a:cubicBezTo>
                    <a:cubicBezTo>
                      <a:pt x="18371" y="35516"/>
                      <a:pt x="18121" y="37396"/>
                      <a:pt x="16717" y="38273"/>
                    </a:cubicBezTo>
                    <a:cubicBezTo>
                      <a:pt x="16299" y="38528"/>
                      <a:pt x="15849" y="38640"/>
                      <a:pt x="15399" y="38640"/>
                    </a:cubicBezTo>
                    <a:cubicBezTo>
                      <a:pt x="14123" y="38640"/>
                      <a:pt x="12836" y="37744"/>
                      <a:pt x="12206" y="36669"/>
                    </a:cubicBezTo>
                    <a:cubicBezTo>
                      <a:pt x="11847" y="36061"/>
                      <a:pt x="11670" y="35381"/>
                      <a:pt x="11563" y="34677"/>
                    </a:cubicBezTo>
                    <a:lnTo>
                      <a:pt x="11563" y="34677"/>
                    </a:lnTo>
                    <a:cubicBezTo>
                      <a:pt x="11534" y="34136"/>
                      <a:pt x="11466" y="33594"/>
                      <a:pt x="11387" y="33056"/>
                    </a:cubicBezTo>
                    <a:lnTo>
                      <a:pt x="11387" y="33056"/>
                    </a:lnTo>
                    <a:cubicBezTo>
                      <a:pt x="11335" y="32517"/>
                      <a:pt x="11274" y="31986"/>
                      <a:pt x="11153" y="31481"/>
                    </a:cubicBezTo>
                    <a:cubicBezTo>
                      <a:pt x="11123" y="31382"/>
                      <a:pt x="11046" y="31338"/>
                      <a:pt x="10966" y="31338"/>
                    </a:cubicBezTo>
                    <a:cubicBezTo>
                      <a:pt x="10843" y="31338"/>
                      <a:pt x="10712" y="31440"/>
                      <a:pt x="10727" y="31607"/>
                    </a:cubicBezTo>
                    <a:cubicBezTo>
                      <a:pt x="11103" y="34288"/>
                      <a:pt x="11880" y="37897"/>
                      <a:pt x="8898" y="39476"/>
                    </a:cubicBezTo>
                    <a:cubicBezTo>
                      <a:pt x="8402" y="39735"/>
                      <a:pt x="7947" y="39849"/>
                      <a:pt x="7531" y="39849"/>
                    </a:cubicBezTo>
                    <a:cubicBezTo>
                      <a:pt x="5571" y="39849"/>
                      <a:pt x="4459" y="37324"/>
                      <a:pt x="3860" y="35566"/>
                    </a:cubicBezTo>
                    <a:cubicBezTo>
                      <a:pt x="2181" y="30579"/>
                      <a:pt x="827" y="25341"/>
                      <a:pt x="1303" y="20028"/>
                    </a:cubicBezTo>
                    <a:cubicBezTo>
                      <a:pt x="1730" y="15040"/>
                      <a:pt x="3910" y="10579"/>
                      <a:pt x="7770" y="7346"/>
                    </a:cubicBezTo>
                    <a:cubicBezTo>
                      <a:pt x="11554" y="4163"/>
                      <a:pt x="16517" y="1832"/>
                      <a:pt x="21329" y="855"/>
                    </a:cubicBezTo>
                    <a:cubicBezTo>
                      <a:pt x="22643" y="587"/>
                      <a:pt x="23995" y="445"/>
                      <a:pt x="25343" y="445"/>
                    </a:cubicBezTo>
                    <a:close/>
                    <a:moveTo>
                      <a:pt x="25368" y="1"/>
                    </a:moveTo>
                    <a:cubicBezTo>
                      <a:pt x="20239" y="1"/>
                      <a:pt x="15103" y="2084"/>
                      <a:pt x="10777" y="4714"/>
                    </a:cubicBezTo>
                    <a:cubicBezTo>
                      <a:pt x="5890" y="7672"/>
                      <a:pt x="2306" y="11982"/>
                      <a:pt x="1203" y="17697"/>
                    </a:cubicBezTo>
                    <a:cubicBezTo>
                      <a:pt x="0" y="23887"/>
                      <a:pt x="1579" y="30203"/>
                      <a:pt x="3584" y="36043"/>
                    </a:cubicBezTo>
                    <a:cubicBezTo>
                      <a:pt x="4211" y="37872"/>
                      <a:pt x="5238" y="40203"/>
                      <a:pt x="7494" y="40228"/>
                    </a:cubicBezTo>
                    <a:cubicBezTo>
                      <a:pt x="7519" y="40229"/>
                      <a:pt x="7544" y="40229"/>
                      <a:pt x="7569" y="40229"/>
                    </a:cubicBezTo>
                    <a:cubicBezTo>
                      <a:pt x="9735" y="40229"/>
                      <a:pt x="11271" y="38123"/>
                      <a:pt x="11521" y="36136"/>
                    </a:cubicBezTo>
                    <a:lnTo>
                      <a:pt x="11521" y="36136"/>
                    </a:lnTo>
                    <a:cubicBezTo>
                      <a:pt x="11681" y="36572"/>
                      <a:pt x="11899" y="36988"/>
                      <a:pt x="12206" y="37371"/>
                    </a:cubicBezTo>
                    <a:cubicBezTo>
                      <a:pt x="12955" y="38317"/>
                      <a:pt x="14169" y="39046"/>
                      <a:pt x="15385" y="39046"/>
                    </a:cubicBezTo>
                    <a:cubicBezTo>
                      <a:pt x="15715" y="39046"/>
                      <a:pt x="16045" y="38993"/>
                      <a:pt x="16366" y="38875"/>
                    </a:cubicBezTo>
                    <a:cubicBezTo>
                      <a:pt x="18485" y="38132"/>
                      <a:pt x="18829" y="35999"/>
                      <a:pt x="18704" y="33762"/>
                    </a:cubicBezTo>
                    <a:lnTo>
                      <a:pt x="18704" y="33762"/>
                    </a:lnTo>
                    <a:cubicBezTo>
                      <a:pt x="18878" y="34271"/>
                      <a:pt x="19076" y="34773"/>
                      <a:pt x="19299" y="35266"/>
                    </a:cubicBezTo>
                    <a:cubicBezTo>
                      <a:pt x="19915" y="36622"/>
                      <a:pt x="20944" y="38877"/>
                      <a:pt x="22720" y="38877"/>
                    </a:cubicBezTo>
                    <a:cubicBezTo>
                      <a:pt x="22749" y="38877"/>
                      <a:pt x="22778" y="38876"/>
                      <a:pt x="22807" y="38875"/>
                    </a:cubicBezTo>
                    <a:cubicBezTo>
                      <a:pt x="24436" y="38800"/>
                      <a:pt x="25138" y="36795"/>
                      <a:pt x="25564" y="35516"/>
                    </a:cubicBezTo>
                    <a:cubicBezTo>
                      <a:pt x="25841" y="34714"/>
                      <a:pt x="26064" y="33893"/>
                      <a:pt x="26222" y="33062"/>
                    </a:cubicBezTo>
                    <a:lnTo>
                      <a:pt x="26222" y="33062"/>
                    </a:lnTo>
                    <a:cubicBezTo>
                      <a:pt x="26485" y="35906"/>
                      <a:pt x="27311" y="38810"/>
                      <a:pt x="30276" y="38875"/>
                    </a:cubicBezTo>
                    <a:cubicBezTo>
                      <a:pt x="30290" y="38875"/>
                      <a:pt x="30303" y="38875"/>
                      <a:pt x="30317" y="38875"/>
                    </a:cubicBezTo>
                    <a:cubicBezTo>
                      <a:pt x="32073" y="38875"/>
                      <a:pt x="33213" y="37260"/>
                      <a:pt x="33860" y="35817"/>
                    </a:cubicBezTo>
                    <a:cubicBezTo>
                      <a:pt x="34160" y="35180"/>
                      <a:pt x="34396" y="34524"/>
                      <a:pt x="34571" y="33855"/>
                    </a:cubicBezTo>
                    <a:lnTo>
                      <a:pt x="34571" y="33855"/>
                    </a:lnTo>
                    <a:cubicBezTo>
                      <a:pt x="34853" y="36418"/>
                      <a:pt x="35612" y="38981"/>
                      <a:pt x="37499" y="38981"/>
                    </a:cubicBezTo>
                    <a:cubicBezTo>
                      <a:pt x="37850" y="38981"/>
                      <a:pt x="38239" y="38893"/>
                      <a:pt x="38672" y="38699"/>
                    </a:cubicBezTo>
                    <a:cubicBezTo>
                      <a:pt x="40427" y="37947"/>
                      <a:pt x="41655" y="35917"/>
                      <a:pt x="42457" y="34288"/>
                    </a:cubicBezTo>
                    <a:cubicBezTo>
                      <a:pt x="42881" y="33440"/>
                      <a:pt x="43220" y="32561"/>
                      <a:pt x="43475" y="31659"/>
                    </a:cubicBezTo>
                    <a:lnTo>
                      <a:pt x="43475" y="31659"/>
                    </a:lnTo>
                    <a:cubicBezTo>
                      <a:pt x="43508" y="33326"/>
                      <a:pt x="43682" y="34989"/>
                      <a:pt x="44010" y="36644"/>
                    </a:cubicBezTo>
                    <a:cubicBezTo>
                      <a:pt x="44361" y="38348"/>
                      <a:pt x="45063" y="40805"/>
                      <a:pt x="47168" y="41030"/>
                    </a:cubicBezTo>
                    <a:cubicBezTo>
                      <a:pt x="47251" y="41038"/>
                      <a:pt x="47330" y="41042"/>
                      <a:pt x="47408" y="41042"/>
                    </a:cubicBezTo>
                    <a:cubicBezTo>
                      <a:pt x="49298" y="41042"/>
                      <a:pt x="49892" y="38764"/>
                      <a:pt x="50301" y="37296"/>
                    </a:cubicBezTo>
                    <a:cubicBezTo>
                      <a:pt x="50637" y="36142"/>
                      <a:pt x="50950" y="34985"/>
                      <a:pt x="51205" y="33817"/>
                    </a:cubicBezTo>
                    <a:lnTo>
                      <a:pt x="51205" y="33817"/>
                    </a:lnTo>
                    <a:cubicBezTo>
                      <a:pt x="51187" y="34282"/>
                      <a:pt x="51170" y="34748"/>
                      <a:pt x="51153" y="35216"/>
                    </a:cubicBezTo>
                    <a:cubicBezTo>
                      <a:pt x="51103" y="36845"/>
                      <a:pt x="50727" y="38850"/>
                      <a:pt x="51379" y="40404"/>
                    </a:cubicBezTo>
                    <a:cubicBezTo>
                      <a:pt x="51776" y="41407"/>
                      <a:pt x="52627" y="42062"/>
                      <a:pt x="53656" y="42062"/>
                    </a:cubicBezTo>
                    <a:cubicBezTo>
                      <a:pt x="53860" y="42062"/>
                      <a:pt x="54070" y="42036"/>
                      <a:pt x="54286" y="41983"/>
                    </a:cubicBezTo>
                    <a:cubicBezTo>
                      <a:pt x="55487" y="41651"/>
                      <a:pt x="56448" y="40688"/>
                      <a:pt x="57198" y="39698"/>
                    </a:cubicBezTo>
                    <a:lnTo>
                      <a:pt x="57198" y="39698"/>
                    </a:lnTo>
                    <a:cubicBezTo>
                      <a:pt x="56944" y="42539"/>
                      <a:pt x="56837" y="45537"/>
                      <a:pt x="57344" y="48323"/>
                    </a:cubicBezTo>
                    <a:cubicBezTo>
                      <a:pt x="57634" y="49919"/>
                      <a:pt x="58592" y="51446"/>
                      <a:pt x="60147" y="51446"/>
                    </a:cubicBezTo>
                    <a:cubicBezTo>
                      <a:pt x="60473" y="51446"/>
                      <a:pt x="60826" y="51378"/>
                      <a:pt x="61204" y="51231"/>
                    </a:cubicBezTo>
                    <a:cubicBezTo>
                      <a:pt x="62356" y="50780"/>
                      <a:pt x="63108" y="49752"/>
                      <a:pt x="63735" y="48775"/>
                    </a:cubicBezTo>
                    <a:cubicBezTo>
                      <a:pt x="64537" y="47471"/>
                      <a:pt x="65289" y="46143"/>
                      <a:pt x="65965" y="44790"/>
                    </a:cubicBezTo>
                    <a:cubicBezTo>
                      <a:pt x="67319" y="42033"/>
                      <a:pt x="68422" y="39150"/>
                      <a:pt x="69224" y="36193"/>
                    </a:cubicBezTo>
                    <a:cubicBezTo>
                      <a:pt x="70803" y="30378"/>
                      <a:pt x="71479" y="23937"/>
                      <a:pt x="69700" y="18073"/>
                    </a:cubicBezTo>
                    <a:cubicBezTo>
                      <a:pt x="68121" y="13010"/>
                      <a:pt x="64562" y="8850"/>
                      <a:pt x="60026" y="6193"/>
                    </a:cubicBezTo>
                    <a:cubicBezTo>
                      <a:pt x="56137" y="3910"/>
                      <a:pt x="51682" y="2867"/>
                      <a:pt x="47200" y="2867"/>
                    </a:cubicBezTo>
                    <a:cubicBezTo>
                      <a:pt x="45876" y="2867"/>
                      <a:pt x="44549" y="2958"/>
                      <a:pt x="43234" y="3135"/>
                    </a:cubicBezTo>
                    <a:cubicBezTo>
                      <a:pt x="41630" y="3361"/>
                      <a:pt x="40026" y="3687"/>
                      <a:pt x="38447" y="4163"/>
                    </a:cubicBezTo>
                    <a:cubicBezTo>
                      <a:pt x="37962" y="4296"/>
                      <a:pt x="37500" y="4542"/>
                      <a:pt x="37060" y="4542"/>
                    </a:cubicBezTo>
                    <a:cubicBezTo>
                      <a:pt x="36840" y="4542"/>
                      <a:pt x="36625" y="4480"/>
                      <a:pt x="36416" y="4313"/>
                    </a:cubicBezTo>
                    <a:cubicBezTo>
                      <a:pt x="35915" y="3887"/>
                      <a:pt x="35464" y="3411"/>
                      <a:pt x="34938" y="2985"/>
                    </a:cubicBezTo>
                    <a:cubicBezTo>
                      <a:pt x="32858" y="1406"/>
                      <a:pt x="30326" y="479"/>
                      <a:pt x="27720" y="153"/>
                    </a:cubicBezTo>
                    <a:cubicBezTo>
                      <a:pt x="26938" y="50"/>
                      <a:pt x="26153" y="1"/>
                      <a:pt x="253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21"/>
              <p:cNvSpPr/>
              <p:nvPr/>
            </p:nvSpPr>
            <p:spPr>
              <a:xfrm>
                <a:off x="2068425" y="3494400"/>
                <a:ext cx="1418600" cy="771950"/>
              </a:xfrm>
              <a:custGeom>
                <a:rect b="b" l="l" r="r" t="t"/>
                <a:pathLst>
                  <a:path extrusionOk="0" h="30878" w="56744">
                    <a:moveTo>
                      <a:pt x="40277" y="0"/>
                    </a:moveTo>
                    <a:cubicBezTo>
                      <a:pt x="38999" y="3309"/>
                      <a:pt x="37520" y="6517"/>
                      <a:pt x="35891" y="9650"/>
                    </a:cubicBezTo>
                    <a:lnTo>
                      <a:pt x="9951" y="9650"/>
                    </a:lnTo>
                    <a:cubicBezTo>
                      <a:pt x="4462" y="9650"/>
                      <a:pt x="1" y="14386"/>
                      <a:pt x="1" y="20251"/>
                    </a:cubicBezTo>
                    <a:cubicBezTo>
                      <a:pt x="1" y="26116"/>
                      <a:pt x="4462" y="30878"/>
                      <a:pt x="9951" y="30878"/>
                    </a:cubicBezTo>
                    <a:lnTo>
                      <a:pt x="46793" y="30878"/>
                    </a:lnTo>
                    <a:cubicBezTo>
                      <a:pt x="52282" y="30878"/>
                      <a:pt x="56743" y="26116"/>
                      <a:pt x="56743" y="20251"/>
                    </a:cubicBezTo>
                    <a:cubicBezTo>
                      <a:pt x="56743" y="14386"/>
                      <a:pt x="52282" y="9650"/>
                      <a:pt x="46793" y="9650"/>
                    </a:cubicBezTo>
                    <a:lnTo>
                      <a:pt x="43710" y="9650"/>
                    </a:lnTo>
                    <a:lnTo>
                      <a:pt x="40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21"/>
              <p:cNvSpPr/>
              <p:nvPr/>
            </p:nvSpPr>
            <p:spPr>
              <a:xfrm>
                <a:off x="2033975" y="3489375"/>
                <a:ext cx="1500650" cy="782150"/>
              </a:xfrm>
              <a:custGeom>
                <a:rect b="b" l="l" r="r" t="t"/>
                <a:pathLst>
                  <a:path extrusionOk="0" h="31286" w="60026">
                    <a:moveTo>
                      <a:pt x="41642" y="789"/>
                    </a:moveTo>
                    <a:cubicBezTo>
                      <a:pt x="42710" y="3840"/>
                      <a:pt x="43799" y="6870"/>
                      <a:pt x="44888" y="9901"/>
                    </a:cubicBezTo>
                    <a:cubicBezTo>
                      <a:pt x="44913" y="10001"/>
                      <a:pt x="44988" y="10051"/>
                      <a:pt x="45088" y="10051"/>
                    </a:cubicBezTo>
                    <a:lnTo>
                      <a:pt x="48171" y="10051"/>
                    </a:lnTo>
                    <a:cubicBezTo>
                      <a:pt x="55289" y="10151"/>
                      <a:pt x="59600" y="17846"/>
                      <a:pt x="57244" y="24262"/>
                    </a:cubicBezTo>
                    <a:cubicBezTo>
                      <a:pt x="56116" y="27344"/>
                      <a:pt x="53535" y="29826"/>
                      <a:pt x="50327" y="30603"/>
                    </a:cubicBezTo>
                    <a:cubicBezTo>
                      <a:pt x="49299" y="30853"/>
                      <a:pt x="48271" y="30853"/>
                      <a:pt x="47244" y="30853"/>
                    </a:cubicBezTo>
                    <a:lnTo>
                      <a:pt x="14412" y="30853"/>
                    </a:lnTo>
                    <a:cubicBezTo>
                      <a:pt x="13964" y="30853"/>
                      <a:pt x="13521" y="30857"/>
                      <a:pt x="13081" y="30857"/>
                    </a:cubicBezTo>
                    <a:cubicBezTo>
                      <a:pt x="10736" y="30857"/>
                      <a:pt x="8498" y="30750"/>
                      <a:pt x="6366" y="29399"/>
                    </a:cubicBezTo>
                    <a:cubicBezTo>
                      <a:pt x="527" y="25715"/>
                      <a:pt x="26" y="16818"/>
                      <a:pt x="5214" y="12357"/>
                    </a:cubicBezTo>
                    <a:cubicBezTo>
                      <a:pt x="7018" y="10828"/>
                      <a:pt x="9224" y="10076"/>
                      <a:pt x="11554" y="10051"/>
                    </a:cubicBezTo>
                    <a:lnTo>
                      <a:pt x="37269" y="10051"/>
                    </a:lnTo>
                    <a:cubicBezTo>
                      <a:pt x="37344" y="10051"/>
                      <a:pt x="37419" y="10026"/>
                      <a:pt x="37469" y="9951"/>
                    </a:cubicBezTo>
                    <a:cubicBezTo>
                      <a:pt x="39010" y="6964"/>
                      <a:pt x="40394" y="3910"/>
                      <a:pt x="41642" y="789"/>
                    </a:cubicBezTo>
                    <a:close/>
                    <a:moveTo>
                      <a:pt x="41655" y="1"/>
                    </a:moveTo>
                    <a:cubicBezTo>
                      <a:pt x="41573" y="1"/>
                      <a:pt x="41492" y="51"/>
                      <a:pt x="41454" y="151"/>
                    </a:cubicBezTo>
                    <a:cubicBezTo>
                      <a:pt x="40552" y="2432"/>
                      <a:pt x="39575" y="4713"/>
                      <a:pt x="38497" y="6943"/>
                    </a:cubicBezTo>
                    <a:cubicBezTo>
                      <a:pt x="38246" y="7470"/>
                      <a:pt x="37971" y="7996"/>
                      <a:pt x="37720" y="8522"/>
                    </a:cubicBezTo>
                    <a:cubicBezTo>
                      <a:pt x="37645" y="8647"/>
                      <a:pt x="37344" y="9575"/>
                      <a:pt x="37269" y="9625"/>
                    </a:cubicBezTo>
                    <a:cubicBezTo>
                      <a:pt x="37256" y="9638"/>
                      <a:pt x="37236" y="9643"/>
                      <a:pt x="37213" y="9643"/>
                    </a:cubicBezTo>
                    <a:cubicBezTo>
                      <a:pt x="37160" y="9643"/>
                      <a:pt x="37092" y="9620"/>
                      <a:pt x="37047" y="9620"/>
                    </a:cubicBezTo>
                    <a:cubicBezTo>
                      <a:pt x="37036" y="9620"/>
                      <a:pt x="37026" y="9621"/>
                      <a:pt x="37018" y="9625"/>
                    </a:cubicBezTo>
                    <a:cubicBezTo>
                      <a:pt x="36893" y="9667"/>
                      <a:pt x="36737" y="9681"/>
                      <a:pt x="36570" y="9681"/>
                    </a:cubicBezTo>
                    <a:cubicBezTo>
                      <a:pt x="36236" y="9681"/>
                      <a:pt x="35857" y="9625"/>
                      <a:pt x="35590" y="9625"/>
                    </a:cubicBezTo>
                    <a:lnTo>
                      <a:pt x="19324" y="9625"/>
                    </a:lnTo>
                    <a:cubicBezTo>
                      <a:pt x="17519" y="9625"/>
                      <a:pt x="15676" y="9538"/>
                      <a:pt x="13842" y="9538"/>
                    </a:cubicBezTo>
                    <a:cubicBezTo>
                      <a:pt x="12722" y="9538"/>
                      <a:pt x="11605" y="9570"/>
                      <a:pt x="10502" y="9675"/>
                    </a:cubicBezTo>
                    <a:cubicBezTo>
                      <a:pt x="3986" y="10252"/>
                      <a:pt x="1" y="17044"/>
                      <a:pt x="1479" y="23134"/>
                    </a:cubicBezTo>
                    <a:cubicBezTo>
                      <a:pt x="2657" y="28021"/>
                      <a:pt x="6843" y="31279"/>
                      <a:pt x="11830" y="31279"/>
                    </a:cubicBezTo>
                    <a:lnTo>
                      <a:pt x="46592" y="31279"/>
                    </a:lnTo>
                    <a:cubicBezTo>
                      <a:pt x="46993" y="31279"/>
                      <a:pt x="47401" y="31285"/>
                      <a:pt x="47805" y="31285"/>
                    </a:cubicBezTo>
                    <a:cubicBezTo>
                      <a:pt x="48209" y="31285"/>
                      <a:pt x="48610" y="31279"/>
                      <a:pt x="48998" y="31254"/>
                    </a:cubicBezTo>
                    <a:cubicBezTo>
                      <a:pt x="52031" y="30978"/>
                      <a:pt x="54738" y="29274"/>
                      <a:pt x="56417" y="26793"/>
                    </a:cubicBezTo>
                    <a:cubicBezTo>
                      <a:pt x="60026" y="21505"/>
                      <a:pt x="58347" y="13585"/>
                      <a:pt x="52507" y="10678"/>
                    </a:cubicBezTo>
                    <a:cubicBezTo>
                      <a:pt x="51156" y="9977"/>
                      <a:pt x="49681" y="9651"/>
                      <a:pt x="48180" y="9625"/>
                    </a:cubicBezTo>
                    <a:lnTo>
                      <a:pt x="48180" y="9625"/>
                    </a:lnTo>
                    <a:cubicBezTo>
                      <a:pt x="48177" y="9625"/>
                      <a:pt x="48174" y="9625"/>
                      <a:pt x="48171" y="9625"/>
                    </a:cubicBezTo>
                    <a:lnTo>
                      <a:pt x="46517" y="9625"/>
                    </a:lnTo>
                    <a:cubicBezTo>
                      <a:pt x="46283" y="9625"/>
                      <a:pt x="46038" y="9614"/>
                      <a:pt x="45804" y="9614"/>
                    </a:cubicBezTo>
                    <a:cubicBezTo>
                      <a:pt x="45687" y="9614"/>
                      <a:pt x="45573" y="9617"/>
                      <a:pt x="45464" y="9625"/>
                    </a:cubicBezTo>
                    <a:cubicBezTo>
                      <a:pt x="45386" y="9635"/>
                      <a:pt x="45328" y="9638"/>
                      <a:pt x="45285" y="9638"/>
                    </a:cubicBezTo>
                    <a:cubicBezTo>
                      <a:pt x="45254" y="9638"/>
                      <a:pt x="45232" y="9637"/>
                      <a:pt x="45216" y="9635"/>
                    </a:cubicBezTo>
                    <a:lnTo>
                      <a:pt x="45216" y="9635"/>
                    </a:lnTo>
                    <a:cubicBezTo>
                      <a:pt x="44815" y="8834"/>
                      <a:pt x="44619" y="7872"/>
                      <a:pt x="44312" y="7043"/>
                    </a:cubicBezTo>
                    <a:lnTo>
                      <a:pt x="41855" y="151"/>
                    </a:lnTo>
                    <a:cubicBezTo>
                      <a:pt x="41818" y="51"/>
                      <a:pt x="41736" y="1"/>
                      <a:pt x="416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21"/>
              <p:cNvSpPr/>
              <p:nvPr/>
            </p:nvSpPr>
            <p:spPr>
              <a:xfrm>
                <a:off x="3698150" y="2930475"/>
                <a:ext cx="644750" cy="564575"/>
              </a:xfrm>
              <a:custGeom>
                <a:rect b="b" l="l" r="r" t="t"/>
                <a:pathLst>
                  <a:path extrusionOk="0" h="22583" w="25790">
                    <a:moveTo>
                      <a:pt x="8346" y="1"/>
                    </a:moveTo>
                    <a:cubicBezTo>
                      <a:pt x="3735" y="1"/>
                      <a:pt x="0" y="3735"/>
                      <a:pt x="0" y="8347"/>
                    </a:cubicBezTo>
                    <a:cubicBezTo>
                      <a:pt x="0" y="12958"/>
                      <a:pt x="3735" y="16718"/>
                      <a:pt x="8346" y="16718"/>
                    </a:cubicBezTo>
                    <a:lnTo>
                      <a:pt x="9900" y="16718"/>
                    </a:lnTo>
                    <a:cubicBezTo>
                      <a:pt x="10602" y="18497"/>
                      <a:pt x="11429" y="20252"/>
                      <a:pt x="12356" y="22582"/>
                    </a:cubicBezTo>
                    <a:lnTo>
                      <a:pt x="15690" y="16718"/>
                    </a:lnTo>
                    <a:lnTo>
                      <a:pt x="17444" y="16718"/>
                    </a:lnTo>
                    <a:cubicBezTo>
                      <a:pt x="22056" y="16718"/>
                      <a:pt x="25790" y="12958"/>
                      <a:pt x="25790" y="8347"/>
                    </a:cubicBezTo>
                    <a:cubicBezTo>
                      <a:pt x="25790" y="3735"/>
                      <a:pt x="22056" y="1"/>
                      <a:pt x="1744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21"/>
              <p:cNvSpPr/>
              <p:nvPr/>
            </p:nvSpPr>
            <p:spPr>
              <a:xfrm>
                <a:off x="3688125" y="2924975"/>
                <a:ext cx="703025" cy="575125"/>
              </a:xfrm>
              <a:custGeom>
                <a:rect b="b" l="l" r="r" t="t"/>
                <a:pathLst>
                  <a:path extrusionOk="0" h="23005" w="28121">
                    <a:moveTo>
                      <a:pt x="9899" y="424"/>
                    </a:moveTo>
                    <a:cubicBezTo>
                      <a:pt x="10866" y="424"/>
                      <a:pt x="11830" y="446"/>
                      <a:pt x="12782" y="446"/>
                    </a:cubicBezTo>
                    <a:lnTo>
                      <a:pt x="17845" y="446"/>
                    </a:lnTo>
                    <a:cubicBezTo>
                      <a:pt x="23033" y="522"/>
                      <a:pt x="26993" y="5409"/>
                      <a:pt x="25765" y="10522"/>
                    </a:cubicBezTo>
                    <a:cubicBezTo>
                      <a:pt x="25188" y="12878"/>
                      <a:pt x="23509" y="14908"/>
                      <a:pt x="21304" y="15935"/>
                    </a:cubicBezTo>
                    <a:cubicBezTo>
                      <a:pt x="19723" y="16690"/>
                      <a:pt x="18098" y="16712"/>
                      <a:pt x="16408" y="16712"/>
                    </a:cubicBezTo>
                    <a:cubicBezTo>
                      <a:pt x="16303" y="16712"/>
                      <a:pt x="16197" y="16712"/>
                      <a:pt x="16091" y="16712"/>
                    </a:cubicBezTo>
                    <a:cubicBezTo>
                      <a:pt x="16015" y="16712"/>
                      <a:pt x="15940" y="16762"/>
                      <a:pt x="15890" y="16812"/>
                    </a:cubicBezTo>
                    <a:cubicBezTo>
                      <a:pt x="14857" y="18645"/>
                      <a:pt x="13823" y="20477"/>
                      <a:pt x="12790" y="22309"/>
                    </a:cubicBezTo>
                    <a:lnTo>
                      <a:pt x="12790" y="22309"/>
                    </a:lnTo>
                    <a:cubicBezTo>
                      <a:pt x="12053" y="20497"/>
                      <a:pt x="11223" y="18701"/>
                      <a:pt x="10502" y="16863"/>
                    </a:cubicBezTo>
                    <a:cubicBezTo>
                      <a:pt x="10451" y="16787"/>
                      <a:pt x="10401" y="16712"/>
                      <a:pt x="10301" y="16712"/>
                    </a:cubicBezTo>
                    <a:cubicBezTo>
                      <a:pt x="7644" y="16712"/>
                      <a:pt x="5213" y="16411"/>
                      <a:pt x="3183" y="14507"/>
                    </a:cubicBezTo>
                    <a:cubicBezTo>
                      <a:pt x="852" y="12326"/>
                      <a:pt x="0" y="8867"/>
                      <a:pt x="1078" y="5835"/>
                    </a:cubicBezTo>
                    <a:cubicBezTo>
                      <a:pt x="2206" y="2727"/>
                      <a:pt x="5163" y="572"/>
                      <a:pt x="8446" y="446"/>
                    </a:cubicBezTo>
                    <a:cubicBezTo>
                      <a:pt x="8931" y="430"/>
                      <a:pt x="9416" y="424"/>
                      <a:pt x="9899" y="424"/>
                    </a:cubicBezTo>
                    <a:close/>
                    <a:moveTo>
                      <a:pt x="9803" y="1"/>
                    </a:moveTo>
                    <a:cubicBezTo>
                      <a:pt x="8292" y="1"/>
                      <a:pt x="6799" y="95"/>
                      <a:pt x="5389" y="697"/>
                    </a:cubicBezTo>
                    <a:cubicBezTo>
                      <a:pt x="2256" y="2025"/>
                      <a:pt x="176" y="5183"/>
                      <a:pt x="176" y="8567"/>
                    </a:cubicBezTo>
                    <a:cubicBezTo>
                      <a:pt x="176" y="11850"/>
                      <a:pt x="2131" y="14908"/>
                      <a:pt x="5088" y="16311"/>
                    </a:cubicBezTo>
                    <a:cubicBezTo>
                      <a:pt x="6567" y="17013"/>
                      <a:pt x="8096" y="17138"/>
                      <a:pt x="9725" y="17138"/>
                    </a:cubicBezTo>
                    <a:cubicBezTo>
                      <a:pt x="9882" y="17138"/>
                      <a:pt x="9987" y="17130"/>
                      <a:pt x="10059" y="17130"/>
                    </a:cubicBezTo>
                    <a:cubicBezTo>
                      <a:pt x="10239" y="17130"/>
                      <a:pt x="10219" y="17181"/>
                      <a:pt x="10326" y="17539"/>
                    </a:cubicBezTo>
                    <a:cubicBezTo>
                      <a:pt x="10426" y="17990"/>
                      <a:pt x="10702" y="18467"/>
                      <a:pt x="10878" y="18893"/>
                    </a:cubicBezTo>
                    <a:cubicBezTo>
                      <a:pt x="11454" y="20196"/>
                      <a:pt x="12005" y="21524"/>
                      <a:pt x="12557" y="22853"/>
                    </a:cubicBezTo>
                    <a:cubicBezTo>
                      <a:pt x="12601" y="22941"/>
                      <a:pt x="12698" y="23004"/>
                      <a:pt x="12791" y="23004"/>
                    </a:cubicBezTo>
                    <a:cubicBezTo>
                      <a:pt x="12855" y="23004"/>
                      <a:pt x="12917" y="22974"/>
                      <a:pt x="12958" y="22903"/>
                    </a:cubicBezTo>
                    <a:cubicBezTo>
                      <a:pt x="13785" y="21424"/>
                      <a:pt x="14612" y="19970"/>
                      <a:pt x="15439" y="18492"/>
                    </a:cubicBezTo>
                    <a:cubicBezTo>
                      <a:pt x="15639" y="18141"/>
                      <a:pt x="15840" y="17790"/>
                      <a:pt x="16015" y="17464"/>
                    </a:cubicBezTo>
                    <a:cubicBezTo>
                      <a:pt x="16136" y="17262"/>
                      <a:pt x="16306" y="17110"/>
                      <a:pt x="16224" y="17110"/>
                    </a:cubicBezTo>
                    <a:cubicBezTo>
                      <a:pt x="16222" y="17110"/>
                      <a:pt x="16220" y="17110"/>
                      <a:pt x="16218" y="17110"/>
                    </a:cubicBezTo>
                    <a:lnTo>
                      <a:pt x="16218" y="17110"/>
                    </a:lnTo>
                    <a:cubicBezTo>
                      <a:pt x="16313" y="17090"/>
                      <a:pt x="16420" y="17083"/>
                      <a:pt x="16532" y="17083"/>
                    </a:cubicBezTo>
                    <a:cubicBezTo>
                      <a:pt x="16842" y="17083"/>
                      <a:pt x="17193" y="17138"/>
                      <a:pt x="17444" y="17138"/>
                    </a:cubicBezTo>
                    <a:cubicBezTo>
                      <a:pt x="17970" y="17138"/>
                      <a:pt x="18497" y="17138"/>
                      <a:pt x="19023" y="17063"/>
                    </a:cubicBezTo>
                    <a:cubicBezTo>
                      <a:pt x="24787" y="16261"/>
                      <a:pt x="28121" y="9820"/>
                      <a:pt x="25464" y="4657"/>
                    </a:cubicBezTo>
                    <a:cubicBezTo>
                      <a:pt x="23987" y="1802"/>
                      <a:pt x="21033" y="74"/>
                      <a:pt x="17854" y="20"/>
                    </a:cubicBezTo>
                    <a:lnTo>
                      <a:pt x="17854" y="20"/>
                    </a:lnTo>
                    <a:cubicBezTo>
                      <a:pt x="17851" y="20"/>
                      <a:pt x="17848" y="20"/>
                      <a:pt x="17845" y="20"/>
                    </a:cubicBezTo>
                    <a:cubicBezTo>
                      <a:pt x="17837" y="20"/>
                      <a:pt x="17829" y="19"/>
                      <a:pt x="17822" y="19"/>
                    </a:cubicBezTo>
                    <a:cubicBezTo>
                      <a:pt x="17815" y="19"/>
                      <a:pt x="17807" y="20"/>
                      <a:pt x="17800" y="20"/>
                    </a:cubicBezTo>
                    <a:lnTo>
                      <a:pt x="11880" y="20"/>
                    </a:lnTo>
                    <a:cubicBezTo>
                      <a:pt x="11188" y="20"/>
                      <a:pt x="10494" y="1"/>
                      <a:pt x="98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21"/>
              <p:cNvSpPr/>
              <p:nvPr/>
            </p:nvSpPr>
            <p:spPr>
              <a:xfrm>
                <a:off x="1582850" y="580825"/>
                <a:ext cx="1276975" cy="1133500"/>
              </a:xfrm>
              <a:custGeom>
                <a:rect b="b" l="l" r="r" t="t"/>
                <a:pathLst>
                  <a:path extrusionOk="0" h="45340" w="51079">
                    <a:moveTo>
                      <a:pt x="39045" y="0"/>
                    </a:moveTo>
                    <a:cubicBezTo>
                      <a:pt x="36843" y="0"/>
                      <a:pt x="34665" y="720"/>
                      <a:pt x="32883" y="2207"/>
                    </a:cubicBezTo>
                    <a:lnTo>
                      <a:pt x="4612" y="25791"/>
                    </a:lnTo>
                    <a:cubicBezTo>
                      <a:pt x="376" y="29325"/>
                      <a:pt x="0" y="35841"/>
                      <a:pt x="3735" y="40327"/>
                    </a:cubicBezTo>
                    <a:cubicBezTo>
                      <a:pt x="5908" y="42936"/>
                      <a:pt x="8987" y="44296"/>
                      <a:pt x="12016" y="44296"/>
                    </a:cubicBezTo>
                    <a:cubicBezTo>
                      <a:pt x="14226" y="44296"/>
                      <a:pt x="16409" y="43572"/>
                      <a:pt x="18196" y="42082"/>
                    </a:cubicBezTo>
                    <a:lnTo>
                      <a:pt x="20552" y="40127"/>
                    </a:lnTo>
                    <a:lnTo>
                      <a:pt x="29374" y="45340"/>
                    </a:lnTo>
                    <a:cubicBezTo>
                      <a:pt x="28246" y="41982"/>
                      <a:pt x="27319" y="38548"/>
                      <a:pt x="26567" y="35114"/>
                    </a:cubicBezTo>
                    <a:lnTo>
                      <a:pt x="46467" y="18498"/>
                    </a:lnTo>
                    <a:cubicBezTo>
                      <a:pt x="50702" y="14989"/>
                      <a:pt x="51078" y="8473"/>
                      <a:pt x="47319" y="3961"/>
                    </a:cubicBezTo>
                    <a:cubicBezTo>
                      <a:pt x="45156" y="1363"/>
                      <a:pt x="42077" y="0"/>
                      <a:pt x="390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21"/>
              <p:cNvSpPr/>
              <p:nvPr/>
            </p:nvSpPr>
            <p:spPr>
              <a:xfrm>
                <a:off x="1600400" y="576925"/>
                <a:ext cx="1280100" cy="1142525"/>
              </a:xfrm>
              <a:custGeom>
                <a:rect b="b" l="l" r="r" t="t"/>
                <a:pathLst>
                  <a:path extrusionOk="0" h="45701" w="51204">
                    <a:moveTo>
                      <a:pt x="19775" y="40483"/>
                    </a:moveTo>
                    <a:cubicBezTo>
                      <a:pt x="19780" y="40486"/>
                      <a:pt x="19785" y="40488"/>
                      <a:pt x="19790" y="40491"/>
                    </a:cubicBezTo>
                    <a:lnTo>
                      <a:pt x="19790" y="40491"/>
                    </a:lnTo>
                    <a:cubicBezTo>
                      <a:pt x="19785" y="40489"/>
                      <a:pt x="19780" y="40486"/>
                      <a:pt x="19775" y="40483"/>
                    </a:cubicBezTo>
                    <a:close/>
                    <a:moveTo>
                      <a:pt x="19927" y="40505"/>
                    </a:moveTo>
                    <a:cubicBezTo>
                      <a:pt x="19932" y="40505"/>
                      <a:pt x="19924" y="40511"/>
                      <a:pt x="19904" y="40513"/>
                    </a:cubicBezTo>
                    <a:lnTo>
                      <a:pt x="19904" y="40513"/>
                    </a:lnTo>
                    <a:cubicBezTo>
                      <a:pt x="19916" y="40507"/>
                      <a:pt x="19924" y="40505"/>
                      <a:pt x="19927" y="40505"/>
                    </a:cubicBezTo>
                    <a:close/>
                    <a:moveTo>
                      <a:pt x="38333" y="373"/>
                    </a:moveTo>
                    <a:cubicBezTo>
                      <a:pt x="44871" y="373"/>
                      <a:pt x="50220" y="6880"/>
                      <a:pt x="48747" y="13365"/>
                    </a:cubicBezTo>
                    <a:cubicBezTo>
                      <a:pt x="47970" y="16799"/>
                      <a:pt x="45414" y="18679"/>
                      <a:pt x="42883" y="20784"/>
                    </a:cubicBezTo>
                    <a:lnTo>
                      <a:pt x="26115" y="34769"/>
                    </a:lnTo>
                    <a:cubicBezTo>
                      <a:pt x="25990" y="34894"/>
                      <a:pt x="25840" y="35020"/>
                      <a:pt x="25714" y="35120"/>
                    </a:cubicBezTo>
                    <a:cubicBezTo>
                      <a:pt x="25639" y="35170"/>
                      <a:pt x="25639" y="35270"/>
                      <a:pt x="25639" y="35320"/>
                    </a:cubicBezTo>
                    <a:cubicBezTo>
                      <a:pt x="26375" y="38596"/>
                      <a:pt x="27246" y="41826"/>
                      <a:pt x="28294" y="45012"/>
                    </a:cubicBezTo>
                    <a:lnTo>
                      <a:pt x="28294" y="45012"/>
                    </a:lnTo>
                    <a:lnTo>
                      <a:pt x="19975" y="40082"/>
                    </a:lnTo>
                    <a:cubicBezTo>
                      <a:pt x="19940" y="40065"/>
                      <a:pt x="19904" y="40056"/>
                      <a:pt x="19870" y="40056"/>
                    </a:cubicBezTo>
                    <a:cubicBezTo>
                      <a:pt x="19807" y="40056"/>
                      <a:pt x="19748" y="40084"/>
                      <a:pt x="19699" y="40133"/>
                    </a:cubicBezTo>
                    <a:cubicBezTo>
                      <a:pt x="18922" y="40784"/>
                      <a:pt x="18120" y="41436"/>
                      <a:pt x="17344" y="42087"/>
                    </a:cubicBezTo>
                    <a:cubicBezTo>
                      <a:pt x="15547" y="43545"/>
                      <a:pt x="13475" y="44198"/>
                      <a:pt x="11416" y="44198"/>
                    </a:cubicBezTo>
                    <a:cubicBezTo>
                      <a:pt x="6928" y="44198"/>
                      <a:pt x="2502" y="41095"/>
                      <a:pt x="1128" y="36473"/>
                    </a:cubicBezTo>
                    <a:cubicBezTo>
                      <a:pt x="150" y="33265"/>
                      <a:pt x="777" y="29656"/>
                      <a:pt x="3008" y="27125"/>
                    </a:cubicBezTo>
                    <a:cubicBezTo>
                      <a:pt x="3559" y="26473"/>
                      <a:pt x="4236" y="25947"/>
                      <a:pt x="4862" y="25421"/>
                    </a:cubicBezTo>
                    <a:cubicBezTo>
                      <a:pt x="10476" y="20734"/>
                      <a:pt x="16065" y="16072"/>
                      <a:pt x="21679" y="11385"/>
                    </a:cubicBezTo>
                    <a:cubicBezTo>
                      <a:pt x="24436" y="9080"/>
                      <a:pt x="27218" y="6774"/>
                      <a:pt x="29975" y="4468"/>
                    </a:cubicBezTo>
                    <a:cubicBezTo>
                      <a:pt x="32181" y="2639"/>
                      <a:pt x="34211" y="759"/>
                      <a:pt x="37243" y="433"/>
                    </a:cubicBezTo>
                    <a:cubicBezTo>
                      <a:pt x="37610" y="392"/>
                      <a:pt x="37973" y="373"/>
                      <a:pt x="38333" y="373"/>
                    </a:cubicBezTo>
                    <a:close/>
                    <a:moveTo>
                      <a:pt x="38491" y="0"/>
                    </a:moveTo>
                    <a:cubicBezTo>
                      <a:pt x="36070" y="0"/>
                      <a:pt x="33661" y="850"/>
                      <a:pt x="31654" y="2513"/>
                    </a:cubicBezTo>
                    <a:cubicBezTo>
                      <a:pt x="29298" y="4493"/>
                      <a:pt x="26943" y="6448"/>
                      <a:pt x="24612" y="8403"/>
                    </a:cubicBezTo>
                    <a:cubicBezTo>
                      <a:pt x="18095" y="13842"/>
                      <a:pt x="11579" y="19280"/>
                      <a:pt x="5063" y="24694"/>
                    </a:cubicBezTo>
                    <a:cubicBezTo>
                      <a:pt x="4561" y="25145"/>
                      <a:pt x="4035" y="25546"/>
                      <a:pt x="3534" y="25997"/>
                    </a:cubicBezTo>
                    <a:cubicBezTo>
                      <a:pt x="1153" y="28102"/>
                      <a:pt x="0" y="31285"/>
                      <a:pt x="301" y="34418"/>
                    </a:cubicBezTo>
                    <a:cubicBezTo>
                      <a:pt x="806" y="40067"/>
                      <a:pt x="5784" y="44675"/>
                      <a:pt x="11346" y="44675"/>
                    </a:cubicBezTo>
                    <a:cubicBezTo>
                      <a:pt x="12126" y="44675"/>
                      <a:pt x="12917" y="44584"/>
                      <a:pt x="13709" y="44393"/>
                    </a:cubicBezTo>
                    <a:cubicBezTo>
                      <a:pt x="15158" y="44043"/>
                      <a:pt x="16483" y="43345"/>
                      <a:pt x="17633" y="42397"/>
                    </a:cubicBezTo>
                    <a:lnTo>
                      <a:pt x="17633" y="42397"/>
                    </a:lnTo>
                    <a:cubicBezTo>
                      <a:pt x="17637" y="42394"/>
                      <a:pt x="17641" y="42391"/>
                      <a:pt x="17644" y="42388"/>
                    </a:cubicBezTo>
                    <a:lnTo>
                      <a:pt x="17644" y="42388"/>
                    </a:lnTo>
                    <a:cubicBezTo>
                      <a:pt x="17644" y="42388"/>
                      <a:pt x="17644" y="42388"/>
                      <a:pt x="17644" y="42388"/>
                    </a:cubicBezTo>
                    <a:cubicBezTo>
                      <a:pt x="17658" y="42379"/>
                      <a:pt x="17669" y="42369"/>
                      <a:pt x="17679" y="42359"/>
                    </a:cubicBezTo>
                    <a:lnTo>
                      <a:pt x="17679" y="42359"/>
                    </a:lnTo>
                    <a:cubicBezTo>
                      <a:pt x="18094" y="42019"/>
                      <a:pt x="18507" y="41702"/>
                      <a:pt x="18897" y="41361"/>
                    </a:cubicBezTo>
                    <a:cubicBezTo>
                      <a:pt x="19173" y="41135"/>
                      <a:pt x="19474" y="40909"/>
                      <a:pt x="19724" y="40659"/>
                    </a:cubicBezTo>
                    <a:cubicBezTo>
                      <a:pt x="19791" y="40592"/>
                      <a:pt x="19841" y="40553"/>
                      <a:pt x="19874" y="40531"/>
                    </a:cubicBezTo>
                    <a:lnTo>
                      <a:pt x="19874" y="40531"/>
                    </a:lnTo>
                    <a:cubicBezTo>
                      <a:pt x="20689" y="40929"/>
                      <a:pt x="21461" y="41479"/>
                      <a:pt x="22256" y="41937"/>
                    </a:cubicBezTo>
                    <a:lnTo>
                      <a:pt x="28572" y="45671"/>
                    </a:lnTo>
                    <a:cubicBezTo>
                      <a:pt x="28602" y="45692"/>
                      <a:pt x="28635" y="45701"/>
                      <a:pt x="28667" y="45701"/>
                    </a:cubicBezTo>
                    <a:cubicBezTo>
                      <a:pt x="28793" y="45701"/>
                      <a:pt x="28912" y="45561"/>
                      <a:pt x="28872" y="45421"/>
                    </a:cubicBezTo>
                    <a:cubicBezTo>
                      <a:pt x="28095" y="43115"/>
                      <a:pt x="27419" y="40759"/>
                      <a:pt x="26817" y="38378"/>
                    </a:cubicBezTo>
                    <a:cubicBezTo>
                      <a:pt x="26667" y="37852"/>
                      <a:pt x="26542" y="37325"/>
                      <a:pt x="26416" y="36799"/>
                    </a:cubicBezTo>
                    <a:cubicBezTo>
                      <a:pt x="26391" y="36624"/>
                      <a:pt x="25990" y="35496"/>
                      <a:pt x="26015" y="35421"/>
                    </a:cubicBezTo>
                    <a:cubicBezTo>
                      <a:pt x="26040" y="35371"/>
                      <a:pt x="26166" y="35320"/>
                      <a:pt x="26216" y="35270"/>
                    </a:cubicBezTo>
                    <a:cubicBezTo>
                      <a:pt x="26441" y="34919"/>
                      <a:pt x="26943" y="34644"/>
                      <a:pt x="27243" y="34393"/>
                    </a:cubicBezTo>
                    <a:lnTo>
                      <a:pt x="29023" y="32914"/>
                    </a:lnTo>
                    <a:cubicBezTo>
                      <a:pt x="32557" y="29957"/>
                      <a:pt x="36090" y="27000"/>
                      <a:pt x="39649" y="24042"/>
                    </a:cubicBezTo>
                    <a:cubicBezTo>
                      <a:pt x="41805" y="22238"/>
                      <a:pt x="44035" y="20508"/>
                      <a:pt x="46141" y="18629"/>
                    </a:cubicBezTo>
                    <a:cubicBezTo>
                      <a:pt x="51203" y="14092"/>
                      <a:pt x="50000" y="5947"/>
                      <a:pt x="44762" y="2087"/>
                    </a:cubicBezTo>
                    <a:cubicBezTo>
                      <a:pt x="42852" y="687"/>
                      <a:pt x="40667" y="0"/>
                      <a:pt x="3849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21"/>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21"/>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21"/>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21"/>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21"/>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21"/>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21"/>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21"/>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21"/>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21"/>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21"/>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21"/>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21"/>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21"/>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21"/>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21"/>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21"/>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21"/>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21"/>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21"/>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21"/>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21"/>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21"/>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21"/>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21"/>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21"/>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21"/>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21"/>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1"/>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21"/>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21"/>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1"/>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21"/>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21"/>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21"/>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21"/>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21"/>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21"/>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21"/>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21"/>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21"/>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21"/>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21"/>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21"/>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21"/>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21"/>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21"/>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21"/>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21"/>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21"/>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21"/>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21"/>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21"/>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21"/>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21"/>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21"/>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21"/>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21"/>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21"/>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21"/>
              <p:cNvSpPr/>
              <p:nvPr/>
            </p:nvSpPr>
            <p:spPr>
              <a:xfrm>
                <a:off x="964425" y="1765000"/>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21"/>
              <p:cNvSpPr/>
              <p:nvPr/>
            </p:nvSpPr>
            <p:spPr>
              <a:xfrm>
                <a:off x="1309025" y="1759875"/>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21"/>
              <p:cNvSpPr/>
              <p:nvPr/>
            </p:nvSpPr>
            <p:spPr>
              <a:xfrm>
                <a:off x="1375450" y="1767575"/>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21"/>
              <p:cNvSpPr/>
              <p:nvPr/>
            </p:nvSpPr>
            <p:spPr>
              <a:xfrm>
                <a:off x="1349125" y="1804525"/>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21"/>
              <p:cNvSpPr/>
              <p:nvPr/>
            </p:nvSpPr>
            <p:spPr>
              <a:xfrm>
                <a:off x="1361675" y="1896650"/>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21"/>
              <p:cNvSpPr/>
              <p:nvPr/>
            </p:nvSpPr>
            <p:spPr>
              <a:xfrm>
                <a:off x="1424950" y="2005000"/>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21"/>
              <p:cNvSpPr/>
              <p:nvPr/>
            </p:nvSpPr>
            <p:spPr>
              <a:xfrm>
                <a:off x="1503275" y="2114075"/>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21"/>
              <p:cNvSpPr/>
              <p:nvPr/>
            </p:nvSpPr>
            <p:spPr>
              <a:xfrm>
                <a:off x="1590375" y="2225600"/>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21"/>
              <p:cNvSpPr/>
              <p:nvPr/>
            </p:nvSpPr>
            <p:spPr>
              <a:xfrm>
                <a:off x="1683100" y="2346525"/>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21"/>
              <p:cNvSpPr/>
              <p:nvPr/>
            </p:nvSpPr>
            <p:spPr>
              <a:xfrm>
                <a:off x="1779600" y="2482475"/>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21"/>
              <p:cNvSpPr/>
              <p:nvPr/>
            </p:nvSpPr>
            <p:spPr>
              <a:xfrm>
                <a:off x="1880475" y="2635375"/>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21"/>
              <p:cNvSpPr/>
              <p:nvPr/>
            </p:nvSpPr>
            <p:spPr>
              <a:xfrm>
                <a:off x="1993875" y="2787625"/>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21"/>
              <p:cNvSpPr/>
              <p:nvPr/>
            </p:nvSpPr>
            <p:spPr>
              <a:xfrm>
                <a:off x="2151150" y="2919825"/>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21"/>
              <p:cNvSpPr/>
              <p:nvPr/>
            </p:nvSpPr>
            <p:spPr>
              <a:xfrm>
                <a:off x="2473200" y="3020075"/>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21"/>
              <p:cNvSpPr/>
              <p:nvPr/>
            </p:nvSpPr>
            <p:spPr>
              <a:xfrm>
                <a:off x="2602900" y="3082125"/>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21"/>
              <p:cNvSpPr/>
              <p:nvPr/>
            </p:nvSpPr>
            <p:spPr>
              <a:xfrm>
                <a:off x="2767700" y="3121575"/>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21"/>
              <p:cNvSpPr/>
              <p:nvPr/>
            </p:nvSpPr>
            <p:spPr>
              <a:xfrm>
                <a:off x="3161800" y="3199675"/>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21"/>
              <p:cNvSpPr/>
              <p:nvPr/>
            </p:nvSpPr>
            <p:spPr>
              <a:xfrm>
                <a:off x="3283975" y="3289500"/>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21"/>
              <p:cNvSpPr/>
              <p:nvPr/>
            </p:nvSpPr>
            <p:spPr>
              <a:xfrm>
                <a:off x="3469450" y="3380975"/>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21"/>
              <p:cNvSpPr/>
              <p:nvPr/>
            </p:nvSpPr>
            <p:spPr>
              <a:xfrm>
                <a:off x="3664925" y="3489375"/>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21"/>
              <p:cNvSpPr/>
              <p:nvPr/>
            </p:nvSpPr>
            <p:spPr>
              <a:xfrm>
                <a:off x="3773950" y="3609675"/>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21"/>
              <p:cNvSpPr/>
              <p:nvPr/>
            </p:nvSpPr>
            <p:spPr>
              <a:xfrm>
                <a:off x="1759550" y="2407075"/>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21"/>
              <p:cNvSpPr/>
              <p:nvPr/>
            </p:nvSpPr>
            <p:spPr>
              <a:xfrm>
                <a:off x="1680600" y="2394675"/>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21"/>
              <p:cNvSpPr/>
              <p:nvPr/>
            </p:nvSpPr>
            <p:spPr>
              <a:xfrm>
                <a:off x="2268950" y="2186525"/>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21"/>
              <p:cNvSpPr/>
              <p:nvPr/>
            </p:nvSpPr>
            <p:spPr>
              <a:xfrm>
                <a:off x="2242450" y="2123100"/>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21"/>
              <p:cNvSpPr/>
              <p:nvPr/>
            </p:nvSpPr>
            <p:spPr>
              <a:xfrm>
                <a:off x="2106650" y="2357050"/>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21"/>
              <p:cNvSpPr/>
              <p:nvPr/>
            </p:nvSpPr>
            <p:spPr>
              <a:xfrm>
                <a:off x="1952525" y="2454675"/>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21"/>
              <p:cNvSpPr/>
              <p:nvPr/>
            </p:nvSpPr>
            <p:spPr>
              <a:xfrm>
                <a:off x="1957525" y="2449375"/>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21"/>
              <p:cNvSpPr/>
              <p:nvPr/>
            </p:nvSpPr>
            <p:spPr>
              <a:xfrm>
                <a:off x="1957525" y="2449375"/>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21"/>
              <p:cNvSpPr/>
              <p:nvPr/>
            </p:nvSpPr>
            <p:spPr>
              <a:xfrm>
                <a:off x="1405525" y="2269925"/>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21"/>
              <p:cNvSpPr/>
              <p:nvPr/>
            </p:nvSpPr>
            <p:spPr>
              <a:xfrm>
                <a:off x="1560625" y="2638550"/>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21"/>
              <p:cNvSpPr/>
              <p:nvPr/>
            </p:nvSpPr>
            <p:spPr>
              <a:xfrm>
                <a:off x="2085050" y="1956000"/>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21"/>
              <p:cNvSpPr/>
              <p:nvPr/>
            </p:nvSpPr>
            <p:spPr>
              <a:xfrm>
                <a:off x="2114500" y="1965275"/>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21"/>
              <p:cNvSpPr/>
              <p:nvPr/>
            </p:nvSpPr>
            <p:spPr>
              <a:xfrm>
                <a:off x="2591375" y="2654925"/>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21"/>
              <p:cNvSpPr/>
              <p:nvPr/>
            </p:nvSpPr>
            <p:spPr>
              <a:xfrm>
                <a:off x="2083150" y="3126550"/>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21"/>
              <p:cNvSpPr/>
              <p:nvPr/>
            </p:nvSpPr>
            <p:spPr>
              <a:xfrm>
                <a:off x="2522475" y="3252775"/>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21"/>
              <p:cNvSpPr/>
              <p:nvPr/>
            </p:nvSpPr>
            <p:spPr>
              <a:xfrm>
                <a:off x="2344325" y="3157900"/>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21"/>
              <p:cNvSpPr/>
              <p:nvPr/>
            </p:nvSpPr>
            <p:spPr>
              <a:xfrm>
                <a:off x="2909925" y="3256225"/>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21"/>
              <p:cNvSpPr/>
              <p:nvPr/>
            </p:nvSpPr>
            <p:spPr>
              <a:xfrm>
                <a:off x="3389250" y="3314425"/>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21"/>
              <p:cNvSpPr/>
              <p:nvPr/>
            </p:nvSpPr>
            <p:spPr>
              <a:xfrm>
                <a:off x="3169325" y="3232375"/>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21"/>
              <p:cNvSpPr/>
              <p:nvPr/>
            </p:nvSpPr>
            <p:spPr>
              <a:xfrm>
                <a:off x="2775825" y="3150575"/>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21"/>
              <p:cNvSpPr/>
              <p:nvPr/>
            </p:nvSpPr>
            <p:spPr>
              <a:xfrm>
                <a:off x="2799650" y="3150725"/>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21"/>
              <p:cNvSpPr/>
              <p:nvPr/>
            </p:nvSpPr>
            <p:spPr>
              <a:xfrm>
                <a:off x="1862300" y="2959625"/>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21"/>
              <p:cNvSpPr/>
              <p:nvPr/>
            </p:nvSpPr>
            <p:spPr>
              <a:xfrm>
                <a:off x="1888475" y="2964175"/>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21"/>
              <p:cNvSpPr/>
              <p:nvPr/>
            </p:nvSpPr>
            <p:spPr>
              <a:xfrm>
                <a:off x="1734125" y="1836725"/>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21"/>
              <p:cNvSpPr/>
              <p:nvPr/>
            </p:nvSpPr>
            <p:spPr>
              <a:xfrm>
                <a:off x="2768325" y="2968700"/>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21"/>
              <p:cNvSpPr/>
              <p:nvPr/>
            </p:nvSpPr>
            <p:spPr>
              <a:xfrm>
                <a:off x="1309025" y="1759875"/>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21"/>
              <p:cNvSpPr/>
              <p:nvPr/>
            </p:nvSpPr>
            <p:spPr>
              <a:xfrm>
                <a:off x="4467475" y="3764475"/>
                <a:ext cx="68650" cy="48350"/>
              </a:xfrm>
              <a:custGeom>
                <a:rect b="b" l="l" r="r" t="t"/>
                <a:pathLst>
                  <a:path extrusionOk="0" h="1934" w="2746">
                    <a:moveTo>
                      <a:pt x="279" y="1"/>
                    </a:moveTo>
                    <a:cubicBezTo>
                      <a:pt x="136" y="1"/>
                      <a:pt x="1" y="144"/>
                      <a:pt x="105" y="300"/>
                    </a:cubicBezTo>
                    <a:cubicBezTo>
                      <a:pt x="631" y="1127"/>
                      <a:pt x="1433" y="1704"/>
                      <a:pt x="2385" y="1929"/>
                    </a:cubicBezTo>
                    <a:cubicBezTo>
                      <a:pt x="2400" y="1932"/>
                      <a:pt x="2414" y="1934"/>
                      <a:pt x="2428" y="1934"/>
                    </a:cubicBezTo>
                    <a:cubicBezTo>
                      <a:pt x="2649" y="1934"/>
                      <a:pt x="2745" y="1575"/>
                      <a:pt x="2486" y="1528"/>
                    </a:cubicBezTo>
                    <a:cubicBezTo>
                      <a:pt x="1633" y="1328"/>
                      <a:pt x="932" y="826"/>
                      <a:pt x="456" y="100"/>
                    </a:cubicBezTo>
                    <a:cubicBezTo>
                      <a:pt x="409" y="30"/>
                      <a:pt x="343" y="1"/>
                      <a:pt x="2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21"/>
              <p:cNvSpPr/>
              <p:nvPr/>
            </p:nvSpPr>
            <p:spPr>
              <a:xfrm>
                <a:off x="1461300" y="1741300"/>
                <a:ext cx="4708675" cy="3481600"/>
              </a:xfrm>
              <a:custGeom>
                <a:rect b="b" l="l" r="r" t="t"/>
                <a:pathLst>
                  <a:path extrusionOk="0" h="139264" w="188347">
                    <a:moveTo>
                      <a:pt x="175607" y="1"/>
                    </a:moveTo>
                    <a:cubicBezTo>
                      <a:pt x="175470" y="1"/>
                      <a:pt x="175328" y="151"/>
                      <a:pt x="175415" y="324"/>
                    </a:cubicBezTo>
                    <a:cubicBezTo>
                      <a:pt x="181580" y="11828"/>
                      <a:pt x="185590" y="24510"/>
                      <a:pt x="186969" y="37493"/>
                    </a:cubicBezTo>
                    <a:cubicBezTo>
                      <a:pt x="188347" y="50325"/>
                      <a:pt x="187144" y="63433"/>
                      <a:pt x="183059" y="75688"/>
                    </a:cubicBezTo>
                    <a:cubicBezTo>
                      <a:pt x="179650" y="85864"/>
                      <a:pt x="174212" y="95287"/>
                      <a:pt x="167319" y="103508"/>
                    </a:cubicBezTo>
                    <a:cubicBezTo>
                      <a:pt x="160653" y="111478"/>
                      <a:pt x="152633" y="118320"/>
                      <a:pt x="143785" y="123784"/>
                    </a:cubicBezTo>
                    <a:cubicBezTo>
                      <a:pt x="134938" y="129273"/>
                      <a:pt x="125214" y="133383"/>
                      <a:pt x="115114" y="135939"/>
                    </a:cubicBezTo>
                    <a:cubicBezTo>
                      <a:pt x="107540" y="137847"/>
                      <a:pt x="99725" y="138843"/>
                      <a:pt x="91914" y="138843"/>
                    </a:cubicBezTo>
                    <a:cubicBezTo>
                      <a:pt x="89360" y="138843"/>
                      <a:pt x="86806" y="138737"/>
                      <a:pt x="84261" y="138521"/>
                    </a:cubicBezTo>
                    <a:cubicBezTo>
                      <a:pt x="73509" y="137568"/>
                      <a:pt x="63008" y="134561"/>
                      <a:pt x="53409" y="129674"/>
                    </a:cubicBezTo>
                    <a:cubicBezTo>
                      <a:pt x="43559" y="124686"/>
                      <a:pt x="34737" y="117844"/>
                      <a:pt x="27243" y="109774"/>
                    </a:cubicBezTo>
                    <a:cubicBezTo>
                      <a:pt x="19750" y="101678"/>
                      <a:pt x="13584" y="92380"/>
                      <a:pt x="9073" y="82330"/>
                    </a:cubicBezTo>
                    <a:cubicBezTo>
                      <a:pt x="4536" y="72255"/>
                      <a:pt x="1629" y="61402"/>
                      <a:pt x="777" y="50375"/>
                    </a:cubicBezTo>
                    <a:cubicBezTo>
                      <a:pt x="577" y="47743"/>
                      <a:pt x="501" y="45087"/>
                      <a:pt x="526" y="42455"/>
                    </a:cubicBezTo>
                    <a:cubicBezTo>
                      <a:pt x="526" y="42317"/>
                      <a:pt x="420" y="42248"/>
                      <a:pt x="313" y="42248"/>
                    </a:cubicBezTo>
                    <a:cubicBezTo>
                      <a:pt x="207" y="42248"/>
                      <a:pt x="100" y="42317"/>
                      <a:pt x="100" y="42455"/>
                    </a:cubicBezTo>
                    <a:cubicBezTo>
                      <a:pt x="0" y="53558"/>
                      <a:pt x="1955" y="64636"/>
                      <a:pt x="5714" y="75087"/>
                    </a:cubicBezTo>
                    <a:cubicBezTo>
                      <a:pt x="9424" y="85488"/>
                      <a:pt x="14837" y="95237"/>
                      <a:pt x="21679" y="103884"/>
                    </a:cubicBezTo>
                    <a:cubicBezTo>
                      <a:pt x="28547" y="112631"/>
                      <a:pt x="36867" y="120225"/>
                      <a:pt x="46291" y="126140"/>
                    </a:cubicBezTo>
                    <a:cubicBezTo>
                      <a:pt x="55539" y="131929"/>
                      <a:pt x="65840" y="135989"/>
                      <a:pt x="76617" y="137919"/>
                    </a:cubicBezTo>
                    <a:cubicBezTo>
                      <a:pt x="81701" y="138824"/>
                      <a:pt x="86853" y="139263"/>
                      <a:pt x="92005" y="139263"/>
                    </a:cubicBezTo>
                    <a:cubicBezTo>
                      <a:pt x="97266" y="139263"/>
                      <a:pt x="102528" y="138806"/>
                      <a:pt x="107720" y="137919"/>
                    </a:cubicBezTo>
                    <a:cubicBezTo>
                      <a:pt x="118071" y="136165"/>
                      <a:pt x="128146" y="132731"/>
                      <a:pt x="137444" y="127869"/>
                    </a:cubicBezTo>
                    <a:cubicBezTo>
                      <a:pt x="146793" y="123007"/>
                      <a:pt x="155389" y="116691"/>
                      <a:pt x="162783" y="109172"/>
                    </a:cubicBezTo>
                    <a:cubicBezTo>
                      <a:pt x="170076" y="101678"/>
                      <a:pt x="176166" y="93007"/>
                      <a:pt x="180452" y="83458"/>
                    </a:cubicBezTo>
                    <a:cubicBezTo>
                      <a:pt x="185640" y="71929"/>
                      <a:pt x="188071" y="59272"/>
                      <a:pt x="187921" y="46640"/>
                    </a:cubicBezTo>
                    <a:cubicBezTo>
                      <a:pt x="187796" y="33633"/>
                      <a:pt x="184964" y="20701"/>
                      <a:pt x="179926" y="8746"/>
                    </a:cubicBezTo>
                    <a:cubicBezTo>
                      <a:pt x="178673" y="5813"/>
                      <a:pt x="177294" y="2931"/>
                      <a:pt x="175765" y="99"/>
                    </a:cubicBezTo>
                    <a:cubicBezTo>
                      <a:pt x="175727" y="30"/>
                      <a:pt x="175668" y="1"/>
                      <a:pt x="1756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21"/>
              <p:cNvSpPr/>
              <p:nvPr/>
            </p:nvSpPr>
            <p:spPr>
              <a:xfrm>
                <a:off x="2923950" y="518550"/>
                <a:ext cx="2278200" cy="460075"/>
              </a:xfrm>
              <a:custGeom>
                <a:rect b="b" l="l" r="r" t="t"/>
                <a:pathLst>
                  <a:path extrusionOk="0" h="18403" w="91128">
                    <a:moveTo>
                      <a:pt x="36721" y="1"/>
                    </a:moveTo>
                    <a:cubicBezTo>
                      <a:pt x="31213" y="1"/>
                      <a:pt x="25703" y="532"/>
                      <a:pt x="20292" y="1565"/>
                    </a:cubicBezTo>
                    <a:cubicBezTo>
                      <a:pt x="13399" y="2893"/>
                      <a:pt x="6657" y="5024"/>
                      <a:pt x="216" y="7806"/>
                    </a:cubicBezTo>
                    <a:cubicBezTo>
                      <a:pt x="1" y="7892"/>
                      <a:pt x="137" y="8182"/>
                      <a:pt x="339" y="8182"/>
                    </a:cubicBezTo>
                    <a:cubicBezTo>
                      <a:pt x="372" y="8182"/>
                      <a:pt x="407" y="8174"/>
                      <a:pt x="442" y="8157"/>
                    </a:cubicBezTo>
                    <a:cubicBezTo>
                      <a:pt x="11870" y="3219"/>
                      <a:pt x="24251" y="412"/>
                      <a:pt x="36733" y="412"/>
                    </a:cubicBezTo>
                    <a:cubicBezTo>
                      <a:pt x="42898" y="412"/>
                      <a:pt x="49089" y="1089"/>
                      <a:pt x="55104" y="2467"/>
                    </a:cubicBezTo>
                    <a:cubicBezTo>
                      <a:pt x="58186" y="3194"/>
                      <a:pt x="61269" y="4096"/>
                      <a:pt x="64302" y="4999"/>
                    </a:cubicBezTo>
                    <a:cubicBezTo>
                      <a:pt x="67159" y="5826"/>
                      <a:pt x="69941" y="6828"/>
                      <a:pt x="72673" y="7956"/>
                    </a:cubicBezTo>
                    <a:cubicBezTo>
                      <a:pt x="79114" y="10638"/>
                      <a:pt x="85154" y="14172"/>
                      <a:pt x="90743" y="18357"/>
                    </a:cubicBezTo>
                    <a:cubicBezTo>
                      <a:pt x="90780" y="18389"/>
                      <a:pt x="90817" y="18403"/>
                      <a:pt x="90852" y="18403"/>
                    </a:cubicBezTo>
                    <a:cubicBezTo>
                      <a:pt x="91011" y="18403"/>
                      <a:pt x="91128" y="18129"/>
                      <a:pt x="90944" y="18006"/>
                    </a:cubicBezTo>
                    <a:cubicBezTo>
                      <a:pt x="85906" y="14222"/>
                      <a:pt x="80442" y="10964"/>
                      <a:pt x="74678" y="8382"/>
                    </a:cubicBezTo>
                    <a:cubicBezTo>
                      <a:pt x="69089" y="5876"/>
                      <a:pt x="63174" y="4096"/>
                      <a:pt x="57259" y="2568"/>
                    </a:cubicBezTo>
                    <a:cubicBezTo>
                      <a:pt x="50549" y="838"/>
                      <a:pt x="43636" y="1"/>
                      <a:pt x="367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21"/>
              <p:cNvSpPr/>
              <p:nvPr/>
            </p:nvSpPr>
            <p:spPr>
              <a:xfrm>
                <a:off x="4467475" y="3764475"/>
                <a:ext cx="68650" cy="48350"/>
              </a:xfrm>
              <a:custGeom>
                <a:rect b="b" l="l" r="r" t="t"/>
                <a:pathLst>
                  <a:path extrusionOk="0" h="1934" w="2746">
                    <a:moveTo>
                      <a:pt x="279" y="1"/>
                    </a:moveTo>
                    <a:cubicBezTo>
                      <a:pt x="136" y="1"/>
                      <a:pt x="1" y="144"/>
                      <a:pt x="105" y="300"/>
                    </a:cubicBezTo>
                    <a:cubicBezTo>
                      <a:pt x="631" y="1127"/>
                      <a:pt x="1433" y="1704"/>
                      <a:pt x="2385" y="1929"/>
                    </a:cubicBezTo>
                    <a:cubicBezTo>
                      <a:pt x="2400" y="1932"/>
                      <a:pt x="2414" y="1934"/>
                      <a:pt x="2428" y="1934"/>
                    </a:cubicBezTo>
                    <a:cubicBezTo>
                      <a:pt x="2649" y="1934"/>
                      <a:pt x="2745" y="1575"/>
                      <a:pt x="2486" y="1528"/>
                    </a:cubicBezTo>
                    <a:cubicBezTo>
                      <a:pt x="1633" y="1328"/>
                      <a:pt x="932" y="826"/>
                      <a:pt x="456" y="100"/>
                    </a:cubicBezTo>
                    <a:cubicBezTo>
                      <a:pt x="409" y="30"/>
                      <a:pt x="343" y="1"/>
                      <a:pt x="2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21"/>
              <p:cNvSpPr/>
              <p:nvPr/>
            </p:nvSpPr>
            <p:spPr>
              <a:xfrm>
                <a:off x="1461300" y="1741300"/>
                <a:ext cx="4708675" cy="3481600"/>
              </a:xfrm>
              <a:custGeom>
                <a:rect b="b" l="l" r="r" t="t"/>
                <a:pathLst>
                  <a:path extrusionOk="0" h="139264" w="188347">
                    <a:moveTo>
                      <a:pt x="175607" y="1"/>
                    </a:moveTo>
                    <a:cubicBezTo>
                      <a:pt x="175470" y="1"/>
                      <a:pt x="175328" y="151"/>
                      <a:pt x="175415" y="324"/>
                    </a:cubicBezTo>
                    <a:cubicBezTo>
                      <a:pt x="181580" y="11828"/>
                      <a:pt x="185590" y="24510"/>
                      <a:pt x="186969" y="37493"/>
                    </a:cubicBezTo>
                    <a:cubicBezTo>
                      <a:pt x="188347" y="50325"/>
                      <a:pt x="187144" y="63433"/>
                      <a:pt x="183059" y="75688"/>
                    </a:cubicBezTo>
                    <a:cubicBezTo>
                      <a:pt x="179650" y="85864"/>
                      <a:pt x="174212" y="95287"/>
                      <a:pt x="167319" y="103508"/>
                    </a:cubicBezTo>
                    <a:cubicBezTo>
                      <a:pt x="160653" y="111478"/>
                      <a:pt x="152633" y="118320"/>
                      <a:pt x="143785" y="123784"/>
                    </a:cubicBezTo>
                    <a:cubicBezTo>
                      <a:pt x="134938" y="129273"/>
                      <a:pt x="125214" y="133383"/>
                      <a:pt x="115114" y="135939"/>
                    </a:cubicBezTo>
                    <a:cubicBezTo>
                      <a:pt x="107540" y="137847"/>
                      <a:pt x="99725" y="138843"/>
                      <a:pt x="91914" y="138843"/>
                    </a:cubicBezTo>
                    <a:cubicBezTo>
                      <a:pt x="89360" y="138843"/>
                      <a:pt x="86806" y="138737"/>
                      <a:pt x="84261" y="138521"/>
                    </a:cubicBezTo>
                    <a:cubicBezTo>
                      <a:pt x="73509" y="137568"/>
                      <a:pt x="63008" y="134561"/>
                      <a:pt x="53409" y="129674"/>
                    </a:cubicBezTo>
                    <a:cubicBezTo>
                      <a:pt x="43559" y="124686"/>
                      <a:pt x="34737" y="117844"/>
                      <a:pt x="27243" y="109774"/>
                    </a:cubicBezTo>
                    <a:cubicBezTo>
                      <a:pt x="19750" y="101678"/>
                      <a:pt x="13584" y="92380"/>
                      <a:pt x="9073" y="82330"/>
                    </a:cubicBezTo>
                    <a:cubicBezTo>
                      <a:pt x="4536" y="72255"/>
                      <a:pt x="1629" y="61402"/>
                      <a:pt x="777" y="50375"/>
                    </a:cubicBezTo>
                    <a:cubicBezTo>
                      <a:pt x="577" y="47743"/>
                      <a:pt x="501" y="45087"/>
                      <a:pt x="526" y="42455"/>
                    </a:cubicBezTo>
                    <a:cubicBezTo>
                      <a:pt x="526" y="42317"/>
                      <a:pt x="420" y="42248"/>
                      <a:pt x="313" y="42248"/>
                    </a:cubicBezTo>
                    <a:cubicBezTo>
                      <a:pt x="207" y="42248"/>
                      <a:pt x="100" y="42317"/>
                      <a:pt x="100" y="42455"/>
                    </a:cubicBezTo>
                    <a:cubicBezTo>
                      <a:pt x="0" y="53558"/>
                      <a:pt x="1955" y="64636"/>
                      <a:pt x="5714" y="75087"/>
                    </a:cubicBezTo>
                    <a:cubicBezTo>
                      <a:pt x="9424" y="85488"/>
                      <a:pt x="14837" y="95237"/>
                      <a:pt x="21679" y="103884"/>
                    </a:cubicBezTo>
                    <a:cubicBezTo>
                      <a:pt x="28547" y="112631"/>
                      <a:pt x="36867" y="120225"/>
                      <a:pt x="46291" y="126140"/>
                    </a:cubicBezTo>
                    <a:cubicBezTo>
                      <a:pt x="55539" y="131929"/>
                      <a:pt x="65840" y="135989"/>
                      <a:pt x="76617" y="137919"/>
                    </a:cubicBezTo>
                    <a:cubicBezTo>
                      <a:pt x="81701" y="138824"/>
                      <a:pt x="86853" y="139263"/>
                      <a:pt x="92005" y="139263"/>
                    </a:cubicBezTo>
                    <a:cubicBezTo>
                      <a:pt x="97266" y="139263"/>
                      <a:pt x="102528" y="138806"/>
                      <a:pt x="107720" y="137919"/>
                    </a:cubicBezTo>
                    <a:cubicBezTo>
                      <a:pt x="118071" y="136165"/>
                      <a:pt x="128146" y="132731"/>
                      <a:pt x="137444" y="127869"/>
                    </a:cubicBezTo>
                    <a:cubicBezTo>
                      <a:pt x="146793" y="123007"/>
                      <a:pt x="155389" y="116691"/>
                      <a:pt x="162783" y="109172"/>
                    </a:cubicBezTo>
                    <a:cubicBezTo>
                      <a:pt x="170076" y="101678"/>
                      <a:pt x="176166" y="93007"/>
                      <a:pt x="180452" y="83458"/>
                    </a:cubicBezTo>
                    <a:cubicBezTo>
                      <a:pt x="185640" y="71929"/>
                      <a:pt x="188071" y="59272"/>
                      <a:pt x="187921" y="46640"/>
                    </a:cubicBezTo>
                    <a:cubicBezTo>
                      <a:pt x="187796" y="33633"/>
                      <a:pt x="184964" y="20701"/>
                      <a:pt x="179926" y="8746"/>
                    </a:cubicBezTo>
                    <a:cubicBezTo>
                      <a:pt x="178673" y="5813"/>
                      <a:pt x="177294" y="2931"/>
                      <a:pt x="175765" y="99"/>
                    </a:cubicBezTo>
                    <a:cubicBezTo>
                      <a:pt x="175727" y="30"/>
                      <a:pt x="175668" y="1"/>
                      <a:pt x="1756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21"/>
              <p:cNvSpPr/>
              <p:nvPr/>
            </p:nvSpPr>
            <p:spPr>
              <a:xfrm>
                <a:off x="2923950" y="518550"/>
                <a:ext cx="2278200" cy="460075"/>
              </a:xfrm>
              <a:custGeom>
                <a:rect b="b" l="l" r="r" t="t"/>
                <a:pathLst>
                  <a:path extrusionOk="0" h="18403" w="91128">
                    <a:moveTo>
                      <a:pt x="36721" y="1"/>
                    </a:moveTo>
                    <a:cubicBezTo>
                      <a:pt x="31213" y="1"/>
                      <a:pt x="25703" y="532"/>
                      <a:pt x="20292" y="1565"/>
                    </a:cubicBezTo>
                    <a:cubicBezTo>
                      <a:pt x="13399" y="2893"/>
                      <a:pt x="6657" y="5024"/>
                      <a:pt x="216" y="7806"/>
                    </a:cubicBezTo>
                    <a:cubicBezTo>
                      <a:pt x="1" y="7892"/>
                      <a:pt x="137" y="8182"/>
                      <a:pt x="339" y="8182"/>
                    </a:cubicBezTo>
                    <a:cubicBezTo>
                      <a:pt x="372" y="8182"/>
                      <a:pt x="407" y="8174"/>
                      <a:pt x="442" y="8157"/>
                    </a:cubicBezTo>
                    <a:cubicBezTo>
                      <a:pt x="11870" y="3219"/>
                      <a:pt x="24251" y="412"/>
                      <a:pt x="36733" y="412"/>
                    </a:cubicBezTo>
                    <a:cubicBezTo>
                      <a:pt x="42898" y="412"/>
                      <a:pt x="49089" y="1089"/>
                      <a:pt x="55104" y="2467"/>
                    </a:cubicBezTo>
                    <a:cubicBezTo>
                      <a:pt x="58186" y="3194"/>
                      <a:pt x="61269" y="4096"/>
                      <a:pt x="64302" y="4999"/>
                    </a:cubicBezTo>
                    <a:cubicBezTo>
                      <a:pt x="67159" y="5826"/>
                      <a:pt x="69941" y="6828"/>
                      <a:pt x="72673" y="7956"/>
                    </a:cubicBezTo>
                    <a:cubicBezTo>
                      <a:pt x="79114" y="10638"/>
                      <a:pt x="85154" y="14172"/>
                      <a:pt x="90743" y="18357"/>
                    </a:cubicBezTo>
                    <a:cubicBezTo>
                      <a:pt x="90780" y="18389"/>
                      <a:pt x="90817" y="18403"/>
                      <a:pt x="90852" y="18403"/>
                    </a:cubicBezTo>
                    <a:cubicBezTo>
                      <a:pt x="91011" y="18403"/>
                      <a:pt x="91128" y="18129"/>
                      <a:pt x="90944" y="18006"/>
                    </a:cubicBezTo>
                    <a:cubicBezTo>
                      <a:pt x="85906" y="14222"/>
                      <a:pt x="80442" y="10964"/>
                      <a:pt x="74678" y="8382"/>
                    </a:cubicBezTo>
                    <a:cubicBezTo>
                      <a:pt x="69089" y="5876"/>
                      <a:pt x="63174" y="4096"/>
                      <a:pt x="57259" y="2568"/>
                    </a:cubicBezTo>
                    <a:cubicBezTo>
                      <a:pt x="50549" y="838"/>
                      <a:pt x="43636" y="1"/>
                      <a:pt x="367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01" name="Google Shape;1801;p21"/>
            <p:cNvSpPr/>
            <p:nvPr/>
          </p:nvSpPr>
          <p:spPr>
            <a:xfrm rot="-2399379">
              <a:off x="5516375" y="1232327"/>
              <a:ext cx="716148" cy="262073"/>
            </a:xfrm>
            <a:prstGeom prst="rect">
              <a:avLst/>
            </a:prstGeom>
          </p:spPr>
          <p:txBody>
            <a:bodyPr>
              <a:prstTxWarp prst="textPlain"/>
            </a:bodyPr>
            <a:lstStyle/>
            <a:p>
              <a:pPr lvl="0" algn="ctr"/>
              <a:r>
                <a:rPr b="0" i="0">
                  <a:ln>
                    <a:noFill/>
                  </a:ln>
                  <a:solidFill>
                    <a:schemeClr val="lt2"/>
                  </a:solidFill>
                  <a:latin typeface="Oswald"/>
                </a:rPr>
                <a:t>@#&amp;!*</a:t>
              </a:r>
            </a:p>
          </p:txBody>
        </p:sp>
        <p:sp>
          <p:nvSpPr>
            <p:cNvPr id="1802" name="Google Shape;1802;p21"/>
            <p:cNvSpPr/>
            <p:nvPr/>
          </p:nvSpPr>
          <p:spPr>
            <a:xfrm>
              <a:off x="5868576" y="3282175"/>
              <a:ext cx="761329" cy="157575"/>
            </a:xfrm>
            <a:prstGeom prst="rect">
              <a:avLst/>
            </a:prstGeom>
          </p:spPr>
          <p:txBody>
            <a:bodyPr>
              <a:prstTxWarp prst="textPlain"/>
            </a:bodyPr>
            <a:lstStyle/>
            <a:p>
              <a:pPr lvl="0" algn="ctr"/>
              <a:r>
                <a:rPr b="0" i="0">
                  <a:ln>
                    <a:noFill/>
                  </a:ln>
                  <a:solidFill>
                    <a:schemeClr val="lt2"/>
                  </a:solidFill>
                  <a:latin typeface="Oswald"/>
                </a:rPr>
                <a:t>YOU CAN'T</a:t>
              </a:r>
            </a:p>
          </p:txBody>
        </p:sp>
        <p:sp>
          <p:nvSpPr>
            <p:cNvPr id="1803" name="Google Shape;1803;p21"/>
            <p:cNvSpPr/>
            <p:nvPr/>
          </p:nvSpPr>
          <p:spPr>
            <a:xfrm>
              <a:off x="6998953" y="2667171"/>
              <a:ext cx="240825" cy="186126"/>
            </a:xfrm>
            <a:prstGeom prst="rect">
              <a:avLst/>
            </a:prstGeom>
          </p:spPr>
          <p:txBody>
            <a:bodyPr>
              <a:prstTxWarp prst="textPlain"/>
            </a:bodyPr>
            <a:lstStyle/>
            <a:p>
              <a:pPr lvl="0" algn="ctr"/>
              <a:r>
                <a:rPr b="0" i="0">
                  <a:ln>
                    <a:noFill/>
                  </a:ln>
                  <a:solidFill>
                    <a:schemeClr val="lt2"/>
                  </a:solidFill>
                  <a:latin typeface="Oswald"/>
                </a:rPr>
                <a:t>EW</a:t>
              </a: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22"/>
          <p:cNvSpPr txBox="1"/>
          <p:nvPr/>
        </p:nvSpPr>
        <p:spPr>
          <a:xfrm>
            <a:off x="1960419" y="1323108"/>
            <a:ext cx="5590309" cy="2739211"/>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Gharbi Dina</a:t>
            </a:r>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Gassouma Samia</a:t>
            </a:r>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Kaabi Nawel</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Allani Nour</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Ousleti Abir</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fr-FR" sz="2400" u="none" cap="none" strike="noStrike">
                <a:solidFill>
                  <a:schemeClr val="dk1"/>
                </a:solidFill>
                <a:latin typeface="Arial"/>
                <a:ea typeface="Arial"/>
                <a:cs typeface="Arial"/>
                <a:sym typeface="Arial"/>
              </a:rPr>
              <a:t>Jemali Mohamed</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09" name="Google Shape;1809;p2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fr-FR" sz="5000"/>
              <a:t>OUR TEAM</a:t>
            </a:r>
            <a:endParaRPr sz="5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23"/>
          <p:cNvSpPr/>
          <p:nvPr/>
        </p:nvSpPr>
        <p:spPr>
          <a:xfrm>
            <a:off x="4275300" y="1149600"/>
            <a:ext cx="593400" cy="5934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23"/>
          <p:cNvSpPr/>
          <p:nvPr/>
        </p:nvSpPr>
        <p:spPr>
          <a:xfrm>
            <a:off x="6959100" y="1149600"/>
            <a:ext cx="593400" cy="5934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23"/>
          <p:cNvSpPr/>
          <p:nvPr/>
        </p:nvSpPr>
        <p:spPr>
          <a:xfrm>
            <a:off x="1591500" y="2939000"/>
            <a:ext cx="593400" cy="5934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3"/>
          <p:cNvSpPr/>
          <p:nvPr/>
        </p:nvSpPr>
        <p:spPr>
          <a:xfrm>
            <a:off x="4275300" y="2939000"/>
            <a:ext cx="593400" cy="5934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23"/>
          <p:cNvSpPr/>
          <p:nvPr/>
        </p:nvSpPr>
        <p:spPr>
          <a:xfrm>
            <a:off x="6959100" y="2929169"/>
            <a:ext cx="593400" cy="574455"/>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23"/>
          <p:cNvSpPr/>
          <p:nvPr/>
        </p:nvSpPr>
        <p:spPr>
          <a:xfrm>
            <a:off x="1591500" y="1149600"/>
            <a:ext cx="593400" cy="5934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23"/>
          <p:cNvSpPr txBox="1"/>
          <p:nvPr>
            <p:ph idx="18" type="title"/>
          </p:nvPr>
        </p:nvSpPr>
        <p:spPr>
          <a:xfrm>
            <a:off x="6087600" y="3608913"/>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CONCLUSIONS</a:t>
            </a:r>
            <a:endParaRPr/>
          </a:p>
        </p:txBody>
      </p:sp>
      <p:sp>
        <p:nvSpPr>
          <p:cNvPr id="1821" name="Google Shape;1821;p23"/>
          <p:cNvSpPr txBox="1"/>
          <p:nvPr>
            <p:ph type="title"/>
          </p:nvPr>
        </p:nvSpPr>
        <p:spPr>
          <a:xfrm>
            <a:off x="720000" y="1867875"/>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INTRODUCTION</a:t>
            </a:r>
            <a:endParaRPr/>
          </a:p>
        </p:txBody>
      </p:sp>
      <p:sp>
        <p:nvSpPr>
          <p:cNvPr id="1822" name="Google Shape;1822;p23"/>
          <p:cNvSpPr txBox="1"/>
          <p:nvPr>
            <p:ph idx="9" type="title"/>
          </p:nvPr>
        </p:nvSpPr>
        <p:spPr>
          <a:xfrm>
            <a:off x="6215535" y="1773971"/>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Data reporting </a:t>
            </a:r>
            <a:endParaRPr/>
          </a:p>
        </p:txBody>
      </p:sp>
      <p:sp>
        <p:nvSpPr>
          <p:cNvPr id="1823" name="Google Shape;1823;p23"/>
          <p:cNvSpPr txBox="1"/>
          <p:nvPr>
            <p:ph idx="15" type="title"/>
          </p:nvPr>
        </p:nvSpPr>
        <p:spPr>
          <a:xfrm>
            <a:off x="720000" y="3594850"/>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Survey Reporting</a:t>
            </a:r>
            <a:endParaRPr/>
          </a:p>
        </p:txBody>
      </p:sp>
      <p:sp>
        <p:nvSpPr>
          <p:cNvPr id="1824" name="Google Shape;1824;p23"/>
          <p:cNvSpPr txBox="1"/>
          <p:nvPr>
            <p:ph idx="2" type="title"/>
          </p:nvPr>
        </p:nvSpPr>
        <p:spPr>
          <a:xfrm>
            <a:off x="1618500" y="13085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fr-FR"/>
              <a:t>01</a:t>
            </a:r>
            <a:endParaRPr/>
          </a:p>
        </p:txBody>
      </p:sp>
      <p:sp>
        <p:nvSpPr>
          <p:cNvPr id="1825" name="Google Shape;1825;p23"/>
          <p:cNvSpPr txBox="1"/>
          <p:nvPr>
            <p:ph idx="1" type="subTitle"/>
          </p:nvPr>
        </p:nvSpPr>
        <p:spPr>
          <a:xfrm>
            <a:off x="720000" y="2270475"/>
            <a:ext cx="2336400" cy="54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600"/>
              <a:buNone/>
            </a:pPr>
            <a:r>
              <a:t/>
            </a:r>
            <a:endParaRPr>
              <a:solidFill>
                <a:schemeClr val="dk1"/>
              </a:solidFill>
            </a:endParaRPr>
          </a:p>
          <a:p>
            <a:pPr indent="0" lvl="0" marL="0" rtl="0" algn="l">
              <a:lnSpc>
                <a:spcPct val="100000"/>
              </a:lnSpc>
              <a:spcBef>
                <a:spcPts val="0"/>
              </a:spcBef>
              <a:spcAft>
                <a:spcPts val="0"/>
              </a:spcAft>
              <a:buSzPts val="1600"/>
              <a:buNone/>
            </a:pPr>
            <a:r>
              <a:rPr lang="fr-FR">
                <a:solidFill>
                  <a:schemeClr val="dk1"/>
                </a:solidFill>
              </a:rPr>
              <a:t>   Team logo and slogan</a:t>
            </a:r>
            <a:endParaRPr/>
          </a:p>
          <a:p>
            <a:pPr indent="-317500" lvl="0" marL="457200" rtl="0" algn="ctr">
              <a:lnSpc>
                <a:spcPct val="100000"/>
              </a:lnSpc>
              <a:spcBef>
                <a:spcPts val="0"/>
              </a:spcBef>
              <a:spcAft>
                <a:spcPts val="0"/>
              </a:spcAft>
              <a:buSzPts val="1600"/>
              <a:buNone/>
            </a:pPr>
            <a:r>
              <a:rPr lang="fr-FR"/>
              <a:t>Definition cyberbullying</a:t>
            </a:r>
            <a:endParaRPr/>
          </a:p>
          <a:p>
            <a:pPr indent="-317500" lvl="0" marL="457200" rtl="0" algn="ctr">
              <a:lnSpc>
                <a:spcPct val="100000"/>
              </a:lnSpc>
              <a:spcBef>
                <a:spcPts val="0"/>
              </a:spcBef>
              <a:spcAft>
                <a:spcPts val="0"/>
              </a:spcAft>
              <a:buSzPts val="1600"/>
              <a:buNone/>
            </a:pPr>
            <a:r>
              <a:rPr lang="fr-FR"/>
              <a:t>History of cyberbullying</a:t>
            </a:r>
            <a:endParaRPr/>
          </a:p>
          <a:p>
            <a:pPr indent="0" lvl="0" marL="0" rtl="0" algn="l">
              <a:lnSpc>
                <a:spcPct val="100000"/>
              </a:lnSpc>
              <a:spcBef>
                <a:spcPts val="0"/>
              </a:spcBef>
              <a:spcAft>
                <a:spcPts val="0"/>
              </a:spcAft>
              <a:buSzPts val="1600"/>
              <a:buNone/>
            </a:pPr>
            <a:r>
              <a:rPr lang="fr-FR">
                <a:solidFill>
                  <a:schemeClr val="lt1"/>
                </a:solidFill>
              </a:rPr>
              <a:t>n</a:t>
            </a:r>
            <a:endParaRPr/>
          </a:p>
        </p:txBody>
      </p:sp>
      <p:sp>
        <p:nvSpPr>
          <p:cNvPr id="1826" name="Google Shape;1826;p23"/>
          <p:cNvSpPr txBox="1"/>
          <p:nvPr>
            <p:ph idx="6" type="title"/>
          </p:nvPr>
        </p:nvSpPr>
        <p:spPr>
          <a:xfrm>
            <a:off x="3403800" y="1811987"/>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CYBERSTALKING</a:t>
            </a:r>
            <a:endParaRPr/>
          </a:p>
        </p:txBody>
      </p:sp>
      <p:sp>
        <p:nvSpPr>
          <p:cNvPr id="1827" name="Google Shape;1827;p23"/>
          <p:cNvSpPr txBox="1"/>
          <p:nvPr>
            <p:ph idx="4" type="title"/>
          </p:nvPr>
        </p:nvSpPr>
        <p:spPr>
          <a:xfrm>
            <a:off x="4302300" y="13085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fr-FR"/>
              <a:t>02</a:t>
            </a:r>
            <a:endParaRPr/>
          </a:p>
        </p:txBody>
      </p:sp>
      <p:sp>
        <p:nvSpPr>
          <p:cNvPr id="1828" name="Google Shape;1828;p23"/>
          <p:cNvSpPr txBox="1"/>
          <p:nvPr>
            <p:ph idx="7" type="title"/>
          </p:nvPr>
        </p:nvSpPr>
        <p:spPr>
          <a:xfrm>
            <a:off x="6986100" y="13085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fr-FR"/>
              <a:t>03</a:t>
            </a:r>
            <a:endParaRPr/>
          </a:p>
        </p:txBody>
      </p:sp>
      <p:sp>
        <p:nvSpPr>
          <p:cNvPr id="1829" name="Google Shape;1829;p23"/>
          <p:cNvSpPr txBox="1"/>
          <p:nvPr>
            <p:ph idx="13" type="title"/>
          </p:nvPr>
        </p:nvSpPr>
        <p:spPr>
          <a:xfrm>
            <a:off x="1618500" y="30979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04</a:t>
            </a:r>
            <a:endParaRPr/>
          </a:p>
        </p:txBody>
      </p:sp>
      <p:sp>
        <p:nvSpPr>
          <p:cNvPr id="1830" name="Google Shape;1830;p23"/>
          <p:cNvSpPr txBox="1"/>
          <p:nvPr>
            <p:ph idx="16" type="title"/>
          </p:nvPr>
        </p:nvSpPr>
        <p:spPr>
          <a:xfrm>
            <a:off x="4302300" y="30979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05</a:t>
            </a:r>
            <a:endParaRPr/>
          </a:p>
        </p:txBody>
      </p:sp>
      <p:sp>
        <p:nvSpPr>
          <p:cNvPr id="1831" name="Google Shape;1831;p23"/>
          <p:cNvSpPr txBox="1"/>
          <p:nvPr>
            <p:ph idx="19" type="title"/>
          </p:nvPr>
        </p:nvSpPr>
        <p:spPr>
          <a:xfrm>
            <a:off x="6986100" y="3097975"/>
            <a:ext cx="539400" cy="31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fr-FR"/>
              <a:t>06</a:t>
            </a:r>
            <a:endParaRPr/>
          </a:p>
        </p:txBody>
      </p:sp>
      <p:sp>
        <p:nvSpPr>
          <p:cNvPr id="1832" name="Google Shape;1832;p23"/>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fr-FR"/>
              <a:t>TABLE OF CONTENTS</a:t>
            </a:r>
            <a:endParaRPr/>
          </a:p>
        </p:txBody>
      </p:sp>
      <p:sp>
        <p:nvSpPr>
          <p:cNvPr id="1833" name="Google Shape;1833;p23"/>
          <p:cNvSpPr txBox="1"/>
          <p:nvPr>
            <p:ph idx="8" type="subTitle"/>
          </p:nvPr>
        </p:nvSpPr>
        <p:spPr>
          <a:xfrm>
            <a:off x="3403799" y="2197757"/>
            <a:ext cx="2592273" cy="73515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600"/>
              <a:buNone/>
            </a:pPr>
            <a:r>
              <a:rPr lang="fr-FR" sz="1200"/>
              <a:t>Definition of Cyberstalking</a:t>
            </a:r>
            <a:endParaRPr/>
          </a:p>
          <a:p>
            <a:pPr indent="0" lvl="0" marL="0" rtl="0" algn="l">
              <a:lnSpc>
                <a:spcPct val="100000"/>
              </a:lnSpc>
              <a:spcBef>
                <a:spcPts val="0"/>
              </a:spcBef>
              <a:spcAft>
                <a:spcPts val="0"/>
              </a:spcAft>
              <a:buSzPts val="1600"/>
              <a:buNone/>
            </a:pPr>
            <a:r>
              <a:rPr lang="fr-FR" sz="1200"/>
              <a:t>Difference between cyberstalking and online Harrasment</a:t>
            </a:r>
            <a:endParaRPr sz="1200"/>
          </a:p>
        </p:txBody>
      </p:sp>
      <p:sp>
        <p:nvSpPr>
          <p:cNvPr id="1834" name="Google Shape;1834;p23"/>
          <p:cNvSpPr txBox="1"/>
          <p:nvPr>
            <p:ph idx="15" type="title"/>
          </p:nvPr>
        </p:nvSpPr>
        <p:spPr>
          <a:xfrm>
            <a:off x="3393041" y="3594850"/>
            <a:ext cx="2336400" cy="40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br>
              <a:rPr lang="fr-FR"/>
            </a:br>
            <a:br>
              <a:rPr lang="fr-FR"/>
            </a:br>
            <a:r>
              <a:rPr lang="fr-FR"/>
              <a:t>ACTION PLAN</a:t>
            </a:r>
            <a:br>
              <a:rPr lang="fr-FR"/>
            </a:br>
            <a:br>
              <a:rPr lang="fr-FR"/>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24"/>
          <p:cNvSpPr/>
          <p:nvPr/>
        </p:nvSpPr>
        <p:spPr>
          <a:xfrm>
            <a:off x="6001575" y="1406050"/>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24"/>
          <p:cNvSpPr txBox="1"/>
          <p:nvPr>
            <p:ph type="title"/>
          </p:nvPr>
        </p:nvSpPr>
        <p:spPr>
          <a:xfrm>
            <a:off x="4526625" y="2542825"/>
            <a:ext cx="3904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fr-FR"/>
              <a:t>INTRODUCTION</a:t>
            </a:r>
            <a:endParaRPr/>
          </a:p>
        </p:txBody>
      </p:sp>
      <p:sp>
        <p:nvSpPr>
          <p:cNvPr id="1841" name="Google Shape;1841;p24"/>
          <p:cNvSpPr txBox="1"/>
          <p:nvPr>
            <p:ph idx="2" type="title"/>
          </p:nvPr>
        </p:nvSpPr>
        <p:spPr>
          <a:xfrm>
            <a:off x="6021525" y="1518550"/>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01</a:t>
            </a:r>
            <a:endParaRPr/>
          </a:p>
        </p:txBody>
      </p:sp>
      <p:grpSp>
        <p:nvGrpSpPr>
          <p:cNvPr id="1842" name="Google Shape;1842;p24"/>
          <p:cNvGrpSpPr/>
          <p:nvPr/>
        </p:nvGrpSpPr>
        <p:grpSpPr>
          <a:xfrm rot="-575087">
            <a:off x="3654250" y="341084"/>
            <a:ext cx="914356" cy="713331"/>
            <a:chOff x="3845050" y="297847"/>
            <a:chExt cx="914393" cy="713360"/>
          </a:xfrm>
        </p:grpSpPr>
        <p:sp>
          <p:nvSpPr>
            <p:cNvPr id="1843" name="Google Shape;1843;p24"/>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24"/>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24"/>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24"/>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24"/>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24"/>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24"/>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24"/>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24"/>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24"/>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24"/>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24"/>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24"/>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24"/>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24"/>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24"/>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24"/>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4"/>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24"/>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4"/>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24"/>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4" name="Google Shape;1864;p24"/>
          <p:cNvGrpSpPr/>
          <p:nvPr/>
        </p:nvGrpSpPr>
        <p:grpSpPr>
          <a:xfrm rot="698520">
            <a:off x="3562772" y="4126954"/>
            <a:ext cx="506819" cy="954290"/>
            <a:chOff x="15707400" y="-1187712"/>
            <a:chExt cx="734200" cy="1382425"/>
          </a:xfrm>
        </p:grpSpPr>
        <p:sp>
          <p:nvSpPr>
            <p:cNvPr id="1865" name="Google Shape;1865;p24"/>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24"/>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24"/>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24"/>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24"/>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24"/>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4"/>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24"/>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24"/>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4"/>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24"/>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24"/>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24"/>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24"/>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24"/>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24"/>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24"/>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24"/>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24"/>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24"/>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24"/>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24"/>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24"/>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24"/>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24"/>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24"/>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24"/>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4"/>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4"/>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24"/>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24"/>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4"/>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4"/>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4"/>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9" name="Google Shape;1899;p24"/>
          <p:cNvGrpSpPr/>
          <p:nvPr/>
        </p:nvGrpSpPr>
        <p:grpSpPr>
          <a:xfrm>
            <a:off x="459611" y="539398"/>
            <a:ext cx="3445115" cy="3808773"/>
            <a:chOff x="459611" y="539398"/>
            <a:chExt cx="3445115" cy="3808773"/>
          </a:xfrm>
        </p:grpSpPr>
        <p:sp>
          <p:nvSpPr>
            <p:cNvPr id="1900" name="Google Shape;1900;p24"/>
            <p:cNvSpPr/>
            <p:nvPr/>
          </p:nvSpPr>
          <p:spPr>
            <a:xfrm>
              <a:off x="459611" y="1089880"/>
              <a:ext cx="3445115" cy="3205685"/>
            </a:xfrm>
            <a:custGeom>
              <a:rect b="b" l="l" r="r" t="t"/>
              <a:pathLst>
                <a:path extrusionOk="0" h="175421" w="188523">
                  <a:moveTo>
                    <a:pt x="93633" y="1"/>
                  </a:moveTo>
                  <a:cubicBezTo>
                    <a:pt x="51288" y="1"/>
                    <a:pt x="10924" y="34523"/>
                    <a:pt x="5589" y="76773"/>
                  </a:cubicBezTo>
                  <a:cubicBezTo>
                    <a:pt x="0" y="121134"/>
                    <a:pt x="33885" y="166799"/>
                    <a:pt x="77946" y="174318"/>
                  </a:cubicBezTo>
                  <a:cubicBezTo>
                    <a:pt x="82306" y="175062"/>
                    <a:pt x="86696" y="175420"/>
                    <a:pt x="91076" y="175420"/>
                  </a:cubicBezTo>
                  <a:cubicBezTo>
                    <a:pt x="130958" y="175420"/>
                    <a:pt x="170034" y="145683"/>
                    <a:pt x="178548" y="106322"/>
                  </a:cubicBezTo>
                  <a:cubicBezTo>
                    <a:pt x="188523" y="60156"/>
                    <a:pt x="154738" y="8678"/>
                    <a:pt x="107470" y="1259"/>
                  </a:cubicBezTo>
                  <a:cubicBezTo>
                    <a:pt x="102862" y="409"/>
                    <a:pt x="98236" y="1"/>
                    <a:pt x="936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4"/>
            <p:cNvSpPr/>
            <p:nvPr/>
          </p:nvSpPr>
          <p:spPr>
            <a:xfrm>
              <a:off x="719288" y="1724307"/>
              <a:ext cx="2702248" cy="264282"/>
            </a:xfrm>
            <a:custGeom>
              <a:rect b="b" l="l" r="r" t="t"/>
              <a:pathLst>
                <a:path extrusionOk="0" h="14462" w="147872">
                  <a:moveTo>
                    <a:pt x="147270" y="1"/>
                  </a:moveTo>
                  <a:cubicBezTo>
                    <a:pt x="145716" y="76"/>
                    <a:pt x="144162" y="176"/>
                    <a:pt x="142583" y="276"/>
                  </a:cubicBezTo>
                  <a:cubicBezTo>
                    <a:pt x="128949" y="1104"/>
                    <a:pt x="115315" y="2056"/>
                    <a:pt x="101706" y="3134"/>
                  </a:cubicBezTo>
                  <a:cubicBezTo>
                    <a:pt x="87570" y="4261"/>
                    <a:pt x="73435" y="5490"/>
                    <a:pt x="59325" y="6868"/>
                  </a:cubicBezTo>
                  <a:cubicBezTo>
                    <a:pt x="45615" y="8196"/>
                    <a:pt x="31906" y="9675"/>
                    <a:pt x="18222" y="11304"/>
                  </a:cubicBezTo>
                  <a:cubicBezTo>
                    <a:pt x="12307" y="12031"/>
                    <a:pt x="6392" y="12783"/>
                    <a:pt x="502" y="13560"/>
                  </a:cubicBezTo>
                  <a:cubicBezTo>
                    <a:pt x="327" y="13860"/>
                    <a:pt x="176" y="14161"/>
                    <a:pt x="1" y="14462"/>
                  </a:cubicBezTo>
                  <a:cubicBezTo>
                    <a:pt x="4637" y="13835"/>
                    <a:pt x="9274" y="13259"/>
                    <a:pt x="13911" y="12683"/>
                  </a:cubicBezTo>
                  <a:cubicBezTo>
                    <a:pt x="27420" y="11003"/>
                    <a:pt x="40953" y="9525"/>
                    <a:pt x="54512" y="8171"/>
                  </a:cubicBezTo>
                  <a:cubicBezTo>
                    <a:pt x="68598" y="6768"/>
                    <a:pt x="82733" y="5490"/>
                    <a:pt x="96869" y="4362"/>
                  </a:cubicBezTo>
                  <a:cubicBezTo>
                    <a:pt x="110553" y="3234"/>
                    <a:pt x="124237" y="2256"/>
                    <a:pt x="137946" y="1379"/>
                  </a:cubicBezTo>
                  <a:cubicBezTo>
                    <a:pt x="141255" y="1179"/>
                    <a:pt x="144563" y="978"/>
                    <a:pt x="147871" y="803"/>
                  </a:cubicBezTo>
                  <a:cubicBezTo>
                    <a:pt x="147671" y="527"/>
                    <a:pt x="147470" y="251"/>
                    <a:pt x="1472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4"/>
            <p:cNvSpPr/>
            <p:nvPr/>
          </p:nvSpPr>
          <p:spPr>
            <a:xfrm>
              <a:off x="622654" y="1933163"/>
              <a:ext cx="2931700" cy="283068"/>
            </a:xfrm>
            <a:custGeom>
              <a:rect b="b" l="l" r="r" t="t"/>
              <a:pathLst>
                <a:path extrusionOk="0" h="15490" w="160428">
                  <a:moveTo>
                    <a:pt x="159976" y="0"/>
                  </a:moveTo>
                  <a:cubicBezTo>
                    <a:pt x="155390" y="251"/>
                    <a:pt x="150803" y="502"/>
                    <a:pt x="146217" y="777"/>
                  </a:cubicBezTo>
                  <a:cubicBezTo>
                    <a:pt x="132583" y="1604"/>
                    <a:pt x="118949" y="2582"/>
                    <a:pt x="105314" y="3660"/>
                  </a:cubicBezTo>
                  <a:cubicBezTo>
                    <a:pt x="91179" y="4762"/>
                    <a:pt x="77069" y="6015"/>
                    <a:pt x="62933" y="7394"/>
                  </a:cubicBezTo>
                  <a:cubicBezTo>
                    <a:pt x="49224" y="8722"/>
                    <a:pt x="35540" y="10176"/>
                    <a:pt x="21855" y="11830"/>
                  </a:cubicBezTo>
                  <a:cubicBezTo>
                    <a:pt x="14662" y="12707"/>
                    <a:pt x="7469" y="13609"/>
                    <a:pt x="301" y="14612"/>
                  </a:cubicBezTo>
                  <a:cubicBezTo>
                    <a:pt x="201" y="14888"/>
                    <a:pt x="101" y="15188"/>
                    <a:pt x="1" y="15489"/>
                  </a:cubicBezTo>
                  <a:cubicBezTo>
                    <a:pt x="5840" y="14662"/>
                    <a:pt x="11680" y="13910"/>
                    <a:pt x="17545" y="13183"/>
                  </a:cubicBezTo>
                  <a:cubicBezTo>
                    <a:pt x="31053" y="11529"/>
                    <a:pt x="44587" y="10051"/>
                    <a:pt x="58121" y="8697"/>
                  </a:cubicBezTo>
                  <a:cubicBezTo>
                    <a:pt x="72232" y="7294"/>
                    <a:pt x="86342" y="6015"/>
                    <a:pt x="100477" y="4863"/>
                  </a:cubicBezTo>
                  <a:cubicBezTo>
                    <a:pt x="114162" y="3760"/>
                    <a:pt x="127871" y="2757"/>
                    <a:pt x="141580" y="1905"/>
                  </a:cubicBezTo>
                  <a:cubicBezTo>
                    <a:pt x="147846" y="1504"/>
                    <a:pt x="154137" y="1153"/>
                    <a:pt x="160428" y="802"/>
                  </a:cubicBezTo>
                  <a:cubicBezTo>
                    <a:pt x="160277" y="552"/>
                    <a:pt x="160127" y="276"/>
                    <a:pt x="15997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24"/>
            <p:cNvSpPr/>
            <p:nvPr/>
          </p:nvSpPr>
          <p:spPr>
            <a:xfrm>
              <a:off x="566771" y="2145218"/>
              <a:ext cx="3084673" cy="292680"/>
            </a:xfrm>
            <a:custGeom>
              <a:rect b="b" l="l" r="r" t="t"/>
              <a:pathLst>
                <a:path extrusionOk="0" h="16016" w="168799">
                  <a:moveTo>
                    <a:pt x="168473" y="0"/>
                  </a:moveTo>
                  <a:cubicBezTo>
                    <a:pt x="161531" y="326"/>
                    <a:pt x="154563" y="702"/>
                    <a:pt x="147596" y="1128"/>
                  </a:cubicBezTo>
                  <a:cubicBezTo>
                    <a:pt x="133962" y="1955"/>
                    <a:pt x="120327" y="2908"/>
                    <a:pt x="106718" y="3985"/>
                  </a:cubicBezTo>
                  <a:cubicBezTo>
                    <a:pt x="92583" y="5113"/>
                    <a:pt x="78448" y="6341"/>
                    <a:pt x="64337" y="7720"/>
                  </a:cubicBezTo>
                  <a:cubicBezTo>
                    <a:pt x="50628" y="9073"/>
                    <a:pt x="36918" y="10527"/>
                    <a:pt x="23234" y="12181"/>
                  </a:cubicBezTo>
                  <a:cubicBezTo>
                    <a:pt x="15540" y="13108"/>
                    <a:pt x="7846" y="14086"/>
                    <a:pt x="151" y="15163"/>
                  </a:cubicBezTo>
                  <a:cubicBezTo>
                    <a:pt x="101" y="15439"/>
                    <a:pt x="51" y="15740"/>
                    <a:pt x="1" y="16016"/>
                  </a:cubicBezTo>
                  <a:cubicBezTo>
                    <a:pt x="6317" y="15138"/>
                    <a:pt x="12608" y="14311"/>
                    <a:pt x="18923" y="13534"/>
                  </a:cubicBezTo>
                  <a:cubicBezTo>
                    <a:pt x="32432" y="11880"/>
                    <a:pt x="45966" y="10402"/>
                    <a:pt x="59525" y="9048"/>
                  </a:cubicBezTo>
                  <a:cubicBezTo>
                    <a:pt x="73610" y="7620"/>
                    <a:pt x="87746" y="6366"/>
                    <a:pt x="101881" y="5214"/>
                  </a:cubicBezTo>
                  <a:cubicBezTo>
                    <a:pt x="115566" y="4111"/>
                    <a:pt x="129250" y="3108"/>
                    <a:pt x="142959" y="2256"/>
                  </a:cubicBezTo>
                  <a:cubicBezTo>
                    <a:pt x="151581" y="1705"/>
                    <a:pt x="160177" y="1229"/>
                    <a:pt x="168799" y="802"/>
                  </a:cubicBezTo>
                  <a:cubicBezTo>
                    <a:pt x="168699" y="527"/>
                    <a:pt x="168573" y="251"/>
                    <a:pt x="16847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24"/>
            <p:cNvSpPr/>
            <p:nvPr/>
          </p:nvSpPr>
          <p:spPr>
            <a:xfrm>
              <a:off x="547090" y="2358642"/>
              <a:ext cx="3169393" cy="295896"/>
            </a:xfrm>
            <a:custGeom>
              <a:rect b="b" l="l" r="r" t="t"/>
              <a:pathLst>
                <a:path extrusionOk="0" h="16192" w="173435">
                  <a:moveTo>
                    <a:pt x="173234" y="1"/>
                  </a:moveTo>
                  <a:cubicBezTo>
                    <a:pt x="164487" y="402"/>
                    <a:pt x="155766" y="853"/>
                    <a:pt x="147019" y="1404"/>
                  </a:cubicBezTo>
                  <a:cubicBezTo>
                    <a:pt x="133384" y="2206"/>
                    <a:pt x="119750" y="3184"/>
                    <a:pt x="106116" y="4261"/>
                  </a:cubicBezTo>
                  <a:cubicBezTo>
                    <a:pt x="91981" y="5364"/>
                    <a:pt x="77870" y="6617"/>
                    <a:pt x="63735" y="7996"/>
                  </a:cubicBezTo>
                  <a:cubicBezTo>
                    <a:pt x="50026" y="9324"/>
                    <a:pt x="36341" y="10803"/>
                    <a:pt x="22657" y="12432"/>
                  </a:cubicBezTo>
                  <a:cubicBezTo>
                    <a:pt x="15088" y="13359"/>
                    <a:pt x="7544" y="14312"/>
                    <a:pt x="25" y="15364"/>
                  </a:cubicBezTo>
                  <a:cubicBezTo>
                    <a:pt x="25" y="15640"/>
                    <a:pt x="25" y="15916"/>
                    <a:pt x="0" y="16191"/>
                  </a:cubicBezTo>
                  <a:cubicBezTo>
                    <a:pt x="6116" y="15339"/>
                    <a:pt x="12231" y="14562"/>
                    <a:pt x="18346" y="13810"/>
                  </a:cubicBezTo>
                  <a:cubicBezTo>
                    <a:pt x="31855" y="12131"/>
                    <a:pt x="45389" y="10652"/>
                    <a:pt x="58923" y="9299"/>
                  </a:cubicBezTo>
                  <a:cubicBezTo>
                    <a:pt x="73033" y="7895"/>
                    <a:pt x="87144" y="6617"/>
                    <a:pt x="101279" y="5489"/>
                  </a:cubicBezTo>
                  <a:cubicBezTo>
                    <a:pt x="114963" y="4362"/>
                    <a:pt x="128673" y="3384"/>
                    <a:pt x="142382" y="2507"/>
                  </a:cubicBezTo>
                  <a:cubicBezTo>
                    <a:pt x="152733" y="1855"/>
                    <a:pt x="163084" y="1304"/>
                    <a:pt x="173435" y="828"/>
                  </a:cubicBezTo>
                  <a:cubicBezTo>
                    <a:pt x="173360" y="552"/>
                    <a:pt x="173309" y="276"/>
                    <a:pt x="1732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4"/>
            <p:cNvSpPr/>
            <p:nvPr/>
          </p:nvSpPr>
          <p:spPr>
            <a:xfrm>
              <a:off x="558529" y="2574370"/>
              <a:ext cx="3192766" cy="292680"/>
            </a:xfrm>
            <a:custGeom>
              <a:rect b="b" l="l" r="r" t="t"/>
              <a:pathLst>
                <a:path extrusionOk="0" h="16016" w="174714">
                  <a:moveTo>
                    <a:pt x="174638" y="0"/>
                  </a:moveTo>
                  <a:cubicBezTo>
                    <a:pt x="164663" y="401"/>
                    <a:pt x="154688" y="928"/>
                    <a:pt x="144713" y="1529"/>
                  </a:cubicBezTo>
                  <a:cubicBezTo>
                    <a:pt x="131079" y="2356"/>
                    <a:pt x="117445" y="3334"/>
                    <a:pt x="103836" y="4411"/>
                  </a:cubicBezTo>
                  <a:cubicBezTo>
                    <a:pt x="89701" y="5514"/>
                    <a:pt x="75565" y="6767"/>
                    <a:pt x="61455" y="8146"/>
                  </a:cubicBezTo>
                  <a:cubicBezTo>
                    <a:pt x="47745" y="9474"/>
                    <a:pt x="34036" y="10928"/>
                    <a:pt x="20352" y="12582"/>
                  </a:cubicBezTo>
                  <a:cubicBezTo>
                    <a:pt x="13560" y="13409"/>
                    <a:pt x="6768" y="14261"/>
                    <a:pt x="1" y="15188"/>
                  </a:cubicBezTo>
                  <a:cubicBezTo>
                    <a:pt x="26" y="15464"/>
                    <a:pt x="76" y="15740"/>
                    <a:pt x="101" y="16015"/>
                  </a:cubicBezTo>
                  <a:cubicBezTo>
                    <a:pt x="5414" y="15289"/>
                    <a:pt x="10728" y="14612"/>
                    <a:pt x="16041" y="13935"/>
                  </a:cubicBezTo>
                  <a:cubicBezTo>
                    <a:pt x="29550" y="12281"/>
                    <a:pt x="43084" y="10802"/>
                    <a:pt x="56618" y="9449"/>
                  </a:cubicBezTo>
                  <a:cubicBezTo>
                    <a:pt x="70728" y="8045"/>
                    <a:pt x="84863" y="6767"/>
                    <a:pt x="98999" y="5614"/>
                  </a:cubicBezTo>
                  <a:cubicBezTo>
                    <a:pt x="112683" y="4512"/>
                    <a:pt x="126367" y="3509"/>
                    <a:pt x="140077" y="2657"/>
                  </a:cubicBezTo>
                  <a:cubicBezTo>
                    <a:pt x="151631" y="1930"/>
                    <a:pt x="163160" y="1304"/>
                    <a:pt x="174714" y="827"/>
                  </a:cubicBezTo>
                  <a:cubicBezTo>
                    <a:pt x="174689" y="552"/>
                    <a:pt x="174663" y="276"/>
                    <a:pt x="1746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24"/>
            <p:cNvSpPr/>
            <p:nvPr/>
          </p:nvSpPr>
          <p:spPr>
            <a:xfrm>
              <a:off x="598842" y="2790993"/>
              <a:ext cx="3157039" cy="284439"/>
            </a:xfrm>
            <a:custGeom>
              <a:rect b="b" l="l" r="r" t="t"/>
              <a:pathLst>
                <a:path extrusionOk="0" h="15565" w="172759">
                  <a:moveTo>
                    <a:pt x="172758" y="1"/>
                  </a:moveTo>
                  <a:cubicBezTo>
                    <a:pt x="162132" y="427"/>
                    <a:pt x="151480" y="978"/>
                    <a:pt x="140853" y="1630"/>
                  </a:cubicBezTo>
                  <a:cubicBezTo>
                    <a:pt x="127219" y="2457"/>
                    <a:pt x="113585" y="3410"/>
                    <a:pt x="99951" y="4487"/>
                  </a:cubicBezTo>
                  <a:cubicBezTo>
                    <a:pt x="85815" y="5615"/>
                    <a:pt x="71680" y="6843"/>
                    <a:pt x="57570" y="8222"/>
                  </a:cubicBezTo>
                  <a:cubicBezTo>
                    <a:pt x="43860" y="9575"/>
                    <a:pt x="30151" y="11029"/>
                    <a:pt x="16492" y="12683"/>
                  </a:cubicBezTo>
                  <a:cubicBezTo>
                    <a:pt x="10978" y="13334"/>
                    <a:pt x="5489" y="14036"/>
                    <a:pt x="0" y="14763"/>
                  </a:cubicBezTo>
                  <a:cubicBezTo>
                    <a:pt x="76" y="15039"/>
                    <a:pt x="151" y="15289"/>
                    <a:pt x="226" y="15565"/>
                  </a:cubicBezTo>
                  <a:cubicBezTo>
                    <a:pt x="4211" y="15039"/>
                    <a:pt x="8196" y="14537"/>
                    <a:pt x="12181" y="14036"/>
                  </a:cubicBezTo>
                  <a:cubicBezTo>
                    <a:pt x="25690" y="12357"/>
                    <a:pt x="39224" y="10878"/>
                    <a:pt x="52758" y="9550"/>
                  </a:cubicBezTo>
                  <a:cubicBezTo>
                    <a:pt x="66868" y="8121"/>
                    <a:pt x="80978" y="6868"/>
                    <a:pt x="95114" y="5715"/>
                  </a:cubicBezTo>
                  <a:cubicBezTo>
                    <a:pt x="108798" y="4613"/>
                    <a:pt x="122507" y="3610"/>
                    <a:pt x="136217" y="2758"/>
                  </a:cubicBezTo>
                  <a:cubicBezTo>
                    <a:pt x="148372" y="1981"/>
                    <a:pt x="160553" y="1329"/>
                    <a:pt x="172733" y="828"/>
                  </a:cubicBezTo>
                  <a:cubicBezTo>
                    <a:pt x="172733" y="552"/>
                    <a:pt x="172758" y="277"/>
                    <a:pt x="1727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24"/>
            <p:cNvSpPr/>
            <p:nvPr/>
          </p:nvSpPr>
          <p:spPr>
            <a:xfrm>
              <a:off x="1076074" y="3674040"/>
              <a:ext cx="2334461" cy="201071"/>
            </a:xfrm>
            <a:custGeom>
              <a:rect b="b" l="l" r="r" t="t"/>
              <a:pathLst>
                <a:path extrusionOk="0" h="11003" w="127746">
                  <a:moveTo>
                    <a:pt x="127746" y="0"/>
                  </a:moveTo>
                  <a:cubicBezTo>
                    <a:pt x="121179" y="326"/>
                    <a:pt x="114613" y="702"/>
                    <a:pt x="108072" y="1078"/>
                  </a:cubicBezTo>
                  <a:cubicBezTo>
                    <a:pt x="94437" y="1905"/>
                    <a:pt x="80803" y="2882"/>
                    <a:pt x="67169" y="3960"/>
                  </a:cubicBezTo>
                  <a:cubicBezTo>
                    <a:pt x="53034" y="5063"/>
                    <a:pt x="38898" y="6316"/>
                    <a:pt x="24788" y="7694"/>
                  </a:cubicBezTo>
                  <a:cubicBezTo>
                    <a:pt x="16517" y="8496"/>
                    <a:pt x="8272" y="9348"/>
                    <a:pt x="1" y="10276"/>
                  </a:cubicBezTo>
                  <a:cubicBezTo>
                    <a:pt x="276" y="10526"/>
                    <a:pt x="527" y="10752"/>
                    <a:pt x="803" y="11003"/>
                  </a:cubicBezTo>
                  <a:cubicBezTo>
                    <a:pt x="7194" y="10301"/>
                    <a:pt x="13585" y="9649"/>
                    <a:pt x="19976" y="8998"/>
                  </a:cubicBezTo>
                  <a:cubicBezTo>
                    <a:pt x="34086" y="7594"/>
                    <a:pt x="48197" y="6316"/>
                    <a:pt x="62332" y="5188"/>
                  </a:cubicBezTo>
                  <a:cubicBezTo>
                    <a:pt x="76016" y="4060"/>
                    <a:pt x="89726" y="3058"/>
                    <a:pt x="103435" y="2206"/>
                  </a:cubicBezTo>
                  <a:cubicBezTo>
                    <a:pt x="111280" y="1704"/>
                    <a:pt x="119149" y="1278"/>
                    <a:pt x="126994" y="877"/>
                  </a:cubicBezTo>
                  <a:cubicBezTo>
                    <a:pt x="127245" y="602"/>
                    <a:pt x="127495" y="301"/>
                    <a:pt x="12774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24"/>
            <p:cNvSpPr/>
            <p:nvPr/>
          </p:nvSpPr>
          <p:spPr>
            <a:xfrm>
              <a:off x="668449" y="3009004"/>
              <a:ext cx="3060862" cy="271628"/>
            </a:xfrm>
            <a:custGeom>
              <a:rect b="b" l="l" r="r" t="t"/>
              <a:pathLst>
                <a:path extrusionOk="0" h="14864" w="167496">
                  <a:moveTo>
                    <a:pt x="167496" y="1"/>
                  </a:moveTo>
                  <a:cubicBezTo>
                    <a:pt x="156794" y="427"/>
                    <a:pt x="146067" y="1003"/>
                    <a:pt x="135365" y="1630"/>
                  </a:cubicBezTo>
                  <a:cubicBezTo>
                    <a:pt x="121731" y="2457"/>
                    <a:pt x="108097" y="3434"/>
                    <a:pt x="94488" y="4512"/>
                  </a:cubicBezTo>
                  <a:cubicBezTo>
                    <a:pt x="80352" y="5615"/>
                    <a:pt x="66217" y="6868"/>
                    <a:pt x="52106" y="8247"/>
                  </a:cubicBezTo>
                  <a:cubicBezTo>
                    <a:pt x="38397" y="9575"/>
                    <a:pt x="24688" y="11054"/>
                    <a:pt x="11003" y="12683"/>
                  </a:cubicBezTo>
                  <a:cubicBezTo>
                    <a:pt x="7344" y="13134"/>
                    <a:pt x="3660" y="13585"/>
                    <a:pt x="1" y="14061"/>
                  </a:cubicBezTo>
                  <a:cubicBezTo>
                    <a:pt x="101" y="14337"/>
                    <a:pt x="226" y="14587"/>
                    <a:pt x="327" y="14863"/>
                  </a:cubicBezTo>
                  <a:cubicBezTo>
                    <a:pt x="2457" y="14587"/>
                    <a:pt x="4562" y="14312"/>
                    <a:pt x="6693" y="14061"/>
                  </a:cubicBezTo>
                  <a:cubicBezTo>
                    <a:pt x="20202" y="12382"/>
                    <a:pt x="33735" y="10903"/>
                    <a:pt x="47269" y="9550"/>
                  </a:cubicBezTo>
                  <a:cubicBezTo>
                    <a:pt x="61380" y="8146"/>
                    <a:pt x="75515" y="6868"/>
                    <a:pt x="89651" y="5740"/>
                  </a:cubicBezTo>
                  <a:cubicBezTo>
                    <a:pt x="103335" y="4612"/>
                    <a:pt x="117019" y="3635"/>
                    <a:pt x="130728" y="2758"/>
                  </a:cubicBezTo>
                  <a:cubicBezTo>
                    <a:pt x="142934" y="2006"/>
                    <a:pt x="155115" y="1329"/>
                    <a:pt x="167345" y="853"/>
                  </a:cubicBezTo>
                  <a:cubicBezTo>
                    <a:pt x="167395" y="577"/>
                    <a:pt x="167445" y="277"/>
                    <a:pt x="16749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24"/>
            <p:cNvSpPr/>
            <p:nvPr/>
          </p:nvSpPr>
          <p:spPr>
            <a:xfrm>
              <a:off x="767386" y="3228862"/>
              <a:ext cx="2900560" cy="253281"/>
            </a:xfrm>
            <a:custGeom>
              <a:rect b="b" l="l" r="r" t="t"/>
              <a:pathLst>
                <a:path extrusionOk="0" h="13860" w="158724">
                  <a:moveTo>
                    <a:pt x="158723" y="0"/>
                  </a:moveTo>
                  <a:lnTo>
                    <a:pt x="158723" y="0"/>
                  </a:lnTo>
                  <a:cubicBezTo>
                    <a:pt x="148573" y="401"/>
                    <a:pt x="138422" y="952"/>
                    <a:pt x="128297" y="1554"/>
                  </a:cubicBezTo>
                  <a:cubicBezTo>
                    <a:pt x="114663" y="2381"/>
                    <a:pt x="101029" y="3333"/>
                    <a:pt x="87394" y="4411"/>
                  </a:cubicBezTo>
                  <a:cubicBezTo>
                    <a:pt x="73259" y="5539"/>
                    <a:pt x="59124" y="6792"/>
                    <a:pt x="45013" y="8170"/>
                  </a:cubicBezTo>
                  <a:cubicBezTo>
                    <a:pt x="31304" y="9499"/>
                    <a:pt x="17595" y="10952"/>
                    <a:pt x="3935" y="12607"/>
                  </a:cubicBezTo>
                  <a:cubicBezTo>
                    <a:pt x="2632" y="12757"/>
                    <a:pt x="1329" y="12932"/>
                    <a:pt x="0" y="13083"/>
                  </a:cubicBezTo>
                  <a:cubicBezTo>
                    <a:pt x="151" y="13333"/>
                    <a:pt x="326" y="13609"/>
                    <a:pt x="477" y="13860"/>
                  </a:cubicBezTo>
                  <a:cubicBezTo>
                    <a:pt x="13685" y="12231"/>
                    <a:pt x="26943" y="10802"/>
                    <a:pt x="40201" y="9474"/>
                  </a:cubicBezTo>
                  <a:cubicBezTo>
                    <a:pt x="54312" y="8070"/>
                    <a:pt x="68422" y="6792"/>
                    <a:pt x="82557" y="5639"/>
                  </a:cubicBezTo>
                  <a:cubicBezTo>
                    <a:pt x="96242" y="4536"/>
                    <a:pt x="109951" y="3534"/>
                    <a:pt x="123660" y="2682"/>
                  </a:cubicBezTo>
                  <a:cubicBezTo>
                    <a:pt x="135239" y="1955"/>
                    <a:pt x="146818" y="1328"/>
                    <a:pt x="158397" y="827"/>
                  </a:cubicBezTo>
                  <a:cubicBezTo>
                    <a:pt x="158498" y="551"/>
                    <a:pt x="158623" y="276"/>
                    <a:pt x="15872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24"/>
            <p:cNvSpPr/>
            <p:nvPr/>
          </p:nvSpPr>
          <p:spPr>
            <a:xfrm>
              <a:off x="900660" y="3450071"/>
              <a:ext cx="2664220" cy="230383"/>
            </a:xfrm>
            <a:custGeom>
              <a:rect b="b" l="l" r="r" t="t"/>
              <a:pathLst>
                <a:path extrusionOk="0" h="12607" w="145791">
                  <a:moveTo>
                    <a:pt x="145791" y="0"/>
                  </a:moveTo>
                  <a:lnTo>
                    <a:pt x="145791" y="0"/>
                  </a:lnTo>
                  <a:cubicBezTo>
                    <a:pt x="136969" y="376"/>
                    <a:pt x="128147" y="852"/>
                    <a:pt x="119325" y="1404"/>
                  </a:cubicBezTo>
                  <a:cubicBezTo>
                    <a:pt x="105691" y="2231"/>
                    <a:pt x="92056" y="3183"/>
                    <a:pt x="78447" y="4261"/>
                  </a:cubicBezTo>
                  <a:cubicBezTo>
                    <a:pt x="64312" y="5389"/>
                    <a:pt x="50176" y="6617"/>
                    <a:pt x="36066" y="7995"/>
                  </a:cubicBezTo>
                  <a:cubicBezTo>
                    <a:pt x="24036" y="9173"/>
                    <a:pt x="12006" y="10452"/>
                    <a:pt x="1" y="11855"/>
                  </a:cubicBezTo>
                  <a:cubicBezTo>
                    <a:pt x="201" y="12106"/>
                    <a:pt x="402" y="12356"/>
                    <a:pt x="602" y="12607"/>
                  </a:cubicBezTo>
                  <a:cubicBezTo>
                    <a:pt x="10803" y="11429"/>
                    <a:pt x="21028" y="10326"/>
                    <a:pt x="31229" y="9299"/>
                  </a:cubicBezTo>
                  <a:cubicBezTo>
                    <a:pt x="45339" y="7895"/>
                    <a:pt x="59475" y="6642"/>
                    <a:pt x="73610" y="5489"/>
                  </a:cubicBezTo>
                  <a:cubicBezTo>
                    <a:pt x="87294" y="4386"/>
                    <a:pt x="100979" y="3384"/>
                    <a:pt x="114688" y="2507"/>
                  </a:cubicBezTo>
                  <a:cubicBezTo>
                    <a:pt x="124889" y="1880"/>
                    <a:pt x="135089" y="1329"/>
                    <a:pt x="145290" y="852"/>
                  </a:cubicBezTo>
                  <a:cubicBezTo>
                    <a:pt x="145465" y="577"/>
                    <a:pt x="145641" y="276"/>
                    <a:pt x="14579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24"/>
            <p:cNvSpPr/>
            <p:nvPr/>
          </p:nvSpPr>
          <p:spPr>
            <a:xfrm>
              <a:off x="3012522" y="2843220"/>
              <a:ext cx="681519" cy="734186"/>
            </a:xfrm>
            <a:custGeom>
              <a:rect b="b" l="l" r="r" t="t"/>
              <a:pathLst>
                <a:path extrusionOk="0" h="40176" w="37294">
                  <a:moveTo>
                    <a:pt x="24968" y="10163"/>
                  </a:moveTo>
                  <a:cubicBezTo>
                    <a:pt x="25118" y="10163"/>
                    <a:pt x="25270" y="10306"/>
                    <a:pt x="25188" y="10501"/>
                  </a:cubicBezTo>
                  <a:cubicBezTo>
                    <a:pt x="25013" y="10978"/>
                    <a:pt x="24812" y="11479"/>
                    <a:pt x="24637" y="11955"/>
                  </a:cubicBezTo>
                  <a:cubicBezTo>
                    <a:pt x="24602" y="12061"/>
                    <a:pt x="24523" y="12105"/>
                    <a:pt x="24441" y="12105"/>
                  </a:cubicBezTo>
                  <a:cubicBezTo>
                    <a:pt x="24290" y="12105"/>
                    <a:pt x="24130" y="11958"/>
                    <a:pt x="24211" y="11780"/>
                  </a:cubicBezTo>
                  <a:cubicBezTo>
                    <a:pt x="24386" y="11278"/>
                    <a:pt x="24587" y="10777"/>
                    <a:pt x="24762" y="10301"/>
                  </a:cubicBezTo>
                  <a:cubicBezTo>
                    <a:pt x="24806" y="10205"/>
                    <a:pt x="24887" y="10163"/>
                    <a:pt x="24968" y="10163"/>
                  </a:cubicBezTo>
                  <a:close/>
                  <a:moveTo>
                    <a:pt x="26187" y="10620"/>
                  </a:moveTo>
                  <a:cubicBezTo>
                    <a:pt x="26340" y="10620"/>
                    <a:pt x="26499" y="10770"/>
                    <a:pt x="26416" y="10953"/>
                  </a:cubicBezTo>
                  <a:cubicBezTo>
                    <a:pt x="26191" y="11429"/>
                    <a:pt x="26041" y="11930"/>
                    <a:pt x="25965" y="12456"/>
                  </a:cubicBezTo>
                  <a:cubicBezTo>
                    <a:pt x="25954" y="12588"/>
                    <a:pt x="25857" y="12648"/>
                    <a:pt x="25755" y="12648"/>
                  </a:cubicBezTo>
                  <a:cubicBezTo>
                    <a:pt x="25624" y="12648"/>
                    <a:pt x="25486" y="12550"/>
                    <a:pt x="25514" y="12381"/>
                  </a:cubicBezTo>
                  <a:cubicBezTo>
                    <a:pt x="25589" y="11805"/>
                    <a:pt x="25740" y="11278"/>
                    <a:pt x="25990" y="10752"/>
                  </a:cubicBezTo>
                  <a:cubicBezTo>
                    <a:pt x="26033" y="10659"/>
                    <a:pt x="26109" y="10620"/>
                    <a:pt x="26187" y="10620"/>
                  </a:cubicBezTo>
                  <a:close/>
                  <a:moveTo>
                    <a:pt x="32173" y="11440"/>
                  </a:moveTo>
                  <a:cubicBezTo>
                    <a:pt x="32255" y="11440"/>
                    <a:pt x="32337" y="11481"/>
                    <a:pt x="32381" y="11579"/>
                  </a:cubicBezTo>
                  <a:cubicBezTo>
                    <a:pt x="33158" y="13283"/>
                    <a:pt x="33459" y="15063"/>
                    <a:pt x="33309" y="16918"/>
                  </a:cubicBezTo>
                  <a:cubicBezTo>
                    <a:pt x="33298" y="17049"/>
                    <a:pt x="33205" y="17109"/>
                    <a:pt x="33106" y="17109"/>
                  </a:cubicBezTo>
                  <a:cubicBezTo>
                    <a:pt x="32980" y="17109"/>
                    <a:pt x="32844" y="17011"/>
                    <a:pt x="32858" y="16842"/>
                  </a:cubicBezTo>
                  <a:cubicBezTo>
                    <a:pt x="33008" y="15063"/>
                    <a:pt x="32682" y="13384"/>
                    <a:pt x="31955" y="11755"/>
                  </a:cubicBezTo>
                  <a:cubicBezTo>
                    <a:pt x="31874" y="11577"/>
                    <a:pt x="32023" y="11440"/>
                    <a:pt x="32173" y="11440"/>
                  </a:cubicBezTo>
                  <a:close/>
                  <a:moveTo>
                    <a:pt x="15257" y="17666"/>
                  </a:moveTo>
                  <a:cubicBezTo>
                    <a:pt x="15518" y="17666"/>
                    <a:pt x="15549" y="18097"/>
                    <a:pt x="15264" y="18121"/>
                  </a:cubicBezTo>
                  <a:cubicBezTo>
                    <a:pt x="15249" y="18123"/>
                    <a:pt x="15234" y="18124"/>
                    <a:pt x="15220" y="18124"/>
                  </a:cubicBezTo>
                  <a:cubicBezTo>
                    <a:pt x="14959" y="18124"/>
                    <a:pt x="14928" y="17693"/>
                    <a:pt x="15213" y="17669"/>
                  </a:cubicBezTo>
                  <a:cubicBezTo>
                    <a:pt x="15228" y="17667"/>
                    <a:pt x="15243" y="17666"/>
                    <a:pt x="15257" y="17666"/>
                  </a:cubicBezTo>
                  <a:close/>
                  <a:moveTo>
                    <a:pt x="12681" y="17894"/>
                  </a:moveTo>
                  <a:cubicBezTo>
                    <a:pt x="12960" y="17894"/>
                    <a:pt x="13000" y="18322"/>
                    <a:pt x="12707" y="18371"/>
                  </a:cubicBezTo>
                  <a:cubicBezTo>
                    <a:pt x="12699" y="18372"/>
                    <a:pt x="12692" y="18372"/>
                    <a:pt x="12684" y="18372"/>
                  </a:cubicBezTo>
                  <a:cubicBezTo>
                    <a:pt x="12404" y="18372"/>
                    <a:pt x="12364" y="17919"/>
                    <a:pt x="12657" y="17895"/>
                  </a:cubicBezTo>
                  <a:cubicBezTo>
                    <a:pt x="12665" y="17894"/>
                    <a:pt x="12673" y="17894"/>
                    <a:pt x="12681" y="17894"/>
                  </a:cubicBezTo>
                  <a:close/>
                  <a:moveTo>
                    <a:pt x="18918" y="17077"/>
                  </a:moveTo>
                  <a:cubicBezTo>
                    <a:pt x="19046" y="17077"/>
                    <a:pt x="19176" y="17175"/>
                    <a:pt x="19148" y="17344"/>
                  </a:cubicBezTo>
                  <a:cubicBezTo>
                    <a:pt x="19023" y="18196"/>
                    <a:pt x="18873" y="19023"/>
                    <a:pt x="18747" y="19875"/>
                  </a:cubicBezTo>
                  <a:cubicBezTo>
                    <a:pt x="18725" y="20007"/>
                    <a:pt x="18621" y="20066"/>
                    <a:pt x="18516" y="20066"/>
                  </a:cubicBezTo>
                  <a:cubicBezTo>
                    <a:pt x="18381" y="20066"/>
                    <a:pt x="18243" y="19969"/>
                    <a:pt x="18271" y="19800"/>
                  </a:cubicBezTo>
                  <a:cubicBezTo>
                    <a:pt x="18421" y="18948"/>
                    <a:pt x="18547" y="18121"/>
                    <a:pt x="18697" y="17268"/>
                  </a:cubicBezTo>
                  <a:cubicBezTo>
                    <a:pt x="18719" y="17137"/>
                    <a:pt x="18818" y="17077"/>
                    <a:pt x="18918" y="17077"/>
                  </a:cubicBezTo>
                  <a:close/>
                  <a:moveTo>
                    <a:pt x="24475" y="16844"/>
                  </a:moveTo>
                  <a:cubicBezTo>
                    <a:pt x="24536" y="16844"/>
                    <a:pt x="24595" y="16873"/>
                    <a:pt x="24637" y="16943"/>
                  </a:cubicBezTo>
                  <a:cubicBezTo>
                    <a:pt x="25364" y="18121"/>
                    <a:pt x="25865" y="19399"/>
                    <a:pt x="26141" y="20752"/>
                  </a:cubicBezTo>
                  <a:cubicBezTo>
                    <a:pt x="26168" y="20915"/>
                    <a:pt x="26041" y="21004"/>
                    <a:pt x="25911" y="21004"/>
                  </a:cubicBezTo>
                  <a:cubicBezTo>
                    <a:pt x="25800" y="21004"/>
                    <a:pt x="25688" y="20940"/>
                    <a:pt x="25665" y="20802"/>
                  </a:cubicBezTo>
                  <a:cubicBezTo>
                    <a:pt x="25414" y="19524"/>
                    <a:pt x="24938" y="18321"/>
                    <a:pt x="24261" y="17218"/>
                  </a:cubicBezTo>
                  <a:cubicBezTo>
                    <a:pt x="24153" y="17038"/>
                    <a:pt x="24318" y="16844"/>
                    <a:pt x="24475" y="16844"/>
                  </a:cubicBezTo>
                  <a:close/>
                  <a:moveTo>
                    <a:pt x="30783" y="18130"/>
                  </a:moveTo>
                  <a:cubicBezTo>
                    <a:pt x="30918" y="18130"/>
                    <a:pt x="31056" y="18227"/>
                    <a:pt x="31028" y="18396"/>
                  </a:cubicBezTo>
                  <a:cubicBezTo>
                    <a:pt x="30878" y="19248"/>
                    <a:pt x="30752" y="20075"/>
                    <a:pt x="30602" y="20928"/>
                  </a:cubicBezTo>
                  <a:cubicBezTo>
                    <a:pt x="30580" y="21059"/>
                    <a:pt x="30481" y="21119"/>
                    <a:pt x="30381" y="21119"/>
                  </a:cubicBezTo>
                  <a:cubicBezTo>
                    <a:pt x="30253" y="21119"/>
                    <a:pt x="30123" y="21021"/>
                    <a:pt x="30151" y="20852"/>
                  </a:cubicBezTo>
                  <a:cubicBezTo>
                    <a:pt x="30276" y="20000"/>
                    <a:pt x="30427" y="19173"/>
                    <a:pt x="30552" y="18321"/>
                  </a:cubicBezTo>
                  <a:cubicBezTo>
                    <a:pt x="30574" y="18189"/>
                    <a:pt x="30678" y="18130"/>
                    <a:pt x="30783" y="18130"/>
                  </a:cubicBezTo>
                  <a:close/>
                  <a:moveTo>
                    <a:pt x="9935" y="20679"/>
                  </a:moveTo>
                  <a:cubicBezTo>
                    <a:pt x="10067" y="20679"/>
                    <a:pt x="10193" y="20771"/>
                    <a:pt x="10151" y="20928"/>
                  </a:cubicBezTo>
                  <a:cubicBezTo>
                    <a:pt x="10025" y="21329"/>
                    <a:pt x="9925" y="21755"/>
                    <a:pt x="9800" y="22156"/>
                  </a:cubicBezTo>
                  <a:cubicBezTo>
                    <a:pt x="9767" y="22275"/>
                    <a:pt x="9660" y="22329"/>
                    <a:pt x="9556" y="22329"/>
                  </a:cubicBezTo>
                  <a:cubicBezTo>
                    <a:pt x="9420" y="22329"/>
                    <a:pt x="9292" y="22237"/>
                    <a:pt x="9349" y="22080"/>
                  </a:cubicBezTo>
                  <a:cubicBezTo>
                    <a:pt x="9449" y="21679"/>
                    <a:pt x="9574" y="21253"/>
                    <a:pt x="9700" y="20852"/>
                  </a:cubicBezTo>
                  <a:cubicBezTo>
                    <a:pt x="9732" y="20733"/>
                    <a:pt x="9835" y="20679"/>
                    <a:pt x="9935" y="20679"/>
                  </a:cubicBezTo>
                  <a:close/>
                  <a:moveTo>
                    <a:pt x="11270" y="21237"/>
                  </a:moveTo>
                  <a:cubicBezTo>
                    <a:pt x="11402" y="21237"/>
                    <a:pt x="11532" y="21335"/>
                    <a:pt x="11504" y="21504"/>
                  </a:cubicBezTo>
                  <a:cubicBezTo>
                    <a:pt x="11429" y="21905"/>
                    <a:pt x="11354" y="22306"/>
                    <a:pt x="11279" y="22707"/>
                  </a:cubicBezTo>
                  <a:cubicBezTo>
                    <a:pt x="11257" y="22839"/>
                    <a:pt x="11157" y="22899"/>
                    <a:pt x="11057" y="22899"/>
                  </a:cubicBezTo>
                  <a:cubicBezTo>
                    <a:pt x="10929" y="22899"/>
                    <a:pt x="10799" y="22801"/>
                    <a:pt x="10827" y="22632"/>
                  </a:cubicBezTo>
                  <a:cubicBezTo>
                    <a:pt x="10903" y="22231"/>
                    <a:pt x="10978" y="21830"/>
                    <a:pt x="11028" y="21429"/>
                  </a:cubicBezTo>
                  <a:cubicBezTo>
                    <a:pt x="11061" y="21297"/>
                    <a:pt x="11166" y="21237"/>
                    <a:pt x="11270" y="21237"/>
                  </a:cubicBezTo>
                  <a:close/>
                  <a:moveTo>
                    <a:pt x="13883" y="21162"/>
                  </a:moveTo>
                  <a:cubicBezTo>
                    <a:pt x="14014" y="21162"/>
                    <a:pt x="14150" y="21260"/>
                    <a:pt x="14136" y="21429"/>
                  </a:cubicBezTo>
                  <a:cubicBezTo>
                    <a:pt x="14035" y="22030"/>
                    <a:pt x="14086" y="22607"/>
                    <a:pt x="14286" y="23183"/>
                  </a:cubicBezTo>
                  <a:cubicBezTo>
                    <a:pt x="14351" y="23361"/>
                    <a:pt x="14186" y="23497"/>
                    <a:pt x="14034" y="23497"/>
                  </a:cubicBezTo>
                  <a:cubicBezTo>
                    <a:pt x="13950" y="23497"/>
                    <a:pt x="13870" y="23456"/>
                    <a:pt x="13835" y="23359"/>
                  </a:cubicBezTo>
                  <a:cubicBezTo>
                    <a:pt x="13609" y="22707"/>
                    <a:pt x="13559" y="22030"/>
                    <a:pt x="13660" y="21354"/>
                  </a:cubicBezTo>
                  <a:cubicBezTo>
                    <a:pt x="13681" y="21222"/>
                    <a:pt x="13781" y="21162"/>
                    <a:pt x="13883" y="21162"/>
                  </a:cubicBezTo>
                  <a:close/>
                  <a:moveTo>
                    <a:pt x="2304" y="23961"/>
                  </a:moveTo>
                  <a:cubicBezTo>
                    <a:pt x="2444" y="23961"/>
                    <a:pt x="2605" y="24108"/>
                    <a:pt x="2557" y="24286"/>
                  </a:cubicBezTo>
                  <a:cubicBezTo>
                    <a:pt x="2481" y="24512"/>
                    <a:pt x="2481" y="24737"/>
                    <a:pt x="2557" y="24938"/>
                  </a:cubicBezTo>
                  <a:cubicBezTo>
                    <a:pt x="2604" y="25129"/>
                    <a:pt x="2440" y="25269"/>
                    <a:pt x="2294" y="25269"/>
                  </a:cubicBezTo>
                  <a:cubicBezTo>
                    <a:pt x="2210" y="25269"/>
                    <a:pt x="2133" y="25223"/>
                    <a:pt x="2106" y="25113"/>
                  </a:cubicBezTo>
                  <a:cubicBezTo>
                    <a:pt x="2005" y="24762"/>
                    <a:pt x="2030" y="24436"/>
                    <a:pt x="2131" y="24111"/>
                  </a:cubicBezTo>
                  <a:cubicBezTo>
                    <a:pt x="2157" y="24004"/>
                    <a:pt x="2227" y="23961"/>
                    <a:pt x="2304" y="23961"/>
                  </a:cubicBezTo>
                  <a:close/>
                  <a:moveTo>
                    <a:pt x="3197" y="24109"/>
                  </a:moveTo>
                  <a:cubicBezTo>
                    <a:pt x="3304" y="24109"/>
                    <a:pt x="3411" y="24173"/>
                    <a:pt x="3434" y="24311"/>
                  </a:cubicBezTo>
                  <a:lnTo>
                    <a:pt x="3534" y="25263"/>
                  </a:lnTo>
                  <a:cubicBezTo>
                    <a:pt x="3548" y="25426"/>
                    <a:pt x="3414" y="25516"/>
                    <a:pt x="3285" y="25516"/>
                  </a:cubicBezTo>
                  <a:cubicBezTo>
                    <a:pt x="3176" y="25516"/>
                    <a:pt x="3069" y="25452"/>
                    <a:pt x="3058" y="25314"/>
                  </a:cubicBezTo>
                  <a:lnTo>
                    <a:pt x="2958" y="24361"/>
                  </a:lnTo>
                  <a:cubicBezTo>
                    <a:pt x="2944" y="24198"/>
                    <a:pt x="3070" y="24109"/>
                    <a:pt x="3197" y="24109"/>
                  </a:cubicBezTo>
                  <a:close/>
                  <a:moveTo>
                    <a:pt x="20698" y="22221"/>
                  </a:moveTo>
                  <a:cubicBezTo>
                    <a:pt x="20762" y="22221"/>
                    <a:pt x="20828" y="22253"/>
                    <a:pt x="20878" y="22331"/>
                  </a:cubicBezTo>
                  <a:cubicBezTo>
                    <a:pt x="21604" y="23509"/>
                    <a:pt x="22081" y="24787"/>
                    <a:pt x="22356" y="26141"/>
                  </a:cubicBezTo>
                  <a:cubicBezTo>
                    <a:pt x="22383" y="26303"/>
                    <a:pt x="22264" y="26393"/>
                    <a:pt x="22136" y="26393"/>
                  </a:cubicBezTo>
                  <a:cubicBezTo>
                    <a:pt x="22028" y="26393"/>
                    <a:pt x="21915" y="26329"/>
                    <a:pt x="21880" y="26191"/>
                  </a:cubicBezTo>
                  <a:cubicBezTo>
                    <a:pt x="21629" y="24913"/>
                    <a:pt x="21178" y="23710"/>
                    <a:pt x="20502" y="22607"/>
                  </a:cubicBezTo>
                  <a:cubicBezTo>
                    <a:pt x="20376" y="22427"/>
                    <a:pt x="20534" y="22221"/>
                    <a:pt x="20698" y="22221"/>
                  </a:cubicBezTo>
                  <a:close/>
                  <a:moveTo>
                    <a:pt x="6057" y="21165"/>
                  </a:moveTo>
                  <a:cubicBezTo>
                    <a:pt x="6139" y="21165"/>
                    <a:pt x="6222" y="21206"/>
                    <a:pt x="6266" y="21304"/>
                  </a:cubicBezTo>
                  <a:cubicBezTo>
                    <a:pt x="7043" y="22983"/>
                    <a:pt x="7344" y="24762"/>
                    <a:pt x="7193" y="26617"/>
                  </a:cubicBezTo>
                  <a:cubicBezTo>
                    <a:pt x="7182" y="26749"/>
                    <a:pt x="7085" y="26808"/>
                    <a:pt x="6980" y="26808"/>
                  </a:cubicBezTo>
                  <a:cubicBezTo>
                    <a:pt x="6847" y="26808"/>
                    <a:pt x="6703" y="26711"/>
                    <a:pt x="6717" y="26542"/>
                  </a:cubicBezTo>
                  <a:cubicBezTo>
                    <a:pt x="6867" y="24787"/>
                    <a:pt x="6567" y="23083"/>
                    <a:pt x="5840" y="21479"/>
                  </a:cubicBezTo>
                  <a:cubicBezTo>
                    <a:pt x="5759" y="21301"/>
                    <a:pt x="5908" y="21165"/>
                    <a:pt x="6057" y="21165"/>
                  </a:cubicBezTo>
                  <a:close/>
                  <a:moveTo>
                    <a:pt x="9884" y="23984"/>
                  </a:moveTo>
                  <a:cubicBezTo>
                    <a:pt x="9988" y="23984"/>
                    <a:pt x="10089" y="24048"/>
                    <a:pt x="10101" y="24186"/>
                  </a:cubicBezTo>
                  <a:cubicBezTo>
                    <a:pt x="10201" y="25414"/>
                    <a:pt x="10627" y="26517"/>
                    <a:pt x="11404" y="27469"/>
                  </a:cubicBezTo>
                  <a:cubicBezTo>
                    <a:pt x="11532" y="27634"/>
                    <a:pt x="11365" y="27839"/>
                    <a:pt x="11198" y="27839"/>
                  </a:cubicBezTo>
                  <a:cubicBezTo>
                    <a:pt x="11136" y="27839"/>
                    <a:pt x="11075" y="27812"/>
                    <a:pt x="11028" y="27745"/>
                  </a:cubicBezTo>
                  <a:cubicBezTo>
                    <a:pt x="10201" y="26717"/>
                    <a:pt x="9750" y="25539"/>
                    <a:pt x="9649" y="24236"/>
                  </a:cubicBezTo>
                  <a:cubicBezTo>
                    <a:pt x="9636" y="24073"/>
                    <a:pt x="9762" y="23984"/>
                    <a:pt x="9884" y="23984"/>
                  </a:cubicBezTo>
                  <a:close/>
                  <a:moveTo>
                    <a:pt x="31812" y="23808"/>
                  </a:moveTo>
                  <a:cubicBezTo>
                    <a:pt x="31918" y="23808"/>
                    <a:pt x="32019" y="23872"/>
                    <a:pt x="32031" y="24010"/>
                  </a:cubicBezTo>
                  <a:cubicBezTo>
                    <a:pt x="32031" y="25213"/>
                    <a:pt x="32131" y="26441"/>
                    <a:pt x="32306" y="27644"/>
                  </a:cubicBezTo>
                  <a:cubicBezTo>
                    <a:pt x="32333" y="27807"/>
                    <a:pt x="32206" y="27897"/>
                    <a:pt x="32076" y="27897"/>
                  </a:cubicBezTo>
                  <a:cubicBezTo>
                    <a:pt x="31966" y="27897"/>
                    <a:pt x="31853" y="27832"/>
                    <a:pt x="31830" y="27695"/>
                  </a:cubicBezTo>
                  <a:cubicBezTo>
                    <a:pt x="31680" y="26492"/>
                    <a:pt x="31579" y="25263"/>
                    <a:pt x="31554" y="24060"/>
                  </a:cubicBezTo>
                  <a:cubicBezTo>
                    <a:pt x="31554" y="23898"/>
                    <a:pt x="31687" y="23808"/>
                    <a:pt x="31812" y="23808"/>
                  </a:cubicBezTo>
                  <a:close/>
                  <a:moveTo>
                    <a:pt x="26083" y="4047"/>
                  </a:moveTo>
                  <a:cubicBezTo>
                    <a:pt x="26165" y="4047"/>
                    <a:pt x="26247" y="4088"/>
                    <a:pt x="26291" y="4186"/>
                  </a:cubicBezTo>
                  <a:cubicBezTo>
                    <a:pt x="30076" y="12005"/>
                    <a:pt x="29249" y="20802"/>
                    <a:pt x="28371" y="29148"/>
                  </a:cubicBezTo>
                  <a:cubicBezTo>
                    <a:pt x="28360" y="29291"/>
                    <a:pt x="28262" y="29352"/>
                    <a:pt x="28158" y="29352"/>
                  </a:cubicBezTo>
                  <a:cubicBezTo>
                    <a:pt x="28025" y="29352"/>
                    <a:pt x="27881" y="29253"/>
                    <a:pt x="27895" y="29098"/>
                  </a:cubicBezTo>
                  <a:cubicBezTo>
                    <a:pt x="28772" y="20802"/>
                    <a:pt x="29599" y="12105"/>
                    <a:pt x="25865" y="4361"/>
                  </a:cubicBezTo>
                  <a:cubicBezTo>
                    <a:pt x="25784" y="4183"/>
                    <a:pt x="25933" y="4047"/>
                    <a:pt x="26083" y="4047"/>
                  </a:cubicBezTo>
                  <a:close/>
                  <a:moveTo>
                    <a:pt x="12906" y="30325"/>
                  </a:moveTo>
                  <a:cubicBezTo>
                    <a:pt x="13186" y="30325"/>
                    <a:pt x="13225" y="30754"/>
                    <a:pt x="12933" y="30802"/>
                  </a:cubicBezTo>
                  <a:cubicBezTo>
                    <a:pt x="12925" y="30803"/>
                    <a:pt x="12917" y="30803"/>
                    <a:pt x="12910" y="30803"/>
                  </a:cubicBezTo>
                  <a:cubicBezTo>
                    <a:pt x="12630" y="30803"/>
                    <a:pt x="12590" y="30351"/>
                    <a:pt x="12883" y="30326"/>
                  </a:cubicBezTo>
                  <a:cubicBezTo>
                    <a:pt x="12891" y="30325"/>
                    <a:pt x="12899" y="30325"/>
                    <a:pt x="12906" y="30325"/>
                  </a:cubicBezTo>
                  <a:close/>
                  <a:moveTo>
                    <a:pt x="22796" y="5563"/>
                  </a:moveTo>
                  <a:cubicBezTo>
                    <a:pt x="22903" y="5563"/>
                    <a:pt x="23010" y="5627"/>
                    <a:pt x="23033" y="5765"/>
                  </a:cubicBezTo>
                  <a:cubicBezTo>
                    <a:pt x="23409" y="10025"/>
                    <a:pt x="21379" y="14411"/>
                    <a:pt x="23359" y="18471"/>
                  </a:cubicBezTo>
                  <a:cubicBezTo>
                    <a:pt x="24261" y="20351"/>
                    <a:pt x="25063" y="22055"/>
                    <a:pt x="25264" y="24161"/>
                  </a:cubicBezTo>
                  <a:cubicBezTo>
                    <a:pt x="25489" y="26341"/>
                    <a:pt x="25264" y="28522"/>
                    <a:pt x="25038" y="30677"/>
                  </a:cubicBezTo>
                  <a:cubicBezTo>
                    <a:pt x="25027" y="30809"/>
                    <a:pt x="24934" y="30868"/>
                    <a:pt x="24835" y="30868"/>
                  </a:cubicBezTo>
                  <a:cubicBezTo>
                    <a:pt x="24709" y="30868"/>
                    <a:pt x="24573" y="30771"/>
                    <a:pt x="24587" y="30602"/>
                  </a:cubicBezTo>
                  <a:cubicBezTo>
                    <a:pt x="24812" y="28271"/>
                    <a:pt x="25063" y="25915"/>
                    <a:pt x="24712" y="23584"/>
                  </a:cubicBezTo>
                  <a:cubicBezTo>
                    <a:pt x="24386" y="21304"/>
                    <a:pt x="23158" y="19649"/>
                    <a:pt x="22457" y="17544"/>
                  </a:cubicBezTo>
                  <a:cubicBezTo>
                    <a:pt x="21153" y="13735"/>
                    <a:pt x="22908" y="9699"/>
                    <a:pt x="22557" y="5815"/>
                  </a:cubicBezTo>
                  <a:cubicBezTo>
                    <a:pt x="22543" y="5652"/>
                    <a:pt x="22669" y="5563"/>
                    <a:pt x="22796" y="5563"/>
                  </a:cubicBezTo>
                  <a:close/>
                  <a:moveTo>
                    <a:pt x="21848" y="31350"/>
                  </a:moveTo>
                  <a:cubicBezTo>
                    <a:pt x="22110" y="31350"/>
                    <a:pt x="22141" y="31781"/>
                    <a:pt x="21855" y="31805"/>
                  </a:cubicBezTo>
                  <a:cubicBezTo>
                    <a:pt x="21840" y="31807"/>
                    <a:pt x="21826" y="31809"/>
                    <a:pt x="21812" y="31809"/>
                  </a:cubicBezTo>
                  <a:cubicBezTo>
                    <a:pt x="21550" y="31809"/>
                    <a:pt x="21519" y="31378"/>
                    <a:pt x="21805" y="31354"/>
                  </a:cubicBezTo>
                  <a:cubicBezTo>
                    <a:pt x="21820" y="31351"/>
                    <a:pt x="21834" y="31350"/>
                    <a:pt x="21848" y="31350"/>
                  </a:cubicBezTo>
                  <a:close/>
                  <a:moveTo>
                    <a:pt x="13134" y="26084"/>
                  </a:moveTo>
                  <a:cubicBezTo>
                    <a:pt x="13182" y="26084"/>
                    <a:pt x="13233" y="26101"/>
                    <a:pt x="13284" y="26141"/>
                  </a:cubicBezTo>
                  <a:cubicBezTo>
                    <a:pt x="15414" y="27795"/>
                    <a:pt x="16893" y="30076"/>
                    <a:pt x="17544" y="32707"/>
                  </a:cubicBezTo>
                  <a:cubicBezTo>
                    <a:pt x="17586" y="32860"/>
                    <a:pt x="17466" y="32951"/>
                    <a:pt x="17338" y="32951"/>
                  </a:cubicBezTo>
                  <a:cubicBezTo>
                    <a:pt x="17235" y="32951"/>
                    <a:pt x="17127" y="32892"/>
                    <a:pt x="17093" y="32757"/>
                  </a:cubicBezTo>
                  <a:cubicBezTo>
                    <a:pt x="16441" y="30251"/>
                    <a:pt x="15038" y="28096"/>
                    <a:pt x="12983" y="26517"/>
                  </a:cubicBezTo>
                  <a:cubicBezTo>
                    <a:pt x="12802" y="26356"/>
                    <a:pt x="12943" y="26084"/>
                    <a:pt x="13134" y="26084"/>
                  </a:cubicBezTo>
                  <a:close/>
                  <a:moveTo>
                    <a:pt x="27731" y="31795"/>
                  </a:moveTo>
                  <a:cubicBezTo>
                    <a:pt x="27792" y="31795"/>
                    <a:pt x="27853" y="31827"/>
                    <a:pt x="27895" y="31905"/>
                  </a:cubicBezTo>
                  <a:cubicBezTo>
                    <a:pt x="28346" y="32682"/>
                    <a:pt x="28597" y="33534"/>
                    <a:pt x="28622" y="34436"/>
                  </a:cubicBezTo>
                  <a:cubicBezTo>
                    <a:pt x="28622" y="34599"/>
                    <a:pt x="28490" y="34689"/>
                    <a:pt x="28365" y="34689"/>
                  </a:cubicBezTo>
                  <a:cubicBezTo>
                    <a:pt x="28258" y="34689"/>
                    <a:pt x="28157" y="34624"/>
                    <a:pt x="28146" y="34487"/>
                  </a:cubicBezTo>
                  <a:cubicBezTo>
                    <a:pt x="28146" y="33659"/>
                    <a:pt x="27920" y="32883"/>
                    <a:pt x="27519" y="32181"/>
                  </a:cubicBezTo>
                  <a:cubicBezTo>
                    <a:pt x="27411" y="32001"/>
                    <a:pt x="27574" y="31795"/>
                    <a:pt x="27731" y="31795"/>
                  </a:cubicBezTo>
                  <a:close/>
                  <a:moveTo>
                    <a:pt x="24215" y="34471"/>
                  </a:moveTo>
                  <a:cubicBezTo>
                    <a:pt x="24344" y="34471"/>
                    <a:pt x="24487" y="34568"/>
                    <a:pt x="24487" y="34737"/>
                  </a:cubicBezTo>
                  <a:cubicBezTo>
                    <a:pt x="24462" y="34963"/>
                    <a:pt x="24462" y="35213"/>
                    <a:pt x="24437" y="35439"/>
                  </a:cubicBezTo>
                  <a:cubicBezTo>
                    <a:pt x="24426" y="35571"/>
                    <a:pt x="24333" y="35630"/>
                    <a:pt x="24234" y="35630"/>
                  </a:cubicBezTo>
                  <a:cubicBezTo>
                    <a:pt x="24107" y="35630"/>
                    <a:pt x="23971" y="35533"/>
                    <a:pt x="23985" y="35364"/>
                  </a:cubicBezTo>
                  <a:cubicBezTo>
                    <a:pt x="23985" y="35138"/>
                    <a:pt x="24010" y="34888"/>
                    <a:pt x="24010" y="34662"/>
                  </a:cubicBezTo>
                  <a:cubicBezTo>
                    <a:pt x="24021" y="34530"/>
                    <a:pt x="24114" y="34471"/>
                    <a:pt x="24215" y="34471"/>
                  </a:cubicBezTo>
                  <a:close/>
                  <a:moveTo>
                    <a:pt x="25194" y="34596"/>
                  </a:moveTo>
                  <a:cubicBezTo>
                    <a:pt x="25329" y="34596"/>
                    <a:pt x="25467" y="34694"/>
                    <a:pt x="25439" y="34862"/>
                  </a:cubicBezTo>
                  <a:cubicBezTo>
                    <a:pt x="25389" y="35138"/>
                    <a:pt x="25339" y="35414"/>
                    <a:pt x="25289" y="35690"/>
                  </a:cubicBezTo>
                  <a:cubicBezTo>
                    <a:pt x="25267" y="35821"/>
                    <a:pt x="25163" y="35881"/>
                    <a:pt x="25057" y="35881"/>
                  </a:cubicBezTo>
                  <a:cubicBezTo>
                    <a:pt x="24922" y="35881"/>
                    <a:pt x="24784" y="35783"/>
                    <a:pt x="24812" y="35614"/>
                  </a:cubicBezTo>
                  <a:cubicBezTo>
                    <a:pt x="24863" y="35339"/>
                    <a:pt x="24913" y="35063"/>
                    <a:pt x="24963" y="34787"/>
                  </a:cubicBezTo>
                  <a:cubicBezTo>
                    <a:pt x="24985" y="34655"/>
                    <a:pt x="25089" y="34596"/>
                    <a:pt x="25194" y="34596"/>
                  </a:cubicBezTo>
                  <a:close/>
                  <a:moveTo>
                    <a:pt x="25754" y="37274"/>
                  </a:moveTo>
                  <a:cubicBezTo>
                    <a:pt x="25916" y="37274"/>
                    <a:pt x="26076" y="37486"/>
                    <a:pt x="25965" y="37670"/>
                  </a:cubicBezTo>
                  <a:cubicBezTo>
                    <a:pt x="25589" y="38246"/>
                    <a:pt x="24988" y="38697"/>
                    <a:pt x="24286" y="38797"/>
                  </a:cubicBezTo>
                  <a:cubicBezTo>
                    <a:pt x="24216" y="38807"/>
                    <a:pt x="24144" y="38813"/>
                    <a:pt x="24072" y="38813"/>
                  </a:cubicBezTo>
                  <a:cubicBezTo>
                    <a:pt x="23606" y="38813"/>
                    <a:pt x="23131" y="38598"/>
                    <a:pt x="22958" y="38121"/>
                  </a:cubicBezTo>
                  <a:cubicBezTo>
                    <a:pt x="22910" y="37930"/>
                    <a:pt x="23065" y="37789"/>
                    <a:pt x="23209" y="37789"/>
                  </a:cubicBezTo>
                  <a:cubicBezTo>
                    <a:pt x="23292" y="37789"/>
                    <a:pt x="23372" y="37835"/>
                    <a:pt x="23409" y="37945"/>
                  </a:cubicBezTo>
                  <a:cubicBezTo>
                    <a:pt x="23496" y="38237"/>
                    <a:pt x="23754" y="38333"/>
                    <a:pt x="24033" y="38333"/>
                  </a:cubicBezTo>
                  <a:cubicBezTo>
                    <a:pt x="24233" y="38333"/>
                    <a:pt x="24444" y="38284"/>
                    <a:pt x="24612" y="38221"/>
                  </a:cubicBezTo>
                  <a:cubicBezTo>
                    <a:pt x="25038" y="38071"/>
                    <a:pt x="25364" y="37770"/>
                    <a:pt x="25589" y="37369"/>
                  </a:cubicBezTo>
                  <a:cubicBezTo>
                    <a:pt x="25636" y="37302"/>
                    <a:pt x="25695" y="37274"/>
                    <a:pt x="25754" y="37274"/>
                  </a:cubicBezTo>
                  <a:close/>
                  <a:moveTo>
                    <a:pt x="30101" y="0"/>
                  </a:moveTo>
                  <a:cubicBezTo>
                    <a:pt x="28146" y="1805"/>
                    <a:pt x="23885" y="2306"/>
                    <a:pt x="23158" y="2381"/>
                  </a:cubicBezTo>
                  <a:cubicBezTo>
                    <a:pt x="16341" y="18547"/>
                    <a:pt x="1504" y="22682"/>
                    <a:pt x="0" y="23058"/>
                  </a:cubicBezTo>
                  <a:lnTo>
                    <a:pt x="0" y="27469"/>
                  </a:lnTo>
                  <a:cubicBezTo>
                    <a:pt x="8597" y="27569"/>
                    <a:pt x="16166" y="34311"/>
                    <a:pt x="19650" y="37945"/>
                  </a:cubicBezTo>
                  <a:cubicBezTo>
                    <a:pt x="19875" y="35665"/>
                    <a:pt x="20101" y="33334"/>
                    <a:pt x="19775" y="31028"/>
                  </a:cubicBezTo>
                  <a:cubicBezTo>
                    <a:pt x="19449" y="28772"/>
                    <a:pt x="18221" y="27093"/>
                    <a:pt x="17494" y="25013"/>
                  </a:cubicBezTo>
                  <a:cubicBezTo>
                    <a:pt x="16191" y="21203"/>
                    <a:pt x="17970" y="17168"/>
                    <a:pt x="17619" y="13283"/>
                  </a:cubicBezTo>
                  <a:cubicBezTo>
                    <a:pt x="17605" y="13115"/>
                    <a:pt x="17741" y="13017"/>
                    <a:pt x="17868" y="13017"/>
                  </a:cubicBezTo>
                  <a:cubicBezTo>
                    <a:pt x="17967" y="13017"/>
                    <a:pt x="18060" y="13076"/>
                    <a:pt x="18071" y="13208"/>
                  </a:cubicBezTo>
                  <a:cubicBezTo>
                    <a:pt x="18472" y="17469"/>
                    <a:pt x="16441" y="21880"/>
                    <a:pt x="18396" y="25915"/>
                  </a:cubicBezTo>
                  <a:cubicBezTo>
                    <a:pt x="19324" y="27795"/>
                    <a:pt x="20101" y="29499"/>
                    <a:pt x="20326" y="31604"/>
                  </a:cubicBezTo>
                  <a:cubicBezTo>
                    <a:pt x="20552" y="33785"/>
                    <a:pt x="20326" y="35990"/>
                    <a:pt x="20101" y="38146"/>
                  </a:cubicBezTo>
                  <a:cubicBezTo>
                    <a:pt x="20101" y="38221"/>
                    <a:pt x="20051" y="38296"/>
                    <a:pt x="19975" y="38321"/>
                  </a:cubicBezTo>
                  <a:cubicBezTo>
                    <a:pt x="20878" y="39274"/>
                    <a:pt x="21454" y="39950"/>
                    <a:pt x="21604" y="40176"/>
                  </a:cubicBezTo>
                  <a:cubicBezTo>
                    <a:pt x="24061" y="40000"/>
                    <a:pt x="25815" y="39248"/>
                    <a:pt x="27118" y="38271"/>
                  </a:cubicBezTo>
                  <a:cubicBezTo>
                    <a:pt x="27945" y="37018"/>
                    <a:pt x="28747" y="35740"/>
                    <a:pt x="29524" y="34461"/>
                  </a:cubicBezTo>
                  <a:cubicBezTo>
                    <a:pt x="29775" y="34010"/>
                    <a:pt x="30026" y="33584"/>
                    <a:pt x="30276" y="33158"/>
                  </a:cubicBezTo>
                  <a:cubicBezTo>
                    <a:pt x="30552" y="32030"/>
                    <a:pt x="30552" y="31178"/>
                    <a:pt x="30552" y="31078"/>
                  </a:cubicBezTo>
                  <a:lnTo>
                    <a:pt x="30552" y="30978"/>
                  </a:lnTo>
                  <a:lnTo>
                    <a:pt x="30677" y="30928"/>
                  </a:lnTo>
                  <a:cubicBezTo>
                    <a:pt x="31028" y="30827"/>
                    <a:pt x="31354" y="30727"/>
                    <a:pt x="31680" y="30577"/>
                  </a:cubicBezTo>
                  <a:cubicBezTo>
                    <a:pt x="32632" y="28722"/>
                    <a:pt x="33509" y="26842"/>
                    <a:pt x="34336" y="24938"/>
                  </a:cubicBezTo>
                  <a:cubicBezTo>
                    <a:pt x="34161" y="23835"/>
                    <a:pt x="33835" y="23008"/>
                    <a:pt x="33810" y="23008"/>
                  </a:cubicBezTo>
                  <a:lnTo>
                    <a:pt x="33760" y="22857"/>
                  </a:lnTo>
                  <a:lnTo>
                    <a:pt x="33885" y="22807"/>
                  </a:lnTo>
                  <a:cubicBezTo>
                    <a:pt x="34411" y="22582"/>
                    <a:pt x="35464" y="21203"/>
                    <a:pt x="36166" y="19248"/>
                  </a:cubicBezTo>
                  <a:cubicBezTo>
                    <a:pt x="36667" y="17845"/>
                    <a:pt x="37294" y="15113"/>
                    <a:pt x="36041" y="12657"/>
                  </a:cubicBezTo>
                  <a:cubicBezTo>
                    <a:pt x="33860" y="8471"/>
                    <a:pt x="30677" y="6943"/>
                    <a:pt x="30652" y="6943"/>
                  </a:cubicBezTo>
                  <a:lnTo>
                    <a:pt x="30577" y="6892"/>
                  </a:lnTo>
                  <a:lnTo>
                    <a:pt x="301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24"/>
            <p:cNvSpPr/>
            <p:nvPr/>
          </p:nvSpPr>
          <p:spPr>
            <a:xfrm>
              <a:off x="3007022" y="2829935"/>
              <a:ext cx="692977" cy="753429"/>
            </a:xfrm>
            <a:custGeom>
              <a:rect b="b" l="l" r="r" t="t"/>
              <a:pathLst>
                <a:path extrusionOk="0" h="41229" w="37921">
                  <a:moveTo>
                    <a:pt x="30677" y="0"/>
                  </a:moveTo>
                  <a:lnTo>
                    <a:pt x="30427" y="276"/>
                  </a:lnTo>
                  <a:cubicBezTo>
                    <a:pt x="28547" y="2306"/>
                    <a:pt x="23409" y="2807"/>
                    <a:pt x="23334" y="2807"/>
                  </a:cubicBezTo>
                  <a:lnTo>
                    <a:pt x="23259" y="2832"/>
                  </a:lnTo>
                  <a:lnTo>
                    <a:pt x="23209" y="2908"/>
                  </a:lnTo>
                  <a:cubicBezTo>
                    <a:pt x="16141" y="19775"/>
                    <a:pt x="276" y="23484"/>
                    <a:pt x="101" y="23509"/>
                  </a:cubicBezTo>
                  <a:lnTo>
                    <a:pt x="1" y="23534"/>
                  </a:lnTo>
                  <a:lnTo>
                    <a:pt x="1" y="28522"/>
                  </a:lnTo>
                  <a:lnTo>
                    <a:pt x="151" y="28522"/>
                  </a:lnTo>
                  <a:cubicBezTo>
                    <a:pt x="452" y="28522"/>
                    <a:pt x="777" y="28522"/>
                    <a:pt x="1103" y="28547"/>
                  </a:cubicBezTo>
                  <a:cubicBezTo>
                    <a:pt x="1229" y="28547"/>
                    <a:pt x="1354" y="28572"/>
                    <a:pt x="1504" y="28572"/>
                  </a:cubicBezTo>
                  <a:cubicBezTo>
                    <a:pt x="12532" y="29474"/>
                    <a:pt x="21630" y="41028"/>
                    <a:pt x="21730" y="41153"/>
                  </a:cubicBezTo>
                  <a:lnTo>
                    <a:pt x="21780" y="41229"/>
                  </a:lnTo>
                  <a:lnTo>
                    <a:pt x="21855" y="41204"/>
                  </a:lnTo>
                  <a:cubicBezTo>
                    <a:pt x="22181" y="41204"/>
                    <a:pt x="22507" y="41153"/>
                    <a:pt x="22808" y="41128"/>
                  </a:cubicBezTo>
                  <a:cubicBezTo>
                    <a:pt x="22933" y="41103"/>
                    <a:pt x="23033" y="41078"/>
                    <a:pt x="23133" y="41078"/>
                  </a:cubicBezTo>
                  <a:cubicBezTo>
                    <a:pt x="24687" y="40828"/>
                    <a:pt x="25941" y="40326"/>
                    <a:pt x="26968" y="39650"/>
                  </a:cubicBezTo>
                  <a:cubicBezTo>
                    <a:pt x="27118" y="39424"/>
                    <a:pt x="27269" y="39199"/>
                    <a:pt x="27419" y="38998"/>
                  </a:cubicBezTo>
                  <a:lnTo>
                    <a:pt x="27419" y="38998"/>
                  </a:lnTo>
                  <a:cubicBezTo>
                    <a:pt x="26116" y="40001"/>
                    <a:pt x="24362" y="40727"/>
                    <a:pt x="21905" y="40903"/>
                  </a:cubicBezTo>
                  <a:cubicBezTo>
                    <a:pt x="21755" y="40677"/>
                    <a:pt x="21179" y="40001"/>
                    <a:pt x="20276" y="39048"/>
                  </a:cubicBezTo>
                  <a:cubicBezTo>
                    <a:pt x="20255" y="39057"/>
                    <a:pt x="20230" y="39061"/>
                    <a:pt x="20205" y="39061"/>
                  </a:cubicBezTo>
                  <a:cubicBezTo>
                    <a:pt x="20080" y="39061"/>
                    <a:pt x="19925" y="38964"/>
                    <a:pt x="19925" y="38798"/>
                  </a:cubicBezTo>
                  <a:cubicBezTo>
                    <a:pt x="19951" y="38747"/>
                    <a:pt x="19951" y="38722"/>
                    <a:pt x="19951" y="38672"/>
                  </a:cubicBezTo>
                  <a:cubicBezTo>
                    <a:pt x="16467" y="35038"/>
                    <a:pt x="8898" y="28296"/>
                    <a:pt x="301" y="28196"/>
                  </a:cubicBezTo>
                  <a:lnTo>
                    <a:pt x="301" y="23785"/>
                  </a:lnTo>
                  <a:cubicBezTo>
                    <a:pt x="1805" y="23409"/>
                    <a:pt x="16642" y="19274"/>
                    <a:pt x="23459" y="3108"/>
                  </a:cubicBezTo>
                  <a:cubicBezTo>
                    <a:pt x="24186" y="3033"/>
                    <a:pt x="28447" y="2532"/>
                    <a:pt x="30402" y="727"/>
                  </a:cubicBezTo>
                  <a:lnTo>
                    <a:pt x="30878" y="7619"/>
                  </a:lnTo>
                  <a:lnTo>
                    <a:pt x="30953" y="7670"/>
                  </a:lnTo>
                  <a:cubicBezTo>
                    <a:pt x="30978" y="7670"/>
                    <a:pt x="34161" y="9223"/>
                    <a:pt x="36342" y="13384"/>
                  </a:cubicBezTo>
                  <a:cubicBezTo>
                    <a:pt x="37595" y="15840"/>
                    <a:pt x="36968" y="18572"/>
                    <a:pt x="36467" y="19975"/>
                  </a:cubicBezTo>
                  <a:cubicBezTo>
                    <a:pt x="35765" y="21930"/>
                    <a:pt x="34712" y="23309"/>
                    <a:pt x="34186" y="23534"/>
                  </a:cubicBezTo>
                  <a:lnTo>
                    <a:pt x="34061" y="23584"/>
                  </a:lnTo>
                  <a:lnTo>
                    <a:pt x="34111" y="23735"/>
                  </a:lnTo>
                  <a:cubicBezTo>
                    <a:pt x="34136" y="23760"/>
                    <a:pt x="34462" y="24562"/>
                    <a:pt x="34637" y="25665"/>
                  </a:cubicBezTo>
                  <a:cubicBezTo>
                    <a:pt x="34712" y="25489"/>
                    <a:pt x="34788" y="25314"/>
                    <a:pt x="34863" y="25138"/>
                  </a:cubicBezTo>
                  <a:cubicBezTo>
                    <a:pt x="34712" y="24487"/>
                    <a:pt x="34537" y="23960"/>
                    <a:pt x="34462" y="23735"/>
                  </a:cubicBezTo>
                  <a:cubicBezTo>
                    <a:pt x="35114" y="23334"/>
                    <a:pt x="36116" y="21905"/>
                    <a:pt x="36768" y="20076"/>
                  </a:cubicBezTo>
                  <a:cubicBezTo>
                    <a:pt x="37269" y="18622"/>
                    <a:pt x="37921" y="15815"/>
                    <a:pt x="36617" y="13259"/>
                  </a:cubicBezTo>
                  <a:cubicBezTo>
                    <a:pt x="34587" y="9349"/>
                    <a:pt x="31705" y="7695"/>
                    <a:pt x="31179" y="7419"/>
                  </a:cubicBezTo>
                  <a:lnTo>
                    <a:pt x="30702" y="451"/>
                  </a:lnTo>
                  <a:lnTo>
                    <a:pt x="30677" y="76"/>
                  </a:lnTo>
                  <a:lnTo>
                    <a:pt x="3067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4"/>
            <p:cNvSpPr/>
            <p:nvPr/>
          </p:nvSpPr>
          <p:spPr>
            <a:xfrm>
              <a:off x="2173460" y="2381997"/>
              <a:ext cx="1479830" cy="1059193"/>
            </a:xfrm>
            <a:custGeom>
              <a:rect b="b" l="l" r="r" t="t"/>
              <a:pathLst>
                <a:path extrusionOk="0" h="57961" w="80979">
                  <a:moveTo>
                    <a:pt x="23399" y="10729"/>
                  </a:moveTo>
                  <a:cubicBezTo>
                    <a:pt x="23541" y="10729"/>
                    <a:pt x="23688" y="10873"/>
                    <a:pt x="23584" y="11029"/>
                  </a:cubicBezTo>
                  <a:cubicBezTo>
                    <a:pt x="23108" y="11831"/>
                    <a:pt x="22482" y="12557"/>
                    <a:pt x="21780" y="13234"/>
                  </a:cubicBezTo>
                  <a:cubicBezTo>
                    <a:pt x="22607" y="15590"/>
                    <a:pt x="23309" y="18146"/>
                    <a:pt x="22632" y="20653"/>
                  </a:cubicBezTo>
                  <a:cubicBezTo>
                    <a:pt x="22131" y="22633"/>
                    <a:pt x="20652" y="24437"/>
                    <a:pt x="18597" y="24863"/>
                  </a:cubicBezTo>
                  <a:cubicBezTo>
                    <a:pt x="18292" y="24930"/>
                    <a:pt x="17988" y="24962"/>
                    <a:pt x="17690" y="24962"/>
                  </a:cubicBezTo>
                  <a:cubicBezTo>
                    <a:pt x="15977" y="24962"/>
                    <a:pt x="14408" y="23923"/>
                    <a:pt x="13384" y="22557"/>
                  </a:cubicBezTo>
                  <a:cubicBezTo>
                    <a:pt x="12131" y="20903"/>
                    <a:pt x="11780" y="18973"/>
                    <a:pt x="11629" y="16993"/>
                  </a:cubicBezTo>
                  <a:cubicBezTo>
                    <a:pt x="10953" y="16943"/>
                    <a:pt x="10276" y="16843"/>
                    <a:pt x="9624" y="16693"/>
                  </a:cubicBezTo>
                  <a:cubicBezTo>
                    <a:pt x="9365" y="16622"/>
                    <a:pt x="9461" y="16262"/>
                    <a:pt x="9682" y="16262"/>
                  </a:cubicBezTo>
                  <a:cubicBezTo>
                    <a:pt x="9696" y="16262"/>
                    <a:pt x="9710" y="16264"/>
                    <a:pt x="9725" y="16267"/>
                  </a:cubicBezTo>
                  <a:cubicBezTo>
                    <a:pt x="9825" y="16292"/>
                    <a:pt x="9925" y="16317"/>
                    <a:pt x="10025" y="16342"/>
                  </a:cubicBezTo>
                  <a:lnTo>
                    <a:pt x="23058" y="11079"/>
                  </a:lnTo>
                  <a:cubicBezTo>
                    <a:pt x="23108" y="11003"/>
                    <a:pt x="23183" y="10903"/>
                    <a:pt x="23233" y="10828"/>
                  </a:cubicBezTo>
                  <a:cubicBezTo>
                    <a:pt x="23272" y="10758"/>
                    <a:pt x="23335" y="10729"/>
                    <a:pt x="23399" y="10729"/>
                  </a:cubicBezTo>
                  <a:close/>
                  <a:moveTo>
                    <a:pt x="39748" y="10253"/>
                  </a:moveTo>
                  <a:cubicBezTo>
                    <a:pt x="39813" y="10253"/>
                    <a:pt x="39879" y="10282"/>
                    <a:pt x="39925" y="10352"/>
                  </a:cubicBezTo>
                  <a:cubicBezTo>
                    <a:pt x="39975" y="10427"/>
                    <a:pt x="40026" y="10502"/>
                    <a:pt x="40076" y="10602"/>
                  </a:cubicBezTo>
                  <a:lnTo>
                    <a:pt x="54712" y="16517"/>
                  </a:lnTo>
                  <a:cubicBezTo>
                    <a:pt x="54813" y="16492"/>
                    <a:pt x="54913" y="16467"/>
                    <a:pt x="55013" y="16442"/>
                  </a:cubicBezTo>
                  <a:cubicBezTo>
                    <a:pt x="55033" y="16436"/>
                    <a:pt x="55053" y="16433"/>
                    <a:pt x="55071" y="16433"/>
                  </a:cubicBezTo>
                  <a:cubicBezTo>
                    <a:pt x="55281" y="16433"/>
                    <a:pt x="55367" y="16797"/>
                    <a:pt x="55113" y="16843"/>
                  </a:cubicBezTo>
                  <a:cubicBezTo>
                    <a:pt x="54387" y="17044"/>
                    <a:pt x="53610" y="17144"/>
                    <a:pt x="52833" y="17194"/>
                  </a:cubicBezTo>
                  <a:cubicBezTo>
                    <a:pt x="52682" y="19425"/>
                    <a:pt x="52306" y="21555"/>
                    <a:pt x="50903" y="23435"/>
                  </a:cubicBezTo>
                  <a:cubicBezTo>
                    <a:pt x="49763" y="24925"/>
                    <a:pt x="48028" y="26090"/>
                    <a:pt x="46135" y="26090"/>
                  </a:cubicBezTo>
                  <a:cubicBezTo>
                    <a:pt x="45864" y="26090"/>
                    <a:pt x="45590" y="26066"/>
                    <a:pt x="45314" y="26016"/>
                  </a:cubicBezTo>
                  <a:cubicBezTo>
                    <a:pt x="42833" y="25590"/>
                    <a:pt x="41103" y="23410"/>
                    <a:pt x="40552" y="21054"/>
                  </a:cubicBezTo>
                  <a:cubicBezTo>
                    <a:pt x="39925" y="18347"/>
                    <a:pt x="40677" y="15590"/>
                    <a:pt x="41579" y="13009"/>
                  </a:cubicBezTo>
                  <a:cubicBezTo>
                    <a:pt x="40802" y="12282"/>
                    <a:pt x="40101" y="11455"/>
                    <a:pt x="39549" y="10552"/>
                  </a:cubicBezTo>
                  <a:cubicBezTo>
                    <a:pt x="39463" y="10397"/>
                    <a:pt x="39603" y="10253"/>
                    <a:pt x="39748" y="10253"/>
                  </a:cubicBezTo>
                  <a:close/>
                  <a:moveTo>
                    <a:pt x="28287" y="15308"/>
                  </a:moveTo>
                  <a:cubicBezTo>
                    <a:pt x="28396" y="15308"/>
                    <a:pt x="28509" y="15377"/>
                    <a:pt x="28522" y="15515"/>
                  </a:cubicBezTo>
                  <a:cubicBezTo>
                    <a:pt x="28547" y="17194"/>
                    <a:pt x="28597" y="18848"/>
                    <a:pt x="28597" y="20527"/>
                  </a:cubicBezTo>
                  <a:cubicBezTo>
                    <a:pt x="28597" y="21430"/>
                    <a:pt x="28547" y="22307"/>
                    <a:pt x="27770" y="22908"/>
                  </a:cubicBezTo>
                  <a:cubicBezTo>
                    <a:pt x="26842" y="23635"/>
                    <a:pt x="25213" y="23560"/>
                    <a:pt x="25038" y="25039"/>
                  </a:cubicBezTo>
                  <a:cubicBezTo>
                    <a:pt x="24801" y="26979"/>
                    <a:pt x="26889" y="27601"/>
                    <a:pt x="28431" y="27601"/>
                  </a:cubicBezTo>
                  <a:cubicBezTo>
                    <a:pt x="28521" y="27601"/>
                    <a:pt x="28611" y="27599"/>
                    <a:pt x="28697" y="27595"/>
                  </a:cubicBezTo>
                  <a:cubicBezTo>
                    <a:pt x="28973" y="27595"/>
                    <a:pt x="28973" y="28021"/>
                    <a:pt x="28697" y="28021"/>
                  </a:cubicBezTo>
                  <a:cubicBezTo>
                    <a:pt x="28551" y="28030"/>
                    <a:pt x="28402" y="28034"/>
                    <a:pt x="28251" y="28034"/>
                  </a:cubicBezTo>
                  <a:cubicBezTo>
                    <a:pt x="27064" y="28034"/>
                    <a:pt x="25797" y="27744"/>
                    <a:pt x="25063" y="26743"/>
                  </a:cubicBezTo>
                  <a:cubicBezTo>
                    <a:pt x="24562" y="25991"/>
                    <a:pt x="24361" y="24938"/>
                    <a:pt x="24863" y="24161"/>
                  </a:cubicBezTo>
                  <a:cubicBezTo>
                    <a:pt x="25639" y="22933"/>
                    <a:pt x="27594" y="23234"/>
                    <a:pt x="28071" y="21755"/>
                  </a:cubicBezTo>
                  <a:cubicBezTo>
                    <a:pt x="28371" y="20828"/>
                    <a:pt x="28146" y="19600"/>
                    <a:pt x="28121" y="18648"/>
                  </a:cubicBezTo>
                  <a:cubicBezTo>
                    <a:pt x="28121" y="17595"/>
                    <a:pt x="28096" y="16567"/>
                    <a:pt x="28071" y="15515"/>
                  </a:cubicBezTo>
                  <a:cubicBezTo>
                    <a:pt x="28071" y="15377"/>
                    <a:pt x="28177" y="15308"/>
                    <a:pt x="28287" y="15308"/>
                  </a:cubicBezTo>
                  <a:close/>
                  <a:moveTo>
                    <a:pt x="31120" y="31932"/>
                  </a:moveTo>
                  <a:cubicBezTo>
                    <a:pt x="33210" y="31932"/>
                    <a:pt x="35293" y="32954"/>
                    <a:pt x="36542" y="34989"/>
                  </a:cubicBezTo>
                  <a:cubicBezTo>
                    <a:pt x="36645" y="35144"/>
                    <a:pt x="36499" y="35299"/>
                    <a:pt x="36358" y="35299"/>
                  </a:cubicBezTo>
                  <a:cubicBezTo>
                    <a:pt x="36293" y="35299"/>
                    <a:pt x="36230" y="35267"/>
                    <a:pt x="36191" y="35189"/>
                  </a:cubicBezTo>
                  <a:cubicBezTo>
                    <a:pt x="35017" y="33305"/>
                    <a:pt x="33066" y="32351"/>
                    <a:pt x="31113" y="32351"/>
                  </a:cubicBezTo>
                  <a:cubicBezTo>
                    <a:pt x="29273" y="32351"/>
                    <a:pt x="27433" y="33199"/>
                    <a:pt x="26241" y="34913"/>
                  </a:cubicBezTo>
                  <a:cubicBezTo>
                    <a:pt x="26190" y="34979"/>
                    <a:pt x="26123" y="35007"/>
                    <a:pt x="26059" y="35007"/>
                  </a:cubicBezTo>
                  <a:cubicBezTo>
                    <a:pt x="25903" y="35007"/>
                    <a:pt x="25759" y="34847"/>
                    <a:pt x="25865" y="34688"/>
                  </a:cubicBezTo>
                  <a:cubicBezTo>
                    <a:pt x="27157" y="32848"/>
                    <a:pt x="29142" y="31932"/>
                    <a:pt x="31120" y="31932"/>
                  </a:cubicBezTo>
                  <a:close/>
                  <a:moveTo>
                    <a:pt x="14862" y="25990"/>
                  </a:moveTo>
                  <a:cubicBezTo>
                    <a:pt x="16414" y="25990"/>
                    <a:pt x="17962" y="26654"/>
                    <a:pt x="18973" y="28121"/>
                  </a:cubicBezTo>
                  <a:cubicBezTo>
                    <a:pt x="20201" y="29901"/>
                    <a:pt x="20301" y="32357"/>
                    <a:pt x="18973" y="34111"/>
                  </a:cubicBezTo>
                  <a:cubicBezTo>
                    <a:pt x="17956" y="35487"/>
                    <a:pt x="16304" y="36276"/>
                    <a:pt x="14624" y="36276"/>
                  </a:cubicBezTo>
                  <a:cubicBezTo>
                    <a:pt x="14193" y="36276"/>
                    <a:pt x="13759" y="36224"/>
                    <a:pt x="13334" y="36116"/>
                  </a:cubicBezTo>
                  <a:cubicBezTo>
                    <a:pt x="10978" y="35365"/>
                    <a:pt x="9299" y="32933"/>
                    <a:pt x="9599" y="30427"/>
                  </a:cubicBezTo>
                  <a:cubicBezTo>
                    <a:pt x="9952" y="27649"/>
                    <a:pt x="12411" y="25990"/>
                    <a:pt x="14862" y="25990"/>
                  </a:cubicBezTo>
                  <a:close/>
                  <a:moveTo>
                    <a:pt x="47770" y="27619"/>
                  </a:moveTo>
                  <a:cubicBezTo>
                    <a:pt x="49321" y="27619"/>
                    <a:pt x="50870" y="28284"/>
                    <a:pt x="51880" y="29750"/>
                  </a:cubicBezTo>
                  <a:cubicBezTo>
                    <a:pt x="53083" y="31530"/>
                    <a:pt x="53209" y="33986"/>
                    <a:pt x="51880" y="35740"/>
                  </a:cubicBezTo>
                  <a:cubicBezTo>
                    <a:pt x="50859" y="37122"/>
                    <a:pt x="49199" y="37895"/>
                    <a:pt x="47512" y="37895"/>
                  </a:cubicBezTo>
                  <a:cubicBezTo>
                    <a:pt x="47086" y="37895"/>
                    <a:pt x="46660" y="37846"/>
                    <a:pt x="46241" y="37745"/>
                  </a:cubicBezTo>
                  <a:cubicBezTo>
                    <a:pt x="43885" y="36969"/>
                    <a:pt x="42206" y="34563"/>
                    <a:pt x="42507" y="32056"/>
                  </a:cubicBezTo>
                  <a:cubicBezTo>
                    <a:pt x="42860" y="29278"/>
                    <a:pt x="45318" y="27619"/>
                    <a:pt x="47770" y="27619"/>
                  </a:cubicBezTo>
                  <a:close/>
                  <a:moveTo>
                    <a:pt x="47820" y="1"/>
                  </a:moveTo>
                  <a:cubicBezTo>
                    <a:pt x="47795" y="101"/>
                    <a:pt x="47795" y="176"/>
                    <a:pt x="47770" y="277"/>
                  </a:cubicBezTo>
                  <a:cubicBezTo>
                    <a:pt x="47745" y="377"/>
                    <a:pt x="47720" y="452"/>
                    <a:pt x="47720" y="552"/>
                  </a:cubicBezTo>
                  <a:cubicBezTo>
                    <a:pt x="47670" y="728"/>
                    <a:pt x="47645" y="903"/>
                    <a:pt x="47594" y="1079"/>
                  </a:cubicBezTo>
                  <a:cubicBezTo>
                    <a:pt x="47569" y="1254"/>
                    <a:pt x="47519" y="1429"/>
                    <a:pt x="47469" y="1605"/>
                  </a:cubicBezTo>
                  <a:cubicBezTo>
                    <a:pt x="47444" y="1680"/>
                    <a:pt x="47419" y="1780"/>
                    <a:pt x="47394" y="1856"/>
                  </a:cubicBezTo>
                  <a:cubicBezTo>
                    <a:pt x="47319" y="2081"/>
                    <a:pt x="47269" y="2307"/>
                    <a:pt x="47193" y="2532"/>
                  </a:cubicBezTo>
                  <a:cubicBezTo>
                    <a:pt x="47168" y="2582"/>
                    <a:pt x="47143" y="2633"/>
                    <a:pt x="47143" y="2683"/>
                  </a:cubicBezTo>
                  <a:cubicBezTo>
                    <a:pt x="47093" y="2808"/>
                    <a:pt x="47043" y="2933"/>
                    <a:pt x="46993" y="3084"/>
                  </a:cubicBezTo>
                  <a:cubicBezTo>
                    <a:pt x="46316" y="4913"/>
                    <a:pt x="45264" y="7219"/>
                    <a:pt x="43559" y="8347"/>
                  </a:cubicBezTo>
                  <a:cubicBezTo>
                    <a:pt x="43509" y="8372"/>
                    <a:pt x="43434" y="8422"/>
                    <a:pt x="43384" y="8447"/>
                  </a:cubicBezTo>
                  <a:cubicBezTo>
                    <a:pt x="43359" y="8472"/>
                    <a:pt x="43334" y="8472"/>
                    <a:pt x="43334" y="8497"/>
                  </a:cubicBezTo>
                  <a:lnTo>
                    <a:pt x="43309" y="8497"/>
                  </a:lnTo>
                  <a:cubicBezTo>
                    <a:pt x="43083" y="8623"/>
                    <a:pt x="42833" y="8748"/>
                    <a:pt x="42582" y="8823"/>
                  </a:cubicBezTo>
                  <a:cubicBezTo>
                    <a:pt x="42314" y="8908"/>
                    <a:pt x="42059" y="8948"/>
                    <a:pt x="41817" y="8948"/>
                  </a:cubicBezTo>
                  <a:cubicBezTo>
                    <a:pt x="39844" y="8948"/>
                    <a:pt x="38724" y="6284"/>
                    <a:pt x="38121" y="3560"/>
                  </a:cubicBezTo>
                  <a:cubicBezTo>
                    <a:pt x="38096" y="3685"/>
                    <a:pt x="38096" y="3785"/>
                    <a:pt x="38071" y="3886"/>
                  </a:cubicBezTo>
                  <a:cubicBezTo>
                    <a:pt x="38071" y="3936"/>
                    <a:pt x="38046" y="3986"/>
                    <a:pt x="38046" y="4036"/>
                  </a:cubicBezTo>
                  <a:cubicBezTo>
                    <a:pt x="37945" y="4638"/>
                    <a:pt x="37795" y="5239"/>
                    <a:pt x="37594" y="5815"/>
                  </a:cubicBezTo>
                  <a:cubicBezTo>
                    <a:pt x="37594" y="5841"/>
                    <a:pt x="37594" y="5841"/>
                    <a:pt x="37594" y="5841"/>
                  </a:cubicBezTo>
                  <a:cubicBezTo>
                    <a:pt x="37544" y="5991"/>
                    <a:pt x="37494" y="6116"/>
                    <a:pt x="37444" y="6267"/>
                  </a:cubicBezTo>
                  <a:cubicBezTo>
                    <a:pt x="37419" y="6317"/>
                    <a:pt x="37394" y="6367"/>
                    <a:pt x="37394" y="6417"/>
                  </a:cubicBezTo>
                  <a:cubicBezTo>
                    <a:pt x="37018" y="7344"/>
                    <a:pt x="36592" y="8071"/>
                    <a:pt x="36091" y="8597"/>
                  </a:cubicBezTo>
                  <a:cubicBezTo>
                    <a:pt x="36066" y="8623"/>
                    <a:pt x="36066" y="8623"/>
                    <a:pt x="36041" y="8623"/>
                  </a:cubicBezTo>
                  <a:cubicBezTo>
                    <a:pt x="35940" y="8748"/>
                    <a:pt x="35840" y="8848"/>
                    <a:pt x="35715" y="8948"/>
                  </a:cubicBezTo>
                  <a:cubicBezTo>
                    <a:pt x="35665" y="8998"/>
                    <a:pt x="35589" y="9049"/>
                    <a:pt x="35514" y="9099"/>
                  </a:cubicBezTo>
                  <a:cubicBezTo>
                    <a:pt x="35489" y="9124"/>
                    <a:pt x="35439" y="9149"/>
                    <a:pt x="35414" y="9174"/>
                  </a:cubicBezTo>
                  <a:cubicBezTo>
                    <a:pt x="35314" y="9249"/>
                    <a:pt x="35213" y="9299"/>
                    <a:pt x="35138" y="9349"/>
                  </a:cubicBezTo>
                  <a:cubicBezTo>
                    <a:pt x="35113" y="9349"/>
                    <a:pt x="35063" y="9374"/>
                    <a:pt x="35038" y="9399"/>
                  </a:cubicBezTo>
                  <a:cubicBezTo>
                    <a:pt x="34812" y="9500"/>
                    <a:pt x="34562" y="9600"/>
                    <a:pt x="34261" y="9650"/>
                  </a:cubicBezTo>
                  <a:cubicBezTo>
                    <a:pt x="34211" y="9675"/>
                    <a:pt x="34161" y="9675"/>
                    <a:pt x="34111" y="9675"/>
                  </a:cubicBezTo>
                  <a:cubicBezTo>
                    <a:pt x="34061" y="9675"/>
                    <a:pt x="34010" y="9700"/>
                    <a:pt x="33935" y="9700"/>
                  </a:cubicBezTo>
                  <a:lnTo>
                    <a:pt x="33885" y="9700"/>
                  </a:lnTo>
                  <a:cubicBezTo>
                    <a:pt x="33835" y="9700"/>
                    <a:pt x="33785" y="9700"/>
                    <a:pt x="33735" y="9725"/>
                  </a:cubicBezTo>
                  <a:cubicBezTo>
                    <a:pt x="33671" y="9728"/>
                    <a:pt x="33609" y="9729"/>
                    <a:pt x="33547" y="9729"/>
                  </a:cubicBezTo>
                  <a:cubicBezTo>
                    <a:pt x="30527" y="9729"/>
                    <a:pt x="29311" y="6756"/>
                    <a:pt x="28697" y="3735"/>
                  </a:cubicBezTo>
                  <a:cubicBezTo>
                    <a:pt x="28622" y="4663"/>
                    <a:pt x="28472" y="5615"/>
                    <a:pt x="28271" y="6517"/>
                  </a:cubicBezTo>
                  <a:cubicBezTo>
                    <a:pt x="27920" y="8021"/>
                    <a:pt x="27394" y="10327"/>
                    <a:pt x="25589" y="10628"/>
                  </a:cubicBezTo>
                  <a:cubicBezTo>
                    <a:pt x="25464" y="10647"/>
                    <a:pt x="25341" y="10657"/>
                    <a:pt x="25220" y="10657"/>
                  </a:cubicBezTo>
                  <a:cubicBezTo>
                    <a:pt x="23359" y="10657"/>
                    <a:pt x="22027" y="8407"/>
                    <a:pt x="21203" y="7019"/>
                  </a:cubicBezTo>
                  <a:cubicBezTo>
                    <a:pt x="20903" y="6517"/>
                    <a:pt x="20627" y="5966"/>
                    <a:pt x="20351" y="5414"/>
                  </a:cubicBezTo>
                  <a:lnTo>
                    <a:pt x="20351" y="5414"/>
                  </a:lnTo>
                  <a:cubicBezTo>
                    <a:pt x="20777" y="7921"/>
                    <a:pt x="20652" y="10327"/>
                    <a:pt x="18371" y="11430"/>
                  </a:cubicBezTo>
                  <a:cubicBezTo>
                    <a:pt x="17906" y="11651"/>
                    <a:pt x="17410" y="11751"/>
                    <a:pt x="16911" y="11751"/>
                  </a:cubicBezTo>
                  <a:cubicBezTo>
                    <a:pt x="15661" y="11751"/>
                    <a:pt x="14387" y="11129"/>
                    <a:pt x="13509" y="10252"/>
                  </a:cubicBezTo>
                  <a:cubicBezTo>
                    <a:pt x="13133" y="9876"/>
                    <a:pt x="12832" y="9425"/>
                    <a:pt x="12607" y="8973"/>
                  </a:cubicBezTo>
                  <a:cubicBezTo>
                    <a:pt x="12557" y="11229"/>
                    <a:pt x="11078" y="13811"/>
                    <a:pt x="8597" y="14036"/>
                  </a:cubicBezTo>
                  <a:cubicBezTo>
                    <a:pt x="8490" y="14046"/>
                    <a:pt x="8384" y="14050"/>
                    <a:pt x="8281" y="14050"/>
                  </a:cubicBezTo>
                  <a:cubicBezTo>
                    <a:pt x="5967" y="14050"/>
                    <a:pt x="4597" y="11697"/>
                    <a:pt x="3710" y="9826"/>
                  </a:cubicBezTo>
                  <a:lnTo>
                    <a:pt x="3710" y="9826"/>
                  </a:lnTo>
                  <a:lnTo>
                    <a:pt x="4136" y="15089"/>
                  </a:lnTo>
                  <a:lnTo>
                    <a:pt x="4111" y="15139"/>
                  </a:lnTo>
                  <a:cubicBezTo>
                    <a:pt x="4085" y="15214"/>
                    <a:pt x="0" y="24136"/>
                    <a:pt x="3484" y="33009"/>
                  </a:cubicBezTo>
                  <a:cubicBezTo>
                    <a:pt x="5238" y="37520"/>
                    <a:pt x="7168" y="40402"/>
                    <a:pt x="9925" y="42633"/>
                  </a:cubicBezTo>
                  <a:cubicBezTo>
                    <a:pt x="10176" y="42858"/>
                    <a:pt x="10476" y="43059"/>
                    <a:pt x="10752" y="43284"/>
                  </a:cubicBezTo>
                  <a:cubicBezTo>
                    <a:pt x="11454" y="43660"/>
                    <a:pt x="15715" y="45916"/>
                    <a:pt x="20953" y="47495"/>
                  </a:cubicBezTo>
                  <a:cubicBezTo>
                    <a:pt x="24035" y="48197"/>
                    <a:pt x="27594" y="48698"/>
                    <a:pt x="31705" y="48999"/>
                  </a:cubicBezTo>
                  <a:lnTo>
                    <a:pt x="31880" y="48974"/>
                  </a:lnTo>
                  <a:lnTo>
                    <a:pt x="31880" y="48999"/>
                  </a:lnTo>
                  <a:lnTo>
                    <a:pt x="31880" y="54111"/>
                  </a:lnTo>
                  <a:cubicBezTo>
                    <a:pt x="31880" y="54237"/>
                    <a:pt x="32081" y="57019"/>
                    <a:pt x="36792" y="57871"/>
                  </a:cubicBezTo>
                  <a:cubicBezTo>
                    <a:pt x="37123" y="57932"/>
                    <a:pt x="37456" y="57961"/>
                    <a:pt x="37790" y="57961"/>
                  </a:cubicBezTo>
                  <a:cubicBezTo>
                    <a:pt x="41691" y="57961"/>
                    <a:pt x="45725" y="54075"/>
                    <a:pt x="46717" y="53059"/>
                  </a:cubicBezTo>
                  <a:cubicBezTo>
                    <a:pt x="46391" y="53034"/>
                    <a:pt x="46066" y="53034"/>
                    <a:pt x="45765" y="53034"/>
                  </a:cubicBezTo>
                  <a:lnTo>
                    <a:pt x="45615" y="53034"/>
                  </a:lnTo>
                  <a:lnTo>
                    <a:pt x="45615" y="48046"/>
                  </a:lnTo>
                  <a:lnTo>
                    <a:pt x="45715" y="48021"/>
                  </a:lnTo>
                  <a:cubicBezTo>
                    <a:pt x="45890" y="47996"/>
                    <a:pt x="61755" y="44287"/>
                    <a:pt x="68823" y="27420"/>
                  </a:cubicBezTo>
                  <a:lnTo>
                    <a:pt x="68873" y="27344"/>
                  </a:lnTo>
                  <a:lnTo>
                    <a:pt x="68948" y="27319"/>
                  </a:lnTo>
                  <a:cubicBezTo>
                    <a:pt x="69023" y="27319"/>
                    <a:pt x="74161" y="26818"/>
                    <a:pt x="76041" y="24788"/>
                  </a:cubicBezTo>
                  <a:lnTo>
                    <a:pt x="76291" y="24512"/>
                  </a:lnTo>
                  <a:lnTo>
                    <a:pt x="76291" y="24588"/>
                  </a:lnTo>
                  <a:cubicBezTo>
                    <a:pt x="77269" y="23861"/>
                    <a:pt x="80978" y="20577"/>
                    <a:pt x="78647" y="15114"/>
                  </a:cubicBezTo>
                  <a:cubicBezTo>
                    <a:pt x="77695" y="12908"/>
                    <a:pt x="76542" y="11104"/>
                    <a:pt x="75389" y="9650"/>
                  </a:cubicBezTo>
                  <a:cubicBezTo>
                    <a:pt x="75138" y="10427"/>
                    <a:pt x="74888" y="11179"/>
                    <a:pt x="74612" y="11931"/>
                  </a:cubicBezTo>
                  <a:cubicBezTo>
                    <a:pt x="74086" y="13359"/>
                    <a:pt x="73484" y="14763"/>
                    <a:pt x="72833" y="16141"/>
                  </a:cubicBezTo>
                  <a:cubicBezTo>
                    <a:pt x="72783" y="16267"/>
                    <a:pt x="72732" y="16367"/>
                    <a:pt x="72682" y="16492"/>
                  </a:cubicBezTo>
                  <a:cubicBezTo>
                    <a:pt x="72231" y="17420"/>
                    <a:pt x="71755" y="18372"/>
                    <a:pt x="70953" y="19099"/>
                  </a:cubicBezTo>
                  <a:cubicBezTo>
                    <a:pt x="70702" y="19349"/>
                    <a:pt x="70402" y="19575"/>
                    <a:pt x="70101" y="19725"/>
                  </a:cubicBezTo>
                  <a:lnTo>
                    <a:pt x="70076" y="19725"/>
                  </a:lnTo>
                  <a:cubicBezTo>
                    <a:pt x="70076" y="19725"/>
                    <a:pt x="70076" y="19750"/>
                    <a:pt x="70051" y="19750"/>
                  </a:cubicBezTo>
                  <a:cubicBezTo>
                    <a:pt x="69925" y="19801"/>
                    <a:pt x="69800" y="19876"/>
                    <a:pt x="69650" y="19926"/>
                  </a:cubicBezTo>
                  <a:cubicBezTo>
                    <a:pt x="69650" y="19926"/>
                    <a:pt x="69625" y="19926"/>
                    <a:pt x="69600" y="19951"/>
                  </a:cubicBezTo>
                  <a:cubicBezTo>
                    <a:pt x="69499" y="19976"/>
                    <a:pt x="69399" y="20001"/>
                    <a:pt x="69299" y="20026"/>
                  </a:cubicBezTo>
                  <a:cubicBezTo>
                    <a:pt x="69249" y="20051"/>
                    <a:pt x="69224" y="20051"/>
                    <a:pt x="69199" y="20051"/>
                  </a:cubicBezTo>
                  <a:cubicBezTo>
                    <a:pt x="69098" y="20076"/>
                    <a:pt x="68998" y="20101"/>
                    <a:pt x="68873" y="20101"/>
                  </a:cubicBezTo>
                  <a:lnTo>
                    <a:pt x="68823" y="20101"/>
                  </a:lnTo>
                  <a:cubicBezTo>
                    <a:pt x="68713" y="20110"/>
                    <a:pt x="68603" y="20116"/>
                    <a:pt x="68494" y="20116"/>
                  </a:cubicBezTo>
                  <a:cubicBezTo>
                    <a:pt x="68305" y="20116"/>
                    <a:pt x="68120" y="20099"/>
                    <a:pt x="67945" y="20051"/>
                  </a:cubicBezTo>
                  <a:cubicBezTo>
                    <a:pt x="66617" y="19725"/>
                    <a:pt x="65715" y="18497"/>
                    <a:pt x="65214" y="16317"/>
                  </a:cubicBezTo>
                  <a:cubicBezTo>
                    <a:pt x="64462" y="13460"/>
                    <a:pt x="64236" y="10352"/>
                    <a:pt x="64161" y="7394"/>
                  </a:cubicBezTo>
                  <a:cubicBezTo>
                    <a:pt x="64161" y="7369"/>
                    <a:pt x="64161" y="7344"/>
                    <a:pt x="64161" y="7319"/>
                  </a:cubicBezTo>
                  <a:cubicBezTo>
                    <a:pt x="64161" y="7344"/>
                    <a:pt x="64136" y="7369"/>
                    <a:pt x="64136" y="7369"/>
                  </a:cubicBezTo>
                  <a:cubicBezTo>
                    <a:pt x="63434" y="8522"/>
                    <a:pt x="62532" y="9650"/>
                    <a:pt x="61304" y="10151"/>
                  </a:cubicBezTo>
                  <a:cubicBezTo>
                    <a:pt x="60939" y="10316"/>
                    <a:pt x="60548" y="10427"/>
                    <a:pt x="60130" y="10427"/>
                  </a:cubicBezTo>
                  <a:cubicBezTo>
                    <a:pt x="59973" y="10427"/>
                    <a:pt x="59813" y="10411"/>
                    <a:pt x="59650" y="10377"/>
                  </a:cubicBezTo>
                  <a:cubicBezTo>
                    <a:pt x="58823" y="10201"/>
                    <a:pt x="58096" y="9575"/>
                    <a:pt x="57670" y="8673"/>
                  </a:cubicBezTo>
                  <a:cubicBezTo>
                    <a:pt x="56843" y="7019"/>
                    <a:pt x="56993" y="4838"/>
                    <a:pt x="56868" y="3059"/>
                  </a:cubicBezTo>
                  <a:lnTo>
                    <a:pt x="56742" y="1480"/>
                  </a:lnTo>
                  <a:cubicBezTo>
                    <a:pt x="56617" y="2783"/>
                    <a:pt x="56392" y="4111"/>
                    <a:pt x="56166" y="5490"/>
                  </a:cubicBezTo>
                  <a:cubicBezTo>
                    <a:pt x="56116" y="5740"/>
                    <a:pt x="56066" y="5991"/>
                    <a:pt x="56016" y="6267"/>
                  </a:cubicBezTo>
                  <a:cubicBezTo>
                    <a:pt x="55991" y="6467"/>
                    <a:pt x="55965" y="6643"/>
                    <a:pt x="55915" y="6843"/>
                  </a:cubicBezTo>
                  <a:cubicBezTo>
                    <a:pt x="55690" y="8096"/>
                    <a:pt x="55214" y="8998"/>
                    <a:pt x="54562" y="9525"/>
                  </a:cubicBezTo>
                  <a:cubicBezTo>
                    <a:pt x="54537" y="9550"/>
                    <a:pt x="54487" y="9575"/>
                    <a:pt x="54462" y="9600"/>
                  </a:cubicBezTo>
                  <a:cubicBezTo>
                    <a:pt x="54412" y="9625"/>
                    <a:pt x="54361" y="9675"/>
                    <a:pt x="54311" y="9700"/>
                  </a:cubicBezTo>
                  <a:cubicBezTo>
                    <a:pt x="54261" y="9725"/>
                    <a:pt x="54236" y="9750"/>
                    <a:pt x="54186" y="9775"/>
                  </a:cubicBezTo>
                  <a:cubicBezTo>
                    <a:pt x="54086" y="9826"/>
                    <a:pt x="54011" y="9851"/>
                    <a:pt x="53910" y="9876"/>
                  </a:cubicBezTo>
                  <a:cubicBezTo>
                    <a:pt x="53910" y="9876"/>
                    <a:pt x="53910" y="9901"/>
                    <a:pt x="53885" y="9901"/>
                  </a:cubicBezTo>
                  <a:cubicBezTo>
                    <a:pt x="53785" y="9926"/>
                    <a:pt x="53660" y="9976"/>
                    <a:pt x="53534" y="9976"/>
                  </a:cubicBezTo>
                  <a:cubicBezTo>
                    <a:pt x="53534" y="9976"/>
                    <a:pt x="53534" y="9976"/>
                    <a:pt x="53509" y="10001"/>
                  </a:cubicBezTo>
                  <a:cubicBezTo>
                    <a:pt x="53350" y="10019"/>
                    <a:pt x="53190" y="10036"/>
                    <a:pt x="53022" y="10036"/>
                  </a:cubicBezTo>
                  <a:cubicBezTo>
                    <a:pt x="52952" y="10036"/>
                    <a:pt x="52881" y="10033"/>
                    <a:pt x="52808" y="10026"/>
                  </a:cubicBezTo>
                  <a:cubicBezTo>
                    <a:pt x="52782" y="10001"/>
                    <a:pt x="52757" y="10001"/>
                    <a:pt x="52732" y="10001"/>
                  </a:cubicBezTo>
                  <a:cubicBezTo>
                    <a:pt x="52682" y="10001"/>
                    <a:pt x="52632" y="10001"/>
                    <a:pt x="52582" y="9976"/>
                  </a:cubicBezTo>
                  <a:cubicBezTo>
                    <a:pt x="52532" y="9976"/>
                    <a:pt x="52482" y="9951"/>
                    <a:pt x="52432" y="9951"/>
                  </a:cubicBezTo>
                  <a:cubicBezTo>
                    <a:pt x="51554" y="9750"/>
                    <a:pt x="50878" y="9149"/>
                    <a:pt x="50351" y="8397"/>
                  </a:cubicBezTo>
                  <a:cubicBezTo>
                    <a:pt x="50301" y="8322"/>
                    <a:pt x="50251" y="8247"/>
                    <a:pt x="50201" y="8171"/>
                  </a:cubicBezTo>
                  <a:cubicBezTo>
                    <a:pt x="50201" y="8171"/>
                    <a:pt x="50176" y="8146"/>
                    <a:pt x="50176" y="8121"/>
                  </a:cubicBezTo>
                  <a:cubicBezTo>
                    <a:pt x="49825" y="7570"/>
                    <a:pt x="49499" y="6893"/>
                    <a:pt x="49224" y="6116"/>
                  </a:cubicBezTo>
                  <a:cubicBezTo>
                    <a:pt x="49224" y="6066"/>
                    <a:pt x="49199" y="6016"/>
                    <a:pt x="49173" y="5966"/>
                  </a:cubicBezTo>
                  <a:cubicBezTo>
                    <a:pt x="49123" y="5815"/>
                    <a:pt x="49073" y="5640"/>
                    <a:pt x="49023" y="5515"/>
                  </a:cubicBezTo>
                  <a:cubicBezTo>
                    <a:pt x="48973" y="5339"/>
                    <a:pt x="48948" y="5164"/>
                    <a:pt x="48898" y="5013"/>
                  </a:cubicBezTo>
                  <a:cubicBezTo>
                    <a:pt x="48823" y="4813"/>
                    <a:pt x="48772" y="4638"/>
                    <a:pt x="48722" y="4437"/>
                  </a:cubicBezTo>
                  <a:cubicBezTo>
                    <a:pt x="48647" y="4136"/>
                    <a:pt x="48572" y="3861"/>
                    <a:pt x="48497" y="3560"/>
                  </a:cubicBezTo>
                  <a:cubicBezTo>
                    <a:pt x="48396" y="3209"/>
                    <a:pt x="48321" y="2858"/>
                    <a:pt x="48246" y="2482"/>
                  </a:cubicBezTo>
                  <a:cubicBezTo>
                    <a:pt x="48196" y="2282"/>
                    <a:pt x="48146" y="2056"/>
                    <a:pt x="48121" y="1831"/>
                  </a:cubicBezTo>
                  <a:cubicBezTo>
                    <a:pt x="48071" y="1555"/>
                    <a:pt x="48021" y="1279"/>
                    <a:pt x="47970" y="1003"/>
                  </a:cubicBezTo>
                  <a:cubicBezTo>
                    <a:pt x="47945" y="828"/>
                    <a:pt x="47920" y="653"/>
                    <a:pt x="47895" y="477"/>
                  </a:cubicBezTo>
                  <a:cubicBezTo>
                    <a:pt x="47870" y="327"/>
                    <a:pt x="47845" y="176"/>
                    <a:pt x="47820"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24"/>
            <p:cNvSpPr/>
            <p:nvPr/>
          </p:nvSpPr>
          <p:spPr>
            <a:xfrm>
              <a:off x="3551137" y="2551929"/>
              <a:ext cx="111308" cy="286266"/>
            </a:xfrm>
            <a:custGeom>
              <a:rect b="b" l="l" r="r" t="t"/>
              <a:pathLst>
                <a:path extrusionOk="0" h="15665" w="6091">
                  <a:moveTo>
                    <a:pt x="100" y="0"/>
                  </a:moveTo>
                  <a:cubicBezTo>
                    <a:pt x="75" y="126"/>
                    <a:pt x="25" y="251"/>
                    <a:pt x="0" y="351"/>
                  </a:cubicBezTo>
                  <a:cubicBezTo>
                    <a:pt x="1153" y="1805"/>
                    <a:pt x="2306" y="3609"/>
                    <a:pt x="3258" y="5815"/>
                  </a:cubicBezTo>
                  <a:cubicBezTo>
                    <a:pt x="5589" y="11278"/>
                    <a:pt x="1880" y="14562"/>
                    <a:pt x="902" y="15289"/>
                  </a:cubicBezTo>
                  <a:lnTo>
                    <a:pt x="927" y="15664"/>
                  </a:lnTo>
                  <a:cubicBezTo>
                    <a:pt x="1554" y="15213"/>
                    <a:pt x="6090" y="11629"/>
                    <a:pt x="3559" y="5715"/>
                  </a:cubicBezTo>
                  <a:cubicBezTo>
                    <a:pt x="2557" y="3384"/>
                    <a:pt x="1303" y="1479"/>
                    <a:pt x="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4"/>
            <p:cNvSpPr/>
            <p:nvPr/>
          </p:nvSpPr>
          <p:spPr>
            <a:xfrm>
              <a:off x="3565793" y="3401974"/>
              <a:ext cx="25200" cy="47202"/>
            </a:xfrm>
            <a:custGeom>
              <a:rect b="b" l="l" r="r" t="t"/>
              <a:pathLst>
                <a:path extrusionOk="0" h="2583" w="1379">
                  <a:moveTo>
                    <a:pt x="1379" y="1"/>
                  </a:moveTo>
                  <a:lnTo>
                    <a:pt x="1379" y="1"/>
                  </a:lnTo>
                  <a:cubicBezTo>
                    <a:pt x="1078" y="151"/>
                    <a:pt x="752" y="251"/>
                    <a:pt x="401" y="352"/>
                  </a:cubicBezTo>
                  <a:lnTo>
                    <a:pt x="276" y="402"/>
                  </a:lnTo>
                  <a:lnTo>
                    <a:pt x="276" y="502"/>
                  </a:lnTo>
                  <a:cubicBezTo>
                    <a:pt x="276" y="602"/>
                    <a:pt x="276" y="1454"/>
                    <a:pt x="0" y="2582"/>
                  </a:cubicBezTo>
                  <a:cubicBezTo>
                    <a:pt x="151" y="2281"/>
                    <a:pt x="301" y="2006"/>
                    <a:pt x="451" y="1730"/>
                  </a:cubicBezTo>
                  <a:cubicBezTo>
                    <a:pt x="552" y="1204"/>
                    <a:pt x="577" y="803"/>
                    <a:pt x="602" y="627"/>
                  </a:cubicBezTo>
                  <a:cubicBezTo>
                    <a:pt x="777" y="577"/>
                    <a:pt x="978" y="502"/>
                    <a:pt x="1153" y="427"/>
                  </a:cubicBezTo>
                  <a:cubicBezTo>
                    <a:pt x="1228" y="302"/>
                    <a:pt x="1303" y="151"/>
                    <a:pt x="1379"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24"/>
            <p:cNvSpPr/>
            <p:nvPr/>
          </p:nvSpPr>
          <p:spPr>
            <a:xfrm>
              <a:off x="3483705" y="2917158"/>
              <a:ext cx="78433" cy="462430"/>
            </a:xfrm>
            <a:custGeom>
              <a:rect b="b" l="l" r="r" t="t"/>
              <a:pathLst>
                <a:path extrusionOk="0" h="25305" w="4292">
                  <a:moveTo>
                    <a:pt x="299" y="1"/>
                  </a:moveTo>
                  <a:cubicBezTo>
                    <a:pt x="149" y="1"/>
                    <a:pt x="0" y="137"/>
                    <a:pt x="81" y="315"/>
                  </a:cubicBezTo>
                  <a:cubicBezTo>
                    <a:pt x="3815" y="8059"/>
                    <a:pt x="2988" y="16756"/>
                    <a:pt x="2111" y="25027"/>
                  </a:cubicBezTo>
                  <a:cubicBezTo>
                    <a:pt x="2097" y="25198"/>
                    <a:pt x="2245" y="25304"/>
                    <a:pt x="2379" y="25304"/>
                  </a:cubicBezTo>
                  <a:cubicBezTo>
                    <a:pt x="2482" y="25304"/>
                    <a:pt x="2577" y="25243"/>
                    <a:pt x="2587" y="25102"/>
                  </a:cubicBezTo>
                  <a:cubicBezTo>
                    <a:pt x="3465" y="16756"/>
                    <a:pt x="4292" y="7959"/>
                    <a:pt x="507" y="140"/>
                  </a:cubicBezTo>
                  <a:cubicBezTo>
                    <a:pt x="463" y="42"/>
                    <a:pt x="381" y="1"/>
                    <a:pt x="2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24"/>
            <p:cNvSpPr/>
            <p:nvPr/>
          </p:nvSpPr>
          <p:spPr>
            <a:xfrm>
              <a:off x="3450373" y="3473133"/>
              <a:ext cx="9631" cy="21216"/>
            </a:xfrm>
            <a:custGeom>
              <a:rect b="b" l="l" r="r" t="t"/>
              <a:pathLst>
                <a:path extrusionOk="0" h="1161" w="527">
                  <a:moveTo>
                    <a:pt x="255" y="1"/>
                  </a:moveTo>
                  <a:cubicBezTo>
                    <a:pt x="154" y="1"/>
                    <a:pt x="61" y="60"/>
                    <a:pt x="50" y="192"/>
                  </a:cubicBezTo>
                  <a:cubicBezTo>
                    <a:pt x="50" y="418"/>
                    <a:pt x="25" y="668"/>
                    <a:pt x="0" y="894"/>
                  </a:cubicBezTo>
                  <a:cubicBezTo>
                    <a:pt x="0" y="1063"/>
                    <a:pt x="143" y="1160"/>
                    <a:pt x="272" y="1160"/>
                  </a:cubicBezTo>
                  <a:cubicBezTo>
                    <a:pt x="373" y="1160"/>
                    <a:pt x="466" y="1101"/>
                    <a:pt x="477" y="969"/>
                  </a:cubicBezTo>
                  <a:cubicBezTo>
                    <a:pt x="502" y="743"/>
                    <a:pt x="502" y="493"/>
                    <a:pt x="527" y="267"/>
                  </a:cubicBezTo>
                  <a:cubicBezTo>
                    <a:pt x="527" y="98"/>
                    <a:pt x="384" y="1"/>
                    <a:pt x="2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4"/>
            <p:cNvSpPr/>
            <p:nvPr/>
          </p:nvSpPr>
          <p:spPr>
            <a:xfrm>
              <a:off x="3465431" y="3475418"/>
              <a:ext cx="12500" cy="23519"/>
            </a:xfrm>
            <a:custGeom>
              <a:rect b="b" l="l" r="r" t="t"/>
              <a:pathLst>
                <a:path extrusionOk="0" h="1287" w="684">
                  <a:moveTo>
                    <a:pt x="410" y="1"/>
                  </a:moveTo>
                  <a:cubicBezTo>
                    <a:pt x="305" y="1"/>
                    <a:pt x="201" y="60"/>
                    <a:pt x="179" y="192"/>
                  </a:cubicBezTo>
                  <a:cubicBezTo>
                    <a:pt x="129" y="468"/>
                    <a:pt x="79" y="744"/>
                    <a:pt x="28" y="1019"/>
                  </a:cubicBezTo>
                  <a:cubicBezTo>
                    <a:pt x="0" y="1188"/>
                    <a:pt x="138" y="1286"/>
                    <a:pt x="273" y="1286"/>
                  </a:cubicBezTo>
                  <a:cubicBezTo>
                    <a:pt x="379" y="1286"/>
                    <a:pt x="483" y="1226"/>
                    <a:pt x="505" y="1095"/>
                  </a:cubicBezTo>
                  <a:cubicBezTo>
                    <a:pt x="555" y="819"/>
                    <a:pt x="605" y="543"/>
                    <a:pt x="655" y="267"/>
                  </a:cubicBezTo>
                  <a:cubicBezTo>
                    <a:pt x="683" y="99"/>
                    <a:pt x="545" y="1"/>
                    <a:pt x="41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4"/>
            <p:cNvSpPr/>
            <p:nvPr/>
          </p:nvSpPr>
          <p:spPr>
            <a:xfrm>
              <a:off x="3399077" y="2944862"/>
              <a:ext cx="79255" cy="462466"/>
            </a:xfrm>
            <a:custGeom>
              <a:rect b="b" l="l" r="r" t="t"/>
              <a:pathLst>
                <a:path extrusionOk="0" h="25307" w="4337">
                  <a:moveTo>
                    <a:pt x="1643" y="1"/>
                  </a:moveTo>
                  <a:cubicBezTo>
                    <a:pt x="1516" y="1"/>
                    <a:pt x="1390" y="90"/>
                    <a:pt x="1404" y="253"/>
                  </a:cubicBezTo>
                  <a:cubicBezTo>
                    <a:pt x="1755" y="4137"/>
                    <a:pt x="0" y="8173"/>
                    <a:pt x="1304" y="11982"/>
                  </a:cubicBezTo>
                  <a:cubicBezTo>
                    <a:pt x="2005" y="14087"/>
                    <a:pt x="3258" y="15742"/>
                    <a:pt x="3559" y="18022"/>
                  </a:cubicBezTo>
                  <a:cubicBezTo>
                    <a:pt x="3910" y="20353"/>
                    <a:pt x="3659" y="22709"/>
                    <a:pt x="3434" y="25040"/>
                  </a:cubicBezTo>
                  <a:cubicBezTo>
                    <a:pt x="3420" y="25209"/>
                    <a:pt x="3556" y="25306"/>
                    <a:pt x="3682" y="25306"/>
                  </a:cubicBezTo>
                  <a:cubicBezTo>
                    <a:pt x="3781" y="25306"/>
                    <a:pt x="3874" y="25247"/>
                    <a:pt x="3885" y="25115"/>
                  </a:cubicBezTo>
                  <a:cubicBezTo>
                    <a:pt x="4111" y="22960"/>
                    <a:pt x="4336" y="20779"/>
                    <a:pt x="4111" y="18599"/>
                  </a:cubicBezTo>
                  <a:cubicBezTo>
                    <a:pt x="3910" y="16493"/>
                    <a:pt x="3108" y="14789"/>
                    <a:pt x="2206" y="12909"/>
                  </a:cubicBezTo>
                  <a:cubicBezTo>
                    <a:pt x="226" y="8849"/>
                    <a:pt x="2256" y="4463"/>
                    <a:pt x="1880" y="203"/>
                  </a:cubicBezTo>
                  <a:cubicBezTo>
                    <a:pt x="1857" y="65"/>
                    <a:pt x="1750" y="1"/>
                    <a:pt x="16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24"/>
            <p:cNvSpPr/>
            <p:nvPr/>
          </p:nvSpPr>
          <p:spPr>
            <a:xfrm>
              <a:off x="3308382" y="3080932"/>
              <a:ext cx="79712" cy="462813"/>
            </a:xfrm>
            <a:custGeom>
              <a:rect b="b" l="l" r="r" t="t"/>
              <a:pathLst>
                <a:path extrusionOk="0" h="25326" w="4362">
                  <a:moveTo>
                    <a:pt x="1670" y="1"/>
                  </a:moveTo>
                  <a:cubicBezTo>
                    <a:pt x="1546" y="1"/>
                    <a:pt x="1416" y="96"/>
                    <a:pt x="1429" y="275"/>
                  </a:cubicBezTo>
                  <a:cubicBezTo>
                    <a:pt x="1780" y="4160"/>
                    <a:pt x="1" y="8195"/>
                    <a:pt x="1304" y="12005"/>
                  </a:cubicBezTo>
                  <a:cubicBezTo>
                    <a:pt x="2031" y="14085"/>
                    <a:pt x="3259" y="15764"/>
                    <a:pt x="3585" y="18020"/>
                  </a:cubicBezTo>
                  <a:cubicBezTo>
                    <a:pt x="3911" y="20326"/>
                    <a:pt x="3685" y="22657"/>
                    <a:pt x="3460" y="24937"/>
                  </a:cubicBezTo>
                  <a:cubicBezTo>
                    <a:pt x="3460" y="24987"/>
                    <a:pt x="3460" y="25012"/>
                    <a:pt x="3434" y="25063"/>
                  </a:cubicBezTo>
                  <a:cubicBezTo>
                    <a:pt x="3434" y="25229"/>
                    <a:pt x="3589" y="25326"/>
                    <a:pt x="3714" y="25326"/>
                  </a:cubicBezTo>
                  <a:cubicBezTo>
                    <a:pt x="3739" y="25326"/>
                    <a:pt x="3764" y="25322"/>
                    <a:pt x="3785" y="25313"/>
                  </a:cubicBezTo>
                  <a:cubicBezTo>
                    <a:pt x="3861" y="25288"/>
                    <a:pt x="3911" y="25213"/>
                    <a:pt x="3911" y="25138"/>
                  </a:cubicBezTo>
                  <a:cubicBezTo>
                    <a:pt x="4136" y="22982"/>
                    <a:pt x="4362" y="20777"/>
                    <a:pt x="4136" y="18596"/>
                  </a:cubicBezTo>
                  <a:cubicBezTo>
                    <a:pt x="3911" y="16491"/>
                    <a:pt x="3134" y="14787"/>
                    <a:pt x="2206" y="12907"/>
                  </a:cubicBezTo>
                  <a:cubicBezTo>
                    <a:pt x="251" y="8872"/>
                    <a:pt x="2282" y="4461"/>
                    <a:pt x="1881" y="200"/>
                  </a:cubicBezTo>
                  <a:cubicBezTo>
                    <a:pt x="1869" y="65"/>
                    <a:pt x="1772" y="1"/>
                    <a:pt x="167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4"/>
            <p:cNvSpPr/>
            <p:nvPr/>
          </p:nvSpPr>
          <p:spPr>
            <a:xfrm>
              <a:off x="3453881" y="3151013"/>
              <a:ext cx="36841" cy="76057"/>
            </a:xfrm>
            <a:custGeom>
              <a:rect b="b" l="l" r="r" t="t"/>
              <a:pathLst>
                <a:path extrusionOk="0" h="4162" w="2016">
                  <a:moveTo>
                    <a:pt x="323" y="1"/>
                  </a:moveTo>
                  <a:cubicBezTo>
                    <a:pt x="166" y="1"/>
                    <a:pt x="1" y="195"/>
                    <a:pt x="109" y="375"/>
                  </a:cubicBezTo>
                  <a:cubicBezTo>
                    <a:pt x="786" y="1478"/>
                    <a:pt x="1262" y="2681"/>
                    <a:pt x="1513" y="3959"/>
                  </a:cubicBezTo>
                  <a:cubicBezTo>
                    <a:pt x="1536" y="4097"/>
                    <a:pt x="1648" y="4161"/>
                    <a:pt x="1759" y="4161"/>
                  </a:cubicBezTo>
                  <a:cubicBezTo>
                    <a:pt x="1889" y="4161"/>
                    <a:pt x="2016" y="4072"/>
                    <a:pt x="1989" y="3909"/>
                  </a:cubicBezTo>
                  <a:cubicBezTo>
                    <a:pt x="1713" y="2556"/>
                    <a:pt x="1212" y="1278"/>
                    <a:pt x="485" y="100"/>
                  </a:cubicBezTo>
                  <a:cubicBezTo>
                    <a:pt x="443" y="30"/>
                    <a:pt x="384" y="1"/>
                    <a:pt x="3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4"/>
            <p:cNvSpPr/>
            <p:nvPr/>
          </p:nvSpPr>
          <p:spPr>
            <a:xfrm>
              <a:off x="3384860" y="3249292"/>
              <a:ext cx="36713" cy="76240"/>
            </a:xfrm>
            <a:custGeom>
              <a:rect b="b" l="l" r="r" t="t"/>
              <a:pathLst>
                <a:path extrusionOk="0" h="4172" w="2009">
                  <a:moveTo>
                    <a:pt x="323" y="0"/>
                  </a:moveTo>
                  <a:cubicBezTo>
                    <a:pt x="159" y="0"/>
                    <a:pt x="1" y="206"/>
                    <a:pt x="127" y="386"/>
                  </a:cubicBezTo>
                  <a:cubicBezTo>
                    <a:pt x="803" y="1489"/>
                    <a:pt x="1254" y="2692"/>
                    <a:pt x="1505" y="3970"/>
                  </a:cubicBezTo>
                  <a:cubicBezTo>
                    <a:pt x="1540" y="4108"/>
                    <a:pt x="1653" y="4172"/>
                    <a:pt x="1761" y="4172"/>
                  </a:cubicBezTo>
                  <a:cubicBezTo>
                    <a:pt x="1889" y="4172"/>
                    <a:pt x="2008" y="4082"/>
                    <a:pt x="1981" y="3920"/>
                  </a:cubicBezTo>
                  <a:cubicBezTo>
                    <a:pt x="1706" y="2566"/>
                    <a:pt x="1229" y="1288"/>
                    <a:pt x="503" y="110"/>
                  </a:cubicBezTo>
                  <a:cubicBezTo>
                    <a:pt x="453" y="32"/>
                    <a:pt x="387" y="0"/>
                    <a:pt x="32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4"/>
            <p:cNvSpPr/>
            <p:nvPr/>
          </p:nvSpPr>
          <p:spPr>
            <a:xfrm>
              <a:off x="3453461" y="3028942"/>
              <a:ext cx="20851" cy="35489"/>
            </a:xfrm>
            <a:custGeom>
              <a:rect b="b" l="l" r="r" t="t"/>
              <a:pathLst>
                <a:path extrusionOk="0" h="1942" w="1141">
                  <a:moveTo>
                    <a:pt x="839" y="0"/>
                  </a:moveTo>
                  <a:cubicBezTo>
                    <a:pt x="758" y="0"/>
                    <a:pt x="677" y="42"/>
                    <a:pt x="633" y="138"/>
                  </a:cubicBezTo>
                  <a:cubicBezTo>
                    <a:pt x="458" y="614"/>
                    <a:pt x="257" y="1115"/>
                    <a:pt x="82" y="1617"/>
                  </a:cubicBezTo>
                  <a:cubicBezTo>
                    <a:pt x="1" y="1795"/>
                    <a:pt x="161" y="1942"/>
                    <a:pt x="312" y="1942"/>
                  </a:cubicBezTo>
                  <a:cubicBezTo>
                    <a:pt x="394" y="1942"/>
                    <a:pt x="473" y="1898"/>
                    <a:pt x="508" y="1792"/>
                  </a:cubicBezTo>
                  <a:cubicBezTo>
                    <a:pt x="683" y="1316"/>
                    <a:pt x="884" y="815"/>
                    <a:pt x="1059" y="338"/>
                  </a:cubicBezTo>
                  <a:cubicBezTo>
                    <a:pt x="1141" y="143"/>
                    <a:pt x="989" y="0"/>
                    <a:pt x="83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4"/>
            <p:cNvSpPr/>
            <p:nvPr/>
          </p:nvSpPr>
          <p:spPr>
            <a:xfrm>
              <a:off x="3478259" y="3037293"/>
              <a:ext cx="18530" cy="37060"/>
            </a:xfrm>
            <a:custGeom>
              <a:rect b="b" l="l" r="r" t="t"/>
              <a:pathLst>
                <a:path extrusionOk="0" h="2028" w="1014">
                  <a:moveTo>
                    <a:pt x="701" y="0"/>
                  </a:moveTo>
                  <a:cubicBezTo>
                    <a:pt x="623" y="0"/>
                    <a:pt x="547" y="39"/>
                    <a:pt x="504" y="132"/>
                  </a:cubicBezTo>
                  <a:cubicBezTo>
                    <a:pt x="254" y="658"/>
                    <a:pt x="103" y="1185"/>
                    <a:pt x="28" y="1761"/>
                  </a:cubicBezTo>
                  <a:cubicBezTo>
                    <a:pt x="0" y="1930"/>
                    <a:pt x="138" y="2028"/>
                    <a:pt x="269" y="2028"/>
                  </a:cubicBezTo>
                  <a:cubicBezTo>
                    <a:pt x="371" y="2028"/>
                    <a:pt x="468" y="1968"/>
                    <a:pt x="479" y="1836"/>
                  </a:cubicBezTo>
                  <a:cubicBezTo>
                    <a:pt x="555" y="1310"/>
                    <a:pt x="705" y="809"/>
                    <a:pt x="930" y="333"/>
                  </a:cubicBezTo>
                  <a:cubicBezTo>
                    <a:pt x="1013" y="150"/>
                    <a:pt x="854" y="0"/>
                    <a:pt x="7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4"/>
            <p:cNvSpPr/>
            <p:nvPr/>
          </p:nvSpPr>
          <p:spPr>
            <a:xfrm>
              <a:off x="3562979" y="3174514"/>
              <a:ext cx="17086" cy="54658"/>
            </a:xfrm>
            <a:custGeom>
              <a:rect b="b" l="l" r="r" t="t"/>
              <a:pathLst>
                <a:path extrusionOk="0" h="2991" w="935">
                  <a:moveTo>
                    <a:pt x="661" y="1"/>
                  </a:moveTo>
                  <a:cubicBezTo>
                    <a:pt x="556" y="1"/>
                    <a:pt x="452" y="60"/>
                    <a:pt x="430" y="192"/>
                  </a:cubicBezTo>
                  <a:cubicBezTo>
                    <a:pt x="305" y="1044"/>
                    <a:pt x="154" y="1871"/>
                    <a:pt x="29" y="2723"/>
                  </a:cubicBezTo>
                  <a:cubicBezTo>
                    <a:pt x="1" y="2892"/>
                    <a:pt x="131" y="2990"/>
                    <a:pt x="259" y="2990"/>
                  </a:cubicBezTo>
                  <a:cubicBezTo>
                    <a:pt x="359" y="2990"/>
                    <a:pt x="458" y="2930"/>
                    <a:pt x="480" y="2799"/>
                  </a:cubicBezTo>
                  <a:cubicBezTo>
                    <a:pt x="630" y="1946"/>
                    <a:pt x="756" y="1119"/>
                    <a:pt x="906" y="267"/>
                  </a:cubicBezTo>
                  <a:cubicBezTo>
                    <a:pt x="934" y="98"/>
                    <a:pt x="796" y="1"/>
                    <a:pt x="6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4"/>
            <p:cNvSpPr/>
            <p:nvPr/>
          </p:nvSpPr>
          <p:spPr>
            <a:xfrm>
              <a:off x="3345881" y="3155271"/>
              <a:ext cx="17086" cy="54658"/>
            </a:xfrm>
            <a:custGeom>
              <a:rect b="b" l="l" r="r" t="t"/>
              <a:pathLst>
                <a:path extrusionOk="0" h="2991" w="935">
                  <a:moveTo>
                    <a:pt x="676" y="1"/>
                  </a:moveTo>
                  <a:cubicBezTo>
                    <a:pt x="576" y="1"/>
                    <a:pt x="477" y="61"/>
                    <a:pt x="455" y="192"/>
                  </a:cubicBezTo>
                  <a:cubicBezTo>
                    <a:pt x="305" y="1045"/>
                    <a:pt x="179" y="1872"/>
                    <a:pt x="29" y="2724"/>
                  </a:cubicBezTo>
                  <a:cubicBezTo>
                    <a:pt x="1" y="2893"/>
                    <a:pt x="139" y="2990"/>
                    <a:pt x="274" y="2990"/>
                  </a:cubicBezTo>
                  <a:cubicBezTo>
                    <a:pt x="379" y="2990"/>
                    <a:pt x="483" y="2931"/>
                    <a:pt x="505" y="2799"/>
                  </a:cubicBezTo>
                  <a:cubicBezTo>
                    <a:pt x="631" y="1947"/>
                    <a:pt x="781" y="1120"/>
                    <a:pt x="906" y="268"/>
                  </a:cubicBezTo>
                  <a:cubicBezTo>
                    <a:pt x="934" y="99"/>
                    <a:pt x="804" y="1"/>
                    <a:pt x="6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4"/>
            <p:cNvSpPr/>
            <p:nvPr/>
          </p:nvSpPr>
          <p:spPr>
            <a:xfrm>
              <a:off x="3405765" y="3416118"/>
              <a:ext cx="11367" cy="8388"/>
            </a:xfrm>
            <a:custGeom>
              <a:rect b="b" l="l" r="r" t="t"/>
              <a:pathLst>
                <a:path extrusionOk="0" h="459" w="622">
                  <a:moveTo>
                    <a:pt x="329" y="0"/>
                  </a:moveTo>
                  <a:cubicBezTo>
                    <a:pt x="315" y="0"/>
                    <a:pt x="301" y="1"/>
                    <a:pt x="286" y="4"/>
                  </a:cubicBezTo>
                  <a:cubicBezTo>
                    <a:pt x="0" y="28"/>
                    <a:pt x="31" y="459"/>
                    <a:pt x="293" y="459"/>
                  </a:cubicBezTo>
                  <a:cubicBezTo>
                    <a:pt x="307" y="459"/>
                    <a:pt x="321" y="457"/>
                    <a:pt x="336" y="455"/>
                  </a:cubicBezTo>
                  <a:cubicBezTo>
                    <a:pt x="622" y="431"/>
                    <a:pt x="591" y="0"/>
                    <a:pt x="3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4"/>
            <p:cNvSpPr/>
            <p:nvPr/>
          </p:nvSpPr>
          <p:spPr>
            <a:xfrm>
              <a:off x="3513437" y="3424250"/>
              <a:ext cx="22130" cy="52886"/>
            </a:xfrm>
            <a:custGeom>
              <a:rect b="b" l="l" r="r" t="t"/>
              <a:pathLst>
                <a:path extrusionOk="0" h="2894" w="1211">
                  <a:moveTo>
                    <a:pt x="320" y="0"/>
                  </a:moveTo>
                  <a:cubicBezTo>
                    <a:pt x="163" y="0"/>
                    <a:pt x="0" y="206"/>
                    <a:pt x="108" y="386"/>
                  </a:cubicBezTo>
                  <a:cubicBezTo>
                    <a:pt x="509" y="1088"/>
                    <a:pt x="735" y="1864"/>
                    <a:pt x="735" y="2692"/>
                  </a:cubicBezTo>
                  <a:cubicBezTo>
                    <a:pt x="746" y="2829"/>
                    <a:pt x="847" y="2894"/>
                    <a:pt x="954" y="2894"/>
                  </a:cubicBezTo>
                  <a:cubicBezTo>
                    <a:pt x="1079" y="2894"/>
                    <a:pt x="1211" y="2804"/>
                    <a:pt x="1211" y="2641"/>
                  </a:cubicBezTo>
                  <a:cubicBezTo>
                    <a:pt x="1186" y="1739"/>
                    <a:pt x="935" y="887"/>
                    <a:pt x="484" y="110"/>
                  </a:cubicBezTo>
                  <a:cubicBezTo>
                    <a:pt x="442" y="32"/>
                    <a:pt x="381" y="0"/>
                    <a:pt x="32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4"/>
            <p:cNvSpPr/>
            <p:nvPr/>
          </p:nvSpPr>
          <p:spPr>
            <a:xfrm>
              <a:off x="2914499" y="2625666"/>
              <a:ext cx="216659" cy="225321"/>
            </a:xfrm>
            <a:custGeom>
              <a:rect b="b" l="l" r="r" t="t"/>
              <a:pathLst>
                <a:path extrusionOk="0" h="12330" w="11856">
                  <a:moveTo>
                    <a:pt x="1379" y="0"/>
                  </a:moveTo>
                  <a:cubicBezTo>
                    <a:pt x="627" y="2106"/>
                    <a:pt x="1" y="4336"/>
                    <a:pt x="251" y="6617"/>
                  </a:cubicBezTo>
                  <a:cubicBezTo>
                    <a:pt x="302" y="7143"/>
                    <a:pt x="427" y="7644"/>
                    <a:pt x="577" y="8171"/>
                  </a:cubicBezTo>
                  <a:cubicBezTo>
                    <a:pt x="427" y="6993"/>
                    <a:pt x="878" y="5915"/>
                    <a:pt x="1755" y="5564"/>
                  </a:cubicBezTo>
                  <a:cubicBezTo>
                    <a:pt x="1967" y="5479"/>
                    <a:pt x="2188" y="5439"/>
                    <a:pt x="2411" y="5439"/>
                  </a:cubicBezTo>
                  <a:cubicBezTo>
                    <a:pt x="3373" y="5439"/>
                    <a:pt x="4370" y="6193"/>
                    <a:pt x="4838" y="7394"/>
                  </a:cubicBezTo>
                  <a:cubicBezTo>
                    <a:pt x="5439" y="8847"/>
                    <a:pt x="5013" y="10401"/>
                    <a:pt x="3911" y="10853"/>
                  </a:cubicBezTo>
                  <a:cubicBezTo>
                    <a:pt x="3706" y="10928"/>
                    <a:pt x="3495" y="10964"/>
                    <a:pt x="3284" y="10964"/>
                  </a:cubicBezTo>
                  <a:cubicBezTo>
                    <a:pt x="2719" y="10964"/>
                    <a:pt x="2147" y="10707"/>
                    <a:pt x="1655" y="10251"/>
                  </a:cubicBezTo>
                  <a:lnTo>
                    <a:pt x="1655" y="10251"/>
                  </a:lnTo>
                  <a:cubicBezTo>
                    <a:pt x="2382" y="11203"/>
                    <a:pt x="3334" y="11930"/>
                    <a:pt x="4562" y="12206"/>
                  </a:cubicBezTo>
                  <a:cubicBezTo>
                    <a:pt x="4907" y="12290"/>
                    <a:pt x="5248" y="12330"/>
                    <a:pt x="5584" y="12330"/>
                  </a:cubicBezTo>
                  <a:cubicBezTo>
                    <a:pt x="7643" y="12330"/>
                    <a:pt x="9489" y="10844"/>
                    <a:pt x="10502" y="9098"/>
                  </a:cubicBezTo>
                  <a:cubicBezTo>
                    <a:pt x="11455" y="7419"/>
                    <a:pt x="11730" y="5715"/>
                    <a:pt x="11856" y="3885"/>
                  </a:cubicBezTo>
                  <a:lnTo>
                    <a:pt x="11856" y="3885"/>
                  </a:lnTo>
                  <a:cubicBezTo>
                    <a:pt x="11767" y="3887"/>
                    <a:pt x="11679" y="3888"/>
                    <a:pt x="11591" y="3888"/>
                  </a:cubicBezTo>
                  <a:cubicBezTo>
                    <a:pt x="7981" y="3888"/>
                    <a:pt x="4119" y="2398"/>
                    <a:pt x="137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4"/>
            <p:cNvSpPr/>
            <p:nvPr/>
          </p:nvSpPr>
          <p:spPr>
            <a:xfrm>
              <a:off x="2903059" y="2619708"/>
              <a:ext cx="235884" cy="239082"/>
            </a:xfrm>
            <a:custGeom>
              <a:rect b="b" l="l" r="r" t="t"/>
              <a:pathLst>
                <a:path extrusionOk="0" h="13083" w="12908">
                  <a:moveTo>
                    <a:pt x="1654" y="1"/>
                  </a:moveTo>
                  <a:cubicBezTo>
                    <a:pt x="752" y="2582"/>
                    <a:pt x="0" y="5339"/>
                    <a:pt x="627" y="8046"/>
                  </a:cubicBezTo>
                  <a:cubicBezTo>
                    <a:pt x="1178" y="10402"/>
                    <a:pt x="2908" y="12582"/>
                    <a:pt x="5389" y="13008"/>
                  </a:cubicBezTo>
                  <a:cubicBezTo>
                    <a:pt x="5665" y="13058"/>
                    <a:pt x="5939" y="13082"/>
                    <a:pt x="6210" y="13082"/>
                  </a:cubicBezTo>
                  <a:cubicBezTo>
                    <a:pt x="8103" y="13082"/>
                    <a:pt x="9838" y="11917"/>
                    <a:pt x="10978" y="10427"/>
                  </a:cubicBezTo>
                  <a:cubicBezTo>
                    <a:pt x="12381" y="8547"/>
                    <a:pt x="12757" y="6417"/>
                    <a:pt x="12908" y="4186"/>
                  </a:cubicBezTo>
                  <a:cubicBezTo>
                    <a:pt x="12782" y="4186"/>
                    <a:pt x="12632" y="4211"/>
                    <a:pt x="12482" y="4211"/>
                  </a:cubicBezTo>
                  <a:cubicBezTo>
                    <a:pt x="12356" y="6041"/>
                    <a:pt x="12081" y="7745"/>
                    <a:pt x="11128" y="9424"/>
                  </a:cubicBezTo>
                  <a:cubicBezTo>
                    <a:pt x="10115" y="11170"/>
                    <a:pt x="8269" y="12656"/>
                    <a:pt x="6210" y="12656"/>
                  </a:cubicBezTo>
                  <a:cubicBezTo>
                    <a:pt x="5874" y="12656"/>
                    <a:pt x="5533" y="12616"/>
                    <a:pt x="5188" y="12532"/>
                  </a:cubicBezTo>
                  <a:cubicBezTo>
                    <a:pt x="3960" y="12256"/>
                    <a:pt x="3008" y="11529"/>
                    <a:pt x="2281" y="10577"/>
                  </a:cubicBezTo>
                  <a:cubicBezTo>
                    <a:pt x="1930" y="10251"/>
                    <a:pt x="1654" y="9850"/>
                    <a:pt x="1454" y="9349"/>
                  </a:cubicBezTo>
                  <a:cubicBezTo>
                    <a:pt x="1329" y="9048"/>
                    <a:pt x="1253" y="8772"/>
                    <a:pt x="1203" y="8497"/>
                  </a:cubicBezTo>
                  <a:cubicBezTo>
                    <a:pt x="1053" y="7970"/>
                    <a:pt x="928" y="7469"/>
                    <a:pt x="877" y="6943"/>
                  </a:cubicBezTo>
                  <a:cubicBezTo>
                    <a:pt x="627" y="4662"/>
                    <a:pt x="1253" y="2432"/>
                    <a:pt x="2005" y="326"/>
                  </a:cubicBezTo>
                  <a:cubicBezTo>
                    <a:pt x="1880" y="201"/>
                    <a:pt x="1780" y="101"/>
                    <a:pt x="16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4"/>
            <p:cNvSpPr/>
            <p:nvPr/>
          </p:nvSpPr>
          <p:spPr>
            <a:xfrm>
              <a:off x="2922284" y="2725041"/>
              <a:ext cx="91627" cy="100983"/>
            </a:xfrm>
            <a:custGeom>
              <a:rect b="b" l="l" r="r" t="t"/>
              <a:pathLst>
                <a:path extrusionOk="0" h="5526" w="5014">
                  <a:moveTo>
                    <a:pt x="1985" y="1"/>
                  </a:moveTo>
                  <a:cubicBezTo>
                    <a:pt x="1762" y="1"/>
                    <a:pt x="1541" y="41"/>
                    <a:pt x="1329" y="126"/>
                  </a:cubicBezTo>
                  <a:cubicBezTo>
                    <a:pt x="452" y="477"/>
                    <a:pt x="1" y="1555"/>
                    <a:pt x="151" y="2733"/>
                  </a:cubicBezTo>
                  <a:cubicBezTo>
                    <a:pt x="201" y="3008"/>
                    <a:pt x="277" y="3284"/>
                    <a:pt x="402" y="3585"/>
                  </a:cubicBezTo>
                  <a:cubicBezTo>
                    <a:pt x="602" y="4086"/>
                    <a:pt x="878" y="4487"/>
                    <a:pt x="1229" y="4813"/>
                  </a:cubicBezTo>
                  <a:cubicBezTo>
                    <a:pt x="1721" y="5269"/>
                    <a:pt x="2293" y="5526"/>
                    <a:pt x="2858" y="5526"/>
                  </a:cubicBezTo>
                  <a:cubicBezTo>
                    <a:pt x="3069" y="5526"/>
                    <a:pt x="3280" y="5490"/>
                    <a:pt x="3485" y="5415"/>
                  </a:cubicBezTo>
                  <a:cubicBezTo>
                    <a:pt x="4587" y="4963"/>
                    <a:pt x="5013" y="3409"/>
                    <a:pt x="4412" y="1956"/>
                  </a:cubicBezTo>
                  <a:cubicBezTo>
                    <a:pt x="3944" y="755"/>
                    <a:pt x="2947" y="1"/>
                    <a:pt x="198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4"/>
            <p:cNvSpPr/>
            <p:nvPr/>
          </p:nvSpPr>
          <p:spPr>
            <a:xfrm>
              <a:off x="2905801" y="2575740"/>
              <a:ext cx="267498" cy="113191"/>
            </a:xfrm>
            <a:custGeom>
              <a:rect b="b" l="l" r="r" t="t"/>
              <a:pathLst>
                <a:path extrusionOk="0" h="6194" w="14638">
                  <a:moveTo>
                    <a:pt x="1" y="0"/>
                  </a:moveTo>
                  <a:lnTo>
                    <a:pt x="1" y="0"/>
                  </a:lnTo>
                  <a:cubicBezTo>
                    <a:pt x="2444" y="3707"/>
                    <a:pt x="7489" y="6193"/>
                    <a:pt x="12087" y="6193"/>
                  </a:cubicBezTo>
                  <a:cubicBezTo>
                    <a:pt x="12960" y="6193"/>
                    <a:pt x="13817" y="6103"/>
                    <a:pt x="14637" y="5915"/>
                  </a:cubicBezTo>
                  <a:lnTo>
                    <a:pt x="1" y="0"/>
                  </a:ln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4"/>
            <p:cNvSpPr/>
            <p:nvPr/>
          </p:nvSpPr>
          <p:spPr>
            <a:xfrm>
              <a:off x="2894598" y="2569344"/>
              <a:ext cx="290652" cy="127371"/>
            </a:xfrm>
            <a:custGeom>
              <a:rect b="b" l="l" r="r" t="t"/>
              <a:pathLst>
                <a:path extrusionOk="0" h="6970" w="15905">
                  <a:moveTo>
                    <a:pt x="286" y="1"/>
                  </a:moveTo>
                  <a:cubicBezTo>
                    <a:pt x="141" y="1"/>
                    <a:pt x="1" y="145"/>
                    <a:pt x="87" y="300"/>
                  </a:cubicBezTo>
                  <a:cubicBezTo>
                    <a:pt x="639" y="1203"/>
                    <a:pt x="1340" y="2030"/>
                    <a:pt x="2117" y="2757"/>
                  </a:cubicBezTo>
                  <a:cubicBezTo>
                    <a:pt x="2243" y="2857"/>
                    <a:pt x="2343" y="2957"/>
                    <a:pt x="2468" y="3082"/>
                  </a:cubicBezTo>
                  <a:cubicBezTo>
                    <a:pt x="5208" y="5480"/>
                    <a:pt x="9070" y="6970"/>
                    <a:pt x="12680" y="6970"/>
                  </a:cubicBezTo>
                  <a:cubicBezTo>
                    <a:pt x="12768" y="6970"/>
                    <a:pt x="12856" y="6969"/>
                    <a:pt x="12945" y="6967"/>
                  </a:cubicBezTo>
                  <a:cubicBezTo>
                    <a:pt x="13095" y="6967"/>
                    <a:pt x="13245" y="6942"/>
                    <a:pt x="13371" y="6942"/>
                  </a:cubicBezTo>
                  <a:cubicBezTo>
                    <a:pt x="14148" y="6892"/>
                    <a:pt x="14925" y="6792"/>
                    <a:pt x="15651" y="6591"/>
                  </a:cubicBezTo>
                  <a:cubicBezTo>
                    <a:pt x="15905" y="6545"/>
                    <a:pt x="15819" y="6181"/>
                    <a:pt x="15609" y="6181"/>
                  </a:cubicBezTo>
                  <a:cubicBezTo>
                    <a:pt x="15591" y="6181"/>
                    <a:pt x="15571" y="6184"/>
                    <a:pt x="15551" y="6190"/>
                  </a:cubicBezTo>
                  <a:cubicBezTo>
                    <a:pt x="15451" y="6215"/>
                    <a:pt x="15351" y="6240"/>
                    <a:pt x="15250" y="6265"/>
                  </a:cubicBezTo>
                  <a:cubicBezTo>
                    <a:pt x="14430" y="6453"/>
                    <a:pt x="13573" y="6543"/>
                    <a:pt x="12700" y="6543"/>
                  </a:cubicBezTo>
                  <a:cubicBezTo>
                    <a:pt x="8102" y="6543"/>
                    <a:pt x="3057" y="4057"/>
                    <a:pt x="614" y="350"/>
                  </a:cubicBezTo>
                  <a:cubicBezTo>
                    <a:pt x="564" y="250"/>
                    <a:pt x="513" y="175"/>
                    <a:pt x="463" y="100"/>
                  </a:cubicBezTo>
                  <a:cubicBezTo>
                    <a:pt x="417" y="30"/>
                    <a:pt x="351" y="1"/>
                    <a:pt x="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24"/>
            <p:cNvSpPr/>
            <p:nvPr/>
          </p:nvSpPr>
          <p:spPr>
            <a:xfrm>
              <a:off x="2946570" y="2893420"/>
              <a:ext cx="192830" cy="173167"/>
            </a:xfrm>
            <a:custGeom>
              <a:rect b="b" l="l" r="r" t="t"/>
              <a:pathLst>
                <a:path extrusionOk="0" h="9476" w="10552">
                  <a:moveTo>
                    <a:pt x="5447" y="1"/>
                  </a:moveTo>
                  <a:cubicBezTo>
                    <a:pt x="3408" y="1"/>
                    <a:pt x="1437" y="1338"/>
                    <a:pt x="802" y="3343"/>
                  </a:cubicBezTo>
                  <a:cubicBezTo>
                    <a:pt x="0" y="5825"/>
                    <a:pt x="1629" y="8556"/>
                    <a:pt x="4060" y="9333"/>
                  </a:cubicBezTo>
                  <a:cubicBezTo>
                    <a:pt x="4443" y="9429"/>
                    <a:pt x="4833" y="9475"/>
                    <a:pt x="5222" y="9475"/>
                  </a:cubicBezTo>
                  <a:cubicBezTo>
                    <a:pt x="7380" y="9475"/>
                    <a:pt x="9491" y="8058"/>
                    <a:pt x="10000" y="5850"/>
                  </a:cubicBezTo>
                  <a:cubicBezTo>
                    <a:pt x="10552" y="3494"/>
                    <a:pt x="9098" y="937"/>
                    <a:pt x="6817" y="211"/>
                  </a:cubicBezTo>
                  <a:cubicBezTo>
                    <a:pt x="6367" y="68"/>
                    <a:pt x="5905" y="1"/>
                    <a:pt x="54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4"/>
            <p:cNvSpPr/>
            <p:nvPr/>
          </p:nvSpPr>
          <p:spPr>
            <a:xfrm>
              <a:off x="2944725" y="2886695"/>
              <a:ext cx="201090" cy="187823"/>
            </a:xfrm>
            <a:custGeom>
              <a:rect b="b" l="l" r="r" t="t"/>
              <a:pathLst>
                <a:path extrusionOk="0" h="10278" w="11004">
                  <a:moveTo>
                    <a:pt x="5548" y="369"/>
                  </a:moveTo>
                  <a:cubicBezTo>
                    <a:pt x="6006" y="369"/>
                    <a:pt x="6468" y="436"/>
                    <a:pt x="6918" y="579"/>
                  </a:cubicBezTo>
                  <a:cubicBezTo>
                    <a:pt x="9199" y="1305"/>
                    <a:pt x="10653" y="3887"/>
                    <a:pt x="10101" y="6218"/>
                  </a:cubicBezTo>
                  <a:cubicBezTo>
                    <a:pt x="9592" y="8426"/>
                    <a:pt x="7481" y="9843"/>
                    <a:pt x="5323" y="9843"/>
                  </a:cubicBezTo>
                  <a:cubicBezTo>
                    <a:pt x="4934" y="9843"/>
                    <a:pt x="4544" y="9797"/>
                    <a:pt x="4161" y="9701"/>
                  </a:cubicBezTo>
                  <a:cubicBezTo>
                    <a:pt x="1730" y="8924"/>
                    <a:pt x="101" y="6193"/>
                    <a:pt x="903" y="3711"/>
                  </a:cubicBezTo>
                  <a:cubicBezTo>
                    <a:pt x="1538" y="1706"/>
                    <a:pt x="3509" y="369"/>
                    <a:pt x="5548" y="369"/>
                  </a:cubicBezTo>
                  <a:close/>
                  <a:moveTo>
                    <a:pt x="5565" y="1"/>
                  </a:moveTo>
                  <a:cubicBezTo>
                    <a:pt x="3113" y="1"/>
                    <a:pt x="655" y="1660"/>
                    <a:pt x="302" y="4438"/>
                  </a:cubicBezTo>
                  <a:cubicBezTo>
                    <a:pt x="1" y="6945"/>
                    <a:pt x="1680" y="9351"/>
                    <a:pt x="4036" y="10127"/>
                  </a:cubicBezTo>
                  <a:cubicBezTo>
                    <a:pt x="4455" y="10228"/>
                    <a:pt x="4881" y="10277"/>
                    <a:pt x="5307" y="10277"/>
                  </a:cubicBezTo>
                  <a:cubicBezTo>
                    <a:pt x="6994" y="10277"/>
                    <a:pt x="8654" y="9504"/>
                    <a:pt x="9675" y="8122"/>
                  </a:cubicBezTo>
                  <a:cubicBezTo>
                    <a:pt x="11004" y="6368"/>
                    <a:pt x="10878" y="3912"/>
                    <a:pt x="9675" y="2132"/>
                  </a:cubicBezTo>
                  <a:cubicBezTo>
                    <a:pt x="8665" y="666"/>
                    <a:pt x="7116" y="1"/>
                    <a:pt x="556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4"/>
            <p:cNvSpPr/>
            <p:nvPr/>
          </p:nvSpPr>
          <p:spPr>
            <a:xfrm>
              <a:off x="2924130" y="1811329"/>
              <a:ext cx="11458" cy="4148"/>
            </a:xfrm>
            <a:custGeom>
              <a:rect b="b" l="l" r="r" t="t"/>
              <a:pathLst>
                <a:path extrusionOk="0" h="227" w="627">
                  <a:moveTo>
                    <a:pt x="0" y="226"/>
                  </a:moveTo>
                  <a:cubicBezTo>
                    <a:pt x="201" y="151"/>
                    <a:pt x="426" y="76"/>
                    <a:pt x="627" y="1"/>
                  </a:cubicBezTo>
                  <a:cubicBezTo>
                    <a:pt x="426" y="76"/>
                    <a:pt x="201" y="151"/>
                    <a:pt x="0" y="2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24"/>
            <p:cNvSpPr/>
            <p:nvPr/>
          </p:nvSpPr>
          <p:spPr>
            <a:xfrm>
              <a:off x="2900300" y="1819571"/>
              <a:ext cx="11933" cy="4148"/>
            </a:xfrm>
            <a:custGeom>
              <a:rect b="b" l="l" r="r" t="t"/>
              <a:pathLst>
                <a:path extrusionOk="0" h="227" w="653">
                  <a:moveTo>
                    <a:pt x="1" y="226"/>
                  </a:moveTo>
                  <a:cubicBezTo>
                    <a:pt x="226" y="151"/>
                    <a:pt x="427" y="76"/>
                    <a:pt x="653" y="1"/>
                  </a:cubicBezTo>
                  <a:cubicBezTo>
                    <a:pt x="427" y="76"/>
                    <a:pt x="226" y="151"/>
                    <a:pt x="1" y="2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24"/>
            <p:cNvSpPr/>
            <p:nvPr/>
          </p:nvSpPr>
          <p:spPr>
            <a:xfrm>
              <a:off x="2878773" y="1828287"/>
              <a:ext cx="10106" cy="4130"/>
            </a:xfrm>
            <a:custGeom>
              <a:rect b="b" l="l" r="r" t="t"/>
              <a:pathLst>
                <a:path extrusionOk="0" h="226" w="553">
                  <a:moveTo>
                    <a:pt x="552" y="0"/>
                  </a:moveTo>
                  <a:lnTo>
                    <a:pt x="552" y="0"/>
                  </a:lnTo>
                  <a:cubicBezTo>
                    <a:pt x="377" y="75"/>
                    <a:pt x="176" y="150"/>
                    <a:pt x="1" y="226"/>
                  </a:cubicBezTo>
                  <a:cubicBezTo>
                    <a:pt x="76" y="201"/>
                    <a:pt x="126" y="175"/>
                    <a:pt x="201" y="150"/>
                  </a:cubicBezTo>
                  <a:cubicBezTo>
                    <a:pt x="327" y="100"/>
                    <a:pt x="452" y="50"/>
                    <a:pt x="5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4"/>
            <p:cNvSpPr/>
            <p:nvPr/>
          </p:nvSpPr>
          <p:spPr>
            <a:xfrm>
              <a:off x="3286398" y="1807674"/>
              <a:ext cx="475" cy="18"/>
            </a:xfrm>
            <a:custGeom>
              <a:rect b="b" l="l" r="r" t="t"/>
              <a:pathLst>
                <a:path extrusionOk="0" h="1" w="26">
                  <a:moveTo>
                    <a:pt x="1" y="0"/>
                  </a:moveTo>
                  <a:cubicBezTo>
                    <a:pt x="1" y="0"/>
                    <a:pt x="1" y="0"/>
                    <a:pt x="26" y="0"/>
                  </a:cubicBezTo>
                  <a:cubicBezTo>
                    <a:pt x="1" y="0"/>
                    <a:pt x="1" y="0"/>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4"/>
            <p:cNvSpPr/>
            <p:nvPr/>
          </p:nvSpPr>
          <p:spPr>
            <a:xfrm>
              <a:off x="3063361" y="1783844"/>
              <a:ext cx="8260" cy="475"/>
            </a:xfrm>
            <a:custGeom>
              <a:rect b="b" l="l" r="r" t="t"/>
              <a:pathLst>
                <a:path extrusionOk="0" h="26" w="452">
                  <a:moveTo>
                    <a:pt x="0" y="26"/>
                  </a:moveTo>
                  <a:cubicBezTo>
                    <a:pt x="151" y="26"/>
                    <a:pt x="301" y="1"/>
                    <a:pt x="451" y="1"/>
                  </a:cubicBezTo>
                  <a:cubicBezTo>
                    <a:pt x="301" y="1"/>
                    <a:pt x="151" y="26"/>
                    <a:pt x="0" y="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4"/>
            <p:cNvSpPr/>
            <p:nvPr/>
          </p:nvSpPr>
          <p:spPr>
            <a:xfrm>
              <a:off x="3504410" y="2120036"/>
              <a:ext cx="95264" cy="556944"/>
            </a:xfrm>
            <a:custGeom>
              <a:rect b="b" l="l" r="r" t="t"/>
              <a:pathLst>
                <a:path extrusionOk="0" h="30477" w="5213">
                  <a:moveTo>
                    <a:pt x="4036" y="0"/>
                  </a:moveTo>
                  <a:lnTo>
                    <a:pt x="4036" y="0"/>
                  </a:lnTo>
                  <a:cubicBezTo>
                    <a:pt x="4838" y="3233"/>
                    <a:pt x="5139" y="6892"/>
                    <a:pt x="4938" y="10902"/>
                  </a:cubicBezTo>
                  <a:cubicBezTo>
                    <a:pt x="4904" y="11563"/>
                    <a:pt x="4856" y="12223"/>
                    <a:pt x="4796" y="12884"/>
                  </a:cubicBezTo>
                  <a:lnTo>
                    <a:pt x="4796" y="12884"/>
                  </a:lnTo>
                  <a:cubicBezTo>
                    <a:pt x="5212" y="8587"/>
                    <a:pt x="5088" y="4168"/>
                    <a:pt x="4036" y="0"/>
                  </a:cubicBezTo>
                  <a:close/>
                  <a:moveTo>
                    <a:pt x="4796" y="12884"/>
                  </a:moveTo>
                  <a:cubicBezTo>
                    <a:pt x="4686" y="14014"/>
                    <a:pt x="4539" y="15135"/>
                    <a:pt x="4362" y="16241"/>
                  </a:cubicBezTo>
                  <a:cubicBezTo>
                    <a:pt x="4213" y="17230"/>
                    <a:pt x="4034" y="18215"/>
                    <a:pt x="3824" y="19194"/>
                  </a:cubicBezTo>
                  <a:lnTo>
                    <a:pt x="3824" y="19194"/>
                  </a:lnTo>
                  <a:cubicBezTo>
                    <a:pt x="4277" y="17108"/>
                    <a:pt x="4602" y="14997"/>
                    <a:pt x="4796" y="12884"/>
                  </a:cubicBezTo>
                  <a:close/>
                  <a:moveTo>
                    <a:pt x="3824" y="19194"/>
                  </a:moveTo>
                  <a:lnTo>
                    <a:pt x="3824" y="19194"/>
                  </a:lnTo>
                  <a:cubicBezTo>
                    <a:pt x="3525" y="20574"/>
                    <a:pt x="3171" y="21943"/>
                    <a:pt x="2762" y="23294"/>
                  </a:cubicBezTo>
                  <a:lnTo>
                    <a:pt x="2762" y="23294"/>
                  </a:lnTo>
                  <a:cubicBezTo>
                    <a:pt x="3173" y="21947"/>
                    <a:pt x="3528" y="20577"/>
                    <a:pt x="3824" y="19194"/>
                  </a:cubicBezTo>
                  <a:close/>
                  <a:moveTo>
                    <a:pt x="2762" y="23294"/>
                  </a:moveTo>
                  <a:cubicBezTo>
                    <a:pt x="2728" y="23408"/>
                    <a:pt x="2693" y="23521"/>
                    <a:pt x="2657" y="23634"/>
                  </a:cubicBezTo>
                  <a:cubicBezTo>
                    <a:pt x="2657" y="23637"/>
                    <a:pt x="2656" y="23640"/>
                    <a:pt x="2655" y="23643"/>
                  </a:cubicBezTo>
                  <a:lnTo>
                    <a:pt x="2655" y="23643"/>
                  </a:lnTo>
                  <a:cubicBezTo>
                    <a:pt x="2691" y="23527"/>
                    <a:pt x="2727" y="23411"/>
                    <a:pt x="2762" y="23294"/>
                  </a:cubicBezTo>
                  <a:close/>
                  <a:moveTo>
                    <a:pt x="2655" y="23643"/>
                  </a:moveTo>
                  <a:lnTo>
                    <a:pt x="2655" y="23643"/>
                  </a:lnTo>
                  <a:cubicBezTo>
                    <a:pt x="1953" y="25912"/>
                    <a:pt x="1098" y="28130"/>
                    <a:pt x="99" y="30267"/>
                  </a:cubicBezTo>
                  <a:lnTo>
                    <a:pt x="99" y="30267"/>
                  </a:lnTo>
                  <a:cubicBezTo>
                    <a:pt x="713" y="28956"/>
                    <a:pt x="1281" y="27622"/>
                    <a:pt x="1780" y="26266"/>
                  </a:cubicBezTo>
                  <a:cubicBezTo>
                    <a:pt x="2056" y="25514"/>
                    <a:pt x="2306" y="24762"/>
                    <a:pt x="2557" y="23985"/>
                  </a:cubicBezTo>
                  <a:cubicBezTo>
                    <a:pt x="2582" y="23887"/>
                    <a:pt x="2630" y="23766"/>
                    <a:pt x="2655" y="23643"/>
                  </a:cubicBezTo>
                  <a:close/>
                  <a:moveTo>
                    <a:pt x="99" y="30267"/>
                  </a:moveTo>
                  <a:cubicBezTo>
                    <a:pt x="67" y="30337"/>
                    <a:pt x="34" y="30407"/>
                    <a:pt x="1" y="30476"/>
                  </a:cubicBezTo>
                  <a:cubicBezTo>
                    <a:pt x="34" y="30407"/>
                    <a:pt x="67" y="30337"/>
                    <a:pt x="99" y="30267"/>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4"/>
            <p:cNvSpPr/>
            <p:nvPr/>
          </p:nvSpPr>
          <p:spPr>
            <a:xfrm>
              <a:off x="3088086" y="1782474"/>
              <a:ext cx="2303" cy="18"/>
            </a:xfrm>
            <a:custGeom>
              <a:rect b="b" l="l" r="r" t="t"/>
              <a:pathLst>
                <a:path extrusionOk="0" h="1" w="126">
                  <a:moveTo>
                    <a:pt x="1" y="1"/>
                  </a:moveTo>
                  <a:cubicBezTo>
                    <a:pt x="26" y="1"/>
                    <a:pt x="76" y="1"/>
                    <a:pt x="126" y="1"/>
                  </a:cubicBezTo>
                  <a:cubicBezTo>
                    <a:pt x="76" y="1"/>
                    <a:pt x="26" y="1"/>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4"/>
            <p:cNvSpPr/>
            <p:nvPr/>
          </p:nvSpPr>
          <p:spPr>
            <a:xfrm>
              <a:off x="3039075" y="1785690"/>
              <a:ext cx="12390" cy="1846"/>
            </a:xfrm>
            <a:custGeom>
              <a:rect b="b" l="l" r="r" t="t"/>
              <a:pathLst>
                <a:path extrusionOk="0" h="101" w="678">
                  <a:moveTo>
                    <a:pt x="1" y="100"/>
                  </a:moveTo>
                  <a:cubicBezTo>
                    <a:pt x="226" y="75"/>
                    <a:pt x="452" y="25"/>
                    <a:pt x="678" y="0"/>
                  </a:cubicBezTo>
                  <a:cubicBezTo>
                    <a:pt x="452" y="25"/>
                    <a:pt x="226" y="75"/>
                    <a:pt x="1" y="10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4"/>
            <p:cNvSpPr/>
            <p:nvPr/>
          </p:nvSpPr>
          <p:spPr>
            <a:xfrm>
              <a:off x="2991909" y="1792561"/>
              <a:ext cx="16045" cy="3673"/>
            </a:xfrm>
            <a:custGeom>
              <a:rect b="b" l="l" r="r" t="t"/>
              <a:pathLst>
                <a:path extrusionOk="0" h="201" w="878">
                  <a:moveTo>
                    <a:pt x="0" y="201"/>
                  </a:moveTo>
                  <a:cubicBezTo>
                    <a:pt x="301" y="125"/>
                    <a:pt x="602" y="75"/>
                    <a:pt x="878" y="0"/>
                  </a:cubicBezTo>
                  <a:cubicBezTo>
                    <a:pt x="602" y="75"/>
                    <a:pt x="301" y="125"/>
                    <a:pt x="0" y="20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4"/>
            <p:cNvSpPr/>
            <p:nvPr/>
          </p:nvSpPr>
          <p:spPr>
            <a:xfrm>
              <a:off x="2947941" y="1804458"/>
              <a:ext cx="11458" cy="3235"/>
            </a:xfrm>
            <a:custGeom>
              <a:rect b="b" l="l" r="r" t="t"/>
              <a:pathLst>
                <a:path extrusionOk="0" h="177" w="627">
                  <a:moveTo>
                    <a:pt x="0" y="176"/>
                  </a:moveTo>
                  <a:cubicBezTo>
                    <a:pt x="201" y="101"/>
                    <a:pt x="426" y="51"/>
                    <a:pt x="627" y="1"/>
                  </a:cubicBezTo>
                  <a:cubicBezTo>
                    <a:pt x="426" y="51"/>
                    <a:pt x="201" y="101"/>
                    <a:pt x="0" y="1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4"/>
            <p:cNvSpPr/>
            <p:nvPr/>
          </p:nvSpPr>
          <p:spPr>
            <a:xfrm>
              <a:off x="2971295" y="1797587"/>
              <a:ext cx="13304" cy="3691"/>
            </a:xfrm>
            <a:custGeom>
              <a:rect b="b" l="l" r="r" t="t"/>
              <a:pathLst>
                <a:path extrusionOk="0" h="202" w="728">
                  <a:moveTo>
                    <a:pt x="727" y="1"/>
                  </a:moveTo>
                  <a:cubicBezTo>
                    <a:pt x="634" y="24"/>
                    <a:pt x="520" y="47"/>
                    <a:pt x="403" y="91"/>
                  </a:cubicBezTo>
                  <a:lnTo>
                    <a:pt x="403" y="91"/>
                  </a:lnTo>
                  <a:cubicBezTo>
                    <a:pt x="509" y="63"/>
                    <a:pt x="616" y="34"/>
                    <a:pt x="727" y="1"/>
                  </a:cubicBezTo>
                  <a:close/>
                  <a:moveTo>
                    <a:pt x="403" y="91"/>
                  </a:moveTo>
                  <a:cubicBezTo>
                    <a:pt x="377" y="98"/>
                    <a:pt x="350" y="105"/>
                    <a:pt x="323" y="112"/>
                  </a:cubicBezTo>
                  <a:lnTo>
                    <a:pt x="323" y="112"/>
                  </a:lnTo>
                  <a:cubicBezTo>
                    <a:pt x="341" y="108"/>
                    <a:pt x="359" y="105"/>
                    <a:pt x="377" y="101"/>
                  </a:cubicBezTo>
                  <a:cubicBezTo>
                    <a:pt x="386" y="97"/>
                    <a:pt x="394" y="94"/>
                    <a:pt x="403" y="91"/>
                  </a:cubicBezTo>
                  <a:close/>
                  <a:moveTo>
                    <a:pt x="323" y="112"/>
                  </a:moveTo>
                  <a:lnTo>
                    <a:pt x="323" y="112"/>
                  </a:lnTo>
                  <a:cubicBezTo>
                    <a:pt x="216" y="134"/>
                    <a:pt x="108" y="158"/>
                    <a:pt x="1" y="201"/>
                  </a:cubicBezTo>
                  <a:cubicBezTo>
                    <a:pt x="112" y="168"/>
                    <a:pt x="218" y="140"/>
                    <a:pt x="323" y="112"/>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24"/>
            <p:cNvSpPr/>
            <p:nvPr/>
          </p:nvSpPr>
          <p:spPr>
            <a:xfrm>
              <a:off x="3015263" y="1788888"/>
              <a:ext cx="15131" cy="2303"/>
            </a:xfrm>
            <a:custGeom>
              <a:rect b="b" l="l" r="r" t="t"/>
              <a:pathLst>
                <a:path extrusionOk="0" h="126" w="828">
                  <a:moveTo>
                    <a:pt x="1" y="126"/>
                  </a:moveTo>
                  <a:cubicBezTo>
                    <a:pt x="276" y="76"/>
                    <a:pt x="552" y="26"/>
                    <a:pt x="828" y="1"/>
                  </a:cubicBezTo>
                  <a:cubicBezTo>
                    <a:pt x="552" y="26"/>
                    <a:pt x="276" y="76"/>
                    <a:pt x="1" y="1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24"/>
            <p:cNvSpPr/>
            <p:nvPr/>
          </p:nvSpPr>
          <p:spPr>
            <a:xfrm>
              <a:off x="3358764" y="1838813"/>
              <a:ext cx="15588" cy="8717"/>
            </a:xfrm>
            <a:custGeom>
              <a:rect b="b" l="l" r="r" t="t"/>
              <a:pathLst>
                <a:path extrusionOk="0" h="477" w="853">
                  <a:moveTo>
                    <a:pt x="1" y="0"/>
                  </a:moveTo>
                  <a:cubicBezTo>
                    <a:pt x="276" y="151"/>
                    <a:pt x="577" y="301"/>
                    <a:pt x="853" y="477"/>
                  </a:cubicBezTo>
                  <a:cubicBezTo>
                    <a:pt x="577" y="301"/>
                    <a:pt x="276" y="151"/>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4"/>
            <p:cNvSpPr/>
            <p:nvPr/>
          </p:nvSpPr>
          <p:spPr>
            <a:xfrm>
              <a:off x="3568077" y="2085223"/>
              <a:ext cx="3216" cy="11001"/>
            </a:xfrm>
            <a:custGeom>
              <a:rect b="b" l="l" r="r" t="t"/>
              <a:pathLst>
                <a:path extrusionOk="0" h="602" w="176">
                  <a:moveTo>
                    <a:pt x="0" y="0"/>
                  </a:moveTo>
                  <a:cubicBezTo>
                    <a:pt x="51" y="201"/>
                    <a:pt x="126" y="401"/>
                    <a:pt x="176" y="602"/>
                  </a:cubicBezTo>
                  <a:cubicBezTo>
                    <a:pt x="126" y="401"/>
                    <a:pt x="51" y="201"/>
                    <a:pt x="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4"/>
            <p:cNvSpPr/>
            <p:nvPr/>
          </p:nvSpPr>
          <p:spPr>
            <a:xfrm>
              <a:off x="3378921" y="1850271"/>
              <a:ext cx="14217" cy="8717"/>
            </a:xfrm>
            <a:custGeom>
              <a:rect b="b" l="l" r="r" t="t"/>
              <a:pathLst>
                <a:path extrusionOk="0" h="477" w="778">
                  <a:moveTo>
                    <a:pt x="1" y="0"/>
                  </a:moveTo>
                  <a:cubicBezTo>
                    <a:pt x="276" y="151"/>
                    <a:pt x="527" y="326"/>
                    <a:pt x="777" y="476"/>
                  </a:cubicBezTo>
                  <a:cubicBezTo>
                    <a:pt x="527" y="301"/>
                    <a:pt x="276" y="151"/>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24"/>
            <p:cNvSpPr/>
            <p:nvPr/>
          </p:nvSpPr>
          <p:spPr>
            <a:xfrm>
              <a:off x="3398620" y="1862625"/>
              <a:ext cx="6889" cy="4605"/>
            </a:xfrm>
            <a:custGeom>
              <a:rect b="b" l="l" r="r" t="t"/>
              <a:pathLst>
                <a:path extrusionOk="0" h="252" w="377">
                  <a:moveTo>
                    <a:pt x="0" y="1"/>
                  </a:moveTo>
                  <a:cubicBezTo>
                    <a:pt x="126" y="101"/>
                    <a:pt x="251" y="176"/>
                    <a:pt x="376" y="251"/>
                  </a:cubicBezTo>
                  <a:cubicBezTo>
                    <a:pt x="251" y="176"/>
                    <a:pt x="126" y="101"/>
                    <a:pt x="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24"/>
            <p:cNvSpPr/>
            <p:nvPr/>
          </p:nvSpPr>
          <p:spPr>
            <a:xfrm>
              <a:off x="3573578" y="2103534"/>
              <a:ext cx="4587" cy="16502"/>
            </a:xfrm>
            <a:custGeom>
              <a:rect b="b" l="l" r="r" t="t"/>
              <a:pathLst>
                <a:path extrusionOk="0" h="903" w="251">
                  <a:moveTo>
                    <a:pt x="0" y="1"/>
                  </a:moveTo>
                  <a:cubicBezTo>
                    <a:pt x="75" y="301"/>
                    <a:pt x="176" y="602"/>
                    <a:pt x="251" y="903"/>
                  </a:cubicBezTo>
                  <a:cubicBezTo>
                    <a:pt x="176" y="602"/>
                    <a:pt x="75" y="301"/>
                    <a:pt x="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24"/>
            <p:cNvSpPr/>
            <p:nvPr/>
          </p:nvSpPr>
          <p:spPr>
            <a:xfrm>
              <a:off x="3561206" y="2065524"/>
              <a:ext cx="2303" cy="6433"/>
            </a:xfrm>
            <a:custGeom>
              <a:rect b="b" l="l" r="r" t="t"/>
              <a:pathLst>
                <a:path extrusionOk="0" h="352" w="126">
                  <a:moveTo>
                    <a:pt x="1" y="1"/>
                  </a:moveTo>
                  <a:cubicBezTo>
                    <a:pt x="51" y="126"/>
                    <a:pt x="76" y="226"/>
                    <a:pt x="126" y="351"/>
                  </a:cubicBezTo>
                  <a:cubicBezTo>
                    <a:pt x="76" y="226"/>
                    <a:pt x="51" y="126"/>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24"/>
            <p:cNvSpPr/>
            <p:nvPr/>
          </p:nvSpPr>
          <p:spPr>
            <a:xfrm>
              <a:off x="3300140" y="1812243"/>
              <a:ext cx="10106" cy="4148"/>
            </a:xfrm>
            <a:custGeom>
              <a:rect b="b" l="l" r="r" t="t"/>
              <a:pathLst>
                <a:path extrusionOk="0" h="227" w="553">
                  <a:moveTo>
                    <a:pt x="1" y="1"/>
                  </a:moveTo>
                  <a:cubicBezTo>
                    <a:pt x="176" y="76"/>
                    <a:pt x="377" y="151"/>
                    <a:pt x="552" y="226"/>
                  </a:cubicBezTo>
                  <a:cubicBezTo>
                    <a:pt x="377" y="151"/>
                    <a:pt x="176" y="76"/>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24"/>
            <p:cNvSpPr/>
            <p:nvPr/>
          </p:nvSpPr>
          <p:spPr>
            <a:xfrm>
              <a:off x="3337694" y="1828287"/>
              <a:ext cx="16520" cy="8260"/>
            </a:xfrm>
            <a:custGeom>
              <a:rect b="b" l="l" r="r" t="t"/>
              <a:pathLst>
                <a:path extrusionOk="0" h="452" w="904">
                  <a:moveTo>
                    <a:pt x="1" y="0"/>
                  </a:moveTo>
                  <a:cubicBezTo>
                    <a:pt x="302" y="150"/>
                    <a:pt x="602" y="276"/>
                    <a:pt x="903" y="451"/>
                  </a:cubicBezTo>
                  <a:cubicBezTo>
                    <a:pt x="602" y="276"/>
                    <a:pt x="302" y="150"/>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24"/>
            <p:cNvSpPr/>
            <p:nvPr/>
          </p:nvSpPr>
          <p:spPr>
            <a:xfrm>
              <a:off x="3318469" y="1819571"/>
              <a:ext cx="14674" cy="6433"/>
            </a:xfrm>
            <a:custGeom>
              <a:rect b="b" l="l" r="r" t="t"/>
              <a:pathLst>
                <a:path extrusionOk="0" h="352" w="803">
                  <a:moveTo>
                    <a:pt x="0" y="1"/>
                  </a:moveTo>
                  <a:cubicBezTo>
                    <a:pt x="205" y="94"/>
                    <a:pt x="410" y="173"/>
                    <a:pt x="604" y="259"/>
                  </a:cubicBezTo>
                  <a:lnTo>
                    <a:pt x="604" y="259"/>
                  </a:lnTo>
                  <a:cubicBezTo>
                    <a:pt x="586" y="248"/>
                    <a:pt x="568" y="237"/>
                    <a:pt x="552" y="226"/>
                  </a:cubicBezTo>
                  <a:cubicBezTo>
                    <a:pt x="376" y="151"/>
                    <a:pt x="176" y="76"/>
                    <a:pt x="0" y="1"/>
                  </a:cubicBezTo>
                  <a:close/>
                  <a:moveTo>
                    <a:pt x="604" y="259"/>
                  </a:moveTo>
                  <a:lnTo>
                    <a:pt x="604" y="259"/>
                  </a:lnTo>
                  <a:cubicBezTo>
                    <a:pt x="669" y="297"/>
                    <a:pt x="743" y="332"/>
                    <a:pt x="802" y="352"/>
                  </a:cubicBezTo>
                  <a:cubicBezTo>
                    <a:pt x="738" y="319"/>
                    <a:pt x="671" y="289"/>
                    <a:pt x="604" y="259"/>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24"/>
            <p:cNvSpPr/>
            <p:nvPr/>
          </p:nvSpPr>
          <p:spPr>
            <a:xfrm>
              <a:off x="3453571" y="2742456"/>
              <a:ext cx="932" cy="475"/>
            </a:xfrm>
            <a:custGeom>
              <a:rect b="b" l="l" r="r" t="t"/>
              <a:pathLst>
                <a:path extrusionOk="0" h="26" w="51">
                  <a:moveTo>
                    <a:pt x="26" y="0"/>
                  </a:moveTo>
                  <a:cubicBezTo>
                    <a:pt x="26" y="0"/>
                    <a:pt x="26" y="0"/>
                    <a:pt x="1" y="25"/>
                  </a:cubicBezTo>
                  <a:cubicBezTo>
                    <a:pt x="26" y="0"/>
                    <a:pt x="26" y="0"/>
                    <a:pt x="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24"/>
            <p:cNvSpPr/>
            <p:nvPr/>
          </p:nvSpPr>
          <p:spPr>
            <a:xfrm>
              <a:off x="3438001" y="2747957"/>
              <a:ext cx="1846" cy="475"/>
            </a:xfrm>
            <a:custGeom>
              <a:rect b="b" l="l" r="r" t="t"/>
              <a:pathLst>
                <a:path extrusionOk="0" h="26" w="101">
                  <a:moveTo>
                    <a:pt x="1" y="25"/>
                  </a:moveTo>
                  <a:cubicBezTo>
                    <a:pt x="26" y="25"/>
                    <a:pt x="51" y="25"/>
                    <a:pt x="101" y="0"/>
                  </a:cubicBezTo>
                  <a:cubicBezTo>
                    <a:pt x="51" y="25"/>
                    <a:pt x="26" y="25"/>
                    <a:pt x="1" y="25"/>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24"/>
            <p:cNvSpPr/>
            <p:nvPr/>
          </p:nvSpPr>
          <p:spPr>
            <a:xfrm>
              <a:off x="3345936" y="2517117"/>
              <a:ext cx="19261" cy="163061"/>
            </a:xfrm>
            <a:custGeom>
              <a:rect b="b" l="l" r="r" t="t"/>
              <a:pathLst>
                <a:path extrusionOk="0" h="8923" w="1054">
                  <a:moveTo>
                    <a:pt x="1" y="0"/>
                  </a:moveTo>
                  <a:cubicBezTo>
                    <a:pt x="76" y="2958"/>
                    <a:pt x="302" y="6066"/>
                    <a:pt x="1054" y="8923"/>
                  </a:cubicBezTo>
                  <a:cubicBezTo>
                    <a:pt x="1029" y="8772"/>
                    <a:pt x="1004" y="8647"/>
                    <a:pt x="953" y="8497"/>
                  </a:cubicBezTo>
                  <a:cubicBezTo>
                    <a:pt x="402" y="5690"/>
                    <a:pt x="101" y="2858"/>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24"/>
            <p:cNvSpPr/>
            <p:nvPr/>
          </p:nvSpPr>
          <p:spPr>
            <a:xfrm>
              <a:off x="3445329" y="2746111"/>
              <a:ext cx="932" cy="475"/>
            </a:xfrm>
            <a:custGeom>
              <a:rect b="b" l="l" r="r" t="t"/>
              <a:pathLst>
                <a:path extrusionOk="0" h="26" w="51">
                  <a:moveTo>
                    <a:pt x="1" y="26"/>
                  </a:moveTo>
                  <a:cubicBezTo>
                    <a:pt x="26" y="1"/>
                    <a:pt x="51" y="1"/>
                    <a:pt x="51" y="1"/>
                  </a:cubicBezTo>
                  <a:cubicBezTo>
                    <a:pt x="51" y="1"/>
                    <a:pt x="26" y="1"/>
                    <a:pt x="1" y="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24"/>
            <p:cNvSpPr/>
            <p:nvPr/>
          </p:nvSpPr>
          <p:spPr>
            <a:xfrm>
              <a:off x="3431130" y="2749327"/>
              <a:ext cx="18" cy="18"/>
            </a:xfrm>
            <a:custGeom>
              <a:rect b="b" l="l" r="r" t="t"/>
              <a:pathLst>
                <a:path extrusionOk="0" h="1" w="1">
                  <a:moveTo>
                    <a:pt x="1" y="0"/>
                  </a:moveTo>
                  <a:cubicBezTo>
                    <a:pt x="1" y="0"/>
                    <a:pt x="1" y="0"/>
                    <a:pt x="1" y="0"/>
                  </a:cubicBezTo>
                  <a:cubicBezTo>
                    <a:pt x="1" y="0"/>
                    <a:pt x="1" y="0"/>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24"/>
            <p:cNvSpPr/>
            <p:nvPr/>
          </p:nvSpPr>
          <p:spPr>
            <a:xfrm>
              <a:off x="3163668" y="2559257"/>
              <a:ext cx="2303" cy="1389"/>
            </a:xfrm>
            <a:custGeom>
              <a:rect b="b" l="l" r="r" t="t"/>
              <a:pathLst>
                <a:path extrusionOk="0" h="76" w="126">
                  <a:moveTo>
                    <a:pt x="0" y="75"/>
                  </a:moveTo>
                  <a:cubicBezTo>
                    <a:pt x="50" y="50"/>
                    <a:pt x="75" y="25"/>
                    <a:pt x="125" y="0"/>
                  </a:cubicBezTo>
                  <a:cubicBezTo>
                    <a:pt x="75" y="25"/>
                    <a:pt x="50" y="50"/>
                    <a:pt x="0" y="75"/>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24"/>
            <p:cNvSpPr/>
            <p:nvPr/>
          </p:nvSpPr>
          <p:spPr>
            <a:xfrm>
              <a:off x="3168694" y="2556041"/>
              <a:ext cx="1846" cy="1389"/>
            </a:xfrm>
            <a:custGeom>
              <a:rect b="b" l="l" r="r" t="t"/>
              <a:pathLst>
                <a:path extrusionOk="0" h="76" w="101">
                  <a:moveTo>
                    <a:pt x="1" y="76"/>
                  </a:moveTo>
                  <a:cubicBezTo>
                    <a:pt x="26" y="51"/>
                    <a:pt x="76" y="26"/>
                    <a:pt x="101" y="1"/>
                  </a:cubicBezTo>
                  <a:cubicBezTo>
                    <a:pt x="76" y="26"/>
                    <a:pt x="26" y="51"/>
                    <a:pt x="1" y="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24"/>
            <p:cNvSpPr/>
            <p:nvPr/>
          </p:nvSpPr>
          <p:spPr>
            <a:xfrm>
              <a:off x="3212662" y="2437880"/>
              <a:ext cx="14674" cy="102610"/>
            </a:xfrm>
            <a:custGeom>
              <a:rect b="b" l="l" r="r" t="t"/>
              <a:pathLst>
                <a:path extrusionOk="0" h="5615" w="803">
                  <a:moveTo>
                    <a:pt x="1" y="1"/>
                  </a:moveTo>
                  <a:lnTo>
                    <a:pt x="1" y="1"/>
                  </a:lnTo>
                  <a:cubicBezTo>
                    <a:pt x="114" y="1608"/>
                    <a:pt x="2" y="3543"/>
                    <a:pt x="589" y="5121"/>
                  </a:cubicBezTo>
                  <a:lnTo>
                    <a:pt x="589" y="5121"/>
                  </a:lnTo>
                  <a:cubicBezTo>
                    <a:pt x="310" y="4319"/>
                    <a:pt x="246" y="3441"/>
                    <a:pt x="201" y="2682"/>
                  </a:cubicBezTo>
                  <a:lnTo>
                    <a:pt x="1" y="1"/>
                  </a:lnTo>
                  <a:close/>
                  <a:moveTo>
                    <a:pt x="589" y="5121"/>
                  </a:moveTo>
                  <a:cubicBezTo>
                    <a:pt x="624" y="5220"/>
                    <a:pt x="661" y="5318"/>
                    <a:pt x="702" y="5414"/>
                  </a:cubicBezTo>
                  <a:cubicBezTo>
                    <a:pt x="728" y="5489"/>
                    <a:pt x="753" y="5539"/>
                    <a:pt x="803" y="5615"/>
                  </a:cubicBezTo>
                  <a:cubicBezTo>
                    <a:pt x="723" y="5455"/>
                    <a:pt x="652" y="5290"/>
                    <a:pt x="589" y="512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24"/>
            <p:cNvSpPr/>
            <p:nvPr/>
          </p:nvSpPr>
          <p:spPr>
            <a:xfrm>
              <a:off x="3197092" y="2482322"/>
              <a:ext cx="2759" cy="14199"/>
            </a:xfrm>
            <a:custGeom>
              <a:rect b="b" l="l" r="r" t="t"/>
              <a:pathLst>
                <a:path extrusionOk="0" h="777" w="151">
                  <a:moveTo>
                    <a:pt x="151" y="1"/>
                  </a:moveTo>
                  <a:lnTo>
                    <a:pt x="151" y="1"/>
                  </a:lnTo>
                  <a:cubicBezTo>
                    <a:pt x="101" y="251"/>
                    <a:pt x="51" y="501"/>
                    <a:pt x="1" y="777"/>
                  </a:cubicBezTo>
                  <a:cubicBezTo>
                    <a:pt x="51" y="526"/>
                    <a:pt x="101" y="251"/>
                    <a:pt x="1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24"/>
            <p:cNvSpPr/>
            <p:nvPr/>
          </p:nvSpPr>
          <p:spPr>
            <a:xfrm>
              <a:off x="3158168" y="2562455"/>
              <a:ext cx="475" cy="475"/>
            </a:xfrm>
            <a:custGeom>
              <a:rect b="b" l="l" r="r" t="t"/>
              <a:pathLst>
                <a:path extrusionOk="0" h="26" w="26">
                  <a:moveTo>
                    <a:pt x="0" y="26"/>
                  </a:moveTo>
                  <a:cubicBezTo>
                    <a:pt x="25" y="26"/>
                    <a:pt x="25" y="1"/>
                    <a:pt x="25" y="1"/>
                  </a:cubicBezTo>
                  <a:cubicBezTo>
                    <a:pt x="25" y="1"/>
                    <a:pt x="25" y="26"/>
                    <a:pt x="0" y="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24"/>
            <p:cNvSpPr/>
            <p:nvPr/>
          </p:nvSpPr>
          <p:spPr>
            <a:xfrm>
              <a:off x="2870074" y="2444294"/>
              <a:ext cx="81540" cy="101221"/>
            </a:xfrm>
            <a:custGeom>
              <a:rect b="b" l="l" r="r" t="t"/>
              <a:pathLst>
                <a:path extrusionOk="0" h="5539" w="4462">
                  <a:moveTo>
                    <a:pt x="26" y="0"/>
                  </a:moveTo>
                  <a:cubicBezTo>
                    <a:pt x="26" y="51"/>
                    <a:pt x="1" y="101"/>
                    <a:pt x="1" y="151"/>
                  </a:cubicBezTo>
                  <a:cubicBezTo>
                    <a:pt x="339" y="1680"/>
                    <a:pt x="840" y="3190"/>
                    <a:pt x="1564" y="4220"/>
                  </a:cubicBezTo>
                  <a:lnTo>
                    <a:pt x="1564" y="4220"/>
                  </a:lnTo>
                  <a:cubicBezTo>
                    <a:pt x="1198" y="3685"/>
                    <a:pt x="953" y="3071"/>
                    <a:pt x="778" y="2557"/>
                  </a:cubicBezTo>
                  <a:cubicBezTo>
                    <a:pt x="477" y="1730"/>
                    <a:pt x="226" y="878"/>
                    <a:pt x="26" y="0"/>
                  </a:cubicBezTo>
                  <a:close/>
                  <a:moveTo>
                    <a:pt x="1564" y="4220"/>
                  </a:moveTo>
                  <a:cubicBezTo>
                    <a:pt x="1680" y="4390"/>
                    <a:pt x="1808" y="4551"/>
                    <a:pt x="1950" y="4700"/>
                  </a:cubicBezTo>
                  <a:lnTo>
                    <a:pt x="1950" y="4700"/>
                  </a:lnTo>
                  <a:cubicBezTo>
                    <a:pt x="1815" y="4555"/>
                    <a:pt x="1686" y="4395"/>
                    <a:pt x="1564" y="4220"/>
                  </a:cubicBezTo>
                  <a:close/>
                  <a:moveTo>
                    <a:pt x="1950" y="4700"/>
                  </a:moveTo>
                  <a:cubicBezTo>
                    <a:pt x="2441" y="5224"/>
                    <a:pt x="3018" y="5539"/>
                    <a:pt x="3697" y="5539"/>
                  </a:cubicBezTo>
                  <a:cubicBezTo>
                    <a:pt x="3939" y="5539"/>
                    <a:pt x="4194" y="5499"/>
                    <a:pt x="4462" y="5414"/>
                  </a:cubicBezTo>
                  <a:lnTo>
                    <a:pt x="4462" y="5414"/>
                  </a:lnTo>
                  <a:cubicBezTo>
                    <a:pt x="4239" y="5480"/>
                    <a:pt x="4003" y="5518"/>
                    <a:pt x="3760" y="5518"/>
                  </a:cubicBezTo>
                  <a:cubicBezTo>
                    <a:pt x="3538" y="5518"/>
                    <a:pt x="3311" y="5486"/>
                    <a:pt x="3083" y="5414"/>
                  </a:cubicBezTo>
                  <a:cubicBezTo>
                    <a:pt x="2629" y="5277"/>
                    <a:pt x="2257" y="5020"/>
                    <a:pt x="1950" y="470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24"/>
            <p:cNvSpPr/>
            <p:nvPr/>
          </p:nvSpPr>
          <p:spPr>
            <a:xfrm>
              <a:off x="2857721" y="2488262"/>
              <a:ext cx="2759" cy="8260"/>
            </a:xfrm>
            <a:custGeom>
              <a:rect b="b" l="l" r="r" t="t"/>
              <a:pathLst>
                <a:path extrusionOk="0" h="452" w="151">
                  <a:moveTo>
                    <a:pt x="150" y="0"/>
                  </a:moveTo>
                  <a:cubicBezTo>
                    <a:pt x="100" y="151"/>
                    <a:pt x="50" y="301"/>
                    <a:pt x="0" y="452"/>
                  </a:cubicBezTo>
                  <a:cubicBezTo>
                    <a:pt x="50" y="301"/>
                    <a:pt x="100" y="176"/>
                    <a:pt x="150" y="26"/>
                  </a:cubicBezTo>
                  <a:cubicBezTo>
                    <a:pt x="150" y="26"/>
                    <a:pt x="150" y="26"/>
                    <a:pt x="1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24"/>
            <p:cNvSpPr/>
            <p:nvPr/>
          </p:nvSpPr>
          <p:spPr>
            <a:xfrm>
              <a:off x="3293726" y="2516660"/>
              <a:ext cx="51771" cy="50857"/>
            </a:xfrm>
            <a:custGeom>
              <a:rect b="b" l="l" r="r" t="t"/>
              <a:pathLst>
                <a:path extrusionOk="0" h="2783" w="2833">
                  <a:moveTo>
                    <a:pt x="2833" y="0"/>
                  </a:moveTo>
                  <a:cubicBezTo>
                    <a:pt x="2507" y="527"/>
                    <a:pt x="2131" y="1003"/>
                    <a:pt x="1730" y="1454"/>
                  </a:cubicBezTo>
                  <a:cubicBezTo>
                    <a:pt x="1354" y="1880"/>
                    <a:pt x="753" y="2457"/>
                    <a:pt x="1" y="2782"/>
                  </a:cubicBezTo>
                  <a:cubicBezTo>
                    <a:pt x="1229" y="2281"/>
                    <a:pt x="2131" y="1153"/>
                    <a:pt x="28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24"/>
            <p:cNvSpPr/>
            <p:nvPr/>
          </p:nvSpPr>
          <p:spPr>
            <a:xfrm>
              <a:off x="2792226" y="2558800"/>
              <a:ext cx="4587" cy="475"/>
            </a:xfrm>
            <a:custGeom>
              <a:rect b="b" l="l" r="r" t="t"/>
              <a:pathLst>
                <a:path extrusionOk="0" h="26" w="251">
                  <a:moveTo>
                    <a:pt x="251" y="0"/>
                  </a:moveTo>
                  <a:cubicBezTo>
                    <a:pt x="208" y="0"/>
                    <a:pt x="165" y="18"/>
                    <a:pt x="107" y="24"/>
                  </a:cubicBezTo>
                  <a:lnTo>
                    <a:pt x="107" y="24"/>
                  </a:lnTo>
                  <a:cubicBezTo>
                    <a:pt x="159" y="21"/>
                    <a:pt x="205" y="16"/>
                    <a:pt x="251" y="0"/>
                  </a:cubicBezTo>
                  <a:close/>
                  <a:moveTo>
                    <a:pt x="107" y="24"/>
                  </a:moveTo>
                  <a:cubicBezTo>
                    <a:pt x="74" y="25"/>
                    <a:pt x="39" y="25"/>
                    <a:pt x="0" y="25"/>
                  </a:cubicBezTo>
                  <a:lnTo>
                    <a:pt x="75" y="25"/>
                  </a:lnTo>
                  <a:cubicBezTo>
                    <a:pt x="86" y="25"/>
                    <a:pt x="97" y="25"/>
                    <a:pt x="107" y="24"/>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24"/>
            <p:cNvSpPr/>
            <p:nvPr/>
          </p:nvSpPr>
          <p:spPr>
            <a:xfrm>
              <a:off x="2832064" y="2539101"/>
              <a:ext cx="932" cy="475"/>
            </a:xfrm>
            <a:custGeom>
              <a:rect b="b" l="l" r="r" t="t"/>
              <a:pathLst>
                <a:path extrusionOk="0" h="26" w="51">
                  <a:moveTo>
                    <a:pt x="51" y="0"/>
                  </a:moveTo>
                  <a:cubicBezTo>
                    <a:pt x="26" y="26"/>
                    <a:pt x="26" y="26"/>
                    <a:pt x="1" y="26"/>
                  </a:cubicBezTo>
                  <a:cubicBezTo>
                    <a:pt x="26" y="26"/>
                    <a:pt x="26" y="26"/>
                    <a:pt x="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24"/>
            <p:cNvSpPr/>
            <p:nvPr/>
          </p:nvSpPr>
          <p:spPr>
            <a:xfrm>
              <a:off x="3093587" y="2535427"/>
              <a:ext cx="38029" cy="28416"/>
            </a:xfrm>
            <a:custGeom>
              <a:rect b="b" l="l" r="r" t="t"/>
              <a:pathLst>
                <a:path extrusionOk="0" h="1555" w="2081">
                  <a:moveTo>
                    <a:pt x="0" y="1"/>
                  </a:moveTo>
                  <a:cubicBezTo>
                    <a:pt x="458" y="654"/>
                    <a:pt x="1028" y="1194"/>
                    <a:pt x="1745" y="1456"/>
                  </a:cubicBezTo>
                  <a:lnTo>
                    <a:pt x="1745" y="1456"/>
                  </a:lnTo>
                  <a:cubicBezTo>
                    <a:pt x="1101" y="1219"/>
                    <a:pt x="514" y="729"/>
                    <a:pt x="0" y="1"/>
                  </a:cubicBezTo>
                  <a:close/>
                  <a:moveTo>
                    <a:pt x="1745" y="1456"/>
                  </a:moveTo>
                  <a:cubicBezTo>
                    <a:pt x="1855" y="1496"/>
                    <a:pt x="1967" y="1529"/>
                    <a:pt x="2081" y="1555"/>
                  </a:cubicBezTo>
                  <a:cubicBezTo>
                    <a:pt x="1965" y="1528"/>
                    <a:pt x="1853" y="1495"/>
                    <a:pt x="1745" y="145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24"/>
            <p:cNvSpPr/>
            <p:nvPr/>
          </p:nvSpPr>
          <p:spPr>
            <a:xfrm>
              <a:off x="2969468" y="2431008"/>
              <a:ext cx="65513" cy="103524"/>
            </a:xfrm>
            <a:custGeom>
              <a:rect b="b" l="l" r="r" t="t"/>
              <a:pathLst>
                <a:path extrusionOk="0" h="5665" w="3585">
                  <a:moveTo>
                    <a:pt x="3584" y="1"/>
                  </a:moveTo>
                  <a:lnTo>
                    <a:pt x="3584" y="1"/>
                  </a:lnTo>
                  <a:cubicBezTo>
                    <a:pt x="3534" y="126"/>
                    <a:pt x="3484" y="251"/>
                    <a:pt x="3434" y="402"/>
                  </a:cubicBezTo>
                  <a:cubicBezTo>
                    <a:pt x="3346" y="639"/>
                    <a:pt x="3252" y="884"/>
                    <a:pt x="3151" y="1134"/>
                  </a:cubicBezTo>
                  <a:lnTo>
                    <a:pt x="3151" y="1134"/>
                  </a:lnTo>
                  <a:cubicBezTo>
                    <a:pt x="3307" y="763"/>
                    <a:pt x="3452" y="385"/>
                    <a:pt x="3584" y="1"/>
                  </a:cubicBezTo>
                  <a:close/>
                  <a:moveTo>
                    <a:pt x="3151" y="1134"/>
                  </a:moveTo>
                  <a:cubicBezTo>
                    <a:pt x="2746" y="2097"/>
                    <a:pt x="2258" y="3017"/>
                    <a:pt x="1680" y="3885"/>
                  </a:cubicBezTo>
                  <a:cubicBezTo>
                    <a:pt x="1429" y="4261"/>
                    <a:pt x="827" y="5088"/>
                    <a:pt x="0" y="5665"/>
                  </a:cubicBezTo>
                  <a:cubicBezTo>
                    <a:pt x="1484" y="4683"/>
                    <a:pt x="2473" y="2810"/>
                    <a:pt x="3151" y="1134"/>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24"/>
            <p:cNvSpPr/>
            <p:nvPr/>
          </p:nvSpPr>
          <p:spPr>
            <a:xfrm>
              <a:off x="2721231" y="1789656"/>
              <a:ext cx="871133" cy="951594"/>
            </a:xfrm>
            <a:custGeom>
              <a:rect b="b" l="l" r="r" t="t"/>
              <a:pathLst>
                <a:path extrusionOk="0" h="52073" w="47670">
                  <a:moveTo>
                    <a:pt x="30803" y="3394"/>
                  </a:moveTo>
                  <a:cubicBezTo>
                    <a:pt x="30835" y="3394"/>
                    <a:pt x="30868" y="3401"/>
                    <a:pt x="30903" y="3417"/>
                  </a:cubicBezTo>
                  <a:cubicBezTo>
                    <a:pt x="33384" y="4545"/>
                    <a:pt x="35339" y="6375"/>
                    <a:pt x="36617" y="8781"/>
                  </a:cubicBezTo>
                  <a:cubicBezTo>
                    <a:pt x="36714" y="8959"/>
                    <a:pt x="36561" y="9095"/>
                    <a:pt x="36399" y="9095"/>
                  </a:cubicBezTo>
                  <a:cubicBezTo>
                    <a:pt x="36310" y="9095"/>
                    <a:pt x="36219" y="9054"/>
                    <a:pt x="36166" y="8956"/>
                  </a:cubicBezTo>
                  <a:cubicBezTo>
                    <a:pt x="34963" y="6675"/>
                    <a:pt x="33058" y="4921"/>
                    <a:pt x="30702" y="3843"/>
                  </a:cubicBezTo>
                  <a:cubicBezTo>
                    <a:pt x="30461" y="3734"/>
                    <a:pt x="30584" y="3394"/>
                    <a:pt x="30803" y="3394"/>
                  </a:cubicBezTo>
                  <a:close/>
                  <a:moveTo>
                    <a:pt x="38722" y="10376"/>
                  </a:moveTo>
                  <a:cubicBezTo>
                    <a:pt x="38895" y="10376"/>
                    <a:pt x="39053" y="10575"/>
                    <a:pt x="38923" y="10761"/>
                  </a:cubicBezTo>
                  <a:cubicBezTo>
                    <a:pt x="38873" y="10811"/>
                    <a:pt x="38848" y="10836"/>
                    <a:pt x="38823" y="10886"/>
                  </a:cubicBezTo>
                  <a:cubicBezTo>
                    <a:pt x="38770" y="10945"/>
                    <a:pt x="38706" y="10970"/>
                    <a:pt x="38643" y="10970"/>
                  </a:cubicBezTo>
                  <a:cubicBezTo>
                    <a:pt x="38465" y="10970"/>
                    <a:pt x="38298" y="10771"/>
                    <a:pt x="38447" y="10585"/>
                  </a:cubicBezTo>
                  <a:cubicBezTo>
                    <a:pt x="38472" y="10560"/>
                    <a:pt x="38522" y="10510"/>
                    <a:pt x="38547" y="10460"/>
                  </a:cubicBezTo>
                  <a:cubicBezTo>
                    <a:pt x="38599" y="10401"/>
                    <a:pt x="38662" y="10376"/>
                    <a:pt x="38722" y="10376"/>
                  </a:cubicBezTo>
                  <a:close/>
                  <a:moveTo>
                    <a:pt x="6727" y="8013"/>
                  </a:moveTo>
                  <a:cubicBezTo>
                    <a:pt x="6858" y="8013"/>
                    <a:pt x="6996" y="8111"/>
                    <a:pt x="6968" y="8279"/>
                  </a:cubicBezTo>
                  <a:cubicBezTo>
                    <a:pt x="6817" y="9683"/>
                    <a:pt x="6241" y="10986"/>
                    <a:pt x="5314" y="12089"/>
                  </a:cubicBezTo>
                  <a:cubicBezTo>
                    <a:pt x="5264" y="12145"/>
                    <a:pt x="5202" y="12169"/>
                    <a:pt x="5142" y="12169"/>
                  </a:cubicBezTo>
                  <a:cubicBezTo>
                    <a:pt x="4961" y="12169"/>
                    <a:pt x="4787" y="11957"/>
                    <a:pt x="4938" y="11788"/>
                  </a:cubicBezTo>
                  <a:cubicBezTo>
                    <a:pt x="5815" y="10761"/>
                    <a:pt x="6366" y="9533"/>
                    <a:pt x="6517" y="8204"/>
                  </a:cubicBezTo>
                  <a:cubicBezTo>
                    <a:pt x="6528" y="8072"/>
                    <a:pt x="6625" y="8013"/>
                    <a:pt x="6727" y="8013"/>
                  </a:cubicBezTo>
                  <a:close/>
                  <a:moveTo>
                    <a:pt x="19863" y="7783"/>
                  </a:moveTo>
                  <a:cubicBezTo>
                    <a:pt x="19908" y="7783"/>
                    <a:pt x="19955" y="7796"/>
                    <a:pt x="20000" y="7828"/>
                  </a:cubicBezTo>
                  <a:cubicBezTo>
                    <a:pt x="21479" y="8881"/>
                    <a:pt x="21504" y="10685"/>
                    <a:pt x="21454" y="12340"/>
                  </a:cubicBezTo>
                  <a:cubicBezTo>
                    <a:pt x="21443" y="12471"/>
                    <a:pt x="21350" y="12531"/>
                    <a:pt x="21249" y="12531"/>
                  </a:cubicBezTo>
                  <a:cubicBezTo>
                    <a:pt x="21120" y="12531"/>
                    <a:pt x="20978" y="12433"/>
                    <a:pt x="20978" y="12264"/>
                  </a:cubicBezTo>
                  <a:cubicBezTo>
                    <a:pt x="21028" y="10786"/>
                    <a:pt x="21028" y="9132"/>
                    <a:pt x="19700" y="8204"/>
                  </a:cubicBezTo>
                  <a:cubicBezTo>
                    <a:pt x="19495" y="8061"/>
                    <a:pt x="19659" y="7783"/>
                    <a:pt x="19863" y="7783"/>
                  </a:cubicBezTo>
                  <a:close/>
                  <a:moveTo>
                    <a:pt x="21503" y="14745"/>
                  </a:moveTo>
                  <a:cubicBezTo>
                    <a:pt x="21782" y="14745"/>
                    <a:pt x="21822" y="15173"/>
                    <a:pt x="21529" y="15222"/>
                  </a:cubicBezTo>
                  <a:cubicBezTo>
                    <a:pt x="21522" y="15222"/>
                    <a:pt x="21514" y="15223"/>
                    <a:pt x="21507" y="15223"/>
                  </a:cubicBezTo>
                  <a:cubicBezTo>
                    <a:pt x="21226" y="15223"/>
                    <a:pt x="21186" y="14770"/>
                    <a:pt x="21479" y="14746"/>
                  </a:cubicBezTo>
                  <a:cubicBezTo>
                    <a:pt x="21487" y="14745"/>
                    <a:pt x="21495" y="14745"/>
                    <a:pt x="21503" y="14745"/>
                  </a:cubicBezTo>
                  <a:close/>
                  <a:moveTo>
                    <a:pt x="31064" y="9900"/>
                  </a:moveTo>
                  <a:cubicBezTo>
                    <a:pt x="31123" y="9900"/>
                    <a:pt x="31183" y="9925"/>
                    <a:pt x="31229" y="9984"/>
                  </a:cubicBezTo>
                  <a:cubicBezTo>
                    <a:pt x="32381" y="11513"/>
                    <a:pt x="32908" y="13292"/>
                    <a:pt x="32833" y="15222"/>
                  </a:cubicBezTo>
                  <a:cubicBezTo>
                    <a:pt x="32822" y="15350"/>
                    <a:pt x="32734" y="15405"/>
                    <a:pt x="32636" y="15405"/>
                  </a:cubicBezTo>
                  <a:cubicBezTo>
                    <a:pt x="32505" y="15405"/>
                    <a:pt x="32356" y="15305"/>
                    <a:pt x="32356" y="15147"/>
                  </a:cubicBezTo>
                  <a:cubicBezTo>
                    <a:pt x="32457" y="13367"/>
                    <a:pt x="31930" y="11688"/>
                    <a:pt x="30853" y="10284"/>
                  </a:cubicBezTo>
                  <a:cubicBezTo>
                    <a:pt x="30723" y="10099"/>
                    <a:pt x="30895" y="9900"/>
                    <a:pt x="31064" y="9900"/>
                  </a:cubicBezTo>
                  <a:close/>
                  <a:moveTo>
                    <a:pt x="11076" y="10002"/>
                  </a:moveTo>
                  <a:cubicBezTo>
                    <a:pt x="11160" y="10002"/>
                    <a:pt x="11242" y="10048"/>
                    <a:pt x="11279" y="10159"/>
                  </a:cubicBezTo>
                  <a:cubicBezTo>
                    <a:pt x="11780" y="12064"/>
                    <a:pt x="10276" y="13467"/>
                    <a:pt x="9925" y="15247"/>
                  </a:cubicBezTo>
                  <a:cubicBezTo>
                    <a:pt x="9892" y="15379"/>
                    <a:pt x="9787" y="15438"/>
                    <a:pt x="9683" y="15438"/>
                  </a:cubicBezTo>
                  <a:cubicBezTo>
                    <a:pt x="9551" y="15438"/>
                    <a:pt x="9421" y="15341"/>
                    <a:pt x="9449" y="15172"/>
                  </a:cubicBezTo>
                  <a:cubicBezTo>
                    <a:pt x="9775" y="13543"/>
                    <a:pt x="11304" y="12064"/>
                    <a:pt x="10827" y="10310"/>
                  </a:cubicBezTo>
                  <a:cubicBezTo>
                    <a:pt x="10780" y="10136"/>
                    <a:pt x="10932" y="10002"/>
                    <a:pt x="11076" y="10002"/>
                  </a:cubicBezTo>
                  <a:close/>
                  <a:moveTo>
                    <a:pt x="12250" y="17432"/>
                  </a:moveTo>
                  <a:cubicBezTo>
                    <a:pt x="12414" y="17432"/>
                    <a:pt x="12573" y="17571"/>
                    <a:pt x="12457" y="17753"/>
                  </a:cubicBezTo>
                  <a:lnTo>
                    <a:pt x="12181" y="18254"/>
                  </a:lnTo>
                  <a:cubicBezTo>
                    <a:pt x="12122" y="18339"/>
                    <a:pt x="12034" y="18375"/>
                    <a:pt x="11949" y="18375"/>
                  </a:cubicBezTo>
                  <a:cubicBezTo>
                    <a:pt x="11783" y="18375"/>
                    <a:pt x="11630" y="18237"/>
                    <a:pt x="11730" y="18054"/>
                  </a:cubicBezTo>
                  <a:lnTo>
                    <a:pt x="12030" y="17553"/>
                  </a:lnTo>
                  <a:cubicBezTo>
                    <a:pt x="12081" y="17468"/>
                    <a:pt x="12166" y="17432"/>
                    <a:pt x="12250" y="17432"/>
                  </a:cubicBezTo>
                  <a:close/>
                  <a:moveTo>
                    <a:pt x="16123" y="16173"/>
                  </a:moveTo>
                  <a:cubicBezTo>
                    <a:pt x="16229" y="16173"/>
                    <a:pt x="16330" y="16237"/>
                    <a:pt x="16341" y="16375"/>
                  </a:cubicBezTo>
                  <a:cubicBezTo>
                    <a:pt x="16366" y="17452"/>
                    <a:pt x="16843" y="18405"/>
                    <a:pt x="17670" y="19107"/>
                  </a:cubicBezTo>
                  <a:cubicBezTo>
                    <a:pt x="17852" y="19269"/>
                    <a:pt x="17706" y="19530"/>
                    <a:pt x="17511" y="19530"/>
                  </a:cubicBezTo>
                  <a:cubicBezTo>
                    <a:pt x="17465" y="19530"/>
                    <a:pt x="17416" y="19516"/>
                    <a:pt x="17369" y="19483"/>
                  </a:cubicBezTo>
                  <a:cubicBezTo>
                    <a:pt x="16442" y="18706"/>
                    <a:pt x="15915" y="17628"/>
                    <a:pt x="15865" y="16425"/>
                  </a:cubicBezTo>
                  <a:cubicBezTo>
                    <a:pt x="15865" y="16262"/>
                    <a:pt x="15997" y="16173"/>
                    <a:pt x="16123" y="16173"/>
                  </a:cubicBezTo>
                  <a:close/>
                  <a:moveTo>
                    <a:pt x="20918" y="2861"/>
                  </a:moveTo>
                  <a:cubicBezTo>
                    <a:pt x="20952" y="2861"/>
                    <a:pt x="20989" y="2870"/>
                    <a:pt x="21028" y="2891"/>
                  </a:cubicBezTo>
                  <a:cubicBezTo>
                    <a:pt x="26968" y="6174"/>
                    <a:pt x="27995" y="13317"/>
                    <a:pt x="27920" y="19483"/>
                  </a:cubicBezTo>
                  <a:cubicBezTo>
                    <a:pt x="27920" y="19645"/>
                    <a:pt x="27781" y="19735"/>
                    <a:pt x="27653" y="19735"/>
                  </a:cubicBezTo>
                  <a:cubicBezTo>
                    <a:pt x="27544" y="19735"/>
                    <a:pt x="27444" y="19671"/>
                    <a:pt x="27444" y="19533"/>
                  </a:cubicBezTo>
                  <a:cubicBezTo>
                    <a:pt x="27519" y="13568"/>
                    <a:pt x="26617" y="6500"/>
                    <a:pt x="20828" y="3317"/>
                  </a:cubicBezTo>
                  <a:cubicBezTo>
                    <a:pt x="20590" y="3209"/>
                    <a:pt x="20705" y="2861"/>
                    <a:pt x="20918" y="2861"/>
                  </a:cubicBezTo>
                  <a:close/>
                  <a:moveTo>
                    <a:pt x="27509" y="6878"/>
                  </a:moveTo>
                  <a:cubicBezTo>
                    <a:pt x="27569" y="6878"/>
                    <a:pt x="27628" y="6907"/>
                    <a:pt x="27670" y="6976"/>
                  </a:cubicBezTo>
                  <a:cubicBezTo>
                    <a:pt x="29950" y="10936"/>
                    <a:pt x="30878" y="15447"/>
                    <a:pt x="30301" y="19959"/>
                  </a:cubicBezTo>
                  <a:cubicBezTo>
                    <a:pt x="30279" y="20093"/>
                    <a:pt x="30172" y="20152"/>
                    <a:pt x="30064" y="20152"/>
                  </a:cubicBezTo>
                  <a:cubicBezTo>
                    <a:pt x="29931" y="20152"/>
                    <a:pt x="29797" y="20061"/>
                    <a:pt x="29825" y="19909"/>
                  </a:cubicBezTo>
                  <a:cubicBezTo>
                    <a:pt x="30402" y="15498"/>
                    <a:pt x="29524" y="11112"/>
                    <a:pt x="27294" y="7277"/>
                  </a:cubicBezTo>
                  <a:cubicBezTo>
                    <a:pt x="27185" y="7077"/>
                    <a:pt x="27352" y="6878"/>
                    <a:pt x="27509" y="6878"/>
                  </a:cubicBezTo>
                  <a:close/>
                  <a:moveTo>
                    <a:pt x="39810" y="19225"/>
                  </a:moveTo>
                  <a:cubicBezTo>
                    <a:pt x="39964" y="19225"/>
                    <a:pt x="40134" y="19375"/>
                    <a:pt x="40051" y="19558"/>
                  </a:cubicBezTo>
                  <a:cubicBezTo>
                    <a:pt x="39875" y="20059"/>
                    <a:pt x="39675" y="20535"/>
                    <a:pt x="39499" y="21036"/>
                  </a:cubicBezTo>
                  <a:cubicBezTo>
                    <a:pt x="39465" y="21129"/>
                    <a:pt x="39392" y="21168"/>
                    <a:pt x="39314" y="21168"/>
                  </a:cubicBezTo>
                  <a:cubicBezTo>
                    <a:pt x="39160" y="21168"/>
                    <a:pt x="38990" y="21019"/>
                    <a:pt x="39073" y="20836"/>
                  </a:cubicBezTo>
                  <a:cubicBezTo>
                    <a:pt x="39249" y="20360"/>
                    <a:pt x="39449" y="19858"/>
                    <a:pt x="39625" y="19357"/>
                  </a:cubicBezTo>
                  <a:cubicBezTo>
                    <a:pt x="39658" y="19264"/>
                    <a:pt x="39732" y="19225"/>
                    <a:pt x="39810" y="19225"/>
                  </a:cubicBezTo>
                  <a:close/>
                  <a:moveTo>
                    <a:pt x="41061" y="19695"/>
                  </a:moveTo>
                  <a:cubicBezTo>
                    <a:pt x="41211" y="19695"/>
                    <a:pt x="41360" y="19831"/>
                    <a:pt x="41279" y="20009"/>
                  </a:cubicBezTo>
                  <a:cubicBezTo>
                    <a:pt x="41053" y="20485"/>
                    <a:pt x="40903" y="20986"/>
                    <a:pt x="40828" y="21513"/>
                  </a:cubicBezTo>
                  <a:cubicBezTo>
                    <a:pt x="40817" y="21644"/>
                    <a:pt x="40719" y="21704"/>
                    <a:pt x="40617" y="21704"/>
                  </a:cubicBezTo>
                  <a:cubicBezTo>
                    <a:pt x="40486" y="21704"/>
                    <a:pt x="40348" y="21606"/>
                    <a:pt x="40377" y="21437"/>
                  </a:cubicBezTo>
                  <a:cubicBezTo>
                    <a:pt x="40452" y="20886"/>
                    <a:pt x="40602" y="20335"/>
                    <a:pt x="40853" y="19833"/>
                  </a:cubicBezTo>
                  <a:cubicBezTo>
                    <a:pt x="40897" y="19736"/>
                    <a:pt x="40979" y="19695"/>
                    <a:pt x="41061" y="19695"/>
                  </a:cubicBezTo>
                  <a:close/>
                  <a:moveTo>
                    <a:pt x="19567" y="21459"/>
                  </a:moveTo>
                  <a:cubicBezTo>
                    <a:pt x="19829" y="21459"/>
                    <a:pt x="19860" y="21890"/>
                    <a:pt x="19574" y="21914"/>
                  </a:cubicBezTo>
                  <a:cubicBezTo>
                    <a:pt x="19559" y="21916"/>
                    <a:pt x="19545" y="21917"/>
                    <a:pt x="19531" y="21917"/>
                  </a:cubicBezTo>
                  <a:cubicBezTo>
                    <a:pt x="19270" y="21917"/>
                    <a:pt x="19239" y="21486"/>
                    <a:pt x="19524" y="21462"/>
                  </a:cubicBezTo>
                  <a:cubicBezTo>
                    <a:pt x="19539" y="21460"/>
                    <a:pt x="19554" y="21459"/>
                    <a:pt x="19567" y="21459"/>
                  </a:cubicBezTo>
                  <a:close/>
                  <a:moveTo>
                    <a:pt x="27619" y="20920"/>
                  </a:moveTo>
                  <a:cubicBezTo>
                    <a:pt x="27756" y="20920"/>
                    <a:pt x="27887" y="21018"/>
                    <a:pt x="27845" y="21187"/>
                  </a:cubicBezTo>
                  <a:cubicBezTo>
                    <a:pt x="27720" y="21588"/>
                    <a:pt x="27594" y="21989"/>
                    <a:pt x="27494" y="22390"/>
                  </a:cubicBezTo>
                  <a:cubicBezTo>
                    <a:pt x="27450" y="22522"/>
                    <a:pt x="27339" y="22581"/>
                    <a:pt x="27234" y="22581"/>
                  </a:cubicBezTo>
                  <a:cubicBezTo>
                    <a:pt x="27100" y="22581"/>
                    <a:pt x="26976" y="22484"/>
                    <a:pt x="27018" y="22315"/>
                  </a:cubicBezTo>
                  <a:cubicBezTo>
                    <a:pt x="27143" y="21914"/>
                    <a:pt x="27244" y="21513"/>
                    <a:pt x="27369" y="21112"/>
                  </a:cubicBezTo>
                  <a:cubicBezTo>
                    <a:pt x="27402" y="20980"/>
                    <a:pt x="27512" y="20920"/>
                    <a:pt x="27619" y="20920"/>
                  </a:cubicBezTo>
                  <a:close/>
                  <a:moveTo>
                    <a:pt x="28952" y="21472"/>
                  </a:moveTo>
                  <a:cubicBezTo>
                    <a:pt x="29084" y="21472"/>
                    <a:pt x="29216" y="21569"/>
                    <a:pt x="29173" y="21738"/>
                  </a:cubicBezTo>
                  <a:cubicBezTo>
                    <a:pt x="29123" y="22139"/>
                    <a:pt x="29048" y="22540"/>
                    <a:pt x="28973" y="22941"/>
                  </a:cubicBezTo>
                  <a:cubicBezTo>
                    <a:pt x="28951" y="23073"/>
                    <a:pt x="28847" y="23133"/>
                    <a:pt x="28742" y="23133"/>
                  </a:cubicBezTo>
                  <a:cubicBezTo>
                    <a:pt x="28606" y="23133"/>
                    <a:pt x="28469" y="23035"/>
                    <a:pt x="28497" y="22866"/>
                  </a:cubicBezTo>
                  <a:cubicBezTo>
                    <a:pt x="28572" y="22465"/>
                    <a:pt x="28647" y="22064"/>
                    <a:pt x="28722" y="21663"/>
                  </a:cubicBezTo>
                  <a:cubicBezTo>
                    <a:pt x="28744" y="21531"/>
                    <a:pt x="28848" y="21472"/>
                    <a:pt x="28952" y="21472"/>
                  </a:cubicBezTo>
                  <a:close/>
                  <a:moveTo>
                    <a:pt x="32506" y="23567"/>
                  </a:moveTo>
                  <a:cubicBezTo>
                    <a:pt x="32785" y="23567"/>
                    <a:pt x="32824" y="23995"/>
                    <a:pt x="32532" y="24044"/>
                  </a:cubicBezTo>
                  <a:cubicBezTo>
                    <a:pt x="32524" y="24045"/>
                    <a:pt x="32517" y="24045"/>
                    <a:pt x="32509" y="24045"/>
                  </a:cubicBezTo>
                  <a:cubicBezTo>
                    <a:pt x="32229" y="24045"/>
                    <a:pt x="32189" y="23592"/>
                    <a:pt x="32482" y="23568"/>
                  </a:cubicBezTo>
                  <a:cubicBezTo>
                    <a:pt x="32490" y="23567"/>
                    <a:pt x="32498" y="23567"/>
                    <a:pt x="32506" y="23567"/>
                  </a:cubicBezTo>
                  <a:close/>
                  <a:moveTo>
                    <a:pt x="14066" y="20201"/>
                  </a:moveTo>
                  <a:cubicBezTo>
                    <a:pt x="14128" y="20201"/>
                    <a:pt x="14190" y="20225"/>
                    <a:pt x="14236" y="20285"/>
                  </a:cubicBezTo>
                  <a:cubicBezTo>
                    <a:pt x="15138" y="21312"/>
                    <a:pt x="15539" y="22640"/>
                    <a:pt x="15364" y="23994"/>
                  </a:cubicBezTo>
                  <a:cubicBezTo>
                    <a:pt x="15342" y="24126"/>
                    <a:pt x="15243" y="24185"/>
                    <a:pt x="15141" y="24185"/>
                  </a:cubicBezTo>
                  <a:cubicBezTo>
                    <a:pt x="15010" y="24185"/>
                    <a:pt x="14874" y="24088"/>
                    <a:pt x="14888" y="23919"/>
                  </a:cubicBezTo>
                  <a:cubicBezTo>
                    <a:pt x="15063" y="22665"/>
                    <a:pt x="14687" y="21513"/>
                    <a:pt x="13860" y="20560"/>
                  </a:cubicBezTo>
                  <a:cubicBezTo>
                    <a:pt x="13712" y="20394"/>
                    <a:pt x="13891" y="20201"/>
                    <a:pt x="14066" y="20201"/>
                  </a:cubicBezTo>
                  <a:close/>
                  <a:moveTo>
                    <a:pt x="14124" y="3565"/>
                  </a:moveTo>
                  <a:cubicBezTo>
                    <a:pt x="18073" y="3565"/>
                    <a:pt x="21862" y="5997"/>
                    <a:pt x="23459" y="9633"/>
                  </a:cubicBezTo>
                  <a:cubicBezTo>
                    <a:pt x="24512" y="12064"/>
                    <a:pt x="24286" y="14721"/>
                    <a:pt x="24286" y="17302"/>
                  </a:cubicBezTo>
                  <a:cubicBezTo>
                    <a:pt x="24311" y="18856"/>
                    <a:pt x="24412" y="20460"/>
                    <a:pt x="25038" y="21914"/>
                  </a:cubicBezTo>
                  <a:cubicBezTo>
                    <a:pt x="25615" y="23192"/>
                    <a:pt x="26517" y="24295"/>
                    <a:pt x="27394" y="25372"/>
                  </a:cubicBezTo>
                  <a:cubicBezTo>
                    <a:pt x="27542" y="25539"/>
                    <a:pt x="27376" y="25732"/>
                    <a:pt x="27199" y="25732"/>
                  </a:cubicBezTo>
                  <a:cubicBezTo>
                    <a:pt x="27136" y="25732"/>
                    <a:pt x="27071" y="25707"/>
                    <a:pt x="27018" y="25648"/>
                  </a:cubicBezTo>
                  <a:cubicBezTo>
                    <a:pt x="25514" y="23818"/>
                    <a:pt x="24286" y="22039"/>
                    <a:pt x="23960" y="19633"/>
                  </a:cubicBezTo>
                  <a:cubicBezTo>
                    <a:pt x="23635" y="17152"/>
                    <a:pt x="24061" y="14595"/>
                    <a:pt x="23685" y="12114"/>
                  </a:cubicBezTo>
                  <a:cubicBezTo>
                    <a:pt x="22970" y="7533"/>
                    <a:pt x="18795" y="4041"/>
                    <a:pt x="14178" y="4041"/>
                  </a:cubicBezTo>
                  <a:cubicBezTo>
                    <a:pt x="14097" y="4041"/>
                    <a:pt x="14016" y="4042"/>
                    <a:pt x="13935" y="4044"/>
                  </a:cubicBezTo>
                  <a:cubicBezTo>
                    <a:pt x="13635" y="4044"/>
                    <a:pt x="13584" y="3593"/>
                    <a:pt x="13885" y="3568"/>
                  </a:cubicBezTo>
                  <a:cubicBezTo>
                    <a:pt x="13965" y="3566"/>
                    <a:pt x="14044" y="3565"/>
                    <a:pt x="14124" y="3565"/>
                  </a:cubicBezTo>
                  <a:close/>
                  <a:moveTo>
                    <a:pt x="10113" y="4213"/>
                  </a:moveTo>
                  <a:cubicBezTo>
                    <a:pt x="10147" y="4213"/>
                    <a:pt x="10186" y="4222"/>
                    <a:pt x="10226" y="4244"/>
                  </a:cubicBezTo>
                  <a:cubicBezTo>
                    <a:pt x="12005" y="5096"/>
                    <a:pt x="13384" y="6525"/>
                    <a:pt x="14211" y="8330"/>
                  </a:cubicBezTo>
                  <a:cubicBezTo>
                    <a:pt x="15138" y="10385"/>
                    <a:pt x="15038" y="12390"/>
                    <a:pt x="14487" y="14520"/>
                  </a:cubicBezTo>
                  <a:cubicBezTo>
                    <a:pt x="14010" y="16300"/>
                    <a:pt x="13735" y="18129"/>
                    <a:pt x="15414" y="19357"/>
                  </a:cubicBezTo>
                  <a:cubicBezTo>
                    <a:pt x="16191" y="19909"/>
                    <a:pt x="16943" y="20310"/>
                    <a:pt x="17444" y="21162"/>
                  </a:cubicBezTo>
                  <a:cubicBezTo>
                    <a:pt x="18321" y="22691"/>
                    <a:pt x="18196" y="24620"/>
                    <a:pt x="17118" y="25999"/>
                  </a:cubicBezTo>
                  <a:cubicBezTo>
                    <a:pt x="17072" y="26065"/>
                    <a:pt x="17013" y="26093"/>
                    <a:pt x="16954" y="26093"/>
                  </a:cubicBezTo>
                  <a:cubicBezTo>
                    <a:pt x="16793" y="26093"/>
                    <a:pt x="16639" y="25882"/>
                    <a:pt x="16767" y="25698"/>
                  </a:cubicBezTo>
                  <a:cubicBezTo>
                    <a:pt x="17519" y="24696"/>
                    <a:pt x="17745" y="23392"/>
                    <a:pt x="17369" y="22164"/>
                  </a:cubicBezTo>
                  <a:cubicBezTo>
                    <a:pt x="17043" y="21112"/>
                    <a:pt x="16291" y="20510"/>
                    <a:pt x="15414" y="19909"/>
                  </a:cubicBezTo>
                  <a:cubicBezTo>
                    <a:pt x="13885" y="18881"/>
                    <a:pt x="13409" y="17528"/>
                    <a:pt x="13710" y="15723"/>
                  </a:cubicBezTo>
                  <a:cubicBezTo>
                    <a:pt x="13910" y="14570"/>
                    <a:pt x="14361" y="13493"/>
                    <a:pt x="14462" y="12315"/>
                  </a:cubicBezTo>
                  <a:cubicBezTo>
                    <a:pt x="14562" y="11237"/>
                    <a:pt x="14386" y="10134"/>
                    <a:pt x="14010" y="9107"/>
                  </a:cubicBezTo>
                  <a:cubicBezTo>
                    <a:pt x="13309" y="7177"/>
                    <a:pt x="11905" y="5573"/>
                    <a:pt x="10051" y="4670"/>
                  </a:cubicBezTo>
                  <a:cubicBezTo>
                    <a:pt x="9815" y="4542"/>
                    <a:pt x="9909" y="4213"/>
                    <a:pt x="10113" y="4213"/>
                  </a:cubicBezTo>
                  <a:close/>
                  <a:moveTo>
                    <a:pt x="31353" y="28053"/>
                  </a:moveTo>
                  <a:cubicBezTo>
                    <a:pt x="31632" y="28053"/>
                    <a:pt x="31672" y="28481"/>
                    <a:pt x="31379" y="28530"/>
                  </a:cubicBezTo>
                  <a:cubicBezTo>
                    <a:pt x="31371" y="28531"/>
                    <a:pt x="31364" y="28531"/>
                    <a:pt x="31356" y="28531"/>
                  </a:cubicBezTo>
                  <a:cubicBezTo>
                    <a:pt x="31076" y="28531"/>
                    <a:pt x="31036" y="28078"/>
                    <a:pt x="31329" y="28054"/>
                  </a:cubicBezTo>
                  <a:cubicBezTo>
                    <a:pt x="31337" y="28053"/>
                    <a:pt x="31345" y="28053"/>
                    <a:pt x="31353" y="28053"/>
                  </a:cubicBezTo>
                  <a:close/>
                  <a:moveTo>
                    <a:pt x="8227" y="4726"/>
                  </a:moveTo>
                  <a:cubicBezTo>
                    <a:pt x="8288" y="4726"/>
                    <a:pt x="8349" y="4754"/>
                    <a:pt x="8396" y="4821"/>
                  </a:cubicBezTo>
                  <a:cubicBezTo>
                    <a:pt x="9549" y="6350"/>
                    <a:pt x="9925" y="8355"/>
                    <a:pt x="9299" y="10184"/>
                  </a:cubicBezTo>
                  <a:cubicBezTo>
                    <a:pt x="8998" y="11112"/>
                    <a:pt x="8421" y="11813"/>
                    <a:pt x="7845" y="12590"/>
                  </a:cubicBezTo>
                  <a:cubicBezTo>
                    <a:pt x="7319" y="13317"/>
                    <a:pt x="6817" y="14119"/>
                    <a:pt x="7168" y="15046"/>
                  </a:cubicBezTo>
                  <a:cubicBezTo>
                    <a:pt x="7394" y="15673"/>
                    <a:pt x="7945" y="16124"/>
                    <a:pt x="8421" y="16550"/>
                  </a:cubicBezTo>
                  <a:cubicBezTo>
                    <a:pt x="9900" y="17853"/>
                    <a:pt x="11028" y="19357"/>
                    <a:pt x="10727" y="21462"/>
                  </a:cubicBezTo>
                  <a:cubicBezTo>
                    <a:pt x="10376" y="24019"/>
                    <a:pt x="7544" y="25748"/>
                    <a:pt x="8071" y="28480"/>
                  </a:cubicBezTo>
                  <a:cubicBezTo>
                    <a:pt x="8111" y="28643"/>
                    <a:pt x="7990" y="28732"/>
                    <a:pt x="7863" y="28732"/>
                  </a:cubicBezTo>
                  <a:cubicBezTo>
                    <a:pt x="7755" y="28732"/>
                    <a:pt x="7642" y="28668"/>
                    <a:pt x="7619" y="28530"/>
                  </a:cubicBezTo>
                  <a:cubicBezTo>
                    <a:pt x="7143" y="26124"/>
                    <a:pt x="9073" y="24595"/>
                    <a:pt x="9925" y="22565"/>
                  </a:cubicBezTo>
                  <a:cubicBezTo>
                    <a:pt x="10527" y="21162"/>
                    <a:pt x="10376" y="19583"/>
                    <a:pt x="9524" y="18330"/>
                  </a:cubicBezTo>
                  <a:cubicBezTo>
                    <a:pt x="8948" y="17477"/>
                    <a:pt x="8046" y="16951"/>
                    <a:pt x="7369" y="16174"/>
                  </a:cubicBezTo>
                  <a:cubicBezTo>
                    <a:pt x="6091" y="14771"/>
                    <a:pt x="6667" y="13367"/>
                    <a:pt x="7695" y="12014"/>
                  </a:cubicBezTo>
                  <a:cubicBezTo>
                    <a:pt x="9299" y="9909"/>
                    <a:pt x="9675" y="7327"/>
                    <a:pt x="8020" y="5096"/>
                  </a:cubicBezTo>
                  <a:cubicBezTo>
                    <a:pt x="7892" y="4931"/>
                    <a:pt x="8059" y="4726"/>
                    <a:pt x="8227" y="4726"/>
                  </a:cubicBezTo>
                  <a:close/>
                  <a:moveTo>
                    <a:pt x="2502" y="27462"/>
                  </a:moveTo>
                  <a:cubicBezTo>
                    <a:pt x="2630" y="27462"/>
                    <a:pt x="2760" y="27559"/>
                    <a:pt x="2732" y="27728"/>
                  </a:cubicBezTo>
                  <a:cubicBezTo>
                    <a:pt x="2657" y="28330"/>
                    <a:pt x="2707" y="28906"/>
                    <a:pt x="2908" y="29483"/>
                  </a:cubicBezTo>
                  <a:cubicBezTo>
                    <a:pt x="2972" y="29661"/>
                    <a:pt x="2807" y="29797"/>
                    <a:pt x="2655" y="29797"/>
                  </a:cubicBezTo>
                  <a:cubicBezTo>
                    <a:pt x="2572" y="29797"/>
                    <a:pt x="2492" y="29756"/>
                    <a:pt x="2457" y="29658"/>
                  </a:cubicBezTo>
                  <a:cubicBezTo>
                    <a:pt x="2231" y="29006"/>
                    <a:pt x="2181" y="28330"/>
                    <a:pt x="2281" y="27653"/>
                  </a:cubicBezTo>
                  <a:cubicBezTo>
                    <a:pt x="2303" y="27521"/>
                    <a:pt x="2402" y="27462"/>
                    <a:pt x="2502" y="27462"/>
                  </a:cubicBezTo>
                  <a:close/>
                  <a:moveTo>
                    <a:pt x="39339" y="25901"/>
                  </a:moveTo>
                  <a:cubicBezTo>
                    <a:pt x="39399" y="25901"/>
                    <a:pt x="39458" y="25930"/>
                    <a:pt x="39499" y="25999"/>
                  </a:cubicBezTo>
                  <a:cubicBezTo>
                    <a:pt x="40226" y="27202"/>
                    <a:pt x="40727" y="28455"/>
                    <a:pt x="41003" y="29833"/>
                  </a:cubicBezTo>
                  <a:cubicBezTo>
                    <a:pt x="41030" y="29994"/>
                    <a:pt x="40907" y="30076"/>
                    <a:pt x="40779" y="30076"/>
                  </a:cubicBezTo>
                  <a:cubicBezTo>
                    <a:pt x="40667" y="30076"/>
                    <a:pt x="40550" y="30012"/>
                    <a:pt x="40527" y="29884"/>
                  </a:cubicBezTo>
                  <a:cubicBezTo>
                    <a:pt x="40276" y="28605"/>
                    <a:pt x="39800" y="27402"/>
                    <a:pt x="39123" y="26300"/>
                  </a:cubicBezTo>
                  <a:cubicBezTo>
                    <a:pt x="39015" y="26100"/>
                    <a:pt x="39181" y="25901"/>
                    <a:pt x="39339" y="25901"/>
                  </a:cubicBezTo>
                  <a:close/>
                  <a:moveTo>
                    <a:pt x="45642" y="27204"/>
                  </a:moveTo>
                  <a:cubicBezTo>
                    <a:pt x="45778" y="27204"/>
                    <a:pt x="45919" y="27296"/>
                    <a:pt x="45890" y="27452"/>
                  </a:cubicBezTo>
                  <a:cubicBezTo>
                    <a:pt x="45740" y="28305"/>
                    <a:pt x="45615" y="29157"/>
                    <a:pt x="45464" y="29984"/>
                  </a:cubicBezTo>
                  <a:cubicBezTo>
                    <a:pt x="45442" y="30116"/>
                    <a:pt x="45343" y="30175"/>
                    <a:pt x="45243" y="30175"/>
                  </a:cubicBezTo>
                  <a:cubicBezTo>
                    <a:pt x="45115" y="30175"/>
                    <a:pt x="44985" y="30078"/>
                    <a:pt x="45013" y="29909"/>
                  </a:cubicBezTo>
                  <a:cubicBezTo>
                    <a:pt x="45138" y="29082"/>
                    <a:pt x="45289" y="28229"/>
                    <a:pt x="45414" y="27377"/>
                  </a:cubicBezTo>
                  <a:cubicBezTo>
                    <a:pt x="45436" y="27258"/>
                    <a:pt x="45537" y="27204"/>
                    <a:pt x="45642" y="27204"/>
                  </a:cubicBezTo>
                  <a:close/>
                  <a:moveTo>
                    <a:pt x="16921" y="6553"/>
                  </a:moveTo>
                  <a:cubicBezTo>
                    <a:pt x="17994" y="6553"/>
                    <a:pt x="18384" y="9255"/>
                    <a:pt x="18472" y="9909"/>
                  </a:cubicBezTo>
                  <a:cubicBezTo>
                    <a:pt x="18772" y="12640"/>
                    <a:pt x="17018" y="16024"/>
                    <a:pt x="19549" y="18029"/>
                  </a:cubicBezTo>
                  <a:cubicBezTo>
                    <a:pt x="20351" y="18655"/>
                    <a:pt x="21254" y="19182"/>
                    <a:pt x="21830" y="20034"/>
                  </a:cubicBezTo>
                  <a:cubicBezTo>
                    <a:pt x="22381" y="20886"/>
                    <a:pt x="22632" y="21889"/>
                    <a:pt x="22707" y="22891"/>
                  </a:cubicBezTo>
                  <a:cubicBezTo>
                    <a:pt x="22958" y="25598"/>
                    <a:pt x="21930" y="28254"/>
                    <a:pt x="22557" y="30936"/>
                  </a:cubicBezTo>
                  <a:cubicBezTo>
                    <a:pt x="22597" y="31096"/>
                    <a:pt x="22481" y="31178"/>
                    <a:pt x="22355" y="31178"/>
                  </a:cubicBezTo>
                  <a:cubicBezTo>
                    <a:pt x="22246" y="31178"/>
                    <a:pt x="22129" y="31115"/>
                    <a:pt x="22106" y="30986"/>
                  </a:cubicBezTo>
                  <a:cubicBezTo>
                    <a:pt x="21579" y="28756"/>
                    <a:pt x="22156" y="26600"/>
                    <a:pt x="22256" y="24370"/>
                  </a:cubicBezTo>
                  <a:cubicBezTo>
                    <a:pt x="22331" y="23217"/>
                    <a:pt x="22256" y="21964"/>
                    <a:pt x="21755" y="20886"/>
                  </a:cubicBezTo>
                  <a:cubicBezTo>
                    <a:pt x="21279" y="19858"/>
                    <a:pt x="20427" y="19257"/>
                    <a:pt x="19549" y="18605"/>
                  </a:cubicBezTo>
                  <a:cubicBezTo>
                    <a:pt x="18196" y="17603"/>
                    <a:pt x="17569" y="16450"/>
                    <a:pt x="17670" y="14746"/>
                  </a:cubicBezTo>
                  <a:cubicBezTo>
                    <a:pt x="17745" y="13493"/>
                    <a:pt x="18071" y="12289"/>
                    <a:pt x="18071" y="11036"/>
                  </a:cubicBezTo>
                  <a:cubicBezTo>
                    <a:pt x="18071" y="10619"/>
                    <a:pt x="17663" y="7052"/>
                    <a:pt x="16869" y="7052"/>
                  </a:cubicBezTo>
                  <a:cubicBezTo>
                    <a:pt x="16804" y="7052"/>
                    <a:pt x="16737" y="7076"/>
                    <a:pt x="16667" y="7127"/>
                  </a:cubicBezTo>
                  <a:cubicBezTo>
                    <a:pt x="16622" y="7158"/>
                    <a:pt x="16575" y="7172"/>
                    <a:pt x="16531" y="7172"/>
                  </a:cubicBezTo>
                  <a:cubicBezTo>
                    <a:pt x="16334" y="7172"/>
                    <a:pt x="16186" y="6894"/>
                    <a:pt x="16391" y="6751"/>
                  </a:cubicBezTo>
                  <a:cubicBezTo>
                    <a:pt x="16584" y="6614"/>
                    <a:pt x="16760" y="6553"/>
                    <a:pt x="16921" y="6553"/>
                  </a:cubicBezTo>
                  <a:close/>
                  <a:moveTo>
                    <a:pt x="7699" y="17927"/>
                  </a:moveTo>
                  <a:cubicBezTo>
                    <a:pt x="7810" y="17927"/>
                    <a:pt x="7922" y="17991"/>
                    <a:pt x="7945" y="18129"/>
                  </a:cubicBezTo>
                  <a:cubicBezTo>
                    <a:pt x="8071" y="19132"/>
                    <a:pt x="8797" y="20034"/>
                    <a:pt x="8697" y="21061"/>
                  </a:cubicBezTo>
                  <a:cubicBezTo>
                    <a:pt x="8622" y="21939"/>
                    <a:pt x="7920" y="22640"/>
                    <a:pt x="7394" y="23317"/>
                  </a:cubicBezTo>
                  <a:cubicBezTo>
                    <a:pt x="5690" y="25473"/>
                    <a:pt x="3634" y="28355"/>
                    <a:pt x="5314" y="31112"/>
                  </a:cubicBezTo>
                  <a:cubicBezTo>
                    <a:pt x="5422" y="31291"/>
                    <a:pt x="5258" y="31497"/>
                    <a:pt x="5102" y="31497"/>
                  </a:cubicBezTo>
                  <a:cubicBezTo>
                    <a:pt x="5041" y="31497"/>
                    <a:pt x="4980" y="31465"/>
                    <a:pt x="4938" y="31387"/>
                  </a:cubicBezTo>
                  <a:cubicBezTo>
                    <a:pt x="3760" y="29458"/>
                    <a:pt x="4211" y="27227"/>
                    <a:pt x="5314" y="25372"/>
                  </a:cubicBezTo>
                  <a:cubicBezTo>
                    <a:pt x="5990" y="24270"/>
                    <a:pt x="6868" y="23317"/>
                    <a:pt x="7619" y="22264"/>
                  </a:cubicBezTo>
                  <a:cubicBezTo>
                    <a:pt x="8246" y="21362"/>
                    <a:pt x="8296" y="20610"/>
                    <a:pt x="7895" y="19608"/>
                  </a:cubicBezTo>
                  <a:cubicBezTo>
                    <a:pt x="7695" y="19132"/>
                    <a:pt x="7544" y="18681"/>
                    <a:pt x="7469" y="18179"/>
                  </a:cubicBezTo>
                  <a:cubicBezTo>
                    <a:pt x="7442" y="18016"/>
                    <a:pt x="7569" y="17927"/>
                    <a:pt x="7699" y="17927"/>
                  </a:cubicBezTo>
                  <a:close/>
                  <a:moveTo>
                    <a:pt x="18829" y="1008"/>
                  </a:moveTo>
                  <a:cubicBezTo>
                    <a:pt x="18843" y="1008"/>
                    <a:pt x="18858" y="1009"/>
                    <a:pt x="18873" y="1011"/>
                  </a:cubicBezTo>
                  <a:cubicBezTo>
                    <a:pt x="24913" y="1713"/>
                    <a:pt x="32407" y="4871"/>
                    <a:pt x="34512" y="11112"/>
                  </a:cubicBezTo>
                  <a:cubicBezTo>
                    <a:pt x="36793" y="17879"/>
                    <a:pt x="32181" y="25798"/>
                    <a:pt x="36517" y="32064"/>
                  </a:cubicBezTo>
                  <a:cubicBezTo>
                    <a:pt x="36645" y="32229"/>
                    <a:pt x="36478" y="32434"/>
                    <a:pt x="36311" y="32434"/>
                  </a:cubicBezTo>
                  <a:cubicBezTo>
                    <a:pt x="36249" y="32434"/>
                    <a:pt x="36188" y="32407"/>
                    <a:pt x="36141" y="32340"/>
                  </a:cubicBezTo>
                  <a:cubicBezTo>
                    <a:pt x="32256" y="26726"/>
                    <a:pt x="35364" y="19783"/>
                    <a:pt x="34587" y="13593"/>
                  </a:cubicBezTo>
                  <a:cubicBezTo>
                    <a:pt x="33635" y="6099"/>
                    <a:pt x="25564" y="2264"/>
                    <a:pt x="18797" y="1462"/>
                  </a:cubicBezTo>
                  <a:cubicBezTo>
                    <a:pt x="18512" y="1439"/>
                    <a:pt x="18565" y="1008"/>
                    <a:pt x="18829" y="1008"/>
                  </a:cubicBezTo>
                  <a:close/>
                  <a:moveTo>
                    <a:pt x="12000" y="28905"/>
                  </a:moveTo>
                  <a:cubicBezTo>
                    <a:pt x="12106" y="28905"/>
                    <a:pt x="12206" y="28969"/>
                    <a:pt x="12206" y="29107"/>
                  </a:cubicBezTo>
                  <a:cubicBezTo>
                    <a:pt x="12231" y="30310"/>
                    <a:pt x="12331" y="31513"/>
                    <a:pt x="12507" y="32716"/>
                  </a:cubicBezTo>
                  <a:cubicBezTo>
                    <a:pt x="12520" y="32878"/>
                    <a:pt x="12394" y="32968"/>
                    <a:pt x="12268" y="32968"/>
                  </a:cubicBezTo>
                  <a:cubicBezTo>
                    <a:pt x="12161" y="32968"/>
                    <a:pt x="12053" y="32904"/>
                    <a:pt x="12030" y="32766"/>
                  </a:cubicBezTo>
                  <a:cubicBezTo>
                    <a:pt x="11855" y="31563"/>
                    <a:pt x="11780" y="30360"/>
                    <a:pt x="11755" y="29157"/>
                  </a:cubicBezTo>
                  <a:cubicBezTo>
                    <a:pt x="11741" y="28994"/>
                    <a:pt x="11875" y="28905"/>
                    <a:pt x="12000" y="28905"/>
                  </a:cubicBezTo>
                  <a:close/>
                  <a:moveTo>
                    <a:pt x="5617" y="34429"/>
                  </a:moveTo>
                  <a:cubicBezTo>
                    <a:pt x="5743" y="34429"/>
                    <a:pt x="5879" y="34527"/>
                    <a:pt x="5865" y="34696"/>
                  </a:cubicBezTo>
                  <a:cubicBezTo>
                    <a:pt x="5865" y="34946"/>
                    <a:pt x="5840" y="35172"/>
                    <a:pt x="5840" y="35422"/>
                  </a:cubicBezTo>
                  <a:cubicBezTo>
                    <a:pt x="5829" y="35554"/>
                    <a:pt x="5731" y="35614"/>
                    <a:pt x="5627" y="35614"/>
                  </a:cubicBezTo>
                  <a:cubicBezTo>
                    <a:pt x="5494" y="35614"/>
                    <a:pt x="5350" y="35516"/>
                    <a:pt x="5364" y="35347"/>
                  </a:cubicBezTo>
                  <a:cubicBezTo>
                    <a:pt x="5389" y="35097"/>
                    <a:pt x="5389" y="34871"/>
                    <a:pt x="5414" y="34620"/>
                  </a:cubicBezTo>
                  <a:cubicBezTo>
                    <a:pt x="5425" y="34489"/>
                    <a:pt x="5518" y="34429"/>
                    <a:pt x="5617" y="34429"/>
                  </a:cubicBezTo>
                  <a:close/>
                  <a:moveTo>
                    <a:pt x="6587" y="34554"/>
                  </a:moveTo>
                  <a:cubicBezTo>
                    <a:pt x="6716" y="34554"/>
                    <a:pt x="6846" y="34652"/>
                    <a:pt x="6817" y="34821"/>
                  </a:cubicBezTo>
                  <a:cubicBezTo>
                    <a:pt x="6767" y="35122"/>
                    <a:pt x="6717" y="35397"/>
                    <a:pt x="6667" y="35673"/>
                  </a:cubicBezTo>
                  <a:cubicBezTo>
                    <a:pt x="6645" y="35805"/>
                    <a:pt x="6546" y="35865"/>
                    <a:pt x="6446" y="35865"/>
                  </a:cubicBezTo>
                  <a:cubicBezTo>
                    <a:pt x="6318" y="35865"/>
                    <a:pt x="6188" y="35767"/>
                    <a:pt x="6216" y="35598"/>
                  </a:cubicBezTo>
                  <a:cubicBezTo>
                    <a:pt x="6266" y="35322"/>
                    <a:pt x="6316" y="35047"/>
                    <a:pt x="6366" y="34746"/>
                  </a:cubicBezTo>
                  <a:cubicBezTo>
                    <a:pt x="6388" y="34614"/>
                    <a:pt x="6487" y="34554"/>
                    <a:pt x="6587" y="34554"/>
                  </a:cubicBezTo>
                  <a:close/>
                  <a:moveTo>
                    <a:pt x="23112" y="33677"/>
                  </a:moveTo>
                  <a:cubicBezTo>
                    <a:pt x="23242" y="33677"/>
                    <a:pt x="23384" y="33775"/>
                    <a:pt x="23384" y="33944"/>
                  </a:cubicBezTo>
                  <a:lnTo>
                    <a:pt x="23234" y="35748"/>
                  </a:lnTo>
                  <a:cubicBezTo>
                    <a:pt x="23223" y="35880"/>
                    <a:pt x="23125" y="35940"/>
                    <a:pt x="23021" y="35940"/>
                  </a:cubicBezTo>
                  <a:cubicBezTo>
                    <a:pt x="22887" y="35940"/>
                    <a:pt x="22743" y="35842"/>
                    <a:pt x="22757" y="35673"/>
                  </a:cubicBezTo>
                  <a:cubicBezTo>
                    <a:pt x="22807" y="35072"/>
                    <a:pt x="22858" y="34470"/>
                    <a:pt x="22908" y="33869"/>
                  </a:cubicBezTo>
                  <a:cubicBezTo>
                    <a:pt x="22919" y="33737"/>
                    <a:pt x="23012" y="33677"/>
                    <a:pt x="23112" y="33677"/>
                  </a:cubicBezTo>
                  <a:close/>
                  <a:moveTo>
                    <a:pt x="15207" y="35619"/>
                  </a:moveTo>
                  <a:cubicBezTo>
                    <a:pt x="15468" y="35619"/>
                    <a:pt x="15499" y="36050"/>
                    <a:pt x="15213" y="36074"/>
                  </a:cubicBezTo>
                  <a:cubicBezTo>
                    <a:pt x="15198" y="36077"/>
                    <a:pt x="15184" y="36078"/>
                    <a:pt x="15170" y="36078"/>
                  </a:cubicBezTo>
                  <a:cubicBezTo>
                    <a:pt x="14909" y="36078"/>
                    <a:pt x="14878" y="35647"/>
                    <a:pt x="15163" y="35623"/>
                  </a:cubicBezTo>
                  <a:cubicBezTo>
                    <a:pt x="15178" y="35620"/>
                    <a:pt x="15193" y="35619"/>
                    <a:pt x="15207" y="35619"/>
                  </a:cubicBezTo>
                  <a:close/>
                  <a:moveTo>
                    <a:pt x="31266" y="30895"/>
                  </a:moveTo>
                  <a:cubicBezTo>
                    <a:pt x="31399" y="30895"/>
                    <a:pt x="31543" y="30993"/>
                    <a:pt x="31529" y="31162"/>
                  </a:cubicBezTo>
                  <a:cubicBezTo>
                    <a:pt x="31379" y="32766"/>
                    <a:pt x="31329" y="34345"/>
                    <a:pt x="31429" y="35949"/>
                  </a:cubicBezTo>
                  <a:cubicBezTo>
                    <a:pt x="31429" y="36112"/>
                    <a:pt x="31297" y="36201"/>
                    <a:pt x="31172" y="36201"/>
                  </a:cubicBezTo>
                  <a:cubicBezTo>
                    <a:pt x="31065" y="36201"/>
                    <a:pt x="30964" y="36137"/>
                    <a:pt x="30953" y="35999"/>
                  </a:cubicBezTo>
                  <a:cubicBezTo>
                    <a:pt x="30878" y="34370"/>
                    <a:pt x="30903" y="32716"/>
                    <a:pt x="31053" y="31087"/>
                  </a:cubicBezTo>
                  <a:cubicBezTo>
                    <a:pt x="31064" y="30955"/>
                    <a:pt x="31162" y="30895"/>
                    <a:pt x="31266" y="30895"/>
                  </a:cubicBezTo>
                  <a:close/>
                  <a:moveTo>
                    <a:pt x="11974" y="22426"/>
                  </a:moveTo>
                  <a:cubicBezTo>
                    <a:pt x="12055" y="22426"/>
                    <a:pt x="12129" y="22468"/>
                    <a:pt x="12156" y="22565"/>
                  </a:cubicBezTo>
                  <a:cubicBezTo>
                    <a:pt x="12532" y="23994"/>
                    <a:pt x="11680" y="24946"/>
                    <a:pt x="10928" y="26049"/>
                  </a:cubicBezTo>
                  <a:cubicBezTo>
                    <a:pt x="9624" y="27929"/>
                    <a:pt x="10051" y="30310"/>
                    <a:pt x="10376" y="32415"/>
                  </a:cubicBezTo>
                  <a:cubicBezTo>
                    <a:pt x="10527" y="33442"/>
                    <a:pt x="10602" y="34671"/>
                    <a:pt x="11003" y="35648"/>
                  </a:cubicBezTo>
                  <a:cubicBezTo>
                    <a:pt x="11128" y="36049"/>
                    <a:pt x="11354" y="36425"/>
                    <a:pt x="11655" y="36726"/>
                  </a:cubicBezTo>
                  <a:cubicBezTo>
                    <a:pt x="12106" y="36651"/>
                    <a:pt x="12582" y="36575"/>
                    <a:pt x="13033" y="36500"/>
                  </a:cubicBezTo>
                  <a:cubicBezTo>
                    <a:pt x="13384" y="36224"/>
                    <a:pt x="13635" y="35347"/>
                    <a:pt x="13810" y="34921"/>
                  </a:cubicBezTo>
                  <a:cubicBezTo>
                    <a:pt x="14562" y="32941"/>
                    <a:pt x="14762" y="30836"/>
                    <a:pt x="14512" y="28731"/>
                  </a:cubicBezTo>
                  <a:cubicBezTo>
                    <a:pt x="14498" y="28568"/>
                    <a:pt x="14624" y="28479"/>
                    <a:pt x="14751" y="28479"/>
                  </a:cubicBezTo>
                  <a:cubicBezTo>
                    <a:pt x="14858" y="28479"/>
                    <a:pt x="14965" y="28543"/>
                    <a:pt x="14988" y="28681"/>
                  </a:cubicBezTo>
                  <a:cubicBezTo>
                    <a:pt x="15289" y="31112"/>
                    <a:pt x="14963" y="33618"/>
                    <a:pt x="13910" y="35849"/>
                  </a:cubicBezTo>
                  <a:cubicBezTo>
                    <a:pt x="13551" y="36652"/>
                    <a:pt x="12912" y="37445"/>
                    <a:pt x="12176" y="37445"/>
                  </a:cubicBezTo>
                  <a:cubicBezTo>
                    <a:pt x="11833" y="37445"/>
                    <a:pt x="11469" y="37273"/>
                    <a:pt x="11103" y="36851"/>
                  </a:cubicBezTo>
                  <a:cubicBezTo>
                    <a:pt x="10426" y="36024"/>
                    <a:pt x="10301" y="34846"/>
                    <a:pt x="10126" y="33843"/>
                  </a:cubicBezTo>
                  <a:cubicBezTo>
                    <a:pt x="9875" y="32440"/>
                    <a:pt x="9650" y="31011"/>
                    <a:pt x="9599" y="29583"/>
                  </a:cubicBezTo>
                  <a:cubicBezTo>
                    <a:pt x="9549" y="28630"/>
                    <a:pt x="9599" y="27653"/>
                    <a:pt x="9975" y="26751"/>
                  </a:cubicBezTo>
                  <a:cubicBezTo>
                    <a:pt x="10552" y="25422"/>
                    <a:pt x="12156" y="24345"/>
                    <a:pt x="11705" y="22741"/>
                  </a:cubicBezTo>
                  <a:cubicBezTo>
                    <a:pt x="11656" y="22563"/>
                    <a:pt x="11827" y="22426"/>
                    <a:pt x="11974" y="22426"/>
                  </a:cubicBezTo>
                  <a:close/>
                  <a:moveTo>
                    <a:pt x="40944" y="13114"/>
                  </a:moveTo>
                  <a:cubicBezTo>
                    <a:pt x="41026" y="13114"/>
                    <a:pt x="41109" y="13153"/>
                    <a:pt x="41153" y="13242"/>
                  </a:cubicBezTo>
                  <a:cubicBezTo>
                    <a:pt x="44938" y="21061"/>
                    <a:pt x="44111" y="29884"/>
                    <a:pt x="43234" y="38229"/>
                  </a:cubicBezTo>
                  <a:cubicBezTo>
                    <a:pt x="43223" y="38361"/>
                    <a:pt x="43125" y="38421"/>
                    <a:pt x="43021" y="38421"/>
                  </a:cubicBezTo>
                  <a:cubicBezTo>
                    <a:pt x="42887" y="38421"/>
                    <a:pt x="42743" y="38323"/>
                    <a:pt x="42757" y="38154"/>
                  </a:cubicBezTo>
                  <a:cubicBezTo>
                    <a:pt x="43635" y="29884"/>
                    <a:pt x="44462" y="21162"/>
                    <a:pt x="40727" y="13417"/>
                  </a:cubicBezTo>
                  <a:cubicBezTo>
                    <a:pt x="40647" y="13240"/>
                    <a:pt x="40795" y="13114"/>
                    <a:pt x="40944" y="13114"/>
                  </a:cubicBezTo>
                  <a:close/>
                  <a:moveTo>
                    <a:pt x="13788" y="37885"/>
                  </a:moveTo>
                  <a:cubicBezTo>
                    <a:pt x="13946" y="37885"/>
                    <a:pt x="14114" y="38096"/>
                    <a:pt x="13985" y="38280"/>
                  </a:cubicBezTo>
                  <a:cubicBezTo>
                    <a:pt x="13609" y="38881"/>
                    <a:pt x="13008" y="39332"/>
                    <a:pt x="12306" y="39407"/>
                  </a:cubicBezTo>
                  <a:cubicBezTo>
                    <a:pt x="12236" y="39418"/>
                    <a:pt x="12164" y="39423"/>
                    <a:pt x="12092" y="39423"/>
                  </a:cubicBezTo>
                  <a:cubicBezTo>
                    <a:pt x="11626" y="39423"/>
                    <a:pt x="11155" y="39208"/>
                    <a:pt x="11003" y="38731"/>
                  </a:cubicBezTo>
                  <a:cubicBezTo>
                    <a:pt x="10939" y="38540"/>
                    <a:pt x="11087" y="38410"/>
                    <a:pt x="11229" y="38410"/>
                  </a:cubicBezTo>
                  <a:cubicBezTo>
                    <a:pt x="11311" y="38410"/>
                    <a:pt x="11392" y="38454"/>
                    <a:pt x="11429" y="38555"/>
                  </a:cubicBezTo>
                  <a:cubicBezTo>
                    <a:pt x="11535" y="38858"/>
                    <a:pt x="11805" y="38960"/>
                    <a:pt x="12091" y="38960"/>
                  </a:cubicBezTo>
                  <a:cubicBezTo>
                    <a:pt x="12279" y="38960"/>
                    <a:pt x="12473" y="38916"/>
                    <a:pt x="12632" y="38856"/>
                  </a:cubicBezTo>
                  <a:cubicBezTo>
                    <a:pt x="13058" y="38681"/>
                    <a:pt x="13384" y="38380"/>
                    <a:pt x="13635" y="37979"/>
                  </a:cubicBezTo>
                  <a:cubicBezTo>
                    <a:pt x="13674" y="37912"/>
                    <a:pt x="13730" y="37885"/>
                    <a:pt x="13788" y="37885"/>
                  </a:cubicBezTo>
                  <a:close/>
                  <a:moveTo>
                    <a:pt x="37658" y="14619"/>
                  </a:moveTo>
                  <a:cubicBezTo>
                    <a:pt x="37765" y="14619"/>
                    <a:pt x="37872" y="14683"/>
                    <a:pt x="37895" y="14821"/>
                  </a:cubicBezTo>
                  <a:cubicBezTo>
                    <a:pt x="38271" y="19082"/>
                    <a:pt x="36241" y="23468"/>
                    <a:pt x="38196" y="27528"/>
                  </a:cubicBezTo>
                  <a:cubicBezTo>
                    <a:pt x="39123" y="29407"/>
                    <a:pt x="39925" y="31112"/>
                    <a:pt x="40126" y="33217"/>
                  </a:cubicBezTo>
                  <a:cubicBezTo>
                    <a:pt x="40351" y="35397"/>
                    <a:pt x="40126" y="37603"/>
                    <a:pt x="39900" y="39758"/>
                  </a:cubicBezTo>
                  <a:cubicBezTo>
                    <a:pt x="39889" y="39890"/>
                    <a:pt x="39792" y="39950"/>
                    <a:pt x="39690" y="39950"/>
                  </a:cubicBezTo>
                  <a:cubicBezTo>
                    <a:pt x="39559" y="39950"/>
                    <a:pt x="39421" y="39852"/>
                    <a:pt x="39449" y="39683"/>
                  </a:cubicBezTo>
                  <a:cubicBezTo>
                    <a:pt x="39675" y="37352"/>
                    <a:pt x="39925" y="34971"/>
                    <a:pt x="39574" y="32640"/>
                  </a:cubicBezTo>
                  <a:cubicBezTo>
                    <a:pt x="39249" y="30385"/>
                    <a:pt x="38021" y="28706"/>
                    <a:pt x="37319" y="26625"/>
                  </a:cubicBezTo>
                  <a:cubicBezTo>
                    <a:pt x="36016" y="22816"/>
                    <a:pt x="37770" y="18781"/>
                    <a:pt x="37419" y="14871"/>
                  </a:cubicBezTo>
                  <a:cubicBezTo>
                    <a:pt x="37406" y="14708"/>
                    <a:pt x="37532" y="14619"/>
                    <a:pt x="37658" y="14619"/>
                  </a:cubicBezTo>
                  <a:close/>
                  <a:moveTo>
                    <a:pt x="20258" y="26198"/>
                  </a:moveTo>
                  <a:cubicBezTo>
                    <a:pt x="20364" y="26198"/>
                    <a:pt x="20465" y="26262"/>
                    <a:pt x="20477" y="26400"/>
                  </a:cubicBezTo>
                  <a:cubicBezTo>
                    <a:pt x="20602" y="28505"/>
                    <a:pt x="20752" y="30610"/>
                    <a:pt x="20953" y="32716"/>
                  </a:cubicBezTo>
                  <a:cubicBezTo>
                    <a:pt x="21053" y="33768"/>
                    <a:pt x="21153" y="34821"/>
                    <a:pt x="21279" y="35874"/>
                  </a:cubicBezTo>
                  <a:cubicBezTo>
                    <a:pt x="21379" y="36776"/>
                    <a:pt x="21379" y="38355"/>
                    <a:pt x="22056" y="39031"/>
                  </a:cubicBezTo>
                  <a:cubicBezTo>
                    <a:pt x="22394" y="39364"/>
                    <a:pt x="22686" y="39496"/>
                    <a:pt x="22936" y="39496"/>
                  </a:cubicBezTo>
                  <a:cubicBezTo>
                    <a:pt x="23685" y="39496"/>
                    <a:pt x="24061" y="38317"/>
                    <a:pt x="24211" y="37828"/>
                  </a:cubicBezTo>
                  <a:cubicBezTo>
                    <a:pt x="24336" y="37352"/>
                    <a:pt x="24437" y="36901"/>
                    <a:pt x="24537" y="36425"/>
                  </a:cubicBezTo>
                  <a:cubicBezTo>
                    <a:pt x="24712" y="35397"/>
                    <a:pt x="24838" y="34345"/>
                    <a:pt x="24938" y="33317"/>
                  </a:cubicBezTo>
                  <a:cubicBezTo>
                    <a:pt x="25113" y="31087"/>
                    <a:pt x="25038" y="28856"/>
                    <a:pt x="24813" y="26650"/>
                  </a:cubicBezTo>
                  <a:cubicBezTo>
                    <a:pt x="24785" y="26488"/>
                    <a:pt x="24912" y="26398"/>
                    <a:pt x="25039" y="26398"/>
                  </a:cubicBezTo>
                  <a:cubicBezTo>
                    <a:pt x="25146" y="26398"/>
                    <a:pt x="25252" y="26462"/>
                    <a:pt x="25264" y="26600"/>
                  </a:cubicBezTo>
                  <a:cubicBezTo>
                    <a:pt x="25589" y="29533"/>
                    <a:pt x="25589" y="32465"/>
                    <a:pt x="25163" y="35397"/>
                  </a:cubicBezTo>
                  <a:cubicBezTo>
                    <a:pt x="24989" y="36596"/>
                    <a:pt x="24714" y="40059"/>
                    <a:pt x="22902" y="40059"/>
                  </a:cubicBezTo>
                  <a:cubicBezTo>
                    <a:pt x="22896" y="40059"/>
                    <a:pt x="22889" y="40059"/>
                    <a:pt x="22883" y="40059"/>
                  </a:cubicBezTo>
                  <a:cubicBezTo>
                    <a:pt x="20978" y="40034"/>
                    <a:pt x="20903" y="36726"/>
                    <a:pt x="20752" y="35473"/>
                  </a:cubicBezTo>
                  <a:cubicBezTo>
                    <a:pt x="20427" y="32490"/>
                    <a:pt x="20176" y="29458"/>
                    <a:pt x="20000" y="26450"/>
                  </a:cubicBezTo>
                  <a:cubicBezTo>
                    <a:pt x="20000" y="26287"/>
                    <a:pt x="20133" y="26198"/>
                    <a:pt x="20258" y="26198"/>
                  </a:cubicBezTo>
                  <a:close/>
                  <a:moveTo>
                    <a:pt x="29203" y="27136"/>
                  </a:moveTo>
                  <a:cubicBezTo>
                    <a:pt x="29332" y="27136"/>
                    <a:pt x="29474" y="27233"/>
                    <a:pt x="29474" y="27402"/>
                  </a:cubicBezTo>
                  <a:cubicBezTo>
                    <a:pt x="29349" y="30360"/>
                    <a:pt x="29374" y="33342"/>
                    <a:pt x="29600" y="36300"/>
                  </a:cubicBezTo>
                  <a:cubicBezTo>
                    <a:pt x="29625" y="36876"/>
                    <a:pt x="29549" y="37778"/>
                    <a:pt x="29775" y="38355"/>
                  </a:cubicBezTo>
                  <a:cubicBezTo>
                    <a:pt x="29727" y="38807"/>
                    <a:pt x="29996" y="39033"/>
                    <a:pt x="30582" y="39033"/>
                  </a:cubicBezTo>
                  <a:cubicBezTo>
                    <a:pt x="30613" y="39033"/>
                    <a:pt x="30645" y="39033"/>
                    <a:pt x="30677" y="39031"/>
                  </a:cubicBezTo>
                  <a:cubicBezTo>
                    <a:pt x="30925" y="39293"/>
                    <a:pt x="31151" y="39426"/>
                    <a:pt x="31349" y="39426"/>
                  </a:cubicBezTo>
                  <a:cubicBezTo>
                    <a:pt x="31511" y="39426"/>
                    <a:pt x="31656" y="39337"/>
                    <a:pt x="31780" y="39157"/>
                  </a:cubicBezTo>
                  <a:cubicBezTo>
                    <a:pt x="32031" y="39006"/>
                    <a:pt x="32231" y="38681"/>
                    <a:pt x="32407" y="38455"/>
                  </a:cubicBezTo>
                  <a:cubicBezTo>
                    <a:pt x="33209" y="37277"/>
                    <a:pt x="33785" y="35999"/>
                    <a:pt x="34186" y="34646"/>
                  </a:cubicBezTo>
                  <a:cubicBezTo>
                    <a:pt x="34219" y="34514"/>
                    <a:pt x="34329" y="34454"/>
                    <a:pt x="34434" y="34454"/>
                  </a:cubicBezTo>
                  <a:cubicBezTo>
                    <a:pt x="34568" y="34454"/>
                    <a:pt x="34693" y="34552"/>
                    <a:pt x="34637" y="34721"/>
                  </a:cubicBezTo>
                  <a:cubicBezTo>
                    <a:pt x="34161" y="36325"/>
                    <a:pt x="33459" y="38129"/>
                    <a:pt x="32256" y="39382"/>
                  </a:cubicBezTo>
                  <a:cubicBezTo>
                    <a:pt x="31860" y="39794"/>
                    <a:pt x="31265" y="40110"/>
                    <a:pt x="30705" y="40110"/>
                  </a:cubicBezTo>
                  <a:cubicBezTo>
                    <a:pt x="30309" y="40110"/>
                    <a:pt x="29930" y="39952"/>
                    <a:pt x="29650" y="39558"/>
                  </a:cubicBezTo>
                  <a:cubicBezTo>
                    <a:pt x="29224" y="39006"/>
                    <a:pt x="29274" y="38154"/>
                    <a:pt x="29224" y="37478"/>
                  </a:cubicBezTo>
                  <a:cubicBezTo>
                    <a:pt x="29098" y="36275"/>
                    <a:pt x="29023" y="35047"/>
                    <a:pt x="28973" y="33818"/>
                  </a:cubicBezTo>
                  <a:cubicBezTo>
                    <a:pt x="28898" y="31663"/>
                    <a:pt x="28898" y="29483"/>
                    <a:pt x="28998" y="27327"/>
                  </a:cubicBezTo>
                  <a:cubicBezTo>
                    <a:pt x="29009" y="27195"/>
                    <a:pt x="29102" y="27136"/>
                    <a:pt x="29203" y="27136"/>
                  </a:cubicBezTo>
                  <a:close/>
                  <a:moveTo>
                    <a:pt x="39416" y="42163"/>
                  </a:moveTo>
                  <a:cubicBezTo>
                    <a:pt x="39524" y="42163"/>
                    <a:pt x="39625" y="42227"/>
                    <a:pt x="39625" y="42365"/>
                  </a:cubicBezTo>
                  <a:cubicBezTo>
                    <a:pt x="39650" y="43668"/>
                    <a:pt x="39675" y="44946"/>
                    <a:pt x="39700" y="46250"/>
                  </a:cubicBezTo>
                  <a:cubicBezTo>
                    <a:pt x="39700" y="46412"/>
                    <a:pt x="39560" y="46502"/>
                    <a:pt x="39432" y="46502"/>
                  </a:cubicBezTo>
                  <a:cubicBezTo>
                    <a:pt x="39324" y="46502"/>
                    <a:pt x="39224" y="46438"/>
                    <a:pt x="39224" y="46300"/>
                  </a:cubicBezTo>
                  <a:cubicBezTo>
                    <a:pt x="39199" y="44996"/>
                    <a:pt x="39173" y="43718"/>
                    <a:pt x="39148" y="42415"/>
                  </a:cubicBezTo>
                  <a:cubicBezTo>
                    <a:pt x="39148" y="42252"/>
                    <a:pt x="39288" y="42163"/>
                    <a:pt x="39416" y="42163"/>
                  </a:cubicBezTo>
                  <a:close/>
                  <a:moveTo>
                    <a:pt x="36880" y="35682"/>
                  </a:moveTo>
                  <a:cubicBezTo>
                    <a:pt x="37013" y="35682"/>
                    <a:pt x="37157" y="35780"/>
                    <a:pt x="37143" y="35949"/>
                  </a:cubicBezTo>
                  <a:cubicBezTo>
                    <a:pt x="36868" y="39658"/>
                    <a:pt x="37093" y="43417"/>
                    <a:pt x="37544" y="47102"/>
                  </a:cubicBezTo>
                  <a:cubicBezTo>
                    <a:pt x="37641" y="48016"/>
                    <a:pt x="37922" y="49717"/>
                    <a:pt x="39187" y="49717"/>
                  </a:cubicBezTo>
                  <a:cubicBezTo>
                    <a:pt x="39240" y="49717"/>
                    <a:pt x="39293" y="49714"/>
                    <a:pt x="39349" y="49708"/>
                  </a:cubicBezTo>
                  <a:cubicBezTo>
                    <a:pt x="40402" y="49583"/>
                    <a:pt x="40727" y="47728"/>
                    <a:pt x="40978" y="46951"/>
                  </a:cubicBezTo>
                  <a:cubicBezTo>
                    <a:pt x="41529" y="45172"/>
                    <a:pt x="41955" y="43342"/>
                    <a:pt x="42331" y="41513"/>
                  </a:cubicBezTo>
                  <a:cubicBezTo>
                    <a:pt x="42353" y="41381"/>
                    <a:pt x="42452" y="41321"/>
                    <a:pt x="42553" y="41321"/>
                  </a:cubicBezTo>
                  <a:cubicBezTo>
                    <a:pt x="42681" y="41321"/>
                    <a:pt x="42811" y="41419"/>
                    <a:pt x="42783" y="41588"/>
                  </a:cubicBezTo>
                  <a:cubicBezTo>
                    <a:pt x="42331" y="43994"/>
                    <a:pt x="41830" y="46626"/>
                    <a:pt x="40828" y="48881"/>
                  </a:cubicBezTo>
                  <a:cubicBezTo>
                    <a:pt x="40485" y="49661"/>
                    <a:pt x="39832" y="50159"/>
                    <a:pt x="39139" y="50159"/>
                  </a:cubicBezTo>
                  <a:cubicBezTo>
                    <a:pt x="38719" y="50159"/>
                    <a:pt x="38284" y="49975"/>
                    <a:pt x="37895" y="49558"/>
                  </a:cubicBezTo>
                  <a:cubicBezTo>
                    <a:pt x="37369" y="49006"/>
                    <a:pt x="37219" y="48230"/>
                    <a:pt x="37118" y="47503"/>
                  </a:cubicBezTo>
                  <a:cubicBezTo>
                    <a:pt x="36918" y="46199"/>
                    <a:pt x="36818" y="44871"/>
                    <a:pt x="36717" y="43568"/>
                  </a:cubicBezTo>
                  <a:cubicBezTo>
                    <a:pt x="36542" y="41011"/>
                    <a:pt x="36492" y="38455"/>
                    <a:pt x="36667" y="35874"/>
                  </a:cubicBezTo>
                  <a:cubicBezTo>
                    <a:pt x="36678" y="35742"/>
                    <a:pt x="36776" y="35682"/>
                    <a:pt x="36880" y="35682"/>
                  </a:cubicBezTo>
                  <a:close/>
                  <a:moveTo>
                    <a:pt x="22009" y="0"/>
                  </a:moveTo>
                  <a:cubicBezTo>
                    <a:pt x="17071" y="0"/>
                    <a:pt x="11919" y="1216"/>
                    <a:pt x="7068" y="3568"/>
                  </a:cubicBezTo>
                  <a:lnTo>
                    <a:pt x="6943" y="3618"/>
                  </a:lnTo>
                  <a:lnTo>
                    <a:pt x="6918" y="3618"/>
                  </a:lnTo>
                  <a:cubicBezTo>
                    <a:pt x="6592" y="5222"/>
                    <a:pt x="5564" y="6575"/>
                    <a:pt x="4587" y="7904"/>
                  </a:cubicBezTo>
                  <a:cubicBezTo>
                    <a:pt x="3559" y="9282"/>
                    <a:pt x="2507" y="10685"/>
                    <a:pt x="2231" y="12340"/>
                  </a:cubicBezTo>
                  <a:cubicBezTo>
                    <a:pt x="1980" y="13743"/>
                    <a:pt x="2381" y="15021"/>
                    <a:pt x="3384" y="16124"/>
                  </a:cubicBezTo>
                  <a:cubicBezTo>
                    <a:pt x="3634" y="16400"/>
                    <a:pt x="3935" y="16675"/>
                    <a:pt x="4236" y="16976"/>
                  </a:cubicBezTo>
                  <a:cubicBezTo>
                    <a:pt x="5213" y="17904"/>
                    <a:pt x="6241" y="18831"/>
                    <a:pt x="6241" y="20285"/>
                  </a:cubicBezTo>
                  <a:cubicBezTo>
                    <a:pt x="6241" y="22264"/>
                    <a:pt x="4687" y="23342"/>
                    <a:pt x="3208" y="24420"/>
                  </a:cubicBezTo>
                  <a:cubicBezTo>
                    <a:pt x="1905" y="25322"/>
                    <a:pt x="552" y="26275"/>
                    <a:pt x="276" y="27803"/>
                  </a:cubicBezTo>
                  <a:cubicBezTo>
                    <a:pt x="0" y="29257"/>
                    <a:pt x="878" y="30661"/>
                    <a:pt x="1780" y="31813"/>
                  </a:cubicBezTo>
                  <a:cubicBezTo>
                    <a:pt x="1880" y="31964"/>
                    <a:pt x="2005" y="32114"/>
                    <a:pt x="2131" y="32290"/>
                  </a:cubicBezTo>
                  <a:cubicBezTo>
                    <a:pt x="2682" y="32991"/>
                    <a:pt x="3259" y="33718"/>
                    <a:pt x="3584" y="34570"/>
                  </a:cubicBezTo>
                  <a:cubicBezTo>
                    <a:pt x="4086" y="35899"/>
                    <a:pt x="3960" y="37277"/>
                    <a:pt x="3760" y="38430"/>
                  </a:cubicBezTo>
                  <a:cubicBezTo>
                    <a:pt x="3710" y="38806"/>
                    <a:pt x="3634" y="39157"/>
                    <a:pt x="3559" y="39533"/>
                  </a:cubicBezTo>
                  <a:cubicBezTo>
                    <a:pt x="3434" y="40235"/>
                    <a:pt x="3309" y="40936"/>
                    <a:pt x="3233" y="41638"/>
                  </a:cubicBezTo>
                  <a:cubicBezTo>
                    <a:pt x="3370" y="41653"/>
                    <a:pt x="3507" y="41661"/>
                    <a:pt x="3642" y="41661"/>
                  </a:cubicBezTo>
                  <a:cubicBezTo>
                    <a:pt x="3953" y="41661"/>
                    <a:pt x="4257" y="41618"/>
                    <a:pt x="4537" y="41513"/>
                  </a:cubicBezTo>
                  <a:cubicBezTo>
                    <a:pt x="5539" y="41187"/>
                    <a:pt x="6366" y="40209"/>
                    <a:pt x="6968" y="38656"/>
                  </a:cubicBezTo>
                  <a:cubicBezTo>
                    <a:pt x="7519" y="37227"/>
                    <a:pt x="7795" y="35723"/>
                    <a:pt x="7820" y="34144"/>
                  </a:cubicBezTo>
                  <a:lnTo>
                    <a:pt x="8296" y="34094"/>
                  </a:lnTo>
                  <a:cubicBezTo>
                    <a:pt x="8547" y="35523"/>
                    <a:pt x="8898" y="36901"/>
                    <a:pt x="9374" y="38229"/>
                  </a:cubicBezTo>
                  <a:cubicBezTo>
                    <a:pt x="9700" y="39157"/>
                    <a:pt x="10251" y="40460"/>
                    <a:pt x="11354" y="40786"/>
                  </a:cubicBezTo>
                  <a:cubicBezTo>
                    <a:pt x="11541" y="40842"/>
                    <a:pt x="11726" y="40867"/>
                    <a:pt x="11906" y="40867"/>
                  </a:cubicBezTo>
                  <a:cubicBezTo>
                    <a:pt x="13339" y="40867"/>
                    <a:pt x="14506" y="39265"/>
                    <a:pt x="14863" y="38731"/>
                  </a:cubicBezTo>
                  <a:cubicBezTo>
                    <a:pt x="16567" y="36174"/>
                    <a:pt x="17544" y="33041"/>
                    <a:pt x="17619" y="29934"/>
                  </a:cubicBezTo>
                  <a:lnTo>
                    <a:pt x="18096" y="29934"/>
                  </a:lnTo>
                  <a:cubicBezTo>
                    <a:pt x="18246" y="32841"/>
                    <a:pt x="18772" y="35673"/>
                    <a:pt x="19700" y="38380"/>
                  </a:cubicBezTo>
                  <a:cubicBezTo>
                    <a:pt x="20226" y="39909"/>
                    <a:pt x="21203" y="41788"/>
                    <a:pt x="22858" y="41964"/>
                  </a:cubicBezTo>
                  <a:cubicBezTo>
                    <a:pt x="22942" y="41973"/>
                    <a:pt x="23024" y="41977"/>
                    <a:pt x="23104" y="41977"/>
                  </a:cubicBezTo>
                  <a:cubicBezTo>
                    <a:pt x="24788" y="41977"/>
                    <a:pt x="25322" y="40018"/>
                    <a:pt x="25489" y="39157"/>
                  </a:cubicBezTo>
                  <a:cubicBezTo>
                    <a:pt x="26091" y="35849"/>
                    <a:pt x="26567" y="32841"/>
                    <a:pt x="26467" y="29833"/>
                  </a:cubicBezTo>
                  <a:lnTo>
                    <a:pt x="26943" y="29808"/>
                  </a:lnTo>
                  <a:lnTo>
                    <a:pt x="27544" y="38104"/>
                  </a:lnTo>
                  <a:cubicBezTo>
                    <a:pt x="27620" y="38981"/>
                    <a:pt x="27670" y="39884"/>
                    <a:pt x="28021" y="40711"/>
                  </a:cubicBezTo>
                  <a:cubicBezTo>
                    <a:pt x="28371" y="41563"/>
                    <a:pt x="29048" y="42189"/>
                    <a:pt x="29775" y="42340"/>
                  </a:cubicBezTo>
                  <a:cubicBezTo>
                    <a:pt x="29904" y="42366"/>
                    <a:pt x="30033" y="42378"/>
                    <a:pt x="30160" y="42378"/>
                  </a:cubicBezTo>
                  <a:cubicBezTo>
                    <a:pt x="31239" y="42378"/>
                    <a:pt x="32214" y="41497"/>
                    <a:pt x="32707" y="40936"/>
                  </a:cubicBezTo>
                  <a:cubicBezTo>
                    <a:pt x="33309" y="40285"/>
                    <a:pt x="33785" y="39558"/>
                    <a:pt x="34186" y="38756"/>
                  </a:cubicBezTo>
                  <a:lnTo>
                    <a:pt x="34637" y="37904"/>
                  </a:lnTo>
                  <a:lnTo>
                    <a:pt x="34637" y="38856"/>
                  </a:lnTo>
                  <a:cubicBezTo>
                    <a:pt x="34687" y="41989"/>
                    <a:pt x="35013" y="45122"/>
                    <a:pt x="35615" y="48204"/>
                  </a:cubicBezTo>
                  <a:cubicBezTo>
                    <a:pt x="36066" y="50460"/>
                    <a:pt x="36868" y="51713"/>
                    <a:pt x="38071" y="52014"/>
                  </a:cubicBezTo>
                  <a:cubicBezTo>
                    <a:pt x="38233" y="52053"/>
                    <a:pt x="38402" y="52072"/>
                    <a:pt x="38574" y="52072"/>
                  </a:cubicBezTo>
                  <a:cubicBezTo>
                    <a:pt x="39282" y="52072"/>
                    <a:pt x="40053" y="51751"/>
                    <a:pt x="40677" y="51187"/>
                  </a:cubicBezTo>
                  <a:cubicBezTo>
                    <a:pt x="41379" y="50510"/>
                    <a:pt x="41855" y="49583"/>
                    <a:pt x="42281" y="48706"/>
                  </a:cubicBezTo>
                  <a:cubicBezTo>
                    <a:pt x="45214" y="42565"/>
                    <a:pt x="46968" y="35748"/>
                    <a:pt x="47319" y="28956"/>
                  </a:cubicBezTo>
                  <a:cubicBezTo>
                    <a:pt x="47670" y="21914"/>
                    <a:pt x="46467" y="16024"/>
                    <a:pt x="43685" y="11437"/>
                  </a:cubicBezTo>
                  <a:cubicBezTo>
                    <a:pt x="40301" y="5848"/>
                    <a:pt x="34111" y="1763"/>
                    <a:pt x="27143" y="460"/>
                  </a:cubicBezTo>
                  <a:cubicBezTo>
                    <a:pt x="25474" y="152"/>
                    <a:pt x="23755" y="0"/>
                    <a:pt x="220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24"/>
            <p:cNvSpPr/>
            <p:nvPr/>
          </p:nvSpPr>
          <p:spPr>
            <a:xfrm>
              <a:off x="3067016" y="2473606"/>
              <a:ext cx="5062" cy="17415"/>
            </a:xfrm>
            <a:custGeom>
              <a:rect b="b" l="l" r="r" t="t"/>
              <a:pathLst>
                <a:path extrusionOk="0" h="953" w="277">
                  <a:moveTo>
                    <a:pt x="1" y="0"/>
                  </a:moveTo>
                  <a:lnTo>
                    <a:pt x="1" y="0"/>
                  </a:lnTo>
                  <a:cubicBezTo>
                    <a:pt x="22" y="93"/>
                    <a:pt x="46" y="184"/>
                    <a:pt x="71" y="275"/>
                  </a:cubicBezTo>
                  <a:lnTo>
                    <a:pt x="71" y="275"/>
                  </a:lnTo>
                  <a:cubicBezTo>
                    <a:pt x="49" y="178"/>
                    <a:pt x="29" y="85"/>
                    <a:pt x="1" y="0"/>
                  </a:cubicBezTo>
                  <a:close/>
                  <a:moveTo>
                    <a:pt x="71" y="275"/>
                  </a:moveTo>
                  <a:cubicBezTo>
                    <a:pt x="87" y="349"/>
                    <a:pt x="104" y="425"/>
                    <a:pt x="126" y="502"/>
                  </a:cubicBezTo>
                  <a:cubicBezTo>
                    <a:pt x="176" y="627"/>
                    <a:pt x="226" y="802"/>
                    <a:pt x="276" y="953"/>
                  </a:cubicBezTo>
                  <a:cubicBezTo>
                    <a:pt x="205" y="720"/>
                    <a:pt x="133" y="500"/>
                    <a:pt x="71" y="275"/>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24"/>
            <p:cNvSpPr/>
            <p:nvPr/>
          </p:nvSpPr>
          <p:spPr>
            <a:xfrm>
              <a:off x="2964881" y="2536359"/>
              <a:ext cx="1389" cy="932"/>
            </a:xfrm>
            <a:custGeom>
              <a:rect b="b" l="l" r="r" t="t"/>
              <a:pathLst>
                <a:path extrusionOk="0" h="51" w="76">
                  <a:moveTo>
                    <a:pt x="75" y="1"/>
                  </a:moveTo>
                  <a:lnTo>
                    <a:pt x="75" y="1"/>
                  </a:lnTo>
                  <a:cubicBezTo>
                    <a:pt x="50" y="25"/>
                    <a:pt x="26" y="25"/>
                    <a:pt x="1" y="50"/>
                  </a:cubicBezTo>
                  <a:lnTo>
                    <a:pt x="26" y="50"/>
                  </a:lnTo>
                  <a:cubicBezTo>
                    <a:pt x="26" y="25"/>
                    <a:pt x="50" y="25"/>
                    <a:pt x="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24"/>
            <p:cNvSpPr/>
            <p:nvPr/>
          </p:nvSpPr>
          <p:spPr>
            <a:xfrm>
              <a:off x="2868704" y="2452992"/>
              <a:ext cx="475" cy="2778"/>
            </a:xfrm>
            <a:custGeom>
              <a:rect b="b" l="l" r="r" t="t"/>
              <a:pathLst>
                <a:path extrusionOk="0" h="152" w="26">
                  <a:moveTo>
                    <a:pt x="1" y="151"/>
                  </a:moveTo>
                  <a:cubicBezTo>
                    <a:pt x="1" y="101"/>
                    <a:pt x="26" y="51"/>
                    <a:pt x="26" y="1"/>
                  </a:cubicBezTo>
                  <a:cubicBezTo>
                    <a:pt x="26" y="51"/>
                    <a:pt x="1" y="101"/>
                    <a:pt x="1" y="15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24"/>
            <p:cNvSpPr/>
            <p:nvPr/>
          </p:nvSpPr>
          <p:spPr>
            <a:xfrm>
              <a:off x="2822452" y="2545515"/>
              <a:ext cx="3673" cy="2759"/>
            </a:xfrm>
            <a:custGeom>
              <a:rect b="b" l="l" r="r" t="t"/>
              <a:pathLst>
                <a:path extrusionOk="0" h="151" w="201">
                  <a:moveTo>
                    <a:pt x="0" y="151"/>
                  </a:moveTo>
                  <a:cubicBezTo>
                    <a:pt x="75" y="101"/>
                    <a:pt x="151" y="50"/>
                    <a:pt x="201" y="0"/>
                  </a:cubicBezTo>
                  <a:cubicBezTo>
                    <a:pt x="151" y="50"/>
                    <a:pt x="75" y="101"/>
                    <a:pt x="0" y="15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24"/>
            <p:cNvSpPr/>
            <p:nvPr/>
          </p:nvSpPr>
          <p:spPr>
            <a:xfrm>
              <a:off x="3040920" y="2401697"/>
              <a:ext cx="2303" cy="9631"/>
            </a:xfrm>
            <a:custGeom>
              <a:rect b="b" l="l" r="r" t="t"/>
              <a:pathLst>
                <a:path extrusionOk="0" h="527" w="126">
                  <a:moveTo>
                    <a:pt x="125" y="1"/>
                  </a:moveTo>
                  <a:cubicBezTo>
                    <a:pt x="75" y="176"/>
                    <a:pt x="50" y="351"/>
                    <a:pt x="0" y="527"/>
                  </a:cubicBezTo>
                  <a:cubicBezTo>
                    <a:pt x="50" y="351"/>
                    <a:pt x="100" y="176"/>
                    <a:pt x="12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24"/>
            <p:cNvSpPr/>
            <p:nvPr/>
          </p:nvSpPr>
          <p:spPr>
            <a:xfrm>
              <a:off x="3035877" y="2415896"/>
              <a:ext cx="3673" cy="12390"/>
            </a:xfrm>
            <a:custGeom>
              <a:rect b="b" l="l" r="r" t="t"/>
              <a:pathLst>
                <a:path extrusionOk="0" h="678" w="201">
                  <a:moveTo>
                    <a:pt x="0" y="677"/>
                  </a:moveTo>
                  <a:cubicBezTo>
                    <a:pt x="76" y="452"/>
                    <a:pt x="126" y="226"/>
                    <a:pt x="201" y="1"/>
                  </a:cubicBezTo>
                  <a:cubicBezTo>
                    <a:pt x="126" y="226"/>
                    <a:pt x="76" y="452"/>
                    <a:pt x="0" y="677"/>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24"/>
            <p:cNvSpPr/>
            <p:nvPr/>
          </p:nvSpPr>
          <p:spPr>
            <a:xfrm>
              <a:off x="2815581" y="2549626"/>
              <a:ext cx="4587" cy="3235"/>
            </a:xfrm>
            <a:custGeom>
              <a:rect b="b" l="l" r="r" t="t"/>
              <a:pathLst>
                <a:path extrusionOk="0" h="177" w="251">
                  <a:moveTo>
                    <a:pt x="0" y="176"/>
                  </a:moveTo>
                  <a:cubicBezTo>
                    <a:pt x="75" y="126"/>
                    <a:pt x="176" y="76"/>
                    <a:pt x="251" y="1"/>
                  </a:cubicBezTo>
                  <a:cubicBezTo>
                    <a:pt x="176" y="76"/>
                    <a:pt x="75" y="126"/>
                    <a:pt x="0" y="1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24"/>
            <p:cNvSpPr/>
            <p:nvPr/>
          </p:nvSpPr>
          <p:spPr>
            <a:xfrm>
              <a:off x="2799554" y="2553756"/>
              <a:ext cx="14217" cy="4605"/>
            </a:xfrm>
            <a:custGeom>
              <a:rect b="b" l="l" r="r" t="t"/>
              <a:pathLst>
                <a:path extrusionOk="0" h="252" w="778">
                  <a:moveTo>
                    <a:pt x="777" y="0"/>
                  </a:moveTo>
                  <a:lnTo>
                    <a:pt x="777" y="0"/>
                  </a:lnTo>
                  <a:cubicBezTo>
                    <a:pt x="676" y="41"/>
                    <a:pt x="575" y="81"/>
                    <a:pt x="474" y="121"/>
                  </a:cubicBezTo>
                  <a:lnTo>
                    <a:pt x="474" y="121"/>
                  </a:lnTo>
                  <a:cubicBezTo>
                    <a:pt x="582" y="84"/>
                    <a:pt x="684" y="42"/>
                    <a:pt x="777" y="0"/>
                  </a:cubicBezTo>
                  <a:close/>
                  <a:moveTo>
                    <a:pt x="474" y="121"/>
                  </a:moveTo>
                  <a:cubicBezTo>
                    <a:pt x="323" y="175"/>
                    <a:pt x="162" y="222"/>
                    <a:pt x="0" y="251"/>
                  </a:cubicBezTo>
                  <a:cubicBezTo>
                    <a:pt x="150" y="226"/>
                    <a:pt x="276" y="201"/>
                    <a:pt x="401" y="151"/>
                  </a:cubicBezTo>
                  <a:cubicBezTo>
                    <a:pt x="426" y="141"/>
                    <a:pt x="450" y="131"/>
                    <a:pt x="474" y="12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24"/>
            <p:cNvSpPr/>
            <p:nvPr/>
          </p:nvSpPr>
          <p:spPr>
            <a:xfrm>
              <a:off x="3059688" y="2447035"/>
              <a:ext cx="4148" cy="16063"/>
            </a:xfrm>
            <a:custGeom>
              <a:rect b="b" l="l" r="r" t="t"/>
              <a:pathLst>
                <a:path extrusionOk="0" h="879" w="227">
                  <a:moveTo>
                    <a:pt x="1" y="1"/>
                  </a:moveTo>
                  <a:cubicBezTo>
                    <a:pt x="76" y="277"/>
                    <a:pt x="151" y="577"/>
                    <a:pt x="226" y="878"/>
                  </a:cubicBezTo>
                  <a:cubicBezTo>
                    <a:pt x="151" y="577"/>
                    <a:pt x="76" y="277"/>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24"/>
            <p:cNvSpPr/>
            <p:nvPr/>
          </p:nvSpPr>
          <p:spPr>
            <a:xfrm>
              <a:off x="3151297" y="2564282"/>
              <a:ext cx="475" cy="475"/>
            </a:xfrm>
            <a:custGeom>
              <a:rect b="b" l="l" r="r" t="t"/>
              <a:pathLst>
                <a:path extrusionOk="0" h="26" w="26">
                  <a:moveTo>
                    <a:pt x="0" y="26"/>
                  </a:moveTo>
                  <a:cubicBezTo>
                    <a:pt x="25" y="26"/>
                    <a:pt x="25" y="1"/>
                    <a:pt x="25" y="1"/>
                  </a:cubicBezTo>
                  <a:cubicBezTo>
                    <a:pt x="25" y="1"/>
                    <a:pt x="25" y="26"/>
                    <a:pt x="0" y="2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24"/>
            <p:cNvSpPr/>
            <p:nvPr/>
          </p:nvSpPr>
          <p:spPr>
            <a:xfrm>
              <a:off x="3090370" y="2530402"/>
              <a:ext cx="493" cy="932"/>
            </a:xfrm>
            <a:custGeom>
              <a:rect b="b" l="l" r="r" t="t"/>
              <a:pathLst>
                <a:path extrusionOk="0" h="51" w="27">
                  <a:moveTo>
                    <a:pt x="1" y="0"/>
                  </a:moveTo>
                  <a:cubicBezTo>
                    <a:pt x="1" y="25"/>
                    <a:pt x="26" y="50"/>
                    <a:pt x="26" y="50"/>
                  </a:cubicBezTo>
                  <a:cubicBezTo>
                    <a:pt x="26" y="50"/>
                    <a:pt x="1" y="25"/>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24"/>
            <p:cNvSpPr/>
            <p:nvPr/>
          </p:nvSpPr>
          <p:spPr>
            <a:xfrm>
              <a:off x="3134338" y="2564282"/>
              <a:ext cx="2778" cy="475"/>
            </a:xfrm>
            <a:custGeom>
              <a:rect b="b" l="l" r="r" t="t"/>
              <a:pathLst>
                <a:path extrusionOk="0" h="26" w="152">
                  <a:moveTo>
                    <a:pt x="1" y="1"/>
                  </a:moveTo>
                  <a:cubicBezTo>
                    <a:pt x="51" y="26"/>
                    <a:pt x="101" y="26"/>
                    <a:pt x="151" y="26"/>
                  </a:cubicBezTo>
                  <a:cubicBezTo>
                    <a:pt x="101" y="26"/>
                    <a:pt x="51" y="26"/>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24"/>
            <p:cNvSpPr/>
            <p:nvPr/>
          </p:nvSpPr>
          <p:spPr>
            <a:xfrm>
              <a:off x="3048705" y="2390714"/>
              <a:ext cx="1389" cy="9631"/>
            </a:xfrm>
            <a:custGeom>
              <a:rect b="b" l="l" r="r" t="t"/>
              <a:pathLst>
                <a:path extrusionOk="0" h="527" w="76">
                  <a:moveTo>
                    <a:pt x="0" y="0"/>
                  </a:moveTo>
                  <a:cubicBezTo>
                    <a:pt x="25" y="176"/>
                    <a:pt x="50" y="351"/>
                    <a:pt x="75" y="526"/>
                  </a:cubicBezTo>
                  <a:cubicBezTo>
                    <a:pt x="50" y="351"/>
                    <a:pt x="25" y="176"/>
                    <a:pt x="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24"/>
            <p:cNvSpPr/>
            <p:nvPr/>
          </p:nvSpPr>
          <p:spPr>
            <a:xfrm>
              <a:off x="3052817" y="2415439"/>
              <a:ext cx="2321" cy="11933"/>
            </a:xfrm>
            <a:custGeom>
              <a:rect b="b" l="l" r="r" t="t"/>
              <a:pathLst>
                <a:path extrusionOk="0" h="653" w="127">
                  <a:moveTo>
                    <a:pt x="1" y="1"/>
                  </a:moveTo>
                  <a:cubicBezTo>
                    <a:pt x="26" y="226"/>
                    <a:pt x="76" y="427"/>
                    <a:pt x="126" y="652"/>
                  </a:cubicBezTo>
                  <a:cubicBezTo>
                    <a:pt x="76" y="427"/>
                    <a:pt x="26" y="226"/>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24"/>
            <p:cNvSpPr/>
            <p:nvPr/>
          </p:nvSpPr>
          <p:spPr>
            <a:xfrm>
              <a:off x="3045489" y="2387041"/>
              <a:ext cx="932" cy="5062"/>
            </a:xfrm>
            <a:custGeom>
              <a:rect b="b" l="l" r="r" t="t"/>
              <a:pathLst>
                <a:path extrusionOk="0" h="277" w="51">
                  <a:moveTo>
                    <a:pt x="1" y="276"/>
                  </a:moveTo>
                  <a:cubicBezTo>
                    <a:pt x="1" y="176"/>
                    <a:pt x="26" y="101"/>
                    <a:pt x="51" y="1"/>
                  </a:cubicBezTo>
                  <a:cubicBezTo>
                    <a:pt x="26" y="101"/>
                    <a:pt x="1" y="176"/>
                    <a:pt x="1" y="276"/>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24"/>
            <p:cNvSpPr/>
            <p:nvPr/>
          </p:nvSpPr>
          <p:spPr>
            <a:xfrm>
              <a:off x="2759058" y="2194613"/>
              <a:ext cx="11385" cy="8406"/>
            </a:xfrm>
            <a:custGeom>
              <a:rect b="b" l="l" r="r" t="t"/>
              <a:pathLst>
                <a:path extrusionOk="0" h="460" w="623">
                  <a:moveTo>
                    <a:pt x="329" y="1"/>
                  </a:moveTo>
                  <a:cubicBezTo>
                    <a:pt x="316" y="1"/>
                    <a:pt x="301" y="2"/>
                    <a:pt x="286" y="4"/>
                  </a:cubicBezTo>
                  <a:cubicBezTo>
                    <a:pt x="1" y="28"/>
                    <a:pt x="31" y="459"/>
                    <a:pt x="293" y="459"/>
                  </a:cubicBezTo>
                  <a:cubicBezTo>
                    <a:pt x="307" y="459"/>
                    <a:pt x="321" y="458"/>
                    <a:pt x="336" y="455"/>
                  </a:cubicBezTo>
                  <a:cubicBezTo>
                    <a:pt x="622" y="432"/>
                    <a:pt x="591" y="1"/>
                    <a:pt x="3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24"/>
            <p:cNvSpPr/>
            <p:nvPr/>
          </p:nvSpPr>
          <p:spPr>
            <a:xfrm>
              <a:off x="2832521" y="1876020"/>
              <a:ext cx="90238" cy="438710"/>
            </a:xfrm>
            <a:custGeom>
              <a:rect b="b" l="l" r="r" t="t"/>
              <a:pathLst>
                <a:path extrusionOk="0" h="24007" w="4938">
                  <a:moveTo>
                    <a:pt x="2137" y="0"/>
                  </a:moveTo>
                  <a:cubicBezTo>
                    <a:pt x="1969" y="0"/>
                    <a:pt x="1802" y="205"/>
                    <a:pt x="1930" y="370"/>
                  </a:cubicBezTo>
                  <a:cubicBezTo>
                    <a:pt x="3585" y="2601"/>
                    <a:pt x="3209" y="5183"/>
                    <a:pt x="1605" y="7288"/>
                  </a:cubicBezTo>
                  <a:cubicBezTo>
                    <a:pt x="577" y="8641"/>
                    <a:pt x="1" y="10045"/>
                    <a:pt x="1279" y="11448"/>
                  </a:cubicBezTo>
                  <a:cubicBezTo>
                    <a:pt x="1956" y="12225"/>
                    <a:pt x="2858" y="12751"/>
                    <a:pt x="3434" y="13604"/>
                  </a:cubicBezTo>
                  <a:cubicBezTo>
                    <a:pt x="4286" y="14857"/>
                    <a:pt x="4437" y="16436"/>
                    <a:pt x="3835" y="17839"/>
                  </a:cubicBezTo>
                  <a:cubicBezTo>
                    <a:pt x="2983" y="19869"/>
                    <a:pt x="1053" y="21398"/>
                    <a:pt x="1529" y="23804"/>
                  </a:cubicBezTo>
                  <a:cubicBezTo>
                    <a:pt x="1552" y="23942"/>
                    <a:pt x="1665" y="24006"/>
                    <a:pt x="1773" y="24006"/>
                  </a:cubicBezTo>
                  <a:cubicBezTo>
                    <a:pt x="1900" y="24006"/>
                    <a:pt x="2021" y="23917"/>
                    <a:pt x="1981" y="23754"/>
                  </a:cubicBezTo>
                  <a:cubicBezTo>
                    <a:pt x="1454" y="21022"/>
                    <a:pt x="4311" y="19293"/>
                    <a:pt x="4637" y="16736"/>
                  </a:cubicBezTo>
                  <a:cubicBezTo>
                    <a:pt x="4938" y="14631"/>
                    <a:pt x="3810" y="13127"/>
                    <a:pt x="2331" y="11824"/>
                  </a:cubicBezTo>
                  <a:cubicBezTo>
                    <a:pt x="1855" y="11398"/>
                    <a:pt x="1304" y="10947"/>
                    <a:pt x="1078" y="10320"/>
                  </a:cubicBezTo>
                  <a:cubicBezTo>
                    <a:pt x="727" y="9393"/>
                    <a:pt x="1229" y="8591"/>
                    <a:pt x="1755" y="7864"/>
                  </a:cubicBezTo>
                  <a:cubicBezTo>
                    <a:pt x="2331" y="7087"/>
                    <a:pt x="2908" y="6386"/>
                    <a:pt x="3209" y="5458"/>
                  </a:cubicBezTo>
                  <a:cubicBezTo>
                    <a:pt x="3835" y="3629"/>
                    <a:pt x="3459" y="1624"/>
                    <a:pt x="2306" y="95"/>
                  </a:cubicBezTo>
                  <a:cubicBezTo>
                    <a:pt x="2259" y="28"/>
                    <a:pt x="2198" y="0"/>
                    <a:pt x="213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24"/>
            <p:cNvSpPr/>
            <p:nvPr/>
          </p:nvSpPr>
          <p:spPr>
            <a:xfrm>
              <a:off x="2900592" y="1866627"/>
              <a:ext cx="155459" cy="399877"/>
            </a:xfrm>
            <a:custGeom>
              <a:rect b="b" l="l" r="r" t="t"/>
              <a:pathLst>
                <a:path extrusionOk="0" h="21882" w="8507">
                  <a:moveTo>
                    <a:pt x="298" y="1"/>
                  </a:moveTo>
                  <a:cubicBezTo>
                    <a:pt x="94" y="1"/>
                    <a:pt x="0" y="330"/>
                    <a:pt x="236" y="458"/>
                  </a:cubicBezTo>
                  <a:cubicBezTo>
                    <a:pt x="2090" y="1361"/>
                    <a:pt x="3494" y="2965"/>
                    <a:pt x="4195" y="4895"/>
                  </a:cubicBezTo>
                  <a:cubicBezTo>
                    <a:pt x="4571" y="5922"/>
                    <a:pt x="4747" y="7025"/>
                    <a:pt x="4647" y="8103"/>
                  </a:cubicBezTo>
                  <a:cubicBezTo>
                    <a:pt x="4546" y="9281"/>
                    <a:pt x="4095" y="10358"/>
                    <a:pt x="3895" y="11511"/>
                  </a:cubicBezTo>
                  <a:cubicBezTo>
                    <a:pt x="3594" y="13316"/>
                    <a:pt x="4070" y="14669"/>
                    <a:pt x="5599" y="15697"/>
                  </a:cubicBezTo>
                  <a:cubicBezTo>
                    <a:pt x="6476" y="16298"/>
                    <a:pt x="7228" y="16900"/>
                    <a:pt x="7554" y="17952"/>
                  </a:cubicBezTo>
                  <a:cubicBezTo>
                    <a:pt x="7930" y="19180"/>
                    <a:pt x="7704" y="20484"/>
                    <a:pt x="6952" y="21486"/>
                  </a:cubicBezTo>
                  <a:cubicBezTo>
                    <a:pt x="6824" y="21670"/>
                    <a:pt x="6978" y="21881"/>
                    <a:pt x="7139" y="21881"/>
                  </a:cubicBezTo>
                  <a:cubicBezTo>
                    <a:pt x="7198" y="21881"/>
                    <a:pt x="7257" y="21853"/>
                    <a:pt x="7303" y="21787"/>
                  </a:cubicBezTo>
                  <a:cubicBezTo>
                    <a:pt x="8381" y="20408"/>
                    <a:pt x="8506" y="18479"/>
                    <a:pt x="7629" y="16950"/>
                  </a:cubicBezTo>
                  <a:cubicBezTo>
                    <a:pt x="7128" y="16098"/>
                    <a:pt x="6376" y="15697"/>
                    <a:pt x="5599" y="15145"/>
                  </a:cubicBezTo>
                  <a:cubicBezTo>
                    <a:pt x="3920" y="13917"/>
                    <a:pt x="4195" y="12088"/>
                    <a:pt x="4672" y="10308"/>
                  </a:cubicBezTo>
                  <a:cubicBezTo>
                    <a:pt x="5223" y="8178"/>
                    <a:pt x="5323" y="6173"/>
                    <a:pt x="4396" y="4118"/>
                  </a:cubicBezTo>
                  <a:cubicBezTo>
                    <a:pt x="3569" y="2313"/>
                    <a:pt x="2190" y="884"/>
                    <a:pt x="411" y="32"/>
                  </a:cubicBezTo>
                  <a:cubicBezTo>
                    <a:pt x="371" y="10"/>
                    <a:pt x="332" y="1"/>
                    <a:pt x="2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24"/>
            <p:cNvSpPr/>
            <p:nvPr/>
          </p:nvSpPr>
          <p:spPr>
            <a:xfrm>
              <a:off x="2969468" y="1854785"/>
              <a:ext cx="255072" cy="405103"/>
            </a:xfrm>
            <a:custGeom>
              <a:rect b="b" l="l" r="r" t="t"/>
              <a:pathLst>
                <a:path extrusionOk="0" h="22168" w="13958">
                  <a:moveTo>
                    <a:pt x="540" y="1"/>
                  </a:moveTo>
                  <a:cubicBezTo>
                    <a:pt x="460" y="1"/>
                    <a:pt x="381" y="2"/>
                    <a:pt x="301" y="4"/>
                  </a:cubicBezTo>
                  <a:cubicBezTo>
                    <a:pt x="0" y="29"/>
                    <a:pt x="51" y="480"/>
                    <a:pt x="351" y="480"/>
                  </a:cubicBezTo>
                  <a:cubicBezTo>
                    <a:pt x="432" y="478"/>
                    <a:pt x="513" y="477"/>
                    <a:pt x="594" y="477"/>
                  </a:cubicBezTo>
                  <a:cubicBezTo>
                    <a:pt x="5211" y="477"/>
                    <a:pt x="9386" y="3969"/>
                    <a:pt x="10101" y="8550"/>
                  </a:cubicBezTo>
                  <a:cubicBezTo>
                    <a:pt x="10477" y="11031"/>
                    <a:pt x="10051" y="13588"/>
                    <a:pt x="10376" y="16069"/>
                  </a:cubicBezTo>
                  <a:cubicBezTo>
                    <a:pt x="10702" y="18475"/>
                    <a:pt x="11930" y="20254"/>
                    <a:pt x="13434" y="22084"/>
                  </a:cubicBezTo>
                  <a:cubicBezTo>
                    <a:pt x="13487" y="22143"/>
                    <a:pt x="13552" y="22168"/>
                    <a:pt x="13615" y="22168"/>
                  </a:cubicBezTo>
                  <a:cubicBezTo>
                    <a:pt x="13792" y="22168"/>
                    <a:pt x="13958" y="21975"/>
                    <a:pt x="13810" y="21808"/>
                  </a:cubicBezTo>
                  <a:cubicBezTo>
                    <a:pt x="12933" y="20731"/>
                    <a:pt x="12031" y="19628"/>
                    <a:pt x="11454" y="18350"/>
                  </a:cubicBezTo>
                  <a:cubicBezTo>
                    <a:pt x="10828" y="16896"/>
                    <a:pt x="10727" y="15292"/>
                    <a:pt x="10727" y="13738"/>
                  </a:cubicBezTo>
                  <a:cubicBezTo>
                    <a:pt x="10702" y="11157"/>
                    <a:pt x="10928" y="8500"/>
                    <a:pt x="9875" y="6069"/>
                  </a:cubicBezTo>
                  <a:cubicBezTo>
                    <a:pt x="8278" y="2433"/>
                    <a:pt x="4489" y="1"/>
                    <a:pt x="5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24"/>
            <p:cNvSpPr/>
            <p:nvPr/>
          </p:nvSpPr>
          <p:spPr>
            <a:xfrm>
              <a:off x="3059505" y="1808058"/>
              <a:ext cx="334090" cy="574323"/>
            </a:xfrm>
            <a:custGeom>
              <a:rect b="b" l="l" r="r" t="t"/>
              <a:pathLst>
                <a:path extrusionOk="0" h="31428" w="18282">
                  <a:moveTo>
                    <a:pt x="318" y="1"/>
                  </a:moveTo>
                  <a:cubicBezTo>
                    <a:pt x="54" y="1"/>
                    <a:pt x="1" y="432"/>
                    <a:pt x="286" y="455"/>
                  </a:cubicBezTo>
                  <a:cubicBezTo>
                    <a:pt x="7053" y="1257"/>
                    <a:pt x="15124" y="5092"/>
                    <a:pt x="16076" y="12586"/>
                  </a:cubicBezTo>
                  <a:cubicBezTo>
                    <a:pt x="16853" y="18776"/>
                    <a:pt x="13745" y="25719"/>
                    <a:pt x="17630" y="31333"/>
                  </a:cubicBezTo>
                  <a:cubicBezTo>
                    <a:pt x="17677" y="31400"/>
                    <a:pt x="17738" y="31427"/>
                    <a:pt x="17800" y="31427"/>
                  </a:cubicBezTo>
                  <a:cubicBezTo>
                    <a:pt x="17967" y="31427"/>
                    <a:pt x="18134" y="31222"/>
                    <a:pt x="18006" y="31057"/>
                  </a:cubicBezTo>
                  <a:cubicBezTo>
                    <a:pt x="13670" y="24791"/>
                    <a:pt x="18282" y="16872"/>
                    <a:pt x="16001" y="10105"/>
                  </a:cubicBezTo>
                  <a:cubicBezTo>
                    <a:pt x="13896" y="3864"/>
                    <a:pt x="6402" y="706"/>
                    <a:pt x="362" y="4"/>
                  </a:cubicBezTo>
                  <a:cubicBezTo>
                    <a:pt x="347" y="2"/>
                    <a:pt x="332" y="1"/>
                    <a:pt x="3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24"/>
            <p:cNvSpPr/>
            <p:nvPr/>
          </p:nvSpPr>
          <p:spPr>
            <a:xfrm>
              <a:off x="3464005" y="2029304"/>
              <a:ext cx="78433" cy="462466"/>
            </a:xfrm>
            <a:custGeom>
              <a:rect b="b" l="l" r="r" t="t"/>
              <a:pathLst>
                <a:path extrusionOk="0" h="25307" w="4292">
                  <a:moveTo>
                    <a:pt x="298" y="0"/>
                  </a:moveTo>
                  <a:cubicBezTo>
                    <a:pt x="149" y="0"/>
                    <a:pt x="1" y="126"/>
                    <a:pt x="81" y="303"/>
                  </a:cubicBezTo>
                  <a:cubicBezTo>
                    <a:pt x="3816" y="8048"/>
                    <a:pt x="2989" y="16770"/>
                    <a:pt x="2111" y="25040"/>
                  </a:cubicBezTo>
                  <a:cubicBezTo>
                    <a:pt x="2097" y="25209"/>
                    <a:pt x="2241" y="25307"/>
                    <a:pt x="2375" y="25307"/>
                  </a:cubicBezTo>
                  <a:cubicBezTo>
                    <a:pt x="2479" y="25307"/>
                    <a:pt x="2577" y="25247"/>
                    <a:pt x="2588" y="25115"/>
                  </a:cubicBezTo>
                  <a:cubicBezTo>
                    <a:pt x="3465" y="16770"/>
                    <a:pt x="4292" y="7947"/>
                    <a:pt x="507" y="128"/>
                  </a:cubicBezTo>
                  <a:cubicBezTo>
                    <a:pt x="463" y="39"/>
                    <a:pt x="380" y="0"/>
                    <a:pt x="2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24"/>
            <p:cNvSpPr/>
            <p:nvPr/>
          </p:nvSpPr>
          <p:spPr>
            <a:xfrm>
              <a:off x="3421098" y="1979269"/>
              <a:ext cx="13797" cy="10855"/>
            </a:xfrm>
            <a:custGeom>
              <a:rect b="b" l="l" r="r" t="t"/>
              <a:pathLst>
                <a:path extrusionOk="0" h="594" w="755">
                  <a:moveTo>
                    <a:pt x="424" y="0"/>
                  </a:moveTo>
                  <a:cubicBezTo>
                    <a:pt x="364" y="0"/>
                    <a:pt x="301" y="25"/>
                    <a:pt x="249" y="84"/>
                  </a:cubicBezTo>
                  <a:cubicBezTo>
                    <a:pt x="224" y="134"/>
                    <a:pt x="174" y="184"/>
                    <a:pt x="149" y="209"/>
                  </a:cubicBezTo>
                  <a:cubicBezTo>
                    <a:pt x="0" y="395"/>
                    <a:pt x="167" y="594"/>
                    <a:pt x="345" y="594"/>
                  </a:cubicBezTo>
                  <a:cubicBezTo>
                    <a:pt x="408" y="594"/>
                    <a:pt x="472" y="569"/>
                    <a:pt x="525" y="510"/>
                  </a:cubicBezTo>
                  <a:cubicBezTo>
                    <a:pt x="550" y="460"/>
                    <a:pt x="575" y="435"/>
                    <a:pt x="625" y="385"/>
                  </a:cubicBezTo>
                  <a:cubicBezTo>
                    <a:pt x="755" y="199"/>
                    <a:pt x="597" y="0"/>
                    <a:pt x="42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24"/>
            <p:cNvSpPr/>
            <p:nvPr/>
          </p:nvSpPr>
          <p:spPr>
            <a:xfrm>
              <a:off x="3277882" y="1851678"/>
              <a:ext cx="113976" cy="104181"/>
            </a:xfrm>
            <a:custGeom>
              <a:rect b="b" l="l" r="r" t="t"/>
              <a:pathLst>
                <a:path extrusionOk="0" h="5701" w="6237">
                  <a:moveTo>
                    <a:pt x="342" y="0"/>
                  </a:moveTo>
                  <a:cubicBezTo>
                    <a:pt x="123" y="0"/>
                    <a:pt x="0" y="340"/>
                    <a:pt x="241" y="449"/>
                  </a:cubicBezTo>
                  <a:cubicBezTo>
                    <a:pt x="2597" y="1527"/>
                    <a:pt x="4502" y="3281"/>
                    <a:pt x="5705" y="5562"/>
                  </a:cubicBezTo>
                  <a:cubicBezTo>
                    <a:pt x="5758" y="5660"/>
                    <a:pt x="5846" y="5701"/>
                    <a:pt x="5932" y="5701"/>
                  </a:cubicBezTo>
                  <a:cubicBezTo>
                    <a:pt x="6088" y="5701"/>
                    <a:pt x="6237" y="5565"/>
                    <a:pt x="6156" y="5387"/>
                  </a:cubicBezTo>
                  <a:cubicBezTo>
                    <a:pt x="4878" y="2981"/>
                    <a:pt x="2923" y="1151"/>
                    <a:pt x="442" y="23"/>
                  </a:cubicBezTo>
                  <a:cubicBezTo>
                    <a:pt x="407" y="7"/>
                    <a:pt x="374" y="0"/>
                    <a:pt x="34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24"/>
            <p:cNvSpPr/>
            <p:nvPr/>
          </p:nvSpPr>
          <p:spPr>
            <a:xfrm>
              <a:off x="3097497" y="1841920"/>
              <a:ext cx="135339" cy="308378"/>
            </a:xfrm>
            <a:custGeom>
              <a:rect b="b" l="l" r="r" t="t"/>
              <a:pathLst>
                <a:path extrusionOk="0" h="16875" w="7406">
                  <a:moveTo>
                    <a:pt x="328" y="1"/>
                  </a:moveTo>
                  <a:cubicBezTo>
                    <a:pt x="115" y="1"/>
                    <a:pt x="0" y="349"/>
                    <a:pt x="238" y="457"/>
                  </a:cubicBezTo>
                  <a:cubicBezTo>
                    <a:pt x="6027" y="3640"/>
                    <a:pt x="6929" y="10708"/>
                    <a:pt x="6854" y="16673"/>
                  </a:cubicBezTo>
                  <a:cubicBezTo>
                    <a:pt x="6854" y="16811"/>
                    <a:pt x="6954" y="16875"/>
                    <a:pt x="7063" y="16875"/>
                  </a:cubicBezTo>
                  <a:cubicBezTo>
                    <a:pt x="7191" y="16875"/>
                    <a:pt x="7330" y="16785"/>
                    <a:pt x="7330" y="16623"/>
                  </a:cubicBezTo>
                  <a:cubicBezTo>
                    <a:pt x="7405" y="10457"/>
                    <a:pt x="6378" y="3314"/>
                    <a:pt x="438" y="31"/>
                  </a:cubicBezTo>
                  <a:cubicBezTo>
                    <a:pt x="399" y="10"/>
                    <a:pt x="362" y="1"/>
                    <a:pt x="3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24"/>
            <p:cNvSpPr/>
            <p:nvPr/>
          </p:nvSpPr>
          <p:spPr>
            <a:xfrm>
              <a:off x="3214178" y="2171953"/>
              <a:ext cx="16684" cy="30372"/>
            </a:xfrm>
            <a:custGeom>
              <a:rect b="b" l="l" r="r" t="t"/>
              <a:pathLst>
                <a:path extrusionOk="0" h="1662" w="913">
                  <a:moveTo>
                    <a:pt x="644" y="0"/>
                  </a:moveTo>
                  <a:cubicBezTo>
                    <a:pt x="537" y="0"/>
                    <a:pt x="427" y="60"/>
                    <a:pt x="394" y="192"/>
                  </a:cubicBezTo>
                  <a:cubicBezTo>
                    <a:pt x="269" y="593"/>
                    <a:pt x="168" y="994"/>
                    <a:pt x="43" y="1395"/>
                  </a:cubicBezTo>
                  <a:cubicBezTo>
                    <a:pt x="1" y="1564"/>
                    <a:pt x="125" y="1661"/>
                    <a:pt x="259" y="1661"/>
                  </a:cubicBezTo>
                  <a:cubicBezTo>
                    <a:pt x="364" y="1661"/>
                    <a:pt x="475" y="1602"/>
                    <a:pt x="519" y="1470"/>
                  </a:cubicBezTo>
                  <a:cubicBezTo>
                    <a:pt x="619" y="1069"/>
                    <a:pt x="745" y="668"/>
                    <a:pt x="870" y="267"/>
                  </a:cubicBezTo>
                  <a:cubicBezTo>
                    <a:pt x="912" y="98"/>
                    <a:pt x="781" y="0"/>
                    <a:pt x="6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24"/>
            <p:cNvSpPr/>
            <p:nvPr/>
          </p:nvSpPr>
          <p:spPr>
            <a:xfrm>
              <a:off x="3241462" y="2182022"/>
              <a:ext cx="13669" cy="30372"/>
            </a:xfrm>
            <a:custGeom>
              <a:rect b="b" l="l" r="r" t="t"/>
              <a:pathLst>
                <a:path extrusionOk="0" h="1662" w="748">
                  <a:moveTo>
                    <a:pt x="484" y="1"/>
                  </a:moveTo>
                  <a:cubicBezTo>
                    <a:pt x="380" y="1"/>
                    <a:pt x="276" y="60"/>
                    <a:pt x="254" y="192"/>
                  </a:cubicBezTo>
                  <a:cubicBezTo>
                    <a:pt x="179" y="593"/>
                    <a:pt x="104" y="994"/>
                    <a:pt x="29" y="1395"/>
                  </a:cubicBezTo>
                  <a:cubicBezTo>
                    <a:pt x="1" y="1564"/>
                    <a:pt x="138" y="1662"/>
                    <a:pt x="274" y="1662"/>
                  </a:cubicBezTo>
                  <a:cubicBezTo>
                    <a:pt x="379" y="1662"/>
                    <a:pt x="483" y="1602"/>
                    <a:pt x="505" y="1470"/>
                  </a:cubicBezTo>
                  <a:cubicBezTo>
                    <a:pt x="580" y="1069"/>
                    <a:pt x="655" y="668"/>
                    <a:pt x="705" y="267"/>
                  </a:cubicBezTo>
                  <a:cubicBezTo>
                    <a:pt x="748" y="98"/>
                    <a:pt x="616" y="1"/>
                    <a:pt x="48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24"/>
            <p:cNvSpPr/>
            <p:nvPr/>
          </p:nvSpPr>
          <p:spPr>
            <a:xfrm>
              <a:off x="3249301" y="2285527"/>
              <a:ext cx="105936" cy="237127"/>
            </a:xfrm>
            <a:custGeom>
              <a:rect b="b" l="l" r="r" t="t"/>
              <a:pathLst>
                <a:path extrusionOk="0" h="12976" w="5797">
                  <a:moveTo>
                    <a:pt x="306" y="1"/>
                  </a:moveTo>
                  <a:cubicBezTo>
                    <a:pt x="205" y="1"/>
                    <a:pt x="112" y="60"/>
                    <a:pt x="101" y="192"/>
                  </a:cubicBezTo>
                  <a:cubicBezTo>
                    <a:pt x="1" y="2348"/>
                    <a:pt x="1" y="4528"/>
                    <a:pt x="76" y="6683"/>
                  </a:cubicBezTo>
                  <a:cubicBezTo>
                    <a:pt x="126" y="7912"/>
                    <a:pt x="201" y="9140"/>
                    <a:pt x="327" y="10343"/>
                  </a:cubicBezTo>
                  <a:cubicBezTo>
                    <a:pt x="377" y="11019"/>
                    <a:pt x="327" y="11871"/>
                    <a:pt x="753" y="12423"/>
                  </a:cubicBezTo>
                  <a:cubicBezTo>
                    <a:pt x="1033" y="12817"/>
                    <a:pt x="1412" y="12975"/>
                    <a:pt x="1808" y="12975"/>
                  </a:cubicBezTo>
                  <a:cubicBezTo>
                    <a:pt x="2368" y="12975"/>
                    <a:pt x="2963" y="12659"/>
                    <a:pt x="3359" y="12247"/>
                  </a:cubicBezTo>
                  <a:cubicBezTo>
                    <a:pt x="4562" y="10994"/>
                    <a:pt x="5264" y="9190"/>
                    <a:pt x="5740" y="7586"/>
                  </a:cubicBezTo>
                  <a:cubicBezTo>
                    <a:pt x="5796" y="7417"/>
                    <a:pt x="5671" y="7319"/>
                    <a:pt x="5537" y="7319"/>
                  </a:cubicBezTo>
                  <a:cubicBezTo>
                    <a:pt x="5432" y="7319"/>
                    <a:pt x="5322" y="7379"/>
                    <a:pt x="5289" y="7511"/>
                  </a:cubicBezTo>
                  <a:cubicBezTo>
                    <a:pt x="4888" y="8839"/>
                    <a:pt x="4312" y="10142"/>
                    <a:pt x="3510" y="11320"/>
                  </a:cubicBezTo>
                  <a:cubicBezTo>
                    <a:pt x="3334" y="11546"/>
                    <a:pt x="3134" y="11871"/>
                    <a:pt x="2883" y="12022"/>
                  </a:cubicBezTo>
                  <a:cubicBezTo>
                    <a:pt x="2760" y="12200"/>
                    <a:pt x="2618" y="12289"/>
                    <a:pt x="2458" y="12289"/>
                  </a:cubicBezTo>
                  <a:cubicBezTo>
                    <a:pt x="2258" y="12289"/>
                    <a:pt x="2031" y="12150"/>
                    <a:pt x="1780" y="11871"/>
                  </a:cubicBezTo>
                  <a:cubicBezTo>
                    <a:pt x="1721" y="11876"/>
                    <a:pt x="1664" y="11878"/>
                    <a:pt x="1611" y="11878"/>
                  </a:cubicBezTo>
                  <a:cubicBezTo>
                    <a:pt x="1077" y="11878"/>
                    <a:pt x="832" y="11653"/>
                    <a:pt x="878" y="11220"/>
                  </a:cubicBezTo>
                  <a:cubicBezTo>
                    <a:pt x="652" y="10643"/>
                    <a:pt x="728" y="9741"/>
                    <a:pt x="703" y="9165"/>
                  </a:cubicBezTo>
                  <a:cubicBezTo>
                    <a:pt x="477" y="6207"/>
                    <a:pt x="452" y="3225"/>
                    <a:pt x="577" y="267"/>
                  </a:cubicBezTo>
                  <a:cubicBezTo>
                    <a:pt x="577" y="98"/>
                    <a:pt x="435" y="1"/>
                    <a:pt x="3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24"/>
            <p:cNvSpPr/>
            <p:nvPr/>
          </p:nvSpPr>
          <p:spPr>
            <a:xfrm>
              <a:off x="3285484" y="2354238"/>
              <a:ext cx="12189" cy="96963"/>
            </a:xfrm>
            <a:custGeom>
              <a:rect b="b" l="l" r="r" t="t"/>
              <a:pathLst>
                <a:path extrusionOk="0" h="5306" w="667">
                  <a:moveTo>
                    <a:pt x="389" y="0"/>
                  </a:moveTo>
                  <a:cubicBezTo>
                    <a:pt x="285" y="0"/>
                    <a:pt x="187" y="60"/>
                    <a:pt x="176" y="192"/>
                  </a:cubicBezTo>
                  <a:cubicBezTo>
                    <a:pt x="26" y="1821"/>
                    <a:pt x="1" y="3475"/>
                    <a:pt x="76" y="5104"/>
                  </a:cubicBezTo>
                  <a:cubicBezTo>
                    <a:pt x="87" y="5242"/>
                    <a:pt x="188" y="5306"/>
                    <a:pt x="295" y="5306"/>
                  </a:cubicBezTo>
                  <a:cubicBezTo>
                    <a:pt x="420" y="5306"/>
                    <a:pt x="552" y="5217"/>
                    <a:pt x="552" y="5054"/>
                  </a:cubicBezTo>
                  <a:cubicBezTo>
                    <a:pt x="452" y="3450"/>
                    <a:pt x="502" y="1871"/>
                    <a:pt x="652" y="267"/>
                  </a:cubicBezTo>
                  <a:cubicBezTo>
                    <a:pt x="666" y="98"/>
                    <a:pt x="522" y="0"/>
                    <a:pt x="3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24"/>
            <p:cNvSpPr/>
            <p:nvPr/>
          </p:nvSpPr>
          <p:spPr>
            <a:xfrm>
              <a:off x="3288372" y="2302285"/>
              <a:ext cx="11641" cy="8772"/>
            </a:xfrm>
            <a:custGeom>
              <a:rect b="b" l="l" r="r" t="t"/>
              <a:pathLst>
                <a:path extrusionOk="0" h="480" w="637">
                  <a:moveTo>
                    <a:pt x="318" y="1"/>
                  </a:moveTo>
                  <a:cubicBezTo>
                    <a:pt x="310" y="1"/>
                    <a:pt x="302" y="1"/>
                    <a:pt x="294" y="2"/>
                  </a:cubicBezTo>
                  <a:cubicBezTo>
                    <a:pt x="1" y="26"/>
                    <a:pt x="41" y="479"/>
                    <a:pt x="321" y="479"/>
                  </a:cubicBezTo>
                  <a:cubicBezTo>
                    <a:pt x="329" y="479"/>
                    <a:pt x="336" y="479"/>
                    <a:pt x="344" y="478"/>
                  </a:cubicBezTo>
                  <a:cubicBezTo>
                    <a:pt x="637" y="429"/>
                    <a:pt x="597" y="1"/>
                    <a:pt x="3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24"/>
            <p:cNvSpPr/>
            <p:nvPr/>
          </p:nvSpPr>
          <p:spPr>
            <a:xfrm>
              <a:off x="3217998" y="1915328"/>
              <a:ext cx="67505" cy="242572"/>
            </a:xfrm>
            <a:custGeom>
              <a:rect b="b" l="l" r="r" t="t"/>
              <a:pathLst>
                <a:path extrusionOk="0" h="13274" w="3694">
                  <a:moveTo>
                    <a:pt x="325" y="1"/>
                  </a:moveTo>
                  <a:cubicBezTo>
                    <a:pt x="168" y="1"/>
                    <a:pt x="1" y="200"/>
                    <a:pt x="110" y="400"/>
                  </a:cubicBezTo>
                  <a:cubicBezTo>
                    <a:pt x="2340" y="4209"/>
                    <a:pt x="3218" y="8621"/>
                    <a:pt x="2641" y="13007"/>
                  </a:cubicBezTo>
                  <a:cubicBezTo>
                    <a:pt x="2613" y="13175"/>
                    <a:pt x="2751" y="13273"/>
                    <a:pt x="2886" y="13273"/>
                  </a:cubicBezTo>
                  <a:cubicBezTo>
                    <a:pt x="2991" y="13273"/>
                    <a:pt x="3095" y="13214"/>
                    <a:pt x="3117" y="13082"/>
                  </a:cubicBezTo>
                  <a:cubicBezTo>
                    <a:pt x="3694" y="8570"/>
                    <a:pt x="2766" y="4059"/>
                    <a:pt x="486" y="99"/>
                  </a:cubicBezTo>
                  <a:cubicBezTo>
                    <a:pt x="444" y="30"/>
                    <a:pt x="385" y="1"/>
                    <a:pt x="32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24"/>
            <p:cNvSpPr/>
            <p:nvPr/>
          </p:nvSpPr>
          <p:spPr>
            <a:xfrm>
              <a:off x="3282652" y="1970571"/>
              <a:ext cx="39947" cy="100618"/>
            </a:xfrm>
            <a:custGeom>
              <a:rect b="b" l="l" r="r" t="t"/>
              <a:pathLst>
                <a:path extrusionOk="0" h="5506" w="2186">
                  <a:moveTo>
                    <a:pt x="342" y="0"/>
                  </a:moveTo>
                  <a:cubicBezTo>
                    <a:pt x="173" y="0"/>
                    <a:pt x="1" y="199"/>
                    <a:pt x="131" y="384"/>
                  </a:cubicBezTo>
                  <a:cubicBezTo>
                    <a:pt x="1208" y="1788"/>
                    <a:pt x="1735" y="3467"/>
                    <a:pt x="1634" y="5247"/>
                  </a:cubicBezTo>
                  <a:cubicBezTo>
                    <a:pt x="1634" y="5405"/>
                    <a:pt x="1783" y="5505"/>
                    <a:pt x="1914" y="5505"/>
                  </a:cubicBezTo>
                  <a:cubicBezTo>
                    <a:pt x="2012" y="5505"/>
                    <a:pt x="2100" y="5450"/>
                    <a:pt x="2111" y="5322"/>
                  </a:cubicBezTo>
                  <a:cubicBezTo>
                    <a:pt x="2186" y="3392"/>
                    <a:pt x="1659" y="1613"/>
                    <a:pt x="507" y="84"/>
                  </a:cubicBezTo>
                  <a:cubicBezTo>
                    <a:pt x="461" y="25"/>
                    <a:pt x="401" y="0"/>
                    <a:pt x="34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24"/>
            <p:cNvSpPr/>
            <p:nvPr/>
          </p:nvSpPr>
          <p:spPr>
            <a:xfrm>
              <a:off x="3309442" y="2220306"/>
              <a:ext cx="11641" cy="8753"/>
            </a:xfrm>
            <a:custGeom>
              <a:rect b="b" l="l" r="r" t="t"/>
              <a:pathLst>
                <a:path extrusionOk="0" h="479" w="637">
                  <a:moveTo>
                    <a:pt x="318" y="1"/>
                  </a:moveTo>
                  <a:cubicBezTo>
                    <a:pt x="310" y="1"/>
                    <a:pt x="302" y="1"/>
                    <a:pt x="294" y="2"/>
                  </a:cubicBezTo>
                  <a:cubicBezTo>
                    <a:pt x="1" y="26"/>
                    <a:pt x="41" y="479"/>
                    <a:pt x="321" y="479"/>
                  </a:cubicBezTo>
                  <a:cubicBezTo>
                    <a:pt x="329" y="479"/>
                    <a:pt x="336" y="479"/>
                    <a:pt x="344" y="478"/>
                  </a:cubicBezTo>
                  <a:cubicBezTo>
                    <a:pt x="636" y="429"/>
                    <a:pt x="597" y="1"/>
                    <a:pt x="3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24"/>
            <p:cNvSpPr/>
            <p:nvPr/>
          </p:nvSpPr>
          <p:spPr>
            <a:xfrm>
              <a:off x="3017018" y="1909388"/>
              <a:ext cx="123753" cy="450040"/>
            </a:xfrm>
            <a:custGeom>
              <a:rect b="b" l="l" r="r" t="t"/>
              <a:pathLst>
                <a:path extrusionOk="0" h="24627" w="6772">
                  <a:moveTo>
                    <a:pt x="735" y="1"/>
                  </a:moveTo>
                  <a:cubicBezTo>
                    <a:pt x="574" y="1"/>
                    <a:pt x="398" y="62"/>
                    <a:pt x="205" y="199"/>
                  </a:cubicBezTo>
                  <a:cubicBezTo>
                    <a:pt x="0" y="342"/>
                    <a:pt x="148" y="620"/>
                    <a:pt x="345" y="620"/>
                  </a:cubicBezTo>
                  <a:cubicBezTo>
                    <a:pt x="389" y="620"/>
                    <a:pt x="436" y="606"/>
                    <a:pt x="481" y="575"/>
                  </a:cubicBezTo>
                  <a:cubicBezTo>
                    <a:pt x="551" y="524"/>
                    <a:pt x="618" y="500"/>
                    <a:pt x="683" y="500"/>
                  </a:cubicBezTo>
                  <a:cubicBezTo>
                    <a:pt x="1477" y="500"/>
                    <a:pt x="1885" y="4067"/>
                    <a:pt x="1885" y="4484"/>
                  </a:cubicBezTo>
                  <a:cubicBezTo>
                    <a:pt x="1885" y="5737"/>
                    <a:pt x="1559" y="6941"/>
                    <a:pt x="1484" y="8194"/>
                  </a:cubicBezTo>
                  <a:cubicBezTo>
                    <a:pt x="1383" y="9898"/>
                    <a:pt x="2010" y="11051"/>
                    <a:pt x="3363" y="12053"/>
                  </a:cubicBezTo>
                  <a:cubicBezTo>
                    <a:pt x="4241" y="12705"/>
                    <a:pt x="5093" y="13306"/>
                    <a:pt x="5569" y="14334"/>
                  </a:cubicBezTo>
                  <a:cubicBezTo>
                    <a:pt x="6070" y="15412"/>
                    <a:pt x="6145" y="16665"/>
                    <a:pt x="6070" y="17818"/>
                  </a:cubicBezTo>
                  <a:cubicBezTo>
                    <a:pt x="5970" y="20048"/>
                    <a:pt x="5393" y="22204"/>
                    <a:pt x="5920" y="24434"/>
                  </a:cubicBezTo>
                  <a:cubicBezTo>
                    <a:pt x="5943" y="24563"/>
                    <a:pt x="6060" y="24626"/>
                    <a:pt x="6169" y="24626"/>
                  </a:cubicBezTo>
                  <a:cubicBezTo>
                    <a:pt x="6295" y="24626"/>
                    <a:pt x="6411" y="24544"/>
                    <a:pt x="6371" y="24384"/>
                  </a:cubicBezTo>
                  <a:cubicBezTo>
                    <a:pt x="5744" y="21702"/>
                    <a:pt x="6772" y="19046"/>
                    <a:pt x="6521" y="16339"/>
                  </a:cubicBezTo>
                  <a:cubicBezTo>
                    <a:pt x="6446" y="15337"/>
                    <a:pt x="6195" y="14334"/>
                    <a:pt x="5644" y="13482"/>
                  </a:cubicBezTo>
                  <a:cubicBezTo>
                    <a:pt x="5068" y="12630"/>
                    <a:pt x="4165" y="12103"/>
                    <a:pt x="3363" y="11477"/>
                  </a:cubicBezTo>
                  <a:cubicBezTo>
                    <a:pt x="832" y="9472"/>
                    <a:pt x="2586" y="6088"/>
                    <a:pt x="2286" y="3357"/>
                  </a:cubicBezTo>
                  <a:cubicBezTo>
                    <a:pt x="2198" y="2703"/>
                    <a:pt x="1808" y="1"/>
                    <a:pt x="7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24"/>
            <p:cNvSpPr/>
            <p:nvPr/>
          </p:nvSpPr>
          <p:spPr>
            <a:xfrm>
              <a:off x="3011151" y="2085187"/>
              <a:ext cx="36695" cy="61383"/>
            </a:xfrm>
            <a:custGeom>
              <a:rect b="b" l="l" r="r" t="t"/>
              <a:pathLst>
                <a:path extrusionOk="0" h="3359" w="2008">
                  <a:moveTo>
                    <a:pt x="258" y="1"/>
                  </a:moveTo>
                  <a:cubicBezTo>
                    <a:pt x="132" y="1"/>
                    <a:pt x="0" y="90"/>
                    <a:pt x="0" y="253"/>
                  </a:cubicBezTo>
                  <a:cubicBezTo>
                    <a:pt x="50" y="1456"/>
                    <a:pt x="577" y="2534"/>
                    <a:pt x="1504" y="3311"/>
                  </a:cubicBezTo>
                  <a:cubicBezTo>
                    <a:pt x="1551" y="3344"/>
                    <a:pt x="1601" y="3358"/>
                    <a:pt x="1648" y="3358"/>
                  </a:cubicBezTo>
                  <a:cubicBezTo>
                    <a:pt x="1849" y="3358"/>
                    <a:pt x="2008" y="3097"/>
                    <a:pt x="1805" y="2935"/>
                  </a:cubicBezTo>
                  <a:cubicBezTo>
                    <a:pt x="978" y="2233"/>
                    <a:pt x="501" y="1280"/>
                    <a:pt x="476" y="203"/>
                  </a:cubicBezTo>
                  <a:cubicBezTo>
                    <a:pt x="465" y="65"/>
                    <a:pt x="364" y="1"/>
                    <a:pt x="2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24"/>
            <p:cNvSpPr/>
            <p:nvPr/>
          </p:nvSpPr>
          <p:spPr>
            <a:xfrm>
              <a:off x="3072791" y="2181784"/>
              <a:ext cx="11385" cy="8406"/>
            </a:xfrm>
            <a:custGeom>
              <a:rect b="b" l="l" r="r" t="t"/>
              <a:pathLst>
                <a:path extrusionOk="0" h="460" w="623">
                  <a:moveTo>
                    <a:pt x="329" y="1"/>
                  </a:moveTo>
                  <a:cubicBezTo>
                    <a:pt x="316" y="1"/>
                    <a:pt x="301" y="2"/>
                    <a:pt x="286" y="4"/>
                  </a:cubicBezTo>
                  <a:cubicBezTo>
                    <a:pt x="1" y="28"/>
                    <a:pt x="32" y="459"/>
                    <a:pt x="293" y="459"/>
                  </a:cubicBezTo>
                  <a:cubicBezTo>
                    <a:pt x="307" y="459"/>
                    <a:pt x="321" y="458"/>
                    <a:pt x="336" y="456"/>
                  </a:cubicBezTo>
                  <a:cubicBezTo>
                    <a:pt x="622" y="432"/>
                    <a:pt x="591" y="1"/>
                    <a:pt x="3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24"/>
            <p:cNvSpPr/>
            <p:nvPr/>
          </p:nvSpPr>
          <p:spPr>
            <a:xfrm>
              <a:off x="3077469" y="1931866"/>
              <a:ext cx="36749" cy="86803"/>
            </a:xfrm>
            <a:custGeom>
              <a:rect b="b" l="l" r="r" t="t"/>
              <a:pathLst>
                <a:path extrusionOk="0" h="4750" w="2011">
                  <a:moveTo>
                    <a:pt x="369" y="1"/>
                  </a:moveTo>
                  <a:cubicBezTo>
                    <a:pt x="165" y="1"/>
                    <a:pt x="1" y="279"/>
                    <a:pt x="206" y="422"/>
                  </a:cubicBezTo>
                  <a:cubicBezTo>
                    <a:pt x="1534" y="1350"/>
                    <a:pt x="1534" y="3004"/>
                    <a:pt x="1484" y="4482"/>
                  </a:cubicBezTo>
                  <a:cubicBezTo>
                    <a:pt x="1484" y="4651"/>
                    <a:pt x="1626" y="4749"/>
                    <a:pt x="1755" y="4749"/>
                  </a:cubicBezTo>
                  <a:cubicBezTo>
                    <a:pt x="1856" y="4749"/>
                    <a:pt x="1949" y="4689"/>
                    <a:pt x="1960" y="4558"/>
                  </a:cubicBezTo>
                  <a:cubicBezTo>
                    <a:pt x="2010" y="2903"/>
                    <a:pt x="1985" y="1099"/>
                    <a:pt x="506" y="46"/>
                  </a:cubicBezTo>
                  <a:cubicBezTo>
                    <a:pt x="461" y="14"/>
                    <a:pt x="414" y="1"/>
                    <a:pt x="3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24"/>
            <p:cNvSpPr/>
            <p:nvPr/>
          </p:nvSpPr>
          <p:spPr>
            <a:xfrm>
              <a:off x="3108389" y="2059091"/>
              <a:ext cx="11622" cy="8753"/>
            </a:xfrm>
            <a:custGeom>
              <a:rect b="b" l="l" r="r" t="t"/>
              <a:pathLst>
                <a:path extrusionOk="0" h="479" w="636">
                  <a:moveTo>
                    <a:pt x="317" y="1"/>
                  </a:moveTo>
                  <a:cubicBezTo>
                    <a:pt x="309" y="1"/>
                    <a:pt x="301" y="1"/>
                    <a:pt x="293" y="2"/>
                  </a:cubicBezTo>
                  <a:cubicBezTo>
                    <a:pt x="0" y="26"/>
                    <a:pt x="40" y="479"/>
                    <a:pt x="321" y="479"/>
                  </a:cubicBezTo>
                  <a:cubicBezTo>
                    <a:pt x="328" y="479"/>
                    <a:pt x="336" y="478"/>
                    <a:pt x="343" y="478"/>
                  </a:cubicBezTo>
                  <a:cubicBezTo>
                    <a:pt x="636" y="429"/>
                    <a:pt x="596" y="1"/>
                    <a:pt x="31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24"/>
            <p:cNvSpPr/>
            <p:nvPr/>
          </p:nvSpPr>
          <p:spPr>
            <a:xfrm>
              <a:off x="3086715" y="2268386"/>
              <a:ext cx="102153" cy="253336"/>
            </a:xfrm>
            <a:custGeom>
              <a:rect b="b" l="l" r="r" t="t"/>
              <a:pathLst>
                <a:path extrusionOk="0" h="13863" w="5590">
                  <a:moveTo>
                    <a:pt x="258" y="1"/>
                  </a:moveTo>
                  <a:cubicBezTo>
                    <a:pt x="133" y="1"/>
                    <a:pt x="0" y="90"/>
                    <a:pt x="0" y="253"/>
                  </a:cubicBezTo>
                  <a:cubicBezTo>
                    <a:pt x="176" y="3261"/>
                    <a:pt x="427" y="6293"/>
                    <a:pt x="752" y="9276"/>
                  </a:cubicBezTo>
                  <a:cubicBezTo>
                    <a:pt x="903" y="10529"/>
                    <a:pt x="953" y="13837"/>
                    <a:pt x="2883" y="13862"/>
                  </a:cubicBezTo>
                  <a:cubicBezTo>
                    <a:pt x="2889" y="13862"/>
                    <a:pt x="2896" y="13862"/>
                    <a:pt x="2902" y="13862"/>
                  </a:cubicBezTo>
                  <a:cubicBezTo>
                    <a:pt x="4714" y="13862"/>
                    <a:pt x="4989" y="10399"/>
                    <a:pt x="5163" y="9200"/>
                  </a:cubicBezTo>
                  <a:cubicBezTo>
                    <a:pt x="5589" y="6268"/>
                    <a:pt x="5589" y="3336"/>
                    <a:pt x="5264" y="403"/>
                  </a:cubicBezTo>
                  <a:cubicBezTo>
                    <a:pt x="5252" y="265"/>
                    <a:pt x="5146" y="201"/>
                    <a:pt x="5039" y="201"/>
                  </a:cubicBezTo>
                  <a:cubicBezTo>
                    <a:pt x="4912" y="201"/>
                    <a:pt x="4785" y="291"/>
                    <a:pt x="4813" y="453"/>
                  </a:cubicBezTo>
                  <a:cubicBezTo>
                    <a:pt x="5038" y="2659"/>
                    <a:pt x="5113" y="4890"/>
                    <a:pt x="4938" y="7120"/>
                  </a:cubicBezTo>
                  <a:cubicBezTo>
                    <a:pt x="4838" y="8148"/>
                    <a:pt x="4712" y="9200"/>
                    <a:pt x="4537" y="10228"/>
                  </a:cubicBezTo>
                  <a:cubicBezTo>
                    <a:pt x="4437" y="10704"/>
                    <a:pt x="4336" y="11155"/>
                    <a:pt x="4211" y="11631"/>
                  </a:cubicBezTo>
                  <a:cubicBezTo>
                    <a:pt x="4061" y="12120"/>
                    <a:pt x="3685" y="13299"/>
                    <a:pt x="2936" y="13299"/>
                  </a:cubicBezTo>
                  <a:cubicBezTo>
                    <a:pt x="2686" y="13299"/>
                    <a:pt x="2394" y="13167"/>
                    <a:pt x="2056" y="12834"/>
                  </a:cubicBezTo>
                  <a:cubicBezTo>
                    <a:pt x="1379" y="12158"/>
                    <a:pt x="1379" y="10579"/>
                    <a:pt x="1279" y="9677"/>
                  </a:cubicBezTo>
                  <a:cubicBezTo>
                    <a:pt x="1153" y="8624"/>
                    <a:pt x="1053" y="7571"/>
                    <a:pt x="953" y="6519"/>
                  </a:cubicBezTo>
                  <a:cubicBezTo>
                    <a:pt x="752" y="4413"/>
                    <a:pt x="602" y="2308"/>
                    <a:pt x="477" y="203"/>
                  </a:cubicBezTo>
                  <a:cubicBezTo>
                    <a:pt x="465" y="65"/>
                    <a:pt x="364" y="1"/>
                    <a:pt x="2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24"/>
            <p:cNvSpPr/>
            <p:nvPr/>
          </p:nvSpPr>
          <p:spPr>
            <a:xfrm>
              <a:off x="3136842" y="2405077"/>
              <a:ext cx="11714" cy="41355"/>
            </a:xfrm>
            <a:custGeom>
              <a:rect b="b" l="l" r="r" t="t"/>
              <a:pathLst>
                <a:path extrusionOk="0" h="2263" w="641">
                  <a:moveTo>
                    <a:pt x="369" y="0"/>
                  </a:moveTo>
                  <a:cubicBezTo>
                    <a:pt x="269" y="0"/>
                    <a:pt x="176" y="60"/>
                    <a:pt x="165" y="192"/>
                  </a:cubicBezTo>
                  <a:cubicBezTo>
                    <a:pt x="115" y="793"/>
                    <a:pt x="64" y="1395"/>
                    <a:pt x="14" y="1996"/>
                  </a:cubicBezTo>
                  <a:cubicBezTo>
                    <a:pt x="0" y="2165"/>
                    <a:pt x="144" y="2263"/>
                    <a:pt x="278" y="2263"/>
                  </a:cubicBezTo>
                  <a:cubicBezTo>
                    <a:pt x="382" y="2263"/>
                    <a:pt x="480" y="2203"/>
                    <a:pt x="491" y="2071"/>
                  </a:cubicBezTo>
                  <a:lnTo>
                    <a:pt x="641" y="267"/>
                  </a:lnTo>
                  <a:cubicBezTo>
                    <a:pt x="641" y="98"/>
                    <a:pt x="499" y="0"/>
                    <a:pt x="36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24"/>
            <p:cNvSpPr/>
            <p:nvPr/>
          </p:nvSpPr>
          <p:spPr>
            <a:xfrm>
              <a:off x="2893374" y="1972416"/>
              <a:ext cx="43127" cy="99375"/>
            </a:xfrm>
            <a:custGeom>
              <a:rect b="b" l="l" r="r" t="t"/>
              <a:pathLst>
                <a:path extrusionOk="0" h="5438" w="2360">
                  <a:moveTo>
                    <a:pt x="1656" y="1"/>
                  </a:moveTo>
                  <a:cubicBezTo>
                    <a:pt x="1512" y="1"/>
                    <a:pt x="1360" y="135"/>
                    <a:pt x="1407" y="309"/>
                  </a:cubicBezTo>
                  <a:cubicBezTo>
                    <a:pt x="1884" y="2063"/>
                    <a:pt x="355" y="3542"/>
                    <a:pt x="29" y="5171"/>
                  </a:cubicBezTo>
                  <a:cubicBezTo>
                    <a:pt x="1" y="5340"/>
                    <a:pt x="131" y="5437"/>
                    <a:pt x="263" y="5437"/>
                  </a:cubicBezTo>
                  <a:cubicBezTo>
                    <a:pt x="367" y="5437"/>
                    <a:pt x="472" y="5378"/>
                    <a:pt x="505" y="5246"/>
                  </a:cubicBezTo>
                  <a:cubicBezTo>
                    <a:pt x="856" y="3466"/>
                    <a:pt x="2360" y="2063"/>
                    <a:pt x="1859" y="158"/>
                  </a:cubicBezTo>
                  <a:cubicBezTo>
                    <a:pt x="1822" y="47"/>
                    <a:pt x="1740" y="1"/>
                    <a:pt x="16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24"/>
            <p:cNvSpPr/>
            <p:nvPr/>
          </p:nvSpPr>
          <p:spPr>
            <a:xfrm>
              <a:off x="2895731" y="2199474"/>
              <a:ext cx="104894" cy="274461"/>
            </a:xfrm>
            <a:custGeom>
              <a:rect b="b" l="l" r="r" t="t"/>
              <a:pathLst>
                <a:path extrusionOk="0" h="15019" w="5740">
                  <a:moveTo>
                    <a:pt x="2425" y="0"/>
                  </a:moveTo>
                  <a:cubicBezTo>
                    <a:pt x="2278" y="0"/>
                    <a:pt x="2107" y="137"/>
                    <a:pt x="2156" y="315"/>
                  </a:cubicBezTo>
                  <a:cubicBezTo>
                    <a:pt x="2607" y="1919"/>
                    <a:pt x="978" y="2996"/>
                    <a:pt x="426" y="4325"/>
                  </a:cubicBezTo>
                  <a:cubicBezTo>
                    <a:pt x="50" y="5227"/>
                    <a:pt x="0" y="6204"/>
                    <a:pt x="50" y="7157"/>
                  </a:cubicBezTo>
                  <a:cubicBezTo>
                    <a:pt x="101" y="8585"/>
                    <a:pt x="326" y="10014"/>
                    <a:pt x="577" y="11417"/>
                  </a:cubicBezTo>
                  <a:cubicBezTo>
                    <a:pt x="752" y="12420"/>
                    <a:pt x="877" y="13598"/>
                    <a:pt x="1554" y="14425"/>
                  </a:cubicBezTo>
                  <a:cubicBezTo>
                    <a:pt x="1920" y="14847"/>
                    <a:pt x="2284" y="15019"/>
                    <a:pt x="2627" y="15019"/>
                  </a:cubicBezTo>
                  <a:cubicBezTo>
                    <a:pt x="3363" y="15019"/>
                    <a:pt x="4002" y="14226"/>
                    <a:pt x="4361" y="13423"/>
                  </a:cubicBezTo>
                  <a:cubicBezTo>
                    <a:pt x="5414" y="11192"/>
                    <a:pt x="5740" y="8686"/>
                    <a:pt x="5439" y="6255"/>
                  </a:cubicBezTo>
                  <a:cubicBezTo>
                    <a:pt x="5416" y="6117"/>
                    <a:pt x="5309" y="6053"/>
                    <a:pt x="5202" y="6053"/>
                  </a:cubicBezTo>
                  <a:cubicBezTo>
                    <a:pt x="5075" y="6053"/>
                    <a:pt x="4949" y="6142"/>
                    <a:pt x="4963" y="6305"/>
                  </a:cubicBezTo>
                  <a:cubicBezTo>
                    <a:pt x="5213" y="8410"/>
                    <a:pt x="5013" y="10515"/>
                    <a:pt x="4261" y="12495"/>
                  </a:cubicBezTo>
                  <a:cubicBezTo>
                    <a:pt x="4086" y="12921"/>
                    <a:pt x="3835" y="13798"/>
                    <a:pt x="3484" y="14074"/>
                  </a:cubicBezTo>
                  <a:cubicBezTo>
                    <a:pt x="3033" y="14149"/>
                    <a:pt x="2557" y="14225"/>
                    <a:pt x="2106" y="14300"/>
                  </a:cubicBezTo>
                  <a:cubicBezTo>
                    <a:pt x="1805" y="13999"/>
                    <a:pt x="1579" y="13623"/>
                    <a:pt x="1429" y="13222"/>
                  </a:cubicBezTo>
                  <a:cubicBezTo>
                    <a:pt x="1053" y="12245"/>
                    <a:pt x="978" y="11016"/>
                    <a:pt x="827" y="9989"/>
                  </a:cubicBezTo>
                  <a:cubicBezTo>
                    <a:pt x="502" y="7884"/>
                    <a:pt x="75" y="5503"/>
                    <a:pt x="1379" y="3623"/>
                  </a:cubicBezTo>
                  <a:cubicBezTo>
                    <a:pt x="2131" y="2520"/>
                    <a:pt x="2983" y="1568"/>
                    <a:pt x="2607" y="139"/>
                  </a:cubicBezTo>
                  <a:cubicBezTo>
                    <a:pt x="2580" y="42"/>
                    <a:pt x="2506" y="0"/>
                    <a:pt x="242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24"/>
            <p:cNvSpPr/>
            <p:nvPr/>
          </p:nvSpPr>
          <p:spPr>
            <a:xfrm>
              <a:off x="2921133" y="2481957"/>
              <a:ext cx="58039" cy="28124"/>
            </a:xfrm>
            <a:custGeom>
              <a:rect b="b" l="l" r="r" t="t"/>
              <a:pathLst>
                <a:path extrusionOk="0" h="1539" w="3176">
                  <a:moveTo>
                    <a:pt x="2849" y="1"/>
                  </a:moveTo>
                  <a:cubicBezTo>
                    <a:pt x="2791" y="1"/>
                    <a:pt x="2735" y="28"/>
                    <a:pt x="2696" y="95"/>
                  </a:cubicBezTo>
                  <a:cubicBezTo>
                    <a:pt x="2445" y="496"/>
                    <a:pt x="2119" y="797"/>
                    <a:pt x="1693" y="972"/>
                  </a:cubicBezTo>
                  <a:cubicBezTo>
                    <a:pt x="1534" y="1032"/>
                    <a:pt x="1340" y="1076"/>
                    <a:pt x="1152" y="1076"/>
                  </a:cubicBezTo>
                  <a:cubicBezTo>
                    <a:pt x="866" y="1076"/>
                    <a:pt x="596" y="974"/>
                    <a:pt x="490" y="671"/>
                  </a:cubicBezTo>
                  <a:cubicBezTo>
                    <a:pt x="453" y="570"/>
                    <a:pt x="372" y="526"/>
                    <a:pt x="290" y="526"/>
                  </a:cubicBezTo>
                  <a:cubicBezTo>
                    <a:pt x="148" y="526"/>
                    <a:pt x="0" y="656"/>
                    <a:pt x="64" y="847"/>
                  </a:cubicBezTo>
                  <a:cubicBezTo>
                    <a:pt x="216" y="1324"/>
                    <a:pt x="687" y="1539"/>
                    <a:pt x="1153" y="1539"/>
                  </a:cubicBezTo>
                  <a:cubicBezTo>
                    <a:pt x="1225" y="1539"/>
                    <a:pt x="1297" y="1534"/>
                    <a:pt x="1367" y="1523"/>
                  </a:cubicBezTo>
                  <a:cubicBezTo>
                    <a:pt x="2069" y="1448"/>
                    <a:pt x="2670" y="997"/>
                    <a:pt x="3046" y="396"/>
                  </a:cubicBezTo>
                  <a:cubicBezTo>
                    <a:pt x="3175" y="212"/>
                    <a:pt x="3007" y="1"/>
                    <a:pt x="28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24"/>
            <p:cNvSpPr/>
            <p:nvPr/>
          </p:nvSpPr>
          <p:spPr>
            <a:xfrm>
              <a:off x="2993097" y="2440566"/>
              <a:ext cx="11385" cy="8388"/>
            </a:xfrm>
            <a:custGeom>
              <a:rect b="b" l="l" r="r" t="t"/>
              <a:pathLst>
                <a:path extrusionOk="0" h="459" w="623">
                  <a:moveTo>
                    <a:pt x="330" y="0"/>
                  </a:moveTo>
                  <a:cubicBezTo>
                    <a:pt x="316" y="0"/>
                    <a:pt x="301" y="1"/>
                    <a:pt x="286" y="4"/>
                  </a:cubicBezTo>
                  <a:cubicBezTo>
                    <a:pt x="1" y="28"/>
                    <a:pt x="32" y="459"/>
                    <a:pt x="293" y="459"/>
                  </a:cubicBezTo>
                  <a:cubicBezTo>
                    <a:pt x="307" y="459"/>
                    <a:pt x="321" y="458"/>
                    <a:pt x="336" y="455"/>
                  </a:cubicBezTo>
                  <a:cubicBezTo>
                    <a:pt x="622" y="431"/>
                    <a:pt x="591" y="0"/>
                    <a:pt x="33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24"/>
            <p:cNvSpPr/>
            <p:nvPr/>
          </p:nvSpPr>
          <p:spPr>
            <a:xfrm>
              <a:off x="2935789" y="2317854"/>
              <a:ext cx="14254" cy="74267"/>
            </a:xfrm>
            <a:custGeom>
              <a:rect b="b" l="l" r="r" t="t"/>
              <a:pathLst>
                <a:path extrusionOk="0" h="4064" w="780">
                  <a:moveTo>
                    <a:pt x="259" y="1"/>
                  </a:moveTo>
                  <a:cubicBezTo>
                    <a:pt x="134" y="1"/>
                    <a:pt x="0" y="90"/>
                    <a:pt x="14" y="253"/>
                  </a:cubicBezTo>
                  <a:cubicBezTo>
                    <a:pt x="39" y="1456"/>
                    <a:pt x="114" y="2659"/>
                    <a:pt x="289" y="3862"/>
                  </a:cubicBezTo>
                  <a:cubicBezTo>
                    <a:pt x="312" y="4000"/>
                    <a:pt x="420" y="4064"/>
                    <a:pt x="527" y="4064"/>
                  </a:cubicBezTo>
                  <a:cubicBezTo>
                    <a:pt x="653" y="4064"/>
                    <a:pt x="779" y="3974"/>
                    <a:pt x="766" y="3812"/>
                  </a:cubicBezTo>
                  <a:cubicBezTo>
                    <a:pt x="590" y="2609"/>
                    <a:pt x="490" y="1406"/>
                    <a:pt x="465" y="203"/>
                  </a:cubicBezTo>
                  <a:cubicBezTo>
                    <a:pt x="465" y="65"/>
                    <a:pt x="365" y="1"/>
                    <a:pt x="2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24"/>
            <p:cNvSpPr/>
            <p:nvPr/>
          </p:nvSpPr>
          <p:spPr>
            <a:xfrm>
              <a:off x="2971807" y="2158795"/>
              <a:ext cx="33405" cy="72841"/>
            </a:xfrm>
            <a:custGeom>
              <a:rect b="b" l="l" r="r" t="t"/>
              <a:pathLst>
                <a:path extrusionOk="0" h="3986" w="1828">
                  <a:moveTo>
                    <a:pt x="354" y="1"/>
                  </a:moveTo>
                  <a:cubicBezTo>
                    <a:pt x="179" y="1"/>
                    <a:pt x="0" y="194"/>
                    <a:pt x="148" y="360"/>
                  </a:cubicBezTo>
                  <a:cubicBezTo>
                    <a:pt x="975" y="1313"/>
                    <a:pt x="1351" y="2465"/>
                    <a:pt x="1176" y="3719"/>
                  </a:cubicBezTo>
                  <a:cubicBezTo>
                    <a:pt x="1162" y="3888"/>
                    <a:pt x="1298" y="3985"/>
                    <a:pt x="1429" y="3985"/>
                  </a:cubicBezTo>
                  <a:cubicBezTo>
                    <a:pt x="1531" y="3985"/>
                    <a:pt x="1630" y="3926"/>
                    <a:pt x="1652" y="3794"/>
                  </a:cubicBezTo>
                  <a:cubicBezTo>
                    <a:pt x="1827" y="2440"/>
                    <a:pt x="1426" y="1112"/>
                    <a:pt x="524" y="85"/>
                  </a:cubicBezTo>
                  <a:cubicBezTo>
                    <a:pt x="478" y="25"/>
                    <a:pt x="416" y="1"/>
                    <a:pt x="3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24"/>
            <p:cNvSpPr/>
            <p:nvPr/>
          </p:nvSpPr>
          <p:spPr>
            <a:xfrm>
              <a:off x="2933760" y="2108194"/>
              <a:ext cx="17233" cy="17269"/>
            </a:xfrm>
            <a:custGeom>
              <a:rect b="b" l="l" r="r" t="t"/>
              <a:pathLst>
                <a:path extrusionOk="0" h="945" w="943">
                  <a:moveTo>
                    <a:pt x="620" y="1"/>
                  </a:moveTo>
                  <a:cubicBezTo>
                    <a:pt x="536" y="1"/>
                    <a:pt x="451" y="37"/>
                    <a:pt x="400" y="122"/>
                  </a:cubicBezTo>
                  <a:cubicBezTo>
                    <a:pt x="300" y="297"/>
                    <a:pt x="200" y="473"/>
                    <a:pt x="100" y="623"/>
                  </a:cubicBezTo>
                  <a:cubicBezTo>
                    <a:pt x="0" y="806"/>
                    <a:pt x="153" y="944"/>
                    <a:pt x="319" y="944"/>
                  </a:cubicBezTo>
                  <a:cubicBezTo>
                    <a:pt x="404" y="944"/>
                    <a:pt x="492" y="908"/>
                    <a:pt x="551" y="823"/>
                  </a:cubicBezTo>
                  <a:lnTo>
                    <a:pt x="827" y="322"/>
                  </a:lnTo>
                  <a:cubicBezTo>
                    <a:pt x="943" y="140"/>
                    <a:pt x="784" y="1"/>
                    <a:pt x="6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24"/>
            <p:cNvSpPr/>
            <p:nvPr/>
          </p:nvSpPr>
          <p:spPr>
            <a:xfrm>
              <a:off x="2787639" y="2117258"/>
              <a:ext cx="94368" cy="248000"/>
            </a:xfrm>
            <a:custGeom>
              <a:rect b="b" l="l" r="r" t="t"/>
              <a:pathLst>
                <a:path extrusionOk="0" h="13571" w="5164">
                  <a:moveTo>
                    <a:pt x="4065" y="0"/>
                  </a:moveTo>
                  <a:cubicBezTo>
                    <a:pt x="3935" y="0"/>
                    <a:pt x="3808" y="89"/>
                    <a:pt x="3835" y="252"/>
                  </a:cubicBezTo>
                  <a:cubicBezTo>
                    <a:pt x="3910" y="754"/>
                    <a:pt x="4061" y="1205"/>
                    <a:pt x="4261" y="1681"/>
                  </a:cubicBezTo>
                  <a:cubicBezTo>
                    <a:pt x="4662" y="2683"/>
                    <a:pt x="4612" y="3435"/>
                    <a:pt x="3985" y="4337"/>
                  </a:cubicBezTo>
                  <a:cubicBezTo>
                    <a:pt x="3234" y="5390"/>
                    <a:pt x="2356" y="6343"/>
                    <a:pt x="1680" y="7445"/>
                  </a:cubicBezTo>
                  <a:cubicBezTo>
                    <a:pt x="577" y="9300"/>
                    <a:pt x="126" y="11531"/>
                    <a:pt x="1304" y="13460"/>
                  </a:cubicBezTo>
                  <a:cubicBezTo>
                    <a:pt x="1346" y="13538"/>
                    <a:pt x="1407" y="13570"/>
                    <a:pt x="1468" y="13570"/>
                  </a:cubicBezTo>
                  <a:cubicBezTo>
                    <a:pt x="1624" y="13570"/>
                    <a:pt x="1788" y="13364"/>
                    <a:pt x="1680" y="13185"/>
                  </a:cubicBezTo>
                  <a:cubicBezTo>
                    <a:pt x="0" y="10428"/>
                    <a:pt x="2056" y="7546"/>
                    <a:pt x="3760" y="5390"/>
                  </a:cubicBezTo>
                  <a:cubicBezTo>
                    <a:pt x="4286" y="4713"/>
                    <a:pt x="4988" y="4012"/>
                    <a:pt x="5063" y="3134"/>
                  </a:cubicBezTo>
                  <a:cubicBezTo>
                    <a:pt x="5163" y="2107"/>
                    <a:pt x="4437" y="1205"/>
                    <a:pt x="4311" y="202"/>
                  </a:cubicBezTo>
                  <a:cubicBezTo>
                    <a:pt x="4288" y="64"/>
                    <a:pt x="4176" y="0"/>
                    <a:pt x="40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24"/>
            <p:cNvSpPr/>
            <p:nvPr/>
          </p:nvSpPr>
          <p:spPr>
            <a:xfrm>
              <a:off x="2761069" y="2291485"/>
              <a:ext cx="14491" cy="42689"/>
            </a:xfrm>
            <a:custGeom>
              <a:rect b="b" l="l" r="r" t="t"/>
              <a:pathLst>
                <a:path extrusionOk="0" h="2336" w="793">
                  <a:moveTo>
                    <a:pt x="322" y="1"/>
                  </a:moveTo>
                  <a:cubicBezTo>
                    <a:pt x="222" y="1"/>
                    <a:pt x="123" y="60"/>
                    <a:pt x="101" y="192"/>
                  </a:cubicBezTo>
                  <a:cubicBezTo>
                    <a:pt x="1" y="869"/>
                    <a:pt x="51" y="1545"/>
                    <a:pt x="277" y="2197"/>
                  </a:cubicBezTo>
                  <a:cubicBezTo>
                    <a:pt x="312" y="2295"/>
                    <a:pt x="392" y="2336"/>
                    <a:pt x="475" y="2336"/>
                  </a:cubicBezTo>
                  <a:cubicBezTo>
                    <a:pt x="627" y="2336"/>
                    <a:pt x="792" y="2200"/>
                    <a:pt x="728" y="2022"/>
                  </a:cubicBezTo>
                  <a:cubicBezTo>
                    <a:pt x="527" y="1445"/>
                    <a:pt x="477" y="869"/>
                    <a:pt x="552" y="267"/>
                  </a:cubicBezTo>
                  <a:cubicBezTo>
                    <a:pt x="580" y="98"/>
                    <a:pt x="450" y="1"/>
                    <a:pt x="3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24"/>
            <p:cNvSpPr/>
            <p:nvPr/>
          </p:nvSpPr>
          <p:spPr>
            <a:xfrm>
              <a:off x="2818980" y="2418801"/>
              <a:ext cx="9704" cy="21673"/>
            </a:xfrm>
            <a:custGeom>
              <a:rect b="b" l="l" r="r" t="t"/>
              <a:pathLst>
                <a:path extrusionOk="0" h="1186" w="531">
                  <a:moveTo>
                    <a:pt x="268" y="1"/>
                  </a:moveTo>
                  <a:cubicBezTo>
                    <a:pt x="169" y="1"/>
                    <a:pt x="76" y="61"/>
                    <a:pt x="65" y="192"/>
                  </a:cubicBezTo>
                  <a:cubicBezTo>
                    <a:pt x="40" y="443"/>
                    <a:pt x="40" y="669"/>
                    <a:pt x="15" y="919"/>
                  </a:cubicBezTo>
                  <a:cubicBezTo>
                    <a:pt x="1" y="1088"/>
                    <a:pt x="145" y="1186"/>
                    <a:pt x="278" y="1186"/>
                  </a:cubicBezTo>
                  <a:cubicBezTo>
                    <a:pt x="382" y="1186"/>
                    <a:pt x="480" y="1126"/>
                    <a:pt x="491" y="994"/>
                  </a:cubicBezTo>
                  <a:cubicBezTo>
                    <a:pt x="491" y="744"/>
                    <a:pt x="516" y="518"/>
                    <a:pt x="516" y="268"/>
                  </a:cubicBezTo>
                  <a:cubicBezTo>
                    <a:pt x="530" y="99"/>
                    <a:pt x="394" y="1"/>
                    <a:pt x="2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24"/>
            <p:cNvSpPr/>
            <p:nvPr/>
          </p:nvSpPr>
          <p:spPr>
            <a:xfrm>
              <a:off x="2834293" y="2421104"/>
              <a:ext cx="12043" cy="23958"/>
            </a:xfrm>
            <a:custGeom>
              <a:rect b="b" l="l" r="r" t="t"/>
              <a:pathLst>
                <a:path extrusionOk="0" h="1311" w="659">
                  <a:moveTo>
                    <a:pt x="400" y="0"/>
                  </a:moveTo>
                  <a:cubicBezTo>
                    <a:pt x="300" y="0"/>
                    <a:pt x="201" y="60"/>
                    <a:pt x="179" y="192"/>
                  </a:cubicBezTo>
                  <a:cubicBezTo>
                    <a:pt x="129" y="493"/>
                    <a:pt x="79" y="768"/>
                    <a:pt x="29" y="1044"/>
                  </a:cubicBezTo>
                  <a:cubicBezTo>
                    <a:pt x="1" y="1213"/>
                    <a:pt x="131" y="1311"/>
                    <a:pt x="259" y="1311"/>
                  </a:cubicBezTo>
                  <a:cubicBezTo>
                    <a:pt x="359" y="1311"/>
                    <a:pt x="458" y="1251"/>
                    <a:pt x="480" y="1119"/>
                  </a:cubicBezTo>
                  <a:cubicBezTo>
                    <a:pt x="530" y="843"/>
                    <a:pt x="580" y="568"/>
                    <a:pt x="630" y="267"/>
                  </a:cubicBezTo>
                  <a:cubicBezTo>
                    <a:pt x="659" y="98"/>
                    <a:pt x="529" y="0"/>
                    <a:pt x="4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24"/>
            <p:cNvSpPr/>
            <p:nvPr/>
          </p:nvSpPr>
          <p:spPr>
            <a:xfrm>
              <a:off x="2808709" y="1936069"/>
              <a:ext cx="40368" cy="75966"/>
            </a:xfrm>
            <a:custGeom>
              <a:rect b="b" l="l" r="r" t="t"/>
              <a:pathLst>
                <a:path extrusionOk="0" h="4157" w="2209">
                  <a:moveTo>
                    <a:pt x="1940" y="1"/>
                  </a:moveTo>
                  <a:cubicBezTo>
                    <a:pt x="1838" y="1"/>
                    <a:pt x="1741" y="60"/>
                    <a:pt x="1730" y="192"/>
                  </a:cubicBezTo>
                  <a:cubicBezTo>
                    <a:pt x="1579" y="1521"/>
                    <a:pt x="1028" y="2749"/>
                    <a:pt x="151" y="3776"/>
                  </a:cubicBezTo>
                  <a:cubicBezTo>
                    <a:pt x="0" y="3945"/>
                    <a:pt x="174" y="4157"/>
                    <a:pt x="355" y="4157"/>
                  </a:cubicBezTo>
                  <a:cubicBezTo>
                    <a:pt x="415" y="4157"/>
                    <a:pt x="477" y="4133"/>
                    <a:pt x="527" y="4077"/>
                  </a:cubicBezTo>
                  <a:cubicBezTo>
                    <a:pt x="1454" y="2974"/>
                    <a:pt x="2030" y="1671"/>
                    <a:pt x="2181" y="267"/>
                  </a:cubicBezTo>
                  <a:cubicBezTo>
                    <a:pt x="2209" y="99"/>
                    <a:pt x="2071" y="1"/>
                    <a:pt x="19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24"/>
            <p:cNvSpPr/>
            <p:nvPr/>
          </p:nvSpPr>
          <p:spPr>
            <a:xfrm>
              <a:off x="3379377" y="2056789"/>
              <a:ext cx="79255" cy="462923"/>
            </a:xfrm>
            <a:custGeom>
              <a:rect b="b" l="l" r="r" t="t"/>
              <a:pathLst>
                <a:path extrusionOk="0" h="25332" w="4337">
                  <a:moveTo>
                    <a:pt x="1643" y="1"/>
                  </a:moveTo>
                  <a:cubicBezTo>
                    <a:pt x="1517" y="1"/>
                    <a:pt x="1391" y="90"/>
                    <a:pt x="1404" y="253"/>
                  </a:cubicBezTo>
                  <a:cubicBezTo>
                    <a:pt x="1755" y="4163"/>
                    <a:pt x="1" y="8198"/>
                    <a:pt x="1304" y="12007"/>
                  </a:cubicBezTo>
                  <a:cubicBezTo>
                    <a:pt x="2006" y="14088"/>
                    <a:pt x="3234" y="15767"/>
                    <a:pt x="3559" y="18022"/>
                  </a:cubicBezTo>
                  <a:cubicBezTo>
                    <a:pt x="3910" y="20353"/>
                    <a:pt x="3660" y="22734"/>
                    <a:pt x="3434" y="25065"/>
                  </a:cubicBezTo>
                  <a:cubicBezTo>
                    <a:pt x="3406" y="25234"/>
                    <a:pt x="3544" y="25332"/>
                    <a:pt x="3675" y="25332"/>
                  </a:cubicBezTo>
                  <a:cubicBezTo>
                    <a:pt x="3777" y="25332"/>
                    <a:pt x="3874" y="25272"/>
                    <a:pt x="3885" y="25140"/>
                  </a:cubicBezTo>
                  <a:cubicBezTo>
                    <a:pt x="4111" y="22985"/>
                    <a:pt x="4336" y="20779"/>
                    <a:pt x="4111" y="18599"/>
                  </a:cubicBezTo>
                  <a:cubicBezTo>
                    <a:pt x="3910" y="16494"/>
                    <a:pt x="3108" y="14789"/>
                    <a:pt x="2181" y="12910"/>
                  </a:cubicBezTo>
                  <a:cubicBezTo>
                    <a:pt x="226" y="8850"/>
                    <a:pt x="2256" y="4464"/>
                    <a:pt x="1880" y="203"/>
                  </a:cubicBezTo>
                  <a:cubicBezTo>
                    <a:pt x="1857" y="65"/>
                    <a:pt x="1750" y="1"/>
                    <a:pt x="16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24"/>
            <p:cNvSpPr/>
            <p:nvPr/>
          </p:nvSpPr>
          <p:spPr>
            <a:xfrm>
              <a:off x="3388076" y="2441717"/>
              <a:ext cx="115493" cy="264556"/>
            </a:xfrm>
            <a:custGeom>
              <a:rect b="b" l="l" r="r" t="t"/>
              <a:pathLst>
                <a:path extrusionOk="0" h="14477" w="6320">
                  <a:moveTo>
                    <a:pt x="389" y="0"/>
                  </a:moveTo>
                  <a:cubicBezTo>
                    <a:pt x="285" y="0"/>
                    <a:pt x="187" y="60"/>
                    <a:pt x="176" y="192"/>
                  </a:cubicBezTo>
                  <a:cubicBezTo>
                    <a:pt x="1" y="2748"/>
                    <a:pt x="51" y="5329"/>
                    <a:pt x="226" y="7886"/>
                  </a:cubicBezTo>
                  <a:cubicBezTo>
                    <a:pt x="327" y="9189"/>
                    <a:pt x="427" y="10517"/>
                    <a:pt x="627" y="11821"/>
                  </a:cubicBezTo>
                  <a:cubicBezTo>
                    <a:pt x="728" y="12548"/>
                    <a:pt x="878" y="13324"/>
                    <a:pt x="1404" y="13876"/>
                  </a:cubicBezTo>
                  <a:cubicBezTo>
                    <a:pt x="1793" y="14293"/>
                    <a:pt x="2228" y="14477"/>
                    <a:pt x="2648" y="14477"/>
                  </a:cubicBezTo>
                  <a:cubicBezTo>
                    <a:pt x="3341" y="14477"/>
                    <a:pt x="3994" y="13979"/>
                    <a:pt x="4337" y="13199"/>
                  </a:cubicBezTo>
                  <a:cubicBezTo>
                    <a:pt x="5339" y="10944"/>
                    <a:pt x="5840" y="8312"/>
                    <a:pt x="6292" y="5906"/>
                  </a:cubicBezTo>
                  <a:cubicBezTo>
                    <a:pt x="6320" y="5737"/>
                    <a:pt x="6190" y="5639"/>
                    <a:pt x="6062" y="5639"/>
                  </a:cubicBezTo>
                  <a:cubicBezTo>
                    <a:pt x="5961" y="5639"/>
                    <a:pt x="5862" y="5699"/>
                    <a:pt x="5840" y="5831"/>
                  </a:cubicBezTo>
                  <a:cubicBezTo>
                    <a:pt x="5464" y="7660"/>
                    <a:pt x="5038" y="9490"/>
                    <a:pt x="4487" y="11269"/>
                  </a:cubicBezTo>
                  <a:cubicBezTo>
                    <a:pt x="4236" y="12046"/>
                    <a:pt x="3911" y="13901"/>
                    <a:pt x="2858" y="14026"/>
                  </a:cubicBezTo>
                  <a:cubicBezTo>
                    <a:pt x="2802" y="14032"/>
                    <a:pt x="2749" y="14035"/>
                    <a:pt x="2696" y="14035"/>
                  </a:cubicBezTo>
                  <a:cubicBezTo>
                    <a:pt x="1431" y="14035"/>
                    <a:pt x="1150" y="12334"/>
                    <a:pt x="1053" y="11420"/>
                  </a:cubicBezTo>
                  <a:cubicBezTo>
                    <a:pt x="602" y="7735"/>
                    <a:pt x="377" y="3976"/>
                    <a:pt x="652" y="267"/>
                  </a:cubicBezTo>
                  <a:cubicBezTo>
                    <a:pt x="666" y="98"/>
                    <a:pt x="522" y="0"/>
                    <a:pt x="3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24"/>
            <p:cNvSpPr/>
            <p:nvPr/>
          </p:nvSpPr>
          <p:spPr>
            <a:xfrm>
              <a:off x="3436631" y="2560134"/>
              <a:ext cx="10087" cy="79310"/>
            </a:xfrm>
            <a:custGeom>
              <a:rect b="b" l="l" r="r" t="t"/>
              <a:pathLst>
                <a:path extrusionOk="0" h="4340" w="552">
                  <a:moveTo>
                    <a:pt x="268" y="1"/>
                  </a:moveTo>
                  <a:cubicBezTo>
                    <a:pt x="140" y="1"/>
                    <a:pt x="0" y="90"/>
                    <a:pt x="0" y="253"/>
                  </a:cubicBezTo>
                  <a:cubicBezTo>
                    <a:pt x="25" y="1556"/>
                    <a:pt x="51" y="2834"/>
                    <a:pt x="76" y="4138"/>
                  </a:cubicBezTo>
                  <a:cubicBezTo>
                    <a:pt x="76" y="4276"/>
                    <a:pt x="176" y="4340"/>
                    <a:pt x="284" y="4340"/>
                  </a:cubicBezTo>
                  <a:cubicBezTo>
                    <a:pt x="412" y="4340"/>
                    <a:pt x="552" y="4250"/>
                    <a:pt x="552" y="4088"/>
                  </a:cubicBezTo>
                  <a:cubicBezTo>
                    <a:pt x="527" y="2784"/>
                    <a:pt x="502" y="1506"/>
                    <a:pt x="477" y="203"/>
                  </a:cubicBezTo>
                  <a:cubicBezTo>
                    <a:pt x="477" y="65"/>
                    <a:pt x="376" y="1"/>
                    <a:pt x="2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24"/>
            <p:cNvSpPr/>
            <p:nvPr/>
          </p:nvSpPr>
          <p:spPr>
            <a:xfrm>
              <a:off x="3434182" y="2262958"/>
              <a:ext cx="36859" cy="76149"/>
            </a:xfrm>
            <a:custGeom>
              <a:rect b="b" l="l" r="r" t="t"/>
              <a:pathLst>
                <a:path extrusionOk="0" h="4167" w="2017">
                  <a:moveTo>
                    <a:pt x="325" y="1"/>
                  </a:moveTo>
                  <a:cubicBezTo>
                    <a:pt x="167" y="1"/>
                    <a:pt x="1" y="200"/>
                    <a:pt x="109" y="400"/>
                  </a:cubicBezTo>
                  <a:cubicBezTo>
                    <a:pt x="786" y="1502"/>
                    <a:pt x="1262" y="2705"/>
                    <a:pt x="1513" y="3984"/>
                  </a:cubicBezTo>
                  <a:cubicBezTo>
                    <a:pt x="1536" y="4109"/>
                    <a:pt x="1647" y="4167"/>
                    <a:pt x="1756" y="4167"/>
                  </a:cubicBezTo>
                  <a:cubicBezTo>
                    <a:pt x="1887" y="4167"/>
                    <a:pt x="2016" y="4084"/>
                    <a:pt x="1989" y="3933"/>
                  </a:cubicBezTo>
                  <a:cubicBezTo>
                    <a:pt x="1713" y="2555"/>
                    <a:pt x="1212" y="1302"/>
                    <a:pt x="485" y="99"/>
                  </a:cubicBezTo>
                  <a:cubicBezTo>
                    <a:pt x="444" y="30"/>
                    <a:pt x="385" y="1"/>
                    <a:pt x="32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24"/>
            <p:cNvSpPr/>
            <p:nvPr/>
          </p:nvSpPr>
          <p:spPr>
            <a:xfrm>
              <a:off x="3433743" y="2140978"/>
              <a:ext cx="20906" cy="35525"/>
            </a:xfrm>
            <a:custGeom>
              <a:rect b="b" l="l" r="r" t="t"/>
              <a:pathLst>
                <a:path extrusionOk="0" h="1944" w="1144">
                  <a:moveTo>
                    <a:pt x="820" y="0"/>
                  </a:moveTo>
                  <a:cubicBezTo>
                    <a:pt x="742" y="0"/>
                    <a:pt x="668" y="39"/>
                    <a:pt x="635" y="132"/>
                  </a:cubicBezTo>
                  <a:cubicBezTo>
                    <a:pt x="459" y="633"/>
                    <a:pt x="259" y="1135"/>
                    <a:pt x="83" y="1611"/>
                  </a:cubicBezTo>
                  <a:cubicBezTo>
                    <a:pt x="0" y="1794"/>
                    <a:pt x="170" y="1943"/>
                    <a:pt x="324" y="1943"/>
                  </a:cubicBezTo>
                  <a:cubicBezTo>
                    <a:pt x="402" y="1943"/>
                    <a:pt x="475" y="1904"/>
                    <a:pt x="509" y="1811"/>
                  </a:cubicBezTo>
                  <a:lnTo>
                    <a:pt x="1061" y="333"/>
                  </a:lnTo>
                  <a:cubicBezTo>
                    <a:pt x="1144" y="150"/>
                    <a:pt x="974" y="0"/>
                    <a:pt x="82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24"/>
            <p:cNvSpPr/>
            <p:nvPr/>
          </p:nvSpPr>
          <p:spPr>
            <a:xfrm>
              <a:off x="3458560" y="2149549"/>
              <a:ext cx="18494" cy="36749"/>
            </a:xfrm>
            <a:custGeom>
              <a:rect b="b" l="l" r="r" t="t"/>
              <a:pathLst>
                <a:path extrusionOk="0" h="2011" w="1012">
                  <a:moveTo>
                    <a:pt x="713" y="1"/>
                  </a:moveTo>
                  <a:cubicBezTo>
                    <a:pt x="631" y="1"/>
                    <a:pt x="549" y="42"/>
                    <a:pt x="505" y="139"/>
                  </a:cubicBezTo>
                  <a:cubicBezTo>
                    <a:pt x="254" y="641"/>
                    <a:pt x="104" y="1192"/>
                    <a:pt x="29" y="1743"/>
                  </a:cubicBezTo>
                  <a:cubicBezTo>
                    <a:pt x="0" y="1912"/>
                    <a:pt x="138" y="2010"/>
                    <a:pt x="269" y="2010"/>
                  </a:cubicBezTo>
                  <a:cubicBezTo>
                    <a:pt x="371" y="2010"/>
                    <a:pt x="469" y="1950"/>
                    <a:pt x="480" y="1819"/>
                  </a:cubicBezTo>
                  <a:cubicBezTo>
                    <a:pt x="555" y="1292"/>
                    <a:pt x="705" y="791"/>
                    <a:pt x="931" y="315"/>
                  </a:cubicBezTo>
                  <a:cubicBezTo>
                    <a:pt x="1012" y="137"/>
                    <a:pt x="863" y="1"/>
                    <a:pt x="7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24"/>
            <p:cNvSpPr/>
            <p:nvPr/>
          </p:nvSpPr>
          <p:spPr>
            <a:xfrm>
              <a:off x="3543279" y="2286788"/>
              <a:ext cx="17086" cy="54311"/>
            </a:xfrm>
            <a:custGeom>
              <a:rect b="b" l="l" r="r" t="t"/>
              <a:pathLst>
                <a:path extrusionOk="0" h="2972" w="935">
                  <a:moveTo>
                    <a:pt x="658" y="0"/>
                  </a:moveTo>
                  <a:cubicBezTo>
                    <a:pt x="553" y="0"/>
                    <a:pt x="452" y="54"/>
                    <a:pt x="430" y="173"/>
                  </a:cubicBezTo>
                  <a:cubicBezTo>
                    <a:pt x="305" y="1025"/>
                    <a:pt x="154" y="1878"/>
                    <a:pt x="29" y="2705"/>
                  </a:cubicBezTo>
                  <a:cubicBezTo>
                    <a:pt x="1" y="2874"/>
                    <a:pt x="131" y="2971"/>
                    <a:pt x="259" y="2971"/>
                  </a:cubicBezTo>
                  <a:cubicBezTo>
                    <a:pt x="359" y="2971"/>
                    <a:pt x="458" y="2912"/>
                    <a:pt x="480" y="2780"/>
                  </a:cubicBezTo>
                  <a:cubicBezTo>
                    <a:pt x="631" y="1953"/>
                    <a:pt x="756" y="1101"/>
                    <a:pt x="906" y="248"/>
                  </a:cubicBezTo>
                  <a:cubicBezTo>
                    <a:pt x="935" y="92"/>
                    <a:pt x="794" y="0"/>
                    <a:pt x="6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4"/>
            <p:cNvSpPr/>
            <p:nvPr/>
          </p:nvSpPr>
          <p:spPr>
            <a:xfrm>
              <a:off x="3285302" y="3166035"/>
              <a:ext cx="11385" cy="8406"/>
            </a:xfrm>
            <a:custGeom>
              <a:rect b="b" l="l" r="r" t="t"/>
              <a:pathLst>
                <a:path extrusionOk="0" h="460" w="623">
                  <a:moveTo>
                    <a:pt x="330" y="1"/>
                  </a:moveTo>
                  <a:cubicBezTo>
                    <a:pt x="316" y="1"/>
                    <a:pt x="301" y="2"/>
                    <a:pt x="286" y="4"/>
                  </a:cubicBezTo>
                  <a:cubicBezTo>
                    <a:pt x="1" y="28"/>
                    <a:pt x="32" y="459"/>
                    <a:pt x="293" y="459"/>
                  </a:cubicBezTo>
                  <a:cubicBezTo>
                    <a:pt x="307" y="459"/>
                    <a:pt x="322" y="458"/>
                    <a:pt x="337" y="456"/>
                  </a:cubicBezTo>
                  <a:cubicBezTo>
                    <a:pt x="622" y="432"/>
                    <a:pt x="591" y="1"/>
                    <a:pt x="33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24"/>
            <p:cNvSpPr/>
            <p:nvPr/>
          </p:nvSpPr>
          <p:spPr>
            <a:xfrm>
              <a:off x="3238446" y="3170201"/>
              <a:ext cx="11641" cy="8772"/>
            </a:xfrm>
            <a:custGeom>
              <a:rect b="b" l="l" r="r" t="t"/>
              <a:pathLst>
                <a:path extrusionOk="0" h="480" w="637">
                  <a:moveTo>
                    <a:pt x="318" y="1"/>
                  </a:moveTo>
                  <a:cubicBezTo>
                    <a:pt x="310" y="1"/>
                    <a:pt x="302" y="1"/>
                    <a:pt x="294" y="2"/>
                  </a:cubicBezTo>
                  <a:cubicBezTo>
                    <a:pt x="1" y="26"/>
                    <a:pt x="41" y="479"/>
                    <a:pt x="321" y="479"/>
                  </a:cubicBezTo>
                  <a:cubicBezTo>
                    <a:pt x="329" y="479"/>
                    <a:pt x="336" y="479"/>
                    <a:pt x="344" y="478"/>
                  </a:cubicBezTo>
                  <a:cubicBezTo>
                    <a:pt x="637" y="429"/>
                    <a:pt x="597" y="1"/>
                    <a:pt x="3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24"/>
            <p:cNvSpPr/>
            <p:nvPr/>
          </p:nvSpPr>
          <p:spPr>
            <a:xfrm>
              <a:off x="3431349" y="3524374"/>
              <a:ext cx="57692" cy="28124"/>
            </a:xfrm>
            <a:custGeom>
              <a:rect b="b" l="l" r="r" t="t"/>
              <a:pathLst>
                <a:path extrusionOk="0" h="1539" w="3157">
                  <a:moveTo>
                    <a:pt x="2835" y="0"/>
                  </a:moveTo>
                  <a:cubicBezTo>
                    <a:pt x="2776" y="0"/>
                    <a:pt x="2717" y="28"/>
                    <a:pt x="2670" y="95"/>
                  </a:cubicBezTo>
                  <a:cubicBezTo>
                    <a:pt x="2445" y="496"/>
                    <a:pt x="2119" y="797"/>
                    <a:pt x="1693" y="947"/>
                  </a:cubicBezTo>
                  <a:cubicBezTo>
                    <a:pt x="1525" y="1010"/>
                    <a:pt x="1314" y="1059"/>
                    <a:pt x="1114" y="1059"/>
                  </a:cubicBezTo>
                  <a:cubicBezTo>
                    <a:pt x="835" y="1059"/>
                    <a:pt x="577" y="963"/>
                    <a:pt x="490" y="671"/>
                  </a:cubicBezTo>
                  <a:cubicBezTo>
                    <a:pt x="453" y="561"/>
                    <a:pt x="373" y="515"/>
                    <a:pt x="291" y="515"/>
                  </a:cubicBezTo>
                  <a:cubicBezTo>
                    <a:pt x="149" y="515"/>
                    <a:pt x="0" y="656"/>
                    <a:pt x="64" y="847"/>
                  </a:cubicBezTo>
                  <a:cubicBezTo>
                    <a:pt x="216" y="1324"/>
                    <a:pt x="687" y="1539"/>
                    <a:pt x="1153" y="1539"/>
                  </a:cubicBezTo>
                  <a:cubicBezTo>
                    <a:pt x="1225" y="1539"/>
                    <a:pt x="1297" y="1533"/>
                    <a:pt x="1367" y="1523"/>
                  </a:cubicBezTo>
                  <a:cubicBezTo>
                    <a:pt x="2069" y="1423"/>
                    <a:pt x="2670" y="972"/>
                    <a:pt x="3046" y="396"/>
                  </a:cubicBezTo>
                  <a:cubicBezTo>
                    <a:pt x="3157" y="212"/>
                    <a:pt x="2997" y="0"/>
                    <a:pt x="28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24"/>
            <p:cNvSpPr/>
            <p:nvPr/>
          </p:nvSpPr>
          <p:spPr>
            <a:xfrm>
              <a:off x="3357083" y="3647451"/>
              <a:ext cx="11641" cy="8753"/>
            </a:xfrm>
            <a:custGeom>
              <a:rect b="b" l="l" r="r" t="t"/>
              <a:pathLst>
                <a:path extrusionOk="0" h="479" w="637">
                  <a:moveTo>
                    <a:pt x="316" y="0"/>
                  </a:moveTo>
                  <a:cubicBezTo>
                    <a:pt x="309" y="0"/>
                    <a:pt x="301" y="1"/>
                    <a:pt x="293" y="1"/>
                  </a:cubicBezTo>
                  <a:cubicBezTo>
                    <a:pt x="1" y="50"/>
                    <a:pt x="40" y="479"/>
                    <a:pt x="320" y="479"/>
                  </a:cubicBezTo>
                  <a:cubicBezTo>
                    <a:pt x="327" y="479"/>
                    <a:pt x="335" y="478"/>
                    <a:pt x="343" y="478"/>
                  </a:cubicBezTo>
                  <a:cubicBezTo>
                    <a:pt x="636" y="453"/>
                    <a:pt x="596" y="0"/>
                    <a:pt x="3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24"/>
            <p:cNvSpPr/>
            <p:nvPr/>
          </p:nvSpPr>
          <p:spPr>
            <a:xfrm>
              <a:off x="3589147" y="3278294"/>
              <a:ext cx="14254" cy="74723"/>
            </a:xfrm>
            <a:custGeom>
              <a:rect b="b" l="l" r="r" t="t"/>
              <a:pathLst>
                <a:path extrusionOk="0" h="4089" w="780">
                  <a:moveTo>
                    <a:pt x="258" y="0"/>
                  </a:moveTo>
                  <a:cubicBezTo>
                    <a:pt x="133" y="0"/>
                    <a:pt x="0" y="90"/>
                    <a:pt x="0" y="252"/>
                  </a:cubicBezTo>
                  <a:cubicBezTo>
                    <a:pt x="25" y="1455"/>
                    <a:pt x="126" y="2684"/>
                    <a:pt x="276" y="3887"/>
                  </a:cubicBezTo>
                  <a:cubicBezTo>
                    <a:pt x="299" y="4024"/>
                    <a:pt x="412" y="4089"/>
                    <a:pt x="522" y="4089"/>
                  </a:cubicBezTo>
                  <a:cubicBezTo>
                    <a:pt x="652" y="4089"/>
                    <a:pt x="779" y="3999"/>
                    <a:pt x="752" y="3836"/>
                  </a:cubicBezTo>
                  <a:cubicBezTo>
                    <a:pt x="577" y="2633"/>
                    <a:pt x="477" y="1405"/>
                    <a:pt x="477" y="202"/>
                  </a:cubicBezTo>
                  <a:cubicBezTo>
                    <a:pt x="465" y="64"/>
                    <a:pt x="364" y="0"/>
                    <a:pt x="2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24"/>
            <p:cNvSpPr/>
            <p:nvPr/>
          </p:nvSpPr>
          <p:spPr>
            <a:xfrm>
              <a:off x="3246469" y="3319867"/>
              <a:ext cx="87424" cy="125507"/>
            </a:xfrm>
            <a:custGeom>
              <a:rect b="b" l="l" r="r" t="t"/>
              <a:pathLst>
                <a:path extrusionOk="0" h="6868" w="4784">
                  <a:moveTo>
                    <a:pt x="332" y="1"/>
                  </a:moveTo>
                  <a:cubicBezTo>
                    <a:pt x="141" y="1"/>
                    <a:pt x="0" y="273"/>
                    <a:pt x="181" y="434"/>
                  </a:cubicBezTo>
                  <a:cubicBezTo>
                    <a:pt x="2236" y="2013"/>
                    <a:pt x="3639" y="4168"/>
                    <a:pt x="4291" y="6674"/>
                  </a:cubicBezTo>
                  <a:cubicBezTo>
                    <a:pt x="4325" y="6809"/>
                    <a:pt x="4433" y="6868"/>
                    <a:pt x="4536" y="6868"/>
                  </a:cubicBezTo>
                  <a:cubicBezTo>
                    <a:pt x="4664" y="6868"/>
                    <a:pt x="4784" y="6777"/>
                    <a:pt x="4742" y="6624"/>
                  </a:cubicBezTo>
                  <a:cubicBezTo>
                    <a:pt x="4091" y="3993"/>
                    <a:pt x="2612" y="1712"/>
                    <a:pt x="482" y="58"/>
                  </a:cubicBezTo>
                  <a:cubicBezTo>
                    <a:pt x="431" y="18"/>
                    <a:pt x="380"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24"/>
            <p:cNvSpPr/>
            <p:nvPr/>
          </p:nvSpPr>
          <p:spPr>
            <a:xfrm>
              <a:off x="3260302" y="3229940"/>
              <a:ext cx="14473" cy="42689"/>
            </a:xfrm>
            <a:custGeom>
              <a:rect b="b" l="l" r="r" t="t"/>
              <a:pathLst>
                <a:path extrusionOk="0" h="2336" w="792">
                  <a:moveTo>
                    <a:pt x="324" y="0"/>
                  </a:moveTo>
                  <a:cubicBezTo>
                    <a:pt x="222" y="0"/>
                    <a:pt x="122" y="60"/>
                    <a:pt x="101" y="192"/>
                  </a:cubicBezTo>
                  <a:cubicBezTo>
                    <a:pt x="0" y="868"/>
                    <a:pt x="50" y="1545"/>
                    <a:pt x="276" y="2197"/>
                  </a:cubicBezTo>
                  <a:cubicBezTo>
                    <a:pt x="311" y="2294"/>
                    <a:pt x="391" y="2335"/>
                    <a:pt x="475" y="2335"/>
                  </a:cubicBezTo>
                  <a:cubicBezTo>
                    <a:pt x="627" y="2335"/>
                    <a:pt x="792" y="2199"/>
                    <a:pt x="727" y="2021"/>
                  </a:cubicBezTo>
                  <a:cubicBezTo>
                    <a:pt x="527" y="1445"/>
                    <a:pt x="476" y="868"/>
                    <a:pt x="577" y="267"/>
                  </a:cubicBezTo>
                  <a:cubicBezTo>
                    <a:pt x="591" y="98"/>
                    <a:pt x="455" y="0"/>
                    <a:pt x="32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24"/>
            <p:cNvSpPr/>
            <p:nvPr/>
          </p:nvSpPr>
          <p:spPr>
            <a:xfrm>
              <a:off x="3188594" y="3281492"/>
              <a:ext cx="34685" cy="70484"/>
            </a:xfrm>
            <a:custGeom>
              <a:rect b="b" l="l" r="r" t="t"/>
              <a:pathLst>
                <a:path extrusionOk="0" h="3857" w="1898">
                  <a:moveTo>
                    <a:pt x="249" y="1"/>
                  </a:moveTo>
                  <a:cubicBezTo>
                    <a:pt x="127" y="1"/>
                    <a:pt x="1" y="90"/>
                    <a:pt x="14" y="253"/>
                  </a:cubicBezTo>
                  <a:cubicBezTo>
                    <a:pt x="115" y="1556"/>
                    <a:pt x="566" y="2734"/>
                    <a:pt x="1393" y="3762"/>
                  </a:cubicBezTo>
                  <a:cubicBezTo>
                    <a:pt x="1440" y="3829"/>
                    <a:pt x="1501" y="3856"/>
                    <a:pt x="1563" y="3856"/>
                  </a:cubicBezTo>
                  <a:cubicBezTo>
                    <a:pt x="1730" y="3856"/>
                    <a:pt x="1897" y="3651"/>
                    <a:pt x="1769" y="3486"/>
                  </a:cubicBezTo>
                  <a:cubicBezTo>
                    <a:pt x="992" y="2534"/>
                    <a:pt x="566" y="1431"/>
                    <a:pt x="466" y="203"/>
                  </a:cubicBezTo>
                  <a:cubicBezTo>
                    <a:pt x="454" y="65"/>
                    <a:pt x="353" y="1"/>
                    <a:pt x="2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24"/>
            <p:cNvSpPr/>
            <p:nvPr/>
          </p:nvSpPr>
          <p:spPr>
            <a:xfrm>
              <a:off x="3117763" y="3229976"/>
              <a:ext cx="28965" cy="103158"/>
            </a:xfrm>
            <a:custGeom>
              <a:rect b="b" l="l" r="r" t="t"/>
              <a:pathLst>
                <a:path extrusionOk="0" h="5645" w="1585">
                  <a:moveTo>
                    <a:pt x="298" y="1"/>
                  </a:moveTo>
                  <a:cubicBezTo>
                    <a:pt x="149" y="1"/>
                    <a:pt x="0" y="137"/>
                    <a:pt x="81" y="315"/>
                  </a:cubicBezTo>
                  <a:cubicBezTo>
                    <a:pt x="808" y="1919"/>
                    <a:pt x="1108" y="3623"/>
                    <a:pt x="958" y="5378"/>
                  </a:cubicBezTo>
                  <a:cubicBezTo>
                    <a:pt x="944" y="5547"/>
                    <a:pt x="1088" y="5644"/>
                    <a:pt x="1221" y="5644"/>
                  </a:cubicBezTo>
                  <a:cubicBezTo>
                    <a:pt x="1326" y="5644"/>
                    <a:pt x="1423" y="5585"/>
                    <a:pt x="1434" y="5453"/>
                  </a:cubicBezTo>
                  <a:cubicBezTo>
                    <a:pt x="1585" y="3598"/>
                    <a:pt x="1284" y="1819"/>
                    <a:pt x="507" y="140"/>
                  </a:cubicBezTo>
                  <a:cubicBezTo>
                    <a:pt x="463" y="42"/>
                    <a:pt x="380" y="1"/>
                    <a:pt x="2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24"/>
            <p:cNvSpPr/>
            <p:nvPr/>
          </p:nvSpPr>
          <p:spPr>
            <a:xfrm>
              <a:off x="3594995" y="3052278"/>
              <a:ext cx="28983" cy="103597"/>
            </a:xfrm>
            <a:custGeom>
              <a:rect b="b" l="l" r="r" t="t"/>
              <a:pathLst>
                <a:path extrusionOk="0" h="5669" w="1586">
                  <a:moveTo>
                    <a:pt x="299" y="0"/>
                  </a:moveTo>
                  <a:cubicBezTo>
                    <a:pt x="149" y="0"/>
                    <a:pt x="0" y="137"/>
                    <a:pt x="81" y="315"/>
                  </a:cubicBezTo>
                  <a:cubicBezTo>
                    <a:pt x="808" y="1944"/>
                    <a:pt x="1134" y="3623"/>
                    <a:pt x="984" y="5402"/>
                  </a:cubicBezTo>
                  <a:cubicBezTo>
                    <a:pt x="970" y="5571"/>
                    <a:pt x="1106" y="5669"/>
                    <a:pt x="1232" y="5669"/>
                  </a:cubicBezTo>
                  <a:cubicBezTo>
                    <a:pt x="1331" y="5669"/>
                    <a:pt x="1424" y="5609"/>
                    <a:pt x="1435" y="5478"/>
                  </a:cubicBezTo>
                  <a:cubicBezTo>
                    <a:pt x="1585" y="3623"/>
                    <a:pt x="1284" y="1843"/>
                    <a:pt x="507" y="139"/>
                  </a:cubicBezTo>
                  <a:cubicBezTo>
                    <a:pt x="463" y="41"/>
                    <a:pt x="381" y="0"/>
                    <a:pt x="29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24"/>
            <p:cNvSpPr/>
            <p:nvPr/>
          </p:nvSpPr>
          <p:spPr>
            <a:xfrm>
              <a:off x="3182308" y="3221113"/>
              <a:ext cx="16502" cy="30152"/>
            </a:xfrm>
            <a:custGeom>
              <a:rect b="b" l="l" r="r" t="t"/>
              <a:pathLst>
                <a:path extrusionOk="0" h="1650" w="903">
                  <a:moveTo>
                    <a:pt x="644" y="0"/>
                  </a:moveTo>
                  <a:cubicBezTo>
                    <a:pt x="544" y="0"/>
                    <a:pt x="441" y="54"/>
                    <a:pt x="409" y="173"/>
                  </a:cubicBezTo>
                  <a:lnTo>
                    <a:pt x="58" y="1401"/>
                  </a:lnTo>
                  <a:cubicBezTo>
                    <a:pt x="1" y="1558"/>
                    <a:pt x="129" y="1650"/>
                    <a:pt x="265" y="1650"/>
                  </a:cubicBezTo>
                  <a:cubicBezTo>
                    <a:pt x="369" y="1650"/>
                    <a:pt x="476" y="1596"/>
                    <a:pt x="509" y="1477"/>
                  </a:cubicBezTo>
                  <a:cubicBezTo>
                    <a:pt x="634" y="1076"/>
                    <a:pt x="759" y="650"/>
                    <a:pt x="860" y="249"/>
                  </a:cubicBezTo>
                  <a:cubicBezTo>
                    <a:pt x="902" y="92"/>
                    <a:pt x="776" y="0"/>
                    <a:pt x="6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24"/>
            <p:cNvSpPr/>
            <p:nvPr/>
          </p:nvSpPr>
          <p:spPr>
            <a:xfrm>
              <a:off x="3209866" y="3231310"/>
              <a:ext cx="13413" cy="30372"/>
            </a:xfrm>
            <a:custGeom>
              <a:rect b="b" l="l" r="r" t="t"/>
              <a:pathLst>
                <a:path extrusionOk="0" h="1662" w="734">
                  <a:moveTo>
                    <a:pt x="471" y="0"/>
                  </a:moveTo>
                  <a:cubicBezTo>
                    <a:pt x="367" y="0"/>
                    <a:pt x="262" y="60"/>
                    <a:pt x="229" y="192"/>
                  </a:cubicBezTo>
                  <a:cubicBezTo>
                    <a:pt x="179" y="593"/>
                    <a:pt x="104" y="994"/>
                    <a:pt x="28" y="1395"/>
                  </a:cubicBezTo>
                  <a:cubicBezTo>
                    <a:pt x="0" y="1564"/>
                    <a:pt x="130" y="1662"/>
                    <a:pt x="258" y="1662"/>
                  </a:cubicBezTo>
                  <a:cubicBezTo>
                    <a:pt x="358" y="1662"/>
                    <a:pt x="458" y="1602"/>
                    <a:pt x="480" y="1470"/>
                  </a:cubicBezTo>
                  <a:cubicBezTo>
                    <a:pt x="555" y="1069"/>
                    <a:pt x="630" y="668"/>
                    <a:pt x="705" y="267"/>
                  </a:cubicBezTo>
                  <a:cubicBezTo>
                    <a:pt x="733" y="98"/>
                    <a:pt x="603" y="0"/>
                    <a:pt x="47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24"/>
            <p:cNvSpPr/>
            <p:nvPr/>
          </p:nvSpPr>
          <p:spPr>
            <a:xfrm>
              <a:off x="3049162" y="3281071"/>
              <a:ext cx="10983" cy="23939"/>
            </a:xfrm>
            <a:custGeom>
              <a:rect b="b" l="l" r="r" t="t"/>
              <a:pathLst>
                <a:path extrusionOk="0" h="1310" w="601">
                  <a:moveTo>
                    <a:pt x="299" y="1"/>
                  </a:moveTo>
                  <a:cubicBezTo>
                    <a:pt x="222" y="1"/>
                    <a:pt x="152" y="44"/>
                    <a:pt x="126" y="151"/>
                  </a:cubicBezTo>
                  <a:cubicBezTo>
                    <a:pt x="25" y="476"/>
                    <a:pt x="0" y="802"/>
                    <a:pt x="101" y="1153"/>
                  </a:cubicBezTo>
                  <a:cubicBezTo>
                    <a:pt x="128" y="1263"/>
                    <a:pt x="205" y="1309"/>
                    <a:pt x="289" y="1309"/>
                  </a:cubicBezTo>
                  <a:cubicBezTo>
                    <a:pt x="435" y="1309"/>
                    <a:pt x="599" y="1169"/>
                    <a:pt x="552" y="978"/>
                  </a:cubicBezTo>
                  <a:cubicBezTo>
                    <a:pt x="476" y="777"/>
                    <a:pt x="476" y="552"/>
                    <a:pt x="552" y="326"/>
                  </a:cubicBezTo>
                  <a:cubicBezTo>
                    <a:pt x="600" y="148"/>
                    <a:pt x="439" y="1"/>
                    <a:pt x="2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24"/>
            <p:cNvSpPr/>
            <p:nvPr/>
          </p:nvSpPr>
          <p:spPr>
            <a:xfrm>
              <a:off x="3066321" y="3283794"/>
              <a:ext cx="11038" cy="25712"/>
            </a:xfrm>
            <a:custGeom>
              <a:rect b="b" l="l" r="r" t="t"/>
              <a:pathLst>
                <a:path extrusionOk="0" h="1407" w="604">
                  <a:moveTo>
                    <a:pt x="253" y="0"/>
                  </a:moveTo>
                  <a:cubicBezTo>
                    <a:pt x="126" y="0"/>
                    <a:pt x="0" y="89"/>
                    <a:pt x="14" y="252"/>
                  </a:cubicBezTo>
                  <a:lnTo>
                    <a:pt x="114" y="1205"/>
                  </a:lnTo>
                  <a:cubicBezTo>
                    <a:pt x="125" y="1343"/>
                    <a:pt x="232" y="1407"/>
                    <a:pt x="341" y="1407"/>
                  </a:cubicBezTo>
                  <a:cubicBezTo>
                    <a:pt x="470" y="1407"/>
                    <a:pt x="604" y="1317"/>
                    <a:pt x="590" y="1154"/>
                  </a:cubicBezTo>
                  <a:lnTo>
                    <a:pt x="490" y="202"/>
                  </a:lnTo>
                  <a:cubicBezTo>
                    <a:pt x="467" y="64"/>
                    <a:pt x="360" y="0"/>
                    <a:pt x="2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24"/>
            <p:cNvSpPr/>
            <p:nvPr/>
          </p:nvSpPr>
          <p:spPr>
            <a:xfrm>
              <a:off x="3242576" y="3397387"/>
              <a:ext cx="11641" cy="8753"/>
            </a:xfrm>
            <a:custGeom>
              <a:rect b="b" l="l" r="r" t="t"/>
              <a:pathLst>
                <a:path extrusionOk="0" h="479" w="637">
                  <a:moveTo>
                    <a:pt x="317" y="0"/>
                  </a:moveTo>
                  <a:cubicBezTo>
                    <a:pt x="310" y="0"/>
                    <a:pt x="302" y="0"/>
                    <a:pt x="294" y="1"/>
                  </a:cubicBezTo>
                  <a:cubicBezTo>
                    <a:pt x="1" y="26"/>
                    <a:pt x="41" y="478"/>
                    <a:pt x="321" y="478"/>
                  </a:cubicBezTo>
                  <a:cubicBezTo>
                    <a:pt x="328" y="478"/>
                    <a:pt x="336" y="478"/>
                    <a:pt x="344" y="477"/>
                  </a:cubicBezTo>
                  <a:cubicBezTo>
                    <a:pt x="636" y="429"/>
                    <a:pt x="597" y="0"/>
                    <a:pt x="3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48" name="Google Shape;2048;p24"/>
            <p:cNvGrpSpPr/>
            <p:nvPr/>
          </p:nvGrpSpPr>
          <p:grpSpPr>
            <a:xfrm flipH="1">
              <a:off x="2840362" y="3811172"/>
              <a:ext cx="204014" cy="28965"/>
              <a:chOff x="2271200" y="4131000"/>
              <a:chExt cx="279100" cy="39625"/>
            </a:xfrm>
          </p:grpSpPr>
          <p:sp>
            <p:nvSpPr>
              <p:cNvPr id="2049" name="Google Shape;2049;p24"/>
              <p:cNvSpPr/>
              <p:nvPr/>
            </p:nvSpPr>
            <p:spPr>
              <a:xfrm>
                <a:off x="2346625" y="4131000"/>
                <a:ext cx="43275" cy="10050"/>
              </a:xfrm>
              <a:custGeom>
                <a:rect b="b" l="l" r="r" t="t"/>
                <a:pathLst>
                  <a:path extrusionOk="0" h="402" w="1731">
                    <a:moveTo>
                      <a:pt x="151" y="0"/>
                    </a:moveTo>
                    <a:cubicBezTo>
                      <a:pt x="76" y="0"/>
                      <a:pt x="1" y="75"/>
                      <a:pt x="1" y="151"/>
                    </a:cubicBezTo>
                    <a:cubicBezTo>
                      <a:pt x="1" y="251"/>
                      <a:pt x="76" y="301"/>
                      <a:pt x="151" y="326"/>
                    </a:cubicBezTo>
                    <a:cubicBezTo>
                      <a:pt x="627" y="351"/>
                      <a:pt x="1104" y="376"/>
                      <a:pt x="1580" y="401"/>
                    </a:cubicBezTo>
                    <a:cubicBezTo>
                      <a:pt x="1655" y="401"/>
                      <a:pt x="1730" y="326"/>
                      <a:pt x="1730" y="251"/>
                    </a:cubicBezTo>
                    <a:cubicBezTo>
                      <a:pt x="1730" y="151"/>
                      <a:pt x="1655" y="100"/>
                      <a:pt x="1580" y="100"/>
                    </a:cubicBezTo>
                    <a:cubicBezTo>
                      <a:pt x="1104" y="50"/>
                      <a:pt x="627" y="25"/>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24"/>
              <p:cNvSpPr/>
              <p:nvPr/>
            </p:nvSpPr>
            <p:spPr>
              <a:xfrm>
                <a:off x="2304025" y="4157275"/>
                <a:ext cx="246275" cy="11950"/>
              </a:xfrm>
              <a:custGeom>
                <a:rect b="b" l="l" r="r" t="t"/>
                <a:pathLst>
                  <a:path extrusionOk="0" h="478" w="9851">
                    <a:moveTo>
                      <a:pt x="180" y="0"/>
                    </a:moveTo>
                    <a:cubicBezTo>
                      <a:pt x="1" y="0"/>
                      <a:pt x="8" y="303"/>
                      <a:pt x="201" y="303"/>
                    </a:cubicBezTo>
                    <a:lnTo>
                      <a:pt x="9650" y="478"/>
                    </a:lnTo>
                    <a:cubicBezTo>
                      <a:pt x="9850" y="478"/>
                      <a:pt x="9850" y="177"/>
                      <a:pt x="9650" y="177"/>
                    </a:cubicBezTo>
                    <a:cubicBezTo>
                      <a:pt x="6492" y="102"/>
                      <a:pt x="3334" y="52"/>
                      <a:pt x="201" y="2"/>
                    </a:cubicBezTo>
                    <a:cubicBezTo>
                      <a:pt x="194" y="1"/>
                      <a:pt x="187"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24"/>
              <p:cNvSpPr/>
              <p:nvPr/>
            </p:nvSpPr>
            <p:spPr>
              <a:xfrm>
                <a:off x="2271200" y="4162800"/>
                <a:ext cx="11175" cy="7825"/>
              </a:xfrm>
              <a:custGeom>
                <a:rect b="b" l="l" r="r" t="t"/>
                <a:pathLst>
                  <a:path extrusionOk="0" h="313" w="447">
                    <a:moveTo>
                      <a:pt x="229" y="1"/>
                    </a:moveTo>
                    <a:cubicBezTo>
                      <a:pt x="216" y="1"/>
                      <a:pt x="201" y="3"/>
                      <a:pt x="186" y="6"/>
                    </a:cubicBezTo>
                    <a:cubicBezTo>
                      <a:pt x="1" y="53"/>
                      <a:pt x="72" y="313"/>
                      <a:pt x="222" y="313"/>
                    </a:cubicBezTo>
                    <a:cubicBezTo>
                      <a:pt x="235" y="313"/>
                      <a:pt x="248" y="311"/>
                      <a:pt x="261" y="307"/>
                    </a:cubicBezTo>
                    <a:cubicBezTo>
                      <a:pt x="446" y="261"/>
                      <a:pt x="396" y="1"/>
                      <a:pt x="229"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52" name="Google Shape;2052;p24"/>
            <p:cNvSpPr/>
            <p:nvPr/>
          </p:nvSpPr>
          <p:spPr>
            <a:xfrm>
              <a:off x="519148" y="1087523"/>
              <a:ext cx="3267416" cy="3211478"/>
            </a:xfrm>
            <a:custGeom>
              <a:rect b="b" l="l" r="r" t="t"/>
              <a:pathLst>
                <a:path extrusionOk="0" h="175738" w="178799">
                  <a:moveTo>
                    <a:pt x="90432" y="346"/>
                  </a:moveTo>
                  <a:cubicBezTo>
                    <a:pt x="93849" y="346"/>
                    <a:pt x="97271" y="572"/>
                    <a:pt x="100678" y="1037"/>
                  </a:cubicBezTo>
                  <a:cubicBezTo>
                    <a:pt x="109400" y="2240"/>
                    <a:pt x="117846" y="4571"/>
                    <a:pt x="125791" y="8406"/>
                  </a:cubicBezTo>
                  <a:cubicBezTo>
                    <a:pt x="133585" y="12165"/>
                    <a:pt x="140753" y="17177"/>
                    <a:pt x="147094" y="23067"/>
                  </a:cubicBezTo>
                  <a:cubicBezTo>
                    <a:pt x="159776" y="34947"/>
                    <a:pt x="169149" y="50411"/>
                    <a:pt x="173711" y="67178"/>
                  </a:cubicBezTo>
                  <a:cubicBezTo>
                    <a:pt x="178347" y="84070"/>
                    <a:pt x="177846" y="102165"/>
                    <a:pt x="171380" y="118531"/>
                  </a:cubicBezTo>
                  <a:cubicBezTo>
                    <a:pt x="164813" y="135223"/>
                    <a:pt x="152658" y="149459"/>
                    <a:pt x="137846" y="159459"/>
                  </a:cubicBezTo>
                  <a:cubicBezTo>
                    <a:pt x="123184" y="169384"/>
                    <a:pt x="105665" y="175324"/>
                    <a:pt x="87896" y="175349"/>
                  </a:cubicBezTo>
                  <a:cubicBezTo>
                    <a:pt x="83485" y="175349"/>
                    <a:pt x="79074" y="174973"/>
                    <a:pt x="74738" y="174246"/>
                  </a:cubicBezTo>
                  <a:cubicBezTo>
                    <a:pt x="74736" y="174246"/>
                    <a:pt x="74734" y="174245"/>
                    <a:pt x="74733" y="174245"/>
                  </a:cubicBezTo>
                  <a:lnTo>
                    <a:pt x="74733" y="174245"/>
                  </a:lnTo>
                  <a:cubicBezTo>
                    <a:pt x="56840" y="171161"/>
                    <a:pt x="40526" y="161763"/>
                    <a:pt x="27996" y="148732"/>
                  </a:cubicBezTo>
                  <a:cubicBezTo>
                    <a:pt x="15464" y="135724"/>
                    <a:pt x="6542" y="119058"/>
                    <a:pt x="3284" y="101263"/>
                  </a:cubicBezTo>
                  <a:cubicBezTo>
                    <a:pt x="0" y="83343"/>
                    <a:pt x="3033" y="64947"/>
                    <a:pt x="11630" y="48907"/>
                  </a:cubicBezTo>
                  <a:cubicBezTo>
                    <a:pt x="20101" y="33117"/>
                    <a:pt x="33384" y="19985"/>
                    <a:pt x="49048" y="11363"/>
                  </a:cubicBezTo>
                  <a:cubicBezTo>
                    <a:pt x="61673" y="4372"/>
                    <a:pt x="76002" y="346"/>
                    <a:pt x="90432" y="346"/>
                  </a:cubicBezTo>
                  <a:close/>
                  <a:moveTo>
                    <a:pt x="90506" y="1"/>
                  </a:moveTo>
                  <a:cubicBezTo>
                    <a:pt x="80376" y="1"/>
                    <a:pt x="70268" y="1850"/>
                    <a:pt x="60677" y="5498"/>
                  </a:cubicBezTo>
                  <a:cubicBezTo>
                    <a:pt x="43835" y="11889"/>
                    <a:pt x="28923" y="23293"/>
                    <a:pt x="18221" y="37754"/>
                  </a:cubicBezTo>
                  <a:cubicBezTo>
                    <a:pt x="7469" y="52240"/>
                    <a:pt x="1229" y="69885"/>
                    <a:pt x="1529" y="88005"/>
                  </a:cubicBezTo>
                  <a:cubicBezTo>
                    <a:pt x="1855" y="106276"/>
                    <a:pt x="8472" y="124171"/>
                    <a:pt x="19199" y="138882"/>
                  </a:cubicBezTo>
                  <a:cubicBezTo>
                    <a:pt x="29800" y="153469"/>
                    <a:pt x="44562" y="165198"/>
                    <a:pt x="61630" y="171238"/>
                  </a:cubicBezTo>
                  <a:cubicBezTo>
                    <a:pt x="65865" y="172742"/>
                    <a:pt x="70201" y="173895"/>
                    <a:pt x="74612" y="174647"/>
                  </a:cubicBezTo>
                  <a:cubicBezTo>
                    <a:pt x="74612" y="174647"/>
                    <a:pt x="74612" y="174647"/>
                    <a:pt x="74612" y="174647"/>
                  </a:cubicBezTo>
                  <a:lnTo>
                    <a:pt x="74612" y="174647"/>
                  </a:lnTo>
                  <a:cubicBezTo>
                    <a:pt x="74615" y="174647"/>
                    <a:pt x="74617" y="174648"/>
                    <a:pt x="74619" y="174648"/>
                  </a:cubicBezTo>
                  <a:lnTo>
                    <a:pt x="74619" y="174648"/>
                  </a:lnTo>
                  <a:cubicBezTo>
                    <a:pt x="78965" y="175383"/>
                    <a:pt x="83347" y="175738"/>
                    <a:pt x="87723" y="175738"/>
                  </a:cubicBezTo>
                  <a:cubicBezTo>
                    <a:pt x="101235" y="175738"/>
                    <a:pt x="114684" y="172358"/>
                    <a:pt x="126818" y="166376"/>
                  </a:cubicBezTo>
                  <a:cubicBezTo>
                    <a:pt x="142883" y="158431"/>
                    <a:pt x="156793" y="145950"/>
                    <a:pt x="165966" y="130536"/>
                  </a:cubicBezTo>
                  <a:cubicBezTo>
                    <a:pt x="175089" y="115123"/>
                    <a:pt x="178798" y="97203"/>
                    <a:pt x="176593" y="79459"/>
                  </a:cubicBezTo>
                  <a:cubicBezTo>
                    <a:pt x="174437" y="62190"/>
                    <a:pt x="167094" y="45699"/>
                    <a:pt x="156167" y="32215"/>
                  </a:cubicBezTo>
                  <a:cubicBezTo>
                    <a:pt x="145164" y="18631"/>
                    <a:pt x="130277" y="8055"/>
                    <a:pt x="113385" y="3218"/>
                  </a:cubicBezTo>
                  <a:cubicBezTo>
                    <a:pt x="105891" y="1066"/>
                    <a:pt x="98193" y="1"/>
                    <a:pt x="905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24"/>
            <p:cNvSpPr/>
            <p:nvPr/>
          </p:nvSpPr>
          <p:spPr>
            <a:xfrm>
              <a:off x="1094860" y="1319898"/>
              <a:ext cx="1901197" cy="192373"/>
            </a:xfrm>
            <a:custGeom>
              <a:rect b="b" l="l" r="r" t="t"/>
              <a:pathLst>
                <a:path extrusionOk="0" h="10527" w="104037">
                  <a:moveTo>
                    <a:pt x="102858" y="0"/>
                  </a:moveTo>
                  <a:cubicBezTo>
                    <a:pt x="96743" y="426"/>
                    <a:pt x="90602" y="878"/>
                    <a:pt x="84487" y="1379"/>
                  </a:cubicBezTo>
                  <a:cubicBezTo>
                    <a:pt x="70352" y="2482"/>
                    <a:pt x="56216" y="3735"/>
                    <a:pt x="42106" y="5113"/>
                  </a:cubicBezTo>
                  <a:cubicBezTo>
                    <a:pt x="28422" y="6441"/>
                    <a:pt x="14762" y="7895"/>
                    <a:pt x="1128" y="9549"/>
                  </a:cubicBezTo>
                  <a:cubicBezTo>
                    <a:pt x="752" y="9875"/>
                    <a:pt x="376" y="10201"/>
                    <a:pt x="0" y="10527"/>
                  </a:cubicBezTo>
                  <a:cubicBezTo>
                    <a:pt x="12406" y="9023"/>
                    <a:pt x="24838" y="7670"/>
                    <a:pt x="37294" y="6416"/>
                  </a:cubicBezTo>
                  <a:cubicBezTo>
                    <a:pt x="51379" y="5013"/>
                    <a:pt x="65515" y="3735"/>
                    <a:pt x="79650" y="2582"/>
                  </a:cubicBezTo>
                  <a:cubicBezTo>
                    <a:pt x="87770" y="1930"/>
                    <a:pt x="95891" y="1329"/>
                    <a:pt x="104036" y="752"/>
                  </a:cubicBezTo>
                  <a:cubicBezTo>
                    <a:pt x="103635" y="502"/>
                    <a:pt x="103259" y="251"/>
                    <a:pt x="1028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24"/>
            <p:cNvSpPr/>
            <p:nvPr/>
          </p:nvSpPr>
          <p:spPr>
            <a:xfrm>
              <a:off x="869063" y="1518667"/>
              <a:ext cx="2373842" cy="235884"/>
            </a:xfrm>
            <a:custGeom>
              <a:rect b="b" l="l" r="r" t="t"/>
              <a:pathLst>
                <a:path extrusionOk="0" h="12908" w="129901">
                  <a:moveTo>
                    <a:pt x="129099" y="1"/>
                  </a:moveTo>
                  <a:cubicBezTo>
                    <a:pt x="117770" y="727"/>
                    <a:pt x="106467" y="1554"/>
                    <a:pt x="95164" y="2432"/>
                  </a:cubicBezTo>
                  <a:cubicBezTo>
                    <a:pt x="81028" y="3559"/>
                    <a:pt x="66918" y="4788"/>
                    <a:pt x="52783" y="6166"/>
                  </a:cubicBezTo>
                  <a:cubicBezTo>
                    <a:pt x="39073" y="7519"/>
                    <a:pt x="25389" y="8973"/>
                    <a:pt x="11705" y="10627"/>
                  </a:cubicBezTo>
                  <a:cubicBezTo>
                    <a:pt x="8046" y="11053"/>
                    <a:pt x="4386" y="11529"/>
                    <a:pt x="727" y="11981"/>
                  </a:cubicBezTo>
                  <a:cubicBezTo>
                    <a:pt x="477" y="12306"/>
                    <a:pt x="251" y="12607"/>
                    <a:pt x="0" y="12908"/>
                  </a:cubicBezTo>
                  <a:cubicBezTo>
                    <a:pt x="2457" y="12607"/>
                    <a:pt x="4913" y="12281"/>
                    <a:pt x="7394" y="11981"/>
                  </a:cubicBezTo>
                  <a:cubicBezTo>
                    <a:pt x="20903" y="10326"/>
                    <a:pt x="34437" y="8848"/>
                    <a:pt x="47971" y="7494"/>
                  </a:cubicBezTo>
                  <a:cubicBezTo>
                    <a:pt x="62081" y="6066"/>
                    <a:pt x="76191" y="4813"/>
                    <a:pt x="90327" y="3660"/>
                  </a:cubicBezTo>
                  <a:cubicBezTo>
                    <a:pt x="103510" y="2582"/>
                    <a:pt x="116693" y="1630"/>
                    <a:pt x="129901" y="803"/>
                  </a:cubicBezTo>
                  <a:cubicBezTo>
                    <a:pt x="129625" y="527"/>
                    <a:pt x="129375" y="276"/>
                    <a:pt x="12909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24"/>
            <p:cNvSpPr/>
            <p:nvPr/>
          </p:nvSpPr>
          <p:spPr>
            <a:xfrm>
              <a:off x="1313785" y="3902578"/>
              <a:ext cx="1869126" cy="162147"/>
            </a:xfrm>
            <a:custGeom>
              <a:rect b="b" l="l" r="r" t="t"/>
              <a:pathLst>
                <a:path extrusionOk="0" h="8873" w="102282">
                  <a:moveTo>
                    <a:pt x="102282" y="0"/>
                  </a:moveTo>
                  <a:cubicBezTo>
                    <a:pt x="99324" y="176"/>
                    <a:pt x="96342" y="351"/>
                    <a:pt x="93384" y="527"/>
                  </a:cubicBezTo>
                  <a:cubicBezTo>
                    <a:pt x="79750" y="1354"/>
                    <a:pt x="66116" y="2306"/>
                    <a:pt x="52507" y="3384"/>
                  </a:cubicBezTo>
                  <a:cubicBezTo>
                    <a:pt x="38372" y="4512"/>
                    <a:pt x="24236" y="5765"/>
                    <a:pt x="10126" y="7118"/>
                  </a:cubicBezTo>
                  <a:cubicBezTo>
                    <a:pt x="6742" y="7469"/>
                    <a:pt x="3384" y="7795"/>
                    <a:pt x="0" y="8146"/>
                  </a:cubicBezTo>
                  <a:cubicBezTo>
                    <a:pt x="376" y="8396"/>
                    <a:pt x="752" y="8622"/>
                    <a:pt x="1128" y="8873"/>
                  </a:cubicBezTo>
                  <a:cubicBezTo>
                    <a:pt x="2532" y="8722"/>
                    <a:pt x="3910" y="8572"/>
                    <a:pt x="5289" y="8447"/>
                  </a:cubicBezTo>
                  <a:cubicBezTo>
                    <a:pt x="19399" y="7043"/>
                    <a:pt x="33534" y="5765"/>
                    <a:pt x="47670" y="4612"/>
                  </a:cubicBezTo>
                  <a:cubicBezTo>
                    <a:pt x="61354" y="3509"/>
                    <a:pt x="75038" y="2507"/>
                    <a:pt x="88748" y="1655"/>
                  </a:cubicBezTo>
                  <a:cubicBezTo>
                    <a:pt x="92883" y="1379"/>
                    <a:pt x="97044" y="1153"/>
                    <a:pt x="101179" y="903"/>
                  </a:cubicBezTo>
                  <a:cubicBezTo>
                    <a:pt x="101530" y="627"/>
                    <a:pt x="101906" y="326"/>
                    <a:pt x="102282" y="0"/>
                  </a:cubicBezTo>
                  <a:close/>
                </a:path>
              </a:pathLst>
            </a:custGeom>
            <a:solidFill>
              <a:srgbClr val="E8A6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24"/>
            <p:cNvSpPr/>
            <p:nvPr/>
          </p:nvSpPr>
          <p:spPr>
            <a:xfrm>
              <a:off x="2377730" y="3586562"/>
              <a:ext cx="948086" cy="188700"/>
            </a:xfrm>
            <a:custGeom>
              <a:rect b="b" l="l" r="r" t="t"/>
              <a:pathLst>
                <a:path extrusionOk="0" h="10326" w="51881">
                  <a:moveTo>
                    <a:pt x="3935" y="0"/>
                  </a:moveTo>
                  <a:cubicBezTo>
                    <a:pt x="3910" y="100"/>
                    <a:pt x="3860" y="176"/>
                    <a:pt x="3810" y="276"/>
                  </a:cubicBezTo>
                  <a:lnTo>
                    <a:pt x="3760" y="376"/>
                  </a:lnTo>
                  <a:lnTo>
                    <a:pt x="3634" y="351"/>
                  </a:lnTo>
                  <a:cubicBezTo>
                    <a:pt x="3108" y="1754"/>
                    <a:pt x="201" y="9399"/>
                    <a:pt x="50" y="10150"/>
                  </a:cubicBezTo>
                  <a:lnTo>
                    <a:pt x="0" y="10326"/>
                  </a:lnTo>
                  <a:lnTo>
                    <a:pt x="51579" y="10326"/>
                  </a:lnTo>
                  <a:cubicBezTo>
                    <a:pt x="51680" y="10226"/>
                    <a:pt x="51780" y="10125"/>
                    <a:pt x="51880" y="10025"/>
                  </a:cubicBezTo>
                  <a:lnTo>
                    <a:pt x="401" y="10025"/>
                  </a:lnTo>
                  <a:cubicBezTo>
                    <a:pt x="877" y="8496"/>
                    <a:pt x="3960" y="351"/>
                    <a:pt x="4010" y="251"/>
                  </a:cubicBezTo>
                  <a:lnTo>
                    <a:pt x="4035" y="201"/>
                  </a:lnTo>
                  <a:lnTo>
                    <a:pt x="393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24"/>
            <p:cNvSpPr/>
            <p:nvPr/>
          </p:nvSpPr>
          <p:spPr>
            <a:xfrm>
              <a:off x="2169787" y="2546428"/>
              <a:ext cx="200176" cy="626569"/>
            </a:xfrm>
            <a:custGeom>
              <a:rect b="b" l="l" r="r" t="t"/>
              <a:pathLst>
                <a:path extrusionOk="0" h="34287" w="10954">
                  <a:moveTo>
                    <a:pt x="3535" y="0"/>
                  </a:moveTo>
                  <a:lnTo>
                    <a:pt x="4011" y="6041"/>
                  </a:lnTo>
                  <a:cubicBezTo>
                    <a:pt x="3735" y="6692"/>
                    <a:pt x="1" y="15439"/>
                    <a:pt x="3384" y="24111"/>
                  </a:cubicBezTo>
                  <a:cubicBezTo>
                    <a:pt x="5189" y="28697"/>
                    <a:pt x="7144" y="31605"/>
                    <a:pt x="9926" y="33885"/>
                  </a:cubicBezTo>
                  <a:cubicBezTo>
                    <a:pt x="10051" y="33986"/>
                    <a:pt x="10176" y="34061"/>
                    <a:pt x="10302" y="34161"/>
                  </a:cubicBezTo>
                  <a:cubicBezTo>
                    <a:pt x="10452" y="34161"/>
                    <a:pt x="10627" y="34161"/>
                    <a:pt x="10803" y="34211"/>
                  </a:cubicBezTo>
                  <a:lnTo>
                    <a:pt x="10853" y="34211"/>
                  </a:lnTo>
                  <a:cubicBezTo>
                    <a:pt x="10591" y="34015"/>
                    <a:pt x="10349" y="33835"/>
                    <a:pt x="10126" y="33635"/>
                  </a:cubicBezTo>
                  <a:cubicBezTo>
                    <a:pt x="7369" y="31404"/>
                    <a:pt x="5439" y="28522"/>
                    <a:pt x="3685" y="24011"/>
                  </a:cubicBezTo>
                  <a:cubicBezTo>
                    <a:pt x="201" y="15138"/>
                    <a:pt x="4286" y="6216"/>
                    <a:pt x="4312" y="6141"/>
                  </a:cubicBezTo>
                  <a:lnTo>
                    <a:pt x="4337" y="6091"/>
                  </a:lnTo>
                  <a:lnTo>
                    <a:pt x="3911" y="828"/>
                  </a:lnTo>
                  <a:cubicBezTo>
                    <a:pt x="3785" y="552"/>
                    <a:pt x="3660" y="276"/>
                    <a:pt x="3535" y="0"/>
                  </a:cubicBezTo>
                  <a:close/>
                  <a:moveTo>
                    <a:pt x="10853" y="34211"/>
                  </a:moveTo>
                  <a:cubicBezTo>
                    <a:pt x="10886" y="34236"/>
                    <a:pt x="10919" y="34261"/>
                    <a:pt x="10953" y="34286"/>
                  </a:cubicBezTo>
                  <a:cubicBezTo>
                    <a:pt x="10903" y="34236"/>
                    <a:pt x="10853" y="34211"/>
                    <a:pt x="10853" y="3421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24"/>
            <p:cNvSpPr/>
            <p:nvPr/>
          </p:nvSpPr>
          <p:spPr>
            <a:xfrm>
              <a:off x="2556342" y="3249914"/>
              <a:ext cx="196503" cy="28416"/>
            </a:xfrm>
            <a:custGeom>
              <a:rect b="b" l="l" r="r" t="t"/>
              <a:pathLst>
                <a:path extrusionOk="0" h="1555" w="10753">
                  <a:moveTo>
                    <a:pt x="1" y="1"/>
                  </a:moveTo>
                  <a:cubicBezTo>
                    <a:pt x="2973" y="890"/>
                    <a:pt x="6226" y="1554"/>
                    <a:pt x="9323" y="1554"/>
                  </a:cubicBezTo>
                  <a:cubicBezTo>
                    <a:pt x="9804" y="1554"/>
                    <a:pt x="10281" y="1538"/>
                    <a:pt x="10753" y="1505"/>
                  </a:cubicBezTo>
                  <a:cubicBezTo>
                    <a:pt x="6642" y="1204"/>
                    <a:pt x="3083" y="703"/>
                    <a:pt x="1"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24"/>
            <p:cNvSpPr/>
            <p:nvPr/>
          </p:nvSpPr>
          <p:spPr>
            <a:xfrm>
              <a:off x="1202952" y="2444440"/>
              <a:ext cx="578014" cy="396734"/>
            </a:xfrm>
            <a:custGeom>
              <a:rect b="b" l="l" r="r" t="t"/>
              <a:pathLst>
                <a:path extrusionOk="0" h="21710" w="31630">
                  <a:moveTo>
                    <a:pt x="24046" y="2292"/>
                  </a:moveTo>
                  <a:cubicBezTo>
                    <a:pt x="24059" y="2292"/>
                    <a:pt x="24072" y="2294"/>
                    <a:pt x="24086" y="2298"/>
                  </a:cubicBezTo>
                  <a:cubicBezTo>
                    <a:pt x="24161" y="2323"/>
                    <a:pt x="24211" y="2398"/>
                    <a:pt x="24186" y="2474"/>
                  </a:cubicBezTo>
                  <a:cubicBezTo>
                    <a:pt x="24136" y="2624"/>
                    <a:pt x="24111" y="2799"/>
                    <a:pt x="24086" y="2950"/>
                  </a:cubicBezTo>
                  <a:cubicBezTo>
                    <a:pt x="24060" y="3025"/>
                    <a:pt x="23985" y="3075"/>
                    <a:pt x="23910" y="3075"/>
                  </a:cubicBezTo>
                  <a:cubicBezTo>
                    <a:pt x="23835" y="3050"/>
                    <a:pt x="23785" y="2975"/>
                    <a:pt x="23810" y="2900"/>
                  </a:cubicBezTo>
                  <a:cubicBezTo>
                    <a:pt x="23835" y="2724"/>
                    <a:pt x="23885" y="2574"/>
                    <a:pt x="23910" y="2398"/>
                  </a:cubicBezTo>
                  <a:cubicBezTo>
                    <a:pt x="23931" y="2337"/>
                    <a:pt x="23985" y="2292"/>
                    <a:pt x="24046" y="2292"/>
                  </a:cubicBezTo>
                  <a:close/>
                  <a:moveTo>
                    <a:pt x="23628" y="2362"/>
                  </a:moveTo>
                  <a:cubicBezTo>
                    <a:pt x="23640" y="2362"/>
                    <a:pt x="23651" y="2365"/>
                    <a:pt x="23659" y="2373"/>
                  </a:cubicBezTo>
                  <a:cubicBezTo>
                    <a:pt x="23735" y="2398"/>
                    <a:pt x="23785" y="2449"/>
                    <a:pt x="23760" y="2524"/>
                  </a:cubicBezTo>
                  <a:cubicBezTo>
                    <a:pt x="23735" y="2699"/>
                    <a:pt x="23735" y="2850"/>
                    <a:pt x="23710" y="3025"/>
                  </a:cubicBezTo>
                  <a:cubicBezTo>
                    <a:pt x="23710" y="3050"/>
                    <a:pt x="23659" y="3100"/>
                    <a:pt x="23634" y="3100"/>
                  </a:cubicBezTo>
                  <a:cubicBezTo>
                    <a:pt x="23609" y="3125"/>
                    <a:pt x="23559" y="3125"/>
                    <a:pt x="23534" y="3125"/>
                  </a:cubicBezTo>
                  <a:cubicBezTo>
                    <a:pt x="23459" y="3100"/>
                    <a:pt x="23409" y="3050"/>
                    <a:pt x="23434" y="2950"/>
                  </a:cubicBezTo>
                  <a:cubicBezTo>
                    <a:pt x="23459" y="2799"/>
                    <a:pt x="23459" y="2624"/>
                    <a:pt x="23484" y="2474"/>
                  </a:cubicBezTo>
                  <a:cubicBezTo>
                    <a:pt x="23509" y="2449"/>
                    <a:pt x="23534" y="2398"/>
                    <a:pt x="23559" y="2373"/>
                  </a:cubicBezTo>
                  <a:cubicBezTo>
                    <a:pt x="23576" y="2373"/>
                    <a:pt x="23604" y="2362"/>
                    <a:pt x="23628" y="2362"/>
                  </a:cubicBezTo>
                  <a:close/>
                  <a:moveTo>
                    <a:pt x="28572" y="3233"/>
                  </a:moveTo>
                  <a:cubicBezTo>
                    <a:pt x="28671" y="3233"/>
                    <a:pt x="28765" y="3324"/>
                    <a:pt x="28697" y="3426"/>
                  </a:cubicBezTo>
                  <a:cubicBezTo>
                    <a:pt x="28673" y="3482"/>
                    <a:pt x="28631" y="3505"/>
                    <a:pt x="28587" y="3505"/>
                  </a:cubicBezTo>
                  <a:cubicBezTo>
                    <a:pt x="28495" y="3505"/>
                    <a:pt x="28395" y="3403"/>
                    <a:pt x="28446" y="3301"/>
                  </a:cubicBezTo>
                  <a:cubicBezTo>
                    <a:pt x="28478" y="3253"/>
                    <a:pt x="28526" y="3233"/>
                    <a:pt x="28572" y="3233"/>
                  </a:cubicBezTo>
                  <a:close/>
                  <a:moveTo>
                    <a:pt x="19438" y="4748"/>
                  </a:moveTo>
                  <a:cubicBezTo>
                    <a:pt x="19499" y="4748"/>
                    <a:pt x="19554" y="4793"/>
                    <a:pt x="19574" y="4855"/>
                  </a:cubicBezTo>
                  <a:cubicBezTo>
                    <a:pt x="19599" y="4930"/>
                    <a:pt x="19549" y="5005"/>
                    <a:pt x="19499" y="5030"/>
                  </a:cubicBezTo>
                  <a:cubicBezTo>
                    <a:pt x="18948" y="5281"/>
                    <a:pt x="18471" y="5581"/>
                    <a:pt x="17995" y="5932"/>
                  </a:cubicBezTo>
                  <a:cubicBezTo>
                    <a:pt x="17978" y="5950"/>
                    <a:pt x="17953" y="5958"/>
                    <a:pt x="17928" y="5958"/>
                  </a:cubicBezTo>
                  <a:cubicBezTo>
                    <a:pt x="17880" y="5958"/>
                    <a:pt x="17827" y="5931"/>
                    <a:pt x="17795" y="5882"/>
                  </a:cubicBezTo>
                  <a:cubicBezTo>
                    <a:pt x="17770" y="5807"/>
                    <a:pt x="17795" y="5732"/>
                    <a:pt x="17845" y="5682"/>
                  </a:cubicBezTo>
                  <a:cubicBezTo>
                    <a:pt x="18321" y="5331"/>
                    <a:pt x="18847" y="5005"/>
                    <a:pt x="19399" y="4754"/>
                  </a:cubicBezTo>
                  <a:cubicBezTo>
                    <a:pt x="19412" y="4750"/>
                    <a:pt x="19425" y="4748"/>
                    <a:pt x="19438" y="4748"/>
                  </a:cubicBezTo>
                  <a:close/>
                  <a:moveTo>
                    <a:pt x="27817" y="3754"/>
                  </a:moveTo>
                  <a:cubicBezTo>
                    <a:pt x="27936" y="3754"/>
                    <a:pt x="28021" y="3940"/>
                    <a:pt x="27895" y="4003"/>
                  </a:cubicBezTo>
                  <a:cubicBezTo>
                    <a:pt x="26642" y="4679"/>
                    <a:pt x="25364" y="5331"/>
                    <a:pt x="24111" y="6008"/>
                  </a:cubicBezTo>
                  <a:cubicBezTo>
                    <a:pt x="24090" y="6018"/>
                    <a:pt x="24069" y="6023"/>
                    <a:pt x="24049" y="6023"/>
                  </a:cubicBezTo>
                  <a:cubicBezTo>
                    <a:pt x="23924" y="6023"/>
                    <a:pt x="23831" y="5843"/>
                    <a:pt x="23960" y="5757"/>
                  </a:cubicBezTo>
                  <a:cubicBezTo>
                    <a:pt x="25213" y="5105"/>
                    <a:pt x="26492" y="4429"/>
                    <a:pt x="27745" y="3777"/>
                  </a:cubicBezTo>
                  <a:cubicBezTo>
                    <a:pt x="27769" y="3761"/>
                    <a:pt x="27794" y="3754"/>
                    <a:pt x="27817" y="3754"/>
                  </a:cubicBezTo>
                  <a:close/>
                  <a:moveTo>
                    <a:pt x="14415" y="5806"/>
                  </a:moveTo>
                  <a:cubicBezTo>
                    <a:pt x="14461" y="5806"/>
                    <a:pt x="14504" y="5834"/>
                    <a:pt x="14537" y="5882"/>
                  </a:cubicBezTo>
                  <a:cubicBezTo>
                    <a:pt x="14587" y="5932"/>
                    <a:pt x="14562" y="6033"/>
                    <a:pt x="14486" y="6058"/>
                  </a:cubicBezTo>
                  <a:cubicBezTo>
                    <a:pt x="14186" y="6208"/>
                    <a:pt x="13910" y="6409"/>
                    <a:pt x="13659" y="6609"/>
                  </a:cubicBezTo>
                  <a:cubicBezTo>
                    <a:pt x="13628" y="6640"/>
                    <a:pt x="13588" y="6661"/>
                    <a:pt x="13544" y="6661"/>
                  </a:cubicBezTo>
                  <a:cubicBezTo>
                    <a:pt x="13516" y="6661"/>
                    <a:pt x="13488" y="6653"/>
                    <a:pt x="13459" y="6634"/>
                  </a:cubicBezTo>
                  <a:cubicBezTo>
                    <a:pt x="13409" y="6584"/>
                    <a:pt x="13409" y="6484"/>
                    <a:pt x="13459" y="6434"/>
                  </a:cubicBezTo>
                  <a:cubicBezTo>
                    <a:pt x="13735" y="6183"/>
                    <a:pt x="14035" y="5982"/>
                    <a:pt x="14336" y="5832"/>
                  </a:cubicBezTo>
                  <a:cubicBezTo>
                    <a:pt x="14363" y="5814"/>
                    <a:pt x="14389" y="5806"/>
                    <a:pt x="14415" y="5806"/>
                  </a:cubicBezTo>
                  <a:close/>
                  <a:moveTo>
                    <a:pt x="23960" y="7286"/>
                  </a:moveTo>
                  <a:cubicBezTo>
                    <a:pt x="24562" y="7336"/>
                    <a:pt x="25038" y="7937"/>
                    <a:pt x="24913" y="8539"/>
                  </a:cubicBezTo>
                  <a:cubicBezTo>
                    <a:pt x="24903" y="8609"/>
                    <a:pt x="24853" y="8639"/>
                    <a:pt x="24799" y="8639"/>
                  </a:cubicBezTo>
                  <a:cubicBezTo>
                    <a:pt x="24716" y="8639"/>
                    <a:pt x="24622" y="8569"/>
                    <a:pt x="24637" y="8464"/>
                  </a:cubicBezTo>
                  <a:cubicBezTo>
                    <a:pt x="24662" y="8439"/>
                    <a:pt x="24662" y="8388"/>
                    <a:pt x="24662" y="8338"/>
                  </a:cubicBezTo>
                  <a:lnTo>
                    <a:pt x="24086" y="7586"/>
                  </a:lnTo>
                  <a:cubicBezTo>
                    <a:pt x="24035" y="7586"/>
                    <a:pt x="24010" y="7561"/>
                    <a:pt x="23960" y="7561"/>
                  </a:cubicBezTo>
                  <a:cubicBezTo>
                    <a:pt x="23885" y="7561"/>
                    <a:pt x="23810" y="7511"/>
                    <a:pt x="23810" y="7436"/>
                  </a:cubicBezTo>
                  <a:cubicBezTo>
                    <a:pt x="23810" y="7361"/>
                    <a:pt x="23885" y="7286"/>
                    <a:pt x="23960" y="7286"/>
                  </a:cubicBezTo>
                  <a:close/>
                  <a:moveTo>
                    <a:pt x="24780" y="9181"/>
                  </a:moveTo>
                  <a:cubicBezTo>
                    <a:pt x="24870" y="9181"/>
                    <a:pt x="24962" y="9275"/>
                    <a:pt x="24913" y="9391"/>
                  </a:cubicBezTo>
                  <a:cubicBezTo>
                    <a:pt x="24881" y="9439"/>
                    <a:pt x="24836" y="9459"/>
                    <a:pt x="24792" y="9459"/>
                  </a:cubicBezTo>
                  <a:cubicBezTo>
                    <a:pt x="24699" y="9459"/>
                    <a:pt x="24611" y="9368"/>
                    <a:pt x="24662" y="9266"/>
                  </a:cubicBezTo>
                  <a:cubicBezTo>
                    <a:pt x="24688" y="9206"/>
                    <a:pt x="24733" y="9181"/>
                    <a:pt x="24780" y="9181"/>
                  </a:cubicBezTo>
                  <a:close/>
                  <a:moveTo>
                    <a:pt x="25785" y="10915"/>
                  </a:moveTo>
                  <a:cubicBezTo>
                    <a:pt x="25795" y="10915"/>
                    <a:pt x="25805" y="10916"/>
                    <a:pt x="25815" y="10920"/>
                  </a:cubicBezTo>
                  <a:cubicBezTo>
                    <a:pt x="25890" y="10945"/>
                    <a:pt x="25940" y="11020"/>
                    <a:pt x="25915" y="11095"/>
                  </a:cubicBezTo>
                  <a:lnTo>
                    <a:pt x="25840" y="11496"/>
                  </a:lnTo>
                  <a:cubicBezTo>
                    <a:pt x="25818" y="11540"/>
                    <a:pt x="25759" y="11602"/>
                    <a:pt x="25695" y="11602"/>
                  </a:cubicBezTo>
                  <a:cubicBezTo>
                    <a:pt x="25685" y="11602"/>
                    <a:pt x="25675" y="11600"/>
                    <a:pt x="25664" y="11597"/>
                  </a:cubicBezTo>
                  <a:cubicBezTo>
                    <a:pt x="25589" y="11571"/>
                    <a:pt x="25539" y="11496"/>
                    <a:pt x="25564" y="11421"/>
                  </a:cubicBezTo>
                  <a:lnTo>
                    <a:pt x="25639" y="11045"/>
                  </a:lnTo>
                  <a:cubicBezTo>
                    <a:pt x="25661" y="10980"/>
                    <a:pt x="25720" y="10915"/>
                    <a:pt x="25785" y="10915"/>
                  </a:cubicBezTo>
                  <a:close/>
                  <a:moveTo>
                    <a:pt x="26327" y="11073"/>
                  </a:moveTo>
                  <a:cubicBezTo>
                    <a:pt x="26361" y="11073"/>
                    <a:pt x="26394" y="11086"/>
                    <a:pt x="26416" y="11120"/>
                  </a:cubicBezTo>
                  <a:cubicBezTo>
                    <a:pt x="26492" y="11170"/>
                    <a:pt x="26492" y="11246"/>
                    <a:pt x="26441" y="11296"/>
                  </a:cubicBezTo>
                  <a:cubicBezTo>
                    <a:pt x="26416" y="11321"/>
                    <a:pt x="26416" y="11321"/>
                    <a:pt x="26416" y="11346"/>
                  </a:cubicBezTo>
                  <a:lnTo>
                    <a:pt x="26391" y="11346"/>
                  </a:lnTo>
                  <a:cubicBezTo>
                    <a:pt x="26391" y="11371"/>
                    <a:pt x="26366" y="11396"/>
                    <a:pt x="26366" y="11421"/>
                  </a:cubicBezTo>
                  <a:cubicBezTo>
                    <a:pt x="26341" y="11446"/>
                    <a:pt x="26316" y="11496"/>
                    <a:pt x="26291" y="11546"/>
                  </a:cubicBezTo>
                  <a:cubicBezTo>
                    <a:pt x="26291" y="11546"/>
                    <a:pt x="26291" y="11571"/>
                    <a:pt x="26291" y="11571"/>
                  </a:cubicBezTo>
                  <a:cubicBezTo>
                    <a:pt x="26291" y="11571"/>
                    <a:pt x="26266" y="11571"/>
                    <a:pt x="26266" y="11597"/>
                  </a:cubicBezTo>
                  <a:cubicBezTo>
                    <a:pt x="26266" y="11597"/>
                    <a:pt x="26266" y="11622"/>
                    <a:pt x="26266" y="11647"/>
                  </a:cubicBezTo>
                  <a:cubicBezTo>
                    <a:pt x="26241" y="11697"/>
                    <a:pt x="26241" y="11747"/>
                    <a:pt x="26216" y="11797"/>
                  </a:cubicBezTo>
                  <a:cubicBezTo>
                    <a:pt x="26216" y="11872"/>
                    <a:pt x="26116" y="11922"/>
                    <a:pt x="26065" y="11922"/>
                  </a:cubicBezTo>
                  <a:cubicBezTo>
                    <a:pt x="25990" y="11897"/>
                    <a:pt x="25940" y="11822"/>
                    <a:pt x="25940" y="11747"/>
                  </a:cubicBezTo>
                  <a:cubicBezTo>
                    <a:pt x="25990" y="11521"/>
                    <a:pt x="26091" y="11296"/>
                    <a:pt x="26216" y="11120"/>
                  </a:cubicBezTo>
                  <a:cubicBezTo>
                    <a:pt x="26243" y="11093"/>
                    <a:pt x="26286" y="11073"/>
                    <a:pt x="26327" y="11073"/>
                  </a:cubicBezTo>
                  <a:close/>
                  <a:moveTo>
                    <a:pt x="19484" y="11751"/>
                  </a:moveTo>
                  <a:cubicBezTo>
                    <a:pt x="19505" y="11751"/>
                    <a:pt x="19527" y="11757"/>
                    <a:pt x="19549" y="11772"/>
                  </a:cubicBezTo>
                  <a:cubicBezTo>
                    <a:pt x="19624" y="11797"/>
                    <a:pt x="19649" y="11897"/>
                    <a:pt x="19599" y="11947"/>
                  </a:cubicBezTo>
                  <a:cubicBezTo>
                    <a:pt x="19549" y="12123"/>
                    <a:pt x="19474" y="12273"/>
                    <a:pt x="19399" y="12424"/>
                  </a:cubicBezTo>
                  <a:cubicBezTo>
                    <a:pt x="19383" y="12472"/>
                    <a:pt x="19335" y="12500"/>
                    <a:pt x="19283" y="12500"/>
                  </a:cubicBezTo>
                  <a:cubicBezTo>
                    <a:pt x="19255" y="12500"/>
                    <a:pt x="19225" y="12491"/>
                    <a:pt x="19198" y="12474"/>
                  </a:cubicBezTo>
                  <a:cubicBezTo>
                    <a:pt x="19148" y="12449"/>
                    <a:pt x="19123" y="12373"/>
                    <a:pt x="19148" y="12298"/>
                  </a:cubicBezTo>
                  <a:cubicBezTo>
                    <a:pt x="19223" y="12148"/>
                    <a:pt x="19299" y="11972"/>
                    <a:pt x="19349" y="11822"/>
                  </a:cubicBezTo>
                  <a:cubicBezTo>
                    <a:pt x="19384" y="11787"/>
                    <a:pt x="19432" y="11751"/>
                    <a:pt x="19484" y="11751"/>
                  </a:cubicBezTo>
                  <a:close/>
                  <a:moveTo>
                    <a:pt x="19916" y="12013"/>
                  </a:moveTo>
                  <a:cubicBezTo>
                    <a:pt x="19936" y="12013"/>
                    <a:pt x="19956" y="12016"/>
                    <a:pt x="19975" y="12023"/>
                  </a:cubicBezTo>
                  <a:cubicBezTo>
                    <a:pt x="20025" y="12073"/>
                    <a:pt x="20050" y="12148"/>
                    <a:pt x="20025" y="12223"/>
                  </a:cubicBezTo>
                  <a:cubicBezTo>
                    <a:pt x="19975" y="12348"/>
                    <a:pt x="19900" y="12474"/>
                    <a:pt x="19850" y="12574"/>
                  </a:cubicBezTo>
                  <a:cubicBezTo>
                    <a:pt x="19831" y="12630"/>
                    <a:pt x="19770" y="12659"/>
                    <a:pt x="19709" y="12659"/>
                  </a:cubicBezTo>
                  <a:cubicBezTo>
                    <a:pt x="19689" y="12659"/>
                    <a:pt x="19668" y="12655"/>
                    <a:pt x="19649" y="12649"/>
                  </a:cubicBezTo>
                  <a:cubicBezTo>
                    <a:pt x="19599" y="12599"/>
                    <a:pt x="19574" y="12524"/>
                    <a:pt x="19599" y="12449"/>
                  </a:cubicBezTo>
                  <a:cubicBezTo>
                    <a:pt x="19649" y="12323"/>
                    <a:pt x="19725" y="12223"/>
                    <a:pt x="19775" y="12098"/>
                  </a:cubicBezTo>
                  <a:cubicBezTo>
                    <a:pt x="19794" y="12041"/>
                    <a:pt x="19855" y="12013"/>
                    <a:pt x="19916" y="12013"/>
                  </a:cubicBezTo>
                  <a:close/>
                  <a:moveTo>
                    <a:pt x="11679" y="12825"/>
                  </a:moveTo>
                  <a:cubicBezTo>
                    <a:pt x="11730" y="12825"/>
                    <a:pt x="11755" y="12825"/>
                    <a:pt x="11780" y="12875"/>
                  </a:cubicBezTo>
                  <a:cubicBezTo>
                    <a:pt x="11805" y="12900"/>
                    <a:pt x="11830" y="12925"/>
                    <a:pt x="11830" y="12950"/>
                  </a:cubicBezTo>
                  <a:cubicBezTo>
                    <a:pt x="11830" y="13100"/>
                    <a:pt x="11805" y="13251"/>
                    <a:pt x="11805" y="13401"/>
                  </a:cubicBezTo>
                  <a:cubicBezTo>
                    <a:pt x="11805" y="13426"/>
                    <a:pt x="11805" y="13476"/>
                    <a:pt x="11780" y="13501"/>
                  </a:cubicBezTo>
                  <a:cubicBezTo>
                    <a:pt x="11755" y="13526"/>
                    <a:pt x="11705" y="13526"/>
                    <a:pt x="11679" y="13526"/>
                  </a:cubicBezTo>
                  <a:cubicBezTo>
                    <a:pt x="11629" y="13526"/>
                    <a:pt x="11604" y="13526"/>
                    <a:pt x="11579" y="13501"/>
                  </a:cubicBezTo>
                  <a:cubicBezTo>
                    <a:pt x="11554" y="13476"/>
                    <a:pt x="11529" y="13451"/>
                    <a:pt x="11529" y="13401"/>
                  </a:cubicBezTo>
                  <a:cubicBezTo>
                    <a:pt x="11529" y="13251"/>
                    <a:pt x="11554" y="13125"/>
                    <a:pt x="11554" y="12975"/>
                  </a:cubicBezTo>
                  <a:cubicBezTo>
                    <a:pt x="11554" y="12925"/>
                    <a:pt x="11554" y="12900"/>
                    <a:pt x="11579" y="12875"/>
                  </a:cubicBezTo>
                  <a:cubicBezTo>
                    <a:pt x="11604" y="12850"/>
                    <a:pt x="11654" y="12825"/>
                    <a:pt x="11679" y="12825"/>
                  </a:cubicBezTo>
                  <a:close/>
                  <a:moveTo>
                    <a:pt x="12049" y="12914"/>
                  </a:moveTo>
                  <a:cubicBezTo>
                    <a:pt x="12061" y="12914"/>
                    <a:pt x="12072" y="12917"/>
                    <a:pt x="12080" y="12925"/>
                  </a:cubicBezTo>
                  <a:cubicBezTo>
                    <a:pt x="12106" y="12925"/>
                    <a:pt x="12156" y="12950"/>
                    <a:pt x="12181" y="12975"/>
                  </a:cubicBezTo>
                  <a:cubicBezTo>
                    <a:pt x="12181" y="13000"/>
                    <a:pt x="12181" y="13050"/>
                    <a:pt x="12181" y="13075"/>
                  </a:cubicBezTo>
                  <a:cubicBezTo>
                    <a:pt x="12181" y="13201"/>
                    <a:pt x="12156" y="13301"/>
                    <a:pt x="12156" y="13426"/>
                  </a:cubicBezTo>
                  <a:cubicBezTo>
                    <a:pt x="12131" y="13451"/>
                    <a:pt x="12106" y="13501"/>
                    <a:pt x="12080" y="13501"/>
                  </a:cubicBezTo>
                  <a:cubicBezTo>
                    <a:pt x="12055" y="13526"/>
                    <a:pt x="12005" y="13526"/>
                    <a:pt x="11980" y="13526"/>
                  </a:cubicBezTo>
                  <a:cubicBezTo>
                    <a:pt x="11955" y="13526"/>
                    <a:pt x="11905" y="13501"/>
                    <a:pt x="11880" y="13476"/>
                  </a:cubicBezTo>
                  <a:cubicBezTo>
                    <a:pt x="11880" y="13426"/>
                    <a:pt x="11880" y="13401"/>
                    <a:pt x="11880" y="13376"/>
                  </a:cubicBezTo>
                  <a:cubicBezTo>
                    <a:pt x="11880" y="13251"/>
                    <a:pt x="11905" y="13125"/>
                    <a:pt x="11905" y="13025"/>
                  </a:cubicBezTo>
                  <a:cubicBezTo>
                    <a:pt x="11905" y="13000"/>
                    <a:pt x="11955" y="12950"/>
                    <a:pt x="11980" y="12925"/>
                  </a:cubicBezTo>
                  <a:cubicBezTo>
                    <a:pt x="11997" y="12925"/>
                    <a:pt x="12025" y="12914"/>
                    <a:pt x="12049" y="12914"/>
                  </a:cubicBezTo>
                  <a:close/>
                  <a:moveTo>
                    <a:pt x="4386" y="13584"/>
                  </a:moveTo>
                  <a:cubicBezTo>
                    <a:pt x="4485" y="13584"/>
                    <a:pt x="4580" y="13675"/>
                    <a:pt x="4511" y="13777"/>
                  </a:cubicBezTo>
                  <a:cubicBezTo>
                    <a:pt x="4486" y="13837"/>
                    <a:pt x="4440" y="13861"/>
                    <a:pt x="4394" y="13861"/>
                  </a:cubicBezTo>
                  <a:cubicBezTo>
                    <a:pt x="4304" y="13861"/>
                    <a:pt x="4211" y="13768"/>
                    <a:pt x="4261" y="13652"/>
                  </a:cubicBezTo>
                  <a:cubicBezTo>
                    <a:pt x="4293" y="13604"/>
                    <a:pt x="4340" y="13584"/>
                    <a:pt x="4386" y="13584"/>
                  </a:cubicBezTo>
                  <a:close/>
                  <a:moveTo>
                    <a:pt x="16153" y="14385"/>
                  </a:moveTo>
                  <a:cubicBezTo>
                    <a:pt x="16166" y="14385"/>
                    <a:pt x="16178" y="14391"/>
                    <a:pt x="16191" y="14404"/>
                  </a:cubicBezTo>
                  <a:lnTo>
                    <a:pt x="16216" y="14404"/>
                  </a:lnTo>
                  <a:cubicBezTo>
                    <a:pt x="16241" y="14429"/>
                    <a:pt x="16266" y="14429"/>
                    <a:pt x="16266" y="14454"/>
                  </a:cubicBezTo>
                  <a:cubicBezTo>
                    <a:pt x="16266" y="14479"/>
                    <a:pt x="16266" y="14479"/>
                    <a:pt x="16291" y="14479"/>
                  </a:cubicBezTo>
                  <a:cubicBezTo>
                    <a:pt x="16291" y="14504"/>
                    <a:pt x="16291" y="14529"/>
                    <a:pt x="16291" y="14554"/>
                  </a:cubicBezTo>
                  <a:lnTo>
                    <a:pt x="16266" y="14654"/>
                  </a:lnTo>
                  <a:cubicBezTo>
                    <a:pt x="16241" y="14679"/>
                    <a:pt x="16241" y="14704"/>
                    <a:pt x="16241" y="14704"/>
                  </a:cubicBezTo>
                  <a:cubicBezTo>
                    <a:pt x="16216" y="14729"/>
                    <a:pt x="16216" y="14729"/>
                    <a:pt x="16191" y="14754"/>
                  </a:cubicBezTo>
                  <a:cubicBezTo>
                    <a:pt x="16166" y="14754"/>
                    <a:pt x="16166" y="14754"/>
                    <a:pt x="16141" y="14780"/>
                  </a:cubicBezTo>
                  <a:lnTo>
                    <a:pt x="16091" y="14780"/>
                  </a:lnTo>
                  <a:cubicBezTo>
                    <a:pt x="16065" y="14754"/>
                    <a:pt x="16065" y="14754"/>
                    <a:pt x="16065" y="14754"/>
                  </a:cubicBezTo>
                  <a:cubicBezTo>
                    <a:pt x="16040" y="14754"/>
                    <a:pt x="16015" y="14729"/>
                    <a:pt x="15990" y="14704"/>
                  </a:cubicBezTo>
                  <a:cubicBezTo>
                    <a:pt x="15990" y="14704"/>
                    <a:pt x="15990" y="14679"/>
                    <a:pt x="15990" y="14679"/>
                  </a:cubicBezTo>
                  <a:cubicBezTo>
                    <a:pt x="15965" y="14654"/>
                    <a:pt x="15965" y="14629"/>
                    <a:pt x="15990" y="14604"/>
                  </a:cubicBezTo>
                  <a:lnTo>
                    <a:pt x="16015" y="14504"/>
                  </a:lnTo>
                  <a:cubicBezTo>
                    <a:pt x="16015" y="14479"/>
                    <a:pt x="16015" y="14479"/>
                    <a:pt x="16040" y="14454"/>
                  </a:cubicBezTo>
                  <a:cubicBezTo>
                    <a:pt x="16040" y="14429"/>
                    <a:pt x="16065" y="14429"/>
                    <a:pt x="16065" y="14404"/>
                  </a:cubicBezTo>
                  <a:lnTo>
                    <a:pt x="16116" y="14404"/>
                  </a:lnTo>
                  <a:cubicBezTo>
                    <a:pt x="16128" y="14391"/>
                    <a:pt x="16141" y="14385"/>
                    <a:pt x="16153" y="14385"/>
                  </a:cubicBezTo>
                  <a:close/>
                  <a:moveTo>
                    <a:pt x="20410" y="16040"/>
                  </a:moveTo>
                  <a:cubicBezTo>
                    <a:pt x="20503" y="16040"/>
                    <a:pt x="20603" y="16131"/>
                    <a:pt x="20552" y="16233"/>
                  </a:cubicBezTo>
                  <a:cubicBezTo>
                    <a:pt x="20520" y="16289"/>
                    <a:pt x="20472" y="16312"/>
                    <a:pt x="20425" y="16312"/>
                  </a:cubicBezTo>
                  <a:cubicBezTo>
                    <a:pt x="20327" y="16312"/>
                    <a:pt x="20233" y="16210"/>
                    <a:pt x="20301" y="16108"/>
                  </a:cubicBezTo>
                  <a:cubicBezTo>
                    <a:pt x="20325" y="16060"/>
                    <a:pt x="20367" y="16040"/>
                    <a:pt x="20410" y="16040"/>
                  </a:cubicBezTo>
                  <a:close/>
                  <a:moveTo>
                    <a:pt x="26977" y="13437"/>
                  </a:moveTo>
                  <a:cubicBezTo>
                    <a:pt x="27008" y="13437"/>
                    <a:pt x="27040" y="13448"/>
                    <a:pt x="27068" y="13476"/>
                  </a:cubicBezTo>
                  <a:cubicBezTo>
                    <a:pt x="27469" y="13852"/>
                    <a:pt x="27644" y="14429"/>
                    <a:pt x="27544" y="14980"/>
                  </a:cubicBezTo>
                  <a:cubicBezTo>
                    <a:pt x="27444" y="15582"/>
                    <a:pt x="26993" y="16083"/>
                    <a:pt x="26466" y="16358"/>
                  </a:cubicBezTo>
                  <a:cubicBezTo>
                    <a:pt x="26444" y="16368"/>
                    <a:pt x="26422" y="16372"/>
                    <a:pt x="26401" y="16372"/>
                  </a:cubicBezTo>
                  <a:cubicBezTo>
                    <a:pt x="26258" y="16372"/>
                    <a:pt x="26163" y="16173"/>
                    <a:pt x="26316" y="16108"/>
                  </a:cubicBezTo>
                  <a:cubicBezTo>
                    <a:pt x="26341" y="16108"/>
                    <a:pt x="26391" y="16083"/>
                    <a:pt x="26416" y="16058"/>
                  </a:cubicBezTo>
                  <a:lnTo>
                    <a:pt x="26943" y="13727"/>
                  </a:lnTo>
                  <a:cubicBezTo>
                    <a:pt x="26918" y="13727"/>
                    <a:pt x="26893" y="13702"/>
                    <a:pt x="26868" y="13677"/>
                  </a:cubicBezTo>
                  <a:cubicBezTo>
                    <a:pt x="26770" y="13579"/>
                    <a:pt x="26870" y="13437"/>
                    <a:pt x="26977" y="13437"/>
                  </a:cubicBezTo>
                  <a:close/>
                  <a:moveTo>
                    <a:pt x="18038" y="20226"/>
                  </a:moveTo>
                  <a:cubicBezTo>
                    <a:pt x="18132" y="20226"/>
                    <a:pt x="18222" y="20323"/>
                    <a:pt x="18171" y="20444"/>
                  </a:cubicBezTo>
                  <a:cubicBezTo>
                    <a:pt x="18147" y="20491"/>
                    <a:pt x="18107" y="20511"/>
                    <a:pt x="18064" y="20511"/>
                  </a:cubicBezTo>
                  <a:cubicBezTo>
                    <a:pt x="17971" y="20511"/>
                    <a:pt x="17868" y="20414"/>
                    <a:pt x="17920" y="20293"/>
                  </a:cubicBezTo>
                  <a:cubicBezTo>
                    <a:pt x="17951" y="20246"/>
                    <a:pt x="17995" y="20226"/>
                    <a:pt x="18038" y="20226"/>
                  </a:cubicBezTo>
                  <a:close/>
                  <a:moveTo>
                    <a:pt x="14618" y="20613"/>
                  </a:moveTo>
                  <a:cubicBezTo>
                    <a:pt x="14631" y="20613"/>
                    <a:pt x="14646" y="20615"/>
                    <a:pt x="14662" y="20619"/>
                  </a:cubicBezTo>
                  <a:cubicBezTo>
                    <a:pt x="15016" y="20727"/>
                    <a:pt x="15390" y="20778"/>
                    <a:pt x="15765" y="20778"/>
                  </a:cubicBezTo>
                  <a:cubicBezTo>
                    <a:pt x="15999" y="20778"/>
                    <a:pt x="16235" y="20758"/>
                    <a:pt x="16466" y="20719"/>
                  </a:cubicBezTo>
                  <a:cubicBezTo>
                    <a:pt x="16480" y="20715"/>
                    <a:pt x="16493" y="20713"/>
                    <a:pt x="16506" y="20713"/>
                  </a:cubicBezTo>
                  <a:cubicBezTo>
                    <a:pt x="16567" y="20713"/>
                    <a:pt x="16621" y="20758"/>
                    <a:pt x="16642" y="20820"/>
                  </a:cubicBezTo>
                  <a:cubicBezTo>
                    <a:pt x="16667" y="20870"/>
                    <a:pt x="16617" y="20970"/>
                    <a:pt x="16542" y="20995"/>
                  </a:cubicBezTo>
                  <a:cubicBezTo>
                    <a:pt x="16291" y="21034"/>
                    <a:pt x="16040" y="21054"/>
                    <a:pt x="15789" y="21054"/>
                  </a:cubicBezTo>
                  <a:cubicBezTo>
                    <a:pt x="15388" y="21054"/>
                    <a:pt x="14987" y="21003"/>
                    <a:pt x="14587" y="20895"/>
                  </a:cubicBezTo>
                  <a:cubicBezTo>
                    <a:pt x="14450" y="20826"/>
                    <a:pt x="14479" y="20613"/>
                    <a:pt x="14618" y="20613"/>
                  </a:cubicBezTo>
                  <a:close/>
                  <a:moveTo>
                    <a:pt x="29490" y="0"/>
                  </a:moveTo>
                  <a:cubicBezTo>
                    <a:pt x="29174" y="0"/>
                    <a:pt x="28856" y="47"/>
                    <a:pt x="28572" y="118"/>
                  </a:cubicBezTo>
                  <a:cubicBezTo>
                    <a:pt x="27569" y="343"/>
                    <a:pt x="26617" y="744"/>
                    <a:pt x="25664" y="1120"/>
                  </a:cubicBezTo>
                  <a:cubicBezTo>
                    <a:pt x="24662" y="1496"/>
                    <a:pt x="23685" y="1897"/>
                    <a:pt x="22707" y="2348"/>
                  </a:cubicBezTo>
                  <a:cubicBezTo>
                    <a:pt x="20527" y="3326"/>
                    <a:pt x="18396" y="4429"/>
                    <a:pt x="16341" y="5682"/>
                  </a:cubicBezTo>
                  <a:cubicBezTo>
                    <a:pt x="15263" y="6333"/>
                    <a:pt x="14136" y="6960"/>
                    <a:pt x="13033" y="7612"/>
                  </a:cubicBezTo>
                  <a:cubicBezTo>
                    <a:pt x="13008" y="7628"/>
                    <a:pt x="12984" y="7635"/>
                    <a:pt x="12961" y="7635"/>
                  </a:cubicBezTo>
                  <a:cubicBezTo>
                    <a:pt x="12842" y="7635"/>
                    <a:pt x="12761" y="7449"/>
                    <a:pt x="12908" y="7386"/>
                  </a:cubicBezTo>
                  <a:cubicBezTo>
                    <a:pt x="13960" y="6734"/>
                    <a:pt x="15063" y="6133"/>
                    <a:pt x="16116" y="5481"/>
                  </a:cubicBezTo>
                  <a:cubicBezTo>
                    <a:pt x="16040" y="4830"/>
                    <a:pt x="15339" y="4404"/>
                    <a:pt x="14712" y="4378"/>
                  </a:cubicBezTo>
                  <a:cubicBezTo>
                    <a:pt x="13910" y="4378"/>
                    <a:pt x="13183" y="4855"/>
                    <a:pt x="12557" y="5331"/>
                  </a:cubicBezTo>
                  <a:cubicBezTo>
                    <a:pt x="11103" y="6409"/>
                    <a:pt x="9875" y="7787"/>
                    <a:pt x="8948" y="9366"/>
                  </a:cubicBezTo>
                  <a:cubicBezTo>
                    <a:pt x="8722" y="9742"/>
                    <a:pt x="8522" y="10118"/>
                    <a:pt x="8346" y="10519"/>
                  </a:cubicBezTo>
                  <a:cubicBezTo>
                    <a:pt x="8271" y="10669"/>
                    <a:pt x="8221" y="10920"/>
                    <a:pt x="8095" y="11045"/>
                  </a:cubicBezTo>
                  <a:cubicBezTo>
                    <a:pt x="8045" y="11120"/>
                    <a:pt x="7920" y="11145"/>
                    <a:pt x="7845" y="11170"/>
                  </a:cubicBezTo>
                  <a:lnTo>
                    <a:pt x="7469" y="11296"/>
                  </a:lnTo>
                  <a:cubicBezTo>
                    <a:pt x="6542" y="11672"/>
                    <a:pt x="5589" y="12023"/>
                    <a:pt x="4662" y="12373"/>
                  </a:cubicBezTo>
                  <a:lnTo>
                    <a:pt x="0" y="14153"/>
                  </a:lnTo>
                  <a:lnTo>
                    <a:pt x="2582" y="14153"/>
                  </a:lnTo>
                  <a:cubicBezTo>
                    <a:pt x="2632" y="14128"/>
                    <a:pt x="2682" y="14103"/>
                    <a:pt x="2707" y="14103"/>
                  </a:cubicBezTo>
                  <a:cubicBezTo>
                    <a:pt x="2727" y="14096"/>
                    <a:pt x="2745" y="14093"/>
                    <a:pt x="2762" y="14093"/>
                  </a:cubicBezTo>
                  <a:cubicBezTo>
                    <a:pt x="2807" y="14093"/>
                    <a:pt x="2839" y="14116"/>
                    <a:pt x="2857" y="14153"/>
                  </a:cubicBezTo>
                  <a:lnTo>
                    <a:pt x="10326" y="14153"/>
                  </a:lnTo>
                  <a:lnTo>
                    <a:pt x="10351" y="14253"/>
                  </a:lnTo>
                  <a:lnTo>
                    <a:pt x="12030" y="20669"/>
                  </a:lnTo>
                  <a:cubicBezTo>
                    <a:pt x="12080" y="20694"/>
                    <a:pt x="12131" y="20719"/>
                    <a:pt x="12156" y="20744"/>
                  </a:cubicBezTo>
                  <a:cubicBezTo>
                    <a:pt x="12306" y="20820"/>
                    <a:pt x="12456" y="20895"/>
                    <a:pt x="12582" y="20970"/>
                  </a:cubicBezTo>
                  <a:cubicBezTo>
                    <a:pt x="13033" y="21196"/>
                    <a:pt x="13509" y="21421"/>
                    <a:pt x="14010" y="21572"/>
                  </a:cubicBezTo>
                  <a:cubicBezTo>
                    <a:pt x="14420" y="21678"/>
                    <a:pt x="14842" y="21709"/>
                    <a:pt x="15258" y="21709"/>
                  </a:cubicBezTo>
                  <a:cubicBezTo>
                    <a:pt x="15428" y="21709"/>
                    <a:pt x="15598" y="21704"/>
                    <a:pt x="15765" y="21697"/>
                  </a:cubicBezTo>
                  <a:cubicBezTo>
                    <a:pt x="17143" y="21647"/>
                    <a:pt x="18446" y="21296"/>
                    <a:pt x="19725" y="20820"/>
                  </a:cubicBezTo>
                  <a:cubicBezTo>
                    <a:pt x="21028" y="20343"/>
                    <a:pt x="22281" y="19767"/>
                    <a:pt x="23484" y="19065"/>
                  </a:cubicBezTo>
                  <a:cubicBezTo>
                    <a:pt x="24687" y="18389"/>
                    <a:pt x="25815" y="17587"/>
                    <a:pt x="26817" y="16634"/>
                  </a:cubicBezTo>
                  <a:cubicBezTo>
                    <a:pt x="27344" y="16158"/>
                    <a:pt x="27870" y="15556"/>
                    <a:pt x="28020" y="14830"/>
                  </a:cubicBezTo>
                  <a:cubicBezTo>
                    <a:pt x="28121" y="14278"/>
                    <a:pt x="27920" y="13677"/>
                    <a:pt x="27494" y="13326"/>
                  </a:cubicBezTo>
                  <a:cubicBezTo>
                    <a:pt x="27294" y="13175"/>
                    <a:pt x="27093" y="13100"/>
                    <a:pt x="26868" y="13100"/>
                  </a:cubicBezTo>
                  <a:cubicBezTo>
                    <a:pt x="26191" y="13576"/>
                    <a:pt x="25514" y="14053"/>
                    <a:pt x="24862" y="14529"/>
                  </a:cubicBezTo>
                  <a:cubicBezTo>
                    <a:pt x="24836" y="14546"/>
                    <a:pt x="24810" y="14554"/>
                    <a:pt x="24785" y="14554"/>
                  </a:cubicBezTo>
                  <a:cubicBezTo>
                    <a:pt x="24669" y="14554"/>
                    <a:pt x="24588" y="14386"/>
                    <a:pt x="24712" y="14303"/>
                  </a:cubicBezTo>
                  <a:cubicBezTo>
                    <a:pt x="25364" y="13852"/>
                    <a:pt x="26015" y="13376"/>
                    <a:pt x="26642" y="12925"/>
                  </a:cubicBezTo>
                  <a:cubicBezTo>
                    <a:pt x="26667" y="12900"/>
                    <a:pt x="26667" y="12875"/>
                    <a:pt x="26692" y="12850"/>
                  </a:cubicBezTo>
                  <a:cubicBezTo>
                    <a:pt x="27243" y="12399"/>
                    <a:pt x="27469" y="11622"/>
                    <a:pt x="27243" y="10945"/>
                  </a:cubicBezTo>
                  <a:cubicBezTo>
                    <a:pt x="26993" y="10243"/>
                    <a:pt x="26291" y="9792"/>
                    <a:pt x="25589" y="9792"/>
                  </a:cubicBezTo>
                  <a:cubicBezTo>
                    <a:pt x="24938" y="10143"/>
                    <a:pt x="24311" y="10494"/>
                    <a:pt x="23685" y="10820"/>
                  </a:cubicBezTo>
                  <a:cubicBezTo>
                    <a:pt x="23656" y="10836"/>
                    <a:pt x="23628" y="10843"/>
                    <a:pt x="23602" y="10843"/>
                  </a:cubicBezTo>
                  <a:cubicBezTo>
                    <a:pt x="23469" y="10843"/>
                    <a:pt x="23387" y="10657"/>
                    <a:pt x="23534" y="10594"/>
                  </a:cubicBezTo>
                  <a:lnTo>
                    <a:pt x="25439" y="9566"/>
                  </a:lnTo>
                  <a:cubicBezTo>
                    <a:pt x="25715" y="9015"/>
                    <a:pt x="25690" y="8338"/>
                    <a:pt x="25389" y="7812"/>
                  </a:cubicBezTo>
                  <a:cubicBezTo>
                    <a:pt x="25051" y="7280"/>
                    <a:pt x="24433" y="6959"/>
                    <a:pt x="23782" y="6959"/>
                  </a:cubicBezTo>
                  <a:cubicBezTo>
                    <a:pt x="23758" y="6959"/>
                    <a:pt x="23734" y="6959"/>
                    <a:pt x="23710" y="6960"/>
                  </a:cubicBezTo>
                  <a:cubicBezTo>
                    <a:pt x="23710" y="6985"/>
                    <a:pt x="23685" y="6985"/>
                    <a:pt x="23685" y="7010"/>
                  </a:cubicBezTo>
                  <a:cubicBezTo>
                    <a:pt x="23158" y="7286"/>
                    <a:pt x="22632" y="7561"/>
                    <a:pt x="22106" y="7862"/>
                  </a:cubicBezTo>
                  <a:cubicBezTo>
                    <a:pt x="22085" y="7873"/>
                    <a:pt x="22064" y="7877"/>
                    <a:pt x="22044" y="7877"/>
                  </a:cubicBezTo>
                  <a:cubicBezTo>
                    <a:pt x="21919" y="7877"/>
                    <a:pt x="21826" y="7698"/>
                    <a:pt x="21955" y="7612"/>
                  </a:cubicBezTo>
                  <a:cubicBezTo>
                    <a:pt x="22482" y="7336"/>
                    <a:pt x="23008" y="7035"/>
                    <a:pt x="23534" y="6759"/>
                  </a:cubicBezTo>
                  <a:cubicBezTo>
                    <a:pt x="23551" y="6759"/>
                    <a:pt x="23568" y="6748"/>
                    <a:pt x="23584" y="6748"/>
                  </a:cubicBezTo>
                  <a:cubicBezTo>
                    <a:pt x="23593" y="6748"/>
                    <a:pt x="23601" y="6751"/>
                    <a:pt x="23609" y="6759"/>
                  </a:cubicBezTo>
                  <a:cubicBezTo>
                    <a:pt x="23609" y="6734"/>
                    <a:pt x="23634" y="6709"/>
                    <a:pt x="23634" y="6709"/>
                  </a:cubicBezTo>
                  <a:cubicBezTo>
                    <a:pt x="24086" y="6434"/>
                    <a:pt x="24562" y="6208"/>
                    <a:pt x="25038" y="5957"/>
                  </a:cubicBezTo>
                  <a:cubicBezTo>
                    <a:pt x="25664" y="5657"/>
                    <a:pt x="26316" y="5356"/>
                    <a:pt x="26968" y="5080"/>
                  </a:cubicBezTo>
                  <a:cubicBezTo>
                    <a:pt x="27494" y="4830"/>
                    <a:pt x="28020" y="4604"/>
                    <a:pt x="28572" y="4353"/>
                  </a:cubicBezTo>
                  <a:cubicBezTo>
                    <a:pt x="29248" y="4053"/>
                    <a:pt x="29950" y="3702"/>
                    <a:pt x="30527" y="3226"/>
                  </a:cubicBezTo>
                  <a:cubicBezTo>
                    <a:pt x="31153" y="2649"/>
                    <a:pt x="31629" y="1697"/>
                    <a:pt x="31203" y="870"/>
                  </a:cubicBezTo>
                  <a:cubicBezTo>
                    <a:pt x="30860" y="218"/>
                    <a:pt x="30177" y="0"/>
                    <a:pt x="29490" y="0"/>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24"/>
            <p:cNvSpPr/>
            <p:nvPr/>
          </p:nvSpPr>
          <p:spPr>
            <a:xfrm>
              <a:off x="1188753" y="2439140"/>
              <a:ext cx="594954" cy="407241"/>
            </a:xfrm>
            <a:custGeom>
              <a:rect b="b" l="l" r="r" t="t"/>
              <a:pathLst>
                <a:path extrusionOk="0" h="22285" w="32557">
                  <a:moveTo>
                    <a:pt x="30274" y="0"/>
                  </a:moveTo>
                  <a:cubicBezTo>
                    <a:pt x="29863" y="0"/>
                    <a:pt x="29444" y="75"/>
                    <a:pt x="29048" y="182"/>
                  </a:cubicBezTo>
                  <a:cubicBezTo>
                    <a:pt x="28020" y="483"/>
                    <a:pt x="26993" y="884"/>
                    <a:pt x="25990" y="1285"/>
                  </a:cubicBezTo>
                  <a:cubicBezTo>
                    <a:pt x="24938" y="1686"/>
                    <a:pt x="23885" y="2137"/>
                    <a:pt x="22858" y="2613"/>
                  </a:cubicBezTo>
                  <a:cubicBezTo>
                    <a:pt x="20903" y="3516"/>
                    <a:pt x="18998" y="4518"/>
                    <a:pt x="17143" y="5621"/>
                  </a:cubicBezTo>
                  <a:cubicBezTo>
                    <a:pt x="17018" y="4994"/>
                    <a:pt x="16391" y="4518"/>
                    <a:pt x="15765" y="4418"/>
                  </a:cubicBezTo>
                  <a:cubicBezTo>
                    <a:pt x="15667" y="4403"/>
                    <a:pt x="15569" y="4397"/>
                    <a:pt x="15472" y="4397"/>
                  </a:cubicBezTo>
                  <a:cubicBezTo>
                    <a:pt x="14724" y="4397"/>
                    <a:pt x="14008" y="4798"/>
                    <a:pt x="13409" y="5220"/>
                  </a:cubicBezTo>
                  <a:cubicBezTo>
                    <a:pt x="11930" y="6272"/>
                    <a:pt x="10652" y="7626"/>
                    <a:pt x="9674" y="9180"/>
                  </a:cubicBezTo>
                  <a:cubicBezTo>
                    <a:pt x="9449" y="9581"/>
                    <a:pt x="9223" y="9982"/>
                    <a:pt x="8998" y="10408"/>
                  </a:cubicBezTo>
                  <a:cubicBezTo>
                    <a:pt x="8898" y="10608"/>
                    <a:pt x="8822" y="10834"/>
                    <a:pt x="8722" y="11034"/>
                  </a:cubicBezTo>
                  <a:cubicBezTo>
                    <a:pt x="8622" y="11235"/>
                    <a:pt x="8271" y="11285"/>
                    <a:pt x="8070" y="11360"/>
                  </a:cubicBezTo>
                  <a:cubicBezTo>
                    <a:pt x="7118" y="11736"/>
                    <a:pt x="6141" y="12112"/>
                    <a:pt x="5163" y="12463"/>
                  </a:cubicBezTo>
                  <a:cubicBezTo>
                    <a:pt x="3434" y="13115"/>
                    <a:pt x="1705" y="13791"/>
                    <a:pt x="0" y="14443"/>
                  </a:cubicBezTo>
                  <a:lnTo>
                    <a:pt x="777" y="14443"/>
                  </a:lnTo>
                  <a:lnTo>
                    <a:pt x="5439" y="12663"/>
                  </a:lnTo>
                  <a:lnTo>
                    <a:pt x="8246" y="11586"/>
                  </a:lnTo>
                  <a:lnTo>
                    <a:pt x="8622" y="11460"/>
                  </a:lnTo>
                  <a:cubicBezTo>
                    <a:pt x="8697" y="11435"/>
                    <a:pt x="8822" y="11410"/>
                    <a:pt x="8872" y="11335"/>
                  </a:cubicBezTo>
                  <a:cubicBezTo>
                    <a:pt x="8998" y="11210"/>
                    <a:pt x="9048" y="10959"/>
                    <a:pt x="9123" y="10809"/>
                  </a:cubicBezTo>
                  <a:cubicBezTo>
                    <a:pt x="9299" y="10408"/>
                    <a:pt x="9499" y="10032"/>
                    <a:pt x="9725" y="9656"/>
                  </a:cubicBezTo>
                  <a:cubicBezTo>
                    <a:pt x="10652" y="8077"/>
                    <a:pt x="11880" y="6699"/>
                    <a:pt x="13334" y="5621"/>
                  </a:cubicBezTo>
                  <a:cubicBezTo>
                    <a:pt x="13960" y="5145"/>
                    <a:pt x="14687" y="4668"/>
                    <a:pt x="15489" y="4668"/>
                  </a:cubicBezTo>
                  <a:cubicBezTo>
                    <a:pt x="16116" y="4694"/>
                    <a:pt x="16817" y="5120"/>
                    <a:pt x="16893" y="5771"/>
                  </a:cubicBezTo>
                  <a:cubicBezTo>
                    <a:pt x="16918" y="5771"/>
                    <a:pt x="16943" y="5746"/>
                    <a:pt x="16968" y="5746"/>
                  </a:cubicBezTo>
                  <a:cubicBezTo>
                    <a:pt x="16994" y="5729"/>
                    <a:pt x="17020" y="5721"/>
                    <a:pt x="17045" y="5721"/>
                  </a:cubicBezTo>
                  <a:cubicBezTo>
                    <a:pt x="17162" y="5721"/>
                    <a:pt x="17242" y="5889"/>
                    <a:pt x="17118" y="5972"/>
                  </a:cubicBezTo>
                  <a:cubicBezTo>
                    <a:pt x="19173" y="4719"/>
                    <a:pt x="21304" y="3616"/>
                    <a:pt x="23484" y="2638"/>
                  </a:cubicBezTo>
                  <a:cubicBezTo>
                    <a:pt x="24462" y="2187"/>
                    <a:pt x="25439" y="1786"/>
                    <a:pt x="26441" y="1410"/>
                  </a:cubicBezTo>
                  <a:cubicBezTo>
                    <a:pt x="27394" y="1034"/>
                    <a:pt x="28346" y="633"/>
                    <a:pt x="29349" y="408"/>
                  </a:cubicBezTo>
                  <a:cubicBezTo>
                    <a:pt x="29633" y="337"/>
                    <a:pt x="29951" y="290"/>
                    <a:pt x="30267" y="290"/>
                  </a:cubicBezTo>
                  <a:cubicBezTo>
                    <a:pt x="30954" y="290"/>
                    <a:pt x="31637" y="508"/>
                    <a:pt x="31980" y="1160"/>
                  </a:cubicBezTo>
                  <a:cubicBezTo>
                    <a:pt x="32406" y="1987"/>
                    <a:pt x="31930" y="2939"/>
                    <a:pt x="31304" y="3516"/>
                  </a:cubicBezTo>
                  <a:cubicBezTo>
                    <a:pt x="30727" y="3992"/>
                    <a:pt x="30025" y="4343"/>
                    <a:pt x="29349" y="4643"/>
                  </a:cubicBezTo>
                  <a:cubicBezTo>
                    <a:pt x="28797" y="4894"/>
                    <a:pt x="28271" y="5120"/>
                    <a:pt x="27745" y="5370"/>
                  </a:cubicBezTo>
                  <a:cubicBezTo>
                    <a:pt x="27093" y="5646"/>
                    <a:pt x="26441" y="5947"/>
                    <a:pt x="25815" y="6247"/>
                  </a:cubicBezTo>
                  <a:cubicBezTo>
                    <a:pt x="25339" y="6498"/>
                    <a:pt x="24863" y="6724"/>
                    <a:pt x="24411" y="6999"/>
                  </a:cubicBezTo>
                  <a:cubicBezTo>
                    <a:pt x="24411" y="6999"/>
                    <a:pt x="24386" y="7024"/>
                    <a:pt x="24386" y="7049"/>
                  </a:cubicBezTo>
                  <a:cubicBezTo>
                    <a:pt x="24487" y="7049"/>
                    <a:pt x="24562" y="7175"/>
                    <a:pt x="24487" y="7250"/>
                  </a:cubicBezTo>
                  <a:cubicBezTo>
                    <a:pt x="24511" y="7249"/>
                    <a:pt x="24535" y="7249"/>
                    <a:pt x="24559" y="7249"/>
                  </a:cubicBezTo>
                  <a:cubicBezTo>
                    <a:pt x="25210" y="7249"/>
                    <a:pt x="25828" y="7570"/>
                    <a:pt x="26166" y="8102"/>
                  </a:cubicBezTo>
                  <a:cubicBezTo>
                    <a:pt x="26467" y="8628"/>
                    <a:pt x="26492" y="9305"/>
                    <a:pt x="26216" y="9856"/>
                  </a:cubicBezTo>
                  <a:lnTo>
                    <a:pt x="26291" y="9806"/>
                  </a:lnTo>
                  <a:cubicBezTo>
                    <a:pt x="26316" y="9796"/>
                    <a:pt x="26340" y="9791"/>
                    <a:pt x="26362" y="9791"/>
                  </a:cubicBezTo>
                  <a:cubicBezTo>
                    <a:pt x="26502" y="9791"/>
                    <a:pt x="26592" y="9967"/>
                    <a:pt x="26441" y="10032"/>
                  </a:cubicBezTo>
                  <a:cubicBezTo>
                    <a:pt x="26416" y="10057"/>
                    <a:pt x="26391" y="10082"/>
                    <a:pt x="26366" y="10082"/>
                  </a:cubicBezTo>
                  <a:cubicBezTo>
                    <a:pt x="27068" y="10082"/>
                    <a:pt x="27770" y="10533"/>
                    <a:pt x="28020" y="11235"/>
                  </a:cubicBezTo>
                  <a:cubicBezTo>
                    <a:pt x="28246" y="11912"/>
                    <a:pt x="28020" y="12689"/>
                    <a:pt x="27469" y="13140"/>
                  </a:cubicBezTo>
                  <a:cubicBezTo>
                    <a:pt x="27444" y="13165"/>
                    <a:pt x="27444" y="13190"/>
                    <a:pt x="27419" y="13215"/>
                  </a:cubicBezTo>
                  <a:cubicBezTo>
                    <a:pt x="27469" y="13165"/>
                    <a:pt x="27519" y="13140"/>
                    <a:pt x="27569" y="13115"/>
                  </a:cubicBezTo>
                  <a:cubicBezTo>
                    <a:pt x="27598" y="13090"/>
                    <a:pt x="27627" y="13080"/>
                    <a:pt x="27654" y="13080"/>
                  </a:cubicBezTo>
                  <a:cubicBezTo>
                    <a:pt x="27766" y="13080"/>
                    <a:pt x="27841" y="13259"/>
                    <a:pt x="27720" y="13340"/>
                  </a:cubicBezTo>
                  <a:cubicBezTo>
                    <a:pt x="27695" y="13365"/>
                    <a:pt x="27670" y="13390"/>
                    <a:pt x="27645" y="13390"/>
                  </a:cubicBezTo>
                  <a:cubicBezTo>
                    <a:pt x="27870" y="13390"/>
                    <a:pt x="28071" y="13465"/>
                    <a:pt x="28271" y="13616"/>
                  </a:cubicBezTo>
                  <a:cubicBezTo>
                    <a:pt x="28697" y="13967"/>
                    <a:pt x="28898" y="14568"/>
                    <a:pt x="28797" y="15120"/>
                  </a:cubicBezTo>
                  <a:cubicBezTo>
                    <a:pt x="28647" y="15846"/>
                    <a:pt x="28121" y="16448"/>
                    <a:pt x="27594" y="16924"/>
                  </a:cubicBezTo>
                  <a:cubicBezTo>
                    <a:pt x="26592" y="17877"/>
                    <a:pt x="25464" y="18679"/>
                    <a:pt x="24261" y="19355"/>
                  </a:cubicBezTo>
                  <a:cubicBezTo>
                    <a:pt x="23058" y="20057"/>
                    <a:pt x="21805" y="20633"/>
                    <a:pt x="20502" y="21110"/>
                  </a:cubicBezTo>
                  <a:cubicBezTo>
                    <a:pt x="19223" y="21586"/>
                    <a:pt x="17920" y="21937"/>
                    <a:pt x="16542" y="21987"/>
                  </a:cubicBezTo>
                  <a:cubicBezTo>
                    <a:pt x="16375" y="21994"/>
                    <a:pt x="16205" y="21999"/>
                    <a:pt x="16035" y="21999"/>
                  </a:cubicBezTo>
                  <a:cubicBezTo>
                    <a:pt x="15619" y="21999"/>
                    <a:pt x="15197" y="21968"/>
                    <a:pt x="14787" y="21862"/>
                  </a:cubicBezTo>
                  <a:cubicBezTo>
                    <a:pt x="14286" y="21711"/>
                    <a:pt x="13810" y="21486"/>
                    <a:pt x="13359" y="21260"/>
                  </a:cubicBezTo>
                  <a:cubicBezTo>
                    <a:pt x="13233" y="21185"/>
                    <a:pt x="13083" y="21110"/>
                    <a:pt x="12933" y="21034"/>
                  </a:cubicBezTo>
                  <a:cubicBezTo>
                    <a:pt x="12908" y="21009"/>
                    <a:pt x="12857" y="20984"/>
                    <a:pt x="12807" y="20959"/>
                  </a:cubicBezTo>
                  <a:lnTo>
                    <a:pt x="12807" y="20959"/>
                  </a:lnTo>
                  <a:lnTo>
                    <a:pt x="12908" y="21335"/>
                  </a:lnTo>
                  <a:cubicBezTo>
                    <a:pt x="13434" y="21611"/>
                    <a:pt x="13935" y="21887"/>
                    <a:pt x="14461" y="22062"/>
                  </a:cubicBezTo>
                  <a:cubicBezTo>
                    <a:pt x="14973" y="22226"/>
                    <a:pt x="15523" y="22284"/>
                    <a:pt x="16066" y="22284"/>
                  </a:cubicBezTo>
                  <a:cubicBezTo>
                    <a:pt x="16268" y="22284"/>
                    <a:pt x="16469" y="22276"/>
                    <a:pt x="16667" y="22263"/>
                  </a:cubicBezTo>
                  <a:cubicBezTo>
                    <a:pt x="18221" y="22187"/>
                    <a:pt x="19725" y="21711"/>
                    <a:pt x="21178" y="21135"/>
                  </a:cubicBezTo>
                  <a:cubicBezTo>
                    <a:pt x="22632" y="20558"/>
                    <a:pt x="24086" y="19857"/>
                    <a:pt x="25414" y="18979"/>
                  </a:cubicBezTo>
                  <a:cubicBezTo>
                    <a:pt x="26066" y="18553"/>
                    <a:pt x="26667" y="18102"/>
                    <a:pt x="27269" y="17601"/>
                  </a:cubicBezTo>
                  <a:cubicBezTo>
                    <a:pt x="27870" y="17075"/>
                    <a:pt x="28497" y="16523"/>
                    <a:pt x="28848" y="15796"/>
                  </a:cubicBezTo>
                  <a:cubicBezTo>
                    <a:pt x="29148" y="15195"/>
                    <a:pt x="29198" y="14518"/>
                    <a:pt x="28873" y="13942"/>
                  </a:cubicBezTo>
                  <a:cubicBezTo>
                    <a:pt x="28672" y="13541"/>
                    <a:pt x="28296" y="13215"/>
                    <a:pt x="27870" y="13140"/>
                  </a:cubicBezTo>
                  <a:cubicBezTo>
                    <a:pt x="28346" y="12613"/>
                    <a:pt x="28522" y="11836"/>
                    <a:pt x="28296" y="11135"/>
                  </a:cubicBezTo>
                  <a:cubicBezTo>
                    <a:pt x="28020" y="10408"/>
                    <a:pt x="27319" y="9882"/>
                    <a:pt x="26542" y="9831"/>
                  </a:cubicBezTo>
                  <a:cubicBezTo>
                    <a:pt x="26767" y="9230"/>
                    <a:pt x="26717" y="8528"/>
                    <a:pt x="26391" y="7977"/>
                  </a:cubicBezTo>
                  <a:cubicBezTo>
                    <a:pt x="26066" y="7450"/>
                    <a:pt x="25539" y="7100"/>
                    <a:pt x="24938" y="6999"/>
                  </a:cubicBezTo>
                  <a:cubicBezTo>
                    <a:pt x="25389" y="6749"/>
                    <a:pt x="25840" y="6548"/>
                    <a:pt x="26316" y="6323"/>
                  </a:cubicBezTo>
                  <a:cubicBezTo>
                    <a:pt x="27068" y="5972"/>
                    <a:pt x="27820" y="5621"/>
                    <a:pt x="28597" y="5295"/>
                  </a:cubicBezTo>
                  <a:cubicBezTo>
                    <a:pt x="29048" y="5069"/>
                    <a:pt x="29499" y="4869"/>
                    <a:pt x="29950" y="4668"/>
                  </a:cubicBezTo>
                  <a:cubicBezTo>
                    <a:pt x="30827" y="4217"/>
                    <a:pt x="31780" y="3716"/>
                    <a:pt x="32206" y="2789"/>
                  </a:cubicBezTo>
                  <a:cubicBezTo>
                    <a:pt x="32557" y="2012"/>
                    <a:pt x="32507" y="1084"/>
                    <a:pt x="31805" y="508"/>
                  </a:cubicBezTo>
                  <a:cubicBezTo>
                    <a:pt x="31360" y="135"/>
                    <a:pt x="30825" y="0"/>
                    <a:pt x="3027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24"/>
            <p:cNvSpPr/>
            <p:nvPr/>
          </p:nvSpPr>
          <p:spPr>
            <a:xfrm>
              <a:off x="1436131" y="2543687"/>
              <a:ext cx="67724" cy="40276"/>
            </a:xfrm>
            <a:custGeom>
              <a:rect b="b" l="l" r="r" t="t"/>
              <a:pathLst>
                <a:path extrusionOk="0" h="2204" w="3706">
                  <a:moveTo>
                    <a:pt x="3508" y="0"/>
                  </a:moveTo>
                  <a:cubicBezTo>
                    <a:pt x="3483" y="0"/>
                    <a:pt x="3457" y="8"/>
                    <a:pt x="3431" y="25"/>
                  </a:cubicBezTo>
                  <a:cubicBezTo>
                    <a:pt x="3406" y="25"/>
                    <a:pt x="3381" y="50"/>
                    <a:pt x="3356" y="50"/>
                  </a:cubicBezTo>
                  <a:cubicBezTo>
                    <a:pt x="2303" y="702"/>
                    <a:pt x="1200" y="1303"/>
                    <a:pt x="148" y="1955"/>
                  </a:cubicBezTo>
                  <a:cubicBezTo>
                    <a:pt x="1" y="2018"/>
                    <a:pt x="82" y="2204"/>
                    <a:pt x="201" y="2204"/>
                  </a:cubicBezTo>
                  <a:cubicBezTo>
                    <a:pt x="224" y="2204"/>
                    <a:pt x="248" y="2197"/>
                    <a:pt x="273" y="2181"/>
                  </a:cubicBezTo>
                  <a:cubicBezTo>
                    <a:pt x="1376" y="1529"/>
                    <a:pt x="2503" y="902"/>
                    <a:pt x="3581" y="251"/>
                  </a:cubicBezTo>
                  <a:cubicBezTo>
                    <a:pt x="3705" y="168"/>
                    <a:pt x="3625" y="0"/>
                    <a:pt x="35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24"/>
            <p:cNvSpPr/>
            <p:nvPr/>
          </p:nvSpPr>
          <p:spPr>
            <a:xfrm>
              <a:off x="1601787" y="2567608"/>
              <a:ext cx="35818" cy="20796"/>
            </a:xfrm>
            <a:custGeom>
              <a:rect b="b" l="l" r="r" t="t"/>
              <a:pathLst>
                <a:path extrusionOk="0" h="1138" w="1960">
                  <a:moveTo>
                    <a:pt x="1747" y="1"/>
                  </a:moveTo>
                  <a:cubicBezTo>
                    <a:pt x="1734" y="1"/>
                    <a:pt x="1722" y="7"/>
                    <a:pt x="1709" y="19"/>
                  </a:cubicBezTo>
                  <a:cubicBezTo>
                    <a:pt x="1183" y="295"/>
                    <a:pt x="657" y="596"/>
                    <a:pt x="130" y="872"/>
                  </a:cubicBezTo>
                  <a:cubicBezTo>
                    <a:pt x="1" y="958"/>
                    <a:pt x="94" y="1137"/>
                    <a:pt x="219" y="1137"/>
                  </a:cubicBezTo>
                  <a:cubicBezTo>
                    <a:pt x="239" y="1137"/>
                    <a:pt x="260" y="1133"/>
                    <a:pt x="281" y="1122"/>
                  </a:cubicBezTo>
                  <a:cubicBezTo>
                    <a:pt x="807" y="821"/>
                    <a:pt x="1333" y="546"/>
                    <a:pt x="1860" y="270"/>
                  </a:cubicBezTo>
                  <a:cubicBezTo>
                    <a:pt x="1860" y="245"/>
                    <a:pt x="1885" y="245"/>
                    <a:pt x="1885" y="220"/>
                  </a:cubicBezTo>
                  <a:cubicBezTo>
                    <a:pt x="1960" y="145"/>
                    <a:pt x="1885" y="19"/>
                    <a:pt x="1784" y="19"/>
                  </a:cubicBezTo>
                  <a:cubicBezTo>
                    <a:pt x="1772" y="7"/>
                    <a:pt x="1759" y="1"/>
                    <a:pt x="1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24"/>
            <p:cNvSpPr/>
            <p:nvPr/>
          </p:nvSpPr>
          <p:spPr>
            <a:xfrm>
              <a:off x="1630332" y="2618064"/>
              <a:ext cx="44388" cy="24524"/>
            </a:xfrm>
            <a:custGeom>
              <a:rect b="b" l="l" r="r" t="t"/>
              <a:pathLst>
                <a:path extrusionOk="0" h="1342" w="2429">
                  <a:moveTo>
                    <a:pt x="2198" y="0"/>
                  </a:moveTo>
                  <a:cubicBezTo>
                    <a:pt x="2176" y="0"/>
                    <a:pt x="2152" y="5"/>
                    <a:pt x="2127" y="15"/>
                  </a:cubicBezTo>
                  <a:lnTo>
                    <a:pt x="2052" y="65"/>
                  </a:lnTo>
                  <a:lnTo>
                    <a:pt x="147" y="1093"/>
                  </a:lnTo>
                  <a:cubicBezTo>
                    <a:pt x="0" y="1156"/>
                    <a:pt x="82" y="1342"/>
                    <a:pt x="215" y="1342"/>
                  </a:cubicBezTo>
                  <a:cubicBezTo>
                    <a:pt x="241" y="1342"/>
                    <a:pt x="269" y="1335"/>
                    <a:pt x="298" y="1319"/>
                  </a:cubicBezTo>
                  <a:cubicBezTo>
                    <a:pt x="924" y="993"/>
                    <a:pt x="1551" y="642"/>
                    <a:pt x="2202" y="291"/>
                  </a:cubicBezTo>
                  <a:cubicBezTo>
                    <a:pt x="2227" y="291"/>
                    <a:pt x="2252" y="266"/>
                    <a:pt x="2277" y="241"/>
                  </a:cubicBezTo>
                  <a:cubicBezTo>
                    <a:pt x="2428" y="176"/>
                    <a:pt x="2338" y="0"/>
                    <a:pt x="219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24"/>
            <p:cNvSpPr/>
            <p:nvPr/>
          </p:nvSpPr>
          <p:spPr>
            <a:xfrm>
              <a:off x="1652279" y="2678167"/>
              <a:ext cx="45265" cy="32236"/>
            </a:xfrm>
            <a:custGeom>
              <a:rect b="b" l="l" r="r" t="t"/>
              <a:pathLst>
                <a:path extrusionOk="0" h="1764" w="2477">
                  <a:moveTo>
                    <a:pt x="2289" y="0"/>
                  </a:moveTo>
                  <a:cubicBezTo>
                    <a:pt x="2262" y="0"/>
                    <a:pt x="2233" y="10"/>
                    <a:pt x="2204" y="35"/>
                  </a:cubicBezTo>
                  <a:cubicBezTo>
                    <a:pt x="2154" y="60"/>
                    <a:pt x="2104" y="85"/>
                    <a:pt x="2054" y="135"/>
                  </a:cubicBezTo>
                  <a:cubicBezTo>
                    <a:pt x="1427" y="586"/>
                    <a:pt x="776" y="1062"/>
                    <a:pt x="124" y="1513"/>
                  </a:cubicBezTo>
                  <a:cubicBezTo>
                    <a:pt x="0" y="1596"/>
                    <a:pt x="81" y="1764"/>
                    <a:pt x="197" y="1764"/>
                  </a:cubicBezTo>
                  <a:cubicBezTo>
                    <a:pt x="222" y="1764"/>
                    <a:pt x="248" y="1756"/>
                    <a:pt x="274" y="1739"/>
                  </a:cubicBezTo>
                  <a:cubicBezTo>
                    <a:pt x="951" y="1263"/>
                    <a:pt x="1603" y="786"/>
                    <a:pt x="2280" y="310"/>
                  </a:cubicBezTo>
                  <a:cubicBezTo>
                    <a:pt x="2305" y="310"/>
                    <a:pt x="2330" y="285"/>
                    <a:pt x="2355" y="260"/>
                  </a:cubicBezTo>
                  <a:cubicBezTo>
                    <a:pt x="2476" y="179"/>
                    <a:pt x="2401" y="0"/>
                    <a:pt x="228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24"/>
            <p:cNvSpPr/>
            <p:nvPr/>
          </p:nvSpPr>
          <p:spPr>
            <a:xfrm>
              <a:off x="1250118" y="2701961"/>
              <a:ext cx="5062" cy="1115"/>
            </a:xfrm>
            <a:custGeom>
              <a:rect b="b" l="l" r="r" t="t"/>
              <a:pathLst>
                <a:path extrusionOk="0" h="61" w="277">
                  <a:moveTo>
                    <a:pt x="181" y="1"/>
                  </a:moveTo>
                  <a:cubicBezTo>
                    <a:pt x="164" y="1"/>
                    <a:pt x="146" y="4"/>
                    <a:pt x="126" y="11"/>
                  </a:cubicBezTo>
                  <a:cubicBezTo>
                    <a:pt x="101" y="11"/>
                    <a:pt x="51" y="36"/>
                    <a:pt x="1" y="61"/>
                  </a:cubicBezTo>
                  <a:lnTo>
                    <a:pt x="276" y="61"/>
                  </a:lnTo>
                  <a:cubicBezTo>
                    <a:pt x="258" y="24"/>
                    <a:pt x="226" y="1"/>
                    <a:pt x="18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24"/>
            <p:cNvSpPr/>
            <p:nvPr/>
          </p:nvSpPr>
          <p:spPr>
            <a:xfrm>
              <a:off x="1279905" y="2692659"/>
              <a:ext cx="6743" cy="5099"/>
            </a:xfrm>
            <a:custGeom>
              <a:rect b="b" l="l" r="r" t="t"/>
              <a:pathLst>
                <a:path extrusionOk="0" h="279" w="369">
                  <a:moveTo>
                    <a:pt x="175" y="1"/>
                  </a:moveTo>
                  <a:cubicBezTo>
                    <a:pt x="129" y="1"/>
                    <a:pt x="82" y="21"/>
                    <a:pt x="50" y="69"/>
                  </a:cubicBezTo>
                  <a:cubicBezTo>
                    <a:pt x="0" y="185"/>
                    <a:pt x="93" y="278"/>
                    <a:pt x="183" y="278"/>
                  </a:cubicBezTo>
                  <a:cubicBezTo>
                    <a:pt x="229" y="278"/>
                    <a:pt x="275" y="254"/>
                    <a:pt x="300" y="194"/>
                  </a:cubicBezTo>
                  <a:cubicBezTo>
                    <a:pt x="369" y="92"/>
                    <a:pt x="274" y="1"/>
                    <a:pt x="1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24"/>
            <p:cNvSpPr/>
            <p:nvPr/>
          </p:nvSpPr>
          <p:spPr>
            <a:xfrm>
              <a:off x="1413636" y="2678789"/>
              <a:ext cx="5501" cy="12847"/>
            </a:xfrm>
            <a:custGeom>
              <a:rect b="b" l="l" r="r" t="t"/>
              <a:pathLst>
                <a:path extrusionOk="0" h="703" w="301">
                  <a:moveTo>
                    <a:pt x="150" y="1"/>
                  </a:moveTo>
                  <a:cubicBezTo>
                    <a:pt x="125" y="1"/>
                    <a:pt x="75" y="26"/>
                    <a:pt x="50" y="51"/>
                  </a:cubicBezTo>
                  <a:cubicBezTo>
                    <a:pt x="25" y="76"/>
                    <a:pt x="25" y="101"/>
                    <a:pt x="25" y="151"/>
                  </a:cubicBezTo>
                  <a:cubicBezTo>
                    <a:pt x="25" y="301"/>
                    <a:pt x="0" y="427"/>
                    <a:pt x="0" y="577"/>
                  </a:cubicBezTo>
                  <a:cubicBezTo>
                    <a:pt x="0" y="627"/>
                    <a:pt x="25" y="652"/>
                    <a:pt x="50" y="677"/>
                  </a:cubicBezTo>
                  <a:cubicBezTo>
                    <a:pt x="75" y="702"/>
                    <a:pt x="100" y="702"/>
                    <a:pt x="150" y="702"/>
                  </a:cubicBezTo>
                  <a:cubicBezTo>
                    <a:pt x="176" y="702"/>
                    <a:pt x="226" y="702"/>
                    <a:pt x="251" y="677"/>
                  </a:cubicBezTo>
                  <a:cubicBezTo>
                    <a:pt x="276" y="652"/>
                    <a:pt x="276" y="602"/>
                    <a:pt x="276" y="577"/>
                  </a:cubicBezTo>
                  <a:cubicBezTo>
                    <a:pt x="276" y="427"/>
                    <a:pt x="301" y="276"/>
                    <a:pt x="301" y="126"/>
                  </a:cubicBezTo>
                  <a:cubicBezTo>
                    <a:pt x="301" y="101"/>
                    <a:pt x="276" y="76"/>
                    <a:pt x="251" y="51"/>
                  </a:cubicBezTo>
                  <a:cubicBezTo>
                    <a:pt x="226" y="1"/>
                    <a:pt x="201" y="1"/>
                    <a:pt x="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24"/>
            <p:cNvSpPr/>
            <p:nvPr/>
          </p:nvSpPr>
          <p:spPr>
            <a:xfrm>
              <a:off x="1420032" y="2680415"/>
              <a:ext cx="5519" cy="11220"/>
            </a:xfrm>
            <a:custGeom>
              <a:rect b="b" l="l" r="r" t="t"/>
              <a:pathLst>
                <a:path extrusionOk="0" h="614" w="302">
                  <a:moveTo>
                    <a:pt x="170" y="1"/>
                  </a:moveTo>
                  <a:cubicBezTo>
                    <a:pt x="146" y="1"/>
                    <a:pt x="118" y="12"/>
                    <a:pt x="101" y="12"/>
                  </a:cubicBezTo>
                  <a:cubicBezTo>
                    <a:pt x="76" y="37"/>
                    <a:pt x="26" y="87"/>
                    <a:pt x="26" y="112"/>
                  </a:cubicBezTo>
                  <a:cubicBezTo>
                    <a:pt x="26" y="212"/>
                    <a:pt x="1" y="338"/>
                    <a:pt x="1" y="463"/>
                  </a:cubicBezTo>
                  <a:cubicBezTo>
                    <a:pt x="1" y="488"/>
                    <a:pt x="1" y="513"/>
                    <a:pt x="1" y="563"/>
                  </a:cubicBezTo>
                  <a:cubicBezTo>
                    <a:pt x="26" y="588"/>
                    <a:pt x="76" y="613"/>
                    <a:pt x="101" y="613"/>
                  </a:cubicBezTo>
                  <a:cubicBezTo>
                    <a:pt x="126" y="613"/>
                    <a:pt x="176" y="613"/>
                    <a:pt x="201" y="588"/>
                  </a:cubicBezTo>
                  <a:cubicBezTo>
                    <a:pt x="227" y="588"/>
                    <a:pt x="252" y="538"/>
                    <a:pt x="277" y="513"/>
                  </a:cubicBezTo>
                  <a:cubicBezTo>
                    <a:pt x="277" y="388"/>
                    <a:pt x="302" y="288"/>
                    <a:pt x="302" y="162"/>
                  </a:cubicBezTo>
                  <a:cubicBezTo>
                    <a:pt x="302" y="137"/>
                    <a:pt x="302" y="87"/>
                    <a:pt x="302" y="62"/>
                  </a:cubicBezTo>
                  <a:cubicBezTo>
                    <a:pt x="277" y="37"/>
                    <a:pt x="227" y="12"/>
                    <a:pt x="201" y="12"/>
                  </a:cubicBezTo>
                  <a:cubicBezTo>
                    <a:pt x="193" y="4"/>
                    <a:pt x="182" y="1"/>
                    <a:pt x="17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24"/>
            <p:cNvSpPr/>
            <p:nvPr/>
          </p:nvSpPr>
          <p:spPr>
            <a:xfrm>
              <a:off x="1447973" y="2550540"/>
              <a:ext cx="21545" cy="15643"/>
            </a:xfrm>
            <a:custGeom>
              <a:rect b="b" l="l" r="r" t="t"/>
              <a:pathLst>
                <a:path extrusionOk="0" h="856" w="1179">
                  <a:moveTo>
                    <a:pt x="1007" y="0"/>
                  </a:moveTo>
                  <a:cubicBezTo>
                    <a:pt x="981" y="0"/>
                    <a:pt x="955" y="8"/>
                    <a:pt x="928" y="26"/>
                  </a:cubicBezTo>
                  <a:cubicBezTo>
                    <a:pt x="627" y="176"/>
                    <a:pt x="327" y="377"/>
                    <a:pt x="51" y="628"/>
                  </a:cubicBezTo>
                  <a:cubicBezTo>
                    <a:pt x="1" y="678"/>
                    <a:pt x="1" y="778"/>
                    <a:pt x="51" y="828"/>
                  </a:cubicBezTo>
                  <a:cubicBezTo>
                    <a:pt x="80" y="847"/>
                    <a:pt x="108" y="855"/>
                    <a:pt x="136" y="855"/>
                  </a:cubicBezTo>
                  <a:cubicBezTo>
                    <a:pt x="180" y="855"/>
                    <a:pt x="220" y="834"/>
                    <a:pt x="251" y="803"/>
                  </a:cubicBezTo>
                  <a:cubicBezTo>
                    <a:pt x="502" y="603"/>
                    <a:pt x="778" y="402"/>
                    <a:pt x="1078" y="252"/>
                  </a:cubicBezTo>
                  <a:cubicBezTo>
                    <a:pt x="1154" y="227"/>
                    <a:pt x="1179" y="126"/>
                    <a:pt x="1129" y="76"/>
                  </a:cubicBezTo>
                  <a:cubicBezTo>
                    <a:pt x="1096" y="28"/>
                    <a:pt x="1053" y="0"/>
                    <a:pt x="100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24"/>
            <p:cNvSpPr/>
            <p:nvPr/>
          </p:nvSpPr>
          <p:spPr>
            <a:xfrm>
              <a:off x="1638427" y="2513023"/>
              <a:ext cx="76587" cy="41483"/>
            </a:xfrm>
            <a:custGeom>
              <a:rect b="b" l="l" r="r" t="t"/>
              <a:pathLst>
                <a:path extrusionOk="0" h="2270" w="4191">
                  <a:moveTo>
                    <a:pt x="3987" y="1"/>
                  </a:moveTo>
                  <a:cubicBezTo>
                    <a:pt x="3964" y="1"/>
                    <a:pt x="3939" y="8"/>
                    <a:pt x="3915" y="24"/>
                  </a:cubicBezTo>
                  <a:cubicBezTo>
                    <a:pt x="2662" y="676"/>
                    <a:pt x="1383" y="1352"/>
                    <a:pt x="130" y="2004"/>
                  </a:cubicBezTo>
                  <a:cubicBezTo>
                    <a:pt x="1" y="2090"/>
                    <a:pt x="94" y="2270"/>
                    <a:pt x="219" y="2270"/>
                  </a:cubicBezTo>
                  <a:cubicBezTo>
                    <a:pt x="239" y="2270"/>
                    <a:pt x="260" y="2265"/>
                    <a:pt x="281" y="2255"/>
                  </a:cubicBezTo>
                  <a:cubicBezTo>
                    <a:pt x="1534" y="1578"/>
                    <a:pt x="2812" y="926"/>
                    <a:pt x="4065" y="250"/>
                  </a:cubicBezTo>
                  <a:cubicBezTo>
                    <a:pt x="4191" y="187"/>
                    <a:pt x="4106" y="1"/>
                    <a:pt x="39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24"/>
            <p:cNvSpPr/>
            <p:nvPr/>
          </p:nvSpPr>
          <p:spPr>
            <a:xfrm>
              <a:off x="1721849" y="2503502"/>
              <a:ext cx="6780" cy="5007"/>
            </a:xfrm>
            <a:custGeom>
              <a:rect b="b" l="l" r="r" t="t"/>
              <a:pathLst>
                <a:path extrusionOk="0" h="274" w="371">
                  <a:moveTo>
                    <a:pt x="177" y="1"/>
                  </a:moveTo>
                  <a:cubicBezTo>
                    <a:pt x="131" y="1"/>
                    <a:pt x="83" y="21"/>
                    <a:pt x="51" y="69"/>
                  </a:cubicBezTo>
                  <a:cubicBezTo>
                    <a:pt x="0" y="171"/>
                    <a:pt x="100" y="273"/>
                    <a:pt x="192" y="273"/>
                  </a:cubicBezTo>
                  <a:cubicBezTo>
                    <a:pt x="236" y="273"/>
                    <a:pt x="278" y="250"/>
                    <a:pt x="302" y="194"/>
                  </a:cubicBezTo>
                  <a:cubicBezTo>
                    <a:pt x="370" y="92"/>
                    <a:pt x="276"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24"/>
            <p:cNvSpPr/>
            <p:nvPr/>
          </p:nvSpPr>
          <p:spPr>
            <a:xfrm>
              <a:off x="1643087" y="2583068"/>
              <a:ext cx="10544" cy="13761"/>
            </a:xfrm>
            <a:custGeom>
              <a:rect b="b" l="l" r="r" t="t"/>
              <a:pathLst>
                <a:path extrusionOk="0" h="753" w="577">
                  <a:moveTo>
                    <a:pt x="1" y="0"/>
                  </a:moveTo>
                  <a:lnTo>
                    <a:pt x="577" y="752"/>
                  </a:lnTo>
                  <a:cubicBezTo>
                    <a:pt x="577" y="577"/>
                    <a:pt x="502" y="427"/>
                    <a:pt x="402" y="276"/>
                  </a:cubicBezTo>
                  <a:cubicBezTo>
                    <a:pt x="351" y="201"/>
                    <a:pt x="251" y="126"/>
                    <a:pt x="176" y="76"/>
                  </a:cubicBezTo>
                  <a:cubicBezTo>
                    <a:pt x="126" y="51"/>
                    <a:pt x="51" y="26"/>
                    <a:pt x="1" y="0"/>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24"/>
            <p:cNvSpPr/>
            <p:nvPr/>
          </p:nvSpPr>
          <p:spPr>
            <a:xfrm>
              <a:off x="1638043" y="2577568"/>
              <a:ext cx="22459" cy="24743"/>
            </a:xfrm>
            <a:custGeom>
              <a:rect b="b" l="l" r="r" t="t"/>
              <a:pathLst>
                <a:path extrusionOk="0" h="1354" w="1229">
                  <a:moveTo>
                    <a:pt x="151" y="1"/>
                  </a:moveTo>
                  <a:cubicBezTo>
                    <a:pt x="76" y="1"/>
                    <a:pt x="1" y="76"/>
                    <a:pt x="1" y="151"/>
                  </a:cubicBezTo>
                  <a:cubicBezTo>
                    <a:pt x="1" y="226"/>
                    <a:pt x="76" y="276"/>
                    <a:pt x="151" y="276"/>
                  </a:cubicBezTo>
                  <a:cubicBezTo>
                    <a:pt x="201" y="276"/>
                    <a:pt x="226" y="301"/>
                    <a:pt x="277" y="301"/>
                  </a:cubicBezTo>
                  <a:cubicBezTo>
                    <a:pt x="327" y="327"/>
                    <a:pt x="402" y="352"/>
                    <a:pt x="452" y="377"/>
                  </a:cubicBezTo>
                  <a:cubicBezTo>
                    <a:pt x="527" y="427"/>
                    <a:pt x="627" y="502"/>
                    <a:pt x="678" y="577"/>
                  </a:cubicBezTo>
                  <a:cubicBezTo>
                    <a:pt x="778" y="728"/>
                    <a:pt x="853" y="878"/>
                    <a:pt x="853" y="1053"/>
                  </a:cubicBezTo>
                  <a:cubicBezTo>
                    <a:pt x="853" y="1103"/>
                    <a:pt x="853" y="1154"/>
                    <a:pt x="828" y="1179"/>
                  </a:cubicBezTo>
                  <a:cubicBezTo>
                    <a:pt x="813" y="1284"/>
                    <a:pt x="907" y="1354"/>
                    <a:pt x="990" y="1354"/>
                  </a:cubicBezTo>
                  <a:cubicBezTo>
                    <a:pt x="1044" y="1354"/>
                    <a:pt x="1094" y="1324"/>
                    <a:pt x="1104" y="1254"/>
                  </a:cubicBezTo>
                  <a:cubicBezTo>
                    <a:pt x="1229" y="652"/>
                    <a:pt x="753" y="5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24"/>
            <p:cNvSpPr/>
            <p:nvPr/>
          </p:nvSpPr>
          <p:spPr>
            <a:xfrm>
              <a:off x="1652681" y="2612216"/>
              <a:ext cx="6451" cy="5080"/>
            </a:xfrm>
            <a:custGeom>
              <a:rect b="b" l="l" r="r" t="t"/>
              <a:pathLst>
                <a:path extrusionOk="0" h="278" w="353">
                  <a:moveTo>
                    <a:pt x="170" y="0"/>
                  </a:moveTo>
                  <a:cubicBezTo>
                    <a:pt x="123" y="0"/>
                    <a:pt x="78" y="25"/>
                    <a:pt x="52" y="85"/>
                  </a:cubicBezTo>
                  <a:cubicBezTo>
                    <a:pt x="1" y="187"/>
                    <a:pt x="89" y="278"/>
                    <a:pt x="182" y="278"/>
                  </a:cubicBezTo>
                  <a:cubicBezTo>
                    <a:pt x="226" y="278"/>
                    <a:pt x="271" y="258"/>
                    <a:pt x="303" y="210"/>
                  </a:cubicBezTo>
                  <a:cubicBezTo>
                    <a:pt x="352" y="94"/>
                    <a:pt x="260"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24"/>
            <p:cNvSpPr/>
            <p:nvPr/>
          </p:nvSpPr>
          <p:spPr>
            <a:xfrm>
              <a:off x="1552410" y="2659181"/>
              <a:ext cx="9631" cy="13687"/>
            </a:xfrm>
            <a:custGeom>
              <a:rect b="b" l="l" r="r" t="t"/>
              <a:pathLst>
                <a:path extrusionOk="0" h="749" w="527">
                  <a:moveTo>
                    <a:pt x="361" y="0"/>
                  </a:moveTo>
                  <a:cubicBezTo>
                    <a:pt x="309" y="0"/>
                    <a:pt x="261" y="36"/>
                    <a:pt x="226" y="71"/>
                  </a:cubicBezTo>
                  <a:cubicBezTo>
                    <a:pt x="176" y="221"/>
                    <a:pt x="100" y="397"/>
                    <a:pt x="25" y="547"/>
                  </a:cubicBezTo>
                  <a:cubicBezTo>
                    <a:pt x="0" y="622"/>
                    <a:pt x="25" y="698"/>
                    <a:pt x="75" y="723"/>
                  </a:cubicBezTo>
                  <a:cubicBezTo>
                    <a:pt x="102" y="740"/>
                    <a:pt x="132" y="749"/>
                    <a:pt x="160" y="749"/>
                  </a:cubicBezTo>
                  <a:cubicBezTo>
                    <a:pt x="212" y="749"/>
                    <a:pt x="260" y="721"/>
                    <a:pt x="276" y="673"/>
                  </a:cubicBezTo>
                  <a:cubicBezTo>
                    <a:pt x="351" y="522"/>
                    <a:pt x="426" y="372"/>
                    <a:pt x="476" y="196"/>
                  </a:cubicBezTo>
                  <a:cubicBezTo>
                    <a:pt x="526" y="146"/>
                    <a:pt x="501" y="46"/>
                    <a:pt x="426" y="21"/>
                  </a:cubicBezTo>
                  <a:cubicBezTo>
                    <a:pt x="404" y="6"/>
                    <a:pt x="382" y="0"/>
                    <a:pt x="3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24"/>
            <p:cNvSpPr/>
            <p:nvPr/>
          </p:nvSpPr>
          <p:spPr>
            <a:xfrm>
              <a:off x="1560652" y="2663968"/>
              <a:ext cx="8717" cy="11805"/>
            </a:xfrm>
            <a:custGeom>
              <a:rect b="b" l="l" r="r" t="t"/>
              <a:pathLst>
                <a:path extrusionOk="0" h="646" w="477">
                  <a:moveTo>
                    <a:pt x="342" y="0"/>
                  </a:moveTo>
                  <a:cubicBezTo>
                    <a:pt x="281" y="0"/>
                    <a:pt x="220" y="28"/>
                    <a:pt x="201" y="85"/>
                  </a:cubicBezTo>
                  <a:cubicBezTo>
                    <a:pt x="151" y="210"/>
                    <a:pt x="75" y="310"/>
                    <a:pt x="25" y="436"/>
                  </a:cubicBezTo>
                  <a:cubicBezTo>
                    <a:pt x="0" y="511"/>
                    <a:pt x="25" y="586"/>
                    <a:pt x="75" y="636"/>
                  </a:cubicBezTo>
                  <a:cubicBezTo>
                    <a:pt x="94" y="642"/>
                    <a:pt x="115" y="646"/>
                    <a:pt x="135" y="646"/>
                  </a:cubicBezTo>
                  <a:cubicBezTo>
                    <a:pt x="196" y="646"/>
                    <a:pt x="257" y="617"/>
                    <a:pt x="276" y="561"/>
                  </a:cubicBezTo>
                  <a:cubicBezTo>
                    <a:pt x="326" y="461"/>
                    <a:pt x="401" y="335"/>
                    <a:pt x="451" y="210"/>
                  </a:cubicBezTo>
                  <a:cubicBezTo>
                    <a:pt x="476" y="135"/>
                    <a:pt x="451" y="60"/>
                    <a:pt x="401" y="10"/>
                  </a:cubicBezTo>
                  <a:cubicBezTo>
                    <a:pt x="382" y="3"/>
                    <a:pt x="362"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24"/>
            <p:cNvSpPr/>
            <p:nvPr/>
          </p:nvSpPr>
          <p:spPr>
            <a:xfrm>
              <a:off x="1494700" y="2707297"/>
              <a:ext cx="5957" cy="7237"/>
            </a:xfrm>
            <a:custGeom>
              <a:rect b="b" l="l" r="r" t="t"/>
              <a:pathLst>
                <a:path extrusionOk="0" h="396" w="326">
                  <a:moveTo>
                    <a:pt x="188" y="1"/>
                  </a:moveTo>
                  <a:cubicBezTo>
                    <a:pt x="176" y="1"/>
                    <a:pt x="163" y="7"/>
                    <a:pt x="151" y="20"/>
                  </a:cubicBezTo>
                  <a:lnTo>
                    <a:pt x="100" y="20"/>
                  </a:lnTo>
                  <a:cubicBezTo>
                    <a:pt x="100" y="45"/>
                    <a:pt x="75" y="45"/>
                    <a:pt x="75" y="70"/>
                  </a:cubicBezTo>
                  <a:cubicBezTo>
                    <a:pt x="50" y="95"/>
                    <a:pt x="50" y="95"/>
                    <a:pt x="50" y="120"/>
                  </a:cubicBezTo>
                  <a:lnTo>
                    <a:pt x="25" y="220"/>
                  </a:lnTo>
                  <a:cubicBezTo>
                    <a:pt x="0" y="245"/>
                    <a:pt x="0" y="270"/>
                    <a:pt x="25" y="295"/>
                  </a:cubicBezTo>
                  <a:lnTo>
                    <a:pt x="25" y="320"/>
                  </a:lnTo>
                  <a:cubicBezTo>
                    <a:pt x="50" y="345"/>
                    <a:pt x="75" y="370"/>
                    <a:pt x="100" y="370"/>
                  </a:cubicBezTo>
                  <a:cubicBezTo>
                    <a:pt x="100" y="370"/>
                    <a:pt x="100" y="370"/>
                    <a:pt x="126" y="396"/>
                  </a:cubicBezTo>
                  <a:lnTo>
                    <a:pt x="176" y="396"/>
                  </a:lnTo>
                  <a:cubicBezTo>
                    <a:pt x="201" y="370"/>
                    <a:pt x="201" y="370"/>
                    <a:pt x="226" y="370"/>
                  </a:cubicBezTo>
                  <a:cubicBezTo>
                    <a:pt x="251" y="345"/>
                    <a:pt x="251" y="345"/>
                    <a:pt x="276" y="320"/>
                  </a:cubicBezTo>
                  <a:cubicBezTo>
                    <a:pt x="276" y="320"/>
                    <a:pt x="276" y="295"/>
                    <a:pt x="301" y="270"/>
                  </a:cubicBezTo>
                  <a:lnTo>
                    <a:pt x="326" y="170"/>
                  </a:lnTo>
                  <a:cubicBezTo>
                    <a:pt x="326" y="145"/>
                    <a:pt x="326" y="120"/>
                    <a:pt x="326" y="95"/>
                  </a:cubicBezTo>
                  <a:lnTo>
                    <a:pt x="301" y="70"/>
                  </a:lnTo>
                  <a:cubicBezTo>
                    <a:pt x="301" y="45"/>
                    <a:pt x="276" y="45"/>
                    <a:pt x="251" y="20"/>
                  </a:cubicBezTo>
                  <a:lnTo>
                    <a:pt x="226" y="20"/>
                  </a:lnTo>
                  <a:cubicBezTo>
                    <a:pt x="213" y="7"/>
                    <a:pt x="201" y="1"/>
                    <a:pt x="1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24"/>
            <p:cNvSpPr/>
            <p:nvPr/>
          </p:nvSpPr>
          <p:spPr>
            <a:xfrm>
              <a:off x="1572676" y="2737540"/>
              <a:ext cx="6780" cy="5007"/>
            </a:xfrm>
            <a:custGeom>
              <a:rect b="b" l="l" r="r" t="t"/>
              <a:pathLst>
                <a:path extrusionOk="0" h="274" w="371">
                  <a:moveTo>
                    <a:pt x="178" y="1"/>
                  </a:moveTo>
                  <a:cubicBezTo>
                    <a:pt x="135" y="1"/>
                    <a:pt x="93" y="21"/>
                    <a:pt x="69" y="69"/>
                  </a:cubicBezTo>
                  <a:cubicBezTo>
                    <a:pt x="1" y="171"/>
                    <a:pt x="95" y="273"/>
                    <a:pt x="193" y="273"/>
                  </a:cubicBezTo>
                  <a:cubicBezTo>
                    <a:pt x="240" y="273"/>
                    <a:pt x="288" y="250"/>
                    <a:pt x="320" y="194"/>
                  </a:cubicBezTo>
                  <a:cubicBezTo>
                    <a:pt x="371" y="92"/>
                    <a:pt x="271" y="1"/>
                    <a:pt x="1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24"/>
            <p:cNvSpPr/>
            <p:nvPr/>
          </p:nvSpPr>
          <p:spPr>
            <a:xfrm>
              <a:off x="1466997" y="2821109"/>
              <a:ext cx="40532" cy="8077"/>
            </a:xfrm>
            <a:custGeom>
              <a:rect b="b" l="l" r="r" t="t"/>
              <a:pathLst>
                <a:path extrusionOk="0" h="442" w="2218">
                  <a:moveTo>
                    <a:pt x="169" y="1"/>
                  </a:moveTo>
                  <a:cubicBezTo>
                    <a:pt x="30" y="1"/>
                    <a:pt x="1" y="214"/>
                    <a:pt x="138" y="283"/>
                  </a:cubicBezTo>
                  <a:cubicBezTo>
                    <a:pt x="538" y="391"/>
                    <a:pt x="939" y="442"/>
                    <a:pt x="1340" y="442"/>
                  </a:cubicBezTo>
                  <a:cubicBezTo>
                    <a:pt x="1591" y="442"/>
                    <a:pt x="1842" y="422"/>
                    <a:pt x="2093" y="383"/>
                  </a:cubicBezTo>
                  <a:cubicBezTo>
                    <a:pt x="2168" y="358"/>
                    <a:pt x="2218" y="258"/>
                    <a:pt x="2193" y="208"/>
                  </a:cubicBezTo>
                  <a:cubicBezTo>
                    <a:pt x="2172" y="146"/>
                    <a:pt x="2118" y="101"/>
                    <a:pt x="2057" y="101"/>
                  </a:cubicBezTo>
                  <a:cubicBezTo>
                    <a:pt x="2044" y="101"/>
                    <a:pt x="2031" y="103"/>
                    <a:pt x="2017" y="107"/>
                  </a:cubicBezTo>
                  <a:cubicBezTo>
                    <a:pt x="1786" y="146"/>
                    <a:pt x="1550" y="166"/>
                    <a:pt x="1316" y="166"/>
                  </a:cubicBezTo>
                  <a:cubicBezTo>
                    <a:pt x="941" y="166"/>
                    <a:pt x="567" y="115"/>
                    <a:pt x="213" y="7"/>
                  </a:cubicBezTo>
                  <a:cubicBezTo>
                    <a:pt x="197" y="3"/>
                    <a:pt x="182" y="1"/>
                    <a:pt x="1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24"/>
            <p:cNvSpPr/>
            <p:nvPr/>
          </p:nvSpPr>
          <p:spPr>
            <a:xfrm>
              <a:off x="1529476" y="2814055"/>
              <a:ext cx="6487" cy="5208"/>
            </a:xfrm>
            <a:custGeom>
              <a:rect b="b" l="l" r="r" t="t"/>
              <a:pathLst>
                <a:path extrusionOk="0" h="285" w="355">
                  <a:moveTo>
                    <a:pt x="170" y="0"/>
                  </a:moveTo>
                  <a:cubicBezTo>
                    <a:pt x="127" y="0"/>
                    <a:pt x="83" y="20"/>
                    <a:pt x="52" y="67"/>
                  </a:cubicBezTo>
                  <a:cubicBezTo>
                    <a:pt x="0" y="188"/>
                    <a:pt x="103" y="285"/>
                    <a:pt x="196" y="285"/>
                  </a:cubicBezTo>
                  <a:cubicBezTo>
                    <a:pt x="239" y="285"/>
                    <a:pt x="279" y="265"/>
                    <a:pt x="303" y="218"/>
                  </a:cubicBezTo>
                  <a:cubicBezTo>
                    <a:pt x="354" y="97"/>
                    <a:pt x="264"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24"/>
            <p:cNvSpPr/>
            <p:nvPr/>
          </p:nvSpPr>
          <p:spPr>
            <a:xfrm>
              <a:off x="1685684" y="2695729"/>
              <a:ext cx="17415" cy="42159"/>
            </a:xfrm>
            <a:custGeom>
              <a:rect b="b" l="l" r="r" t="t"/>
              <a:pathLst>
                <a:path extrusionOk="0" h="2307" w="953">
                  <a:moveTo>
                    <a:pt x="527" y="1"/>
                  </a:moveTo>
                  <a:lnTo>
                    <a:pt x="0" y="2307"/>
                  </a:lnTo>
                  <a:cubicBezTo>
                    <a:pt x="426" y="2056"/>
                    <a:pt x="752" y="1680"/>
                    <a:pt x="853" y="1204"/>
                  </a:cubicBezTo>
                  <a:cubicBezTo>
                    <a:pt x="953" y="778"/>
                    <a:pt x="827" y="302"/>
                    <a:pt x="527"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p24"/>
            <p:cNvSpPr/>
            <p:nvPr/>
          </p:nvSpPr>
          <p:spPr>
            <a:xfrm>
              <a:off x="1681061" y="2689973"/>
              <a:ext cx="27082" cy="53671"/>
            </a:xfrm>
            <a:custGeom>
              <a:rect b="b" l="l" r="r" t="t"/>
              <a:pathLst>
                <a:path extrusionOk="0" h="2937" w="1482">
                  <a:moveTo>
                    <a:pt x="814" y="1"/>
                  </a:moveTo>
                  <a:cubicBezTo>
                    <a:pt x="707" y="1"/>
                    <a:pt x="607" y="143"/>
                    <a:pt x="705" y="241"/>
                  </a:cubicBezTo>
                  <a:cubicBezTo>
                    <a:pt x="730" y="266"/>
                    <a:pt x="755" y="291"/>
                    <a:pt x="780" y="316"/>
                  </a:cubicBezTo>
                  <a:cubicBezTo>
                    <a:pt x="1080" y="617"/>
                    <a:pt x="1206" y="1093"/>
                    <a:pt x="1106" y="1519"/>
                  </a:cubicBezTo>
                  <a:cubicBezTo>
                    <a:pt x="1005" y="1995"/>
                    <a:pt x="679" y="2371"/>
                    <a:pt x="253" y="2622"/>
                  </a:cubicBezTo>
                  <a:cubicBezTo>
                    <a:pt x="228" y="2647"/>
                    <a:pt x="178" y="2672"/>
                    <a:pt x="153" y="2672"/>
                  </a:cubicBezTo>
                  <a:cubicBezTo>
                    <a:pt x="0" y="2737"/>
                    <a:pt x="95" y="2936"/>
                    <a:pt x="238" y="2936"/>
                  </a:cubicBezTo>
                  <a:cubicBezTo>
                    <a:pt x="259" y="2936"/>
                    <a:pt x="281" y="2932"/>
                    <a:pt x="303" y="2922"/>
                  </a:cubicBezTo>
                  <a:cubicBezTo>
                    <a:pt x="830" y="2647"/>
                    <a:pt x="1281" y="2146"/>
                    <a:pt x="1381" y="1544"/>
                  </a:cubicBezTo>
                  <a:cubicBezTo>
                    <a:pt x="1481" y="993"/>
                    <a:pt x="1306" y="416"/>
                    <a:pt x="905" y="40"/>
                  </a:cubicBezTo>
                  <a:cubicBezTo>
                    <a:pt x="877" y="12"/>
                    <a:pt x="845" y="1"/>
                    <a:pt x="81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24"/>
            <p:cNvSpPr/>
            <p:nvPr/>
          </p:nvSpPr>
          <p:spPr>
            <a:xfrm>
              <a:off x="1669658" y="2643885"/>
              <a:ext cx="7346" cy="12573"/>
            </a:xfrm>
            <a:custGeom>
              <a:rect b="b" l="l" r="r" t="t"/>
              <a:pathLst>
                <a:path extrusionOk="0" h="688" w="402">
                  <a:moveTo>
                    <a:pt x="246" y="1"/>
                  </a:moveTo>
                  <a:cubicBezTo>
                    <a:pt x="181" y="1"/>
                    <a:pt x="122" y="66"/>
                    <a:pt x="100" y="131"/>
                  </a:cubicBezTo>
                  <a:lnTo>
                    <a:pt x="25" y="507"/>
                  </a:lnTo>
                  <a:cubicBezTo>
                    <a:pt x="0" y="582"/>
                    <a:pt x="50" y="657"/>
                    <a:pt x="125" y="683"/>
                  </a:cubicBezTo>
                  <a:cubicBezTo>
                    <a:pt x="136" y="686"/>
                    <a:pt x="146" y="688"/>
                    <a:pt x="156" y="688"/>
                  </a:cubicBezTo>
                  <a:cubicBezTo>
                    <a:pt x="220" y="688"/>
                    <a:pt x="279" y="626"/>
                    <a:pt x="301" y="582"/>
                  </a:cubicBezTo>
                  <a:lnTo>
                    <a:pt x="376" y="181"/>
                  </a:lnTo>
                  <a:cubicBezTo>
                    <a:pt x="401" y="106"/>
                    <a:pt x="351" y="31"/>
                    <a:pt x="276" y="6"/>
                  </a:cubicBezTo>
                  <a:cubicBezTo>
                    <a:pt x="266" y="2"/>
                    <a:pt x="256" y="1"/>
                    <a:pt x="2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24"/>
            <p:cNvSpPr/>
            <p:nvPr/>
          </p:nvSpPr>
          <p:spPr>
            <a:xfrm>
              <a:off x="1676986" y="2646955"/>
              <a:ext cx="10087" cy="15369"/>
            </a:xfrm>
            <a:custGeom>
              <a:rect b="b" l="l" r="r" t="t"/>
              <a:pathLst>
                <a:path extrusionOk="0" h="841" w="552">
                  <a:moveTo>
                    <a:pt x="376" y="1"/>
                  </a:moveTo>
                  <a:cubicBezTo>
                    <a:pt x="339" y="1"/>
                    <a:pt x="301" y="13"/>
                    <a:pt x="276" y="38"/>
                  </a:cubicBezTo>
                  <a:cubicBezTo>
                    <a:pt x="151" y="214"/>
                    <a:pt x="50" y="439"/>
                    <a:pt x="0" y="665"/>
                  </a:cubicBezTo>
                  <a:cubicBezTo>
                    <a:pt x="0" y="740"/>
                    <a:pt x="50" y="815"/>
                    <a:pt x="125" y="840"/>
                  </a:cubicBezTo>
                  <a:cubicBezTo>
                    <a:pt x="176" y="840"/>
                    <a:pt x="276" y="790"/>
                    <a:pt x="276" y="715"/>
                  </a:cubicBezTo>
                  <a:cubicBezTo>
                    <a:pt x="301" y="665"/>
                    <a:pt x="301" y="615"/>
                    <a:pt x="326" y="565"/>
                  </a:cubicBezTo>
                  <a:cubicBezTo>
                    <a:pt x="326" y="540"/>
                    <a:pt x="326" y="515"/>
                    <a:pt x="326" y="515"/>
                  </a:cubicBezTo>
                  <a:cubicBezTo>
                    <a:pt x="326" y="489"/>
                    <a:pt x="351" y="489"/>
                    <a:pt x="351" y="489"/>
                  </a:cubicBezTo>
                  <a:cubicBezTo>
                    <a:pt x="351" y="489"/>
                    <a:pt x="351" y="464"/>
                    <a:pt x="351" y="464"/>
                  </a:cubicBezTo>
                  <a:cubicBezTo>
                    <a:pt x="376" y="414"/>
                    <a:pt x="401" y="364"/>
                    <a:pt x="426" y="339"/>
                  </a:cubicBezTo>
                  <a:cubicBezTo>
                    <a:pt x="426" y="314"/>
                    <a:pt x="451" y="289"/>
                    <a:pt x="451" y="264"/>
                  </a:cubicBezTo>
                  <a:lnTo>
                    <a:pt x="476" y="264"/>
                  </a:lnTo>
                  <a:cubicBezTo>
                    <a:pt x="476" y="239"/>
                    <a:pt x="476" y="239"/>
                    <a:pt x="501" y="214"/>
                  </a:cubicBezTo>
                  <a:cubicBezTo>
                    <a:pt x="552" y="164"/>
                    <a:pt x="552" y="88"/>
                    <a:pt x="476" y="38"/>
                  </a:cubicBezTo>
                  <a:cubicBezTo>
                    <a:pt x="451" y="13"/>
                    <a:pt x="414" y="1"/>
                    <a:pt x="3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24"/>
            <p:cNvSpPr/>
            <p:nvPr/>
          </p:nvSpPr>
          <p:spPr>
            <a:xfrm>
              <a:off x="1630715" y="2487604"/>
              <a:ext cx="6889" cy="13962"/>
            </a:xfrm>
            <a:custGeom>
              <a:rect b="b" l="l" r="r" t="t"/>
              <a:pathLst>
                <a:path extrusionOk="0" h="764" w="377">
                  <a:moveTo>
                    <a:pt x="220" y="0"/>
                  </a:moveTo>
                  <a:cubicBezTo>
                    <a:pt x="196" y="0"/>
                    <a:pt x="168" y="11"/>
                    <a:pt x="151" y="11"/>
                  </a:cubicBezTo>
                  <a:cubicBezTo>
                    <a:pt x="126" y="36"/>
                    <a:pt x="101" y="87"/>
                    <a:pt x="76" y="112"/>
                  </a:cubicBezTo>
                  <a:cubicBezTo>
                    <a:pt x="76" y="262"/>
                    <a:pt x="51" y="437"/>
                    <a:pt x="26" y="588"/>
                  </a:cubicBezTo>
                  <a:cubicBezTo>
                    <a:pt x="1" y="688"/>
                    <a:pt x="51" y="738"/>
                    <a:pt x="126" y="763"/>
                  </a:cubicBezTo>
                  <a:cubicBezTo>
                    <a:pt x="151" y="763"/>
                    <a:pt x="201" y="763"/>
                    <a:pt x="226" y="738"/>
                  </a:cubicBezTo>
                  <a:cubicBezTo>
                    <a:pt x="251" y="738"/>
                    <a:pt x="302" y="688"/>
                    <a:pt x="302" y="663"/>
                  </a:cubicBezTo>
                  <a:cubicBezTo>
                    <a:pt x="327" y="488"/>
                    <a:pt x="327" y="337"/>
                    <a:pt x="352" y="162"/>
                  </a:cubicBezTo>
                  <a:cubicBezTo>
                    <a:pt x="377" y="87"/>
                    <a:pt x="327" y="36"/>
                    <a:pt x="251" y="11"/>
                  </a:cubicBezTo>
                  <a:cubicBezTo>
                    <a:pt x="243" y="3"/>
                    <a:pt x="232" y="0"/>
                    <a:pt x="2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24"/>
            <p:cNvSpPr/>
            <p:nvPr/>
          </p:nvSpPr>
          <p:spPr>
            <a:xfrm>
              <a:off x="1637587" y="2486306"/>
              <a:ext cx="7803" cy="14345"/>
            </a:xfrm>
            <a:custGeom>
              <a:rect b="b" l="l" r="r" t="t"/>
              <a:pathLst>
                <a:path extrusionOk="0" h="785" w="427">
                  <a:moveTo>
                    <a:pt x="262" y="1"/>
                  </a:moveTo>
                  <a:cubicBezTo>
                    <a:pt x="201" y="1"/>
                    <a:pt x="147" y="46"/>
                    <a:pt x="126" y="107"/>
                  </a:cubicBezTo>
                  <a:cubicBezTo>
                    <a:pt x="101" y="283"/>
                    <a:pt x="51" y="433"/>
                    <a:pt x="26" y="609"/>
                  </a:cubicBezTo>
                  <a:cubicBezTo>
                    <a:pt x="1" y="684"/>
                    <a:pt x="51" y="759"/>
                    <a:pt x="126" y="784"/>
                  </a:cubicBezTo>
                  <a:cubicBezTo>
                    <a:pt x="201" y="784"/>
                    <a:pt x="276" y="734"/>
                    <a:pt x="302" y="659"/>
                  </a:cubicBezTo>
                  <a:cubicBezTo>
                    <a:pt x="327" y="508"/>
                    <a:pt x="352" y="333"/>
                    <a:pt x="402" y="183"/>
                  </a:cubicBezTo>
                  <a:cubicBezTo>
                    <a:pt x="427" y="107"/>
                    <a:pt x="377" y="32"/>
                    <a:pt x="302" y="7"/>
                  </a:cubicBezTo>
                  <a:cubicBezTo>
                    <a:pt x="288" y="3"/>
                    <a:pt x="275"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24"/>
            <p:cNvSpPr/>
            <p:nvPr/>
          </p:nvSpPr>
          <p:spPr>
            <a:xfrm>
              <a:off x="1527667" y="2531188"/>
              <a:ext cx="33460" cy="22148"/>
            </a:xfrm>
            <a:custGeom>
              <a:rect b="b" l="l" r="r" t="t"/>
              <a:pathLst>
                <a:path extrusionOk="0" h="1212" w="1831">
                  <a:moveTo>
                    <a:pt x="1669" y="1"/>
                  </a:moveTo>
                  <a:cubicBezTo>
                    <a:pt x="1656" y="1"/>
                    <a:pt x="1643" y="3"/>
                    <a:pt x="1630" y="7"/>
                  </a:cubicBezTo>
                  <a:cubicBezTo>
                    <a:pt x="1078" y="258"/>
                    <a:pt x="552" y="584"/>
                    <a:pt x="76" y="935"/>
                  </a:cubicBezTo>
                  <a:cubicBezTo>
                    <a:pt x="26" y="985"/>
                    <a:pt x="1" y="1060"/>
                    <a:pt x="26" y="1135"/>
                  </a:cubicBezTo>
                  <a:cubicBezTo>
                    <a:pt x="58" y="1184"/>
                    <a:pt x="111" y="1211"/>
                    <a:pt x="159" y="1211"/>
                  </a:cubicBezTo>
                  <a:cubicBezTo>
                    <a:pt x="184" y="1211"/>
                    <a:pt x="209" y="1203"/>
                    <a:pt x="226" y="1185"/>
                  </a:cubicBezTo>
                  <a:cubicBezTo>
                    <a:pt x="702" y="834"/>
                    <a:pt x="1179" y="534"/>
                    <a:pt x="1730" y="283"/>
                  </a:cubicBezTo>
                  <a:cubicBezTo>
                    <a:pt x="1780" y="258"/>
                    <a:pt x="1830" y="183"/>
                    <a:pt x="1805" y="108"/>
                  </a:cubicBezTo>
                  <a:cubicBezTo>
                    <a:pt x="1785" y="46"/>
                    <a:pt x="1730" y="1"/>
                    <a:pt x="16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24"/>
            <p:cNvSpPr/>
            <p:nvPr/>
          </p:nvSpPr>
          <p:spPr>
            <a:xfrm>
              <a:off x="1474087" y="2735932"/>
              <a:ext cx="624723" cy="500276"/>
            </a:xfrm>
            <a:custGeom>
              <a:rect b="b" l="l" r="r" t="t"/>
              <a:pathLst>
                <a:path extrusionOk="0" h="27376" w="34186">
                  <a:moveTo>
                    <a:pt x="25710" y="2558"/>
                  </a:moveTo>
                  <a:cubicBezTo>
                    <a:pt x="25720" y="2558"/>
                    <a:pt x="25730" y="2560"/>
                    <a:pt x="25740" y="2563"/>
                  </a:cubicBezTo>
                  <a:cubicBezTo>
                    <a:pt x="25840" y="2588"/>
                    <a:pt x="25890" y="2663"/>
                    <a:pt x="25865" y="2763"/>
                  </a:cubicBezTo>
                  <a:cubicBezTo>
                    <a:pt x="25815" y="2939"/>
                    <a:pt x="25790" y="3114"/>
                    <a:pt x="25740" y="3315"/>
                  </a:cubicBezTo>
                  <a:cubicBezTo>
                    <a:pt x="25719" y="3377"/>
                    <a:pt x="25665" y="3422"/>
                    <a:pt x="25604" y="3422"/>
                  </a:cubicBezTo>
                  <a:cubicBezTo>
                    <a:pt x="25591" y="3422"/>
                    <a:pt x="25578" y="3419"/>
                    <a:pt x="25564" y="3415"/>
                  </a:cubicBezTo>
                  <a:cubicBezTo>
                    <a:pt x="25489" y="3415"/>
                    <a:pt x="25414" y="3315"/>
                    <a:pt x="25439" y="3240"/>
                  </a:cubicBezTo>
                  <a:cubicBezTo>
                    <a:pt x="25489" y="3064"/>
                    <a:pt x="25514" y="2864"/>
                    <a:pt x="25564" y="2688"/>
                  </a:cubicBezTo>
                  <a:cubicBezTo>
                    <a:pt x="25586" y="2623"/>
                    <a:pt x="25645" y="2558"/>
                    <a:pt x="25710" y="2558"/>
                  </a:cubicBezTo>
                  <a:close/>
                  <a:moveTo>
                    <a:pt x="25289" y="2638"/>
                  </a:moveTo>
                  <a:cubicBezTo>
                    <a:pt x="25364" y="2663"/>
                    <a:pt x="25414" y="2738"/>
                    <a:pt x="25389" y="2839"/>
                  </a:cubicBezTo>
                  <a:cubicBezTo>
                    <a:pt x="25389" y="3014"/>
                    <a:pt x="25364" y="3189"/>
                    <a:pt x="25339" y="3365"/>
                  </a:cubicBezTo>
                  <a:cubicBezTo>
                    <a:pt x="25314" y="3415"/>
                    <a:pt x="25289" y="3465"/>
                    <a:pt x="25264" y="3465"/>
                  </a:cubicBezTo>
                  <a:cubicBezTo>
                    <a:pt x="25246" y="3483"/>
                    <a:pt x="25216" y="3501"/>
                    <a:pt x="25182" y="3501"/>
                  </a:cubicBezTo>
                  <a:cubicBezTo>
                    <a:pt x="25168" y="3501"/>
                    <a:pt x="25153" y="3498"/>
                    <a:pt x="25138" y="3490"/>
                  </a:cubicBezTo>
                  <a:cubicBezTo>
                    <a:pt x="25063" y="3465"/>
                    <a:pt x="25013" y="3390"/>
                    <a:pt x="25013" y="3315"/>
                  </a:cubicBezTo>
                  <a:cubicBezTo>
                    <a:pt x="25038" y="3139"/>
                    <a:pt x="25063" y="2939"/>
                    <a:pt x="25088" y="2763"/>
                  </a:cubicBezTo>
                  <a:cubicBezTo>
                    <a:pt x="25088" y="2738"/>
                    <a:pt x="25138" y="2688"/>
                    <a:pt x="25163" y="2663"/>
                  </a:cubicBezTo>
                  <a:cubicBezTo>
                    <a:pt x="25188" y="2638"/>
                    <a:pt x="25239" y="2638"/>
                    <a:pt x="25289" y="2638"/>
                  </a:cubicBezTo>
                  <a:close/>
                  <a:moveTo>
                    <a:pt x="30757" y="3612"/>
                  </a:moveTo>
                  <a:cubicBezTo>
                    <a:pt x="30864" y="3612"/>
                    <a:pt x="30971" y="3721"/>
                    <a:pt x="30903" y="3841"/>
                  </a:cubicBezTo>
                  <a:cubicBezTo>
                    <a:pt x="30879" y="3896"/>
                    <a:pt x="30836" y="3919"/>
                    <a:pt x="30789" y="3919"/>
                  </a:cubicBezTo>
                  <a:cubicBezTo>
                    <a:pt x="30689" y="3919"/>
                    <a:pt x="30576" y="3811"/>
                    <a:pt x="30627" y="3691"/>
                  </a:cubicBezTo>
                  <a:cubicBezTo>
                    <a:pt x="30659" y="3635"/>
                    <a:pt x="30708" y="3612"/>
                    <a:pt x="30757" y="3612"/>
                  </a:cubicBezTo>
                  <a:close/>
                  <a:moveTo>
                    <a:pt x="20569" y="5313"/>
                  </a:moveTo>
                  <a:cubicBezTo>
                    <a:pt x="20635" y="5313"/>
                    <a:pt x="20707" y="5358"/>
                    <a:pt x="20727" y="5420"/>
                  </a:cubicBezTo>
                  <a:cubicBezTo>
                    <a:pt x="20752" y="5520"/>
                    <a:pt x="20702" y="5595"/>
                    <a:pt x="20627" y="5621"/>
                  </a:cubicBezTo>
                  <a:cubicBezTo>
                    <a:pt x="20026" y="5896"/>
                    <a:pt x="19474" y="6222"/>
                    <a:pt x="18973" y="6623"/>
                  </a:cubicBezTo>
                  <a:cubicBezTo>
                    <a:pt x="18946" y="6641"/>
                    <a:pt x="18916" y="6649"/>
                    <a:pt x="18887" y="6649"/>
                  </a:cubicBezTo>
                  <a:cubicBezTo>
                    <a:pt x="18833" y="6649"/>
                    <a:pt x="18780" y="6621"/>
                    <a:pt x="18747" y="6573"/>
                  </a:cubicBezTo>
                  <a:cubicBezTo>
                    <a:pt x="18697" y="6498"/>
                    <a:pt x="18722" y="6397"/>
                    <a:pt x="18797" y="6347"/>
                  </a:cubicBezTo>
                  <a:cubicBezTo>
                    <a:pt x="19324" y="5946"/>
                    <a:pt x="19925" y="5595"/>
                    <a:pt x="20527" y="5320"/>
                  </a:cubicBezTo>
                  <a:cubicBezTo>
                    <a:pt x="20540" y="5315"/>
                    <a:pt x="20554" y="5313"/>
                    <a:pt x="20569" y="5313"/>
                  </a:cubicBezTo>
                  <a:close/>
                  <a:moveTo>
                    <a:pt x="29903" y="4195"/>
                  </a:moveTo>
                  <a:cubicBezTo>
                    <a:pt x="30045" y="4195"/>
                    <a:pt x="30150" y="4404"/>
                    <a:pt x="30001" y="4468"/>
                  </a:cubicBezTo>
                  <a:cubicBezTo>
                    <a:pt x="28597" y="5220"/>
                    <a:pt x="27193" y="5971"/>
                    <a:pt x="25790" y="6698"/>
                  </a:cubicBezTo>
                  <a:cubicBezTo>
                    <a:pt x="25764" y="6713"/>
                    <a:pt x="25737" y="6720"/>
                    <a:pt x="25712" y="6720"/>
                  </a:cubicBezTo>
                  <a:cubicBezTo>
                    <a:pt x="25570" y="6720"/>
                    <a:pt x="25466" y="6511"/>
                    <a:pt x="25615" y="6448"/>
                  </a:cubicBezTo>
                  <a:lnTo>
                    <a:pt x="29825" y="4217"/>
                  </a:lnTo>
                  <a:cubicBezTo>
                    <a:pt x="29852" y="4202"/>
                    <a:pt x="29878" y="4195"/>
                    <a:pt x="29903" y="4195"/>
                  </a:cubicBezTo>
                  <a:close/>
                  <a:moveTo>
                    <a:pt x="14969" y="6483"/>
                  </a:moveTo>
                  <a:cubicBezTo>
                    <a:pt x="15015" y="6483"/>
                    <a:pt x="15056" y="6500"/>
                    <a:pt x="15088" y="6548"/>
                  </a:cubicBezTo>
                  <a:cubicBezTo>
                    <a:pt x="15138" y="6623"/>
                    <a:pt x="15113" y="6748"/>
                    <a:pt x="15038" y="6773"/>
                  </a:cubicBezTo>
                  <a:cubicBezTo>
                    <a:pt x="14712" y="6949"/>
                    <a:pt x="14386" y="7149"/>
                    <a:pt x="14136" y="7400"/>
                  </a:cubicBezTo>
                  <a:cubicBezTo>
                    <a:pt x="14098" y="7425"/>
                    <a:pt x="14061" y="7438"/>
                    <a:pt x="14023" y="7438"/>
                  </a:cubicBezTo>
                  <a:cubicBezTo>
                    <a:pt x="13985" y="7438"/>
                    <a:pt x="13948" y="7425"/>
                    <a:pt x="13910" y="7400"/>
                  </a:cubicBezTo>
                  <a:cubicBezTo>
                    <a:pt x="13860" y="7350"/>
                    <a:pt x="13835" y="7250"/>
                    <a:pt x="13910" y="7174"/>
                  </a:cubicBezTo>
                  <a:cubicBezTo>
                    <a:pt x="14186" y="6924"/>
                    <a:pt x="14537" y="6673"/>
                    <a:pt x="14888" y="6498"/>
                  </a:cubicBezTo>
                  <a:cubicBezTo>
                    <a:pt x="14915" y="6489"/>
                    <a:pt x="14943" y="6483"/>
                    <a:pt x="14969" y="6483"/>
                  </a:cubicBezTo>
                  <a:close/>
                  <a:moveTo>
                    <a:pt x="25584" y="8148"/>
                  </a:moveTo>
                  <a:cubicBezTo>
                    <a:pt x="25594" y="8148"/>
                    <a:pt x="25604" y="8149"/>
                    <a:pt x="25615" y="8152"/>
                  </a:cubicBezTo>
                  <a:cubicBezTo>
                    <a:pt x="26291" y="8177"/>
                    <a:pt x="26818" y="8854"/>
                    <a:pt x="26692" y="9530"/>
                  </a:cubicBezTo>
                  <a:cubicBezTo>
                    <a:pt x="26672" y="9612"/>
                    <a:pt x="26609" y="9648"/>
                    <a:pt x="26546" y="9648"/>
                  </a:cubicBezTo>
                  <a:cubicBezTo>
                    <a:pt x="26455" y="9648"/>
                    <a:pt x="26362" y="9574"/>
                    <a:pt x="26391" y="9455"/>
                  </a:cubicBezTo>
                  <a:cubicBezTo>
                    <a:pt x="26391" y="9405"/>
                    <a:pt x="26391" y="9355"/>
                    <a:pt x="26391" y="9305"/>
                  </a:cubicBezTo>
                  <a:lnTo>
                    <a:pt x="25765" y="8478"/>
                  </a:lnTo>
                  <a:cubicBezTo>
                    <a:pt x="25715" y="8478"/>
                    <a:pt x="25665" y="8453"/>
                    <a:pt x="25615" y="8453"/>
                  </a:cubicBezTo>
                  <a:cubicBezTo>
                    <a:pt x="25539" y="8453"/>
                    <a:pt x="25464" y="8402"/>
                    <a:pt x="25464" y="8302"/>
                  </a:cubicBezTo>
                  <a:cubicBezTo>
                    <a:pt x="25464" y="8235"/>
                    <a:pt x="25504" y="8148"/>
                    <a:pt x="25584" y="8148"/>
                  </a:cubicBezTo>
                  <a:close/>
                  <a:moveTo>
                    <a:pt x="26521" y="10254"/>
                  </a:moveTo>
                  <a:cubicBezTo>
                    <a:pt x="26628" y="10254"/>
                    <a:pt x="26736" y="10363"/>
                    <a:pt x="26667" y="10483"/>
                  </a:cubicBezTo>
                  <a:cubicBezTo>
                    <a:pt x="26643" y="10538"/>
                    <a:pt x="26600" y="10561"/>
                    <a:pt x="26554" y="10561"/>
                  </a:cubicBezTo>
                  <a:cubicBezTo>
                    <a:pt x="26453" y="10561"/>
                    <a:pt x="26340" y="10452"/>
                    <a:pt x="26391" y="10332"/>
                  </a:cubicBezTo>
                  <a:cubicBezTo>
                    <a:pt x="26423" y="10277"/>
                    <a:pt x="26472" y="10254"/>
                    <a:pt x="26521" y="10254"/>
                  </a:cubicBezTo>
                  <a:close/>
                  <a:moveTo>
                    <a:pt x="27644" y="12206"/>
                  </a:moveTo>
                  <a:cubicBezTo>
                    <a:pt x="27660" y="12206"/>
                    <a:pt x="27677" y="12208"/>
                    <a:pt x="27695" y="12212"/>
                  </a:cubicBezTo>
                  <a:cubicBezTo>
                    <a:pt x="27770" y="12212"/>
                    <a:pt x="27820" y="12312"/>
                    <a:pt x="27795" y="12387"/>
                  </a:cubicBezTo>
                  <a:cubicBezTo>
                    <a:pt x="27770" y="12538"/>
                    <a:pt x="27745" y="12688"/>
                    <a:pt x="27720" y="12814"/>
                  </a:cubicBezTo>
                  <a:cubicBezTo>
                    <a:pt x="27699" y="12897"/>
                    <a:pt x="27644" y="12945"/>
                    <a:pt x="27569" y="12945"/>
                  </a:cubicBezTo>
                  <a:cubicBezTo>
                    <a:pt x="27553" y="12945"/>
                    <a:pt x="27537" y="12943"/>
                    <a:pt x="27519" y="12939"/>
                  </a:cubicBezTo>
                  <a:cubicBezTo>
                    <a:pt x="27444" y="12914"/>
                    <a:pt x="27394" y="12839"/>
                    <a:pt x="27419" y="12763"/>
                  </a:cubicBezTo>
                  <a:cubicBezTo>
                    <a:pt x="27444" y="12613"/>
                    <a:pt x="27469" y="12463"/>
                    <a:pt x="27494" y="12312"/>
                  </a:cubicBezTo>
                  <a:cubicBezTo>
                    <a:pt x="27515" y="12250"/>
                    <a:pt x="27569" y="12206"/>
                    <a:pt x="27644" y="12206"/>
                  </a:cubicBezTo>
                  <a:close/>
                  <a:moveTo>
                    <a:pt x="28271" y="12365"/>
                  </a:moveTo>
                  <a:cubicBezTo>
                    <a:pt x="28311" y="12365"/>
                    <a:pt x="28349" y="12379"/>
                    <a:pt x="28371" y="12413"/>
                  </a:cubicBezTo>
                  <a:cubicBezTo>
                    <a:pt x="28422" y="12463"/>
                    <a:pt x="28422" y="12563"/>
                    <a:pt x="28371" y="12638"/>
                  </a:cubicBezTo>
                  <a:cubicBezTo>
                    <a:pt x="28371" y="12638"/>
                    <a:pt x="28346" y="12663"/>
                    <a:pt x="28346" y="12663"/>
                  </a:cubicBezTo>
                  <a:cubicBezTo>
                    <a:pt x="28321" y="12688"/>
                    <a:pt x="28296" y="12713"/>
                    <a:pt x="28296" y="12738"/>
                  </a:cubicBezTo>
                  <a:cubicBezTo>
                    <a:pt x="28271" y="12788"/>
                    <a:pt x="28246" y="12839"/>
                    <a:pt x="28221" y="12889"/>
                  </a:cubicBezTo>
                  <a:cubicBezTo>
                    <a:pt x="28221" y="12889"/>
                    <a:pt x="28221" y="12914"/>
                    <a:pt x="28196" y="12914"/>
                  </a:cubicBezTo>
                  <a:cubicBezTo>
                    <a:pt x="28196" y="12939"/>
                    <a:pt x="28196" y="12939"/>
                    <a:pt x="28196" y="12939"/>
                  </a:cubicBezTo>
                  <a:cubicBezTo>
                    <a:pt x="28196" y="12964"/>
                    <a:pt x="28196" y="12989"/>
                    <a:pt x="28171" y="13014"/>
                  </a:cubicBezTo>
                  <a:cubicBezTo>
                    <a:pt x="28171" y="13064"/>
                    <a:pt x="28146" y="13114"/>
                    <a:pt x="28146" y="13189"/>
                  </a:cubicBezTo>
                  <a:cubicBezTo>
                    <a:pt x="28146" y="13251"/>
                    <a:pt x="28078" y="13296"/>
                    <a:pt x="28012" y="13296"/>
                  </a:cubicBezTo>
                  <a:cubicBezTo>
                    <a:pt x="27998" y="13296"/>
                    <a:pt x="27984" y="13294"/>
                    <a:pt x="27970" y="13290"/>
                  </a:cubicBezTo>
                  <a:cubicBezTo>
                    <a:pt x="27870" y="13290"/>
                    <a:pt x="27820" y="13215"/>
                    <a:pt x="27845" y="13114"/>
                  </a:cubicBezTo>
                  <a:cubicBezTo>
                    <a:pt x="27870" y="12864"/>
                    <a:pt x="27996" y="12613"/>
                    <a:pt x="28146" y="12413"/>
                  </a:cubicBezTo>
                  <a:cubicBezTo>
                    <a:pt x="28173" y="12385"/>
                    <a:pt x="28224" y="12365"/>
                    <a:pt x="28271" y="12365"/>
                  </a:cubicBezTo>
                  <a:close/>
                  <a:moveTo>
                    <a:pt x="20642" y="13130"/>
                  </a:moveTo>
                  <a:cubicBezTo>
                    <a:pt x="20663" y="13130"/>
                    <a:pt x="20683" y="13133"/>
                    <a:pt x="20702" y="13139"/>
                  </a:cubicBezTo>
                  <a:cubicBezTo>
                    <a:pt x="20777" y="13189"/>
                    <a:pt x="20802" y="13265"/>
                    <a:pt x="20752" y="13365"/>
                  </a:cubicBezTo>
                  <a:cubicBezTo>
                    <a:pt x="20677" y="13515"/>
                    <a:pt x="20602" y="13691"/>
                    <a:pt x="20527" y="13866"/>
                  </a:cubicBezTo>
                  <a:cubicBezTo>
                    <a:pt x="20508" y="13923"/>
                    <a:pt x="20433" y="13951"/>
                    <a:pt x="20365" y="13951"/>
                  </a:cubicBezTo>
                  <a:cubicBezTo>
                    <a:pt x="20342" y="13951"/>
                    <a:pt x="20320" y="13948"/>
                    <a:pt x="20301" y="13941"/>
                  </a:cubicBezTo>
                  <a:cubicBezTo>
                    <a:pt x="20226" y="13891"/>
                    <a:pt x="20201" y="13816"/>
                    <a:pt x="20251" y="13716"/>
                  </a:cubicBezTo>
                  <a:cubicBezTo>
                    <a:pt x="20326" y="13565"/>
                    <a:pt x="20401" y="13390"/>
                    <a:pt x="20477" y="13215"/>
                  </a:cubicBezTo>
                  <a:cubicBezTo>
                    <a:pt x="20514" y="13158"/>
                    <a:pt x="20580" y="13130"/>
                    <a:pt x="20642" y="13130"/>
                  </a:cubicBezTo>
                  <a:close/>
                  <a:moveTo>
                    <a:pt x="21083" y="13419"/>
                  </a:moveTo>
                  <a:cubicBezTo>
                    <a:pt x="21107" y="13419"/>
                    <a:pt x="21131" y="13425"/>
                    <a:pt x="21153" y="13440"/>
                  </a:cubicBezTo>
                  <a:cubicBezTo>
                    <a:pt x="21229" y="13490"/>
                    <a:pt x="21254" y="13565"/>
                    <a:pt x="21229" y="13641"/>
                  </a:cubicBezTo>
                  <a:cubicBezTo>
                    <a:pt x="21153" y="13791"/>
                    <a:pt x="21103" y="13916"/>
                    <a:pt x="21028" y="14042"/>
                  </a:cubicBezTo>
                  <a:cubicBezTo>
                    <a:pt x="20992" y="14096"/>
                    <a:pt x="20930" y="14137"/>
                    <a:pt x="20870" y="14137"/>
                  </a:cubicBezTo>
                  <a:cubicBezTo>
                    <a:pt x="20846" y="14137"/>
                    <a:pt x="20823" y="14131"/>
                    <a:pt x="20802" y="14117"/>
                  </a:cubicBezTo>
                  <a:cubicBezTo>
                    <a:pt x="20727" y="14067"/>
                    <a:pt x="20702" y="13991"/>
                    <a:pt x="20752" y="13916"/>
                  </a:cubicBezTo>
                  <a:cubicBezTo>
                    <a:pt x="20802" y="13766"/>
                    <a:pt x="20878" y="13641"/>
                    <a:pt x="20953" y="13490"/>
                  </a:cubicBezTo>
                  <a:cubicBezTo>
                    <a:pt x="20971" y="13455"/>
                    <a:pt x="21026" y="13419"/>
                    <a:pt x="21083" y="13419"/>
                  </a:cubicBezTo>
                  <a:close/>
                  <a:moveTo>
                    <a:pt x="11905" y="14317"/>
                  </a:moveTo>
                  <a:cubicBezTo>
                    <a:pt x="11955" y="14317"/>
                    <a:pt x="12005" y="14342"/>
                    <a:pt x="12031" y="14367"/>
                  </a:cubicBezTo>
                  <a:cubicBezTo>
                    <a:pt x="12056" y="14393"/>
                    <a:pt x="12081" y="14443"/>
                    <a:pt x="12081" y="14468"/>
                  </a:cubicBezTo>
                  <a:cubicBezTo>
                    <a:pt x="12081" y="14643"/>
                    <a:pt x="12056" y="14794"/>
                    <a:pt x="12056" y="14944"/>
                  </a:cubicBezTo>
                  <a:cubicBezTo>
                    <a:pt x="12056" y="14994"/>
                    <a:pt x="12031" y="15044"/>
                    <a:pt x="12005" y="15069"/>
                  </a:cubicBezTo>
                  <a:cubicBezTo>
                    <a:pt x="11980" y="15094"/>
                    <a:pt x="11930" y="15119"/>
                    <a:pt x="11905" y="15119"/>
                  </a:cubicBezTo>
                  <a:cubicBezTo>
                    <a:pt x="11855" y="15119"/>
                    <a:pt x="11805" y="15094"/>
                    <a:pt x="11780" y="15069"/>
                  </a:cubicBezTo>
                  <a:cubicBezTo>
                    <a:pt x="11755" y="15044"/>
                    <a:pt x="11730" y="15019"/>
                    <a:pt x="11730" y="14969"/>
                  </a:cubicBezTo>
                  <a:cubicBezTo>
                    <a:pt x="11755" y="14819"/>
                    <a:pt x="11755" y="14643"/>
                    <a:pt x="11755" y="14493"/>
                  </a:cubicBezTo>
                  <a:cubicBezTo>
                    <a:pt x="11780" y="14443"/>
                    <a:pt x="11780" y="14418"/>
                    <a:pt x="11805" y="14367"/>
                  </a:cubicBezTo>
                  <a:cubicBezTo>
                    <a:pt x="11830" y="14342"/>
                    <a:pt x="11880" y="14317"/>
                    <a:pt x="11905" y="14317"/>
                  </a:cubicBezTo>
                  <a:close/>
                  <a:moveTo>
                    <a:pt x="12356" y="14418"/>
                  </a:moveTo>
                  <a:cubicBezTo>
                    <a:pt x="12381" y="14443"/>
                    <a:pt x="12432" y="14468"/>
                    <a:pt x="12457" y="14493"/>
                  </a:cubicBezTo>
                  <a:cubicBezTo>
                    <a:pt x="12482" y="14518"/>
                    <a:pt x="12482" y="14568"/>
                    <a:pt x="12482" y="14618"/>
                  </a:cubicBezTo>
                  <a:lnTo>
                    <a:pt x="12432" y="14994"/>
                  </a:lnTo>
                  <a:cubicBezTo>
                    <a:pt x="12432" y="15019"/>
                    <a:pt x="12381" y="15069"/>
                    <a:pt x="12356" y="15094"/>
                  </a:cubicBezTo>
                  <a:cubicBezTo>
                    <a:pt x="12331" y="15119"/>
                    <a:pt x="12281" y="15119"/>
                    <a:pt x="12231" y="15119"/>
                  </a:cubicBezTo>
                  <a:cubicBezTo>
                    <a:pt x="12206" y="15094"/>
                    <a:pt x="12156" y="15069"/>
                    <a:pt x="12156" y="15044"/>
                  </a:cubicBezTo>
                  <a:cubicBezTo>
                    <a:pt x="12131" y="14994"/>
                    <a:pt x="12106" y="14969"/>
                    <a:pt x="12131" y="14919"/>
                  </a:cubicBezTo>
                  <a:cubicBezTo>
                    <a:pt x="12131" y="14794"/>
                    <a:pt x="12156" y="14668"/>
                    <a:pt x="12156" y="14543"/>
                  </a:cubicBezTo>
                  <a:cubicBezTo>
                    <a:pt x="12181" y="14493"/>
                    <a:pt x="12206" y="14468"/>
                    <a:pt x="12231" y="14443"/>
                  </a:cubicBezTo>
                  <a:cubicBezTo>
                    <a:pt x="12281" y="14418"/>
                    <a:pt x="12306" y="14418"/>
                    <a:pt x="12356" y="14418"/>
                  </a:cubicBezTo>
                  <a:close/>
                  <a:moveTo>
                    <a:pt x="3764" y="15166"/>
                  </a:moveTo>
                  <a:cubicBezTo>
                    <a:pt x="3871" y="15166"/>
                    <a:pt x="3979" y="15275"/>
                    <a:pt x="3910" y="15395"/>
                  </a:cubicBezTo>
                  <a:cubicBezTo>
                    <a:pt x="3879" y="15450"/>
                    <a:pt x="3830" y="15473"/>
                    <a:pt x="3780" y="15473"/>
                  </a:cubicBezTo>
                  <a:cubicBezTo>
                    <a:pt x="3674" y="15473"/>
                    <a:pt x="3566" y="15365"/>
                    <a:pt x="3634" y="15245"/>
                  </a:cubicBezTo>
                  <a:cubicBezTo>
                    <a:pt x="3666" y="15189"/>
                    <a:pt x="3715" y="15166"/>
                    <a:pt x="3764" y="15166"/>
                  </a:cubicBezTo>
                  <a:close/>
                  <a:moveTo>
                    <a:pt x="16918" y="16072"/>
                  </a:moveTo>
                  <a:cubicBezTo>
                    <a:pt x="16943" y="16072"/>
                    <a:pt x="16968" y="16072"/>
                    <a:pt x="16968" y="16097"/>
                  </a:cubicBezTo>
                  <a:cubicBezTo>
                    <a:pt x="16993" y="16097"/>
                    <a:pt x="17018" y="16122"/>
                    <a:pt x="17018" y="16147"/>
                  </a:cubicBezTo>
                  <a:cubicBezTo>
                    <a:pt x="17043" y="16147"/>
                    <a:pt x="17043" y="16172"/>
                    <a:pt x="17043" y="16172"/>
                  </a:cubicBezTo>
                  <a:cubicBezTo>
                    <a:pt x="17043" y="16197"/>
                    <a:pt x="17043" y="16222"/>
                    <a:pt x="17043" y="16247"/>
                  </a:cubicBezTo>
                  <a:cubicBezTo>
                    <a:pt x="17043" y="16297"/>
                    <a:pt x="17018" y="16322"/>
                    <a:pt x="17018" y="16372"/>
                  </a:cubicBezTo>
                  <a:cubicBezTo>
                    <a:pt x="17018" y="16398"/>
                    <a:pt x="16993" y="16423"/>
                    <a:pt x="16993" y="16423"/>
                  </a:cubicBezTo>
                  <a:cubicBezTo>
                    <a:pt x="16968" y="16448"/>
                    <a:pt x="16968" y="16448"/>
                    <a:pt x="16943" y="16473"/>
                  </a:cubicBezTo>
                  <a:cubicBezTo>
                    <a:pt x="16918" y="16473"/>
                    <a:pt x="16918" y="16498"/>
                    <a:pt x="16893" y="16498"/>
                  </a:cubicBezTo>
                  <a:lnTo>
                    <a:pt x="16817" y="16498"/>
                  </a:lnTo>
                  <a:cubicBezTo>
                    <a:pt x="16817" y="16498"/>
                    <a:pt x="16792" y="16473"/>
                    <a:pt x="16792" y="16473"/>
                  </a:cubicBezTo>
                  <a:cubicBezTo>
                    <a:pt x="16767" y="16473"/>
                    <a:pt x="16742" y="16448"/>
                    <a:pt x="16717" y="16423"/>
                  </a:cubicBezTo>
                  <a:cubicBezTo>
                    <a:pt x="16717" y="16398"/>
                    <a:pt x="16717" y="16398"/>
                    <a:pt x="16717" y="16398"/>
                  </a:cubicBezTo>
                  <a:cubicBezTo>
                    <a:pt x="16692" y="16347"/>
                    <a:pt x="16692" y="16322"/>
                    <a:pt x="16717" y="16297"/>
                  </a:cubicBezTo>
                  <a:cubicBezTo>
                    <a:pt x="16717" y="16272"/>
                    <a:pt x="16742" y="16222"/>
                    <a:pt x="16742" y="16197"/>
                  </a:cubicBezTo>
                  <a:cubicBezTo>
                    <a:pt x="16742" y="16172"/>
                    <a:pt x="16767" y="16147"/>
                    <a:pt x="16767" y="16147"/>
                  </a:cubicBezTo>
                  <a:cubicBezTo>
                    <a:pt x="16792" y="16122"/>
                    <a:pt x="16792" y="16097"/>
                    <a:pt x="16817" y="16097"/>
                  </a:cubicBezTo>
                  <a:cubicBezTo>
                    <a:pt x="16843" y="16072"/>
                    <a:pt x="16843" y="16072"/>
                    <a:pt x="16868" y="16072"/>
                  </a:cubicBezTo>
                  <a:close/>
                  <a:moveTo>
                    <a:pt x="21648" y="17898"/>
                  </a:moveTo>
                  <a:cubicBezTo>
                    <a:pt x="21754" y="17898"/>
                    <a:pt x="21874" y="18007"/>
                    <a:pt x="21805" y="18127"/>
                  </a:cubicBezTo>
                  <a:cubicBezTo>
                    <a:pt x="21772" y="18185"/>
                    <a:pt x="21719" y="18210"/>
                    <a:pt x="21667" y="18210"/>
                  </a:cubicBezTo>
                  <a:cubicBezTo>
                    <a:pt x="21563" y="18210"/>
                    <a:pt x="21462" y="18110"/>
                    <a:pt x="21529" y="17976"/>
                  </a:cubicBezTo>
                  <a:cubicBezTo>
                    <a:pt x="21553" y="17921"/>
                    <a:pt x="21599" y="17898"/>
                    <a:pt x="21648" y="17898"/>
                  </a:cubicBezTo>
                  <a:close/>
                  <a:moveTo>
                    <a:pt x="28987" y="14995"/>
                  </a:moveTo>
                  <a:cubicBezTo>
                    <a:pt x="29024" y="14995"/>
                    <a:pt x="29063" y="15009"/>
                    <a:pt x="29098" y="15044"/>
                  </a:cubicBezTo>
                  <a:cubicBezTo>
                    <a:pt x="29549" y="15470"/>
                    <a:pt x="29750" y="16122"/>
                    <a:pt x="29625" y="16723"/>
                  </a:cubicBezTo>
                  <a:cubicBezTo>
                    <a:pt x="29499" y="17400"/>
                    <a:pt x="29023" y="17976"/>
                    <a:pt x="28397" y="18252"/>
                  </a:cubicBezTo>
                  <a:cubicBezTo>
                    <a:pt x="28370" y="18267"/>
                    <a:pt x="28344" y="18274"/>
                    <a:pt x="28318" y="18274"/>
                  </a:cubicBezTo>
                  <a:cubicBezTo>
                    <a:pt x="28177" y="18274"/>
                    <a:pt x="28076" y="18065"/>
                    <a:pt x="28246" y="18002"/>
                  </a:cubicBezTo>
                  <a:cubicBezTo>
                    <a:pt x="28271" y="17976"/>
                    <a:pt x="28321" y="17951"/>
                    <a:pt x="28371" y="17926"/>
                  </a:cubicBezTo>
                  <a:lnTo>
                    <a:pt x="28948" y="15345"/>
                  </a:lnTo>
                  <a:cubicBezTo>
                    <a:pt x="28923" y="15320"/>
                    <a:pt x="28898" y="15295"/>
                    <a:pt x="28873" y="15270"/>
                  </a:cubicBezTo>
                  <a:cubicBezTo>
                    <a:pt x="28757" y="15154"/>
                    <a:pt x="28863" y="14995"/>
                    <a:pt x="28987" y="14995"/>
                  </a:cubicBezTo>
                  <a:close/>
                  <a:moveTo>
                    <a:pt x="19002" y="22585"/>
                  </a:moveTo>
                  <a:cubicBezTo>
                    <a:pt x="19109" y="22585"/>
                    <a:pt x="19217" y="22693"/>
                    <a:pt x="19148" y="22814"/>
                  </a:cubicBezTo>
                  <a:cubicBezTo>
                    <a:pt x="19125" y="22869"/>
                    <a:pt x="19081" y="22892"/>
                    <a:pt x="19035" y="22892"/>
                  </a:cubicBezTo>
                  <a:cubicBezTo>
                    <a:pt x="18934" y="22892"/>
                    <a:pt x="18821" y="22783"/>
                    <a:pt x="18873" y="22663"/>
                  </a:cubicBezTo>
                  <a:cubicBezTo>
                    <a:pt x="18904" y="22608"/>
                    <a:pt x="18953" y="22585"/>
                    <a:pt x="19002" y="22585"/>
                  </a:cubicBezTo>
                  <a:close/>
                  <a:moveTo>
                    <a:pt x="15195" y="23008"/>
                  </a:moveTo>
                  <a:cubicBezTo>
                    <a:pt x="15209" y="23008"/>
                    <a:pt x="15223" y="23010"/>
                    <a:pt x="15239" y="23014"/>
                  </a:cubicBezTo>
                  <a:cubicBezTo>
                    <a:pt x="15651" y="23141"/>
                    <a:pt x="16074" y="23208"/>
                    <a:pt x="16500" y="23208"/>
                  </a:cubicBezTo>
                  <a:cubicBezTo>
                    <a:pt x="16747" y="23208"/>
                    <a:pt x="16995" y="23185"/>
                    <a:pt x="17244" y="23139"/>
                  </a:cubicBezTo>
                  <a:cubicBezTo>
                    <a:pt x="17267" y="23134"/>
                    <a:pt x="17290" y="23130"/>
                    <a:pt x="17310" y="23130"/>
                  </a:cubicBezTo>
                  <a:cubicBezTo>
                    <a:pt x="17377" y="23130"/>
                    <a:pt x="17425" y="23163"/>
                    <a:pt x="17444" y="23240"/>
                  </a:cubicBezTo>
                  <a:cubicBezTo>
                    <a:pt x="17469" y="23315"/>
                    <a:pt x="17419" y="23415"/>
                    <a:pt x="17344" y="23440"/>
                  </a:cubicBezTo>
                  <a:cubicBezTo>
                    <a:pt x="17060" y="23489"/>
                    <a:pt x="16771" y="23515"/>
                    <a:pt x="16484" y="23515"/>
                  </a:cubicBezTo>
                  <a:cubicBezTo>
                    <a:pt x="16036" y="23515"/>
                    <a:pt x="15591" y="23452"/>
                    <a:pt x="15163" y="23315"/>
                  </a:cubicBezTo>
                  <a:cubicBezTo>
                    <a:pt x="14978" y="23269"/>
                    <a:pt x="15028" y="23008"/>
                    <a:pt x="15195" y="23008"/>
                  </a:cubicBezTo>
                  <a:close/>
                  <a:moveTo>
                    <a:pt x="9450" y="22642"/>
                  </a:moveTo>
                  <a:cubicBezTo>
                    <a:pt x="9587" y="22642"/>
                    <a:pt x="9673" y="22850"/>
                    <a:pt x="9524" y="22914"/>
                  </a:cubicBezTo>
                  <a:cubicBezTo>
                    <a:pt x="8622" y="23390"/>
                    <a:pt x="7695" y="23866"/>
                    <a:pt x="6792" y="24317"/>
                  </a:cubicBezTo>
                  <a:cubicBezTo>
                    <a:pt x="6760" y="24334"/>
                    <a:pt x="6729" y="24341"/>
                    <a:pt x="6700" y="24341"/>
                  </a:cubicBezTo>
                  <a:cubicBezTo>
                    <a:pt x="6552" y="24341"/>
                    <a:pt x="6470" y="24151"/>
                    <a:pt x="6617" y="24067"/>
                  </a:cubicBezTo>
                  <a:lnTo>
                    <a:pt x="9374" y="22663"/>
                  </a:lnTo>
                  <a:cubicBezTo>
                    <a:pt x="9400" y="22648"/>
                    <a:pt x="9426" y="22642"/>
                    <a:pt x="9450" y="22642"/>
                  </a:cubicBezTo>
                  <a:close/>
                  <a:moveTo>
                    <a:pt x="31807" y="0"/>
                  </a:moveTo>
                  <a:cubicBezTo>
                    <a:pt x="31451" y="0"/>
                    <a:pt x="31096" y="52"/>
                    <a:pt x="30777" y="132"/>
                  </a:cubicBezTo>
                  <a:cubicBezTo>
                    <a:pt x="29650" y="382"/>
                    <a:pt x="28572" y="834"/>
                    <a:pt x="27519" y="1235"/>
                  </a:cubicBezTo>
                  <a:cubicBezTo>
                    <a:pt x="26391" y="1661"/>
                    <a:pt x="25314" y="2137"/>
                    <a:pt x="24211" y="2613"/>
                  </a:cubicBezTo>
                  <a:cubicBezTo>
                    <a:pt x="21780" y="3716"/>
                    <a:pt x="19399" y="4969"/>
                    <a:pt x="17118" y="6347"/>
                  </a:cubicBezTo>
                  <a:cubicBezTo>
                    <a:pt x="15890" y="7074"/>
                    <a:pt x="14637" y="7776"/>
                    <a:pt x="13434" y="8503"/>
                  </a:cubicBezTo>
                  <a:cubicBezTo>
                    <a:pt x="13406" y="8519"/>
                    <a:pt x="13377" y="8526"/>
                    <a:pt x="13351" y="8526"/>
                  </a:cubicBezTo>
                  <a:cubicBezTo>
                    <a:pt x="13211" y="8526"/>
                    <a:pt x="13111" y="8336"/>
                    <a:pt x="13259" y="8252"/>
                  </a:cubicBezTo>
                  <a:cubicBezTo>
                    <a:pt x="14462" y="7525"/>
                    <a:pt x="15665" y="6849"/>
                    <a:pt x="16868" y="6122"/>
                  </a:cubicBezTo>
                  <a:cubicBezTo>
                    <a:pt x="16767" y="5395"/>
                    <a:pt x="15990" y="4919"/>
                    <a:pt x="15289" y="4894"/>
                  </a:cubicBezTo>
                  <a:cubicBezTo>
                    <a:pt x="14386" y="4894"/>
                    <a:pt x="13584" y="5420"/>
                    <a:pt x="12883" y="5946"/>
                  </a:cubicBezTo>
                  <a:cubicBezTo>
                    <a:pt x="11254" y="7174"/>
                    <a:pt x="9900" y="8703"/>
                    <a:pt x="8873" y="10458"/>
                  </a:cubicBezTo>
                  <a:cubicBezTo>
                    <a:pt x="8622" y="10884"/>
                    <a:pt x="8396" y="11310"/>
                    <a:pt x="8171" y="11761"/>
                  </a:cubicBezTo>
                  <a:cubicBezTo>
                    <a:pt x="8096" y="11936"/>
                    <a:pt x="8046" y="12212"/>
                    <a:pt x="7920" y="12337"/>
                  </a:cubicBezTo>
                  <a:cubicBezTo>
                    <a:pt x="7845" y="12413"/>
                    <a:pt x="7720" y="12438"/>
                    <a:pt x="7619" y="12463"/>
                  </a:cubicBezTo>
                  <a:cubicBezTo>
                    <a:pt x="7494" y="12513"/>
                    <a:pt x="7344" y="12563"/>
                    <a:pt x="7218" y="12638"/>
                  </a:cubicBezTo>
                  <a:lnTo>
                    <a:pt x="4086" y="13816"/>
                  </a:lnTo>
                  <a:cubicBezTo>
                    <a:pt x="2732" y="14342"/>
                    <a:pt x="1379" y="14844"/>
                    <a:pt x="0" y="15370"/>
                  </a:cubicBezTo>
                  <a:lnTo>
                    <a:pt x="276" y="16322"/>
                  </a:lnTo>
                  <a:cubicBezTo>
                    <a:pt x="802" y="16122"/>
                    <a:pt x="1354" y="15921"/>
                    <a:pt x="1905" y="15746"/>
                  </a:cubicBezTo>
                  <a:cubicBezTo>
                    <a:pt x="1927" y="15738"/>
                    <a:pt x="1948" y="15734"/>
                    <a:pt x="1966" y="15734"/>
                  </a:cubicBezTo>
                  <a:cubicBezTo>
                    <a:pt x="2119" y="15734"/>
                    <a:pt x="2162" y="15980"/>
                    <a:pt x="2005" y="16047"/>
                  </a:cubicBezTo>
                  <a:cubicBezTo>
                    <a:pt x="1454" y="16222"/>
                    <a:pt x="903" y="16423"/>
                    <a:pt x="351" y="16623"/>
                  </a:cubicBezTo>
                  <a:lnTo>
                    <a:pt x="3183" y="27375"/>
                  </a:lnTo>
                  <a:cubicBezTo>
                    <a:pt x="5113" y="26498"/>
                    <a:pt x="7018" y="25596"/>
                    <a:pt x="8923" y="24618"/>
                  </a:cubicBezTo>
                  <a:cubicBezTo>
                    <a:pt x="9624" y="24242"/>
                    <a:pt x="10351" y="23866"/>
                    <a:pt x="11053" y="23490"/>
                  </a:cubicBezTo>
                  <a:cubicBezTo>
                    <a:pt x="11228" y="23390"/>
                    <a:pt x="11404" y="23290"/>
                    <a:pt x="11554" y="23215"/>
                  </a:cubicBezTo>
                  <a:cubicBezTo>
                    <a:pt x="11705" y="23139"/>
                    <a:pt x="11880" y="22989"/>
                    <a:pt x="12031" y="22964"/>
                  </a:cubicBezTo>
                  <a:cubicBezTo>
                    <a:pt x="12156" y="22964"/>
                    <a:pt x="12331" y="23114"/>
                    <a:pt x="12457" y="23164"/>
                  </a:cubicBezTo>
                  <a:cubicBezTo>
                    <a:pt x="12607" y="23240"/>
                    <a:pt x="12757" y="23315"/>
                    <a:pt x="12933" y="23415"/>
                  </a:cubicBezTo>
                  <a:cubicBezTo>
                    <a:pt x="13434" y="23666"/>
                    <a:pt x="13935" y="23941"/>
                    <a:pt x="14487" y="24067"/>
                  </a:cubicBezTo>
                  <a:cubicBezTo>
                    <a:pt x="15003" y="24206"/>
                    <a:pt x="15536" y="24250"/>
                    <a:pt x="16071" y="24250"/>
                  </a:cubicBezTo>
                  <a:cubicBezTo>
                    <a:pt x="16211" y="24250"/>
                    <a:pt x="16352" y="24247"/>
                    <a:pt x="16492" y="24242"/>
                  </a:cubicBezTo>
                  <a:cubicBezTo>
                    <a:pt x="17995" y="24167"/>
                    <a:pt x="19474" y="23766"/>
                    <a:pt x="20878" y="23240"/>
                  </a:cubicBezTo>
                  <a:cubicBezTo>
                    <a:pt x="22331" y="22713"/>
                    <a:pt x="23760" y="22062"/>
                    <a:pt x="25088" y="21285"/>
                  </a:cubicBezTo>
                  <a:cubicBezTo>
                    <a:pt x="26417" y="20533"/>
                    <a:pt x="27695" y="19631"/>
                    <a:pt x="28798" y="18578"/>
                  </a:cubicBezTo>
                  <a:cubicBezTo>
                    <a:pt x="29399" y="18027"/>
                    <a:pt x="29975" y="17375"/>
                    <a:pt x="30151" y="16548"/>
                  </a:cubicBezTo>
                  <a:cubicBezTo>
                    <a:pt x="30276" y="15946"/>
                    <a:pt x="30051" y="15270"/>
                    <a:pt x="29549" y="14894"/>
                  </a:cubicBezTo>
                  <a:cubicBezTo>
                    <a:pt x="29349" y="14718"/>
                    <a:pt x="29123" y="14643"/>
                    <a:pt x="28848" y="14643"/>
                  </a:cubicBezTo>
                  <a:cubicBezTo>
                    <a:pt x="28121" y="15169"/>
                    <a:pt x="27369" y="15696"/>
                    <a:pt x="26617" y="16222"/>
                  </a:cubicBezTo>
                  <a:cubicBezTo>
                    <a:pt x="26588" y="16246"/>
                    <a:pt x="26559" y="16256"/>
                    <a:pt x="26531" y="16256"/>
                  </a:cubicBezTo>
                  <a:cubicBezTo>
                    <a:pt x="26412" y="16256"/>
                    <a:pt x="26320" y="16073"/>
                    <a:pt x="26442" y="15971"/>
                  </a:cubicBezTo>
                  <a:lnTo>
                    <a:pt x="28622" y="14418"/>
                  </a:lnTo>
                  <a:cubicBezTo>
                    <a:pt x="28622" y="14393"/>
                    <a:pt x="28647" y="14367"/>
                    <a:pt x="28672" y="14342"/>
                  </a:cubicBezTo>
                  <a:cubicBezTo>
                    <a:pt x="29274" y="13866"/>
                    <a:pt x="29549" y="12964"/>
                    <a:pt x="29274" y="12212"/>
                  </a:cubicBezTo>
                  <a:cubicBezTo>
                    <a:pt x="29029" y="11477"/>
                    <a:pt x="28257" y="10958"/>
                    <a:pt x="27474" y="10958"/>
                  </a:cubicBezTo>
                  <a:cubicBezTo>
                    <a:pt x="27456" y="10958"/>
                    <a:pt x="27437" y="10958"/>
                    <a:pt x="27419" y="10959"/>
                  </a:cubicBezTo>
                  <a:cubicBezTo>
                    <a:pt x="26717" y="11335"/>
                    <a:pt x="26016" y="11711"/>
                    <a:pt x="25289" y="12087"/>
                  </a:cubicBezTo>
                  <a:cubicBezTo>
                    <a:pt x="25260" y="12103"/>
                    <a:pt x="25233" y="12110"/>
                    <a:pt x="25207" y="12110"/>
                  </a:cubicBezTo>
                  <a:cubicBezTo>
                    <a:pt x="25073" y="12110"/>
                    <a:pt x="24991" y="11920"/>
                    <a:pt x="25138" y="11836"/>
                  </a:cubicBezTo>
                  <a:cubicBezTo>
                    <a:pt x="25840" y="11435"/>
                    <a:pt x="26542" y="11059"/>
                    <a:pt x="27269" y="10683"/>
                  </a:cubicBezTo>
                  <a:cubicBezTo>
                    <a:pt x="27569" y="10082"/>
                    <a:pt x="27544" y="9330"/>
                    <a:pt x="27193" y="8728"/>
                  </a:cubicBezTo>
                  <a:cubicBezTo>
                    <a:pt x="26830" y="8123"/>
                    <a:pt x="26139" y="7775"/>
                    <a:pt x="25414" y="7775"/>
                  </a:cubicBezTo>
                  <a:cubicBezTo>
                    <a:pt x="25389" y="7775"/>
                    <a:pt x="25364" y="7775"/>
                    <a:pt x="25339" y="7776"/>
                  </a:cubicBezTo>
                  <a:cubicBezTo>
                    <a:pt x="25339" y="7801"/>
                    <a:pt x="25314" y="7801"/>
                    <a:pt x="25289" y="7826"/>
                  </a:cubicBezTo>
                  <a:cubicBezTo>
                    <a:pt x="24712" y="8127"/>
                    <a:pt x="24136" y="8453"/>
                    <a:pt x="23534" y="8778"/>
                  </a:cubicBezTo>
                  <a:cubicBezTo>
                    <a:pt x="23512" y="8788"/>
                    <a:pt x="23490" y="8792"/>
                    <a:pt x="23469" y="8792"/>
                  </a:cubicBezTo>
                  <a:cubicBezTo>
                    <a:pt x="23326" y="8792"/>
                    <a:pt x="23231" y="8590"/>
                    <a:pt x="23384" y="8503"/>
                  </a:cubicBezTo>
                  <a:cubicBezTo>
                    <a:pt x="23960" y="8177"/>
                    <a:pt x="24537" y="7876"/>
                    <a:pt x="25138" y="7550"/>
                  </a:cubicBezTo>
                  <a:cubicBezTo>
                    <a:pt x="25163" y="7525"/>
                    <a:pt x="25188" y="7525"/>
                    <a:pt x="25239" y="7525"/>
                  </a:cubicBezTo>
                  <a:cubicBezTo>
                    <a:pt x="25239" y="7525"/>
                    <a:pt x="25239" y="7500"/>
                    <a:pt x="25264" y="7500"/>
                  </a:cubicBezTo>
                  <a:cubicBezTo>
                    <a:pt x="25740" y="7174"/>
                    <a:pt x="26291" y="6924"/>
                    <a:pt x="26818" y="6673"/>
                  </a:cubicBezTo>
                  <a:cubicBezTo>
                    <a:pt x="27519" y="6322"/>
                    <a:pt x="28246" y="5996"/>
                    <a:pt x="28973" y="5671"/>
                  </a:cubicBezTo>
                  <a:cubicBezTo>
                    <a:pt x="29574" y="5395"/>
                    <a:pt x="30151" y="5144"/>
                    <a:pt x="30752" y="4869"/>
                  </a:cubicBezTo>
                  <a:cubicBezTo>
                    <a:pt x="31504" y="4518"/>
                    <a:pt x="32306" y="4142"/>
                    <a:pt x="32933" y="3590"/>
                  </a:cubicBezTo>
                  <a:cubicBezTo>
                    <a:pt x="33635" y="2964"/>
                    <a:pt x="34186" y="1886"/>
                    <a:pt x="33710" y="959"/>
                  </a:cubicBezTo>
                  <a:cubicBezTo>
                    <a:pt x="33333" y="240"/>
                    <a:pt x="32571" y="0"/>
                    <a:pt x="31807"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24"/>
            <p:cNvSpPr/>
            <p:nvPr/>
          </p:nvSpPr>
          <p:spPr>
            <a:xfrm>
              <a:off x="1472716" y="2730158"/>
              <a:ext cx="628853" cy="511533"/>
            </a:xfrm>
            <a:custGeom>
              <a:rect b="b" l="l" r="r" t="t"/>
              <a:pathLst>
                <a:path extrusionOk="0" h="27992" w="34412">
                  <a:moveTo>
                    <a:pt x="17201" y="6659"/>
                  </a:moveTo>
                  <a:cubicBezTo>
                    <a:pt x="17198" y="6660"/>
                    <a:pt x="17196" y="6662"/>
                    <a:pt x="17193" y="6663"/>
                  </a:cubicBezTo>
                  <a:cubicBezTo>
                    <a:pt x="17196" y="6662"/>
                    <a:pt x="17198" y="6660"/>
                    <a:pt x="17201" y="6659"/>
                  </a:cubicBezTo>
                  <a:close/>
                  <a:moveTo>
                    <a:pt x="31854" y="0"/>
                  </a:moveTo>
                  <a:cubicBezTo>
                    <a:pt x="31399" y="0"/>
                    <a:pt x="30934" y="81"/>
                    <a:pt x="30502" y="197"/>
                  </a:cubicBezTo>
                  <a:cubicBezTo>
                    <a:pt x="29349" y="523"/>
                    <a:pt x="28196" y="974"/>
                    <a:pt x="27093" y="1425"/>
                  </a:cubicBezTo>
                  <a:cubicBezTo>
                    <a:pt x="25915" y="1876"/>
                    <a:pt x="24737" y="2378"/>
                    <a:pt x="23584" y="2904"/>
                  </a:cubicBezTo>
                  <a:cubicBezTo>
                    <a:pt x="21404" y="3906"/>
                    <a:pt x="19299" y="5034"/>
                    <a:pt x="17218" y="6287"/>
                  </a:cubicBezTo>
                  <a:cubicBezTo>
                    <a:pt x="17068" y="5561"/>
                    <a:pt x="16391" y="5059"/>
                    <a:pt x="15664" y="4934"/>
                  </a:cubicBezTo>
                  <a:cubicBezTo>
                    <a:pt x="15548" y="4916"/>
                    <a:pt x="15432" y="4907"/>
                    <a:pt x="15317" y="4907"/>
                  </a:cubicBezTo>
                  <a:cubicBezTo>
                    <a:pt x="14493" y="4907"/>
                    <a:pt x="13718" y="5349"/>
                    <a:pt x="13058" y="5811"/>
                  </a:cubicBezTo>
                  <a:cubicBezTo>
                    <a:pt x="11379" y="6989"/>
                    <a:pt x="9975" y="8518"/>
                    <a:pt x="8897" y="10247"/>
                  </a:cubicBezTo>
                  <a:cubicBezTo>
                    <a:pt x="8622" y="10698"/>
                    <a:pt x="8371" y="11150"/>
                    <a:pt x="8121" y="11601"/>
                  </a:cubicBezTo>
                  <a:cubicBezTo>
                    <a:pt x="8020" y="11851"/>
                    <a:pt x="7920" y="12102"/>
                    <a:pt x="7795" y="12328"/>
                  </a:cubicBezTo>
                  <a:cubicBezTo>
                    <a:pt x="7694" y="12528"/>
                    <a:pt x="7319" y="12603"/>
                    <a:pt x="7093" y="12678"/>
                  </a:cubicBezTo>
                  <a:lnTo>
                    <a:pt x="3835" y="13932"/>
                  </a:lnTo>
                  <a:cubicBezTo>
                    <a:pt x="2557" y="14408"/>
                    <a:pt x="1278" y="14884"/>
                    <a:pt x="0" y="15360"/>
                  </a:cubicBezTo>
                  <a:lnTo>
                    <a:pt x="75" y="15686"/>
                  </a:lnTo>
                  <a:cubicBezTo>
                    <a:pt x="1454" y="15160"/>
                    <a:pt x="2807" y="14658"/>
                    <a:pt x="4161" y="14132"/>
                  </a:cubicBezTo>
                  <a:cubicBezTo>
                    <a:pt x="5188" y="13731"/>
                    <a:pt x="6241" y="13330"/>
                    <a:pt x="7293" y="12954"/>
                  </a:cubicBezTo>
                  <a:cubicBezTo>
                    <a:pt x="7419" y="12879"/>
                    <a:pt x="7544" y="12829"/>
                    <a:pt x="7694" y="12779"/>
                  </a:cubicBezTo>
                  <a:cubicBezTo>
                    <a:pt x="7795" y="12754"/>
                    <a:pt x="7920" y="12729"/>
                    <a:pt x="7995" y="12653"/>
                  </a:cubicBezTo>
                  <a:cubicBezTo>
                    <a:pt x="8121" y="12528"/>
                    <a:pt x="8171" y="12252"/>
                    <a:pt x="8246" y="12077"/>
                  </a:cubicBezTo>
                  <a:cubicBezTo>
                    <a:pt x="8471" y="11626"/>
                    <a:pt x="8697" y="11200"/>
                    <a:pt x="8948" y="10774"/>
                  </a:cubicBezTo>
                  <a:cubicBezTo>
                    <a:pt x="9975" y="9019"/>
                    <a:pt x="11329" y="7490"/>
                    <a:pt x="12958" y="6262"/>
                  </a:cubicBezTo>
                  <a:cubicBezTo>
                    <a:pt x="13659" y="5736"/>
                    <a:pt x="14461" y="5210"/>
                    <a:pt x="15364" y="5210"/>
                  </a:cubicBezTo>
                  <a:cubicBezTo>
                    <a:pt x="16065" y="5235"/>
                    <a:pt x="16842" y="5711"/>
                    <a:pt x="16943" y="6438"/>
                  </a:cubicBezTo>
                  <a:cubicBezTo>
                    <a:pt x="16968" y="6438"/>
                    <a:pt x="16993" y="6413"/>
                    <a:pt x="17018" y="6388"/>
                  </a:cubicBezTo>
                  <a:cubicBezTo>
                    <a:pt x="17044" y="6373"/>
                    <a:pt x="17070" y="6366"/>
                    <a:pt x="17095" y="6366"/>
                  </a:cubicBezTo>
                  <a:cubicBezTo>
                    <a:pt x="17235" y="6366"/>
                    <a:pt x="17339" y="6571"/>
                    <a:pt x="17201" y="6659"/>
                  </a:cubicBezTo>
                  <a:lnTo>
                    <a:pt x="17201" y="6659"/>
                  </a:lnTo>
                  <a:cubicBezTo>
                    <a:pt x="19479" y="5282"/>
                    <a:pt x="21858" y="4031"/>
                    <a:pt x="24286" y="2929"/>
                  </a:cubicBezTo>
                  <a:cubicBezTo>
                    <a:pt x="25389" y="2453"/>
                    <a:pt x="26466" y="1977"/>
                    <a:pt x="27594" y="1551"/>
                  </a:cubicBezTo>
                  <a:cubicBezTo>
                    <a:pt x="28647" y="1150"/>
                    <a:pt x="29725" y="698"/>
                    <a:pt x="30852" y="448"/>
                  </a:cubicBezTo>
                  <a:cubicBezTo>
                    <a:pt x="31171" y="368"/>
                    <a:pt x="31526" y="316"/>
                    <a:pt x="31882" y="316"/>
                  </a:cubicBezTo>
                  <a:cubicBezTo>
                    <a:pt x="32646" y="316"/>
                    <a:pt x="33408" y="556"/>
                    <a:pt x="33785" y="1275"/>
                  </a:cubicBezTo>
                  <a:cubicBezTo>
                    <a:pt x="34261" y="2202"/>
                    <a:pt x="33710" y="3280"/>
                    <a:pt x="33008" y="3906"/>
                  </a:cubicBezTo>
                  <a:cubicBezTo>
                    <a:pt x="32381" y="4458"/>
                    <a:pt x="31579" y="4834"/>
                    <a:pt x="30827" y="5185"/>
                  </a:cubicBezTo>
                  <a:cubicBezTo>
                    <a:pt x="30226" y="5460"/>
                    <a:pt x="29649" y="5711"/>
                    <a:pt x="29048" y="5987"/>
                  </a:cubicBezTo>
                  <a:cubicBezTo>
                    <a:pt x="28321" y="6312"/>
                    <a:pt x="27594" y="6638"/>
                    <a:pt x="26893" y="6989"/>
                  </a:cubicBezTo>
                  <a:cubicBezTo>
                    <a:pt x="26366" y="7240"/>
                    <a:pt x="25815" y="7490"/>
                    <a:pt x="25339" y="7816"/>
                  </a:cubicBezTo>
                  <a:cubicBezTo>
                    <a:pt x="25314" y="7816"/>
                    <a:pt x="25314" y="7841"/>
                    <a:pt x="25314" y="7841"/>
                  </a:cubicBezTo>
                  <a:cubicBezTo>
                    <a:pt x="25414" y="7866"/>
                    <a:pt x="25489" y="8017"/>
                    <a:pt x="25414" y="8092"/>
                  </a:cubicBezTo>
                  <a:cubicBezTo>
                    <a:pt x="25439" y="8091"/>
                    <a:pt x="25464" y="8091"/>
                    <a:pt x="25489" y="8091"/>
                  </a:cubicBezTo>
                  <a:cubicBezTo>
                    <a:pt x="26214" y="8091"/>
                    <a:pt x="26905" y="8439"/>
                    <a:pt x="27268" y="9044"/>
                  </a:cubicBezTo>
                  <a:cubicBezTo>
                    <a:pt x="27619" y="9646"/>
                    <a:pt x="27644" y="10398"/>
                    <a:pt x="27344" y="10999"/>
                  </a:cubicBezTo>
                  <a:lnTo>
                    <a:pt x="27444" y="10949"/>
                  </a:lnTo>
                  <a:cubicBezTo>
                    <a:pt x="27472" y="10933"/>
                    <a:pt x="27501" y="10926"/>
                    <a:pt x="27527" y="10926"/>
                  </a:cubicBezTo>
                  <a:cubicBezTo>
                    <a:pt x="27666" y="10926"/>
                    <a:pt x="27762" y="11116"/>
                    <a:pt x="27594" y="11200"/>
                  </a:cubicBezTo>
                  <a:cubicBezTo>
                    <a:pt x="27569" y="11225"/>
                    <a:pt x="27544" y="11250"/>
                    <a:pt x="27494" y="11275"/>
                  </a:cubicBezTo>
                  <a:cubicBezTo>
                    <a:pt x="27512" y="11274"/>
                    <a:pt x="27531" y="11274"/>
                    <a:pt x="27549" y="11274"/>
                  </a:cubicBezTo>
                  <a:cubicBezTo>
                    <a:pt x="28332" y="11274"/>
                    <a:pt x="29104" y="11793"/>
                    <a:pt x="29349" y="12528"/>
                  </a:cubicBezTo>
                  <a:cubicBezTo>
                    <a:pt x="29624" y="13280"/>
                    <a:pt x="29349" y="14182"/>
                    <a:pt x="28747" y="14658"/>
                  </a:cubicBezTo>
                  <a:cubicBezTo>
                    <a:pt x="28722" y="14683"/>
                    <a:pt x="28697" y="14709"/>
                    <a:pt x="28697" y="14734"/>
                  </a:cubicBezTo>
                  <a:lnTo>
                    <a:pt x="28847" y="14633"/>
                  </a:lnTo>
                  <a:cubicBezTo>
                    <a:pt x="28879" y="14611"/>
                    <a:pt x="28910" y="14601"/>
                    <a:pt x="28940" y="14601"/>
                  </a:cubicBezTo>
                  <a:cubicBezTo>
                    <a:pt x="29075" y="14601"/>
                    <a:pt x="29167" y="14802"/>
                    <a:pt x="29023" y="14884"/>
                  </a:cubicBezTo>
                  <a:cubicBezTo>
                    <a:pt x="28998" y="14909"/>
                    <a:pt x="28973" y="14934"/>
                    <a:pt x="28923" y="14959"/>
                  </a:cubicBezTo>
                  <a:cubicBezTo>
                    <a:pt x="29198" y="14959"/>
                    <a:pt x="29424" y="15034"/>
                    <a:pt x="29624" y="15210"/>
                  </a:cubicBezTo>
                  <a:cubicBezTo>
                    <a:pt x="30126" y="15586"/>
                    <a:pt x="30351" y="16262"/>
                    <a:pt x="30226" y="16864"/>
                  </a:cubicBezTo>
                  <a:cubicBezTo>
                    <a:pt x="30050" y="17691"/>
                    <a:pt x="29474" y="18343"/>
                    <a:pt x="28873" y="18894"/>
                  </a:cubicBezTo>
                  <a:cubicBezTo>
                    <a:pt x="27770" y="19947"/>
                    <a:pt x="26492" y="20849"/>
                    <a:pt x="25163" y="21601"/>
                  </a:cubicBezTo>
                  <a:cubicBezTo>
                    <a:pt x="23835" y="22378"/>
                    <a:pt x="22406" y="23029"/>
                    <a:pt x="20953" y="23556"/>
                  </a:cubicBezTo>
                  <a:cubicBezTo>
                    <a:pt x="19549" y="24082"/>
                    <a:pt x="18070" y="24483"/>
                    <a:pt x="16567" y="24558"/>
                  </a:cubicBezTo>
                  <a:cubicBezTo>
                    <a:pt x="16427" y="24563"/>
                    <a:pt x="16286" y="24566"/>
                    <a:pt x="16146" y="24566"/>
                  </a:cubicBezTo>
                  <a:cubicBezTo>
                    <a:pt x="15611" y="24566"/>
                    <a:pt x="15078" y="24522"/>
                    <a:pt x="14562" y="24383"/>
                  </a:cubicBezTo>
                  <a:cubicBezTo>
                    <a:pt x="14010" y="24257"/>
                    <a:pt x="13509" y="23982"/>
                    <a:pt x="13008" y="23731"/>
                  </a:cubicBezTo>
                  <a:cubicBezTo>
                    <a:pt x="12832" y="23631"/>
                    <a:pt x="12682" y="23556"/>
                    <a:pt x="12532" y="23480"/>
                  </a:cubicBezTo>
                  <a:cubicBezTo>
                    <a:pt x="12406" y="23430"/>
                    <a:pt x="12231" y="23280"/>
                    <a:pt x="12106" y="23280"/>
                  </a:cubicBezTo>
                  <a:cubicBezTo>
                    <a:pt x="11955" y="23305"/>
                    <a:pt x="11780" y="23455"/>
                    <a:pt x="11629" y="23531"/>
                  </a:cubicBezTo>
                  <a:cubicBezTo>
                    <a:pt x="11479" y="23606"/>
                    <a:pt x="11303" y="23706"/>
                    <a:pt x="11128" y="23806"/>
                  </a:cubicBezTo>
                  <a:cubicBezTo>
                    <a:pt x="10426" y="24182"/>
                    <a:pt x="9699" y="24558"/>
                    <a:pt x="8998" y="24934"/>
                  </a:cubicBezTo>
                  <a:cubicBezTo>
                    <a:pt x="7093" y="25912"/>
                    <a:pt x="5188" y="26814"/>
                    <a:pt x="3258" y="27691"/>
                  </a:cubicBezTo>
                  <a:lnTo>
                    <a:pt x="3334" y="27992"/>
                  </a:lnTo>
                  <a:cubicBezTo>
                    <a:pt x="3609" y="27866"/>
                    <a:pt x="3910" y="27741"/>
                    <a:pt x="4186" y="27616"/>
                  </a:cubicBezTo>
                  <a:cubicBezTo>
                    <a:pt x="6867" y="26363"/>
                    <a:pt x="9524" y="25059"/>
                    <a:pt x="12106" y="23606"/>
                  </a:cubicBezTo>
                  <a:cubicBezTo>
                    <a:pt x="12807" y="23982"/>
                    <a:pt x="13484" y="24358"/>
                    <a:pt x="14236" y="24608"/>
                  </a:cubicBezTo>
                  <a:cubicBezTo>
                    <a:pt x="14838" y="24803"/>
                    <a:pt x="15486" y="24876"/>
                    <a:pt x="16132" y="24876"/>
                  </a:cubicBezTo>
                  <a:cubicBezTo>
                    <a:pt x="16319" y="24876"/>
                    <a:pt x="16506" y="24870"/>
                    <a:pt x="16692" y="24859"/>
                  </a:cubicBezTo>
                  <a:cubicBezTo>
                    <a:pt x="18421" y="24759"/>
                    <a:pt x="20101" y="24232"/>
                    <a:pt x="21705" y="23606"/>
                  </a:cubicBezTo>
                  <a:cubicBezTo>
                    <a:pt x="23359" y="22954"/>
                    <a:pt x="24963" y="22152"/>
                    <a:pt x="26441" y="21200"/>
                  </a:cubicBezTo>
                  <a:cubicBezTo>
                    <a:pt x="27168" y="20724"/>
                    <a:pt x="27845" y="20197"/>
                    <a:pt x="28522" y="19646"/>
                  </a:cubicBezTo>
                  <a:cubicBezTo>
                    <a:pt x="29198" y="19069"/>
                    <a:pt x="29900" y="18443"/>
                    <a:pt x="30301" y="17616"/>
                  </a:cubicBezTo>
                  <a:cubicBezTo>
                    <a:pt x="30602" y="16939"/>
                    <a:pt x="30677" y="16212"/>
                    <a:pt x="30301" y="15561"/>
                  </a:cubicBezTo>
                  <a:cubicBezTo>
                    <a:pt x="30076" y="15110"/>
                    <a:pt x="29675" y="14759"/>
                    <a:pt x="29173" y="14658"/>
                  </a:cubicBezTo>
                  <a:cubicBezTo>
                    <a:pt x="29725" y="14082"/>
                    <a:pt x="29925" y="13205"/>
                    <a:pt x="29649" y="12428"/>
                  </a:cubicBezTo>
                  <a:cubicBezTo>
                    <a:pt x="29374" y="11601"/>
                    <a:pt x="28572" y="11024"/>
                    <a:pt x="27695" y="10974"/>
                  </a:cubicBezTo>
                  <a:cubicBezTo>
                    <a:pt x="27970" y="10297"/>
                    <a:pt x="27920" y="9521"/>
                    <a:pt x="27544" y="8894"/>
                  </a:cubicBezTo>
                  <a:cubicBezTo>
                    <a:pt x="27193" y="8317"/>
                    <a:pt x="26567" y="7942"/>
                    <a:pt x="25915" y="7816"/>
                  </a:cubicBezTo>
                  <a:cubicBezTo>
                    <a:pt x="26416" y="7541"/>
                    <a:pt x="26943" y="7315"/>
                    <a:pt x="27444" y="7064"/>
                  </a:cubicBezTo>
                  <a:cubicBezTo>
                    <a:pt x="28296" y="6663"/>
                    <a:pt x="29148" y="6287"/>
                    <a:pt x="30000" y="5886"/>
                  </a:cubicBezTo>
                  <a:cubicBezTo>
                    <a:pt x="30502" y="5661"/>
                    <a:pt x="31003" y="5435"/>
                    <a:pt x="31504" y="5185"/>
                  </a:cubicBezTo>
                  <a:cubicBezTo>
                    <a:pt x="32482" y="4708"/>
                    <a:pt x="33534" y="4132"/>
                    <a:pt x="34010" y="3104"/>
                  </a:cubicBezTo>
                  <a:cubicBezTo>
                    <a:pt x="34411" y="2227"/>
                    <a:pt x="34361" y="1200"/>
                    <a:pt x="33584" y="573"/>
                  </a:cubicBezTo>
                  <a:cubicBezTo>
                    <a:pt x="33091" y="152"/>
                    <a:pt x="32481" y="0"/>
                    <a:pt x="318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24"/>
            <p:cNvSpPr/>
            <p:nvPr/>
          </p:nvSpPr>
          <p:spPr>
            <a:xfrm>
              <a:off x="1713680" y="2846492"/>
              <a:ext cx="75966" cy="45247"/>
            </a:xfrm>
            <a:custGeom>
              <a:rect b="b" l="l" r="r" t="t"/>
              <a:pathLst>
                <a:path extrusionOk="0" h="2476" w="4157">
                  <a:moveTo>
                    <a:pt x="3909" y="0"/>
                  </a:moveTo>
                  <a:cubicBezTo>
                    <a:pt x="3884" y="0"/>
                    <a:pt x="3858" y="7"/>
                    <a:pt x="3832" y="22"/>
                  </a:cubicBezTo>
                  <a:cubicBezTo>
                    <a:pt x="3807" y="47"/>
                    <a:pt x="3782" y="72"/>
                    <a:pt x="3757" y="72"/>
                  </a:cubicBezTo>
                  <a:cubicBezTo>
                    <a:pt x="2554" y="799"/>
                    <a:pt x="1351" y="1475"/>
                    <a:pt x="148" y="2202"/>
                  </a:cubicBezTo>
                  <a:cubicBezTo>
                    <a:pt x="0" y="2286"/>
                    <a:pt x="100" y="2476"/>
                    <a:pt x="240" y="2476"/>
                  </a:cubicBezTo>
                  <a:cubicBezTo>
                    <a:pt x="266" y="2476"/>
                    <a:pt x="295" y="2469"/>
                    <a:pt x="323" y="2453"/>
                  </a:cubicBezTo>
                  <a:cubicBezTo>
                    <a:pt x="1526" y="1726"/>
                    <a:pt x="2779" y="1024"/>
                    <a:pt x="4007" y="297"/>
                  </a:cubicBezTo>
                  <a:cubicBezTo>
                    <a:pt x="4156" y="212"/>
                    <a:pt x="4052" y="0"/>
                    <a:pt x="39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24"/>
            <p:cNvSpPr/>
            <p:nvPr/>
          </p:nvSpPr>
          <p:spPr>
            <a:xfrm>
              <a:off x="1898598" y="2873446"/>
              <a:ext cx="39929" cy="23172"/>
            </a:xfrm>
            <a:custGeom>
              <a:rect b="b" l="l" r="r" t="t"/>
              <a:pathLst>
                <a:path extrusionOk="0" h="1268" w="2185">
                  <a:moveTo>
                    <a:pt x="2009" y="0"/>
                  </a:moveTo>
                  <a:cubicBezTo>
                    <a:pt x="1958" y="0"/>
                    <a:pt x="1933" y="0"/>
                    <a:pt x="1908" y="25"/>
                  </a:cubicBezTo>
                  <a:cubicBezTo>
                    <a:pt x="1307" y="351"/>
                    <a:pt x="730" y="652"/>
                    <a:pt x="154" y="978"/>
                  </a:cubicBezTo>
                  <a:cubicBezTo>
                    <a:pt x="1" y="1065"/>
                    <a:pt x="96" y="1267"/>
                    <a:pt x="239" y="1267"/>
                  </a:cubicBezTo>
                  <a:cubicBezTo>
                    <a:pt x="260" y="1267"/>
                    <a:pt x="282" y="1263"/>
                    <a:pt x="304" y="1253"/>
                  </a:cubicBezTo>
                  <a:cubicBezTo>
                    <a:pt x="906" y="928"/>
                    <a:pt x="1482" y="602"/>
                    <a:pt x="2059" y="301"/>
                  </a:cubicBezTo>
                  <a:cubicBezTo>
                    <a:pt x="2084" y="276"/>
                    <a:pt x="2109" y="276"/>
                    <a:pt x="2109" y="251"/>
                  </a:cubicBezTo>
                  <a:cubicBezTo>
                    <a:pt x="2184" y="176"/>
                    <a:pt x="2109" y="25"/>
                    <a:pt x="20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24"/>
            <p:cNvSpPr/>
            <p:nvPr/>
          </p:nvSpPr>
          <p:spPr>
            <a:xfrm>
              <a:off x="1930778" y="2929804"/>
              <a:ext cx="49286" cy="27430"/>
            </a:xfrm>
            <a:custGeom>
              <a:rect b="b" l="l" r="r" t="t"/>
              <a:pathLst>
                <a:path extrusionOk="0" h="1501" w="2697">
                  <a:moveTo>
                    <a:pt x="2461" y="1"/>
                  </a:moveTo>
                  <a:cubicBezTo>
                    <a:pt x="2435" y="1"/>
                    <a:pt x="2406" y="8"/>
                    <a:pt x="2378" y="24"/>
                  </a:cubicBezTo>
                  <a:lnTo>
                    <a:pt x="2278" y="74"/>
                  </a:lnTo>
                  <a:cubicBezTo>
                    <a:pt x="1551" y="450"/>
                    <a:pt x="849" y="826"/>
                    <a:pt x="147" y="1227"/>
                  </a:cubicBezTo>
                  <a:cubicBezTo>
                    <a:pt x="0" y="1311"/>
                    <a:pt x="82" y="1501"/>
                    <a:pt x="216" y="1501"/>
                  </a:cubicBezTo>
                  <a:cubicBezTo>
                    <a:pt x="242" y="1501"/>
                    <a:pt x="269" y="1494"/>
                    <a:pt x="298" y="1478"/>
                  </a:cubicBezTo>
                  <a:cubicBezTo>
                    <a:pt x="1025" y="1102"/>
                    <a:pt x="1726" y="726"/>
                    <a:pt x="2428" y="350"/>
                  </a:cubicBezTo>
                  <a:cubicBezTo>
                    <a:pt x="2478" y="325"/>
                    <a:pt x="2503" y="300"/>
                    <a:pt x="2528" y="275"/>
                  </a:cubicBezTo>
                  <a:cubicBezTo>
                    <a:pt x="2696" y="191"/>
                    <a:pt x="2600" y="1"/>
                    <a:pt x="24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24"/>
            <p:cNvSpPr/>
            <p:nvPr/>
          </p:nvSpPr>
          <p:spPr>
            <a:xfrm>
              <a:off x="1955028" y="2996980"/>
              <a:ext cx="50693" cy="36000"/>
            </a:xfrm>
            <a:custGeom>
              <a:rect b="b" l="l" r="r" t="t"/>
              <a:pathLst>
                <a:path extrusionOk="0" h="1970" w="2774">
                  <a:moveTo>
                    <a:pt x="2547" y="0"/>
                  </a:moveTo>
                  <a:cubicBezTo>
                    <a:pt x="2517" y="0"/>
                    <a:pt x="2486" y="10"/>
                    <a:pt x="2454" y="32"/>
                  </a:cubicBezTo>
                  <a:lnTo>
                    <a:pt x="2304" y="133"/>
                  </a:lnTo>
                  <a:lnTo>
                    <a:pt x="124" y="1686"/>
                  </a:lnTo>
                  <a:cubicBezTo>
                    <a:pt x="0" y="1769"/>
                    <a:pt x="96" y="1969"/>
                    <a:pt x="218" y="1969"/>
                  </a:cubicBezTo>
                  <a:cubicBezTo>
                    <a:pt x="244" y="1969"/>
                    <a:pt x="272" y="1960"/>
                    <a:pt x="299" y="1937"/>
                  </a:cubicBezTo>
                  <a:cubicBezTo>
                    <a:pt x="1051" y="1411"/>
                    <a:pt x="1803" y="884"/>
                    <a:pt x="2530" y="358"/>
                  </a:cubicBezTo>
                  <a:cubicBezTo>
                    <a:pt x="2580" y="333"/>
                    <a:pt x="2605" y="308"/>
                    <a:pt x="2630" y="283"/>
                  </a:cubicBezTo>
                  <a:cubicBezTo>
                    <a:pt x="2774" y="201"/>
                    <a:pt x="2682" y="0"/>
                    <a:pt x="25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24"/>
            <p:cNvSpPr/>
            <p:nvPr/>
          </p:nvSpPr>
          <p:spPr>
            <a:xfrm>
              <a:off x="1479131" y="3023441"/>
              <a:ext cx="34465" cy="16282"/>
            </a:xfrm>
            <a:custGeom>
              <a:rect b="b" l="l" r="r" t="t"/>
              <a:pathLst>
                <a:path extrusionOk="0" h="891" w="1886">
                  <a:moveTo>
                    <a:pt x="1690" y="1"/>
                  </a:moveTo>
                  <a:cubicBezTo>
                    <a:pt x="1672" y="1"/>
                    <a:pt x="1651" y="5"/>
                    <a:pt x="1629" y="13"/>
                  </a:cubicBezTo>
                  <a:cubicBezTo>
                    <a:pt x="1078" y="188"/>
                    <a:pt x="526" y="389"/>
                    <a:pt x="0" y="589"/>
                  </a:cubicBezTo>
                  <a:lnTo>
                    <a:pt x="75" y="890"/>
                  </a:lnTo>
                  <a:cubicBezTo>
                    <a:pt x="627" y="690"/>
                    <a:pt x="1178" y="489"/>
                    <a:pt x="1729" y="314"/>
                  </a:cubicBezTo>
                  <a:cubicBezTo>
                    <a:pt x="1886" y="247"/>
                    <a:pt x="1843" y="1"/>
                    <a:pt x="169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24"/>
            <p:cNvSpPr/>
            <p:nvPr/>
          </p:nvSpPr>
          <p:spPr>
            <a:xfrm>
              <a:off x="1539235" y="3013079"/>
              <a:ext cx="7566" cy="5628"/>
            </a:xfrm>
            <a:custGeom>
              <a:rect b="b" l="l" r="r" t="t"/>
              <a:pathLst>
                <a:path extrusionOk="0" h="308" w="414">
                  <a:moveTo>
                    <a:pt x="199" y="0"/>
                  </a:moveTo>
                  <a:cubicBezTo>
                    <a:pt x="150" y="0"/>
                    <a:pt x="101" y="23"/>
                    <a:pt x="69" y="79"/>
                  </a:cubicBezTo>
                  <a:cubicBezTo>
                    <a:pt x="1" y="199"/>
                    <a:pt x="109" y="307"/>
                    <a:pt x="215" y="307"/>
                  </a:cubicBezTo>
                  <a:cubicBezTo>
                    <a:pt x="265" y="307"/>
                    <a:pt x="314" y="284"/>
                    <a:pt x="345" y="229"/>
                  </a:cubicBezTo>
                  <a:cubicBezTo>
                    <a:pt x="414" y="109"/>
                    <a:pt x="306" y="0"/>
                    <a:pt x="1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24"/>
            <p:cNvSpPr/>
            <p:nvPr/>
          </p:nvSpPr>
          <p:spPr>
            <a:xfrm>
              <a:off x="1592303" y="3149679"/>
              <a:ext cx="58569" cy="31066"/>
            </a:xfrm>
            <a:custGeom>
              <a:rect b="b" l="l" r="r" t="t"/>
              <a:pathLst>
                <a:path extrusionOk="0" h="1700" w="3205">
                  <a:moveTo>
                    <a:pt x="2981" y="1"/>
                  </a:moveTo>
                  <a:cubicBezTo>
                    <a:pt x="2957" y="1"/>
                    <a:pt x="2931" y="7"/>
                    <a:pt x="2905" y="22"/>
                  </a:cubicBezTo>
                  <a:lnTo>
                    <a:pt x="148" y="1426"/>
                  </a:lnTo>
                  <a:cubicBezTo>
                    <a:pt x="1" y="1510"/>
                    <a:pt x="83" y="1700"/>
                    <a:pt x="231" y="1700"/>
                  </a:cubicBezTo>
                  <a:cubicBezTo>
                    <a:pt x="260" y="1700"/>
                    <a:pt x="291" y="1693"/>
                    <a:pt x="323" y="1676"/>
                  </a:cubicBezTo>
                  <a:cubicBezTo>
                    <a:pt x="1226" y="1225"/>
                    <a:pt x="2153" y="749"/>
                    <a:pt x="3055" y="273"/>
                  </a:cubicBezTo>
                  <a:cubicBezTo>
                    <a:pt x="3204" y="209"/>
                    <a:pt x="3118" y="1"/>
                    <a:pt x="298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24"/>
            <p:cNvSpPr/>
            <p:nvPr/>
          </p:nvSpPr>
          <p:spPr>
            <a:xfrm>
              <a:off x="1688425" y="2997565"/>
              <a:ext cx="6433" cy="14674"/>
            </a:xfrm>
            <a:custGeom>
              <a:rect b="b" l="l" r="r" t="t"/>
              <a:pathLst>
                <a:path extrusionOk="0" h="803" w="352">
                  <a:moveTo>
                    <a:pt x="176" y="0"/>
                  </a:moveTo>
                  <a:cubicBezTo>
                    <a:pt x="151" y="0"/>
                    <a:pt x="101" y="25"/>
                    <a:pt x="76" y="50"/>
                  </a:cubicBezTo>
                  <a:cubicBezTo>
                    <a:pt x="51" y="101"/>
                    <a:pt x="51" y="126"/>
                    <a:pt x="26" y="176"/>
                  </a:cubicBezTo>
                  <a:cubicBezTo>
                    <a:pt x="26" y="326"/>
                    <a:pt x="26" y="502"/>
                    <a:pt x="1" y="652"/>
                  </a:cubicBezTo>
                  <a:cubicBezTo>
                    <a:pt x="1" y="702"/>
                    <a:pt x="26" y="727"/>
                    <a:pt x="51" y="752"/>
                  </a:cubicBezTo>
                  <a:cubicBezTo>
                    <a:pt x="76" y="777"/>
                    <a:pt x="126" y="802"/>
                    <a:pt x="176" y="802"/>
                  </a:cubicBezTo>
                  <a:cubicBezTo>
                    <a:pt x="201" y="802"/>
                    <a:pt x="251" y="777"/>
                    <a:pt x="276" y="752"/>
                  </a:cubicBezTo>
                  <a:cubicBezTo>
                    <a:pt x="302" y="727"/>
                    <a:pt x="327" y="677"/>
                    <a:pt x="327" y="627"/>
                  </a:cubicBezTo>
                  <a:cubicBezTo>
                    <a:pt x="327" y="477"/>
                    <a:pt x="352" y="326"/>
                    <a:pt x="352" y="151"/>
                  </a:cubicBezTo>
                  <a:cubicBezTo>
                    <a:pt x="352" y="126"/>
                    <a:pt x="327" y="76"/>
                    <a:pt x="302" y="50"/>
                  </a:cubicBezTo>
                  <a:cubicBezTo>
                    <a:pt x="276" y="25"/>
                    <a:pt x="22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24"/>
            <p:cNvSpPr/>
            <p:nvPr/>
          </p:nvSpPr>
          <p:spPr>
            <a:xfrm>
              <a:off x="1695297" y="2999392"/>
              <a:ext cx="6889" cy="12847"/>
            </a:xfrm>
            <a:custGeom>
              <a:rect b="b" l="l" r="r" t="t"/>
              <a:pathLst>
                <a:path extrusionOk="0" h="703" w="377">
                  <a:moveTo>
                    <a:pt x="251" y="1"/>
                  </a:moveTo>
                  <a:cubicBezTo>
                    <a:pt x="201" y="1"/>
                    <a:pt x="176" y="1"/>
                    <a:pt x="126" y="26"/>
                  </a:cubicBezTo>
                  <a:cubicBezTo>
                    <a:pt x="101" y="51"/>
                    <a:pt x="76" y="76"/>
                    <a:pt x="51" y="126"/>
                  </a:cubicBezTo>
                  <a:lnTo>
                    <a:pt x="26" y="502"/>
                  </a:lnTo>
                  <a:cubicBezTo>
                    <a:pt x="1" y="552"/>
                    <a:pt x="26" y="577"/>
                    <a:pt x="51" y="627"/>
                  </a:cubicBezTo>
                  <a:cubicBezTo>
                    <a:pt x="51" y="652"/>
                    <a:pt x="101" y="677"/>
                    <a:pt x="126" y="702"/>
                  </a:cubicBezTo>
                  <a:cubicBezTo>
                    <a:pt x="176" y="702"/>
                    <a:pt x="226" y="702"/>
                    <a:pt x="251" y="677"/>
                  </a:cubicBezTo>
                  <a:cubicBezTo>
                    <a:pt x="276" y="652"/>
                    <a:pt x="327" y="602"/>
                    <a:pt x="327" y="577"/>
                  </a:cubicBezTo>
                  <a:lnTo>
                    <a:pt x="377" y="201"/>
                  </a:lnTo>
                  <a:cubicBezTo>
                    <a:pt x="377" y="151"/>
                    <a:pt x="377" y="101"/>
                    <a:pt x="352" y="76"/>
                  </a:cubicBezTo>
                  <a:cubicBezTo>
                    <a:pt x="327" y="51"/>
                    <a:pt x="276" y="26"/>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24"/>
            <p:cNvSpPr/>
            <p:nvPr/>
          </p:nvSpPr>
          <p:spPr>
            <a:xfrm>
              <a:off x="1726911" y="2854386"/>
              <a:ext cx="23830" cy="17470"/>
            </a:xfrm>
            <a:custGeom>
              <a:rect b="b" l="l" r="r" t="t"/>
              <a:pathLst>
                <a:path extrusionOk="0" h="956" w="1304">
                  <a:moveTo>
                    <a:pt x="1134" y="1"/>
                  </a:moveTo>
                  <a:cubicBezTo>
                    <a:pt x="1108" y="1"/>
                    <a:pt x="1080" y="7"/>
                    <a:pt x="1053" y="16"/>
                  </a:cubicBezTo>
                  <a:cubicBezTo>
                    <a:pt x="702" y="191"/>
                    <a:pt x="351" y="442"/>
                    <a:pt x="75" y="692"/>
                  </a:cubicBezTo>
                  <a:cubicBezTo>
                    <a:pt x="0" y="768"/>
                    <a:pt x="25" y="868"/>
                    <a:pt x="75" y="918"/>
                  </a:cubicBezTo>
                  <a:cubicBezTo>
                    <a:pt x="113" y="943"/>
                    <a:pt x="150" y="956"/>
                    <a:pt x="188" y="956"/>
                  </a:cubicBezTo>
                  <a:cubicBezTo>
                    <a:pt x="226" y="956"/>
                    <a:pt x="263" y="943"/>
                    <a:pt x="301" y="918"/>
                  </a:cubicBezTo>
                  <a:cubicBezTo>
                    <a:pt x="551" y="667"/>
                    <a:pt x="877" y="467"/>
                    <a:pt x="1203" y="291"/>
                  </a:cubicBezTo>
                  <a:cubicBezTo>
                    <a:pt x="1303" y="241"/>
                    <a:pt x="1303" y="141"/>
                    <a:pt x="1253" y="66"/>
                  </a:cubicBezTo>
                  <a:cubicBezTo>
                    <a:pt x="1221" y="18"/>
                    <a:pt x="1180" y="1"/>
                    <a:pt x="11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24"/>
            <p:cNvSpPr/>
            <p:nvPr/>
          </p:nvSpPr>
          <p:spPr>
            <a:xfrm>
              <a:off x="1939440" y="2812593"/>
              <a:ext cx="85615" cy="46142"/>
            </a:xfrm>
            <a:custGeom>
              <a:rect b="b" l="l" r="r" t="t"/>
              <a:pathLst>
                <a:path extrusionOk="0" h="2525" w="4685">
                  <a:moveTo>
                    <a:pt x="4438" y="0"/>
                  </a:moveTo>
                  <a:cubicBezTo>
                    <a:pt x="4413" y="0"/>
                    <a:pt x="4387" y="7"/>
                    <a:pt x="4360" y="22"/>
                  </a:cubicBezTo>
                  <a:cubicBezTo>
                    <a:pt x="2957" y="749"/>
                    <a:pt x="1553" y="1501"/>
                    <a:pt x="150" y="2253"/>
                  </a:cubicBezTo>
                  <a:cubicBezTo>
                    <a:pt x="1" y="2316"/>
                    <a:pt x="105" y="2525"/>
                    <a:pt x="247" y="2525"/>
                  </a:cubicBezTo>
                  <a:cubicBezTo>
                    <a:pt x="272" y="2525"/>
                    <a:pt x="299" y="2518"/>
                    <a:pt x="325" y="2503"/>
                  </a:cubicBezTo>
                  <a:cubicBezTo>
                    <a:pt x="1728" y="1776"/>
                    <a:pt x="3132" y="1025"/>
                    <a:pt x="4536" y="273"/>
                  </a:cubicBezTo>
                  <a:cubicBezTo>
                    <a:pt x="4685" y="209"/>
                    <a:pt x="4580" y="0"/>
                    <a:pt x="44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24"/>
            <p:cNvSpPr/>
            <p:nvPr/>
          </p:nvSpPr>
          <p:spPr>
            <a:xfrm>
              <a:off x="2032822" y="2801939"/>
              <a:ext cx="7255" cy="5628"/>
            </a:xfrm>
            <a:custGeom>
              <a:rect b="b" l="l" r="r" t="t"/>
              <a:pathLst>
                <a:path extrusionOk="0" h="308" w="397">
                  <a:moveTo>
                    <a:pt x="182" y="0"/>
                  </a:moveTo>
                  <a:cubicBezTo>
                    <a:pt x="133" y="0"/>
                    <a:pt x="84" y="23"/>
                    <a:pt x="52" y="79"/>
                  </a:cubicBezTo>
                  <a:cubicBezTo>
                    <a:pt x="1" y="199"/>
                    <a:pt x="114" y="307"/>
                    <a:pt x="214" y="307"/>
                  </a:cubicBezTo>
                  <a:cubicBezTo>
                    <a:pt x="261" y="307"/>
                    <a:pt x="304" y="284"/>
                    <a:pt x="328" y="229"/>
                  </a:cubicBezTo>
                  <a:cubicBezTo>
                    <a:pt x="396" y="109"/>
                    <a:pt x="289" y="0"/>
                    <a:pt x="18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24"/>
            <p:cNvSpPr/>
            <p:nvPr/>
          </p:nvSpPr>
          <p:spPr>
            <a:xfrm>
              <a:off x="1944904" y="2890843"/>
              <a:ext cx="11476" cy="15131"/>
            </a:xfrm>
            <a:custGeom>
              <a:rect b="b" l="l" r="r" t="t"/>
              <a:pathLst>
                <a:path extrusionOk="0" h="828" w="628">
                  <a:moveTo>
                    <a:pt x="1" y="1"/>
                  </a:moveTo>
                  <a:lnTo>
                    <a:pt x="627" y="828"/>
                  </a:lnTo>
                  <a:cubicBezTo>
                    <a:pt x="627" y="652"/>
                    <a:pt x="552" y="477"/>
                    <a:pt x="452" y="301"/>
                  </a:cubicBezTo>
                  <a:cubicBezTo>
                    <a:pt x="377" y="226"/>
                    <a:pt x="277" y="126"/>
                    <a:pt x="176" y="76"/>
                  </a:cubicBezTo>
                  <a:cubicBezTo>
                    <a:pt x="126" y="51"/>
                    <a:pt x="51" y="26"/>
                    <a:pt x="1"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24"/>
            <p:cNvSpPr/>
            <p:nvPr/>
          </p:nvSpPr>
          <p:spPr>
            <a:xfrm>
              <a:off x="1939422" y="2884813"/>
              <a:ext cx="24743" cy="27448"/>
            </a:xfrm>
            <a:custGeom>
              <a:rect b="b" l="l" r="r" t="t"/>
              <a:pathLst>
                <a:path extrusionOk="0" h="1502" w="1354">
                  <a:moveTo>
                    <a:pt x="120" y="1"/>
                  </a:moveTo>
                  <a:cubicBezTo>
                    <a:pt x="40" y="1"/>
                    <a:pt x="0" y="88"/>
                    <a:pt x="0" y="155"/>
                  </a:cubicBezTo>
                  <a:cubicBezTo>
                    <a:pt x="0" y="255"/>
                    <a:pt x="75" y="306"/>
                    <a:pt x="151" y="306"/>
                  </a:cubicBezTo>
                  <a:cubicBezTo>
                    <a:pt x="201" y="306"/>
                    <a:pt x="251" y="331"/>
                    <a:pt x="301" y="331"/>
                  </a:cubicBezTo>
                  <a:cubicBezTo>
                    <a:pt x="351" y="356"/>
                    <a:pt x="426" y="381"/>
                    <a:pt x="476" y="406"/>
                  </a:cubicBezTo>
                  <a:cubicBezTo>
                    <a:pt x="577" y="456"/>
                    <a:pt x="677" y="556"/>
                    <a:pt x="752" y="631"/>
                  </a:cubicBezTo>
                  <a:cubicBezTo>
                    <a:pt x="852" y="807"/>
                    <a:pt x="927" y="982"/>
                    <a:pt x="927" y="1158"/>
                  </a:cubicBezTo>
                  <a:cubicBezTo>
                    <a:pt x="927" y="1208"/>
                    <a:pt x="927" y="1258"/>
                    <a:pt x="927" y="1308"/>
                  </a:cubicBezTo>
                  <a:cubicBezTo>
                    <a:pt x="898" y="1427"/>
                    <a:pt x="991" y="1501"/>
                    <a:pt x="1082" y="1501"/>
                  </a:cubicBezTo>
                  <a:cubicBezTo>
                    <a:pt x="1145" y="1501"/>
                    <a:pt x="1208" y="1465"/>
                    <a:pt x="1228" y="1383"/>
                  </a:cubicBezTo>
                  <a:cubicBezTo>
                    <a:pt x="1354" y="707"/>
                    <a:pt x="827" y="30"/>
                    <a:pt x="151" y="5"/>
                  </a:cubicBezTo>
                  <a:cubicBezTo>
                    <a:pt x="140" y="2"/>
                    <a:pt x="130" y="1"/>
                    <a:pt x="1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24"/>
            <p:cNvSpPr/>
            <p:nvPr/>
          </p:nvSpPr>
          <p:spPr>
            <a:xfrm>
              <a:off x="1955412" y="2923316"/>
              <a:ext cx="7255" cy="5610"/>
            </a:xfrm>
            <a:custGeom>
              <a:rect b="b" l="l" r="r" t="t"/>
              <a:pathLst>
                <a:path extrusionOk="0" h="307" w="397">
                  <a:moveTo>
                    <a:pt x="182" y="0"/>
                  </a:moveTo>
                  <a:cubicBezTo>
                    <a:pt x="133" y="0"/>
                    <a:pt x="84" y="23"/>
                    <a:pt x="52" y="78"/>
                  </a:cubicBezTo>
                  <a:cubicBezTo>
                    <a:pt x="1" y="198"/>
                    <a:pt x="114" y="307"/>
                    <a:pt x="215" y="307"/>
                  </a:cubicBezTo>
                  <a:cubicBezTo>
                    <a:pt x="261" y="307"/>
                    <a:pt x="304" y="284"/>
                    <a:pt x="328" y="229"/>
                  </a:cubicBezTo>
                  <a:cubicBezTo>
                    <a:pt x="397" y="109"/>
                    <a:pt x="289" y="0"/>
                    <a:pt x="18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24"/>
            <p:cNvSpPr/>
            <p:nvPr/>
          </p:nvSpPr>
          <p:spPr>
            <a:xfrm>
              <a:off x="1843227" y="2975855"/>
              <a:ext cx="11019" cy="15021"/>
            </a:xfrm>
            <a:custGeom>
              <a:rect b="b" l="l" r="r" t="t"/>
              <a:pathLst>
                <a:path extrusionOk="0" h="822" w="603">
                  <a:moveTo>
                    <a:pt x="442" y="1"/>
                  </a:moveTo>
                  <a:cubicBezTo>
                    <a:pt x="380" y="1"/>
                    <a:pt x="314" y="29"/>
                    <a:pt x="277" y="86"/>
                  </a:cubicBezTo>
                  <a:cubicBezTo>
                    <a:pt x="201" y="261"/>
                    <a:pt x="126" y="436"/>
                    <a:pt x="51" y="587"/>
                  </a:cubicBezTo>
                  <a:cubicBezTo>
                    <a:pt x="1" y="687"/>
                    <a:pt x="26" y="762"/>
                    <a:pt x="101" y="812"/>
                  </a:cubicBezTo>
                  <a:cubicBezTo>
                    <a:pt x="120" y="819"/>
                    <a:pt x="142" y="822"/>
                    <a:pt x="165" y="822"/>
                  </a:cubicBezTo>
                  <a:cubicBezTo>
                    <a:pt x="233" y="822"/>
                    <a:pt x="308" y="794"/>
                    <a:pt x="327" y="737"/>
                  </a:cubicBezTo>
                  <a:cubicBezTo>
                    <a:pt x="402" y="562"/>
                    <a:pt x="477" y="386"/>
                    <a:pt x="552" y="236"/>
                  </a:cubicBezTo>
                  <a:cubicBezTo>
                    <a:pt x="602" y="136"/>
                    <a:pt x="577" y="60"/>
                    <a:pt x="502" y="10"/>
                  </a:cubicBezTo>
                  <a:cubicBezTo>
                    <a:pt x="483" y="4"/>
                    <a:pt x="463"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24"/>
            <p:cNvSpPr/>
            <p:nvPr/>
          </p:nvSpPr>
          <p:spPr>
            <a:xfrm>
              <a:off x="2385058" y="3352048"/>
              <a:ext cx="1058005" cy="417731"/>
            </a:xfrm>
            <a:custGeom>
              <a:rect b="b" l="l" r="r" t="t"/>
              <a:pathLst>
                <a:path extrusionOk="0" h="22859" w="57896">
                  <a:moveTo>
                    <a:pt x="21277" y="7007"/>
                  </a:moveTo>
                  <a:cubicBezTo>
                    <a:pt x="21406" y="7007"/>
                    <a:pt x="21523" y="7170"/>
                    <a:pt x="21404" y="7269"/>
                  </a:cubicBezTo>
                  <a:cubicBezTo>
                    <a:pt x="21103" y="7495"/>
                    <a:pt x="20853" y="7770"/>
                    <a:pt x="20652" y="8071"/>
                  </a:cubicBezTo>
                  <a:cubicBezTo>
                    <a:pt x="20615" y="8115"/>
                    <a:pt x="20566" y="8133"/>
                    <a:pt x="20517" y="8133"/>
                  </a:cubicBezTo>
                  <a:cubicBezTo>
                    <a:pt x="20400" y="8133"/>
                    <a:pt x="20288" y="8027"/>
                    <a:pt x="20376" y="7921"/>
                  </a:cubicBezTo>
                  <a:cubicBezTo>
                    <a:pt x="20602" y="7595"/>
                    <a:pt x="20878" y="7294"/>
                    <a:pt x="21178" y="7044"/>
                  </a:cubicBezTo>
                  <a:cubicBezTo>
                    <a:pt x="21209" y="7018"/>
                    <a:pt x="21243" y="7007"/>
                    <a:pt x="21277" y="7007"/>
                  </a:cubicBezTo>
                  <a:close/>
                  <a:moveTo>
                    <a:pt x="22108" y="7398"/>
                  </a:moveTo>
                  <a:cubicBezTo>
                    <a:pt x="22251" y="7398"/>
                    <a:pt x="22355" y="7610"/>
                    <a:pt x="22206" y="7695"/>
                  </a:cubicBezTo>
                  <a:cubicBezTo>
                    <a:pt x="21880" y="7846"/>
                    <a:pt x="21655" y="8121"/>
                    <a:pt x="21579" y="8447"/>
                  </a:cubicBezTo>
                  <a:cubicBezTo>
                    <a:pt x="21559" y="8529"/>
                    <a:pt x="21496" y="8565"/>
                    <a:pt x="21433" y="8565"/>
                  </a:cubicBezTo>
                  <a:cubicBezTo>
                    <a:pt x="21342" y="8565"/>
                    <a:pt x="21249" y="8490"/>
                    <a:pt x="21279" y="8372"/>
                  </a:cubicBezTo>
                  <a:cubicBezTo>
                    <a:pt x="21379" y="7971"/>
                    <a:pt x="21655" y="7620"/>
                    <a:pt x="22030" y="7420"/>
                  </a:cubicBezTo>
                  <a:cubicBezTo>
                    <a:pt x="22057" y="7404"/>
                    <a:pt x="22083" y="7398"/>
                    <a:pt x="22108" y="7398"/>
                  </a:cubicBezTo>
                  <a:close/>
                  <a:moveTo>
                    <a:pt x="7277" y="11573"/>
                  </a:moveTo>
                  <a:cubicBezTo>
                    <a:pt x="7450" y="11573"/>
                    <a:pt x="7574" y="11846"/>
                    <a:pt x="7394" y="12006"/>
                  </a:cubicBezTo>
                  <a:cubicBezTo>
                    <a:pt x="7218" y="12156"/>
                    <a:pt x="7093" y="12332"/>
                    <a:pt x="7043" y="12557"/>
                  </a:cubicBezTo>
                  <a:cubicBezTo>
                    <a:pt x="7000" y="12675"/>
                    <a:pt x="6894" y="12728"/>
                    <a:pt x="6792" y="12728"/>
                  </a:cubicBezTo>
                  <a:cubicBezTo>
                    <a:pt x="6654" y="12728"/>
                    <a:pt x="6523" y="12630"/>
                    <a:pt x="6567" y="12457"/>
                  </a:cubicBezTo>
                  <a:cubicBezTo>
                    <a:pt x="6692" y="12106"/>
                    <a:pt x="6867" y="11856"/>
                    <a:pt x="7143" y="11630"/>
                  </a:cubicBezTo>
                  <a:cubicBezTo>
                    <a:pt x="7188" y="11590"/>
                    <a:pt x="7234" y="11573"/>
                    <a:pt x="7277" y="11573"/>
                  </a:cubicBezTo>
                  <a:close/>
                  <a:moveTo>
                    <a:pt x="7880" y="12167"/>
                  </a:moveTo>
                  <a:cubicBezTo>
                    <a:pt x="8036" y="12167"/>
                    <a:pt x="8206" y="12320"/>
                    <a:pt x="8121" y="12507"/>
                  </a:cubicBezTo>
                  <a:lnTo>
                    <a:pt x="7695" y="13334"/>
                  </a:lnTo>
                  <a:cubicBezTo>
                    <a:pt x="7652" y="13427"/>
                    <a:pt x="7576" y="13466"/>
                    <a:pt x="7498" y="13466"/>
                  </a:cubicBezTo>
                  <a:cubicBezTo>
                    <a:pt x="7344" y="13466"/>
                    <a:pt x="7185" y="13316"/>
                    <a:pt x="7268" y="13134"/>
                  </a:cubicBezTo>
                  <a:lnTo>
                    <a:pt x="7695" y="12282"/>
                  </a:lnTo>
                  <a:cubicBezTo>
                    <a:pt x="7735" y="12201"/>
                    <a:pt x="7806" y="12167"/>
                    <a:pt x="7880" y="12167"/>
                  </a:cubicBezTo>
                  <a:close/>
                  <a:moveTo>
                    <a:pt x="48341" y="8633"/>
                  </a:moveTo>
                  <a:cubicBezTo>
                    <a:pt x="48377" y="8633"/>
                    <a:pt x="48414" y="8645"/>
                    <a:pt x="48447" y="8673"/>
                  </a:cubicBezTo>
                  <a:cubicBezTo>
                    <a:pt x="50452" y="10477"/>
                    <a:pt x="52031" y="12683"/>
                    <a:pt x="53133" y="15164"/>
                  </a:cubicBezTo>
                  <a:cubicBezTo>
                    <a:pt x="53202" y="15284"/>
                    <a:pt x="53094" y="15392"/>
                    <a:pt x="52987" y="15392"/>
                  </a:cubicBezTo>
                  <a:cubicBezTo>
                    <a:pt x="52938" y="15392"/>
                    <a:pt x="52889" y="15370"/>
                    <a:pt x="52858" y="15314"/>
                  </a:cubicBezTo>
                  <a:cubicBezTo>
                    <a:pt x="51780" y="12858"/>
                    <a:pt x="50201" y="10678"/>
                    <a:pt x="48221" y="8898"/>
                  </a:cubicBezTo>
                  <a:cubicBezTo>
                    <a:pt x="48104" y="8781"/>
                    <a:pt x="48215" y="8633"/>
                    <a:pt x="48341" y="8633"/>
                  </a:cubicBezTo>
                  <a:close/>
                  <a:moveTo>
                    <a:pt x="53507" y="16165"/>
                  </a:moveTo>
                  <a:cubicBezTo>
                    <a:pt x="53787" y="16165"/>
                    <a:pt x="53827" y="16618"/>
                    <a:pt x="53534" y="16643"/>
                  </a:cubicBezTo>
                  <a:cubicBezTo>
                    <a:pt x="53526" y="16643"/>
                    <a:pt x="53518" y="16644"/>
                    <a:pt x="53511" y="16644"/>
                  </a:cubicBezTo>
                  <a:cubicBezTo>
                    <a:pt x="53231" y="16644"/>
                    <a:pt x="53192" y="16215"/>
                    <a:pt x="53484" y="16166"/>
                  </a:cubicBezTo>
                  <a:cubicBezTo>
                    <a:pt x="53492" y="16166"/>
                    <a:pt x="53500" y="16165"/>
                    <a:pt x="53507" y="16165"/>
                  </a:cubicBezTo>
                  <a:close/>
                  <a:moveTo>
                    <a:pt x="5997" y="13988"/>
                  </a:moveTo>
                  <a:cubicBezTo>
                    <a:pt x="6106" y="13988"/>
                    <a:pt x="6204" y="14106"/>
                    <a:pt x="6116" y="14212"/>
                  </a:cubicBezTo>
                  <a:cubicBezTo>
                    <a:pt x="4486" y="16342"/>
                    <a:pt x="3334" y="18748"/>
                    <a:pt x="2707" y="21354"/>
                  </a:cubicBezTo>
                  <a:cubicBezTo>
                    <a:pt x="2687" y="21433"/>
                    <a:pt x="2630" y="21465"/>
                    <a:pt x="2569" y="21465"/>
                  </a:cubicBezTo>
                  <a:cubicBezTo>
                    <a:pt x="2476" y="21465"/>
                    <a:pt x="2376" y="21386"/>
                    <a:pt x="2406" y="21279"/>
                  </a:cubicBezTo>
                  <a:cubicBezTo>
                    <a:pt x="3033" y="18648"/>
                    <a:pt x="4211" y="16191"/>
                    <a:pt x="5865" y="14061"/>
                  </a:cubicBezTo>
                  <a:cubicBezTo>
                    <a:pt x="5902" y="14009"/>
                    <a:pt x="5951" y="13988"/>
                    <a:pt x="5997" y="13988"/>
                  </a:cubicBezTo>
                  <a:close/>
                  <a:moveTo>
                    <a:pt x="35539" y="1"/>
                  </a:moveTo>
                  <a:cubicBezTo>
                    <a:pt x="35013" y="577"/>
                    <a:pt x="30627" y="5214"/>
                    <a:pt x="26241" y="5214"/>
                  </a:cubicBezTo>
                  <a:cubicBezTo>
                    <a:pt x="25865" y="5214"/>
                    <a:pt x="25514" y="5164"/>
                    <a:pt x="25163" y="5114"/>
                  </a:cubicBezTo>
                  <a:cubicBezTo>
                    <a:pt x="20802" y="4312"/>
                    <a:pt x="20101" y="1881"/>
                    <a:pt x="20000" y="1204"/>
                  </a:cubicBezTo>
                  <a:cubicBezTo>
                    <a:pt x="18622" y="1429"/>
                    <a:pt x="8271" y="3435"/>
                    <a:pt x="3559" y="12833"/>
                  </a:cubicBezTo>
                  <a:lnTo>
                    <a:pt x="3634" y="13034"/>
                  </a:lnTo>
                  <a:lnTo>
                    <a:pt x="3609" y="13084"/>
                  </a:lnTo>
                  <a:cubicBezTo>
                    <a:pt x="3559" y="13184"/>
                    <a:pt x="476" y="21329"/>
                    <a:pt x="0" y="22858"/>
                  </a:cubicBezTo>
                  <a:lnTo>
                    <a:pt x="51479" y="22858"/>
                  </a:lnTo>
                  <a:cubicBezTo>
                    <a:pt x="53735" y="20477"/>
                    <a:pt x="55890" y="17971"/>
                    <a:pt x="57895" y="15364"/>
                  </a:cubicBezTo>
                  <a:cubicBezTo>
                    <a:pt x="57620" y="14437"/>
                    <a:pt x="57269" y="13485"/>
                    <a:pt x="56843" y="12557"/>
                  </a:cubicBezTo>
                  <a:cubicBezTo>
                    <a:pt x="56542" y="12582"/>
                    <a:pt x="56216" y="12633"/>
                    <a:pt x="55890" y="12633"/>
                  </a:cubicBezTo>
                  <a:lnTo>
                    <a:pt x="55815" y="12658"/>
                  </a:lnTo>
                  <a:lnTo>
                    <a:pt x="55765" y="12582"/>
                  </a:lnTo>
                  <a:cubicBezTo>
                    <a:pt x="55665" y="12457"/>
                    <a:pt x="46567" y="903"/>
                    <a:pt x="3553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p24"/>
            <p:cNvSpPr/>
            <p:nvPr/>
          </p:nvSpPr>
          <p:spPr>
            <a:xfrm>
              <a:off x="3423802" y="3580604"/>
              <a:ext cx="23830" cy="52228"/>
            </a:xfrm>
            <a:custGeom>
              <a:rect b="b" l="l" r="r" t="t"/>
              <a:pathLst>
                <a:path extrusionOk="0" h="2858" w="1304">
                  <a:moveTo>
                    <a:pt x="326" y="0"/>
                  </a:moveTo>
                  <a:cubicBezTo>
                    <a:pt x="226" y="0"/>
                    <a:pt x="126" y="25"/>
                    <a:pt x="1" y="50"/>
                  </a:cubicBezTo>
                  <a:cubicBezTo>
                    <a:pt x="427" y="978"/>
                    <a:pt x="778" y="1930"/>
                    <a:pt x="1053" y="2857"/>
                  </a:cubicBezTo>
                  <a:cubicBezTo>
                    <a:pt x="1128" y="2757"/>
                    <a:pt x="1229" y="2657"/>
                    <a:pt x="1304" y="2557"/>
                  </a:cubicBezTo>
                  <a:cubicBezTo>
                    <a:pt x="1028" y="1705"/>
                    <a:pt x="702" y="852"/>
                    <a:pt x="3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24"/>
            <p:cNvSpPr/>
            <p:nvPr/>
          </p:nvSpPr>
          <p:spPr>
            <a:xfrm>
              <a:off x="2750543" y="3351591"/>
              <a:ext cx="283982" cy="95739"/>
            </a:xfrm>
            <a:custGeom>
              <a:rect b="b" l="l" r="r" t="t"/>
              <a:pathLst>
                <a:path extrusionOk="0" h="5239" w="15540">
                  <a:moveTo>
                    <a:pt x="15138" y="1"/>
                  </a:moveTo>
                  <a:cubicBezTo>
                    <a:pt x="14146" y="1017"/>
                    <a:pt x="10112" y="4903"/>
                    <a:pt x="6211" y="4903"/>
                  </a:cubicBezTo>
                  <a:cubicBezTo>
                    <a:pt x="5877" y="4903"/>
                    <a:pt x="5544" y="4874"/>
                    <a:pt x="5213" y="4813"/>
                  </a:cubicBezTo>
                  <a:cubicBezTo>
                    <a:pt x="502" y="3961"/>
                    <a:pt x="301" y="1179"/>
                    <a:pt x="301" y="1053"/>
                  </a:cubicBezTo>
                  <a:lnTo>
                    <a:pt x="301" y="1204"/>
                  </a:lnTo>
                  <a:lnTo>
                    <a:pt x="151" y="1204"/>
                  </a:lnTo>
                  <a:cubicBezTo>
                    <a:pt x="151" y="1204"/>
                    <a:pt x="101" y="1229"/>
                    <a:pt x="0" y="1229"/>
                  </a:cubicBezTo>
                  <a:cubicBezTo>
                    <a:pt x="101" y="1906"/>
                    <a:pt x="802" y="4337"/>
                    <a:pt x="5163" y="5139"/>
                  </a:cubicBezTo>
                  <a:cubicBezTo>
                    <a:pt x="5514" y="5189"/>
                    <a:pt x="5865" y="5239"/>
                    <a:pt x="6241" y="5239"/>
                  </a:cubicBezTo>
                  <a:cubicBezTo>
                    <a:pt x="10627" y="5239"/>
                    <a:pt x="15013" y="602"/>
                    <a:pt x="15539" y="26"/>
                  </a:cubicBezTo>
                  <a:cubicBezTo>
                    <a:pt x="15389" y="26"/>
                    <a:pt x="15264" y="1"/>
                    <a:pt x="151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24"/>
            <p:cNvSpPr/>
            <p:nvPr/>
          </p:nvSpPr>
          <p:spPr>
            <a:xfrm>
              <a:off x="2755787" y="3480078"/>
              <a:ext cx="22605" cy="20613"/>
            </a:xfrm>
            <a:custGeom>
              <a:rect b="b" l="l" r="r" t="t"/>
              <a:pathLst>
                <a:path extrusionOk="0" h="1128" w="1237">
                  <a:moveTo>
                    <a:pt x="990" y="1"/>
                  </a:moveTo>
                  <a:cubicBezTo>
                    <a:pt x="956" y="1"/>
                    <a:pt x="922" y="12"/>
                    <a:pt x="891" y="38"/>
                  </a:cubicBezTo>
                  <a:cubicBezTo>
                    <a:pt x="591" y="288"/>
                    <a:pt x="315" y="589"/>
                    <a:pt x="89" y="915"/>
                  </a:cubicBezTo>
                  <a:cubicBezTo>
                    <a:pt x="1" y="1021"/>
                    <a:pt x="113" y="1127"/>
                    <a:pt x="230" y="1127"/>
                  </a:cubicBezTo>
                  <a:cubicBezTo>
                    <a:pt x="279" y="1127"/>
                    <a:pt x="328" y="1109"/>
                    <a:pt x="365" y="1065"/>
                  </a:cubicBezTo>
                  <a:cubicBezTo>
                    <a:pt x="566" y="764"/>
                    <a:pt x="816" y="489"/>
                    <a:pt x="1117" y="263"/>
                  </a:cubicBezTo>
                  <a:cubicBezTo>
                    <a:pt x="1236" y="164"/>
                    <a:pt x="1119" y="1"/>
                    <a:pt x="9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24"/>
            <p:cNvSpPr/>
            <p:nvPr/>
          </p:nvSpPr>
          <p:spPr>
            <a:xfrm>
              <a:off x="2773349" y="3487223"/>
              <a:ext cx="20248" cy="21363"/>
            </a:xfrm>
            <a:custGeom>
              <a:rect b="b" l="l" r="r" t="t"/>
              <a:pathLst>
                <a:path extrusionOk="0" h="1169" w="1108">
                  <a:moveTo>
                    <a:pt x="860" y="1"/>
                  </a:moveTo>
                  <a:cubicBezTo>
                    <a:pt x="835" y="1"/>
                    <a:pt x="809" y="7"/>
                    <a:pt x="782" y="23"/>
                  </a:cubicBezTo>
                  <a:cubicBezTo>
                    <a:pt x="407" y="223"/>
                    <a:pt x="131" y="574"/>
                    <a:pt x="31" y="975"/>
                  </a:cubicBezTo>
                  <a:cubicBezTo>
                    <a:pt x="1" y="1093"/>
                    <a:pt x="94" y="1168"/>
                    <a:pt x="185" y="1168"/>
                  </a:cubicBezTo>
                  <a:cubicBezTo>
                    <a:pt x="248" y="1168"/>
                    <a:pt x="311" y="1132"/>
                    <a:pt x="331" y="1050"/>
                  </a:cubicBezTo>
                  <a:cubicBezTo>
                    <a:pt x="407" y="724"/>
                    <a:pt x="632" y="449"/>
                    <a:pt x="958" y="298"/>
                  </a:cubicBezTo>
                  <a:cubicBezTo>
                    <a:pt x="1107" y="213"/>
                    <a:pt x="1003" y="1"/>
                    <a:pt x="8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24"/>
            <p:cNvSpPr/>
            <p:nvPr/>
          </p:nvSpPr>
          <p:spPr>
            <a:xfrm>
              <a:off x="3264104" y="3509810"/>
              <a:ext cx="93199" cy="123534"/>
            </a:xfrm>
            <a:custGeom>
              <a:rect b="b" l="l" r="r" t="t"/>
              <a:pathLst>
                <a:path extrusionOk="0" h="6760" w="5100">
                  <a:moveTo>
                    <a:pt x="238" y="0"/>
                  </a:moveTo>
                  <a:cubicBezTo>
                    <a:pt x="112" y="0"/>
                    <a:pt x="1" y="148"/>
                    <a:pt x="118" y="265"/>
                  </a:cubicBezTo>
                  <a:cubicBezTo>
                    <a:pt x="2098" y="2045"/>
                    <a:pt x="3677" y="4225"/>
                    <a:pt x="4755" y="6681"/>
                  </a:cubicBezTo>
                  <a:cubicBezTo>
                    <a:pt x="4786" y="6737"/>
                    <a:pt x="4835" y="6759"/>
                    <a:pt x="4884" y="6759"/>
                  </a:cubicBezTo>
                  <a:cubicBezTo>
                    <a:pt x="4991" y="6759"/>
                    <a:pt x="5099" y="6651"/>
                    <a:pt x="5030" y="6531"/>
                  </a:cubicBezTo>
                  <a:cubicBezTo>
                    <a:pt x="3928" y="4050"/>
                    <a:pt x="2349" y="1844"/>
                    <a:pt x="344" y="40"/>
                  </a:cubicBezTo>
                  <a:cubicBezTo>
                    <a:pt x="311" y="12"/>
                    <a:pt x="274" y="0"/>
                    <a:pt x="23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24"/>
            <p:cNvSpPr/>
            <p:nvPr/>
          </p:nvSpPr>
          <p:spPr>
            <a:xfrm>
              <a:off x="2428459" y="3607650"/>
              <a:ext cx="69972" cy="136673"/>
            </a:xfrm>
            <a:custGeom>
              <a:rect b="b" l="l" r="r" t="t"/>
              <a:pathLst>
                <a:path extrusionOk="0" h="7479" w="3829">
                  <a:moveTo>
                    <a:pt x="3622" y="1"/>
                  </a:moveTo>
                  <a:cubicBezTo>
                    <a:pt x="3576" y="1"/>
                    <a:pt x="3527" y="22"/>
                    <a:pt x="3490" y="74"/>
                  </a:cubicBezTo>
                  <a:cubicBezTo>
                    <a:pt x="1836" y="2204"/>
                    <a:pt x="658" y="4661"/>
                    <a:pt x="31" y="7292"/>
                  </a:cubicBezTo>
                  <a:cubicBezTo>
                    <a:pt x="1" y="7399"/>
                    <a:pt x="101" y="7478"/>
                    <a:pt x="194" y="7478"/>
                  </a:cubicBezTo>
                  <a:cubicBezTo>
                    <a:pt x="255" y="7478"/>
                    <a:pt x="312" y="7446"/>
                    <a:pt x="332" y="7367"/>
                  </a:cubicBezTo>
                  <a:cubicBezTo>
                    <a:pt x="959" y="4786"/>
                    <a:pt x="2111" y="2355"/>
                    <a:pt x="3741" y="225"/>
                  </a:cubicBezTo>
                  <a:cubicBezTo>
                    <a:pt x="3829" y="119"/>
                    <a:pt x="3731" y="1"/>
                    <a:pt x="36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p24"/>
            <p:cNvSpPr/>
            <p:nvPr/>
          </p:nvSpPr>
          <p:spPr>
            <a:xfrm>
              <a:off x="2504261" y="3563518"/>
              <a:ext cx="19225" cy="21143"/>
            </a:xfrm>
            <a:custGeom>
              <a:rect b="b" l="l" r="r" t="t"/>
              <a:pathLst>
                <a:path extrusionOk="0" h="1157" w="1052">
                  <a:moveTo>
                    <a:pt x="754" y="1"/>
                  </a:moveTo>
                  <a:cubicBezTo>
                    <a:pt x="711" y="1"/>
                    <a:pt x="665" y="18"/>
                    <a:pt x="620" y="58"/>
                  </a:cubicBezTo>
                  <a:cubicBezTo>
                    <a:pt x="344" y="284"/>
                    <a:pt x="169" y="534"/>
                    <a:pt x="44" y="885"/>
                  </a:cubicBezTo>
                  <a:cubicBezTo>
                    <a:pt x="0" y="1058"/>
                    <a:pt x="131" y="1156"/>
                    <a:pt x="269" y="1156"/>
                  </a:cubicBezTo>
                  <a:cubicBezTo>
                    <a:pt x="371" y="1156"/>
                    <a:pt x="477" y="1103"/>
                    <a:pt x="520" y="985"/>
                  </a:cubicBezTo>
                  <a:cubicBezTo>
                    <a:pt x="570" y="760"/>
                    <a:pt x="695" y="584"/>
                    <a:pt x="871" y="434"/>
                  </a:cubicBezTo>
                  <a:cubicBezTo>
                    <a:pt x="1051" y="274"/>
                    <a:pt x="927" y="1"/>
                    <a:pt x="7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24"/>
            <p:cNvSpPr/>
            <p:nvPr/>
          </p:nvSpPr>
          <p:spPr>
            <a:xfrm>
              <a:off x="2516358" y="3574391"/>
              <a:ext cx="18658" cy="23757"/>
            </a:xfrm>
            <a:custGeom>
              <a:rect b="b" l="l" r="r" t="t"/>
              <a:pathLst>
                <a:path extrusionOk="0" h="1300" w="1021">
                  <a:moveTo>
                    <a:pt x="695" y="0"/>
                  </a:moveTo>
                  <a:cubicBezTo>
                    <a:pt x="621" y="0"/>
                    <a:pt x="550" y="34"/>
                    <a:pt x="510" y="115"/>
                  </a:cubicBezTo>
                  <a:lnTo>
                    <a:pt x="83" y="967"/>
                  </a:lnTo>
                  <a:cubicBezTo>
                    <a:pt x="0" y="1149"/>
                    <a:pt x="159" y="1299"/>
                    <a:pt x="313" y="1299"/>
                  </a:cubicBezTo>
                  <a:cubicBezTo>
                    <a:pt x="391" y="1299"/>
                    <a:pt x="467" y="1260"/>
                    <a:pt x="510" y="1167"/>
                  </a:cubicBezTo>
                  <a:lnTo>
                    <a:pt x="936" y="340"/>
                  </a:lnTo>
                  <a:cubicBezTo>
                    <a:pt x="1021" y="153"/>
                    <a:pt x="851" y="0"/>
                    <a:pt x="69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p24"/>
            <p:cNvSpPr/>
            <p:nvPr/>
          </p:nvSpPr>
          <p:spPr>
            <a:xfrm>
              <a:off x="2241239" y="3170695"/>
              <a:ext cx="514822" cy="422738"/>
            </a:xfrm>
            <a:custGeom>
              <a:rect b="b" l="l" r="r" t="t"/>
              <a:pathLst>
                <a:path extrusionOk="0" h="23133" w="28172">
                  <a:moveTo>
                    <a:pt x="6486" y="322"/>
                  </a:moveTo>
                  <a:cubicBezTo>
                    <a:pt x="6592" y="322"/>
                    <a:pt x="6703" y="331"/>
                    <a:pt x="6818" y="351"/>
                  </a:cubicBezTo>
                  <a:cubicBezTo>
                    <a:pt x="7368" y="662"/>
                    <a:pt x="17627" y="6204"/>
                    <a:pt x="26580" y="6204"/>
                  </a:cubicBezTo>
                  <a:cubicBezTo>
                    <a:pt x="27005" y="6204"/>
                    <a:pt x="27427" y="6192"/>
                    <a:pt x="27845" y="6165"/>
                  </a:cubicBezTo>
                  <a:lnTo>
                    <a:pt x="27845" y="10827"/>
                  </a:lnTo>
                  <a:cubicBezTo>
                    <a:pt x="26517" y="11028"/>
                    <a:pt x="15840" y="13033"/>
                    <a:pt x="11053" y="22782"/>
                  </a:cubicBezTo>
                  <a:cubicBezTo>
                    <a:pt x="10351" y="22607"/>
                    <a:pt x="6567" y="21629"/>
                    <a:pt x="4863" y="18847"/>
                  </a:cubicBezTo>
                  <a:cubicBezTo>
                    <a:pt x="3935" y="17369"/>
                    <a:pt x="3735" y="15614"/>
                    <a:pt x="4286" y="13609"/>
                  </a:cubicBezTo>
                  <a:lnTo>
                    <a:pt x="4336" y="13434"/>
                  </a:lnTo>
                  <a:lnTo>
                    <a:pt x="4161" y="13434"/>
                  </a:lnTo>
                  <a:cubicBezTo>
                    <a:pt x="4111" y="13409"/>
                    <a:pt x="301" y="12958"/>
                    <a:pt x="427" y="7920"/>
                  </a:cubicBezTo>
                  <a:cubicBezTo>
                    <a:pt x="477" y="6090"/>
                    <a:pt x="953" y="4737"/>
                    <a:pt x="1855" y="3910"/>
                  </a:cubicBezTo>
                  <a:cubicBezTo>
                    <a:pt x="2682" y="3158"/>
                    <a:pt x="3635" y="3108"/>
                    <a:pt x="3910" y="3108"/>
                  </a:cubicBezTo>
                  <a:lnTo>
                    <a:pt x="4111" y="3108"/>
                  </a:lnTo>
                  <a:lnTo>
                    <a:pt x="4161" y="2983"/>
                  </a:lnTo>
                  <a:cubicBezTo>
                    <a:pt x="4161" y="2959"/>
                    <a:pt x="4697" y="322"/>
                    <a:pt x="6486" y="322"/>
                  </a:cubicBezTo>
                  <a:close/>
                  <a:moveTo>
                    <a:pt x="6392" y="0"/>
                  </a:moveTo>
                  <a:cubicBezTo>
                    <a:pt x="4662" y="75"/>
                    <a:pt x="4011" y="2231"/>
                    <a:pt x="3885" y="2807"/>
                  </a:cubicBezTo>
                  <a:cubicBezTo>
                    <a:pt x="3509" y="2807"/>
                    <a:pt x="2532" y="2882"/>
                    <a:pt x="1655" y="3684"/>
                  </a:cubicBezTo>
                  <a:cubicBezTo>
                    <a:pt x="677" y="4561"/>
                    <a:pt x="176" y="5990"/>
                    <a:pt x="126" y="7920"/>
                  </a:cubicBezTo>
                  <a:cubicBezTo>
                    <a:pt x="1" y="12607"/>
                    <a:pt x="3158" y="13534"/>
                    <a:pt x="3935" y="13709"/>
                  </a:cubicBezTo>
                  <a:cubicBezTo>
                    <a:pt x="3434" y="15714"/>
                    <a:pt x="3635" y="17494"/>
                    <a:pt x="4587" y="19023"/>
                  </a:cubicBezTo>
                  <a:cubicBezTo>
                    <a:pt x="6542" y="22156"/>
                    <a:pt x="10878" y="23058"/>
                    <a:pt x="11103" y="23108"/>
                  </a:cubicBezTo>
                  <a:lnTo>
                    <a:pt x="11229" y="23133"/>
                  </a:lnTo>
                  <a:lnTo>
                    <a:pt x="11279" y="23033"/>
                  </a:lnTo>
                  <a:cubicBezTo>
                    <a:pt x="11329" y="22933"/>
                    <a:pt x="11379" y="22857"/>
                    <a:pt x="11404" y="22757"/>
                  </a:cubicBezTo>
                  <a:cubicBezTo>
                    <a:pt x="16141" y="13359"/>
                    <a:pt x="26492" y="11353"/>
                    <a:pt x="27870" y="11128"/>
                  </a:cubicBezTo>
                  <a:cubicBezTo>
                    <a:pt x="27971" y="11128"/>
                    <a:pt x="28021" y="11103"/>
                    <a:pt x="28021" y="11103"/>
                  </a:cubicBezTo>
                  <a:lnTo>
                    <a:pt x="28171" y="11103"/>
                  </a:lnTo>
                  <a:lnTo>
                    <a:pt x="28171" y="10952"/>
                  </a:lnTo>
                  <a:lnTo>
                    <a:pt x="28171" y="5840"/>
                  </a:lnTo>
                  <a:lnTo>
                    <a:pt x="28171" y="5815"/>
                  </a:lnTo>
                  <a:lnTo>
                    <a:pt x="27996" y="5840"/>
                  </a:lnTo>
                  <a:cubicBezTo>
                    <a:pt x="27524" y="5873"/>
                    <a:pt x="27047" y="5889"/>
                    <a:pt x="26566" y="5889"/>
                  </a:cubicBezTo>
                  <a:cubicBezTo>
                    <a:pt x="23469" y="5889"/>
                    <a:pt x="20216" y="5225"/>
                    <a:pt x="17244" y="4336"/>
                  </a:cubicBezTo>
                  <a:cubicBezTo>
                    <a:pt x="12006" y="2757"/>
                    <a:pt x="7745" y="501"/>
                    <a:pt x="7043" y="125"/>
                  </a:cubicBezTo>
                  <a:cubicBezTo>
                    <a:pt x="6993" y="75"/>
                    <a:pt x="6943" y="50"/>
                    <a:pt x="6943" y="50"/>
                  </a:cubicBezTo>
                  <a:lnTo>
                    <a:pt x="6893" y="50"/>
                  </a:lnTo>
                  <a:cubicBezTo>
                    <a:pt x="6717" y="0"/>
                    <a:pt x="6542" y="0"/>
                    <a:pt x="639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24"/>
            <p:cNvSpPr/>
            <p:nvPr/>
          </p:nvSpPr>
          <p:spPr>
            <a:xfrm>
              <a:off x="1852400" y="2981154"/>
              <a:ext cx="10087" cy="13121"/>
            </a:xfrm>
            <a:custGeom>
              <a:rect b="b" l="l" r="r" t="t"/>
              <a:pathLst>
                <a:path extrusionOk="0" h="718" w="552">
                  <a:moveTo>
                    <a:pt x="381" y="0"/>
                  </a:moveTo>
                  <a:cubicBezTo>
                    <a:pt x="324" y="0"/>
                    <a:pt x="269" y="36"/>
                    <a:pt x="251" y="71"/>
                  </a:cubicBezTo>
                  <a:cubicBezTo>
                    <a:pt x="176" y="222"/>
                    <a:pt x="100" y="347"/>
                    <a:pt x="50" y="497"/>
                  </a:cubicBezTo>
                  <a:cubicBezTo>
                    <a:pt x="0" y="572"/>
                    <a:pt x="25" y="648"/>
                    <a:pt x="100" y="698"/>
                  </a:cubicBezTo>
                  <a:cubicBezTo>
                    <a:pt x="121" y="712"/>
                    <a:pt x="144" y="718"/>
                    <a:pt x="168" y="718"/>
                  </a:cubicBezTo>
                  <a:cubicBezTo>
                    <a:pt x="228" y="718"/>
                    <a:pt x="290" y="677"/>
                    <a:pt x="326" y="623"/>
                  </a:cubicBezTo>
                  <a:cubicBezTo>
                    <a:pt x="401" y="497"/>
                    <a:pt x="451" y="372"/>
                    <a:pt x="527" y="222"/>
                  </a:cubicBezTo>
                  <a:cubicBezTo>
                    <a:pt x="552" y="146"/>
                    <a:pt x="527" y="71"/>
                    <a:pt x="451" y="21"/>
                  </a:cubicBezTo>
                  <a:cubicBezTo>
                    <a:pt x="429" y="6"/>
                    <a:pt x="405" y="0"/>
                    <a:pt x="38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24"/>
            <p:cNvSpPr/>
            <p:nvPr/>
          </p:nvSpPr>
          <p:spPr>
            <a:xfrm>
              <a:off x="1779121" y="3029618"/>
              <a:ext cx="6433" cy="7803"/>
            </a:xfrm>
            <a:custGeom>
              <a:rect b="b" l="l" r="r" t="t"/>
              <a:pathLst>
                <a:path extrusionOk="0" h="427" w="352">
                  <a:moveTo>
                    <a:pt x="176" y="1"/>
                  </a:moveTo>
                  <a:cubicBezTo>
                    <a:pt x="151" y="1"/>
                    <a:pt x="151" y="1"/>
                    <a:pt x="125" y="26"/>
                  </a:cubicBezTo>
                  <a:cubicBezTo>
                    <a:pt x="100" y="26"/>
                    <a:pt x="100" y="51"/>
                    <a:pt x="75" y="76"/>
                  </a:cubicBezTo>
                  <a:cubicBezTo>
                    <a:pt x="75" y="76"/>
                    <a:pt x="50" y="101"/>
                    <a:pt x="50" y="126"/>
                  </a:cubicBezTo>
                  <a:cubicBezTo>
                    <a:pt x="50" y="151"/>
                    <a:pt x="25" y="201"/>
                    <a:pt x="25" y="226"/>
                  </a:cubicBezTo>
                  <a:cubicBezTo>
                    <a:pt x="0" y="251"/>
                    <a:pt x="0" y="276"/>
                    <a:pt x="25" y="327"/>
                  </a:cubicBezTo>
                  <a:cubicBezTo>
                    <a:pt x="25" y="327"/>
                    <a:pt x="25" y="327"/>
                    <a:pt x="25" y="352"/>
                  </a:cubicBezTo>
                  <a:cubicBezTo>
                    <a:pt x="50" y="377"/>
                    <a:pt x="75" y="402"/>
                    <a:pt x="100" y="402"/>
                  </a:cubicBezTo>
                  <a:cubicBezTo>
                    <a:pt x="100" y="402"/>
                    <a:pt x="125" y="427"/>
                    <a:pt x="125" y="427"/>
                  </a:cubicBezTo>
                  <a:lnTo>
                    <a:pt x="201" y="427"/>
                  </a:lnTo>
                  <a:cubicBezTo>
                    <a:pt x="226" y="427"/>
                    <a:pt x="226" y="402"/>
                    <a:pt x="251" y="402"/>
                  </a:cubicBezTo>
                  <a:cubicBezTo>
                    <a:pt x="276" y="377"/>
                    <a:pt x="276" y="377"/>
                    <a:pt x="301" y="352"/>
                  </a:cubicBezTo>
                  <a:cubicBezTo>
                    <a:pt x="301" y="352"/>
                    <a:pt x="326" y="327"/>
                    <a:pt x="326" y="301"/>
                  </a:cubicBezTo>
                  <a:cubicBezTo>
                    <a:pt x="326" y="251"/>
                    <a:pt x="351" y="226"/>
                    <a:pt x="351" y="176"/>
                  </a:cubicBezTo>
                  <a:cubicBezTo>
                    <a:pt x="351" y="151"/>
                    <a:pt x="351" y="126"/>
                    <a:pt x="351" y="101"/>
                  </a:cubicBezTo>
                  <a:cubicBezTo>
                    <a:pt x="351" y="101"/>
                    <a:pt x="351" y="76"/>
                    <a:pt x="326" y="76"/>
                  </a:cubicBezTo>
                  <a:cubicBezTo>
                    <a:pt x="326" y="51"/>
                    <a:pt x="301" y="26"/>
                    <a:pt x="276" y="26"/>
                  </a:cubicBezTo>
                  <a:cubicBezTo>
                    <a:pt x="276" y="1"/>
                    <a:pt x="251"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24"/>
            <p:cNvSpPr/>
            <p:nvPr/>
          </p:nvSpPr>
          <p:spPr>
            <a:xfrm>
              <a:off x="1866289" y="3063005"/>
              <a:ext cx="7529" cy="5720"/>
            </a:xfrm>
            <a:custGeom>
              <a:rect b="b" l="l" r="r" t="t"/>
              <a:pathLst>
                <a:path extrusionOk="0" h="313" w="412">
                  <a:moveTo>
                    <a:pt x="186" y="0"/>
                  </a:moveTo>
                  <a:cubicBezTo>
                    <a:pt x="137" y="0"/>
                    <a:pt x="91" y="23"/>
                    <a:pt x="67" y="78"/>
                  </a:cubicBezTo>
                  <a:cubicBezTo>
                    <a:pt x="0" y="212"/>
                    <a:pt x="101" y="312"/>
                    <a:pt x="205" y="312"/>
                  </a:cubicBezTo>
                  <a:cubicBezTo>
                    <a:pt x="257" y="312"/>
                    <a:pt x="310" y="287"/>
                    <a:pt x="343" y="229"/>
                  </a:cubicBezTo>
                  <a:cubicBezTo>
                    <a:pt x="412" y="109"/>
                    <a:pt x="292" y="0"/>
                    <a:pt x="1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24"/>
            <p:cNvSpPr/>
            <p:nvPr/>
          </p:nvSpPr>
          <p:spPr>
            <a:xfrm>
              <a:off x="1747798" y="3156386"/>
              <a:ext cx="45539" cy="9283"/>
            </a:xfrm>
            <a:custGeom>
              <a:rect b="b" l="l" r="r" t="t"/>
              <a:pathLst>
                <a:path extrusionOk="0" h="508" w="2492">
                  <a:moveTo>
                    <a:pt x="217" y="0"/>
                  </a:moveTo>
                  <a:cubicBezTo>
                    <a:pt x="50" y="0"/>
                    <a:pt x="0" y="261"/>
                    <a:pt x="185" y="307"/>
                  </a:cubicBezTo>
                  <a:cubicBezTo>
                    <a:pt x="613" y="444"/>
                    <a:pt x="1058" y="507"/>
                    <a:pt x="1506" y="507"/>
                  </a:cubicBezTo>
                  <a:cubicBezTo>
                    <a:pt x="1793" y="507"/>
                    <a:pt x="2082" y="481"/>
                    <a:pt x="2366" y="432"/>
                  </a:cubicBezTo>
                  <a:cubicBezTo>
                    <a:pt x="2441" y="407"/>
                    <a:pt x="2491" y="307"/>
                    <a:pt x="2466" y="232"/>
                  </a:cubicBezTo>
                  <a:cubicBezTo>
                    <a:pt x="2447" y="155"/>
                    <a:pt x="2399" y="122"/>
                    <a:pt x="2332" y="122"/>
                  </a:cubicBezTo>
                  <a:cubicBezTo>
                    <a:pt x="2312" y="122"/>
                    <a:pt x="2289" y="126"/>
                    <a:pt x="2266" y="131"/>
                  </a:cubicBezTo>
                  <a:cubicBezTo>
                    <a:pt x="2017" y="177"/>
                    <a:pt x="1769" y="200"/>
                    <a:pt x="1522" y="200"/>
                  </a:cubicBezTo>
                  <a:cubicBezTo>
                    <a:pt x="1096" y="200"/>
                    <a:pt x="673" y="133"/>
                    <a:pt x="261" y="6"/>
                  </a:cubicBezTo>
                  <a:cubicBezTo>
                    <a:pt x="245" y="2"/>
                    <a:pt x="231" y="0"/>
                    <a:pt x="2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24"/>
            <p:cNvSpPr/>
            <p:nvPr/>
          </p:nvSpPr>
          <p:spPr>
            <a:xfrm>
              <a:off x="1818026" y="3148656"/>
              <a:ext cx="7237" cy="5610"/>
            </a:xfrm>
            <a:custGeom>
              <a:rect b="b" l="l" r="r" t="t"/>
              <a:pathLst>
                <a:path extrusionOk="0" h="307" w="396">
                  <a:moveTo>
                    <a:pt x="181" y="0"/>
                  </a:moveTo>
                  <a:cubicBezTo>
                    <a:pt x="132" y="0"/>
                    <a:pt x="83" y="23"/>
                    <a:pt x="52" y="78"/>
                  </a:cubicBezTo>
                  <a:cubicBezTo>
                    <a:pt x="0" y="198"/>
                    <a:pt x="113" y="307"/>
                    <a:pt x="214" y="307"/>
                  </a:cubicBezTo>
                  <a:cubicBezTo>
                    <a:pt x="260" y="307"/>
                    <a:pt x="304" y="284"/>
                    <a:pt x="327" y="229"/>
                  </a:cubicBezTo>
                  <a:cubicBezTo>
                    <a:pt x="396" y="108"/>
                    <a:pt x="288" y="0"/>
                    <a:pt x="18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24"/>
            <p:cNvSpPr/>
            <p:nvPr/>
          </p:nvSpPr>
          <p:spPr>
            <a:xfrm>
              <a:off x="1992545" y="3016332"/>
              <a:ext cx="19261" cy="47202"/>
            </a:xfrm>
            <a:custGeom>
              <a:rect b="b" l="l" r="r" t="t"/>
              <a:pathLst>
                <a:path extrusionOk="0" h="2583" w="1054">
                  <a:moveTo>
                    <a:pt x="577" y="1"/>
                  </a:moveTo>
                  <a:lnTo>
                    <a:pt x="0" y="2582"/>
                  </a:lnTo>
                  <a:cubicBezTo>
                    <a:pt x="452" y="2307"/>
                    <a:pt x="828" y="1881"/>
                    <a:pt x="953" y="1354"/>
                  </a:cubicBezTo>
                  <a:cubicBezTo>
                    <a:pt x="1053" y="878"/>
                    <a:pt x="903" y="352"/>
                    <a:pt x="577"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24"/>
            <p:cNvSpPr/>
            <p:nvPr/>
          </p:nvSpPr>
          <p:spPr>
            <a:xfrm>
              <a:off x="1987136" y="3009936"/>
              <a:ext cx="30609" cy="59940"/>
            </a:xfrm>
            <a:custGeom>
              <a:rect b="b" l="l" r="r" t="t"/>
              <a:pathLst>
                <a:path extrusionOk="0" h="3280" w="1675">
                  <a:moveTo>
                    <a:pt x="912" y="1"/>
                  </a:moveTo>
                  <a:cubicBezTo>
                    <a:pt x="788" y="1"/>
                    <a:pt x="682" y="160"/>
                    <a:pt x="798" y="276"/>
                  </a:cubicBezTo>
                  <a:cubicBezTo>
                    <a:pt x="823" y="301"/>
                    <a:pt x="848" y="326"/>
                    <a:pt x="873" y="351"/>
                  </a:cubicBezTo>
                  <a:cubicBezTo>
                    <a:pt x="1199" y="702"/>
                    <a:pt x="1349" y="1228"/>
                    <a:pt x="1249" y="1704"/>
                  </a:cubicBezTo>
                  <a:cubicBezTo>
                    <a:pt x="1124" y="2231"/>
                    <a:pt x="748" y="2657"/>
                    <a:pt x="296" y="2932"/>
                  </a:cubicBezTo>
                  <a:cubicBezTo>
                    <a:pt x="246" y="2957"/>
                    <a:pt x="196" y="2982"/>
                    <a:pt x="171" y="3008"/>
                  </a:cubicBezTo>
                  <a:cubicBezTo>
                    <a:pt x="1" y="3071"/>
                    <a:pt x="102" y="3280"/>
                    <a:pt x="243" y="3280"/>
                  </a:cubicBezTo>
                  <a:cubicBezTo>
                    <a:pt x="269" y="3280"/>
                    <a:pt x="295" y="3273"/>
                    <a:pt x="322" y="3258"/>
                  </a:cubicBezTo>
                  <a:cubicBezTo>
                    <a:pt x="948" y="2982"/>
                    <a:pt x="1424" y="2406"/>
                    <a:pt x="1550" y="1729"/>
                  </a:cubicBezTo>
                  <a:cubicBezTo>
                    <a:pt x="1675" y="1128"/>
                    <a:pt x="1474" y="476"/>
                    <a:pt x="1023" y="50"/>
                  </a:cubicBezTo>
                  <a:cubicBezTo>
                    <a:pt x="988" y="15"/>
                    <a:pt x="949" y="1"/>
                    <a:pt x="91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24"/>
            <p:cNvSpPr/>
            <p:nvPr/>
          </p:nvSpPr>
          <p:spPr>
            <a:xfrm>
              <a:off x="1974673" y="2958969"/>
              <a:ext cx="7821" cy="13541"/>
            </a:xfrm>
            <a:custGeom>
              <a:rect b="b" l="l" r="r" t="t"/>
              <a:pathLst>
                <a:path extrusionOk="0" h="741" w="428">
                  <a:moveTo>
                    <a:pt x="251" y="1"/>
                  </a:moveTo>
                  <a:cubicBezTo>
                    <a:pt x="176" y="1"/>
                    <a:pt x="122" y="45"/>
                    <a:pt x="101" y="107"/>
                  </a:cubicBezTo>
                  <a:cubicBezTo>
                    <a:pt x="76" y="258"/>
                    <a:pt x="51" y="408"/>
                    <a:pt x="26" y="558"/>
                  </a:cubicBezTo>
                  <a:cubicBezTo>
                    <a:pt x="1" y="634"/>
                    <a:pt x="51" y="709"/>
                    <a:pt x="126" y="734"/>
                  </a:cubicBezTo>
                  <a:cubicBezTo>
                    <a:pt x="144" y="738"/>
                    <a:pt x="160" y="740"/>
                    <a:pt x="176" y="740"/>
                  </a:cubicBezTo>
                  <a:cubicBezTo>
                    <a:pt x="251" y="740"/>
                    <a:pt x="306" y="692"/>
                    <a:pt x="327" y="609"/>
                  </a:cubicBezTo>
                  <a:cubicBezTo>
                    <a:pt x="352" y="483"/>
                    <a:pt x="377" y="333"/>
                    <a:pt x="402" y="182"/>
                  </a:cubicBezTo>
                  <a:cubicBezTo>
                    <a:pt x="427" y="107"/>
                    <a:pt x="377" y="7"/>
                    <a:pt x="302" y="7"/>
                  </a:cubicBezTo>
                  <a:cubicBezTo>
                    <a:pt x="284" y="3"/>
                    <a:pt x="26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24"/>
            <p:cNvSpPr/>
            <p:nvPr/>
          </p:nvSpPr>
          <p:spPr>
            <a:xfrm>
              <a:off x="1982476" y="2961893"/>
              <a:ext cx="11001" cy="17032"/>
            </a:xfrm>
            <a:custGeom>
              <a:rect b="b" l="l" r="r" t="t"/>
              <a:pathLst>
                <a:path extrusionOk="0" h="932" w="602">
                  <a:moveTo>
                    <a:pt x="451" y="0"/>
                  </a:moveTo>
                  <a:cubicBezTo>
                    <a:pt x="404" y="0"/>
                    <a:pt x="353" y="20"/>
                    <a:pt x="326" y="48"/>
                  </a:cubicBezTo>
                  <a:cubicBezTo>
                    <a:pt x="176" y="248"/>
                    <a:pt x="50" y="499"/>
                    <a:pt x="25" y="749"/>
                  </a:cubicBezTo>
                  <a:cubicBezTo>
                    <a:pt x="0" y="850"/>
                    <a:pt x="50" y="925"/>
                    <a:pt x="150" y="925"/>
                  </a:cubicBezTo>
                  <a:cubicBezTo>
                    <a:pt x="164" y="929"/>
                    <a:pt x="178" y="931"/>
                    <a:pt x="192" y="931"/>
                  </a:cubicBezTo>
                  <a:cubicBezTo>
                    <a:pt x="258" y="931"/>
                    <a:pt x="326" y="886"/>
                    <a:pt x="326" y="824"/>
                  </a:cubicBezTo>
                  <a:cubicBezTo>
                    <a:pt x="326" y="749"/>
                    <a:pt x="351" y="699"/>
                    <a:pt x="351" y="649"/>
                  </a:cubicBezTo>
                  <a:cubicBezTo>
                    <a:pt x="376" y="624"/>
                    <a:pt x="376" y="599"/>
                    <a:pt x="376" y="574"/>
                  </a:cubicBezTo>
                  <a:cubicBezTo>
                    <a:pt x="376" y="574"/>
                    <a:pt x="376" y="574"/>
                    <a:pt x="376" y="549"/>
                  </a:cubicBezTo>
                  <a:cubicBezTo>
                    <a:pt x="401" y="549"/>
                    <a:pt x="401" y="524"/>
                    <a:pt x="401" y="524"/>
                  </a:cubicBezTo>
                  <a:cubicBezTo>
                    <a:pt x="426" y="474"/>
                    <a:pt x="451" y="423"/>
                    <a:pt x="476" y="373"/>
                  </a:cubicBezTo>
                  <a:cubicBezTo>
                    <a:pt x="476" y="348"/>
                    <a:pt x="501" y="323"/>
                    <a:pt x="526" y="298"/>
                  </a:cubicBezTo>
                  <a:cubicBezTo>
                    <a:pt x="526" y="298"/>
                    <a:pt x="551" y="273"/>
                    <a:pt x="551" y="273"/>
                  </a:cubicBezTo>
                  <a:cubicBezTo>
                    <a:pt x="602" y="198"/>
                    <a:pt x="602" y="98"/>
                    <a:pt x="551" y="48"/>
                  </a:cubicBezTo>
                  <a:cubicBezTo>
                    <a:pt x="529" y="14"/>
                    <a:pt x="491" y="0"/>
                    <a:pt x="4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24"/>
            <p:cNvSpPr/>
            <p:nvPr/>
          </p:nvSpPr>
          <p:spPr>
            <a:xfrm>
              <a:off x="1931180" y="2784140"/>
              <a:ext cx="7346" cy="15588"/>
            </a:xfrm>
            <a:custGeom>
              <a:rect b="b" l="l" r="r" t="t"/>
              <a:pathLst>
                <a:path extrusionOk="0" h="853" w="402">
                  <a:moveTo>
                    <a:pt x="276" y="0"/>
                  </a:moveTo>
                  <a:cubicBezTo>
                    <a:pt x="226" y="0"/>
                    <a:pt x="175" y="0"/>
                    <a:pt x="150" y="25"/>
                  </a:cubicBezTo>
                  <a:cubicBezTo>
                    <a:pt x="125" y="50"/>
                    <a:pt x="75" y="100"/>
                    <a:pt x="75" y="125"/>
                  </a:cubicBezTo>
                  <a:cubicBezTo>
                    <a:pt x="50" y="301"/>
                    <a:pt x="25" y="476"/>
                    <a:pt x="0" y="677"/>
                  </a:cubicBezTo>
                  <a:cubicBezTo>
                    <a:pt x="0" y="752"/>
                    <a:pt x="50" y="827"/>
                    <a:pt x="125" y="852"/>
                  </a:cubicBezTo>
                  <a:cubicBezTo>
                    <a:pt x="175" y="852"/>
                    <a:pt x="226" y="852"/>
                    <a:pt x="251" y="827"/>
                  </a:cubicBezTo>
                  <a:cubicBezTo>
                    <a:pt x="276" y="802"/>
                    <a:pt x="301" y="777"/>
                    <a:pt x="326" y="727"/>
                  </a:cubicBezTo>
                  <a:cubicBezTo>
                    <a:pt x="351" y="551"/>
                    <a:pt x="376" y="376"/>
                    <a:pt x="376" y="201"/>
                  </a:cubicBezTo>
                  <a:cubicBezTo>
                    <a:pt x="401" y="100"/>
                    <a:pt x="351" y="25"/>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24"/>
            <p:cNvSpPr/>
            <p:nvPr/>
          </p:nvSpPr>
          <p:spPr>
            <a:xfrm>
              <a:off x="1938508" y="2782660"/>
              <a:ext cx="8717" cy="15807"/>
            </a:xfrm>
            <a:custGeom>
              <a:rect b="b" l="l" r="r" t="t"/>
              <a:pathLst>
                <a:path extrusionOk="0" h="865" w="477">
                  <a:moveTo>
                    <a:pt x="296" y="1"/>
                  </a:moveTo>
                  <a:cubicBezTo>
                    <a:pt x="231" y="1"/>
                    <a:pt x="172" y="66"/>
                    <a:pt x="150" y="131"/>
                  </a:cubicBezTo>
                  <a:cubicBezTo>
                    <a:pt x="100" y="307"/>
                    <a:pt x="75" y="507"/>
                    <a:pt x="25" y="683"/>
                  </a:cubicBezTo>
                  <a:cubicBezTo>
                    <a:pt x="0" y="758"/>
                    <a:pt x="75" y="858"/>
                    <a:pt x="150" y="858"/>
                  </a:cubicBezTo>
                  <a:cubicBezTo>
                    <a:pt x="164" y="862"/>
                    <a:pt x="177" y="865"/>
                    <a:pt x="190" y="865"/>
                  </a:cubicBezTo>
                  <a:cubicBezTo>
                    <a:pt x="251" y="865"/>
                    <a:pt x="305" y="820"/>
                    <a:pt x="326" y="758"/>
                  </a:cubicBezTo>
                  <a:cubicBezTo>
                    <a:pt x="376" y="557"/>
                    <a:pt x="401" y="382"/>
                    <a:pt x="451" y="206"/>
                  </a:cubicBezTo>
                  <a:cubicBezTo>
                    <a:pt x="476" y="106"/>
                    <a:pt x="426" y="31"/>
                    <a:pt x="326" y="6"/>
                  </a:cubicBezTo>
                  <a:cubicBezTo>
                    <a:pt x="316" y="3"/>
                    <a:pt x="306"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p24"/>
            <p:cNvSpPr/>
            <p:nvPr/>
          </p:nvSpPr>
          <p:spPr>
            <a:xfrm>
              <a:off x="1815760" y="2833023"/>
              <a:ext cx="37572" cy="24433"/>
            </a:xfrm>
            <a:custGeom>
              <a:rect b="b" l="l" r="r" t="t"/>
              <a:pathLst>
                <a:path extrusionOk="0" h="1337" w="2056">
                  <a:moveTo>
                    <a:pt x="1872" y="0"/>
                  </a:moveTo>
                  <a:cubicBezTo>
                    <a:pt x="1857" y="0"/>
                    <a:pt x="1843" y="2"/>
                    <a:pt x="1830" y="7"/>
                  </a:cubicBezTo>
                  <a:cubicBezTo>
                    <a:pt x="1228" y="282"/>
                    <a:pt x="627" y="633"/>
                    <a:pt x="100" y="1034"/>
                  </a:cubicBezTo>
                  <a:cubicBezTo>
                    <a:pt x="25" y="1084"/>
                    <a:pt x="0" y="1185"/>
                    <a:pt x="50" y="1260"/>
                  </a:cubicBezTo>
                  <a:cubicBezTo>
                    <a:pt x="83" y="1308"/>
                    <a:pt x="136" y="1336"/>
                    <a:pt x="190" y="1336"/>
                  </a:cubicBezTo>
                  <a:cubicBezTo>
                    <a:pt x="219" y="1336"/>
                    <a:pt x="249" y="1328"/>
                    <a:pt x="276" y="1310"/>
                  </a:cubicBezTo>
                  <a:cubicBezTo>
                    <a:pt x="777" y="909"/>
                    <a:pt x="1329" y="583"/>
                    <a:pt x="1930" y="308"/>
                  </a:cubicBezTo>
                  <a:cubicBezTo>
                    <a:pt x="2005" y="282"/>
                    <a:pt x="2055" y="207"/>
                    <a:pt x="2030" y="107"/>
                  </a:cubicBezTo>
                  <a:cubicBezTo>
                    <a:pt x="2010" y="45"/>
                    <a:pt x="1938" y="0"/>
                    <a:pt x="18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24"/>
            <p:cNvSpPr/>
            <p:nvPr/>
          </p:nvSpPr>
          <p:spPr>
            <a:xfrm>
              <a:off x="1567523" y="3272574"/>
              <a:ext cx="586256" cy="353296"/>
            </a:xfrm>
            <a:custGeom>
              <a:rect b="b" l="l" r="r" t="t"/>
              <a:pathLst>
                <a:path extrusionOk="0" h="19333" w="32081">
                  <a:moveTo>
                    <a:pt x="23258" y="830"/>
                  </a:moveTo>
                  <a:cubicBezTo>
                    <a:pt x="23289" y="830"/>
                    <a:pt x="23317" y="841"/>
                    <a:pt x="23334" y="841"/>
                  </a:cubicBezTo>
                  <a:cubicBezTo>
                    <a:pt x="23409" y="891"/>
                    <a:pt x="23434" y="992"/>
                    <a:pt x="23384" y="1067"/>
                  </a:cubicBezTo>
                  <a:cubicBezTo>
                    <a:pt x="23309" y="1242"/>
                    <a:pt x="23233" y="1393"/>
                    <a:pt x="23158" y="1568"/>
                  </a:cubicBezTo>
                  <a:cubicBezTo>
                    <a:pt x="23158" y="1593"/>
                    <a:pt x="23108" y="1618"/>
                    <a:pt x="23058" y="1643"/>
                  </a:cubicBezTo>
                  <a:cubicBezTo>
                    <a:pt x="23033" y="1643"/>
                    <a:pt x="22983" y="1643"/>
                    <a:pt x="22958" y="1618"/>
                  </a:cubicBezTo>
                  <a:cubicBezTo>
                    <a:pt x="22883" y="1568"/>
                    <a:pt x="22857" y="1493"/>
                    <a:pt x="22883" y="1418"/>
                  </a:cubicBezTo>
                  <a:cubicBezTo>
                    <a:pt x="22958" y="1242"/>
                    <a:pt x="23033" y="1067"/>
                    <a:pt x="23108" y="916"/>
                  </a:cubicBezTo>
                  <a:cubicBezTo>
                    <a:pt x="23133" y="866"/>
                    <a:pt x="23183" y="841"/>
                    <a:pt x="23208" y="841"/>
                  </a:cubicBezTo>
                  <a:cubicBezTo>
                    <a:pt x="23225" y="833"/>
                    <a:pt x="23242" y="830"/>
                    <a:pt x="23258" y="830"/>
                  </a:cubicBezTo>
                  <a:close/>
                  <a:moveTo>
                    <a:pt x="23730" y="896"/>
                  </a:moveTo>
                  <a:cubicBezTo>
                    <a:pt x="23751" y="896"/>
                    <a:pt x="23770" y="902"/>
                    <a:pt x="23785" y="916"/>
                  </a:cubicBezTo>
                  <a:cubicBezTo>
                    <a:pt x="23860" y="966"/>
                    <a:pt x="23910" y="1042"/>
                    <a:pt x="23860" y="1117"/>
                  </a:cubicBezTo>
                  <a:cubicBezTo>
                    <a:pt x="23760" y="1292"/>
                    <a:pt x="23685" y="1468"/>
                    <a:pt x="23584" y="1618"/>
                  </a:cubicBezTo>
                  <a:cubicBezTo>
                    <a:pt x="23552" y="1667"/>
                    <a:pt x="23499" y="1694"/>
                    <a:pt x="23445" y="1694"/>
                  </a:cubicBezTo>
                  <a:cubicBezTo>
                    <a:pt x="23415" y="1694"/>
                    <a:pt x="23385" y="1686"/>
                    <a:pt x="23359" y="1668"/>
                  </a:cubicBezTo>
                  <a:cubicBezTo>
                    <a:pt x="23284" y="1643"/>
                    <a:pt x="23258" y="1543"/>
                    <a:pt x="23309" y="1468"/>
                  </a:cubicBezTo>
                  <a:cubicBezTo>
                    <a:pt x="23409" y="1292"/>
                    <a:pt x="23484" y="1142"/>
                    <a:pt x="23584" y="966"/>
                  </a:cubicBezTo>
                  <a:cubicBezTo>
                    <a:pt x="23620" y="931"/>
                    <a:pt x="23680" y="896"/>
                    <a:pt x="23730" y="896"/>
                  </a:cubicBezTo>
                  <a:close/>
                  <a:moveTo>
                    <a:pt x="12256" y="1518"/>
                  </a:moveTo>
                  <a:cubicBezTo>
                    <a:pt x="12331" y="1518"/>
                    <a:pt x="12431" y="1543"/>
                    <a:pt x="12456" y="1643"/>
                  </a:cubicBezTo>
                  <a:cubicBezTo>
                    <a:pt x="12481" y="1718"/>
                    <a:pt x="12431" y="1819"/>
                    <a:pt x="12331" y="1819"/>
                  </a:cubicBezTo>
                  <a:cubicBezTo>
                    <a:pt x="11980" y="1894"/>
                    <a:pt x="11604" y="1994"/>
                    <a:pt x="11278" y="2144"/>
                  </a:cubicBezTo>
                  <a:cubicBezTo>
                    <a:pt x="11252" y="2162"/>
                    <a:pt x="11222" y="2170"/>
                    <a:pt x="11192" y="2170"/>
                  </a:cubicBezTo>
                  <a:cubicBezTo>
                    <a:pt x="11139" y="2170"/>
                    <a:pt x="11085" y="2143"/>
                    <a:pt x="11053" y="2094"/>
                  </a:cubicBezTo>
                  <a:cubicBezTo>
                    <a:pt x="11028" y="2019"/>
                    <a:pt x="11053" y="1919"/>
                    <a:pt x="11128" y="1894"/>
                  </a:cubicBezTo>
                  <a:cubicBezTo>
                    <a:pt x="11479" y="1718"/>
                    <a:pt x="11855" y="1593"/>
                    <a:pt x="12256" y="1518"/>
                  </a:cubicBezTo>
                  <a:close/>
                  <a:moveTo>
                    <a:pt x="18026" y="2040"/>
                  </a:moveTo>
                  <a:cubicBezTo>
                    <a:pt x="18111" y="2040"/>
                    <a:pt x="18171" y="2127"/>
                    <a:pt x="18171" y="2195"/>
                  </a:cubicBezTo>
                  <a:cubicBezTo>
                    <a:pt x="18171" y="2270"/>
                    <a:pt x="18096" y="2345"/>
                    <a:pt x="17995" y="2345"/>
                  </a:cubicBezTo>
                  <a:cubicBezTo>
                    <a:pt x="17369" y="2445"/>
                    <a:pt x="16742" y="2596"/>
                    <a:pt x="16116" y="2821"/>
                  </a:cubicBezTo>
                  <a:cubicBezTo>
                    <a:pt x="16102" y="2826"/>
                    <a:pt x="16089" y="2828"/>
                    <a:pt x="16076" y="2828"/>
                  </a:cubicBezTo>
                  <a:cubicBezTo>
                    <a:pt x="16015" y="2828"/>
                    <a:pt x="15961" y="2783"/>
                    <a:pt x="15940" y="2721"/>
                  </a:cubicBezTo>
                  <a:cubicBezTo>
                    <a:pt x="15915" y="2621"/>
                    <a:pt x="15965" y="2545"/>
                    <a:pt x="16040" y="2520"/>
                  </a:cubicBezTo>
                  <a:cubicBezTo>
                    <a:pt x="16667" y="2295"/>
                    <a:pt x="17344" y="2119"/>
                    <a:pt x="17995" y="2044"/>
                  </a:cubicBezTo>
                  <a:cubicBezTo>
                    <a:pt x="18006" y="2041"/>
                    <a:pt x="18016" y="2040"/>
                    <a:pt x="18026" y="2040"/>
                  </a:cubicBezTo>
                  <a:close/>
                  <a:moveTo>
                    <a:pt x="28251" y="3358"/>
                  </a:moveTo>
                  <a:cubicBezTo>
                    <a:pt x="28377" y="3358"/>
                    <a:pt x="28489" y="3506"/>
                    <a:pt x="28371" y="3623"/>
                  </a:cubicBezTo>
                  <a:cubicBezTo>
                    <a:pt x="28342" y="3658"/>
                    <a:pt x="28308" y="3673"/>
                    <a:pt x="28273" y="3673"/>
                  </a:cubicBezTo>
                  <a:cubicBezTo>
                    <a:pt x="28160" y="3673"/>
                    <a:pt x="28050" y="3513"/>
                    <a:pt x="28146" y="3398"/>
                  </a:cubicBezTo>
                  <a:cubicBezTo>
                    <a:pt x="28179" y="3370"/>
                    <a:pt x="28216" y="3358"/>
                    <a:pt x="28251" y="3358"/>
                  </a:cubicBezTo>
                  <a:close/>
                  <a:moveTo>
                    <a:pt x="27264" y="3672"/>
                  </a:moveTo>
                  <a:cubicBezTo>
                    <a:pt x="27426" y="3672"/>
                    <a:pt x="27511" y="3950"/>
                    <a:pt x="27319" y="3974"/>
                  </a:cubicBezTo>
                  <a:cubicBezTo>
                    <a:pt x="25765" y="4275"/>
                    <a:pt x="24186" y="4575"/>
                    <a:pt x="22632" y="4876"/>
                  </a:cubicBezTo>
                  <a:cubicBezTo>
                    <a:pt x="22617" y="4880"/>
                    <a:pt x="22602" y="4882"/>
                    <a:pt x="22588" y="4882"/>
                  </a:cubicBezTo>
                  <a:cubicBezTo>
                    <a:pt x="22421" y="4882"/>
                    <a:pt x="22372" y="4622"/>
                    <a:pt x="22557" y="4575"/>
                  </a:cubicBezTo>
                  <a:cubicBezTo>
                    <a:pt x="24111" y="4275"/>
                    <a:pt x="25664" y="3974"/>
                    <a:pt x="27243" y="3673"/>
                  </a:cubicBezTo>
                  <a:cubicBezTo>
                    <a:pt x="27250" y="3672"/>
                    <a:pt x="27257" y="3672"/>
                    <a:pt x="27264" y="3672"/>
                  </a:cubicBezTo>
                  <a:close/>
                  <a:moveTo>
                    <a:pt x="22017" y="6200"/>
                  </a:moveTo>
                  <a:cubicBezTo>
                    <a:pt x="22029" y="6200"/>
                    <a:pt x="22042" y="6201"/>
                    <a:pt x="22055" y="6205"/>
                  </a:cubicBezTo>
                  <a:cubicBezTo>
                    <a:pt x="22682" y="6430"/>
                    <a:pt x="23008" y="7257"/>
                    <a:pt x="22682" y="7859"/>
                  </a:cubicBezTo>
                  <a:cubicBezTo>
                    <a:pt x="22650" y="7914"/>
                    <a:pt x="22601" y="7937"/>
                    <a:pt x="22552" y="7937"/>
                  </a:cubicBezTo>
                  <a:cubicBezTo>
                    <a:pt x="22445" y="7937"/>
                    <a:pt x="22338" y="7829"/>
                    <a:pt x="22406" y="7708"/>
                  </a:cubicBezTo>
                  <a:cubicBezTo>
                    <a:pt x="22431" y="7658"/>
                    <a:pt x="22431" y="7608"/>
                    <a:pt x="22456" y="7558"/>
                  </a:cubicBezTo>
                  <a:lnTo>
                    <a:pt x="22080" y="6581"/>
                  </a:lnTo>
                  <a:cubicBezTo>
                    <a:pt x="22055" y="6555"/>
                    <a:pt x="22005" y="6530"/>
                    <a:pt x="21980" y="6505"/>
                  </a:cubicBezTo>
                  <a:cubicBezTo>
                    <a:pt x="21880" y="6480"/>
                    <a:pt x="21830" y="6405"/>
                    <a:pt x="21855" y="6330"/>
                  </a:cubicBezTo>
                  <a:cubicBezTo>
                    <a:pt x="21877" y="6265"/>
                    <a:pt x="21936" y="6200"/>
                    <a:pt x="22017" y="6200"/>
                  </a:cubicBezTo>
                  <a:close/>
                  <a:moveTo>
                    <a:pt x="22267" y="8486"/>
                  </a:moveTo>
                  <a:cubicBezTo>
                    <a:pt x="22391" y="8486"/>
                    <a:pt x="22497" y="8646"/>
                    <a:pt x="22381" y="8761"/>
                  </a:cubicBezTo>
                  <a:cubicBezTo>
                    <a:pt x="22354" y="8789"/>
                    <a:pt x="22321" y="8800"/>
                    <a:pt x="22289" y="8800"/>
                  </a:cubicBezTo>
                  <a:cubicBezTo>
                    <a:pt x="22174" y="8800"/>
                    <a:pt x="22058" y="8653"/>
                    <a:pt x="22156" y="8535"/>
                  </a:cubicBezTo>
                  <a:cubicBezTo>
                    <a:pt x="22191" y="8500"/>
                    <a:pt x="22230" y="8486"/>
                    <a:pt x="22267" y="8486"/>
                  </a:cubicBezTo>
                  <a:close/>
                  <a:moveTo>
                    <a:pt x="7143" y="8134"/>
                  </a:moveTo>
                  <a:cubicBezTo>
                    <a:pt x="7193" y="8159"/>
                    <a:pt x="7218" y="8185"/>
                    <a:pt x="7243" y="8210"/>
                  </a:cubicBezTo>
                  <a:cubicBezTo>
                    <a:pt x="7268" y="8260"/>
                    <a:pt x="7268" y="8285"/>
                    <a:pt x="7268" y="8335"/>
                  </a:cubicBezTo>
                  <a:cubicBezTo>
                    <a:pt x="7193" y="8485"/>
                    <a:pt x="7143" y="8636"/>
                    <a:pt x="7093" y="8786"/>
                  </a:cubicBezTo>
                  <a:cubicBezTo>
                    <a:pt x="7068" y="8836"/>
                    <a:pt x="7068" y="8861"/>
                    <a:pt x="7018" y="8886"/>
                  </a:cubicBezTo>
                  <a:cubicBezTo>
                    <a:pt x="7005" y="8899"/>
                    <a:pt x="6986" y="8905"/>
                    <a:pt x="6964" y="8905"/>
                  </a:cubicBezTo>
                  <a:cubicBezTo>
                    <a:pt x="6943" y="8905"/>
                    <a:pt x="6918" y="8899"/>
                    <a:pt x="6892" y="8886"/>
                  </a:cubicBezTo>
                  <a:cubicBezTo>
                    <a:pt x="6867" y="8886"/>
                    <a:pt x="6817" y="8861"/>
                    <a:pt x="6792" y="8836"/>
                  </a:cubicBezTo>
                  <a:cubicBezTo>
                    <a:pt x="6792" y="8786"/>
                    <a:pt x="6767" y="8736"/>
                    <a:pt x="6792" y="8711"/>
                  </a:cubicBezTo>
                  <a:cubicBezTo>
                    <a:pt x="6842" y="8560"/>
                    <a:pt x="6892" y="8410"/>
                    <a:pt x="6968" y="8260"/>
                  </a:cubicBezTo>
                  <a:cubicBezTo>
                    <a:pt x="6968" y="8210"/>
                    <a:pt x="6993" y="8185"/>
                    <a:pt x="7043" y="8159"/>
                  </a:cubicBezTo>
                  <a:cubicBezTo>
                    <a:pt x="7068" y="8134"/>
                    <a:pt x="7118" y="8134"/>
                    <a:pt x="7143" y="8134"/>
                  </a:cubicBezTo>
                  <a:close/>
                  <a:moveTo>
                    <a:pt x="7472" y="8341"/>
                  </a:moveTo>
                  <a:cubicBezTo>
                    <a:pt x="7494" y="8341"/>
                    <a:pt x="7519" y="8347"/>
                    <a:pt x="7544" y="8360"/>
                  </a:cubicBezTo>
                  <a:cubicBezTo>
                    <a:pt x="7569" y="8385"/>
                    <a:pt x="7594" y="8410"/>
                    <a:pt x="7619" y="8460"/>
                  </a:cubicBezTo>
                  <a:cubicBezTo>
                    <a:pt x="7619" y="8510"/>
                    <a:pt x="7619" y="8535"/>
                    <a:pt x="7594" y="8586"/>
                  </a:cubicBezTo>
                  <a:cubicBezTo>
                    <a:pt x="7544" y="8686"/>
                    <a:pt x="7494" y="8811"/>
                    <a:pt x="7444" y="8936"/>
                  </a:cubicBezTo>
                  <a:cubicBezTo>
                    <a:pt x="7419" y="8961"/>
                    <a:pt x="7394" y="8987"/>
                    <a:pt x="7344" y="9012"/>
                  </a:cubicBezTo>
                  <a:cubicBezTo>
                    <a:pt x="7319" y="9012"/>
                    <a:pt x="7268" y="9012"/>
                    <a:pt x="7243" y="8987"/>
                  </a:cubicBezTo>
                  <a:cubicBezTo>
                    <a:pt x="7193" y="8961"/>
                    <a:pt x="7168" y="8936"/>
                    <a:pt x="7168" y="8886"/>
                  </a:cubicBezTo>
                  <a:cubicBezTo>
                    <a:pt x="7143" y="8861"/>
                    <a:pt x="7143" y="8811"/>
                    <a:pt x="7168" y="8786"/>
                  </a:cubicBezTo>
                  <a:cubicBezTo>
                    <a:pt x="7218" y="8661"/>
                    <a:pt x="7268" y="8535"/>
                    <a:pt x="7319" y="8435"/>
                  </a:cubicBezTo>
                  <a:cubicBezTo>
                    <a:pt x="7344" y="8385"/>
                    <a:pt x="7394" y="8360"/>
                    <a:pt x="7419" y="8360"/>
                  </a:cubicBezTo>
                  <a:cubicBezTo>
                    <a:pt x="7431" y="8347"/>
                    <a:pt x="7450" y="8341"/>
                    <a:pt x="7472" y="8341"/>
                  </a:cubicBezTo>
                  <a:close/>
                  <a:moveTo>
                    <a:pt x="15777" y="9525"/>
                  </a:moveTo>
                  <a:cubicBezTo>
                    <a:pt x="15821" y="9525"/>
                    <a:pt x="15865" y="9538"/>
                    <a:pt x="15890" y="9563"/>
                  </a:cubicBezTo>
                  <a:cubicBezTo>
                    <a:pt x="15940" y="9638"/>
                    <a:pt x="15940" y="9713"/>
                    <a:pt x="15890" y="9789"/>
                  </a:cubicBezTo>
                  <a:cubicBezTo>
                    <a:pt x="15765" y="9939"/>
                    <a:pt x="15639" y="10064"/>
                    <a:pt x="15514" y="10215"/>
                  </a:cubicBezTo>
                  <a:cubicBezTo>
                    <a:pt x="15489" y="10240"/>
                    <a:pt x="15445" y="10252"/>
                    <a:pt x="15401" y="10252"/>
                  </a:cubicBezTo>
                  <a:cubicBezTo>
                    <a:pt x="15357" y="10252"/>
                    <a:pt x="15314" y="10240"/>
                    <a:pt x="15288" y="10215"/>
                  </a:cubicBezTo>
                  <a:cubicBezTo>
                    <a:pt x="15238" y="10139"/>
                    <a:pt x="15238" y="10064"/>
                    <a:pt x="15288" y="9989"/>
                  </a:cubicBezTo>
                  <a:cubicBezTo>
                    <a:pt x="15414" y="9839"/>
                    <a:pt x="15539" y="9713"/>
                    <a:pt x="15664" y="9563"/>
                  </a:cubicBezTo>
                  <a:cubicBezTo>
                    <a:pt x="15689" y="9538"/>
                    <a:pt x="15733" y="9525"/>
                    <a:pt x="15777" y="9525"/>
                  </a:cubicBezTo>
                  <a:close/>
                  <a:moveTo>
                    <a:pt x="16141" y="9933"/>
                  </a:moveTo>
                  <a:cubicBezTo>
                    <a:pt x="16178" y="9933"/>
                    <a:pt x="16216" y="9951"/>
                    <a:pt x="16241" y="9989"/>
                  </a:cubicBezTo>
                  <a:cubicBezTo>
                    <a:pt x="16316" y="10039"/>
                    <a:pt x="16316" y="10139"/>
                    <a:pt x="16241" y="10190"/>
                  </a:cubicBezTo>
                  <a:lnTo>
                    <a:pt x="15940" y="10540"/>
                  </a:lnTo>
                  <a:cubicBezTo>
                    <a:pt x="15915" y="10565"/>
                    <a:pt x="15877" y="10578"/>
                    <a:pt x="15837" y="10578"/>
                  </a:cubicBezTo>
                  <a:cubicBezTo>
                    <a:pt x="15796" y="10578"/>
                    <a:pt x="15752" y="10565"/>
                    <a:pt x="15715" y="10540"/>
                  </a:cubicBezTo>
                  <a:cubicBezTo>
                    <a:pt x="15664" y="10465"/>
                    <a:pt x="15664" y="10365"/>
                    <a:pt x="15715" y="10315"/>
                  </a:cubicBezTo>
                  <a:cubicBezTo>
                    <a:pt x="15815" y="10190"/>
                    <a:pt x="15915" y="10089"/>
                    <a:pt x="16040" y="9989"/>
                  </a:cubicBezTo>
                  <a:cubicBezTo>
                    <a:pt x="16065" y="9951"/>
                    <a:pt x="16103" y="9933"/>
                    <a:pt x="16141" y="9933"/>
                  </a:cubicBezTo>
                  <a:close/>
                  <a:moveTo>
                    <a:pt x="22790" y="10671"/>
                  </a:moveTo>
                  <a:cubicBezTo>
                    <a:pt x="22813" y="10671"/>
                    <a:pt x="22836" y="10677"/>
                    <a:pt x="22857" y="10691"/>
                  </a:cubicBezTo>
                  <a:cubicBezTo>
                    <a:pt x="22933" y="10741"/>
                    <a:pt x="22958" y="10816"/>
                    <a:pt x="22908" y="10916"/>
                  </a:cubicBezTo>
                  <a:cubicBezTo>
                    <a:pt x="22832" y="11042"/>
                    <a:pt x="22782" y="11167"/>
                    <a:pt x="22707" y="11292"/>
                  </a:cubicBezTo>
                  <a:cubicBezTo>
                    <a:pt x="22671" y="11347"/>
                    <a:pt x="22609" y="11388"/>
                    <a:pt x="22549" y="11388"/>
                  </a:cubicBezTo>
                  <a:cubicBezTo>
                    <a:pt x="22525" y="11388"/>
                    <a:pt x="22502" y="11381"/>
                    <a:pt x="22481" y="11367"/>
                  </a:cubicBezTo>
                  <a:cubicBezTo>
                    <a:pt x="22406" y="11317"/>
                    <a:pt x="22381" y="11217"/>
                    <a:pt x="22431" y="11142"/>
                  </a:cubicBezTo>
                  <a:cubicBezTo>
                    <a:pt x="22507" y="11017"/>
                    <a:pt x="22557" y="10891"/>
                    <a:pt x="22632" y="10766"/>
                  </a:cubicBezTo>
                  <a:cubicBezTo>
                    <a:pt x="22668" y="10712"/>
                    <a:pt x="22730" y="10671"/>
                    <a:pt x="22790" y="10671"/>
                  </a:cubicBezTo>
                  <a:close/>
                  <a:moveTo>
                    <a:pt x="11344" y="11248"/>
                  </a:moveTo>
                  <a:cubicBezTo>
                    <a:pt x="11354" y="11248"/>
                    <a:pt x="11366" y="11255"/>
                    <a:pt x="11379" y="11267"/>
                  </a:cubicBezTo>
                  <a:lnTo>
                    <a:pt x="11429" y="11267"/>
                  </a:lnTo>
                  <a:cubicBezTo>
                    <a:pt x="11454" y="11292"/>
                    <a:pt x="11454" y="11292"/>
                    <a:pt x="11479" y="11292"/>
                  </a:cubicBezTo>
                  <a:cubicBezTo>
                    <a:pt x="11479" y="11317"/>
                    <a:pt x="11504" y="11342"/>
                    <a:pt x="11504" y="11367"/>
                  </a:cubicBezTo>
                  <a:cubicBezTo>
                    <a:pt x="11504" y="11393"/>
                    <a:pt x="11504" y="11393"/>
                    <a:pt x="11504" y="11418"/>
                  </a:cubicBezTo>
                  <a:cubicBezTo>
                    <a:pt x="11504" y="11443"/>
                    <a:pt x="11504" y="11468"/>
                    <a:pt x="11504" y="11493"/>
                  </a:cubicBezTo>
                  <a:lnTo>
                    <a:pt x="11429" y="11593"/>
                  </a:lnTo>
                  <a:cubicBezTo>
                    <a:pt x="11429" y="11593"/>
                    <a:pt x="11404" y="11618"/>
                    <a:pt x="11379" y="11618"/>
                  </a:cubicBezTo>
                  <a:cubicBezTo>
                    <a:pt x="11379" y="11643"/>
                    <a:pt x="11354" y="11643"/>
                    <a:pt x="11329" y="11668"/>
                  </a:cubicBezTo>
                  <a:lnTo>
                    <a:pt x="11278" y="11668"/>
                  </a:lnTo>
                  <a:cubicBezTo>
                    <a:pt x="11253" y="11668"/>
                    <a:pt x="11228" y="11643"/>
                    <a:pt x="11228" y="11643"/>
                  </a:cubicBezTo>
                  <a:cubicBezTo>
                    <a:pt x="11203" y="11643"/>
                    <a:pt x="11203" y="11618"/>
                    <a:pt x="11178" y="11618"/>
                  </a:cubicBezTo>
                  <a:cubicBezTo>
                    <a:pt x="11153" y="11593"/>
                    <a:pt x="11153" y="11568"/>
                    <a:pt x="11153" y="11543"/>
                  </a:cubicBezTo>
                  <a:cubicBezTo>
                    <a:pt x="11153" y="11543"/>
                    <a:pt x="11128" y="11518"/>
                    <a:pt x="11128" y="11518"/>
                  </a:cubicBezTo>
                  <a:cubicBezTo>
                    <a:pt x="11128" y="11493"/>
                    <a:pt x="11153" y="11468"/>
                    <a:pt x="11153" y="11443"/>
                  </a:cubicBezTo>
                  <a:cubicBezTo>
                    <a:pt x="11178" y="11393"/>
                    <a:pt x="11203" y="11367"/>
                    <a:pt x="11228" y="11342"/>
                  </a:cubicBezTo>
                  <a:cubicBezTo>
                    <a:pt x="11228" y="11317"/>
                    <a:pt x="11253" y="11292"/>
                    <a:pt x="11253" y="11292"/>
                  </a:cubicBezTo>
                  <a:cubicBezTo>
                    <a:pt x="11278" y="11267"/>
                    <a:pt x="11303" y="11267"/>
                    <a:pt x="11329" y="11267"/>
                  </a:cubicBezTo>
                  <a:cubicBezTo>
                    <a:pt x="11329" y="11255"/>
                    <a:pt x="11335" y="11248"/>
                    <a:pt x="11344" y="11248"/>
                  </a:cubicBezTo>
                  <a:close/>
                  <a:moveTo>
                    <a:pt x="23319" y="11016"/>
                  </a:moveTo>
                  <a:cubicBezTo>
                    <a:pt x="23373" y="11016"/>
                    <a:pt x="23427" y="11043"/>
                    <a:pt x="23459" y="11092"/>
                  </a:cubicBezTo>
                  <a:cubicBezTo>
                    <a:pt x="23484" y="11167"/>
                    <a:pt x="23459" y="11242"/>
                    <a:pt x="23384" y="11292"/>
                  </a:cubicBezTo>
                  <a:cubicBezTo>
                    <a:pt x="23384" y="11317"/>
                    <a:pt x="23359" y="11317"/>
                    <a:pt x="23359" y="11342"/>
                  </a:cubicBezTo>
                  <a:lnTo>
                    <a:pt x="23334" y="11342"/>
                  </a:lnTo>
                  <a:cubicBezTo>
                    <a:pt x="23309" y="11342"/>
                    <a:pt x="23309" y="11367"/>
                    <a:pt x="23284" y="11393"/>
                  </a:cubicBezTo>
                  <a:cubicBezTo>
                    <a:pt x="23233" y="11418"/>
                    <a:pt x="23208" y="11468"/>
                    <a:pt x="23158" y="11518"/>
                  </a:cubicBezTo>
                  <a:cubicBezTo>
                    <a:pt x="23158" y="11518"/>
                    <a:pt x="23158" y="11518"/>
                    <a:pt x="23133" y="11543"/>
                  </a:cubicBezTo>
                  <a:cubicBezTo>
                    <a:pt x="23108" y="11568"/>
                    <a:pt x="23108" y="11593"/>
                    <a:pt x="23083" y="11618"/>
                  </a:cubicBezTo>
                  <a:cubicBezTo>
                    <a:pt x="23058" y="11668"/>
                    <a:pt x="23033" y="11718"/>
                    <a:pt x="23008" y="11769"/>
                  </a:cubicBezTo>
                  <a:cubicBezTo>
                    <a:pt x="22992" y="11817"/>
                    <a:pt x="22934" y="11845"/>
                    <a:pt x="22881" y="11845"/>
                  </a:cubicBezTo>
                  <a:cubicBezTo>
                    <a:pt x="22852" y="11845"/>
                    <a:pt x="22825" y="11836"/>
                    <a:pt x="22807" y="11819"/>
                  </a:cubicBezTo>
                  <a:cubicBezTo>
                    <a:pt x="22707" y="11769"/>
                    <a:pt x="22707" y="11693"/>
                    <a:pt x="22732" y="11618"/>
                  </a:cubicBezTo>
                  <a:cubicBezTo>
                    <a:pt x="22832" y="11367"/>
                    <a:pt x="23008" y="11167"/>
                    <a:pt x="23233" y="11042"/>
                  </a:cubicBezTo>
                  <a:cubicBezTo>
                    <a:pt x="23260" y="11024"/>
                    <a:pt x="23290" y="11016"/>
                    <a:pt x="23319" y="11016"/>
                  </a:cubicBezTo>
                  <a:close/>
                  <a:moveTo>
                    <a:pt x="15376" y="14400"/>
                  </a:moveTo>
                  <a:cubicBezTo>
                    <a:pt x="15499" y="14400"/>
                    <a:pt x="15604" y="14555"/>
                    <a:pt x="15489" y="14651"/>
                  </a:cubicBezTo>
                  <a:cubicBezTo>
                    <a:pt x="15460" y="14686"/>
                    <a:pt x="15425" y="14701"/>
                    <a:pt x="15390" y="14701"/>
                  </a:cubicBezTo>
                  <a:cubicBezTo>
                    <a:pt x="15277" y="14701"/>
                    <a:pt x="15168" y="14546"/>
                    <a:pt x="15263" y="14450"/>
                  </a:cubicBezTo>
                  <a:cubicBezTo>
                    <a:pt x="15299" y="14415"/>
                    <a:pt x="15338" y="14400"/>
                    <a:pt x="15376" y="14400"/>
                  </a:cubicBezTo>
                  <a:close/>
                  <a:moveTo>
                    <a:pt x="23235" y="13745"/>
                  </a:moveTo>
                  <a:cubicBezTo>
                    <a:pt x="23281" y="13745"/>
                    <a:pt x="23327" y="13768"/>
                    <a:pt x="23359" y="13824"/>
                  </a:cubicBezTo>
                  <a:cubicBezTo>
                    <a:pt x="23685" y="14350"/>
                    <a:pt x="23685" y="15027"/>
                    <a:pt x="23409" y="15578"/>
                  </a:cubicBezTo>
                  <a:cubicBezTo>
                    <a:pt x="23083" y="16205"/>
                    <a:pt x="22456" y="16606"/>
                    <a:pt x="21780" y="16706"/>
                  </a:cubicBezTo>
                  <a:cubicBezTo>
                    <a:pt x="21772" y="16707"/>
                    <a:pt x="21764" y="16707"/>
                    <a:pt x="21756" y="16707"/>
                  </a:cubicBezTo>
                  <a:cubicBezTo>
                    <a:pt x="21574" y="16707"/>
                    <a:pt x="21512" y="16429"/>
                    <a:pt x="21705" y="16405"/>
                  </a:cubicBezTo>
                  <a:cubicBezTo>
                    <a:pt x="21755" y="16380"/>
                    <a:pt x="21805" y="16380"/>
                    <a:pt x="21830" y="16380"/>
                  </a:cubicBezTo>
                  <a:lnTo>
                    <a:pt x="23133" y="14049"/>
                  </a:lnTo>
                  <a:cubicBezTo>
                    <a:pt x="23133" y="14024"/>
                    <a:pt x="23108" y="13999"/>
                    <a:pt x="23108" y="13974"/>
                  </a:cubicBezTo>
                  <a:cubicBezTo>
                    <a:pt x="23039" y="13854"/>
                    <a:pt x="23135" y="13745"/>
                    <a:pt x="23235" y="13745"/>
                  </a:cubicBezTo>
                  <a:close/>
                  <a:moveTo>
                    <a:pt x="11491" y="18110"/>
                  </a:moveTo>
                  <a:cubicBezTo>
                    <a:pt x="11614" y="18110"/>
                    <a:pt x="11719" y="18264"/>
                    <a:pt x="11604" y="18360"/>
                  </a:cubicBezTo>
                  <a:cubicBezTo>
                    <a:pt x="11573" y="18398"/>
                    <a:pt x="11535" y="18413"/>
                    <a:pt x="11499" y="18413"/>
                  </a:cubicBezTo>
                  <a:cubicBezTo>
                    <a:pt x="11388" y="18413"/>
                    <a:pt x="11285" y="18272"/>
                    <a:pt x="11379" y="18160"/>
                  </a:cubicBezTo>
                  <a:cubicBezTo>
                    <a:pt x="11414" y="18124"/>
                    <a:pt x="11454" y="18110"/>
                    <a:pt x="11491" y="18110"/>
                  </a:cubicBezTo>
                  <a:close/>
                  <a:moveTo>
                    <a:pt x="7719" y="17386"/>
                  </a:moveTo>
                  <a:cubicBezTo>
                    <a:pt x="7743" y="17386"/>
                    <a:pt x="7768" y="17393"/>
                    <a:pt x="7795" y="17408"/>
                  </a:cubicBezTo>
                  <a:cubicBezTo>
                    <a:pt x="8371" y="17809"/>
                    <a:pt x="9023" y="18034"/>
                    <a:pt x="9699" y="18134"/>
                  </a:cubicBezTo>
                  <a:cubicBezTo>
                    <a:pt x="9775" y="18134"/>
                    <a:pt x="9850" y="18185"/>
                    <a:pt x="9850" y="18285"/>
                  </a:cubicBezTo>
                  <a:cubicBezTo>
                    <a:pt x="9850" y="18360"/>
                    <a:pt x="9775" y="18435"/>
                    <a:pt x="9699" y="18435"/>
                  </a:cubicBezTo>
                  <a:cubicBezTo>
                    <a:pt x="8973" y="18360"/>
                    <a:pt x="8246" y="18109"/>
                    <a:pt x="7644" y="17683"/>
                  </a:cubicBezTo>
                  <a:cubicBezTo>
                    <a:pt x="7495" y="17598"/>
                    <a:pt x="7582" y="17386"/>
                    <a:pt x="7719" y="17386"/>
                  </a:cubicBezTo>
                  <a:close/>
                  <a:moveTo>
                    <a:pt x="12351" y="1"/>
                  </a:moveTo>
                  <a:cubicBezTo>
                    <a:pt x="11726" y="1"/>
                    <a:pt x="11089" y="202"/>
                    <a:pt x="10501" y="415"/>
                  </a:cubicBezTo>
                  <a:cubicBezTo>
                    <a:pt x="8597" y="1092"/>
                    <a:pt x="6842" y="2169"/>
                    <a:pt x="5364" y="3548"/>
                  </a:cubicBezTo>
                  <a:cubicBezTo>
                    <a:pt x="4988" y="3874"/>
                    <a:pt x="4637" y="4225"/>
                    <a:pt x="4311" y="4601"/>
                  </a:cubicBezTo>
                  <a:cubicBezTo>
                    <a:pt x="4186" y="4751"/>
                    <a:pt x="4060" y="5002"/>
                    <a:pt x="3885" y="5077"/>
                  </a:cubicBezTo>
                  <a:cubicBezTo>
                    <a:pt x="3810" y="5127"/>
                    <a:pt x="3659" y="5127"/>
                    <a:pt x="3584" y="5127"/>
                  </a:cubicBezTo>
                  <a:cubicBezTo>
                    <a:pt x="3434" y="5127"/>
                    <a:pt x="3283" y="5152"/>
                    <a:pt x="3133" y="5152"/>
                  </a:cubicBezTo>
                  <a:cubicBezTo>
                    <a:pt x="2105" y="5227"/>
                    <a:pt x="1053" y="5302"/>
                    <a:pt x="0" y="5352"/>
                  </a:cubicBezTo>
                  <a:lnTo>
                    <a:pt x="3033" y="16781"/>
                  </a:lnTo>
                  <a:cubicBezTo>
                    <a:pt x="3233" y="16731"/>
                    <a:pt x="3459" y="16706"/>
                    <a:pt x="3659" y="16656"/>
                  </a:cubicBezTo>
                  <a:cubicBezTo>
                    <a:pt x="3860" y="16631"/>
                    <a:pt x="4035" y="16581"/>
                    <a:pt x="4236" y="16530"/>
                  </a:cubicBezTo>
                  <a:cubicBezTo>
                    <a:pt x="4357" y="16510"/>
                    <a:pt x="4510" y="16441"/>
                    <a:pt x="4644" y="16441"/>
                  </a:cubicBezTo>
                  <a:cubicBezTo>
                    <a:pt x="4676" y="16441"/>
                    <a:pt x="4708" y="16445"/>
                    <a:pt x="4737" y="16455"/>
                  </a:cubicBezTo>
                  <a:cubicBezTo>
                    <a:pt x="4862" y="16480"/>
                    <a:pt x="4988" y="16656"/>
                    <a:pt x="5088" y="16756"/>
                  </a:cubicBezTo>
                  <a:cubicBezTo>
                    <a:pt x="5213" y="16881"/>
                    <a:pt x="5339" y="17007"/>
                    <a:pt x="5464" y="17132"/>
                  </a:cubicBezTo>
                  <a:cubicBezTo>
                    <a:pt x="5890" y="17533"/>
                    <a:pt x="6291" y="17934"/>
                    <a:pt x="6792" y="18210"/>
                  </a:cubicBezTo>
                  <a:cubicBezTo>
                    <a:pt x="7344" y="18561"/>
                    <a:pt x="7995" y="18786"/>
                    <a:pt x="8622" y="18962"/>
                  </a:cubicBezTo>
                  <a:cubicBezTo>
                    <a:pt x="9678" y="19230"/>
                    <a:pt x="10760" y="19332"/>
                    <a:pt x="11840" y="19332"/>
                  </a:cubicBezTo>
                  <a:cubicBezTo>
                    <a:pt x="12272" y="19332"/>
                    <a:pt x="12703" y="19316"/>
                    <a:pt x="13133" y="19287"/>
                  </a:cubicBezTo>
                  <a:cubicBezTo>
                    <a:pt x="14687" y="19187"/>
                    <a:pt x="16216" y="18987"/>
                    <a:pt x="17720" y="18636"/>
                  </a:cubicBezTo>
                  <a:cubicBezTo>
                    <a:pt x="19223" y="18285"/>
                    <a:pt x="20702" y="17809"/>
                    <a:pt x="22080" y="17132"/>
                  </a:cubicBezTo>
                  <a:cubicBezTo>
                    <a:pt x="22807" y="16781"/>
                    <a:pt x="23559" y="16305"/>
                    <a:pt x="23935" y="15578"/>
                  </a:cubicBezTo>
                  <a:cubicBezTo>
                    <a:pt x="24236" y="15027"/>
                    <a:pt x="24211" y="14325"/>
                    <a:pt x="23860" y="13799"/>
                  </a:cubicBezTo>
                  <a:cubicBezTo>
                    <a:pt x="23710" y="13598"/>
                    <a:pt x="23509" y="13448"/>
                    <a:pt x="23258" y="13373"/>
                  </a:cubicBezTo>
                  <a:cubicBezTo>
                    <a:pt x="22406" y="13648"/>
                    <a:pt x="21529" y="13949"/>
                    <a:pt x="20652" y="14250"/>
                  </a:cubicBezTo>
                  <a:cubicBezTo>
                    <a:pt x="20639" y="14254"/>
                    <a:pt x="20626" y="14255"/>
                    <a:pt x="20614" y="14255"/>
                  </a:cubicBezTo>
                  <a:cubicBezTo>
                    <a:pt x="20466" y="14255"/>
                    <a:pt x="20415" y="13995"/>
                    <a:pt x="20577" y="13949"/>
                  </a:cubicBezTo>
                  <a:cubicBezTo>
                    <a:pt x="21429" y="13648"/>
                    <a:pt x="22256" y="13373"/>
                    <a:pt x="23108" y="13097"/>
                  </a:cubicBezTo>
                  <a:cubicBezTo>
                    <a:pt x="23108" y="13072"/>
                    <a:pt x="23133" y="13047"/>
                    <a:pt x="23158" y="13047"/>
                  </a:cubicBezTo>
                  <a:cubicBezTo>
                    <a:pt x="23910" y="12746"/>
                    <a:pt x="24411" y="11969"/>
                    <a:pt x="24386" y="11167"/>
                  </a:cubicBezTo>
                  <a:cubicBezTo>
                    <a:pt x="24336" y="10365"/>
                    <a:pt x="23735" y="9638"/>
                    <a:pt x="22958" y="9413"/>
                  </a:cubicBezTo>
                  <a:cubicBezTo>
                    <a:pt x="22181" y="9588"/>
                    <a:pt x="21379" y="9738"/>
                    <a:pt x="20602" y="9889"/>
                  </a:cubicBezTo>
                  <a:cubicBezTo>
                    <a:pt x="20586" y="9893"/>
                    <a:pt x="20572" y="9894"/>
                    <a:pt x="20558" y="9894"/>
                  </a:cubicBezTo>
                  <a:cubicBezTo>
                    <a:pt x="20391" y="9894"/>
                    <a:pt x="20341" y="9634"/>
                    <a:pt x="20527" y="9588"/>
                  </a:cubicBezTo>
                  <a:cubicBezTo>
                    <a:pt x="21304" y="9438"/>
                    <a:pt x="22106" y="9287"/>
                    <a:pt x="22883" y="9112"/>
                  </a:cubicBezTo>
                  <a:cubicBezTo>
                    <a:pt x="23359" y="8611"/>
                    <a:pt x="23559" y="7909"/>
                    <a:pt x="23384" y="7232"/>
                  </a:cubicBezTo>
                  <a:cubicBezTo>
                    <a:pt x="23208" y="6530"/>
                    <a:pt x="22607" y="5954"/>
                    <a:pt x="21905" y="5778"/>
                  </a:cubicBezTo>
                  <a:cubicBezTo>
                    <a:pt x="21880" y="5804"/>
                    <a:pt x="21855" y="5804"/>
                    <a:pt x="21855" y="5804"/>
                  </a:cubicBezTo>
                  <a:cubicBezTo>
                    <a:pt x="21203" y="5929"/>
                    <a:pt x="20552" y="6079"/>
                    <a:pt x="19900" y="6205"/>
                  </a:cubicBezTo>
                  <a:cubicBezTo>
                    <a:pt x="19885" y="6208"/>
                    <a:pt x="19870" y="6210"/>
                    <a:pt x="19856" y="6210"/>
                  </a:cubicBezTo>
                  <a:cubicBezTo>
                    <a:pt x="19686" y="6210"/>
                    <a:pt x="19615" y="5950"/>
                    <a:pt x="19800" y="5904"/>
                  </a:cubicBezTo>
                  <a:cubicBezTo>
                    <a:pt x="20451" y="5778"/>
                    <a:pt x="21103" y="5628"/>
                    <a:pt x="21755" y="5503"/>
                  </a:cubicBezTo>
                  <a:cubicBezTo>
                    <a:pt x="21805" y="5503"/>
                    <a:pt x="21830" y="5503"/>
                    <a:pt x="21855" y="5528"/>
                  </a:cubicBezTo>
                  <a:cubicBezTo>
                    <a:pt x="21880" y="5503"/>
                    <a:pt x="21880" y="5503"/>
                    <a:pt x="21905" y="5478"/>
                  </a:cubicBezTo>
                  <a:cubicBezTo>
                    <a:pt x="22456" y="5327"/>
                    <a:pt x="23058" y="5227"/>
                    <a:pt x="23634" y="5152"/>
                  </a:cubicBezTo>
                  <a:cubicBezTo>
                    <a:pt x="24411" y="5027"/>
                    <a:pt x="25188" y="4926"/>
                    <a:pt x="25965" y="4826"/>
                  </a:cubicBezTo>
                  <a:cubicBezTo>
                    <a:pt x="26617" y="4726"/>
                    <a:pt x="27268" y="4651"/>
                    <a:pt x="27920" y="4575"/>
                  </a:cubicBezTo>
                  <a:cubicBezTo>
                    <a:pt x="28747" y="4450"/>
                    <a:pt x="29624" y="4325"/>
                    <a:pt x="30376" y="3974"/>
                  </a:cubicBezTo>
                  <a:cubicBezTo>
                    <a:pt x="31228" y="3598"/>
                    <a:pt x="32081" y="2721"/>
                    <a:pt x="31880" y="1693"/>
                  </a:cubicBezTo>
                  <a:cubicBezTo>
                    <a:pt x="31654" y="515"/>
                    <a:pt x="30351" y="89"/>
                    <a:pt x="29324" y="39"/>
                  </a:cubicBezTo>
                  <a:cubicBezTo>
                    <a:pt x="29074" y="23"/>
                    <a:pt x="28824" y="16"/>
                    <a:pt x="28573" y="16"/>
                  </a:cubicBezTo>
                  <a:cubicBezTo>
                    <a:pt x="27671" y="16"/>
                    <a:pt x="26768" y="106"/>
                    <a:pt x="25865" y="164"/>
                  </a:cubicBezTo>
                  <a:cubicBezTo>
                    <a:pt x="24687" y="240"/>
                    <a:pt x="23509" y="365"/>
                    <a:pt x="22331" y="515"/>
                  </a:cubicBezTo>
                  <a:cubicBezTo>
                    <a:pt x="19674" y="841"/>
                    <a:pt x="17043" y="1367"/>
                    <a:pt x="14436" y="2019"/>
                  </a:cubicBezTo>
                  <a:cubicBezTo>
                    <a:pt x="13058" y="2370"/>
                    <a:pt x="11679" y="2671"/>
                    <a:pt x="10276" y="3022"/>
                  </a:cubicBezTo>
                  <a:cubicBezTo>
                    <a:pt x="10263" y="3025"/>
                    <a:pt x="10250" y="3027"/>
                    <a:pt x="10237" y="3027"/>
                  </a:cubicBezTo>
                  <a:cubicBezTo>
                    <a:pt x="10087" y="3027"/>
                    <a:pt x="10016" y="2767"/>
                    <a:pt x="10201" y="2721"/>
                  </a:cubicBezTo>
                  <a:cubicBezTo>
                    <a:pt x="11554" y="2370"/>
                    <a:pt x="12908" y="2094"/>
                    <a:pt x="14261" y="1743"/>
                  </a:cubicBezTo>
                  <a:cubicBezTo>
                    <a:pt x="14386" y="1017"/>
                    <a:pt x="13785" y="315"/>
                    <a:pt x="13108" y="114"/>
                  </a:cubicBezTo>
                  <a:cubicBezTo>
                    <a:pt x="12861" y="34"/>
                    <a:pt x="12607" y="1"/>
                    <a:pt x="12351"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24"/>
            <p:cNvSpPr/>
            <p:nvPr/>
          </p:nvSpPr>
          <p:spPr>
            <a:xfrm>
              <a:off x="1566134" y="3266890"/>
              <a:ext cx="594516" cy="364553"/>
            </a:xfrm>
            <a:custGeom>
              <a:rect b="b" l="l" r="r" t="t"/>
              <a:pathLst>
                <a:path extrusionOk="0" h="19949" w="32533">
                  <a:moveTo>
                    <a:pt x="12474" y="0"/>
                  </a:moveTo>
                  <a:cubicBezTo>
                    <a:pt x="11910" y="0"/>
                    <a:pt x="11329" y="145"/>
                    <a:pt x="10803" y="325"/>
                  </a:cubicBezTo>
                  <a:cubicBezTo>
                    <a:pt x="8873" y="952"/>
                    <a:pt x="7069" y="2004"/>
                    <a:pt x="5540" y="3358"/>
                  </a:cubicBezTo>
                  <a:cubicBezTo>
                    <a:pt x="5139" y="3683"/>
                    <a:pt x="4763" y="4059"/>
                    <a:pt x="4412" y="4435"/>
                  </a:cubicBezTo>
                  <a:cubicBezTo>
                    <a:pt x="4237" y="4636"/>
                    <a:pt x="4061" y="4836"/>
                    <a:pt x="3886" y="5012"/>
                  </a:cubicBezTo>
                  <a:cubicBezTo>
                    <a:pt x="3710" y="5187"/>
                    <a:pt x="3359" y="5137"/>
                    <a:pt x="3109" y="5162"/>
                  </a:cubicBezTo>
                  <a:cubicBezTo>
                    <a:pt x="2081" y="5237"/>
                    <a:pt x="1029" y="5287"/>
                    <a:pt x="1" y="5363"/>
                  </a:cubicBezTo>
                  <a:lnTo>
                    <a:pt x="76" y="5663"/>
                  </a:lnTo>
                  <a:cubicBezTo>
                    <a:pt x="1129" y="5613"/>
                    <a:pt x="2181" y="5538"/>
                    <a:pt x="3209" y="5463"/>
                  </a:cubicBezTo>
                  <a:cubicBezTo>
                    <a:pt x="3359" y="5463"/>
                    <a:pt x="3510" y="5438"/>
                    <a:pt x="3660" y="5438"/>
                  </a:cubicBezTo>
                  <a:cubicBezTo>
                    <a:pt x="3735" y="5438"/>
                    <a:pt x="3886" y="5438"/>
                    <a:pt x="3961" y="5388"/>
                  </a:cubicBezTo>
                  <a:cubicBezTo>
                    <a:pt x="4136" y="5313"/>
                    <a:pt x="4262" y="5062"/>
                    <a:pt x="4387" y="4912"/>
                  </a:cubicBezTo>
                  <a:cubicBezTo>
                    <a:pt x="4713" y="4536"/>
                    <a:pt x="5064" y="4185"/>
                    <a:pt x="5440" y="3859"/>
                  </a:cubicBezTo>
                  <a:cubicBezTo>
                    <a:pt x="6918" y="2480"/>
                    <a:pt x="8673" y="1403"/>
                    <a:pt x="10577" y="726"/>
                  </a:cubicBezTo>
                  <a:cubicBezTo>
                    <a:pt x="11165" y="513"/>
                    <a:pt x="11802" y="312"/>
                    <a:pt x="12427" y="312"/>
                  </a:cubicBezTo>
                  <a:cubicBezTo>
                    <a:pt x="12683" y="312"/>
                    <a:pt x="12937" y="345"/>
                    <a:pt x="13184" y="425"/>
                  </a:cubicBezTo>
                  <a:cubicBezTo>
                    <a:pt x="13861" y="626"/>
                    <a:pt x="14462" y="1328"/>
                    <a:pt x="14337" y="2054"/>
                  </a:cubicBezTo>
                  <a:cubicBezTo>
                    <a:pt x="14362" y="2054"/>
                    <a:pt x="14412" y="2029"/>
                    <a:pt x="14437" y="2029"/>
                  </a:cubicBezTo>
                  <a:cubicBezTo>
                    <a:pt x="14452" y="2025"/>
                    <a:pt x="14467" y="2024"/>
                    <a:pt x="14481" y="2024"/>
                  </a:cubicBezTo>
                  <a:cubicBezTo>
                    <a:pt x="14648" y="2024"/>
                    <a:pt x="14698" y="2284"/>
                    <a:pt x="14512" y="2330"/>
                  </a:cubicBezTo>
                  <a:cubicBezTo>
                    <a:pt x="17119" y="1678"/>
                    <a:pt x="19750" y="1152"/>
                    <a:pt x="22407" y="826"/>
                  </a:cubicBezTo>
                  <a:cubicBezTo>
                    <a:pt x="23585" y="676"/>
                    <a:pt x="24763" y="551"/>
                    <a:pt x="25941" y="475"/>
                  </a:cubicBezTo>
                  <a:cubicBezTo>
                    <a:pt x="26844" y="417"/>
                    <a:pt x="27747" y="327"/>
                    <a:pt x="28649" y="327"/>
                  </a:cubicBezTo>
                  <a:cubicBezTo>
                    <a:pt x="28900" y="327"/>
                    <a:pt x="29150" y="334"/>
                    <a:pt x="29400" y="350"/>
                  </a:cubicBezTo>
                  <a:cubicBezTo>
                    <a:pt x="30427" y="400"/>
                    <a:pt x="31730" y="826"/>
                    <a:pt x="31956" y="2004"/>
                  </a:cubicBezTo>
                  <a:cubicBezTo>
                    <a:pt x="32157" y="3032"/>
                    <a:pt x="31304" y="3909"/>
                    <a:pt x="30452" y="4285"/>
                  </a:cubicBezTo>
                  <a:cubicBezTo>
                    <a:pt x="29700" y="4636"/>
                    <a:pt x="28823" y="4761"/>
                    <a:pt x="27996" y="4886"/>
                  </a:cubicBezTo>
                  <a:cubicBezTo>
                    <a:pt x="27344" y="4962"/>
                    <a:pt x="26693" y="5037"/>
                    <a:pt x="26041" y="5137"/>
                  </a:cubicBezTo>
                  <a:cubicBezTo>
                    <a:pt x="25264" y="5237"/>
                    <a:pt x="24487" y="5338"/>
                    <a:pt x="23710" y="5463"/>
                  </a:cubicBezTo>
                  <a:cubicBezTo>
                    <a:pt x="23134" y="5538"/>
                    <a:pt x="22532" y="5638"/>
                    <a:pt x="21981" y="5789"/>
                  </a:cubicBezTo>
                  <a:cubicBezTo>
                    <a:pt x="21956" y="5814"/>
                    <a:pt x="21956" y="5814"/>
                    <a:pt x="21931" y="5839"/>
                  </a:cubicBezTo>
                  <a:cubicBezTo>
                    <a:pt x="22031" y="5864"/>
                    <a:pt x="22081" y="6039"/>
                    <a:pt x="21981" y="6089"/>
                  </a:cubicBezTo>
                  <a:cubicBezTo>
                    <a:pt x="22683" y="6265"/>
                    <a:pt x="23284" y="6841"/>
                    <a:pt x="23460" y="7543"/>
                  </a:cubicBezTo>
                  <a:cubicBezTo>
                    <a:pt x="23635" y="8220"/>
                    <a:pt x="23435" y="8922"/>
                    <a:pt x="22959" y="9423"/>
                  </a:cubicBezTo>
                  <a:cubicBezTo>
                    <a:pt x="23009" y="9423"/>
                    <a:pt x="23034" y="9423"/>
                    <a:pt x="23084" y="9398"/>
                  </a:cubicBezTo>
                  <a:cubicBezTo>
                    <a:pt x="23092" y="9397"/>
                    <a:pt x="23100" y="9396"/>
                    <a:pt x="23107" y="9396"/>
                  </a:cubicBezTo>
                  <a:cubicBezTo>
                    <a:pt x="23290" y="9396"/>
                    <a:pt x="23352" y="9674"/>
                    <a:pt x="23159" y="9699"/>
                  </a:cubicBezTo>
                  <a:cubicBezTo>
                    <a:pt x="23134" y="9724"/>
                    <a:pt x="23084" y="9724"/>
                    <a:pt x="23034" y="9724"/>
                  </a:cubicBezTo>
                  <a:cubicBezTo>
                    <a:pt x="23811" y="9949"/>
                    <a:pt x="24412" y="10676"/>
                    <a:pt x="24462" y="11478"/>
                  </a:cubicBezTo>
                  <a:cubicBezTo>
                    <a:pt x="24487" y="12280"/>
                    <a:pt x="23986" y="13057"/>
                    <a:pt x="23234" y="13358"/>
                  </a:cubicBezTo>
                  <a:cubicBezTo>
                    <a:pt x="23209" y="13358"/>
                    <a:pt x="23184" y="13383"/>
                    <a:pt x="23184" y="13408"/>
                  </a:cubicBezTo>
                  <a:cubicBezTo>
                    <a:pt x="23234" y="13383"/>
                    <a:pt x="23309" y="13358"/>
                    <a:pt x="23360" y="13333"/>
                  </a:cubicBezTo>
                  <a:cubicBezTo>
                    <a:pt x="23375" y="13329"/>
                    <a:pt x="23389" y="13327"/>
                    <a:pt x="23403" y="13327"/>
                  </a:cubicBezTo>
                  <a:cubicBezTo>
                    <a:pt x="23570" y="13327"/>
                    <a:pt x="23622" y="13587"/>
                    <a:pt x="23460" y="13633"/>
                  </a:cubicBezTo>
                  <a:cubicBezTo>
                    <a:pt x="23410" y="13658"/>
                    <a:pt x="23385" y="13658"/>
                    <a:pt x="23334" y="13684"/>
                  </a:cubicBezTo>
                  <a:cubicBezTo>
                    <a:pt x="23585" y="13759"/>
                    <a:pt x="23786" y="13909"/>
                    <a:pt x="23936" y="14110"/>
                  </a:cubicBezTo>
                  <a:cubicBezTo>
                    <a:pt x="24287" y="14636"/>
                    <a:pt x="24312" y="15338"/>
                    <a:pt x="24011" y="15889"/>
                  </a:cubicBezTo>
                  <a:cubicBezTo>
                    <a:pt x="23635" y="16616"/>
                    <a:pt x="22883" y="17092"/>
                    <a:pt x="22156" y="17443"/>
                  </a:cubicBezTo>
                  <a:cubicBezTo>
                    <a:pt x="20778" y="18120"/>
                    <a:pt x="19299" y="18596"/>
                    <a:pt x="17796" y="18947"/>
                  </a:cubicBezTo>
                  <a:cubicBezTo>
                    <a:pt x="16292" y="19298"/>
                    <a:pt x="14763" y="19498"/>
                    <a:pt x="13209" y="19598"/>
                  </a:cubicBezTo>
                  <a:cubicBezTo>
                    <a:pt x="12779" y="19627"/>
                    <a:pt x="12348" y="19643"/>
                    <a:pt x="11916" y="19643"/>
                  </a:cubicBezTo>
                  <a:cubicBezTo>
                    <a:pt x="10836" y="19643"/>
                    <a:pt x="9754" y="19541"/>
                    <a:pt x="8698" y="19273"/>
                  </a:cubicBezTo>
                  <a:cubicBezTo>
                    <a:pt x="8071" y="19097"/>
                    <a:pt x="7420" y="18872"/>
                    <a:pt x="6868" y="18521"/>
                  </a:cubicBezTo>
                  <a:cubicBezTo>
                    <a:pt x="6367" y="18245"/>
                    <a:pt x="5966" y="17844"/>
                    <a:pt x="5540" y="17443"/>
                  </a:cubicBezTo>
                  <a:cubicBezTo>
                    <a:pt x="5415" y="17318"/>
                    <a:pt x="5289" y="17192"/>
                    <a:pt x="5164" y="17067"/>
                  </a:cubicBezTo>
                  <a:cubicBezTo>
                    <a:pt x="5064" y="16967"/>
                    <a:pt x="4938" y="16791"/>
                    <a:pt x="4813" y="16766"/>
                  </a:cubicBezTo>
                  <a:cubicBezTo>
                    <a:pt x="4784" y="16756"/>
                    <a:pt x="4752" y="16752"/>
                    <a:pt x="4720" y="16752"/>
                  </a:cubicBezTo>
                  <a:cubicBezTo>
                    <a:pt x="4586" y="16752"/>
                    <a:pt x="4433" y="16821"/>
                    <a:pt x="4312" y="16841"/>
                  </a:cubicBezTo>
                  <a:cubicBezTo>
                    <a:pt x="4111" y="16892"/>
                    <a:pt x="3936" y="16942"/>
                    <a:pt x="3735" y="16967"/>
                  </a:cubicBezTo>
                  <a:cubicBezTo>
                    <a:pt x="3535" y="17017"/>
                    <a:pt x="3309" y="17042"/>
                    <a:pt x="3109" y="17092"/>
                  </a:cubicBezTo>
                  <a:lnTo>
                    <a:pt x="3184" y="17393"/>
                  </a:lnTo>
                  <a:cubicBezTo>
                    <a:pt x="3685" y="17293"/>
                    <a:pt x="4212" y="17192"/>
                    <a:pt x="4713" y="17067"/>
                  </a:cubicBezTo>
                  <a:cubicBezTo>
                    <a:pt x="5289" y="17618"/>
                    <a:pt x="5816" y="18195"/>
                    <a:pt x="6467" y="18646"/>
                  </a:cubicBezTo>
                  <a:cubicBezTo>
                    <a:pt x="7144" y="19122"/>
                    <a:pt x="7946" y="19398"/>
                    <a:pt x="8748" y="19598"/>
                  </a:cubicBezTo>
                  <a:cubicBezTo>
                    <a:pt x="9762" y="19856"/>
                    <a:pt x="10813" y="19948"/>
                    <a:pt x="11861" y="19948"/>
                  </a:cubicBezTo>
                  <a:cubicBezTo>
                    <a:pt x="12549" y="19948"/>
                    <a:pt x="13236" y="19909"/>
                    <a:pt x="13911" y="19849"/>
                  </a:cubicBezTo>
                  <a:cubicBezTo>
                    <a:pt x="15690" y="19699"/>
                    <a:pt x="17445" y="19423"/>
                    <a:pt x="19149" y="18922"/>
                  </a:cubicBezTo>
                  <a:cubicBezTo>
                    <a:pt x="19976" y="18671"/>
                    <a:pt x="20778" y="18395"/>
                    <a:pt x="21580" y="18044"/>
                  </a:cubicBezTo>
                  <a:cubicBezTo>
                    <a:pt x="22382" y="17694"/>
                    <a:pt x="23259" y="17293"/>
                    <a:pt x="23861" y="16616"/>
                  </a:cubicBezTo>
                  <a:cubicBezTo>
                    <a:pt x="24362" y="16064"/>
                    <a:pt x="24638" y="15388"/>
                    <a:pt x="24487" y="14661"/>
                  </a:cubicBezTo>
                  <a:cubicBezTo>
                    <a:pt x="24387" y="14160"/>
                    <a:pt x="24111" y="13709"/>
                    <a:pt x="23660" y="13483"/>
                  </a:cubicBezTo>
                  <a:cubicBezTo>
                    <a:pt x="24337" y="13057"/>
                    <a:pt x="24788" y="12305"/>
                    <a:pt x="24763" y="11478"/>
                  </a:cubicBezTo>
                  <a:cubicBezTo>
                    <a:pt x="24738" y="10601"/>
                    <a:pt x="24136" y="9824"/>
                    <a:pt x="23309" y="9498"/>
                  </a:cubicBezTo>
                  <a:cubicBezTo>
                    <a:pt x="23761" y="8922"/>
                    <a:pt x="23961" y="8170"/>
                    <a:pt x="23761" y="7468"/>
                  </a:cubicBezTo>
                  <a:cubicBezTo>
                    <a:pt x="23610" y="6816"/>
                    <a:pt x="23134" y="6265"/>
                    <a:pt x="22532" y="5989"/>
                  </a:cubicBezTo>
                  <a:cubicBezTo>
                    <a:pt x="23084" y="5864"/>
                    <a:pt x="23660" y="5789"/>
                    <a:pt x="24212" y="5688"/>
                  </a:cubicBezTo>
                  <a:cubicBezTo>
                    <a:pt x="25139" y="5563"/>
                    <a:pt x="26066" y="5438"/>
                    <a:pt x="26994" y="5313"/>
                  </a:cubicBezTo>
                  <a:cubicBezTo>
                    <a:pt x="27545" y="5237"/>
                    <a:pt x="28096" y="5187"/>
                    <a:pt x="28648" y="5087"/>
                  </a:cubicBezTo>
                  <a:cubicBezTo>
                    <a:pt x="29725" y="4912"/>
                    <a:pt x="30903" y="4661"/>
                    <a:pt x="31655" y="3809"/>
                  </a:cubicBezTo>
                  <a:cubicBezTo>
                    <a:pt x="32282" y="3107"/>
                    <a:pt x="32532" y="2105"/>
                    <a:pt x="31981" y="1277"/>
                  </a:cubicBezTo>
                  <a:cubicBezTo>
                    <a:pt x="31355" y="325"/>
                    <a:pt x="30202" y="49"/>
                    <a:pt x="29149" y="24"/>
                  </a:cubicBezTo>
                  <a:cubicBezTo>
                    <a:pt x="29019" y="22"/>
                    <a:pt x="28890" y="20"/>
                    <a:pt x="28761" y="20"/>
                  </a:cubicBezTo>
                  <a:cubicBezTo>
                    <a:pt x="27667" y="20"/>
                    <a:pt x="26591" y="110"/>
                    <a:pt x="25515" y="200"/>
                  </a:cubicBezTo>
                  <a:cubicBezTo>
                    <a:pt x="24237" y="300"/>
                    <a:pt x="22984" y="425"/>
                    <a:pt x="21730" y="601"/>
                  </a:cubicBezTo>
                  <a:cubicBezTo>
                    <a:pt x="19349" y="927"/>
                    <a:pt x="16994" y="1378"/>
                    <a:pt x="14663" y="1979"/>
                  </a:cubicBezTo>
                  <a:cubicBezTo>
                    <a:pt x="14713" y="1252"/>
                    <a:pt x="14212" y="551"/>
                    <a:pt x="13560" y="225"/>
                  </a:cubicBezTo>
                  <a:cubicBezTo>
                    <a:pt x="13219" y="64"/>
                    <a:pt x="12850" y="0"/>
                    <a:pt x="1247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24"/>
            <p:cNvSpPr/>
            <p:nvPr/>
          </p:nvSpPr>
          <p:spPr>
            <a:xfrm>
              <a:off x="1750540" y="3303859"/>
              <a:ext cx="84189" cy="24049"/>
            </a:xfrm>
            <a:custGeom>
              <a:rect b="b" l="l" r="r" t="t"/>
              <a:pathLst>
                <a:path extrusionOk="0" h="1316" w="4607">
                  <a:moveTo>
                    <a:pt x="4390" y="1"/>
                  </a:moveTo>
                  <a:cubicBezTo>
                    <a:pt x="4376" y="1"/>
                    <a:pt x="4361" y="2"/>
                    <a:pt x="4346" y="6"/>
                  </a:cubicBezTo>
                  <a:cubicBezTo>
                    <a:pt x="4321" y="6"/>
                    <a:pt x="4271" y="31"/>
                    <a:pt x="4246" y="31"/>
                  </a:cubicBezTo>
                  <a:cubicBezTo>
                    <a:pt x="2893" y="382"/>
                    <a:pt x="1539" y="658"/>
                    <a:pt x="186" y="1009"/>
                  </a:cubicBezTo>
                  <a:cubicBezTo>
                    <a:pt x="1" y="1055"/>
                    <a:pt x="72" y="1315"/>
                    <a:pt x="222" y="1315"/>
                  </a:cubicBezTo>
                  <a:cubicBezTo>
                    <a:pt x="235" y="1315"/>
                    <a:pt x="248" y="1313"/>
                    <a:pt x="261" y="1310"/>
                  </a:cubicBezTo>
                  <a:cubicBezTo>
                    <a:pt x="1664" y="959"/>
                    <a:pt x="3043" y="658"/>
                    <a:pt x="4421" y="307"/>
                  </a:cubicBezTo>
                  <a:cubicBezTo>
                    <a:pt x="4607" y="261"/>
                    <a:pt x="4557" y="1"/>
                    <a:pt x="439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24"/>
            <p:cNvSpPr/>
            <p:nvPr/>
          </p:nvSpPr>
          <p:spPr>
            <a:xfrm>
              <a:off x="1925954" y="3373119"/>
              <a:ext cx="43712" cy="12956"/>
            </a:xfrm>
            <a:custGeom>
              <a:rect b="b" l="l" r="r" t="t"/>
              <a:pathLst>
                <a:path extrusionOk="0" h="709" w="2392">
                  <a:moveTo>
                    <a:pt x="2141" y="1"/>
                  </a:moveTo>
                  <a:cubicBezTo>
                    <a:pt x="1489" y="126"/>
                    <a:pt x="837" y="276"/>
                    <a:pt x="186" y="402"/>
                  </a:cubicBezTo>
                  <a:cubicBezTo>
                    <a:pt x="1" y="448"/>
                    <a:pt x="72" y="708"/>
                    <a:pt x="242" y="708"/>
                  </a:cubicBezTo>
                  <a:cubicBezTo>
                    <a:pt x="256" y="708"/>
                    <a:pt x="271" y="706"/>
                    <a:pt x="286" y="703"/>
                  </a:cubicBezTo>
                  <a:cubicBezTo>
                    <a:pt x="938" y="577"/>
                    <a:pt x="1589" y="427"/>
                    <a:pt x="2241" y="302"/>
                  </a:cubicBezTo>
                  <a:cubicBezTo>
                    <a:pt x="2241" y="302"/>
                    <a:pt x="2266" y="302"/>
                    <a:pt x="2291" y="276"/>
                  </a:cubicBezTo>
                  <a:cubicBezTo>
                    <a:pt x="2391" y="226"/>
                    <a:pt x="2341" y="51"/>
                    <a:pt x="2241" y="26"/>
                  </a:cubicBezTo>
                  <a:cubicBezTo>
                    <a:pt x="2216" y="1"/>
                    <a:pt x="2191" y="1"/>
                    <a:pt x="21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24"/>
            <p:cNvSpPr/>
            <p:nvPr/>
          </p:nvSpPr>
          <p:spPr>
            <a:xfrm>
              <a:off x="1939239" y="3438595"/>
              <a:ext cx="53635" cy="14802"/>
            </a:xfrm>
            <a:custGeom>
              <a:rect b="b" l="l" r="r" t="t"/>
              <a:pathLst>
                <a:path extrusionOk="0" h="810" w="2935">
                  <a:moveTo>
                    <a:pt x="2690" y="0"/>
                  </a:moveTo>
                  <a:cubicBezTo>
                    <a:pt x="2683" y="0"/>
                    <a:pt x="2675" y="1"/>
                    <a:pt x="2667" y="2"/>
                  </a:cubicBezTo>
                  <a:cubicBezTo>
                    <a:pt x="2617" y="27"/>
                    <a:pt x="2592" y="27"/>
                    <a:pt x="2542" y="27"/>
                  </a:cubicBezTo>
                  <a:cubicBezTo>
                    <a:pt x="1765" y="202"/>
                    <a:pt x="963" y="353"/>
                    <a:pt x="186" y="503"/>
                  </a:cubicBezTo>
                  <a:cubicBezTo>
                    <a:pt x="0" y="549"/>
                    <a:pt x="50" y="809"/>
                    <a:pt x="217" y="809"/>
                  </a:cubicBezTo>
                  <a:cubicBezTo>
                    <a:pt x="231" y="809"/>
                    <a:pt x="245" y="808"/>
                    <a:pt x="261" y="804"/>
                  </a:cubicBezTo>
                  <a:lnTo>
                    <a:pt x="2617" y="328"/>
                  </a:lnTo>
                  <a:cubicBezTo>
                    <a:pt x="2667" y="328"/>
                    <a:pt x="2717" y="328"/>
                    <a:pt x="2742" y="303"/>
                  </a:cubicBezTo>
                  <a:cubicBezTo>
                    <a:pt x="2935" y="278"/>
                    <a:pt x="2873" y="0"/>
                    <a:pt x="26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24"/>
            <p:cNvSpPr/>
            <p:nvPr/>
          </p:nvSpPr>
          <p:spPr>
            <a:xfrm>
              <a:off x="1940573" y="3510431"/>
              <a:ext cx="57235" cy="22660"/>
            </a:xfrm>
            <a:custGeom>
              <a:rect b="b" l="l" r="r" t="t"/>
              <a:pathLst>
                <a:path extrusionOk="0" h="1240" w="3132">
                  <a:moveTo>
                    <a:pt x="2913" y="0"/>
                  </a:moveTo>
                  <a:cubicBezTo>
                    <a:pt x="2899" y="0"/>
                    <a:pt x="2885" y="2"/>
                    <a:pt x="2870" y="6"/>
                  </a:cubicBezTo>
                  <a:cubicBezTo>
                    <a:pt x="2819" y="31"/>
                    <a:pt x="2744" y="56"/>
                    <a:pt x="2694" y="81"/>
                  </a:cubicBezTo>
                  <a:cubicBezTo>
                    <a:pt x="1842" y="357"/>
                    <a:pt x="1015" y="632"/>
                    <a:pt x="163" y="933"/>
                  </a:cubicBezTo>
                  <a:cubicBezTo>
                    <a:pt x="1" y="979"/>
                    <a:pt x="52" y="1239"/>
                    <a:pt x="200" y="1239"/>
                  </a:cubicBezTo>
                  <a:cubicBezTo>
                    <a:pt x="212" y="1239"/>
                    <a:pt x="225" y="1238"/>
                    <a:pt x="238" y="1234"/>
                  </a:cubicBezTo>
                  <a:cubicBezTo>
                    <a:pt x="1115" y="933"/>
                    <a:pt x="1992" y="632"/>
                    <a:pt x="2844" y="357"/>
                  </a:cubicBezTo>
                  <a:cubicBezTo>
                    <a:pt x="2895" y="331"/>
                    <a:pt x="2920" y="331"/>
                    <a:pt x="2970" y="306"/>
                  </a:cubicBezTo>
                  <a:cubicBezTo>
                    <a:pt x="3132" y="260"/>
                    <a:pt x="3080" y="0"/>
                    <a:pt x="29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24"/>
            <p:cNvSpPr/>
            <p:nvPr/>
          </p:nvSpPr>
          <p:spPr>
            <a:xfrm>
              <a:off x="1691185" y="3421216"/>
              <a:ext cx="9174" cy="14108"/>
            </a:xfrm>
            <a:custGeom>
              <a:rect b="b" l="l" r="r" t="t"/>
              <a:pathLst>
                <a:path extrusionOk="0" h="772" w="502">
                  <a:moveTo>
                    <a:pt x="376" y="0"/>
                  </a:moveTo>
                  <a:cubicBezTo>
                    <a:pt x="351" y="0"/>
                    <a:pt x="301" y="0"/>
                    <a:pt x="276" y="25"/>
                  </a:cubicBezTo>
                  <a:cubicBezTo>
                    <a:pt x="226" y="51"/>
                    <a:pt x="201" y="76"/>
                    <a:pt x="201" y="126"/>
                  </a:cubicBezTo>
                  <a:cubicBezTo>
                    <a:pt x="125" y="276"/>
                    <a:pt x="75" y="426"/>
                    <a:pt x="25" y="577"/>
                  </a:cubicBezTo>
                  <a:cubicBezTo>
                    <a:pt x="0" y="602"/>
                    <a:pt x="25" y="652"/>
                    <a:pt x="25" y="702"/>
                  </a:cubicBezTo>
                  <a:cubicBezTo>
                    <a:pt x="50" y="727"/>
                    <a:pt x="100" y="752"/>
                    <a:pt x="125" y="752"/>
                  </a:cubicBezTo>
                  <a:cubicBezTo>
                    <a:pt x="151" y="765"/>
                    <a:pt x="176" y="771"/>
                    <a:pt x="197" y="771"/>
                  </a:cubicBezTo>
                  <a:cubicBezTo>
                    <a:pt x="219" y="771"/>
                    <a:pt x="238" y="765"/>
                    <a:pt x="251" y="752"/>
                  </a:cubicBezTo>
                  <a:cubicBezTo>
                    <a:pt x="301" y="727"/>
                    <a:pt x="301" y="702"/>
                    <a:pt x="326" y="652"/>
                  </a:cubicBezTo>
                  <a:cubicBezTo>
                    <a:pt x="376" y="502"/>
                    <a:pt x="426" y="351"/>
                    <a:pt x="501" y="201"/>
                  </a:cubicBezTo>
                  <a:cubicBezTo>
                    <a:pt x="501" y="151"/>
                    <a:pt x="501" y="126"/>
                    <a:pt x="476" y="76"/>
                  </a:cubicBezTo>
                  <a:cubicBezTo>
                    <a:pt x="451" y="51"/>
                    <a:pt x="426" y="25"/>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24"/>
            <p:cNvSpPr/>
            <p:nvPr/>
          </p:nvSpPr>
          <p:spPr>
            <a:xfrm>
              <a:off x="1698056" y="3424999"/>
              <a:ext cx="8717" cy="12262"/>
            </a:xfrm>
            <a:custGeom>
              <a:rect b="b" l="l" r="r" t="t"/>
              <a:pathLst>
                <a:path extrusionOk="0" h="671" w="477">
                  <a:moveTo>
                    <a:pt x="329" y="0"/>
                  </a:moveTo>
                  <a:cubicBezTo>
                    <a:pt x="307" y="0"/>
                    <a:pt x="288" y="6"/>
                    <a:pt x="276" y="19"/>
                  </a:cubicBezTo>
                  <a:cubicBezTo>
                    <a:pt x="251" y="19"/>
                    <a:pt x="201" y="44"/>
                    <a:pt x="176" y="94"/>
                  </a:cubicBezTo>
                  <a:cubicBezTo>
                    <a:pt x="125" y="194"/>
                    <a:pt x="75" y="320"/>
                    <a:pt x="25" y="445"/>
                  </a:cubicBezTo>
                  <a:cubicBezTo>
                    <a:pt x="0" y="470"/>
                    <a:pt x="0" y="520"/>
                    <a:pt x="25" y="545"/>
                  </a:cubicBezTo>
                  <a:cubicBezTo>
                    <a:pt x="25" y="595"/>
                    <a:pt x="50" y="620"/>
                    <a:pt x="100" y="646"/>
                  </a:cubicBezTo>
                  <a:cubicBezTo>
                    <a:pt x="125" y="671"/>
                    <a:pt x="176" y="671"/>
                    <a:pt x="201" y="671"/>
                  </a:cubicBezTo>
                  <a:cubicBezTo>
                    <a:pt x="251" y="646"/>
                    <a:pt x="276" y="620"/>
                    <a:pt x="301" y="595"/>
                  </a:cubicBezTo>
                  <a:cubicBezTo>
                    <a:pt x="351" y="470"/>
                    <a:pt x="401" y="345"/>
                    <a:pt x="451" y="245"/>
                  </a:cubicBezTo>
                  <a:cubicBezTo>
                    <a:pt x="476" y="194"/>
                    <a:pt x="476" y="169"/>
                    <a:pt x="476" y="119"/>
                  </a:cubicBezTo>
                  <a:cubicBezTo>
                    <a:pt x="451" y="69"/>
                    <a:pt x="426" y="44"/>
                    <a:pt x="401" y="19"/>
                  </a:cubicBezTo>
                  <a:cubicBezTo>
                    <a:pt x="376" y="6"/>
                    <a:pt x="351" y="0"/>
                    <a:pt x="32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24"/>
            <p:cNvSpPr/>
            <p:nvPr/>
          </p:nvSpPr>
          <p:spPr>
            <a:xfrm>
              <a:off x="1769033" y="3300296"/>
              <a:ext cx="26589" cy="11951"/>
            </a:xfrm>
            <a:custGeom>
              <a:rect b="b" l="l" r="r" t="t"/>
              <a:pathLst>
                <a:path extrusionOk="0" h="654" w="1455">
                  <a:moveTo>
                    <a:pt x="1229" y="1"/>
                  </a:moveTo>
                  <a:cubicBezTo>
                    <a:pt x="828" y="76"/>
                    <a:pt x="452" y="201"/>
                    <a:pt x="101" y="377"/>
                  </a:cubicBezTo>
                  <a:cubicBezTo>
                    <a:pt x="26" y="402"/>
                    <a:pt x="1" y="502"/>
                    <a:pt x="26" y="577"/>
                  </a:cubicBezTo>
                  <a:cubicBezTo>
                    <a:pt x="58" y="626"/>
                    <a:pt x="112" y="653"/>
                    <a:pt x="165" y="653"/>
                  </a:cubicBezTo>
                  <a:cubicBezTo>
                    <a:pt x="195" y="653"/>
                    <a:pt x="225" y="645"/>
                    <a:pt x="251" y="627"/>
                  </a:cubicBezTo>
                  <a:cubicBezTo>
                    <a:pt x="577" y="477"/>
                    <a:pt x="953" y="377"/>
                    <a:pt x="1304" y="302"/>
                  </a:cubicBezTo>
                  <a:cubicBezTo>
                    <a:pt x="1404" y="302"/>
                    <a:pt x="1454" y="201"/>
                    <a:pt x="1429" y="126"/>
                  </a:cubicBezTo>
                  <a:cubicBezTo>
                    <a:pt x="1404" y="26"/>
                    <a:pt x="1304"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24"/>
            <p:cNvSpPr/>
            <p:nvPr/>
          </p:nvSpPr>
          <p:spPr>
            <a:xfrm>
              <a:off x="1976336" y="3339658"/>
              <a:ext cx="93930" cy="22130"/>
            </a:xfrm>
            <a:custGeom>
              <a:rect b="b" l="l" r="r" t="t"/>
              <a:pathLst>
                <a:path extrusionOk="0" h="1211" w="5140">
                  <a:moveTo>
                    <a:pt x="4895" y="1"/>
                  </a:moveTo>
                  <a:cubicBezTo>
                    <a:pt x="4887" y="1"/>
                    <a:pt x="4880" y="1"/>
                    <a:pt x="4872" y="2"/>
                  </a:cubicBezTo>
                  <a:cubicBezTo>
                    <a:pt x="3293" y="303"/>
                    <a:pt x="1740" y="604"/>
                    <a:pt x="186" y="904"/>
                  </a:cubicBezTo>
                  <a:cubicBezTo>
                    <a:pt x="1" y="951"/>
                    <a:pt x="50" y="1211"/>
                    <a:pt x="217" y="1211"/>
                  </a:cubicBezTo>
                  <a:cubicBezTo>
                    <a:pt x="231" y="1211"/>
                    <a:pt x="246" y="1209"/>
                    <a:pt x="261" y="1205"/>
                  </a:cubicBezTo>
                  <a:cubicBezTo>
                    <a:pt x="1815" y="904"/>
                    <a:pt x="3394" y="604"/>
                    <a:pt x="4948" y="303"/>
                  </a:cubicBezTo>
                  <a:cubicBezTo>
                    <a:pt x="5139" y="255"/>
                    <a:pt x="5056" y="1"/>
                    <a:pt x="48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p24"/>
            <p:cNvSpPr/>
            <p:nvPr/>
          </p:nvSpPr>
          <p:spPr>
            <a:xfrm>
              <a:off x="2080097" y="3333939"/>
              <a:ext cx="8041" cy="5756"/>
            </a:xfrm>
            <a:custGeom>
              <a:rect b="b" l="l" r="r" t="t"/>
              <a:pathLst>
                <a:path extrusionOk="0" h="315" w="440">
                  <a:moveTo>
                    <a:pt x="202" y="0"/>
                  </a:moveTo>
                  <a:cubicBezTo>
                    <a:pt x="167" y="0"/>
                    <a:pt x="130" y="12"/>
                    <a:pt x="97" y="40"/>
                  </a:cubicBezTo>
                  <a:cubicBezTo>
                    <a:pt x="1" y="155"/>
                    <a:pt x="111" y="315"/>
                    <a:pt x="224" y="315"/>
                  </a:cubicBezTo>
                  <a:cubicBezTo>
                    <a:pt x="259" y="315"/>
                    <a:pt x="293" y="300"/>
                    <a:pt x="322" y="265"/>
                  </a:cubicBezTo>
                  <a:cubicBezTo>
                    <a:pt x="440" y="148"/>
                    <a:pt x="328" y="0"/>
                    <a:pt x="2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24"/>
            <p:cNvSpPr/>
            <p:nvPr/>
          </p:nvSpPr>
          <p:spPr>
            <a:xfrm>
              <a:off x="1971018" y="3392818"/>
              <a:ext cx="7803" cy="17872"/>
            </a:xfrm>
            <a:custGeom>
              <a:rect b="b" l="l" r="r" t="t"/>
              <a:pathLst>
                <a:path extrusionOk="0" h="978" w="427">
                  <a:moveTo>
                    <a:pt x="0" y="1"/>
                  </a:moveTo>
                  <a:lnTo>
                    <a:pt x="376" y="978"/>
                  </a:lnTo>
                  <a:cubicBezTo>
                    <a:pt x="427" y="803"/>
                    <a:pt x="427" y="602"/>
                    <a:pt x="351" y="427"/>
                  </a:cubicBezTo>
                  <a:cubicBezTo>
                    <a:pt x="326" y="326"/>
                    <a:pt x="251" y="201"/>
                    <a:pt x="176" y="126"/>
                  </a:cubicBezTo>
                  <a:cubicBezTo>
                    <a:pt x="126" y="76"/>
                    <a:pt x="76" y="26"/>
                    <a:pt x="0"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p24"/>
            <p:cNvSpPr/>
            <p:nvPr/>
          </p:nvSpPr>
          <p:spPr>
            <a:xfrm>
              <a:off x="1966431" y="3385856"/>
              <a:ext cx="21545" cy="31761"/>
            </a:xfrm>
            <a:custGeom>
              <a:rect b="b" l="l" r="r" t="t"/>
              <a:pathLst>
                <a:path extrusionOk="0" h="1738" w="1179">
                  <a:moveTo>
                    <a:pt x="188" y="1"/>
                  </a:moveTo>
                  <a:cubicBezTo>
                    <a:pt x="107" y="1"/>
                    <a:pt x="48" y="66"/>
                    <a:pt x="26" y="131"/>
                  </a:cubicBezTo>
                  <a:cubicBezTo>
                    <a:pt x="1" y="206"/>
                    <a:pt x="51" y="281"/>
                    <a:pt x="126" y="306"/>
                  </a:cubicBezTo>
                  <a:cubicBezTo>
                    <a:pt x="176" y="331"/>
                    <a:pt x="226" y="356"/>
                    <a:pt x="251" y="382"/>
                  </a:cubicBezTo>
                  <a:cubicBezTo>
                    <a:pt x="327" y="407"/>
                    <a:pt x="377" y="457"/>
                    <a:pt x="427" y="507"/>
                  </a:cubicBezTo>
                  <a:cubicBezTo>
                    <a:pt x="502" y="582"/>
                    <a:pt x="577" y="707"/>
                    <a:pt x="602" y="808"/>
                  </a:cubicBezTo>
                  <a:cubicBezTo>
                    <a:pt x="678" y="983"/>
                    <a:pt x="678" y="1184"/>
                    <a:pt x="627" y="1359"/>
                  </a:cubicBezTo>
                  <a:cubicBezTo>
                    <a:pt x="602" y="1409"/>
                    <a:pt x="602" y="1459"/>
                    <a:pt x="577" y="1509"/>
                  </a:cubicBezTo>
                  <a:cubicBezTo>
                    <a:pt x="509" y="1630"/>
                    <a:pt x="616" y="1738"/>
                    <a:pt x="723" y="1738"/>
                  </a:cubicBezTo>
                  <a:cubicBezTo>
                    <a:pt x="772" y="1738"/>
                    <a:pt x="821" y="1715"/>
                    <a:pt x="853" y="1660"/>
                  </a:cubicBezTo>
                  <a:cubicBezTo>
                    <a:pt x="1179" y="1058"/>
                    <a:pt x="853" y="231"/>
                    <a:pt x="226" y="6"/>
                  </a:cubicBezTo>
                  <a:cubicBezTo>
                    <a:pt x="213" y="2"/>
                    <a:pt x="200" y="1"/>
                    <a:pt x="1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24"/>
            <p:cNvSpPr/>
            <p:nvPr/>
          </p:nvSpPr>
          <p:spPr>
            <a:xfrm>
              <a:off x="1970598" y="3427631"/>
              <a:ext cx="8041" cy="5775"/>
            </a:xfrm>
            <a:custGeom>
              <a:rect b="b" l="l" r="r" t="t"/>
              <a:pathLst>
                <a:path extrusionOk="0" h="316" w="440">
                  <a:moveTo>
                    <a:pt x="210" y="1"/>
                  </a:moveTo>
                  <a:cubicBezTo>
                    <a:pt x="173" y="1"/>
                    <a:pt x="134" y="15"/>
                    <a:pt x="99" y="50"/>
                  </a:cubicBezTo>
                  <a:cubicBezTo>
                    <a:pt x="1" y="168"/>
                    <a:pt x="117" y="315"/>
                    <a:pt x="232" y="315"/>
                  </a:cubicBezTo>
                  <a:cubicBezTo>
                    <a:pt x="264" y="315"/>
                    <a:pt x="297" y="304"/>
                    <a:pt x="324" y="276"/>
                  </a:cubicBezTo>
                  <a:cubicBezTo>
                    <a:pt x="440" y="161"/>
                    <a:pt x="334" y="1"/>
                    <a:pt x="21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p24"/>
            <p:cNvSpPr/>
            <p:nvPr/>
          </p:nvSpPr>
          <p:spPr>
            <a:xfrm>
              <a:off x="1845986" y="3446636"/>
              <a:ext cx="12847" cy="13304"/>
            </a:xfrm>
            <a:custGeom>
              <a:rect b="b" l="l" r="r" t="t"/>
              <a:pathLst>
                <a:path extrusionOk="0" h="728" w="703">
                  <a:moveTo>
                    <a:pt x="539" y="0"/>
                  </a:moveTo>
                  <a:cubicBezTo>
                    <a:pt x="495" y="0"/>
                    <a:pt x="451" y="13"/>
                    <a:pt x="426" y="38"/>
                  </a:cubicBezTo>
                  <a:cubicBezTo>
                    <a:pt x="301" y="188"/>
                    <a:pt x="176" y="314"/>
                    <a:pt x="50" y="464"/>
                  </a:cubicBezTo>
                  <a:cubicBezTo>
                    <a:pt x="0" y="539"/>
                    <a:pt x="0" y="614"/>
                    <a:pt x="50" y="690"/>
                  </a:cubicBezTo>
                  <a:cubicBezTo>
                    <a:pt x="76" y="715"/>
                    <a:pt x="119" y="727"/>
                    <a:pt x="163" y="727"/>
                  </a:cubicBezTo>
                  <a:cubicBezTo>
                    <a:pt x="207" y="727"/>
                    <a:pt x="251" y="715"/>
                    <a:pt x="276" y="690"/>
                  </a:cubicBezTo>
                  <a:cubicBezTo>
                    <a:pt x="401" y="539"/>
                    <a:pt x="527" y="414"/>
                    <a:pt x="652" y="264"/>
                  </a:cubicBezTo>
                  <a:cubicBezTo>
                    <a:pt x="702" y="188"/>
                    <a:pt x="702" y="113"/>
                    <a:pt x="652" y="38"/>
                  </a:cubicBezTo>
                  <a:cubicBezTo>
                    <a:pt x="627" y="13"/>
                    <a:pt x="583" y="0"/>
                    <a:pt x="53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24"/>
            <p:cNvSpPr/>
            <p:nvPr/>
          </p:nvSpPr>
          <p:spPr>
            <a:xfrm>
              <a:off x="1853771" y="3454073"/>
              <a:ext cx="11933" cy="11823"/>
            </a:xfrm>
            <a:custGeom>
              <a:rect b="b" l="l" r="r" t="t"/>
              <a:pathLst>
                <a:path extrusionOk="0" h="647" w="653">
                  <a:moveTo>
                    <a:pt x="473" y="1"/>
                  </a:moveTo>
                  <a:cubicBezTo>
                    <a:pt x="433" y="1"/>
                    <a:pt x="389" y="19"/>
                    <a:pt x="351" y="57"/>
                  </a:cubicBezTo>
                  <a:cubicBezTo>
                    <a:pt x="251" y="157"/>
                    <a:pt x="151" y="258"/>
                    <a:pt x="51" y="383"/>
                  </a:cubicBezTo>
                  <a:cubicBezTo>
                    <a:pt x="0" y="433"/>
                    <a:pt x="0" y="533"/>
                    <a:pt x="51" y="608"/>
                  </a:cubicBezTo>
                  <a:cubicBezTo>
                    <a:pt x="88" y="633"/>
                    <a:pt x="132" y="646"/>
                    <a:pt x="173" y="646"/>
                  </a:cubicBezTo>
                  <a:cubicBezTo>
                    <a:pt x="213" y="646"/>
                    <a:pt x="251" y="633"/>
                    <a:pt x="276" y="608"/>
                  </a:cubicBezTo>
                  <a:lnTo>
                    <a:pt x="577" y="258"/>
                  </a:lnTo>
                  <a:cubicBezTo>
                    <a:pt x="652" y="207"/>
                    <a:pt x="652" y="107"/>
                    <a:pt x="577" y="57"/>
                  </a:cubicBezTo>
                  <a:cubicBezTo>
                    <a:pt x="552" y="19"/>
                    <a:pt x="514" y="1"/>
                    <a:pt x="4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24"/>
            <p:cNvSpPr/>
            <p:nvPr/>
          </p:nvSpPr>
          <p:spPr>
            <a:xfrm>
              <a:off x="1770879" y="3478122"/>
              <a:ext cx="6871" cy="7693"/>
            </a:xfrm>
            <a:custGeom>
              <a:rect b="b" l="l" r="r" t="t"/>
              <a:pathLst>
                <a:path extrusionOk="0" h="421" w="376">
                  <a:moveTo>
                    <a:pt x="216" y="0"/>
                  </a:moveTo>
                  <a:cubicBezTo>
                    <a:pt x="207" y="0"/>
                    <a:pt x="201" y="7"/>
                    <a:pt x="201" y="19"/>
                  </a:cubicBezTo>
                  <a:cubicBezTo>
                    <a:pt x="175" y="19"/>
                    <a:pt x="150" y="19"/>
                    <a:pt x="125" y="44"/>
                  </a:cubicBezTo>
                  <a:cubicBezTo>
                    <a:pt x="125" y="44"/>
                    <a:pt x="100" y="69"/>
                    <a:pt x="100" y="94"/>
                  </a:cubicBezTo>
                  <a:cubicBezTo>
                    <a:pt x="75" y="119"/>
                    <a:pt x="50" y="145"/>
                    <a:pt x="25" y="195"/>
                  </a:cubicBezTo>
                  <a:cubicBezTo>
                    <a:pt x="25" y="220"/>
                    <a:pt x="0" y="245"/>
                    <a:pt x="0" y="270"/>
                  </a:cubicBezTo>
                  <a:cubicBezTo>
                    <a:pt x="0" y="270"/>
                    <a:pt x="25" y="295"/>
                    <a:pt x="25" y="295"/>
                  </a:cubicBezTo>
                  <a:cubicBezTo>
                    <a:pt x="25" y="320"/>
                    <a:pt x="25" y="345"/>
                    <a:pt x="50" y="370"/>
                  </a:cubicBezTo>
                  <a:cubicBezTo>
                    <a:pt x="75" y="370"/>
                    <a:pt x="75" y="395"/>
                    <a:pt x="100" y="395"/>
                  </a:cubicBezTo>
                  <a:cubicBezTo>
                    <a:pt x="100" y="395"/>
                    <a:pt x="125" y="420"/>
                    <a:pt x="150" y="420"/>
                  </a:cubicBezTo>
                  <a:lnTo>
                    <a:pt x="201" y="420"/>
                  </a:lnTo>
                  <a:cubicBezTo>
                    <a:pt x="226" y="395"/>
                    <a:pt x="251" y="395"/>
                    <a:pt x="251" y="370"/>
                  </a:cubicBezTo>
                  <a:cubicBezTo>
                    <a:pt x="276" y="370"/>
                    <a:pt x="301" y="345"/>
                    <a:pt x="301" y="345"/>
                  </a:cubicBezTo>
                  <a:lnTo>
                    <a:pt x="376" y="245"/>
                  </a:lnTo>
                  <a:cubicBezTo>
                    <a:pt x="376" y="220"/>
                    <a:pt x="376" y="195"/>
                    <a:pt x="376" y="170"/>
                  </a:cubicBezTo>
                  <a:cubicBezTo>
                    <a:pt x="376" y="145"/>
                    <a:pt x="376" y="145"/>
                    <a:pt x="376" y="119"/>
                  </a:cubicBezTo>
                  <a:cubicBezTo>
                    <a:pt x="376" y="94"/>
                    <a:pt x="351" y="69"/>
                    <a:pt x="351" y="44"/>
                  </a:cubicBezTo>
                  <a:cubicBezTo>
                    <a:pt x="326" y="44"/>
                    <a:pt x="326" y="44"/>
                    <a:pt x="301" y="19"/>
                  </a:cubicBezTo>
                  <a:lnTo>
                    <a:pt x="251" y="19"/>
                  </a:lnTo>
                  <a:cubicBezTo>
                    <a:pt x="238" y="7"/>
                    <a:pt x="226" y="0"/>
                    <a:pt x="2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24"/>
            <p:cNvSpPr/>
            <p:nvPr/>
          </p:nvSpPr>
          <p:spPr>
            <a:xfrm>
              <a:off x="1844688" y="3535723"/>
              <a:ext cx="8004" cy="5501"/>
            </a:xfrm>
            <a:custGeom>
              <a:rect b="b" l="l" r="r" t="t"/>
              <a:pathLst>
                <a:path extrusionOk="0" h="301" w="438">
                  <a:moveTo>
                    <a:pt x="209" y="0"/>
                  </a:moveTo>
                  <a:cubicBezTo>
                    <a:pt x="171" y="0"/>
                    <a:pt x="132" y="15"/>
                    <a:pt x="96" y="50"/>
                  </a:cubicBezTo>
                  <a:cubicBezTo>
                    <a:pt x="1" y="146"/>
                    <a:pt x="110" y="301"/>
                    <a:pt x="223" y="301"/>
                  </a:cubicBezTo>
                  <a:cubicBezTo>
                    <a:pt x="258" y="301"/>
                    <a:pt x="293" y="286"/>
                    <a:pt x="322" y="251"/>
                  </a:cubicBezTo>
                  <a:cubicBezTo>
                    <a:pt x="437" y="155"/>
                    <a:pt x="332" y="0"/>
                    <a:pt x="2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24"/>
            <p:cNvSpPr/>
            <p:nvPr/>
          </p:nvSpPr>
          <p:spPr>
            <a:xfrm>
              <a:off x="1704489" y="3590290"/>
              <a:ext cx="43036" cy="19188"/>
            </a:xfrm>
            <a:custGeom>
              <a:rect b="b" l="l" r="r" t="t"/>
              <a:pathLst>
                <a:path extrusionOk="0" h="1050" w="2355">
                  <a:moveTo>
                    <a:pt x="224" y="0"/>
                  </a:moveTo>
                  <a:cubicBezTo>
                    <a:pt x="87" y="0"/>
                    <a:pt x="0" y="212"/>
                    <a:pt x="149" y="297"/>
                  </a:cubicBezTo>
                  <a:cubicBezTo>
                    <a:pt x="751" y="723"/>
                    <a:pt x="1478" y="974"/>
                    <a:pt x="2204" y="1049"/>
                  </a:cubicBezTo>
                  <a:cubicBezTo>
                    <a:pt x="2280" y="1049"/>
                    <a:pt x="2355" y="974"/>
                    <a:pt x="2355" y="899"/>
                  </a:cubicBezTo>
                  <a:cubicBezTo>
                    <a:pt x="2355" y="799"/>
                    <a:pt x="2280" y="748"/>
                    <a:pt x="2204" y="748"/>
                  </a:cubicBezTo>
                  <a:cubicBezTo>
                    <a:pt x="1528" y="648"/>
                    <a:pt x="876" y="423"/>
                    <a:pt x="300" y="22"/>
                  </a:cubicBezTo>
                  <a:cubicBezTo>
                    <a:pt x="273" y="7"/>
                    <a:pt x="248" y="0"/>
                    <a:pt x="2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24"/>
            <p:cNvSpPr/>
            <p:nvPr/>
          </p:nvSpPr>
          <p:spPr>
            <a:xfrm>
              <a:off x="1773730" y="3603502"/>
              <a:ext cx="7968" cy="5574"/>
            </a:xfrm>
            <a:custGeom>
              <a:rect b="b" l="l" r="r" t="t"/>
              <a:pathLst>
                <a:path extrusionOk="0" h="305" w="436">
                  <a:moveTo>
                    <a:pt x="207" y="1"/>
                  </a:moveTo>
                  <a:cubicBezTo>
                    <a:pt x="170" y="1"/>
                    <a:pt x="130" y="15"/>
                    <a:pt x="95" y="51"/>
                  </a:cubicBezTo>
                  <a:cubicBezTo>
                    <a:pt x="1" y="163"/>
                    <a:pt x="104" y="304"/>
                    <a:pt x="215" y="304"/>
                  </a:cubicBezTo>
                  <a:cubicBezTo>
                    <a:pt x="251" y="304"/>
                    <a:pt x="289" y="289"/>
                    <a:pt x="320" y="251"/>
                  </a:cubicBezTo>
                  <a:cubicBezTo>
                    <a:pt x="435" y="155"/>
                    <a:pt x="330"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24"/>
            <p:cNvSpPr/>
            <p:nvPr/>
          </p:nvSpPr>
          <p:spPr>
            <a:xfrm>
              <a:off x="1966431" y="3529308"/>
              <a:ext cx="27960" cy="42616"/>
            </a:xfrm>
            <a:custGeom>
              <a:rect b="b" l="l" r="r" t="t"/>
              <a:pathLst>
                <a:path extrusionOk="0" h="2332" w="1530">
                  <a:moveTo>
                    <a:pt x="1304" y="0"/>
                  </a:moveTo>
                  <a:lnTo>
                    <a:pt x="1" y="2331"/>
                  </a:lnTo>
                  <a:cubicBezTo>
                    <a:pt x="527" y="2206"/>
                    <a:pt x="1003" y="1905"/>
                    <a:pt x="1279" y="1429"/>
                  </a:cubicBezTo>
                  <a:cubicBezTo>
                    <a:pt x="1505" y="1003"/>
                    <a:pt x="1530" y="451"/>
                    <a:pt x="1304"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24"/>
            <p:cNvSpPr/>
            <p:nvPr/>
          </p:nvSpPr>
          <p:spPr>
            <a:xfrm>
              <a:off x="1960639" y="3523753"/>
              <a:ext cx="39710" cy="54147"/>
            </a:xfrm>
            <a:custGeom>
              <a:rect b="b" l="l" r="r" t="t"/>
              <a:pathLst>
                <a:path extrusionOk="0" h="2963" w="2173">
                  <a:moveTo>
                    <a:pt x="1723" y="0"/>
                  </a:moveTo>
                  <a:cubicBezTo>
                    <a:pt x="1623" y="0"/>
                    <a:pt x="1527" y="109"/>
                    <a:pt x="1596" y="229"/>
                  </a:cubicBezTo>
                  <a:cubicBezTo>
                    <a:pt x="1596" y="254"/>
                    <a:pt x="1621" y="279"/>
                    <a:pt x="1621" y="304"/>
                  </a:cubicBezTo>
                  <a:cubicBezTo>
                    <a:pt x="1847" y="755"/>
                    <a:pt x="1822" y="1307"/>
                    <a:pt x="1596" y="1733"/>
                  </a:cubicBezTo>
                  <a:cubicBezTo>
                    <a:pt x="1320" y="2209"/>
                    <a:pt x="844" y="2510"/>
                    <a:pt x="318" y="2635"/>
                  </a:cubicBezTo>
                  <a:cubicBezTo>
                    <a:pt x="293" y="2635"/>
                    <a:pt x="243" y="2635"/>
                    <a:pt x="193" y="2660"/>
                  </a:cubicBezTo>
                  <a:cubicBezTo>
                    <a:pt x="0" y="2684"/>
                    <a:pt x="62" y="2962"/>
                    <a:pt x="244" y="2962"/>
                  </a:cubicBezTo>
                  <a:cubicBezTo>
                    <a:pt x="252" y="2962"/>
                    <a:pt x="260" y="2962"/>
                    <a:pt x="268" y="2961"/>
                  </a:cubicBezTo>
                  <a:cubicBezTo>
                    <a:pt x="944" y="2861"/>
                    <a:pt x="1571" y="2460"/>
                    <a:pt x="1897" y="1833"/>
                  </a:cubicBezTo>
                  <a:cubicBezTo>
                    <a:pt x="2173" y="1282"/>
                    <a:pt x="2173" y="605"/>
                    <a:pt x="1847" y="79"/>
                  </a:cubicBezTo>
                  <a:cubicBezTo>
                    <a:pt x="1815" y="23"/>
                    <a:pt x="1769" y="0"/>
                    <a:pt x="17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24"/>
            <p:cNvSpPr/>
            <p:nvPr/>
          </p:nvSpPr>
          <p:spPr>
            <a:xfrm>
              <a:off x="1976519" y="3467560"/>
              <a:ext cx="10544" cy="13121"/>
            </a:xfrm>
            <a:custGeom>
              <a:rect b="b" l="l" r="r" t="t"/>
              <a:pathLst>
                <a:path extrusionOk="0" h="718" w="577">
                  <a:moveTo>
                    <a:pt x="409" y="1"/>
                  </a:moveTo>
                  <a:cubicBezTo>
                    <a:pt x="349" y="1"/>
                    <a:pt x="287" y="42"/>
                    <a:pt x="251" y="96"/>
                  </a:cubicBezTo>
                  <a:cubicBezTo>
                    <a:pt x="176" y="221"/>
                    <a:pt x="126" y="347"/>
                    <a:pt x="50" y="472"/>
                  </a:cubicBezTo>
                  <a:cubicBezTo>
                    <a:pt x="0" y="547"/>
                    <a:pt x="25" y="647"/>
                    <a:pt x="100" y="697"/>
                  </a:cubicBezTo>
                  <a:cubicBezTo>
                    <a:pt x="121" y="711"/>
                    <a:pt x="144" y="718"/>
                    <a:pt x="168" y="718"/>
                  </a:cubicBezTo>
                  <a:cubicBezTo>
                    <a:pt x="228" y="718"/>
                    <a:pt x="290" y="677"/>
                    <a:pt x="326" y="622"/>
                  </a:cubicBezTo>
                  <a:cubicBezTo>
                    <a:pt x="401" y="497"/>
                    <a:pt x="451" y="372"/>
                    <a:pt x="527" y="246"/>
                  </a:cubicBezTo>
                  <a:cubicBezTo>
                    <a:pt x="577" y="146"/>
                    <a:pt x="552" y="71"/>
                    <a:pt x="476" y="21"/>
                  </a:cubicBezTo>
                  <a:cubicBezTo>
                    <a:pt x="455" y="7"/>
                    <a:pt x="432" y="1"/>
                    <a:pt x="4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24"/>
            <p:cNvSpPr/>
            <p:nvPr/>
          </p:nvSpPr>
          <p:spPr>
            <a:xfrm>
              <a:off x="1982476" y="3473864"/>
              <a:ext cx="14199" cy="15168"/>
            </a:xfrm>
            <a:custGeom>
              <a:rect b="b" l="l" r="r" t="t"/>
              <a:pathLst>
                <a:path extrusionOk="0" h="830" w="777">
                  <a:moveTo>
                    <a:pt x="612" y="1"/>
                  </a:moveTo>
                  <a:cubicBezTo>
                    <a:pt x="583" y="1"/>
                    <a:pt x="553" y="9"/>
                    <a:pt x="526" y="27"/>
                  </a:cubicBezTo>
                  <a:cubicBezTo>
                    <a:pt x="301" y="152"/>
                    <a:pt x="125" y="352"/>
                    <a:pt x="25" y="603"/>
                  </a:cubicBezTo>
                  <a:cubicBezTo>
                    <a:pt x="0" y="678"/>
                    <a:pt x="0" y="754"/>
                    <a:pt x="100" y="804"/>
                  </a:cubicBezTo>
                  <a:cubicBezTo>
                    <a:pt x="118" y="821"/>
                    <a:pt x="145" y="830"/>
                    <a:pt x="174" y="830"/>
                  </a:cubicBezTo>
                  <a:cubicBezTo>
                    <a:pt x="227" y="830"/>
                    <a:pt x="285" y="802"/>
                    <a:pt x="301" y="754"/>
                  </a:cubicBezTo>
                  <a:cubicBezTo>
                    <a:pt x="326" y="703"/>
                    <a:pt x="351" y="653"/>
                    <a:pt x="376" y="603"/>
                  </a:cubicBezTo>
                  <a:cubicBezTo>
                    <a:pt x="401" y="578"/>
                    <a:pt x="401" y="553"/>
                    <a:pt x="426" y="528"/>
                  </a:cubicBezTo>
                  <a:cubicBezTo>
                    <a:pt x="451" y="503"/>
                    <a:pt x="451" y="503"/>
                    <a:pt x="451" y="503"/>
                  </a:cubicBezTo>
                  <a:cubicBezTo>
                    <a:pt x="501" y="453"/>
                    <a:pt x="526" y="403"/>
                    <a:pt x="577" y="378"/>
                  </a:cubicBezTo>
                  <a:cubicBezTo>
                    <a:pt x="602" y="352"/>
                    <a:pt x="602" y="327"/>
                    <a:pt x="627" y="327"/>
                  </a:cubicBezTo>
                  <a:lnTo>
                    <a:pt x="652" y="327"/>
                  </a:lnTo>
                  <a:cubicBezTo>
                    <a:pt x="652" y="302"/>
                    <a:pt x="677" y="302"/>
                    <a:pt x="677" y="277"/>
                  </a:cubicBezTo>
                  <a:cubicBezTo>
                    <a:pt x="752" y="227"/>
                    <a:pt x="777" y="152"/>
                    <a:pt x="752" y="77"/>
                  </a:cubicBezTo>
                  <a:cubicBezTo>
                    <a:pt x="720" y="28"/>
                    <a:pt x="666" y="1"/>
                    <a:pt x="61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24"/>
            <p:cNvSpPr/>
            <p:nvPr/>
          </p:nvSpPr>
          <p:spPr>
            <a:xfrm>
              <a:off x="1985217" y="3287723"/>
              <a:ext cx="10544" cy="14894"/>
            </a:xfrm>
            <a:custGeom>
              <a:rect b="b" l="l" r="r" t="t"/>
              <a:pathLst>
                <a:path extrusionOk="0" h="815" w="577">
                  <a:moveTo>
                    <a:pt x="401" y="1"/>
                  </a:moveTo>
                  <a:cubicBezTo>
                    <a:pt x="385" y="1"/>
                    <a:pt x="368" y="4"/>
                    <a:pt x="351" y="12"/>
                  </a:cubicBezTo>
                  <a:cubicBezTo>
                    <a:pt x="326" y="12"/>
                    <a:pt x="276" y="37"/>
                    <a:pt x="251" y="87"/>
                  </a:cubicBezTo>
                  <a:cubicBezTo>
                    <a:pt x="176" y="238"/>
                    <a:pt x="101" y="413"/>
                    <a:pt x="26" y="589"/>
                  </a:cubicBezTo>
                  <a:cubicBezTo>
                    <a:pt x="0" y="664"/>
                    <a:pt x="26" y="739"/>
                    <a:pt x="101" y="789"/>
                  </a:cubicBezTo>
                  <a:cubicBezTo>
                    <a:pt x="126" y="814"/>
                    <a:pt x="176" y="814"/>
                    <a:pt x="201" y="814"/>
                  </a:cubicBezTo>
                  <a:cubicBezTo>
                    <a:pt x="251" y="789"/>
                    <a:pt x="301" y="764"/>
                    <a:pt x="301" y="739"/>
                  </a:cubicBezTo>
                  <a:cubicBezTo>
                    <a:pt x="376" y="564"/>
                    <a:pt x="452" y="413"/>
                    <a:pt x="527" y="238"/>
                  </a:cubicBezTo>
                  <a:cubicBezTo>
                    <a:pt x="577" y="163"/>
                    <a:pt x="552" y="62"/>
                    <a:pt x="477" y="12"/>
                  </a:cubicBezTo>
                  <a:cubicBezTo>
                    <a:pt x="460" y="12"/>
                    <a:pt x="432" y="1"/>
                    <a:pt x="4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24"/>
            <p:cNvSpPr/>
            <p:nvPr/>
          </p:nvSpPr>
          <p:spPr>
            <a:xfrm>
              <a:off x="1992545" y="3288929"/>
              <a:ext cx="11933" cy="14619"/>
            </a:xfrm>
            <a:custGeom>
              <a:rect b="b" l="l" r="r" t="t"/>
              <a:pathLst>
                <a:path extrusionOk="0" h="800" w="653">
                  <a:moveTo>
                    <a:pt x="472" y="1"/>
                  </a:moveTo>
                  <a:cubicBezTo>
                    <a:pt x="422" y="1"/>
                    <a:pt x="362" y="36"/>
                    <a:pt x="326" y="71"/>
                  </a:cubicBezTo>
                  <a:cubicBezTo>
                    <a:pt x="226" y="247"/>
                    <a:pt x="151" y="397"/>
                    <a:pt x="51" y="573"/>
                  </a:cubicBezTo>
                  <a:cubicBezTo>
                    <a:pt x="0" y="648"/>
                    <a:pt x="26" y="748"/>
                    <a:pt x="101" y="773"/>
                  </a:cubicBezTo>
                  <a:cubicBezTo>
                    <a:pt x="127" y="791"/>
                    <a:pt x="157" y="799"/>
                    <a:pt x="187" y="799"/>
                  </a:cubicBezTo>
                  <a:cubicBezTo>
                    <a:pt x="241" y="799"/>
                    <a:pt x="294" y="772"/>
                    <a:pt x="326" y="723"/>
                  </a:cubicBezTo>
                  <a:cubicBezTo>
                    <a:pt x="427" y="548"/>
                    <a:pt x="502" y="397"/>
                    <a:pt x="602" y="222"/>
                  </a:cubicBezTo>
                  <a:cubicBezTo>
                    <a:pt x="652" y="147"/>
                    <a:pt x="602" y="71"/>
                    <a:pt x="527" y="21"/>
                  </a:cubicBezTo>
                  <a:cubicBezTo>
                    <a:pt x="512" y="7"/>
                    <a:pt x="493" y="1"/>
                    <a:pt x="4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24"/>
            <p:cNvSpPr/>
            <p:nvPr/>
          </p:nvSpPr>
          <p:spPr>
            <a:xfrm>
              <a:off x="1858358" y="3309853"/>
              <a:ext cx="41227" cy="14400"/>
            </a:xfrm>
            <a:custGeom>
              <a:rect b="b" l="l" r="r" t="t"/>
              <a:pathLst>
                <a:path extrusionOk="0" h="788" w="2256">
                  <a:moveTo>
                    <a:pt x="2111" y="0"/>
                  </a:moveTo>
                  <a:cubicBezTo>
                    <a:pt x="2101" y="0"/>
                    <a:pt x="2091" y="1"/>
                    <a:pt x="2080" y="4"/>
                  </a:cubicBezTo>
                  <a:cubicBezTo>
                    <a:pt x="1429" y="79"/>
                    <a:pt x="752" y="255"/>
                    <a:pt x="125" y="480"/>
                  </a:cubicBezTo>
                  <a:cubicBezTo>
                    <a:pt x="50" y="505"/>
                    <a:pt x="0" y="581"/>
                    <a:pt x="25" y="681"/>
                  </a:cubicBezTo>
                  <a:cubicBezTo>
                    <a:pt x="46" y="743"/>
                    <a:pt x="100" y="788"/>
                    <a:pt x="161" y="788"/>
                  </a:cubicBezTo>
                  <a:cubicBezTo>
                    <a:pt x="174" y="788"/>
                    <a:pt x="187" y="786"/>
                    <a:pt x="201" y="781"/>
                  </a:cubicBezTo>
                  <a:cubicBezTo>
                    <a:pt x="827" y="556"/>
                    <a:pt x="1454" y="380"/>
                    <a:pt x="2080" y="305"/>
                  </a:cubicBezTo>
                  <a:cubicBezTo>
                    <a:pt x="2181" y="305"/>
                    <a:pt x="2256" y="230"/>
                    <a:pt x="2256" y="155"/>
                  </a:cubicBezTo>
                  <a:cubicBezTo>
                    <a:pt x="2256" y="87"/>
                    <a:pt x="2196"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24"/>
            <p:cNvSpPr/>
            <p:nvPr/>
          </p:nvSpPr>
          <p:spPr>
            <a:xfrm>
              <a:off x="547546" y="2708558"/>
              <a:ext cx="1037392" cy="1061222"/>
            </a:xfrm>
            <a:custGeom>
              <a:rect b="b" l="l" r="r" t="t"/>
              <a:pathLst>
                <a:path extrusionOk="0" h="58072" w="56768">
                  <a:moveTo>
                    <a:pt x="2594" y="4218"/>
                  </a:moveTo>
                  <a:cubicBezTo>
                    <a:pt x="2607" y="4218"/>
                    <a:pt x="2619" y="4224"/>
                    <a:pt x="2632" y="4236"/>
                  </a:cubicBezTo>
                  <a:cubicBezTo>
                    <a:pt x="2657" y="4236"/>
                    <a:pt x="2657" y="4236"/>
                    <a:pt x="2682" y="4261"/>
                  </a:cubicBezTo>
                  <a:cubicBezTo>
                    <a:pt x="2707" y="4261"/>
                    <a:pt x="2707" y="4286"/>
                    <a:pt x="2732" y="4286"/>
                  </a:cubicBezTo>
                  <a:cubicBezTo>
                    <a:pt x="2732" y="4311"/>
                    <a:pt x="2732" y="4337"/>
                    <a:pt x="2757" y="4362"/>
                  </a:cubicBezTo>
                  <a:cubicBezTo>
                    <a:pt x="2757" y="4362"/>
                    <a:pt x="2757" y="4387"/>
                    <a:pt x="2757" y="4387"/>
                  </a:cubicBezTo>
                  <a:cubicBezTo>
                    <a:pt x="2757" y="4412"/>
                    <a:pt x="2732" y="4437"/>
                    <a:pt x="2732" y="4462"/>
                  </a:cubicBezTo>
                  <a:cubicBezTo>
                    <a:pt x="2707" y="4487"/>
                    <a:pt x="2707" y="4487"/>
                    <a:pt x="2682" y="4512"/>
                  </a:cubicBezTo>
                  <a:cubicBezTo>
                    <a:pt x="2682" y="4512"/>
                    <a:pt x="2657" y="4537"/>
                    <a:pt x="2632" y="4537"/>
                  </a:cubicBezTo>
                  <a:lnTo>
                    <a:pt x="2532" y="4537"/>
                  </a:lnTo>
                  <a:cubicBezTo>
                    <a:pt x="2519" y="4550"/>
                    <a:pt x="2507" y="4556"/>
                    <a:pt x="2494" y="4556"/>
                  </a:cubicBezTo>
                  <a:cubicBezTo>
                    <a:pt x="2482" y="4556"/>
                    <a:pt x="2469" y="4550"/>
                    <a:pt x="2456" y="4537"/>
                  </a:cubicBezTo>
                  <a:cubicBezTo>
                    <a:pt x="2456" y="4537"/>
                    <a:pt x="2431" y="4537"/>
                    <a:pt x="2406" y="4512"/>
                  </a:cubicBezTo>
                  <a:cubicBezTo>
                    <a:pt x="2406" y="4512"/>
                    <a:pt x="2381" y="4487"/>
                    <a:pt x="2381" y="4487"/>
                  </a:cubicBezTo>
                  <a:cubicBezTo>
                    <a:pt x="2356" y="4462"/>
                    <a:pt x="2356" y="4437"/>
                    <a:pt x="2356" y="4412"/>
                  </a:cubicBezTo>
                  <a:lnTo>
                    <a:pt x="2356" y="4387"/>
                  </a:lnTo>
                  <a:cubicBezTo>
                    <a:pt x="2356" y="4362"/>
                    <a:pt x="2356" y="4337"/>
                    <a:pt x="2381" y="4311"/>
                  </a:cubicBezTo>
                  <a:cubicBezTo>
                    <a:pt x="2381" y="4286"/>
                    <a:pt x="2381" y="4286"/>
                    <a:pt x="2406" y="4286"/>
                  </a:cubicBezTo>
                  <a:cubicBezTo>
                    <a:pt x="2431" y="4261"/>
                    <a:pt x="2456" y="4236"/>
                    <a:pt x="2482" y="4236"/>
                  </a:cubicBezTo>
                  <a:lnTo>
                    <a:pt x="2557" y="4236"/>
                  </a:lnTo>
                  <a:cubicBezTo>
                    <a:pt x="2569" y="4224"/>
                    <a:pt x="2582" y="4218"/>
                    <a:pt x="2594" y="4218"/>
                  </a:cubicBezTo>
                  <a:close/>
                  <a:moveTo>
                    <a:pt x="12562" y="4181"/>
                  </a:moveTo>
                  <a:cubicBezTo>
                    <a:pt x="12626" y="4181"/>
                    <a:pt x="12685" y="4246"/>
                    <a:pt x="12707" y="4311"/>
                  </a:cubicBezTo>
                  <a:cubicBezTo>
                    <a:pt x="12702" y="4306"/>
                    <a:pt x="12699" y="4304"/>
                    <a:pt x="12698" y="4304"/>
                  </a:cubicBezTo>
                  <a:cubicBezTo>
                    <a:pt x="12691" y="4304"/>
                    <a:pt x="12707" y="4337"/>
                    <a:pt x="12707" y="4337"/>
                  </a:cubicBezTo>
                  <a:cubicBezTo>
                    <a:pt x="12707" y="4362"/>
                    <a:pt x="12732" y="4387"/>
                    <a:pt x="12732" y="4387"/>
                  </a:cubicBezTo>
                  <a:cubicBezTo>
                    <a:pt x="12732" y="4437"/>
                    <a:pt x="12757" y="4462"/>
                    <a:pt x="12782" y="4487"/>
                  </a:cubicBezTo>
                  <a:cubicBezTo>
                    <a:pt x="12807" y="4562"/>
                    <a:pt x="12832" y="4637"/>
                    <a:pt x="12883" y="4712"/>
                  </a:cubicBezTo>
                  <a:cubicBezTo>
                    <a:pt x="12883" y="4712"/>
                    <a:pt x="12883" y="4738"/>
                    <a:pt x="12908" y="4738"/>
                  </a:cubicBezTo>
                  <a:cubicBezTo>
                    <a:pt x="12908" y="4763"/>
                    <a:pt x="12908" y="4763"/>
                    <a:pt x="12908" y="4763"/>
                  </a:cubicBezTo>
                  <a:cubicBezTo>
                    <a:pt x="12933" y="4813"/>
                    <a:pt x="12958" y="4838"/>
                    <a:pt x="12983" y="4863"/>
                  </a:cubicBezTo>
                  <a:cubicBezTo>
                    <a:pt x="13033" y="4938"/>
                    <a:pt x="13083" y="4988"/>
                    <a:pt x="13133" y="5038"/>
                  </a:cubicBezTo>
                  <a:cubicBezTo>
                    <a:pt x="13183" y="5088"/>
                    <a:pt x="13183" y="5214"/>
                    <a:pt x="13108" y="5264"/>
                  </a:cubicBezTo>
                  <a:cubicBezTo>
                    <a:pt x="13086" y="5286"/>
                    <a:pt x="13053" y="5299"/>
                    <a:pt x="13019" y="5299"/>
                  </a:cubicBezTo>
                  <a:cubicBezTo>
                    <a:pt x="12978" y="5299"/>
                    <a:pt x="12935" y="5280"/>
                    <a:pt x="12908" y="5239"/>
                  </a:cubicBezTo>
                  <a:cubicBezTo>
                    <a:pt x="12657" y="4988"/>
                    <a:pt x="12482" y="4687"/>
                    <a:pt x="12381" y="4362"/>
                  </a:cubicBezTo>
                  <a:cubicBezTo>
                    <a:pt x="12356" y="4286"/>
                    <a:pt x="12431" y="4186"/>
                    <a:pt x="12532" y="4186"/>
                  </a:cubicBezTo>
                  <a:cubicBezTo>
                    <a:pt x="12542" y="4183"/>
                    <a:pt x="12552" y="4181"/>
                    <a:pt x="12562" y="4181"/>
                  </a:cubicBezTo>
                  <a:close/>
                  <a:moveTo>
                    <a:pt x="12112" y="4678"/>
                  </a:moveTo>
                  <a:cubicBezTo>
                    <a:pt x="12167" y="4678"/>
                    <a:pt x="12218" y="4706"/>
                    <a:pt x="12256" y="4763"/>
                  </a:cubicBezTo>
                  <a:cubicBezTo>
                    <a:pt x="12356" y="4938"/>
                    <a:pt x="12457" y="5114"/>
                    <a:pt x="12532" y="5264"/>
                  </a:cubicBezTo>
                  <a:cubicBezTo>
                    <a:pt x="12582" y="5339"/>
                    <a:pt x="12532" y="5464"/>
                    <a:pt x="12457" y="5489"/>
                  </a:cubicBezTo>
                  <a:cubicBezTo>
                    <a:pt x="12438" y="5496"/>
                    <a:pt x="12419" y="5499"/>
                    <a:pt x="12401" y="5499"/>
                  </a:cubicBezTo>
                  <a:cubicBezTo>
                    <a:pt x="12345" y="5499"/>
                    <a:pt x="12294" y="5471"/>
                    <a:pt x="12256" y="5414"/>
                  </a:cubicBezTo>
                  <a:cubicBezTo>
                    <a:pt x="12156" y="5239"/>
                    <a:pt x="12081" y="5063"/>
                    <a:pt x="11980" y="4888"/>
                  </a:cubicBezTo>
                  <a:cubicBezTo>
                    <a:pt x="11930" y="4813"/>
                    <a:pt x="11980" y="4712"/>
                    <a:pt x="12056" y="4687"/>
                  </a:cubicBezTo>
                  <a:cubicBezTo>
                    <a:pt x="12074" y="4681"/>
                    <a:pt x="12093" y="4678"/>
                    <a:pt x="12112" y="4678"/>
                  </a:cubicBezTo>
                  <a:close/>
                  <a:moveTo>
                    <a:pt x="33644" y="4194"/>
                  </a:moveTo>
                  <a:cubicBezTo>
                    <a:pt x="33684" y="4194"/>
                    <a:pt x="33726" y="4213"/>
                    <a:pt x="33760" y="4261"/>
                  </a:cubicBezTo>
                  <a:cubicBezTo>
                    <a:pt x="35138" y="6216"/>
                    <a:pt x="36692" y="8046"/>
                    <a:pt x="38422" y="9725"/>
                  </a:cubicBezTo>
                  <a:cubicBezTo>
                    <a:pt x="38923" y="10226"/>
                    <a:pt x="39424" y="10677"/>
                    <a:pt x="39950" y="11154"/>
                  </a:cubicBezTo>
                  <a:cubicBezTo>
                    <a:pt x="40072" y="11255"/>
                    <a:pt x="39980" y="11438"/>
                    <a:pt x="39861" y="11438"/>
                  </a:cubicBezTo>
                  <a:cubicBezTo>
                    <a:pt x="39833" y="11438"/>
                    <a:pt x="39804" y="11428"/>
                    <a:pt x="39775" y="11404"/>
                  </a:cubicBezTo>
                  <a:cubicBezTo>
                    <a:pt x="37945" y="9800"/>
                    <a:pt x="36266" y="8046"/>
                    <a:pt x="34762" y="6116"/>
                  </a:cubicBezTo>
                  <a:cubicBezTo>
                    <a:pt x="34336" y="5590"/>
                    <a:pt x="33910" y="5013"/>
                    <a:pt x="33534" y="4462"/>
                  </a:cubicBezTo>
                  <a:cubicBezTo>
                    <a:pt x="33443" y="4334"/>
                    <a:pt x="33538" y="4194"/>
                    <a:pt x="33644" y="4194"/>
                  </a:cubicBezTo>
                  <a:close/>
                  <a:moveTo>
                    <a:pt x="28914" y="10435"/>
                  </a:moveTo>
                  <a:cubicBezTo>
                    <a:pt x="28966" y="10435"/>
                    <a:pt x="29017" y="10455"/>
                    <a:pt x="29048" y="10502"/>
                  </a:cubicBezTo>
                  <a:cubicBezTo>
                    <a:pt x="29950" y="11931"/>
                    <a:pt x="30803" y="13384"/>
                    <a:pt x="31655" y="14838"/>
                  </a:cubicBezTo>
                  <a:cubicBezTo>
                    <a:pt x="31721" y="14954"/>
                    <a:pt x="31612" y="15048"/>
                    <a:pt x="31502" y="15048"/>
                  </a:cubicBezTo>
                  <a:cubicBezTo>
                    <a:pt x="31445" y="15048"/>
                    <a:pt x="31388" y="15023"/>
                    <a:pt x="31354" y="14963"/>
                  </a:cubicBezTo>
                  <a:cubicBezTo>
                    <a:pt x="30527" y="13510"/>
                    <a:pt x="29650" y="12056"/>
                    <a:pt x="28772" y="10652"/>
                  </a:cubicBezTo>
                  <a:cubicBezTo>
                    <a:pt x="28686" y="10532"/>
                    <a:pt x="28801" y="10435"/>
                    <a:pt x="28914" y="10435"/>
                  </a:cubicBezTo>
                  <a:close/>
                  <a:moveTo>
                    <a:pt x="28953" y="7466"/>
                  </a:moveTo>
                  <a:cubicBezTo>
                    <a:pt x="28993" y="7466"/>
                    <a:pt x="29036" y="7482"/>
                    <a:pt x="29073" y="7520"/>
                  </a:cubicBezTo>
                  <a:cubicBezTo>
                    <a:pt x="30853" y="9499"/>
                    <a:pt x="32532" y="11555"/>
                    <a:pt x="34111" y="13710"/>
                  </a:cubicBezTo>
                  <a:cubicBezTo>
                    <a:pt x="34562" y="14337"/>
                    <a:pt x="35013" y="14963"/>
                    <a:pt x="35439" y="15590"/>
                  </a:cubicBezTo>
                  <a:cubicBezTo>
                    <a:pt x="35514" y="15703"/>
                    <a:pt x="35406" y="15844"/>
                    <a:pt x="35295" y="15844"/>
                  </a:cubicBezTo>
                  <a:cubicBezTo>
                    <a:pt x="35257" y="15844"/>
                    <a:pt x="35220" y="15828"/>
                    <a:pt x="35188" y="15790"/>
                  </a:cubicBezTo>
                  <a:cubicBezTo>
                    <a:pt x="33685" y="13585"/>
                    <a:pt x="32056" y="11454"/>
                    <a:pt x="30326" y="9424"/>
                  </a:cubicBezTo>
                  <a:cubicBezTo>
                    <a:pt x="29825" y="8848"/>
                    <a:pt x="29324" y="8271"/>
                    <a:pt x="28823" y="7720"/>
                  </a:cubicBezTo>
                  <a:cubicBezTo>
                    <a:pt x="28729" y="7607"/>
                    <a:pt x="28832" y="7466"/>
                    <a:pt x="28953" y="7466"/>
                  </a:cubicBezTo>
                  <a:close/>
                  <a:moveTo>
                    <a:pt x="28913" y="3757"/>
                  </a:moveTo>
                  <a:cubicBezTo>
                    <a:pt x="28953" y="3757"/>
                    <a:pt x="28992" y="3773"/>
                    <a:pt x="29023" y="3810"/>
                  </a:cubicBezTo>
                  <a:cubicBezTo>
                    <a:pt x="31855" y="7194"/>
                    <a:pt x="34687" y="10577"/>
                    <a:pt x="37569" y="13911"/>
                  </a:cubicBezTo>
                  <a:cubicBezTo>
                    <a:pt x="38397" y="14863"/>
                    <a:pt x="39224" y="15815"/>
                    <a:pt x="40051" y="16768"/>
                  </a:cubicBezTo>
                  <a:cubicBezTo>
                    <a:pt x="40145" y="16880"/>
                    <a:pt x="40041" y="17021"/>
                    <a:pt x="39920" y="17021"/>
                  </a:cubicBezTo>
                  <a:cubicBezTo>
                    <a:pt x="39880" y="17021"/>
                    <a:pt x="39838" y="17006"/>
                    <a:pt x="39800" y="16968"/>
                  </a:cubicBezTo>
                  <a:cubicBezTo>
                    <a:pt x="36918" y="13635"/>
                    <a:pt x="34036" y="10276"/>
                    <a:pt x="31204" y="6918"/>
                  </a:cubicBezTo>
                  <a:cubicBezTo>
                    <a:pt x="30402" y="5941"/>
                    <a:pt x="29574" y="4988"/>
                    <a:pt x="28772" y="4011"/>
                  </a:cubicBezTo>
                  <a:cubicBezTo>
                    <a:pt x="28678" y="3898"/>
                    <a:pt x="28796" y="3757"/>
                    <a:pt x="28913" y="3757"/>
                  </a:cubicBezTo>
                  <a:close/>
                  <a:moveTo>
                    <a:pt x="22520" y="22359"/>
                  </a:moveTo>
                  <a:cubicBezTo>
                    <a:pt x="22922" y="22359"/>
                    <a:pt x="23324" y="22429"/>
                    <a:pt x="23710" y="22582"/>
                  </a:cubicBezTo>
                  <a:cubicBezTo>
                    <a:pt x="23785" y="22607"/>
                    <a:pt x="23835" y="22683"/>
                    <a:pt x="23885" y="22733"/>
                  </a:cubicBezTo>
                  <a:cubicBezTo>
                    <a:pt x="24687" y="22883"/>
                    <a:pt x="25464" y="23309"/>
                    <a:pt x="26116" y="23810"/>
                  </a:cubicBezTo>
                  <a:cubicBezTo>
                    <a:pt x="27319" y="24738"/>
                    <a:pt x="28171" y="26016"/>
                    <a:pt x="28722" y="27444"/>
                  </a:cubicBezTo>
                  <a:cubicBezTo>
                    <a:pt x="29198" y="28698"/>
                    <a:pt x="29399" y="30076"/>
                    <a:pt x="29324" y="31429"/>
                  </a:cubicBezTo>
                  <a:cubicBezTo>
                    <a:pt x="29224" y="32833"/>
                    <a:pt x="28873" y="34312"/>
                    <a:pt x="27895" y="35389"/>
                  </a:cubicBezTo>
                  <a:cubicBezTo>
                    <a:pt x="27081" y="36302"/>
                    <a:pt x="25998" y="36692"/>
                    <a:pt x="24885" y="36692"/>
                  </a:cubicBezTo>
                  <a:cubicBezTo>
                    <a:pt x="23431" y="36692"/>
                    <a:pt x="21925" y="36025"/>
                    <a:pt x="20903" y="34988"/>
                  </a:cubicBezTo>
                  <a:cubicBezTo>
                    <a:pt x="19875" y="33961"/>
                    <a:pt x="19198" y="32632"/>
                    <a:pt x="18747" y="31279"/>
                  </a:cubicBezTo>
                  <a:cubicBezTo>
                    <a:pt x="18271" y="29825"/>
                    <a:pt x="17970" y="28246"/>
                    <a:pt x="18171" y="26718"/>
                  </a:cubicBezTo>
                  <a:cubicBezTo>
                    <a:pt x="18346" y="25314"/>
                    <a:pt x="18973" y="24036"/>
                    <a:pt x="20126" y="23184"/>
                  </a:cubicBezTo>
                  <a:cubicBezTo>
                    <a:pt x="20823" y="22673"/>
                    <a:pt x="21671" y="22359"/>
                    <a:pt x="22520" y="22359"/>
                  </a:cubicBezTo>
                  <a:close/>
                  <a:moveTo>
                    <a:pt x="11194" y="38243"/>
                  </a:moveTo>
                  <a:cubicBezTo>
                    <a:pt x="11233" y="38243"/>
                    <a:pt x="11272" y="38259"/>
                    <a:pt x="11304" y="38297"/>
                  </a:cubicBezTo>
                  <a:cubicBezTo>
                    <a:pt x="13058" y="40853"/>
                    <a:pt x="14888" y="43359"/>
                    <a:pt x="16767" y="45841"/>
                  </a:cubicBezTo>
                  <a:cubicBezTo>
                    <a:pt x="17319" y="46542"/>
                    <a:pt x="17870" y="47244"/>
                    <a:pt x="18396" y="47921"/>
                  </a:cubicBezTo>
                  <a:cubicBezTo>
                    <a:pt x="18488" y="48048"/>
                    <a:pt x="18393" y="48189"/>
                    <a:pt x="18287" y="48189"/>
                  </a:cubicBezTo>
                  <a:cubicBezTo>
                    <a:pt x="18247" y="48189"/>
                    <a:pt x="18205" y="48169"/>
                    <a:pt x="18171" y="48121"/>
                  </a:cubicBezTo>
                  <a:cubicBezTo>
                    <a:pt x="16241" y="45690"/>
                    <a:pt x="14386" y="43209"/>
                    <a:pt x="12582" y="40678"/>
                  </a:cubicBezTo>
                  <a:cubicBezTo>
                    <a:pt x="12056" y="39951"/>
                    <a:pt x="11554" y="39224"/>
                    <a:pt x="11053" y="38497"/>
                  </a:cubicBezTo>
                  <a:cubicBezTo>
                    <a:pt x="10959" y="38384"/>
                    <a:pt x="11077" y="38243"/>
                    <a:pt x="11194" y="38243"/>
                  </a:cubicBezTo>
                  <a:close/>
                  <a:moveTo>
                    <a:pt x="9583" y="31312"/>
                  </a:moveTo>
                  <a:cubicBezTo>
                    <a:pt x="9624" y="31312"/>
                    <a:pt x="9665" y="31331"/>
                    <a:pt x="9700" y="31379"/>
                  </a:cubicBezTo>
                  <a:cubicBezTo>
                    <a:pt x="11379" y="33735"/>
                    <a:pt x="13058" y="36066"/>
                    <a:pt x="14812" y="38372"/>
                  </a:cubicBezTo>
                  <a:cubicBezTo>
                    <a:pt x="16542" y="40678"/>
                    <a:pt x="18321" y="42958"/>
                    <a:pt x="20126" y="45239"/>
                  </a:cubicBezTo>
                  <a:cubicBezTo>
                    <a:pt x="21153" y="46492"/>
                    <a:pt x="22181" y="47745"/>
                    <a:pt x="23208" y="48998"/>
                  </a:cubicBezTo>
                  <a:cubicBezTo>
                    <a:pt x="23300" y="49126"/>
                    <a:pt x="23205" y="49267"/>
                    <a:pt x="23099" y="49267"/>
                  </a:cubicBezTo>
                  <a:cubicBezTo>
                    <a:pt x="23059" y="49267"/>
                    <a:pt x="23017" y="49247"/>
                    <a:pt x="22983" y="49199"/>
                  </a:cubicBezTo>
                  <a:cubicBezTo>
                    <a:pt x="21128" y="46993"/>
                    <a:pt x="19324" y="44738"/>
                    <a:pt x="17544" y="42457"/>
                  </a:cubicBezTo>
                  <a:cubicBezTo>
                    <a:pt x="15765" y="40176"/>
                    <a:pt x="14010" y="37871"/>
                    <a:pt x="12306" y="35540"/>
                  </a:cubicBezTo>
                  <a:cubicBezTo>
                    <a:pt x="11354" y="34211"/>
                    <a:pt x="10401" y="32908"/>
                    <a:pt x="9449" y="31580"/>
                  </a:cubicBezTo>
                  <a:cubicBezTo>
                    <a:pt x="9376" y="31452"/>
                    <a:pt x="9475" y="31312"/>
                    <a:pt x="9583" y="31312"/>
                  </a:cubicBezTo>
                  <a:close/>
                  <a:moveTo>
                    <a:pt x="49989" y="48814"/>
                  </a:moveTo>
                  <a:cubicBezTo>
                    <a:pt x="50057" y="48814"/>
                    <a:pt x="50132" y="48842"/>
                    <a:pt x="50151" y="48898"/>
                  </a:cubicBezTo>
                  <a:cubicBezTo>
                    <a:pt x="50226" y="49149"/>
                    <a:pt x="50326" y="49349"/>
                    <a:pt x="50452" y="49550"/>
                  </a:cubicBezTo>
                  <a:cubicBezTo>
                    <a:pt x="50477" y="49600"/>
                    <a:pt x="50477" y="49650"/>
                    <a:pt x="50452" y="49675"/>
                  </a:cubicBezTo>
                  <a:cubicBezTo>
                    <a:pt x="50452" y="49700"/>
                    <a:pt x="50402" y="49750"/>
                    <a:pt x="50377" y="49775"/>
                  </a:cubicBezTo>
                  <a:lnTo>
                    <a:pt x="50251" y="49775"/>
                  </a:lnTo>
                  <a:cubicBezTo>
                    <a:pt x="50226" y="49750"/>
                    <a:pt x="50201" y="49725"/>
                    <a:pt x="50176" y="49700"/>
                  </a:cubicBezTo>
                  <a:cubicBezTo>
                    <a:pt x="50051" y="49475"/>
                    <a:pt x="49950" y="49274"/>
                    <a:pt x="49850" y="49049"/>
                  </a:cubicBezTo>
                  <a:cubicBezTo>
                    <a:pt x="49825" y="48973"/>
                    <a:pt x="49850" y="48873"/>
                    <a:pt x="49925" y="48823"/>
                  </a:cubicBezTo>
                  <a:cubicBezTo>
                    <a:pt x="49944" y="48817"/>
                    <a:pt x="49966" y="48814"/>
                    <a:pt x="49989" y="48814"/>
                  </a:cubicBezTo>
                  <a:close/>
                  <a:moveTo>
                    <a:pt x="50626" y="48813"/>
                  </a:moveTo>
                  <a:cubicBezTo>
                    <a:pt x="50665" y="48813"/>
                    <a:pt x="50700" y="48832"/>
                    <a:pt x="50727" y="48873"/>
                  </a:cubicBezTo>
                  <a:cubicBezTo>
                    <a:pt x="50953" y="49049"/>
                    <a:pt x="51103" y="49299"/>
                    <a:pt x="51204" y="49575"/>
                  </a:cubicBezTo>
                  <a:cubicBezTo>
                    <a:pt x="51229" y="49650"/>
                    <a:pt x="51204" y="49750"/>
                    <a:pt x="51128" y="49775"/>
                  </a:cubicBezTo>
                  <a:cubicBezTo>
                    <a:pt x="51110" y="49782"/>
                    <a:pt x="51089" y="49785"/>
                    <a:pt x="51069" y="49785"/>
                  </a:cubicBezTo>
                  <a:cubicBezTo>
                    <a:pt x="51006" y="49785"/>
                    <a:pt x="50940" y="49757"/>
                    <a:pt x="50903" y="49700"/>
                  </a:cubicBezTo>
                  <a:cubicBezTo>
                    <a:pt x="50903" y="49650"/>
                    <a:pt x="50853" y="49575"/>
                    <a:pt x="50828" y="49525"/>
                  </a:cubicBezTo>
                  <a:cubicBezTo>
                    <a:pt x="50828" y="49500"/>
                    <a:pt x="50803" y="49450"/>
                    <a:pt x="50803" y="49425"/>
                  </a:cubicBezTo>
                  <a:cubicBezTo>
                    <a:pt x="50778" y="49425"/>
                    <a:pt x="50778" y="49399"/>
                    <a:pt x="50778" y="49399"/>
                  </a:cubicBezTo>
                  <a:cubicBezTo>
                    <a:pt x="50752" y="49399"/>
                    <a:pt x="50752" y="49374"/>
                    <a:pt x="50752" y="49374"/>
                  </a:cubicBezTo>
                  <a:cubicBezTo>
                    <a:pt x="50677" y="49249"/>
                    <a:pt x="50602" y="49149"/>
                    <a:pt x="50502" y="49074"/>
                  </a:cubicBezTo>
                  <a:cubicBezTo>
                    <a:pt x="50452" y="48998"/>
                    <a:pt x="50452" y="48898"/>
                    <a:pt x="50527" y="48848"/>
                  </a:cubicBezTo>
                  <a:cubicBezTo>
                    <a:pt x="50561" y="48826"/>
                    <a:pt x="50595" y="48813"/>
                    <a:pt x="50626" y="48813"/>
                  </a:cubicBezTo>
                  <a:close/>
                  <a:moveTo>
                    <a:pt x="28697" y="53660"/>
                  </a:moveTo>
                  <a:cubicBezTo>
                    <a:pt x="29173" y="53685"/>
                    <a:pt x="29650" y="53710"/>
                    <a:pt x="30126" y="53760"/>
                  </a:cubicBezTo>
                  <a:cubicBezTo>
                    <a:pt x="30201" y="53760"/>
                    <a:pt x="30276" y="53811"/>
                    <a:pt x="30276" y="53911"/>
                  </a:cubicBezTo>
                  <a:cubicBezTo>
                    <a:pt x="30276" y="53986"/>
                    <a:pt x="30201" y="54061"/>
                    <a:pt x="30126" y="54061"/>
                  </a:cubicBezTo>
                  <a:cubicBezTo>
                    <a:pt x="29650" y="54036"/>
                    <a:pt x="29173" y="54011"/>
                    <a:pt x="28697" y="53986"/>
                  </a:cubicBezTo>
                  <a:cubicBezTo>
                    <a:pt x="28622" y="53961"/>
                    <a:pt x="28547" y="53911"/>
                    <a:pt x="28547" y="53811"/>
                  </a:cubicBezTo>
                  <a:cubicBezTo>
                    <a:pt x="28547" y="53735"/>
                    <a:pt x="28622" y="53660"/>
                    <a:pt x="28697" y="53660"/>
                  </a:cubicBezTo>
                  <a:close/>
                  <a:moveTo>
                    <a:pt x="27022" y="54711"/>
                  </a:moveTo>
                  <a:cubicBezTo>
                    <a:pt x="27029" y="54711"/>
                    <a:pt x="27036" y="54712"/>
                    <a:pt x="27043" y="54713"/>
                  </a:cubicBezTo>
                  <a:cubicBezTo>
                    <a:pt x="30176" y="54763"/>
                    <a:pt x="33334" y="54813"/>
                    <a:pt x="36492" y="54888"/>
                  </a:cubicBezTo>
                  <a:cubicBezTo>
                    <a:pt x="36692" y="54888"/>
                    <a:pt x="36692" y="55189"/>
                    <a:pt x="36492" y="55189"/>
                  </a:cubicBezTo>
                  <a:lnTo>
                    <a:pt x="27043" y="55014"/>
                  </a:lnTo>
                  <a:cubicBezTo>
                    <a:pt x="26850" y="55014"/>
                    <a:pt x="26843" y="54711"/>
                    <a:pt x="27022" y="54711"/>
                  </a:cubicBezTo>
                  <a:close/>
                  <a:moveTo>
                    <a:pt x="25758" y="54933"/>
                  </a:moveTo>
                  <a:cubicBezTo>
                    <a:pt x="25925" y="54933"/>
                    <a:pt x="25975" y="55193"/>
                    <a:pt x="25790" y="55239"/>
                  </a:cubicBezTo>
                  <a:cubicBezTo>
                    <a:pt x="25777" y="55243"/>
                    <a:pt x="25764" y="55245"/>
                    <a:pt x="25751" y="55245"/>
                  </a:cubicBezTo>
                  <a:cubicBezTo>
                    <a:pt x="25601" y="55245"/>
                    <a:pt x="25530" y="54985"/>
                    <a:pt x="25715" y="54938"/>
                  </a:cubicBezTo>
                  <a:cubicBezTo>
                    <a:pt x="25730" y="54935"/>
                    <a:pt x="25745" y="54933"/>
                    <a:pt x="25758" y="54933"/>
                  </a:cubicBezTo>
                  <a:close/>
                  <a:moveTo>
                    <a:pt x="0" y="1"/>
                  </a:moveTo>
                  <a:cubicBezTo>
                    <a:pt x="477" y="18046"/>
                    <a:pt x="7068" y="35640"/>
                    <a:pt x="17645" y="50176"/>
                  </a:cubicBezTo>
                  <a:cubicBezTo>
                    <a:pt x="19625" y="52908"/>
                    <a:pt x="21755" y="55540"/>
                    <a:pt x="24036" y="58071"/>
                  </a:cubicBezTo>
                  <a:lnTo>
                    <a:pt x="56768" y="58071"/>
                  </a:lnTo>
                  <a:lnTo>
                    <a:pt x="419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24"/>
            <p:cNvSpPr/>
            <p:nvPr/>
          </p:nvSpPr>
          <p:spPr>
            <a:xfrm>
              <a:off x="1326614" y="2708558"/>
              <a:ext cx="931127" cy="1061222"/>
            </a:xfrm>
            <a:custGeom>
              <a:rect b="b" l="l" r="r" t="t"/>
              <a:pathLst>
                <a:path extrusionOk="0" h="58072" w="50953">
                  <a:moveTo>
                    <a:pt x="0" y="1"/>
                  </a:moveTo>
                  <a:lnTo>
                    <a:pt x="14812" y="58071"/>
                  </a:lnTo>
                  <a:lnTo>
                    <a:pt x="50602" y="58071"/>
                  </a:lnTo>
                  <a:cubicBezTo>
                    <a:pt x="50677" y="57620"/>
                    <a:pt x="50953" y="56016"/>
                    <a:pt x="50727" y="54462"/>
                  </a:cubicBezTo>
                  <a:lnTo>
                    <a:pt x="50727" y="54462"/>
                  </a:lnTo>
                  <a:lnTo>
                    <a:pt x="50727" y="54938"/>
                  </a:lnTo>
                  <a:lnTo>
                    <a:pt x="17193" y="54938"/>
                  </a:lnTo>
                  <a:lnTo>
                    <a:pt x="17193" y="54262"/>
                  </a:lnTo>
                  <a:lnTo>
                    <a:pt x="50702" y="54262"/>
                  </a:lnTo>
                  <a:cubicBezTo>
                    <a:pt x="50552" y="53485"/>
                    <a:pt x="50276" y="52708"/>
                    <a:pt x="49775" y="52131"/>
                  </a:cubicBezTo>
                  <a:lnTo>
                    <a:pt x="17068" y="52131"/>
                  </a:lnTo>
                  <a:lnTo>
                    <a:pt x="330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24"/>
            <p:cNvSpPr/>
            <p:nvPr/>
          </p:nvSpPr>
          <p:spPr>
            <a:xfrm>
              <a:off x="547546" y="2703057"/>
              <a:ext cx="1726221" cy="1072204"/>
            </a:xfrm>
            <a:custGeom>
              <a:rect b="b" l="l" r="r" t="t"/>
              <a:pathLst>
                <a:path extrusionOk="0" h="58673" w="94462">
                  <a:moveTo>
                    <a:pt x="0" y="1"/>
                  </a:moveTo>
                  <a:cubicBezTo>
                    <a:pt x="0" y="101"/>
                    <a:pt x="0" y="201"/>
                    <a:pt x="0" y="302"/>
                  </a:cubicBezTo>
                  <a:lnTo>
                    <a:pt x="41955" y="302"/>
                  </a:lnTo>
                  <a:lnTo>
                    <a:pt x="41930" y="227"/>
                  </a:lnTo>
                  <a:lnTo>
                    <a:pt x="42557" y="76"/>
                  </a:lnTo>
                  <a:lnTo>
                    <a:pt x="42632" y="302"/>
                  </a:lnTo>
                  <a:lnTo>
                    <a:pt x="45940" y="302"/>
                  </a:lnTo>
                  <a:lnTo>
                    <a:pt x="59700" y="52432"/>
                  </a:lnTo>
                  <a:lnTo>
                    <a:pt x="92407" y="52432"/>
                  </a:lnTo>
                  <a:cubicBezTo>
                    <a:pt x="92908" y="53009"/>
                    <a:pt x="93184" y="53786"/>
                    <a:pt x="93334" y="54563"/>
                  </a:cubicBezTo>
                  <a:lnTo>
                    <a:pt x="93359" y="54563"/>
                  </a:lnTo>
                  <a:lnTo>
                    <a:pt x="93359" y="54763"/>
                  </a:lnTo>
                  <a:cubicBezTo>
                    <a:pt x="93585" y="56317"/>
                    <a:pt x="93309" y="57921"/>
                    <a:pt x="93234" y="58372"/>
                  </a:cubicBezTo>
                  <a:lnTo>
                    <a:pt x="57444" y="58372"/>
                  </a:lnTo>
                  <a:lnTo>
                    <a:pt x="57469" y="58447"/>
                  </a:lnTo>
                  <a:lnTo>
                    <a:pt x="56818" y="58598"/>
                  </a:lnTo>
                  <a:lnTo>
                    <a:pt x="56768" y="58372"/>
                  </a:lnTo>
                  <a:lnTo>
                    <a:pt x="24036" y="58372"/>
                  </a:lnTo>
                  <a:cubicBezTo>
                    <a:pt x="24136" y="58472"/>
                    <a:pt x="24211" y="58573"/>
                    <a:pt x="24311" y="58673"/>
                  </a:cubicBezTo>
                  <a:lnTo>
                    <a:pt x="93485" y="58673"/>
                  </a:lnTo>
                  <a:lnTo>
                    <a:pt x="93510" y="58548"/>
                  </a:lnTo>
                  <a:cubicBezTo>
                    <a:pt x="93560" y="58372"/>
                    <a:pt x="94462" y="54237"/>
                    <a:pt x="92582" y="52157"/>
                  </a:cubicBezTo>
                  <a:lnTo>
                    <a:pt x="92532" y="52106"/>
                  </a:lnTo>
                  <a:lnTo>
                    <a:pt x="59925" y="52106"/>
                  </a:lnTo>
                  <a:lnTo>
                    <a:pt x="58923" y="48247"/>
                  </a:lnTo>
                  <a:lnTo>
                    <a:pt x="58848" y="47946"/>
                  </a:lnTo>
                  <a:lnTo>
                    <a:pt x="55815" y="36517"/>
                  </a:lnTo>
                  <a:lnTo>
                    <a:pt x="55740" y="36217"/>
                  </a:lnTo>
                  <a:lnTo>
                    <a:pt x="53961" y="29475"/>
                  </a:lnTo>
                  <a:lnTo>
                    <a:pt x="53885" y="29174"/>
                  </a:lnTo>
                  <a:lnTo>
                    <a:pt x="51053" y="18422"/>
                  </a:lnTo>
                  <a:lnTo>
                    <a:pt x="50978" y="18121"/>
                  </a:lnTo>
                  <a:lnTo>
                    <a:pt x="50702" y="17169"/>
                  </a:lnTo>
                  <a:lnTo>
                    <a:pt x="50627" y="16843"/>
                  </a:lnTo>
                  <a:lnTo>
                    <a:pt x="47996" y="6893"/>
                  </a:lnTo>
                  <a:lnTo>
                    <a:pt x="47895" y="6517"/>
                  </a:lnTo>
                  <a:lnTo>
                    <a:pt x="46216" y="101"/>
                  </a:lnTo>
                  <a:lnTo>
                    <a:pt x="4619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24"/>
            <p:cNvSpPr/>
            <p:nvPr/>
          </p:nvSpPr>
          <p:spPr>
            <a:xfrm>
              <a:off x="875934" y="3117151"/>
              <a:ext cx="208856" cy="261925"/>
            </a:xfrm>
            <a:custGeom>
              <a:rect b="b" l="l" r="r" t="t"/>
              <a:pathLst>
                <a:path extrusionOk="0" h="14333" w="11429">
                  <a:moveTo>
                    <a:pt x="4550" y="0"/>
                  </a:moveTo>
                  <a:cubicBezTo>
                    <a:pt x="3701" y="0"/>
                    <a:pt x="2853" y="314"/>
                    <a:pt x="2156" y="825"/>
                  </a:cubicBezTo>
                  <a:cubicBezTo>
                    <a:pt x="1003" y="1677"/>
                    <a:pt x="376" y="2955"/>
                    <a:pt x="201" y="4359"/>
                  </a:cubicBezTo>
                  <a:cubicBezTo>
                    <a:pt x="0" y="5887"/>
                    <a:pt x="301" y="7466"/>
                    <a:pt x="777" y="8920"/>
                  </a:cubicBezTo>
                  <a:cubicBezTo>
                    <a:pt x="1228" y="10273"/>
                    <a:pt x="1905" y="11602"/>
                    <a:pt x="2933" y="12629"/>
                  </a:cubicBezTo>
                  <a:cubicBezTo>
                    <a:pt x="3955" y="13666"/>
                    <a:pt x="5461" y="14333"/>
                    <a:pt x="6915" y="14333"/>
                  </a:cubicBezTo>
                  <a:cubicBezTo>
                    <a:pt x="8028" y="14333"/>
                    <a:pt x="9111" y="13943"/>
                    <a:pt x="9925" y="13030"/>
                  </a:cubicBezTo>
                  <a:cubicBezTo>
                    <a:pt x="10903" y="11953"/>
                    <a:pt x="11254" y="10474"/>
                    <a:pt x="11354" y="9070"/>
                  </a:cubicBezTo>
                  <a:cubicBezTo>
                    <a:pt x="11429" y="7717"/>
                    <a:pt x="11228" y="6339"/>
                    <a:pt x="10752" y="5085"/>
                  </a:cubicBezTo>
                  <a:cubicBezTo>
                    <a:pt x="10201" y="3657"/>
                    <a:pt x="9349" y="2379"/>
                    <a:pt x="8146" y="1451"/>
                  </a:cubicBezTo>
                  <a:cubicBezTo>
                    <a:pt x="7494" y="950"/>
                    <a:pt x="6717" y="524"/>
                    <a:pt x="5915" y="374"/>
                  </a:cubicBezTo>
                  <a:cubicBezTo>
                    <a:pt x="5865" y="324"/>
                    <a:pt x="5815" y="248"/>
                    <a:pt x="5740" y="223"/>
                  </a:cubicBezTo>
                  <a:cubicBezTo>
                    <a:pt x="5354" y="70"/>
                    <a:pt x="4952" y="0"/>
                    <a:pt x="455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24"/>
            <p:cNvSpPr/>
            <p:nvPr/>
          </p:nvSpPr>
          <p:spPr>
            <a:xfrm>
              <a:off x="1313785" y="2704446"/>
              <a:ext cx="283982" cy="1069445"/>
            </a:xfrm>
            <a:custGeom>
              <a:rect b="b" l="l" r="r" t="t"/>
              <a:pathLst>
                <a:path extrusionOk="0" h="58522" w="15540">
                  <a:moveTo>
                    <a:pt x="627" y="0"/>
                  </a:moveTo>
                  <a:lnTo>
                    <a:pt x="0" y="151"/>
                  </a:lnTo>
                  <a:lnTo>
                    <a:pt x="25" y="226"/>
                  </a:lnTo>
                  <a:lnTo>
                    <a:pt x="14838" y="58296"/>
                  </a:lnTo>
                  <a:lnTo>
                    <a:pt x="14888" y="58522"/>
                  </a:lnTo>
                  <a:lnTo>
                    <a:pt x="15539" y="58371"/>
                  </a:lnTo>
                  <a:lnTo>
                    <a:pt x="15514" y="58296"/>
                  </a:lnTo>
                  <a:lnTo>
                    <a:pt x="702" y="226"/>
                  </a:lnTo>
                  <a:lnTo>
                    <a:pt x="62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24"/>
            <p:cNvSpPr/>
            <p:nvPr/>
          </p:nvSpPr>
          <p:spPr>
            <a:xfrm>
              <a:off x="1640803" y="3700136"/>
              <a:ext cx="612827" cy="12390"/>
            </a:xfrm>
            <a:custGeom>
              <a:rect b="b" l="l" r="r" t="t"/>
              <a:pathLst>
                <a:path extrusionOk="0" h="678" w="33535">
                  <a:moveTo>
                    <a:pt x="0" y="1"/>
                  </a:moveTo>
                  <a:lnTo>
                    <a:pt x="0" y="677"/>
                  </a:lnTo>
                  <a:lnTo>
                    <a:pt x="33534" y="677"/>
                  </a:lnTo>
                  <a:lnTo>
                    <a:pt x="33534" y="201"/>
                  </a:lnTo>
                  <a:lnTo>
                    <a:pt x="3353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24"/>
            <p:cNvSpPr/>
            <p:nvPr/>
          </p:nvSpPr>
          <p:spPr>
            <a:xfrm>
              <a:off x="2618639" y="2661739"/>
              <a:ext cx="84281" cy="232576"/>
            </a:xfrm>
            <a:custGeom>
              <a:rect b="b" l="l" r="r" t="t"/>
              <a:pathLst>
                <a:path extrusionOk="0" h="12727" w="4612">
                  <a:moveTo>
                    <a:pt x="3926" y="0"/>
                  </a:moveTo>
                  <a:cubicBezTo>
                    <a:pt x="3816" y="0"/>
                    <a:pt x="3710" y="69"/>
                    <a:pt x="3710" y="207"/>
                  </a:cubicBezTo>
                  <a:cubicBezTo>
                    <a:pt x="3735" y="1259"/>
                    <a:pt x="3760" y="2287"/>
                    <a:pt x="3760" y="3340"/>
                  </a:cubicBezTo>
                  <a:cubicBezTo>
                    <a:pt x="3785" y="4292"/>
                    <a:pt x="4010" y="5520"/>
                    <a:pt x="3710" y="6447"/>
                  </a:cubicBezTo>
                  <a:cubicBezTo>
                    <a:pt x="3233" y="7926"/>
                    <a:pt x="1278" y="7625"/>
                    <a:pt x="502" y="8853"/>
                  </a:cubicBezTo>
                  <a:cubicBezTo>
                    <a:pt x="0" y="9630"/>
                    <a:pt x="201" y="10683"/>
                    <a:pt x="702" y="11435"/>
                  </a:cubicBezTo>
                  <a:cubicBezTo>
                    <a:pt x="1436" y="12436"/>
                    <a:pt x="2703" y="12726"/>
                    <a:pt x="3890" y="12726"/>
                  </a:cubicBezTo>
                  <a:cubicBezTo>
                    <a:pt x="4041" y="12726"/>
                    <a:pt x="4190" y="12722"/>
                    <a:pt x="4336" y="12713"/>
                  </a:cubicBezTo>
                  <a:cubicBezTo>
                    <a:pt x="4612" y="12713"/>
                    <a:pt x="4612" y="12287"/>
                    <a:pt x="4336" y="12287"/>
                  </a:cubicBezTo>
                  <a:cubicBezTo>
                    <a:pt x="4250" y="12291"/>
                    <a:pt x="4160" y="12293"/>
                    <a:pt x="4070" y="12293"/>
                  </a:cubicBezTo>
                  <a:cubicBezTo>
                    <a:pt x="2528" y="12293"/>
                    <a:pt x="440" y="11671"/>
                    <a:pt x="677" y="9731"/>
                  </a:cubicBezTo>
                  <a:cubicBezTo>
                    <a:pt x="852" y="8252"/>
                    <a:pt x="2481" y="8327"/>
                    <a:pt x="3409" y="7600"/>
                  </a:cubicBezTo>
                  <a:cubicBezTo>
                    <a:pt x="4186" y="6999"/>
                    <a:pt x="4236" y="6122"/>
                    <a:pt x="4236" y="5219"/>
                  </a:cubicBezTo>
                  <a:cubicBezTo>
                    <a:pt x="4236" y="3540"/>
                    <a:pt x="4186" y="1886"/>
                    <a:pt x="4161" y="207"/>
                  </a:cubicBezTo>
                  <a:cubicBezTo>
                    <a:pt x="4148" y="69"/>
                    <a:pt x="4035" y="0"/>
                    <a:pt x="39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24"/>
            <p:cNvSpPr/>
            <p:nvPr/>
          </p:nvSpPr>
          <p:spPr>
            <a:xfrm>
              <a:off x="2644168" y="2965512"/>
              <a:ext cx="198970" cy="61566"/>
            </a:xfrm>
            <a:custGeom>
              <a:rect b="b" l="l" r="r" t="t"/>
              <a:pathLst>
                <a:path extrusionOk="0" h="3369" w="10888">
                  <a:moveTo>
                    <a:pt x="5362" y="1"/>
                  </a:moveTo>
                  <a:cubicBezTo>
                    <a:pt x="3384" y="1"/>
                    <a:pt x="1399" y="917"/>
                    <a:pt x="107" y="2757"/>
                  </a:cubicBezTo>
                  <a:cubicBezTo>
                    <a:pt x="1" y="2916"/>
                    <a:pt x="145" y="3076"/>
                    <a:pt x="301" y="3076"/>
                  </a:cubicBezTo>
                  <a:cubicBezTo>
                    <a:pt x="365" y="3076"/>
                    <a:pt x="432" y="3048"/>
                    <a:pt x="483" y="2982"/>
                  </a:cubicBezTo>
                  <a:cubicBezTo>
                    <a:pt x="1675" y="1268"/>
                    <a:pt x="3515" y="420"/>
                    <a:pt x="5355" y="420"/>
                  </a:cubicBezTo>
                  <a:cubicBezTo>
                    <a:pt x="7308" y="420"/>
                    <a:pt x="9259" y="1374"/>
                    <a:pt x="10433" y="3258"/>
                  </a:cubicBezTo>
                  <a:cubicBezTo>
                    <a:pt x="10472" y="3336"/>
                    <a:pt x="10535" y="3368"/>
                    <a:pt x="10600" y="3368"/>
                  </a:cubicBezTo>
                  <a:cubicBezTo>
                    <a:pt x="10741" y="3368"/>
                    <a:pt x="10887" y="3213"/>
                    <a:pt x="10784" y="3058"/>
                  </a:cubicBezTo>
                  <a:cubicBezTo>
                    <a:pt x="9535" y="1023"/>
                    <a:pt x="7452" y="1"/>
                    <a:pt x="53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24"/>
            <p:cNvSpPr/>
            <p:nvPr/>
          </p:nvSpPr>
          <p:spPr>
            <a:xfrm>
              <a:off x="2394213" y="2629320"/>
              <a:ext cx="192373" cy="201090"/>
            </a:xfrm>
            <a:custGeom>
              <a:rect b="b" l="l" r="r" t="t"/>
              <a:pathLst>
                <a:path extrusionOk="0" h="11004" w="10527">
                  <a:moveTo>
                    <a:pt x="9349" y="1"/>
                  </a:moveTo>
                  <a:cubicBezTo>
                    <a:pt x="6888" y="2142"/>
                    <a:pt x="3413" y="3461"/>
                    <a:pt x="180" y="3461"/>
                  </a:cubicBezTo>
                  <a:cubicBezTo>
                    <a:pt x="120" y="3461"/>
                    <a:pt x="60" y="3460"/>
                    <a:pt x="1" y="3459"/>
                  </a:cubicBezTo>
                  <a:lnTo>
                    <a:pt x="1" y="3459"/>
                  </a:lnTo>
                  <a:cubicBezTo>
                    <a:pt x="126" y="5214"/>
                    <a:pt x="402" y="6893"/>
                    <a:pt x="1379" y="8397"/>
                  </a:cubicBezTo>
                  <a:cubicBezTo>
                    <a:pt x="1655" y="8798"/>
                    <a:pt x="1955" y="9149"/>
                    <a:pt x="2281" y="9475"/>
                  </a:cubicBezTo>
                  <a:cubicBezTo>
                    <a:pt x="2156" y="9299"/>
                    <a:pt x="2056" y="9124"/>
                    <a:pt x="1980" y="8923"/>
                  </a:cubicBezTo>
                  <a:cubicBezTo>
                    <a:pt x="1454" y="7595"/>
                    <a:pt x="1830" y="6216"/>
                    <a:pt x="2833" y="5815"/>
                  </a:cubicBezTo>
                  <a:cubicBezTo>
                    <a:pt x="3015" y="5741"/>
                    <a:pt x="3206" y="5705"/>
                    <a:pt x="3401" y="5705"/>
                  </a:cubicBezTo>
                  <a:cubicBezTo>
                    <a:pt x="4252" y="5705"/>
                    <a:pt x="5161" y="6384"/>
                    <a:pt x="5590" y="7444"/>
                  </a:cubicBezTo>
                  <a:cubicBezTo>
                    <a:pt x="6116" y="8748"/>
                    <a:pt x="5740" y="10151"/>
                    <a:pt x="4737" y="10552"/>
                  </a:cubicBezTo>
                  <a:cubicBezTo>
                    <a:pt x="4546" y="10629"/>
                    <a:pt x="4354" y="10662"/>
                    <a:pt x="4152" y="10662"/>
                  </a:cubicBezTo>
                  <a:cubicBezTo>
                    <a:pt x="4089" y="10662"/>
                    <a:pt x="4026" y="10658"/>
                    <a:pt x="3960" y="10653"/>
                  </a:cubicBezTo>
                  <a:lnTo>
                    <a:pt x="3960" y="10653"/>
                  </a:lnTo>
                  <a:cubicBezTo>
                    <a:pt x="4494" y="10872"/>
                    <a:pt x="5056" y="11003"/>
                    <a:pt x="5636" y="11003"/>
                  </a:cubicBezTo>
                  <a:cubicBezTo>
                    <a:pt x="5983" y="11003"/>
                    <a:pt x="6336" y="10956"/>
                    <a:pt x="6692" y="10853"/>
                  </a:cubicBezTo>
                  <a:cubicBezTo>
                    <a:pt x="8948" y="10201"/>
                    <a:pt x="10176" y="7921"/>
                    <a:pt x="10377" y="5690"/>
                  </a:cubicBezTo>
                  <a:cubicBezTo>
                    <a:pt x="10527" y="3735"/>
                    <a:pt x="10001" y="1830"/>
                    <a:pt x="934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24"/>
            <p:cNvSpPr/>
            <p:nvPr/>
          </p:nvSpPr>
          <p:spPr>
            <a:xfrm>
              <a:off x="2385971" y="2623838"/>
              <a:ext cx="213443" cy="214320"/>
            </a:xfrm>
            <a:custGeom>
              <a:rect b="b" l="l" r="r" t="t"/>
              <a:pathLst>
                <a:path extrusionOk="0" h="11728" w="11680">
                  <a:moveTo>
                    <a:pt x="10151" y="0"/>
                  </a:moveTo>
                  <a:cubicBezTo>
                    <a:pt x="10026" y="100"/>
                    <a:pt x="9925" y="201"/>
                    <a:pt x="9800" y="301"/>
                  </a:cubicBezTo>
                  <a:cubicBezTo>
                    <a:pt x="10452" y="2130"/>
                    <a:pt x="10978" y="4035"/>
                    <a:pt x="10828" y="5990"/>
                  </a:cubicBezTo>
                  <a:cubicBezTo>
                    <a:pt x="10627" y="8221"/>
                    <a:pt x="9399" y="10501"/>
                    <a:pt x="7143" y="11153"/>
                  </a:cubicBezTo>
                  <a:cubicBezTo>
                    <a:pt x="6787" y="11256"/>
                    <a:pt x="6434" y="11303"/>
                    <a:pt x="6087" y="11303"/>
                  </a:cubicBezTo>
                  <a:cubicBezTo>
                    <a:pt x="5507" y="11303"/>
                    <a:pt x="4945" y="11172"/>
                    <a:pt x="4411" y="10953"/>
                  </a:cubicBezTo>
                  <a:cubicBezTo>
                    <a:pt x="3785" y="10877"/>
                    <a:pt x="3158" y="10451"/>
                    <a:pt x="2732" y="9775"/>
                  </a:cubicBezTo>
                  <a:cubicBezTo>
                    <a:pt x="2406" y="9449"/>
                    <a:pt x="2106" y="9098"/>
                    <a:pt x="1830" y="8697"/>
                  </a:cubicBezTo>
                  <a:cubicBezTo>
                    <a:pt x="853" y="7193"/>
                    <a:pt x="577" y="5514"/>
                    <a:pt x="452" y="3759"/>
                  </a:cubicBezTo>
                  <a:lnTo>
                    <a:pt x="0" y="3759"/>
                  </a:lnTo>
                  <a:cubicBezTo>
                    <a:pt x="151" y="5739"/>
                    <a:pt x="502" y="7669"/>
                    <a:pt x="1755" y="9323"/>
                  </a:cubicBezTo>
                  <a:cubicBezTo>
                    <a:pt x="2779" y="10689"/>
                    <a:pt x="4348" y="11728"/>
                    <a:pt x="6061" y="11728"/>
                  </a:cubicBezTo>
                  <a:cubicBezTo>
                    <a:pt x="6359" y="11728"/>
                    <a:pt x="6663" y="11696"/>
                    <a:pt x="6968" y="11629"/>
                  </a:cubicBezTo>
                  <a:cubicBezTo>
                    <a:pt x="9023" y="11203"/>
                    <a:pt x="10502" y="9399"/>
                    <a:pt x="11003" y="7419"/>
                  </a:cubicBezTo>
                  <a:cubicBezTo>
                    <a:pt x="11680" y="4912"/>
                    <a:pt x="10978" y="2356"/>
                    <a:pt x="10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24"/>
            <p:cNvSpPr/>
            <p:nvPr/>
          </p:nvSpPr>
          <p:spPr>
            <a:xfrm>
              <a:off x="2420784" y="2733575"/>
              <a:ext cx="85195" cy="90585"/>
            </a:xfrm>
            <a:custGeom>
              <a:rect b="b" l="l" r="r" t="t"/>
              <a:pathLst>
                <a:path extrusionOk="0" h="4957" w="4662">
                  <a:moveTo>
                    <a:pt x="1947" y="0"/>
                  </a:moveTo>
                  <a:cubicBezTo>
                    <a:pt x="1752" y="0"/>
                    <a:pt x="1561" y="36"/>
                    <a:pt x="1379" y="110"/>
                  </a:cubicBezTo>
                  <a:cubicBezTo>
                    <a:pt x="376" y="511"/>
                    <a:pt x="0" y="1890"/>
                    <a:pt x="526" y="3218"/>
                  </a:cubicBezTo>
                  <a:cubicBezTo>
                    <a:pt x="602" y="3419"/>
                    <a:pt x="702" y="3594"/>
                    <a:pt x="827" y="3770"/>
                  </a:cubicBezTo>
                  <a:cubicBezTo>
                    <a:pt x="1253" y="4446"/>
                    <a:pt x="1880" y="4872"/>
                    <a:pt x="2506" y="4948"/>
                  </a:cubicBezTo>
                  <a:cubicBezTo>
                    <a:pt x="2572" y="4953"/>
                    <a:pt x="2635" y="4957"/>
                    <a:pt x="2698" y="4957"/>
                  </a:cubicBezTo>
                  <a:cubicBezTo>
                    <a:pt x="2900" y="4957"/>
                    <a:pt x="3092" y="4924"/>
                    <a:pt x="3283" y="4847"/>
                  </a:cubicBezTo>
                  <a:cubicBezTo>
                    <a:pt x="4286" y="4446"/>
                    <a:pt x="4662" y="3043"/>
                    <a:pt x="4136" y="1739"/>
                  </a:cubicBezTo>
                  <a:cubicBezTo>
                    <a:pt x="3707" y="679"/>
                    <a:pt x="2798" y="0"/>
                    <a:pt x="19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24"/>
            <p:cNvSpPr/>
            <p:nvPr/>
          </p:nvSpPr>
          <p:spPr>
            <a:xfrm>
              <a:off x="2356660" y="2584439"/>
              <a:ext cx="238186" cy="100581"/>
            </a:xfrm>
            <a:custGeom>
              <a:rect b="b" l="l" r="r" t="t"/>
              <a:pathLst>
                <a:path extrusionOk="0" h="5504" w="13034">
                  <a:moveTo>
                    <a:pt x="13033" y="1"/>
                  </a:moveTo>
                  <a:lnTo>
                    <a:pt x="0" y="5264"/>
                  </a:lnTo>
                  <a:cubicBezTo>
                    <a:pt x="723" y="5426"/>
                    <a:pt x="1477" y="5503"/>
                    <a:pt x="2244" y="5503"/>
                  </a:cubicBezTo>
                  <a:cubicBezTo>
                    <a:pt x="6347" y="5503"/>
                    <a:pt x="10837" y="3294"/>
                    <a:pt x="13033"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24"/>
            <p:cNvSpPr/>
            <p:nvPr/>
          </p:nvSpPr>
          <p:spPr>
            <a:xfrm>
              <a:off x="2344580" y="2578061"/>
              <a:ext cx="261778" cy="114506"/>
            </a:xfrm>
            <a:custGeom>
              <a:rect b="b" l="l" r="r" t="t"/>
              <a:pathLst>
                <a:path extrusionOk="0" h="6266" w="14325">
                  <a:moveTo>
                    <a:pt x="14035" y="0"/>
                  </a:moveTo>
                  <a:cubicBezTo>
                    <a:pt x="13971" y="0"/>
                    <a:pt x="13908" y="29"/>
                    <a:pt x="13869" y="99"/>
                  </a:cubicBezTo>
                  <a:cubicBezTo>
                    <a:pt x="13819" y="174"/>
                    <a:pt x="13744" y="274"/>
                    <a:pt x="13694" y="350"/>
                  </a:cubicBezTo>
                  <a:cubicBezTo>
                    <a:pt x="11498" y="3643"/>
                    <a:pt x="7008" y="5852"/>
                    <a:pt x="2905" y="5852"/>
                  </a:cubicBezTo>
                  <a:cubicBezTo>
                    <a:pt x="2138" y="5852"/>
                    <a:pt x="1384" y="5775"/>
                    <a:pt x="661" y="5613"/>
                  </a:cubicBezTo>
                  <a:cubicBezTo>
                    <a:pt x="561" y="5588"/>
                    <a:pt x="461" y="5563"/>
                    <a:pt x="361" y="5538"/>
                  </a:cubicBezTo>
                  <a:cubicBezTo>
                    <a:pt x="346" y="5535"/>
                    <a:pt x="332" y="5533"/>
                    <a:pt x="318" y="5533"/>
                  </a:cubicBezTo>
                  <a:cubicBezTo>
                    <a:pt x="97" y="5533"/>
                    <a:pt x="1" y="5893"/>
                    <a:pt x="260" y="5964"/>
                  </a:cubicBezTo>
                  <a:cubicBezTo>
                    <a:pt x="912" y="6114"/>
                    <a:pt x="1589" y="6214"/>
                    <a:pt x="2265" y="6264"/>
                  </a:cubicBezTo>
                  <a:lnTo>
                    <a:pt x="2717" y="6264"/>
                  </a:lnTo>
                  <a:cubicBezTo>
                    <a:pt x="2776" y="6265"/>
                    <a:pt x="2836" y="6266"/>
                    <a:pt x="2896" y="6266"/>
                  </a:cubicBezTo>
                  <a:cubicBezTo>
                    <a:pt x="6129" y="6266"/>
                    <a:pt x="9604" y="4947"/>
                    <a:pt x="12065" y="2806"/>
                  </a:cubicBezTo>
                  <a:cubicBezTo>
                    <a:pt x="12190" y="2706"/>
                    <a:pt x="12291" y="2605"/>
                    <a:pt x="12416" y="2505"/>
                  </a:cubicBezTo>
                  <a:cubicBezTo>
                    <a:pt x="13118" y="1828"/>
                    <a:pt x="13744" y="1102"/>
                    <a:pt x="14220" y="300"/>
                  </a:cubicBezTo>
                  <a:cubicBezTo>
                    <a:pt x="14324" y="144"/>
                    <a:pt x="14177" y="0"/>
                    <a:pt x="140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p24"/>
            <p:cNvSpPr/>
            <p:nvPr/>
          </p:nvSpPr>
          <p:spPr>
            <a:xfrm>
              <a:off x="2345202" y="2863651"/>
              <a:ext cx="192848" cy="173313"/>
            </a:xfrm>
            <a:custGeom>
              <a:rect b="b" l="l" r="r" t="t"/>
              <a:pathLst>
                <a:path extrusionOk="0" h="9484" w="10553">
                  <a:moveTo>
                    <a:pt x="5450" y="1"/>
                  </a:moveTo>
                  <a:cubicBezTo>
                    <a:pt x="3416" y="1"/>
                    <a:pt x="1458" y="1338"/>
                    <a:pt x="803" y="3343"/>
                  </a:cubicBezTo>
                  <a:cubicBezTo>
                    <a:pt x="1" y="5850"/>
                    <a:pt x="1630" y="8556"/>
                    <a:pt x="4061" y="9333"/>
                  </a:cubicBezTo>
                  <a:cubicBezTo>
                    <a:pt x="4451" y="9435"/>
                    <a:pt x="4849" y="9483"/>
                    <a:pt x="5246" y="9483"/>
                  </a:cubicBezTo>
                  <a:cubicBezTo>
                    <a:pt x="7395" y="9483"/>
                    <a:pt x="9493" y="8054"/>
                    <a:pt x="10001" y="5875"/>
                  </a:cubicBezTo>
                  <a:cubicBezTo>
                    <a:pt x="10552" y="3519"/>
                    <a:pt x="9124" y="937"/>
                    <a:pt x="6818" y="210"/>
                  </a:cubicBezTo>
                  <a:cubicBezTo>
                    <a:pt x="6367" y="68"/>
                    <a:pt x="5907" y="1"/>
                    <a:pt x="545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p24"/>
            <p:cNvSpPr/>
            <p:nvPr/>
          </p:nvSpPr>
          <p:spPr>
            <a:xfrm>
              <a:off x="2343374" y="2856926"/>
              <a:ext cx="201090" cy="188005"/>
            </a:xfrm>
            <a:custGeom>
              <a:rect b="b" l="l" r="r" t="t"/>
              <a:pathLst>
                <a:path extrusionOk="0" h="10288" w="11004">
                  <a:moveTo>
                    <a:pt x="5550" y="369"/>
                  </a:moveTo>
                  <a:cubicBezTo>
                    <a:pt x="6007" y="369"/>
                    <a:pt x="6467" y="436"/>
                    <a:pt x="6918" y="578"/>
                  </a:cubicBezTo>
                  <a:cubicBezTo>
                    <a:pt x="9224" y="1305"/>
                    <a:pt x="10652" y="3887"/>
                    <a:pt x="10101" y="6243"/>
                  </a:cubicBezTo>
                  <a:cubicBezTo>
                    <a:pt x="9593" y="8422"/>
                    <a:pt x="7495" y="9851"/>
                    <a:pt x="5346" y="9851"/>
                  </a:cubicBezTo>
                  <a:cubicBezTo>
                    <a:pt x="4949" y="9851"/>
                    <a:pt x="4551" y="9803"/>
                    <a:pt x="4161" y="9701"/>
                  </a:cubicBezTo>
                  <a:cubicBezTo>
                    <a:pt x="1730" y="8924"/>
                    <a:pt x="101" y="6218"/>
                    <a:pt x="903" y="3711"/>
                  </a:cubicBezTo>
                  <a:cubicBezTo>
                    <a:pt x="1558" y="1706"/>
                    <a:pt x="3516" y="369"/>
                    <a:pt x="5550" y="369"/>
                  </a:cubicBezTo>
                  <a:close/>
                  <a:moveTo>
                    <a:pt x="5564" y="1"/>
                  </a:moveTo>
                  <a:cubicBezTo>
                    <a:pt x="3113" y="1"/>
                    <a:pt x="654" y="1660"/>
                    <a:pt x="301" y="4438"/>
                  </a:cubicBezTo>
                  <a:cubicBezTo>
                    <a:pt x="1" y="6944"/>
                    <a:pt x="1680" y="9376"/>
                    <a:pt x="4036" y="10127"/>
                  </a:cubicBezTo>
                  <a:cubicBezTo>
                    <a:pt x="4461" y="10235"/>
                    <a:pt x="4895" y="10287"/>
                    <a:pt x="5326" y="10287"/>
                  </a:cubicBezTo>
                  <a:cubicBezTo>
                    <a:pt x="7006" y="10287"/>
                    <a:pt x="8658" y="9498"/>
                    <a:pt x="9675" y="8122"/>
                  </a:cubicBezTo>
                  <a:cubicBezTo>
                    <a:pt x="11003" y="6368"/>
                    <a:pt x="10903" y="3912"/>
                    <a:pt x="9675" y="2132"/>
                  </a:cubicBezTo>
                  <a:cubicBezTo>
                    <a:pt x="8664" y="665"/>
                    <a:pt x="7116" y="1"/>
                    <a:pt x="55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24"/>
            <p:cNvSpPr/>
            <p:nvPr/>
          </p:nvSpPr>
          <p:spPr>
            <a:xfrm>
              <a:off x="2156045" y="1782090"/>
              <a:ext cx="684279" cy="848637"/>
            </a:xfrm>
            <a:custGeom>
              <a:rect b="b" l="l" r="r" t="t"/>
              <a:pathLst>
                <a:path extrusionOk="0" h="46439" w="37445">
                  <a:moveTo>
                    <a:pt x="27517" y="1048"/>
                  </a:moveTo>
                  <a:cubicBezTo>
                    <a:pt x="27798" y="1048"/>
                    <a:pt x="27838" y="1500"/>
                    <a:pt x="27545" y="1500"/>
                  </a:cubicBezTo>
                  <a:cubicBezTo>
                    <a:pt x="26993" y="1525"/>
                    <a:pt x="26417" y="1601"/>
                    <a:pt x="25866" y="1776"/>
                  </a:cubicBezTo>
                  <a:cubicBezTo>
                    <a:pt x="25844" y="1782"/>
                    <a:pt x="25822" y="1785"/>
                    <a:pt x="25801" y="1785"/>
                  </a:cubicBezTo>
                  <a:cubicBezTo>
                    <a:pt x="25565" y="1785"/>
                    <a:pt x="25437" y="1417"/>
                    <a:pt x="25690" y="1325"/>
                  </a:cubicBezTo>
                  <a:cubicBezTo>
                    <a:pt x="26292" y="1150"/>
                    <a:pt x="26893" y="1049"/>
                    <a:pt x="27495" y="1049"/>
                  </a:cubicBezTo>
                  <a:cubicBezTo>
                    <a:pt x="27502" y="1049"/>
                    <a:pt x="27510" y="1048"/>
                    <a:pt x="27517" y="1048"/>
                  </a:cubicBezTo>
                  <a:close/>
                  <a:moveTo>
                    <a:pt x="6190" y="11875"/>
                  </a:moveTo>
                  <a:cubicBezTo>
                    <a:pt x="6470" y="11875"/>
                    <a:pt x="6509" y="12304"/>
                    <a:pt x="6216" y="12353"/>
                  </a:cubicBezTo>
                  <a:cubicBezTo>
                    <a:pt x="6209" y="12353"/>
                    <a:pt x="6201" y="12354"/>
                    <a:pt x="6194" y="12354"/>
                  </a:cubicBezTo>
                  <a:cubicBezTo>
                    <a:pt x="5913" y="12354"/>
                    <a:pt x="5873" y="11901"/>
                    <a:pt x="6166" y="11876"/>
                  </a:cubicBezTo>
                  <a:cubicBezTo>
                    <a:pt x="6174" y="11876"/>
                    <a:pt x="6182" y="11875"/>
                    <a:pt x="6190" y="11875"/>
                  </a:cubicBezTo>
                  <a:close/>
                  <a:moveTo>
                    <a:pt x="19923" y="6959"/>
                  </a:moveTo>
                  <a:cubicBezTo>
                    <a:pt x="20102" y="6959"/>
                    <a:pt x="20270" y="7165"/>
                    <a:pt x="20101" y="7315"/>
                  </a:cubicBezTo>
                  <a:cubicBezTo>
                    <a:pt x="18146" y="9245"/>
                    <a:pt x="16417" y="11375"/>
                    <a:pt x="14888" y="13656"/>
                  </a:cubicBezTo>
                  <a:cubicBezTo>
                    <a:pt x="14846" y="13734"/>
                    <a:pt x="14785" y="13766"/>
                    <a:pt x="14724" y="13766"/>
                  </a:cubicBezTo>
                  <a:cubicBezTo>
                    <a:pt x="14569" y="13766"/>
                    <a:pt x="14411" y="13560"/>
                    <a:pt x="14537" y="13380"/>
                  </a:cubicBezTo>
                  <a:cubicBezTo>
                    <a:pt x="16041" y="11074"/>
                    <a:pt x="17770" y="8969"/>
                    <a:pt x="19750" y="7039"/>
                  </a:cubicBezTo>
                  <a:cubicBezTo>
                    <a:pt x="19801" y="6982"/>
                    <a:pt x="19863" y="6959"/>
                    <a:pt x="19923" y="6959"/>
                  </a:cubicBezTo>
                  <a:close/>
                  <a:moveTo>
                    <a:pt x="23605" y="14686"/>
                  </a:moveTo>
                  <a:cubicBezTo>
                    <a:pt x="23744" y="14686"/>
                    <a:pt x="23878" y="14778"/>
                    <a:pt x="23836" y="14934"/>
                  </a:cubicBezTo>
                  <a:cubicBezTo>
                    <a:pt x="23760" y="15160"/>
                    <a:pt x="23710" y="15360"/>
                    <a:pt x="23660" y="15561"/>
                  </a:cubicBezTo>
                  <a:cubicBezTo>
                    <a:pt x="23628" y="15680"/>
                    <a:pt x="23520" y="15734"/>
                    <a:pt x="23414" y="15734"/>
                  </a:cubicBezTo>
                  <a:cubicBezTo>
                    <a:pt x="23276" y="15734"/>
                    <a:pt x="23141" y="15642"/>
                    <a:pt x="23184" y="15485"/>
                  </a:cubicBezTo>
                  <a:cubicBezTo>
                    <a:pt x="23259" y="15285"/>
                    <a:pt x="23309" y="15084"/>
                    <a:pt x="23359" y="14859"/>
                  </a:cubicBezTo>
                  <a:cubicBezTo>
                    <a:pt x="23392" y="14740"/>
                    <a:pt x="23500" y="14686"/>
                    <a:pt x="23605" y="14686"/>
                  </a:cubicBezTo>
                  <a:close/>
                  <a:moveTo>
                    <a:pt x="18542" y="14532"/>
                  </a:moveTo>
                  <a:cubicBezTo>
                    <a:pt x="18648" y="14532"/>
                    <a:pt x="18748" y="14596"/>
                    <a:pt x="18748" y="14734"/>
                  </a:cubicBezTo>
                  <a:cubicBezTo>
                    <a:pt x="18798" y="15185"/>
                    <a:pt x="18698" y="15636"/>
                    <a:pt x="18497" y="16062"/>
                  </a:cubicBezTo>
                  <a:cubicBezTo>
                    <a:pt x="18455" y="16155"/>
                    <a:pt x="18378" y="16194"/>
                    <a:pt x="18300" y="16194"/>
                  </a:cubicBezTo>
                  <a:cubicBezTo>
                    <a:pt x="18147" y="16194"/>
                    <a:pt x="17988" y="16044"/>
                    <a:pt x="18071" y="15861"/>
                  </a:cubicBezTo>
                  <a:cubicBezTo>
                    <a:pt x="18247" y="15536"/>
                    <a:pt x="18322" y="15160"/>
                    <a:pt x="18297" y="14784"/>
                  </a:cubicBezTo>
                  <a:cubicBezTo>
                    <a:pt x="18283" y="14621"/>
                    <a:pt x="18416" y="14532"/>
                    <a:pt x="18542" y="14532"/>
                  </a:cubicBezTo>
                  <a:close/>
                  <a:moveTo>
                    <a:pt x="19591" y="14778"/>
                  </a:moveTo>
                  <a:cubicBezTo>
                    <a:pt x="19696" y="14778"/>
                    <a:pt x="19803" y="14836"/>
                    <a:pt x="19826" y="14959"/>
                  </a:cubicBezTo>
                  <a:cubicBezTo>
                    <a:pt x="19926" y="15410"/>
                    <a:pt x="19876" y="15861"/>
                    <a:pt x="19700" y="16287"/>
                  </a:cubicBezTo>
                  <a:cubicBezTo>
                    <a:pt x="19666" y="16380"/>
                    <a:pt x="19595" y="16419"/>
                    <a:pt x="19520" y="16419"/>
                  </a:cubicBezTo>
                  <a:cubicBezTo>
                    <a:pt x="19372" y="16419"/>
                    <a:pt x="19208" y="16270"/>
                    <a:pt x="19274" y="16087"/>
                  </a:cubicBezTo>
                  <a:cubicBezTo>
                    <a:pt x="19425" y="15736"/>
                    <a:pt x="19450" y="15385"/>
                    <a:pt x="19374" y="15034"/>
                  </a:cubicBezTo>
                  <a:cubicBezTo>
                    <a:pt x="19333" y="14868"/>
                    <a:pt x="19460" y="14778"/>
                    <a:pt x="19591" y="14778"/>
                  </a:cubicBezTo>
                  <a:close/>
                  <a:moveTo>
                    <a:pt x="12304" y="17089"/>
                  </a:moveTo>
                  <a:cubicBezTo>
                    <a:pt x="12585" y="17089"/>
                    <a:pt x="12625" y="17541"/>
                    <a:pt x="12332" y="17566"/>
                  </a:cubicBezTo>
                  <a:cubicBezTo>
                    <a:pt x="12324" y="17566"/>
                    <a:pt x="12316" y="17567"/>
                    <a:pt x="12308" y="17567"/>
                  </a:cubicBezTo>
                  <a:cubicBezTo>
                    <a:pt x="12029" y="17567"/>
                    <a:pt x="11989" y="17138"/>
                    <a:pt x="12282" y="17089"/>
                  </a:cubicBezTo>
                  <a:cubicBezTo>
                    <a:pt x="12289" y="17089"/>
                    <a:pt x="12297" y="17089"/>
                    <a:pt x="12304" y="17089"/>
                  </a:cubicBezTo>
                  <a:close/>
                  <a:moveTo>
                    <a:pt x="4727" y="13585"/>
                  </a:moveTo>
                  <a:cubicBezTo>
                    <a:pt x="4887" y="13585"/>
                    <a:pt x="5046" y="13724"/>
                    <a:pt x="4963" y="13907"/>
                  </a:cubicBezTo>
                  <a:cubicBezTo>
                    <a:pt x="4161" y="15410"/>
                    <a:pt x="3560" y="16989"/>
                    <a:pt x="3134" y="18643"/>
                  </a:cubicBezTo>
                  <a:cubicBezTo>
                    <a:pt x="3101" y="18775"/>
                    <a:pt x="2991" y="18835"/>
                    <a:pt x="2884" y="18835"/>
                  </a:cubicBezTo>
                  <a:cubicBezTo>
                    <a:pt x="2747" y="18835"/>
                    <a:pt x="2615" y="18737"/>
                    <a:pt x="2658" y="18568"/>
                  </a:cubicBezTo>
                  <a:cubicBezTo>
                    <a:pt x="3109" y="16889"/>
                    <a:pt x="3710" y="15260"/>
                    <a:pt x="4512" y="13706"/>
                  </a:cubicBezTo>
                  <a:cubicBezTo>
                    <a:pt x="4563" y="13621"/>
                    <a:pt x="4645" y="13585"/>
                    <a:pt x="4727" y="13585"/>
                  </a:cubicBezTo>
                  <a:close/>
                  <a:moveTo>
                    <a:pt x="31158" y="13123"/>
                  </a:moveTo>
                  <a:cubicBezTo>
                    <a:pt x="31306" y="13123"/>
                    <a:pt x="31471" y="13273"/>
                    <a:pt x="31405" y="13455"/>
                  </a:cubicBezTo>
                  <a:cubicBezTo>
                    <a:pt x="31079" y="14558"/>
                    <a:pt x="30678" y="15861"/>
                    <a:pt x="31405" y="16889"/>
                  </a:cubicBezTo>
                  <a:cubicBezTo>
                    <a:pt x="31856" y="17490"/>
                    <a:pt x="32557" y="17841"/>
                    <a:pt x="33159" y="18242"/>
                  </a:cubicBezTo>
                  <a:cubicBezTo>
                    <a:pt x="34061" y="18844"/>
                    <a:pt x="34838" y="19596"/>
                    <a:pt x="34813" y="20749"/>
                  </a:cubicBezTo>
                  <a:cubicBezTo>
                    <a:pt x="34813" y="20911"/>
                    <a:pt x="34674" y="21001"/>
                    <a:pt x="34545" y="21001"/>
                  </a:cubicBezTo>
                  <a:cubicBezTo>
                    <a:pt x="34437" y="21001"/>
                    <a:pt x="34337" y="20937"/>
                    <a:pt x="34337" y="20799"/>
                  </a:cubicBezTo>
                  <a:cubicBezTo>
                    <a:pt x="34387" y="18769"/>
                    <a:pt x="31881" y="18468"/>
                    <a:pt x="30953" y="17039"/>
                  </a:cubicBezTo>
                  <a:cubicBezTo>
                    <a:pt x="30202" y="15861"/>
                    <a:pt x="30603" y="14483"/>
                    <a:pt x="30978" y="13255"/>
                  </a:cubicBezTo>
                  <a:cubicBezTo>
                    <a:pt x="31012" y="13162"/>
                    <a:pt x="31083" y="13123"/>
                    <a:pt x="31158" y="13123"/>
                  </a:cubicBezTo>
                  <a:close/>
                  <a:moveTo>
                    <a:pt x="24184" y="20973"/>
                  </a:moveTo>
                  <a:cubicBezTo>
                    <a:pt x="24464" y="20973"/>
                    <a:pt x="24505" y="21426"/>
                    <a:pt x="24212" y="21450"/>
                  </a:cubicBezTo>
                  <a:cubicBezTo>
                    <a:pt x="24161" y="21450"/>
                    <a:pt x="24136" y="21450"/>
                    <a:pt x="24086" y="21475"/>
                  </a:cubicBezTo>
                  <a:cubicBezTo>
                    <a:pt x="24078" y="21476"/>
                    <a:pt x="24071" y="21476"/>
                    <a:pt x="24064" y="21476"/>
                  </a:cubicBezTo>
                  <a:cubicBezTo>
                    <a:pt x="23783" y="21476"/>
                    <a:pt x="23743" y="21024"/>
                    <a:pt x="24036" y="20999"/>
                  </a:cubicBezTo>
                  <a:cubicBezTo>
                    <a:pt x="24086" y="20999"/>
                    <a:pt x="24111" y="20999"/>
                    <a:pt x="24161" y="20974"/>
                  </a:cubicBezTo>
                  <a:cubicBezTo>
                    <a:pt x="24169" y="20974"/>
                    <a:pt x="24177" y="20973"/>
                    <a:pt x="24184" y="20973"/>
                  </a:cubicBezTo>
                  <a:close/>
                  <a:moveTo>
                    <a:pt x="27809" y="19021"/>
                  </a:moveTo>
                  <a:cubicBezTo>
                    <a:pt x="27870" y="19021"/>
                    <a:pt x="27929" y="19050"/>
                    <a:pt x="27971" y="19120"/>
                  </a:cubicBezTo>
                  <a:cubicBezTo>
                    <a:pt x="28422" y="19897"/>
                    <a:pt x="28698" y="20749"/>
                    <a:pt x="28698" y="21651"/>
                  </a:cubicBezTo>
                  <a:cubicBezTo>
                    <a:pt x="28712" y="21820"/>
                    <a:pt x="28568" y="21918"/>
                    <a:pt x="28439" y="21918"/>
                  </a:cubicBezTo>
                  <a:cubicBezTo>
                    <a:pt x="28338" y="21918"/>
                    <a:pt x="28247" y="21858"/>
                    <a:pt x="28247" y="21726"/>
                  </a:cubicBezTo>
                  <a:cubicBezTo>
                    <a:pt x="28222" y="20899"/>
                    <a:pt x="28021" y="20122"/>
                    <a:pt x="27595" y="19395"/>
                  </a:cubicBezTo>
                  <a:cubicBezTo>
                    <a:pt x="27487" y="19215"/>
                    <a:pt x="27652" y="19021"/>
                    <a:pt x="27809" y="19021"/>
                  </a:cubicBezTo>
                  <a:close/>
                  <a:moveTo>
                    <a:pt x="33327" y="22575"/>
                  </a:moveTo>
                  <a:cubicBezTo>
                    <a:pt x="33589" y="22575"/>
                    <a:pt x="33621" y="23006"/>
                    <a:pt x="33359" y="23029"/>
                  </a:cubicBezTo>
                  <a:cubicBezTo>
                    <a:pt x="33343" y="23032"/>
                    <a:pt x="33328" y="23033"/>
                    <a:pt x="33313" y="23033"/>
                  </a:cubicBezTo>
                  <a:cubicBezTo>
                    <a:pt x="33029" y="23033"/>
                    <a:pt x="32999" y="22602"/>
                    <a:pt x="33284" y="22578"/>
                  </a:cubicBezTo>
                  <a:cubicBezTo>
                    <a:pt x="33299" y="22576"/>
                    <a:pt x="33314" y="22575"/>
                    <a:pt x="33327" y="22575"/>
                  </a:cubicBezTo>
                  <a:close/>
                  <a:moveTo>
                    <a:pt x="16942" y="4159"/>
                  </a:moveTo>
                  <a:cubicBezTo>
                    <a:pt x="17156" y="4159"/>
                    <a:pt x="17259" y="4499"/>
                    <a:pt x="17018" y="4608"/>
                  </a:cubicBezTo>
                  <a:cubicBezTo>
                    <a:pt x="9124" y="8418"/>
                    <a:pt x="3886" y="16814"/>
                    <a:pt x="3911" y="25561"/>
                  </a:cubicBezTo>
                  <a:cubicBezTo>
                    <a:pt x="3911" y="25730"/>
                    <a:pt x="3760" y="25827"/>
                    <a:pt x="3629" y="25827"/>
                  </a:cubicBezTo>
                  <a:cubicBezTo>
                    <a:pt x="3526" y="25827"/>
                    <a:pt x="3434" y="25768"/>
                    <a:pt x="3434" y="25636"/>
                  </a:cubicBezTo>
                  <a:cubicBezTo>
                    <a:pt x="3409" y="16638"/>
                    <a:pt x="8748" y="8092"/>
                    <a:pt x="16843" y="4182"/>
                  </a:cubicBezTo>
                  <a:cubicBezTo>
                    <a:pt x="16878" y="4166"/>
                    <a:pt x="16911" y="4159"/>
                    <a:pt x="16942" y="4159"/>
                  </a:cubicBezTo>
                  <a:close/>
                  <a:moveTo>
                    <a:pt x="30074" y="27289"/>
                  </a:moveTo>
                  <a:cubicBezTo>
                    <a:pt x="30354" y="27289"/>
                    <a:pt x="30394" y="27742"/>
                    <a:pt x="30101" y="27766"/>
                  </a:cubicBezTo>
                  <a:cubicBezTo>
                    <a:pt x="30093" y="27767"/>
                    <a:pt x="30085" y="27767"/>
                    <a:pt x="30077" y="27767"/>
                  </a:cubicBezTo>
                  <a:cubicBezTo>
                    <a:pt x="29798" y="27767"/>
                    <a:pt x="29759" y="27339"/>
                    <a:pt x="30051" y="27290"/>
                  </a:cubicBezTo>
                  <a:cubicBezTo>
                    <a:pt x="30059" y="27289"/>
                    <a:pt x="30066" y="27289"/>
                    <a:pt x="30074" y="27289"/>
                  </a:cubicBezTo>
                  <a:close/>
                  <a:moveTo>
                    <a:pt x="25132" y="28439"/>
                  </a:moveTo>
                  <a:cubicBezTo>
                    <a:pt x="25394" y="28439"/>
                    <a:pt x="25425" y="28870"/>
                    <a:pt x="25139" y="28894"/>
                  </a:cubicBezTo>
                  <a:cubicBezTo>
                    <a:pt x="25124" y="28897"/>
                    <a:pt x="25109" y="28898"/>
                    <a:pt x="25096" y="28898"/>
                  </a:cubicBezTo>
                  <a:cubicBezTo>
                    <a:pt x="24834" y="28898"/>
                    <a:pt x="24803" y="28467"/>
                    <a:pt x="25089" y="28443"/>
                  </a:cubicBezTo>
                  <a:cubicBezTo>
                    <a:pt x="25104" y="28440"/>
                    <a:pt x="25118" y="28439"/>
                    <a:pt x="25132" y="28439"/>
                  </a:cubicBezTo>
                  <a:close/>
                  <a:moveTo>
                    <a:pt x="23159" y="23472"/>
                  </a:moveTo>
                  <a:cubicBezTo>
                    <a:pt x="23331" y="23472"/>
                    <a:pt x="23489" y="23671"/>
                    <a:pt x="23359" y="23856"/>
                  </a:cubicBezTo>
                  <a:cubicBezTo>
                    <a:pt x="22156" y="25385"/>
                    <a:pt x="21705" y="27215"/>
                    <a:pt x="22006" y="29145"/>
                  </a:cubicBezTo>
                  <a:cubicBezTo>
                    <a:pt x="22033" y="29295"/>
                    <a:pt x="21904" y="29378"/>
                    <a:pt x="21773" y="29378"/>
                  </a:cubicBezTo>
                  <a:cubicBezTo>
                    <a:pt x="21664" y="29378"/>
                    <a:pt x="21553" y="29320"/>
                    <a:pt x="21530" y="29195"/>
                  </a:cubicBezTo>
                  <a:cubicBezTo>
                    <a:pt x="21204" y="27165"/>
                    <a:pt x="21730" y="25185"/>
                    <a:pt x="22983" y="23556"/>
                  </a:cubicBezTo>
                  <a:cubicBezTo>
                    <a:pt x="23036" y="23497"/>
                    <a:pt x="23098" y="23472"/>
                    <a:pt x="23159" y="23472"/>
                  </a:cubicBezTo>
                  <a:close/>
                  <a:moveTo>
                    <a:pt x="32586" y="8403"/>
                  </a:moveTo>
                  <a:cubicBezTo>
                    <a:pt x="32748" y="8403"/>
                    <a:pt x="32910" y="8549"/>
                    <a:pt x="32808" y="8719"/>
                  </a:cubicBezTo>
                  <a:cubicBezTo>
                    <a:pt x="31730" y="10523"/>
                    <a:pt x="30026" y="11876"/>
                    <a:pt x="29024" y="13731"/>
                  </a:cubicBezTo>
                  <a:cubicBezTo>
                    <a:pt x="28472" y="14784"/>
                    <a:pt x="28121" y="16037"/>
                    <a:pt x="28472" y="17215"/>
                  </a:cubicBezTo>
                  <a:cubicBezTo>
                    <a:pt x="28773" y="18217"/>
                    <a:pt x="29575" y="18869"/>
                    <a:pt x="30227" y="19646"/>
                  </a:cubicBezTo>
                  <a:cubicBezTo>
                    <a:pt x="31154" y="20799"/>
                    <a:pt x="31254" y="21952"/>
                    <a:pt x="30452" y="23180"/>
                  </a:cubicBezTo>
                  <a:cubicBezTo>
                    <a:pt x="29826" y="24157"/>
                    <a:pt x="29174" y="24984"/>
                    <a:pt x="28898" y="26137"/>
                  </a:cubicBezTo>
                  <a:cubicBezTo>
                    <a:pt x="28623" y="27290"/>
                    <a:pt x="28673" y="28443"/>
                    <a:pt x="29049" y="29571"/>
                  </a:cubicBezTo>
                  <a:cubicBezTo>
                    <a:pt x="29097" y="29749"/>
                    <a:pt x="28937" y="29885"/>
                    <a:pt x="28790" y="29885"/>
                  </a:cubicBezTo>
                  <a:cubicBezTo>
                    <a:pt x="28709" y="29885"/>
                    <a:pt x="28633" y="29844"/>
                    <a:pt x="28598" y="29746"/>
                  </a:cubicBezTo>
                  <a:cubicBezTo>
                    <a:pt x="28021" y="27942"/>
                    <a:pt x="28146" y="25987"/>
                    <a:pt x="29099" y="24333"/>
                  </a:cubicBezTo>
                  <a:cubicBezTo>
                    <a:pt x="29650" y="23380"/>
                    <a:pt x="30728" y="22453"/>
                    <a:pt x="30552" y="21275"/>
                  </a:cubicBezTo>
                  <a:cubicBezTo>
                    <a:pt x="30402" y="20222"/>
                    <a:pt x="29374" y="19496"/>
                    <a:pt x="28748" y="18719"/>
                  </a:cubicBezTo>
                  <a:cubicBezTo>
                    <a:pt x="25765" y="14984"/>
                    <a:pt x="30653" y="11425"/>
                    <a:pt x="32382" y="8518"/>
                  </a:cubicBezTo>
                  <a:cubicBezTo>
                    <a:pt x="32431" y="8437"/>
                    <a:pt x="32509" y="8403"/>
                    <a:pt x="32586" y="8403"/>
                  </a:cubicBezTo>
                  <a:close/>
                  <a:moveTo>
                    <a:pt x="33395" y="5741"/>
                  </a:moveTo>
                  <a:cubicBezTo>
                    <a:pt x="33593" y="5741"/>
                    <a:pt x="33740" y="6019"/>
                    <a:pt x="33535" y="6162"/>
                  </a:cubicBezTo>
                  <a:cubicBezTo>
                    <a:pt x="29650" y="8944"/>
                    <a:pt x="19976" y="9470"/>
                    <a:pt x="21580" y="16388"/>
                  </a:cubicBezTo>
                  <a:cubicBezTo>
                    <a:pt x="22131" y="18694"/>
                    <a:pt x="22983" y="20648"/>
                    <a:pt x="21254" y="22653"/>
                  </a:cubicBezTo>
                  <a:cubicBezTo>
                    <a:pt x="20252" y="23806"/>
                    <a:pt x="19299" y="24709"/>
                    <a:pt x="19074" y="26288"/>
                  </a:cubicBezTo>
                  <a:cubicBezTo>
                    <a:pt x="18873" y="27716"/>
                    <a:pt x="19149" y="29170"/>
                    <a:pt x="19425" y="30573"/>
                  </a:cubicBezTo>
                  <a:cubicBezTo>
                    <a:pt x="19465" y="30733"/>
                    <a:pt x="19348" y="30815"/>
                    <a:pt x="19223" y="30815"/>
                  </a:cubicBezTo>
                  <a:cubicBezTo>
                    <a:pt x="19113" y="30815"/>
                    <a:pt x="18997" y="30752"/>
                    <a:pt x="18973" y="30623"/>
                  </a:cubicBezTo>
                  <a:cubicBezTo>
                    <a:pt x="18447" y="28067"/>
                    <a:pt x="18146" y="25435"/>
                    <a:pt x="19976" y="23355"/>
                  </a:cubicBezTo>
                  <a:cubicBezTo>
                    <a:pt x="21154" y="22002"/>
                    <a:pt x="22156" y="20999"/>
                    <a:pt x="21805" y="19044"/>
                  </a:cubicBezTo>
                  <a:cubicBezTo>
                    <a:pt x="21555" y="17666"/>
                    <a:pt x="20903" y="16363"/>
                    <a:pt x="20903" y="14934"/>
                  </a:cubicBezTo>
                  <a:cubicBezTo>
                    <a:pt x="20903" y="12553"/>
                    <a:pt x="22758" y="10698"/>
                    <a:pt x="24688" y="9571"/>
                  </a:cubicBezTo>
                  <a:cubicBezTo>
                    <a:pt x="27420" y="7992"/>
                    <a:pt x="30653" y="7641"/>
                    <a:pt x="33259" y="5786"/>
                  </a:cubicBezTo>
                  <a:cubicBezTo>
                    <a:pt x="33305" y="5754"/>
                    <a:pt x="33351" y="5741"/>
                    <a:pt x="33395" y="5741"/>
                  </a:cubicBezTo>
                  <a:close/>
                  <a:moveTo>
                    <a:pt x="11485" y="20156"/>
                  </a:moveTo>
                  <a:cubicBezTo>
                    <a:pt x="11621" y="20156"/>
                    <a:pt x="11758" y="20254"/>
                    <a:pt x="11730" y="20423"/>
                  </a:cubicBezTo>
                  <a:cubicBezTo>
                    <a:pt x="11329" y="22328"/>
                    <a:pt x="11129" y="24257"/>
                    <a:pt x="11104" y="26212"/>
                  </a:cubicBezTo>
                  <a:cubicBezTo>
                    <a:pt x="11104" y="27992"/>
                    <a:pt x="11079" y="29997"/>
                    <a:pt x="11956" y="31601"/>
                  </a:cubicBezTo>
                  <a:cubicBezTo>
                    <a:pt x="12055" y="31766"/>
                    <a:pt x="11893" y="31898"/>
                    <a:pt x="11736" y="31898"/>
                  </a:cubicBezTo>
                  <a:cubicBezTo>
                    <a:pt x="11654" y="31898"/>
                    <a:pt x="11573" y="31862"/>
                    <a:pt x="11530" y="31776"/>
                  </a:cubicBezTo>
                  <a:cubicBezTo>
                    <a:pt x="10627" y="30122"/>
                    <a:pt x="10627" y="28092"/>
                    <a:pt x="10653" y="26262"/>
                  </a:cubicBezTo>
                  <a:cubicBezTo>
                    <a:pt x="10653" y="24283"/>
                    <a:pt x="10878" y="22303"/>
                    <a:pt x="11254" y="20348"/>
                  </a:cubicBezTo>
                  <a:cubicBezTo>
                    <a:pt x="11276" y="20216"/>
                    <a:pt x="11380" y="20156"/>
                    <a:pt x="11485" y="20156"/>
                  </a:cubicBezTo>
                  <a:close/>
                  <a:moveTo>
                    <a:pt x="26900" y="5495"/>
                  </a:moveTo>
                  <a:cubicBezTo>
                    <a:pt x="27125" y="5495"/>
                    <a:pt x="27241" y="5849"/>
                    <a:pt x="26993" y="5962"/>
                  </a:cubicBezTo>
                  <a:cubicBezTo>
                    <a:pt x="24287" y="7064"/>
                    <a:pt x="21705" y="8568"/>
                    <a:pt x="19500" y="10523"/>
                  </a:cubicBezTo>
                  <a:cubicBezTo>
                    <a:pt x="18447" y="11450"/>
                    <a:pt x="17420" y="12553"/>
                    <a:pt x="16893" y="13881"/>
                  </a:cubicBezTo>
                  <a:cubicBezTo>
                    <a:pt x="16292" y="15385"/>
                    <a:pt x="16668" y="16764"/>
                    <a:pt x="16893" y="18318"/>
                  </a:cubicBezTo>
                  <a:cubicBezTo>
                    <a:pt x="17069" y="19521"/>
                    <a:pt x="16918" y="20573"/>
                    <a:pt x="16292" y="21626"/>
                  </a:cubicBezTo>
                  <a:cubicBezTo>
                    <a:pt x="15665" y="22678"/>
                    <a:pt x="14788" y="23556"/>
                    <a:pt x="14312" y="24684"/>
                  </a:cubicBezTo>
                  <a:cubicBezTo>
                    <a:pt x="13234" y="27240"/>
                    <a:pt x="13660" y="30147"/>
                    <a:pt x="14036" y="32829"/>
                  </a:cubicBezTo>
                  <a:cubicBezTo>
                    <a:pt x="14063" y="32992"/>
                    <a:pt x="13936" y="33081"/>
                    <a:pt x="13806" y="33081"/>
                  </a:cubicBezTo>
                  <a:cubicBezTo>
                    <a:pt x="13695" y="33081"/>
                    <a:pt x="13583" y="33017"/>
                    <a:pt x="13560" y="32879"/>
                  </a:cubicBezTo>
                  <a:cubicBezTo>
                    <a:pt x="13184" y="30273"/>
                    <a:pt x="12833" y="27516"/>
                    <a:pt x="13710" y="24984"/>
                  </a:cubicBezTo>
                  <a:cubicBezTo>
                    <a:pt x="14136" y="23731"/>
                    <a:pt x="14963" y="22779"/>
                    <a:pt x="15690" y="21701"/>
                  </a:cubicBezTo>
                  <a:cubicBezTo>
                    <a:pt x="16918" y="19846"/>
                    <a:pt x="16242" y="18267"/>
                    <a:pt x="16091" y="16262"/>
                  </a:cubicBezTo>
                  <a:cubicBezTo>
                    <a:pt x="15866" y="13756"/>
                    <a:pt x="17445" y="11726"/>
                    <a:pt x="19224" y="10147"/>
                  </a:cubicBezTo>
                  <a:cubicBezTo>
                    <a:pt x="21455" y="8167"/>
                    <a:pt x="24061" y="6638"/>
                    <a:pt x="26818" y="5510"/>
                  </a:cubicBezTo>
                  <a:cubicBezTo>
                    <a:pt x="26847" y="5500"/>
                    <a:pt x="26874" y="5495"/>
                    <a:pt x="26900" y="5495"/>
                  </a:cubicBezTo>
                  <a:close/>
                  <a:moveTo>
                    <a:pt x="8686" y="33429"/>
                  </a:moveTo>
                  <a:cubicBezTo>
                    <a:pt x="8793" y="33429"/>
                    <a:pt x="8900" y="33493"/>
                    <a:pt x="8923" y="33631"/>
                  </a:cubicBezTo>
                  <a:lnTo>
                    <a:pt x="9049" y="34809"/>
                  </a:lnTo>
                  <a:cubicBezTo>
                    <a:pt x="9062" y="34972"/>
                    <a:pt x="8929" y="35061"/>
                    <a:pt x="8800" y="35061"/>
                  </a:cubicBezTo>
                  <a:cubicBezTo>
                    <a:pt x="8690" y="35061"/>
                    <a:pt x="8584" y="34997"/>
                    <a:pt x="8572" y="34859"/>
                  </a:cubicBezTo>
                  <a:lnTo>
                    <a:pt x="8447" y="33681"/>
                  </a:lnTo>
                  <a:cubicBezTo>
                    <a:pt x="8433" y="33518"/>
                    <a:pt x="8559" y="33429"/>
                    <a:pt x="8686" y="33429"/>
                  </a:cubicBezTo>
                  <a:close/>
                  <a:moveTo>
                    <a:pt x="7708" y="33178"/>
                  </a:moveTo>
                  <a:cubicBezTo>
                    <a:pt x="7815" y="33178"/>
                    <a:pt x="7923" y="33242"/>
                    <a:pt x="7946" y="33380"/>
                  </a:cubicBezTo>
                  <a:cubicBezTo>
                    <a:pt x="7996" y="33932"/>
                    <a:pt x="8071" y="34483"/>
                    <a:pt x="8121" y="35009"/>
                  </a:cubicBezTo>
                  <a:cubicBezTo>
                    <a:pt x="8135" y="35172"/>
                    <a:pt x="8009" y="35262"/>
                    <a:pt x="7882" y="35262"/>
                  </a:cubicBezTo>
                  <a:cubicBezTo>
                    <a:pt x="7775" y="35262"/>
                    <a:pt x="7668" y="35197"/>
                    <a:pt x="7645" y="35060"/>
                  </a:cubicBezTo>
                  <a:cubicBezTo>
                    <a:pt x="7595" y="34533"/>
                    <a:pt x="7545" y="33982"/>
                    <a:pt x="7470" y="33430"/>
                  </a:cubicBezTo>
                  <a:cubicBezTo>
                    <a:pt x="7456" y="33268"/>
                    <a:pt x="7582" y="33178"/>
                    <a:pt x="7708" y="33178"/>
                  </a:cubicBezTo>
                  <a:close/>
                  <a:moveTo>
                    <a:pt x="25404" y="32065"/>
                  </a:moveTo>
                  <a:cubicBezTo>
                    <a:pt x="25506" y="32065"/>
                    <a:pt x="25604" y="32131"/>
                    <a:pt x="25615" y="32278"/>
                  </a:cubicBezTo>
                  <a:cubicBezTo>
                    <a:pt x="25715" y="33481"/>
                    <a:pt x="26141" y="34583"/>
                    <a:pt x="26918" y="35536"/>
                  </a:cubicBezTo>
                  <a:cubicBezTo>
                    <a:pt x="27045" y="35716"/>
                    <a:pt x="26885" y="35910"/>
                    <a:pt x="26710" y="35910"/>
                  </a:cubicBezTo>
                  <a:cubicBezTo>
                    <a:pt x="26643" y="35910"/>
                    <a:pt x="26573" y="35881"/>
                    <a:pt x="26517" y="35811"/>
                  </a:cubicBezTo>
                  <a:cubicBezTo>
                    <a:pt x="25715" y="34809"/>
                    <a:pt x="25264" y="33606"/>
                    <a:pt x="25164" y="32328"/>
                  </a:cubicBezTo>
                  <a:cubicBezTo>
                    <a:pt x="25150" y="32162"/>
                    <a:pt x="25280" y="32065"/>
                    <a:pt x="25404" y="32065"/>
                  </a:cubicBezTo>
                  <a:close/>
                  <a:moveTo>
                    <a:pt x="22311" y="35008"/>
                  </a:moveTo>
                  <a:cubicBezTo>
                    <a:pt x="22422" y="35008"/>
                    <a:pt x="22534" y="35072"/>
                    <a:pt x="22557" y="35210"/>
                  </a:cubicBezTo>
                  <a:cubicBezTo>
                    <a:pt x="22658" y="35786"/>
                    <a:pt x="22958" y="36263"/>
                    <a:pt x="23435" y="36613"/>
                  </a:cubicBezTo>
                  <a:cubicBezTo>
                    <a:pt x="23615" y="36754"/>
                    <a:pt x="23475" y="37022"/>
                    <a:pt x="23284" y="37022"/>
                  </a:cubicBezTo>
                  <a:cubicBezTo>
                    <a:pt x="23236" y="37022"/>
                    <a:pt x="23184" y="37005"/>
                    <a:pt x="23134" y="36964"/>
                  </a:cubicBezTo>
                  <a:cubicBezTo>
                    <a:pt x="22557" y="36538"/>
                    <a:pt x="22206" y="35937"/>
                    <a:pt x="22081" y="35260"/>
                  </a:cubicBezTo>
                  <a:cubicBezTo>
                    <a:pt x="22054" y="35097"/>
                    <a:pt x="22181" y="35008"/>
                    <a:pt x="22311" y="35008"/>
                  </a:cubicBezTo>
                  <a:close/>
                  <a:moveTo>
                    <a:pt x="28809" y="2992"/>
                  </a:moveTo>
                  <a:cubicBezTo>
                    <a:pt x="30867" y="2992"/>
                    <a:pt x="32928" y="3287"/>
                    <a:pt x="34913" y="3881"/>
                  </a:cubicBezTo>
                  <a:cubicBezTo>
                    <a:pt x="35167" y="3951"/>
                    <a:pt x="35039" y="4316"/>
                    <a:pt x="34783" y="4316"/>
                  </a:cubicBezTo>
                  <a:cubicBezTo>
                    <a:pt x="34760" y="4316"/>
                    <a:pt x="34737" y="4314"/>
                    <a:pt x="34713" y="4307"/>
                  </a:cubicBezTo>
                  <a:cubicBezTo>
                    <a:pt x="32796" y="3733"/>
                    <a:pt x="30829" y="3455"/>
                    <a:pt x="28876" y="3455"/>
                  </a:cubicBezTo>
                  <a:cubicBezTo>
                    <a:pt x="22483" y="3455"/>
                    <a:pt x="16241" y="6439"/>
                    <a:pt x="12382" y="11776"/>
                  </a:cubicBezTo>
                  <a:cubicBezTo>
                    <a:pt x="10126" y="14934"/>
                    <a:pt x="8748" y="18719"/>
                    <a:pt x="8522" y="22578"/>
                  </a:cubicBezTo>
                  <a:cubicBezTo>
                    <a:pt x="8247" y="27591"/>
                    <a:pt x="9825" y="32453"/>
                    <a:pt x="11354" y="37165"/>
                  </a:cubicBezTo>
                  <a:cubicBezTo>
                    <a:pt x="11418" y="37355"/>
                    <a:pt x="11260" y="37485"/>
                    <a:pt x="11111" y="37485"/>
                  </a:cubicBezTo>
                  <a:cubicBezTo>
                    <a:pt x="11024" y="37485"/>
                    <a:pt x="10940" y="37441"/>
                    <a:pt x="10903" y="37340"/>
                  </a:cubicBezTo>
                  <a:cubicBezTo>
                    <a:pt x="9475" y="32929"/>
                    <a:pt x="8021" y="28393"/>
                    <a:pt x="8021" y="23706"/>
                  </a:cubicBezTo>
                  <a:cubicBezTo>
                    <a:pt x="8046" y="17440"/>
                    <a:pt x="11003" y="11300"/>
                    <a:pt x="15916" y="7390"/>
                  </a:cubicBezTo>
                  <a:cubicBezTo>
                    <a:pt x="19592" y="4477"/>
                    <a:pt x="24191" y="2992"/>
                    <a:pt x="28809" y="2992"/>
                  </a:cubicBezTo>
                  <a:close/>
                  <a:moveTo>
                    <a:pt x="27601" y="11140"/>
                  </a:moveTo>
                  <a:cubicBezTo>
                    <a:pt x="27821" y="11140"/>
                    <a:pt x="27981" y="11425"/>
                    <a:pt x="27770" y="11551"/>
                  </a:cubicBezTo>
                  <a:cubicBezTo>
                    <a:pt x="25590" y="12979"/>
                    <a:pt x="24537" y="15836"/>
                    <a:pt x="25440" y="18293"/>
                  </a:cubicBezTo>
                  <a:cubicBezTo>
                    <a:pt x="25841" y="19320"/>
                    <a:pt x="26618" y="20197"/>
                    <a:pt x="26693" y="21325"/>
                  </a:cubicBezTo>
                  <a:cubicBezTo>
                    <a:pt x="26768" y="22328"/>
                    <a:pt x="26317" y="23255"/>
                    <a:pt x="25816" y="24082"/>
                  </a:cubicBezTo>
                  <a:cubicBezTo>
                    <a:pt x="24487" y="26338"/>
                    <a:pt x="23460" y="28343"/>
                    <a:pt x="23560" y="31024"/>
                  </a:cubicBezTo>
                  <a:cubicBezTo>
                    <a:pt x="23685" y="33581"/>
                    <a:pt x="24688" y="36012"/>
                    <a:pt x="26492" y="37816"/>
                  </a:cubicBezTo>
                  <a:cubicBezTo>
                    <a:pt x="26669" y="37993"/>
                    <a:pt x="26523" y="38262"/>
                    <a:pt x="26355" y="38262"/>
                  </a:cubicBezTo>
                  <a:cubicBezTo>
                    <a:pt x="26308" y="38262"/>
                    <a:pt x="26260" y="38241"/>
                    <a:pt x="26217" y="38192"/>
                  </a:cubicBezTo>
                  <a:cubicBezTo>
                    <a:pt x="22783" y="34759"/>
                    <a:pt x="22106" y="29245"/>
                    <a:pt x="24638" y="25110"/>
                  </a:cubicBezTo>
                  <a:cubicBezTo>
                    <a:pt x="25665" y="23430"/>
                    <a:pt x="26743" y="21952"/>
                    <a:pt x="25765" y="19972"/>
                  </a:cubicBezTo>
                  <a:cubicBezTo>
                    <a:pt x="25189" y="18844"/>
                    <a:pt x="24688" y="17891"/>
                    <a:pt x="24663" y="16588"/>
                  </a:cubicBezTo>
                  <a:cubicBezTo>
                    <a:pt x="24613" y="14408"/>
                    <a:pt x="25665" y="12353"/>
                    <a:pt x="27470" y="11175"/>
                  </a:cubicBezTo>
                  <a:cubicBezTo>
                    <a:pt x="27514" y="11150"/>
                    <a:pt x="27559" y="11140"/>
                    <a:pt x="27601" y="11140"/>
                  </a:cubicBezTo>
                  <a:close/>
                  <a:moveTo>
                    <a:pt x="15825" y="32891"/>
                  </a:moveTo>
                  <a:cubicBezTo>
                    <a:pt x="15911" y="32891"/>
                    <a:pt x="15997" y="32932"/>
                    <a:pt x="16041" y="33029"/>
                  </a:cubicBezTo>
                  <a:cubicBezTo>
                    <a:pt x="16818" y="34709"/>
                    <a:pt x="17119" y="36488"/>
                    <a:pt x="16968" y="38343"/>
                  </a:cubicBezTo>
                  <a:cubicBezTo>
                    <a:pt x="16957" y="38475"/>
                    <a:pt x="16860" y="38534"/>
                    <a:pt x="16756" y="38534"/>
                  </a:cubicBezTo>
                  <a:cubicBezTo>
                    <a:pt x="16622" y="38534"/>
                    <a:pt x="16478" y="38436"/>
                    <a:pt x="16492" y="38268"/>
                  </a:cubicBezTo>
                  <a:cubicBezTo>
                    <a:pt x="16643" y="36513"/>
                    <a:pt x="16342" y="34809"/>
                    <a:pt x="15590" y="33205"/>
                  </a:cubicBezTo>
                  <a:cubicBezTo>
                    <a:pt x="15509" y="33027"/>
                    <a:pt x="15668" y="32891"/>
                    <a:pt x="15825" y="32891"/>
                  </a:cubicBezTo>
                  <a:close/>
                  <a:moveTo>
                    <a:pt x="31728" y="34417"/>
                  </a:moveTo>
                  <a:cubicBezTo>
                    <a:pt x="31859" y="34417"/>
                    <a:pt x="31995" y="34515"/>
                    <a:pt x="31981" y="34684"/>
                  </a:cubicBezTo>
                  <a:cubicBezTo>
                    <a:pt x="31755" y="36062"/>
                    <a:pt x="32181" y="37365"/>
                    <a:pt x="33134" y="38393"/>
                  </a:cubicBezTo>
                  <a:cubicBezTo>
                    <a:pt x="33282" y="38559"/>
                    <a:pt x="33116" y="38753"/>
                    <a:pt x="32939" y="38753"/>
                  </a:cubicBezTo>
                  <a:cubicBezTo>
                    <a:pt x="32876" y="38753"/>
                    <a:pt x="32811" y="38728"/>
                    <a:pt x="32758" y="38669"/>
                  </a:cubicBezTo>
                  <a:cubicBezTo>
                    <a:pt x="31730" y="37566"/>
                    <a:pt x="31279" y="36112"/>
                    <a:pt x="31505" y="34608"/>
                  </a:cubicBezTo>
                  <a:cubicBezTo>
                    <a:pt x="31527" y="34477"/>
                    <a:pt x="31626" y="34417"/>
                    <a:pt x="31728" y="34417"/>
                  </a:cubicBezTo>
                  <a:close/>
                  <a:moveTo>
                    <a:pt x="5086" y="30540"/>
                  </a:moveTo>
                  <a:cubicBezTo>
                    <a:pt x="5193" y="30540"/>
                    <a:pt x="5305" y="30598"/>
                    <a:pt x="5339" y="30724"/>
                  </a:cubicBezTo>
                  <a:cubicBezTo>
                    <a:pt x="5715" y="32328"/>
                    <a:pt x="6166" y="33882"/>
                    <a:pt x="6693" y="35435"/>
                  </a:cubicBezTo>
                  <a:cubicBezTo>
                    <a:pt x="7094" y="36613"/>
                    <a:pt x="7570" y="38944"/>
                    <a:pt x="8748" y="39571"/>
                  </a:cubicBezTo>
                  <a:cubicBezTo>
                    <a:pt x="8983" y="39699"/>
                    <a:pt x="8871" y="40029"/>
                    <a:pt x="8662" y="40029"/>
                  </a:cubicBezTo>
                  <a:cubicBezTo>
                    <a:pt x="8626" y="40029"/>
                    <a:pt x="8588" y="40019"/>
                    <a:pt x="8547" y="39997"/>
                  </a:cubicBezTo>
                  <a:cubicBezTo>
                    <a:pt x="7344" y="39370"/>
                    <a:pt x="6993" y="37641"/>
                    <a:pt x="6542" y="36463"/>
                  </a:cubicBezTo>
                  <a:cubicBezTo>
                    <a:pt x="5866" y="34608"/>
                    <a:pt x="5314" y="32704"/>
                    <a:pt x="4863" y="30774"/>
                  </a:cubicBezTo>
                  <a:cubicBezTo>
                    <a:pt x="4836" y="30623"/>
                    <a:pt x="4957" y="30540"/>
                    <a:pt x="5086" y="30540"/>
                  </a:cubicBezTo>
                  <a:close/>
                  <a:moveTo>
                    <a:pt x="25193" y="39145"/>
                  </a:moveTo>
                  <a:cubicBezTo>
                    <a:pt x="25338" y="39145"/>
                    <a:pt x="25504" y="39292"/>
                    <a:pt x="25440" y="39471"/>
                  </a:cubicBezTo>
                  <a:cubicBezTo>
                    <a:pt x="25389" y="39696"/>
                    <a:pt x="25364" y="39922"/>
                    <a:pt x="25440" y="40122"/>
                  </a:cubicBezTo>
                  <a:cubicBezTo>
                    <a:pt x="25487" y="40313"/>
                    <a:pt x="25323" y="40454"/>
                    <a:pt x="25177" y="40454"/>
                  </a:cubicBezTo>
                  <a:cubicBezTo>
                    <a:pt x="25093" y="40454"/>
                    <a:pt x="25016" y="40407"/>
                    <a:pt x="24988" y="40298"/>
                  </a:cubicBezTo>
                  <a:cubicBezTo>
                    <a:pt x="24913" y="39947"/>
                    <a:pt x="24913" y="39646"/>
                    <a:pt x="25014" y="39295"/>
                  </a:cubicBezTo>
                  <a:cubicBezTo>
                    <a:pt x="25040" y="39189"/>
                    <a:pt x="25113" y="39145"/>
                    <a:pt x="25193" y="39145"/>
                  </a:cubicBezTo>
                  <a:close/>
                  <a:moveTo>
                    <a:pt x="20327" y="39582"/>
                  </a:moveTo>
                  <a:cubicBezTo>
                    <a:pt x="20481" y="39582"/>
                    <a:pt x="20624" y="39719"/>
                    <a:pt x="20527" y="39897"/>
                  </a:cubicBezTo>
                  <a:cubicBezTo>
                    <a:pt x="20477" y="40047"/>
                    <a:pt x="20452" y="40172"/>
                    <a:pt x="20502" y="40323"/>
                  </a:cubicBezTo>
                  <a:cubicBezTo>
                    <a:pt x="20567" y="40501"/>
                    <a:pt x="20402" y="40637"/>
                    <a:pt x="20250" y="40637"/>
                  </a:cubicBezTo>
                  <a:cubicBezTo>
                    <a:pt x="20166" y="40637"/>
                    <a:pt x="20087" y="40596"/>
                    <a:pt x="20051" y="40498"/>
                  </a:cubicBezTo>
                  <a:cubicBezTo>
                    <a:pt x="19976" y="40222"/>
                    <a:pt x="19976" y="39972"/>
                    <a:pt x="20101" y="39721"/>
                  </a:cubicBezTo>
                  <a:cubicBezTo>
                    <a:pt x="20155" y="39623"/>
                    <a:pt x="20242" y="39582"/>
                    <a:pt x="20327" y="39582"/>
                  </a:cubicBezTo>
                  <a:close/>
                  <a:moveTo>
                    <a:pt x="26079" y="39294"/>
                  </a:moveTo>
                  <a:cubicBezTo>
                    <a:pt x="26186" y="39294"/>
                    <a:pt x="26294" y="39358"/>
                    <a:pt x="26317" y="39496"/>
                  </a:cubicBezTo>
                  <a:lnTo>
                    <a:pt x="26417" y="40448"/>
                  </a:lnTo>
                  <a:cubicBezTo>
                    <a:pt x="26431" y="40611"/>
                    <a:pt x="26305" y="40700"/>
                    <a:pt x="26178" y="40700"/>
                  </a:cubicBezTo>
                  <a:cubicBezTo>
                    <a:pt x="26071" y="40700"/>
                    <a:pt x="25964" y="40636"/>
                    <a:pt x="25941" y="40498"/>
                  </a:cubicBezTo>
                  <a:cubicBezTo>
                    <a:pt x="25916" y="40172"/>
                    <a:pt x="25866" y="39872"/>
                    <a:pt x="25841" y="39546"/>
                  </a:cubicBezTo>
                  <a:cubicBezTo>
                    <a:pt x="25827" y="39383"/>
                    <a:pt x="25953" y="39294"/>
                    <a:pt x="26079" y="39294"/>
                  </a:cubicBezTo>
                  <a:close/>
                  <a:moveTo>
                    <a:pt x="16451" y="29858"/>
                  </a:moveTo>
                  <a:cubicBezTo>
                    <a:pt x="16531" y="29858"/>
                    <a:pt x="16607" y="29899"/>
                    <a:pt x="16643" y="29997"/>
                  </a:cubicBezTo>
                  <a:cubicBezTo>
                    <a:pt x="17394" y="32027"/>
                    <a:pt x="18121" y="34082"/>
                    <a:pt x="18547" y="36212"/>
                  </a:cubicBezTo>
                  <a:cubicBezTo>
                    <a:pt x="18773" y="37290"/>
                    <a:pt x="18923" y="38368"/>
                    <a:pt x="18923" y="39471"/>
                  </a:cubicBezTo>
                  <a:cubicBezTo>
                    <a:pt x="18948" y="40147"/>
                    <a:pt x="19024" y="41024"/>
                    <a:pt x="18673" y="41651"/>
                  </a:cubicBezTo>
                  <a:cubicBezTo>
                    <a:pt x="18455" y="42027"/>
                    <a:pt x="18132" y="42172"/>
                    <a:pt x="17784" y="42172"/>
                  </a:cubicBezTo>
                  <a:cubicBezTo>
                    <a:pt x="17250" y="42172"/>
                    <a:pt x="16656" y="41830"/>
                    <a:pt x="16292" y="41451"/>
                  </a:cubicBezTo>
                  <a:cubicBezTo>
                    <a:pt x="14963" y="40122"/>
                    <a:pt x="14813" y="37541"/>
                    <a:pt x="14387" y="35811"/>
                  </a:cubicBezTo>
                  <a:cubicBezTo>
                    <a:pt x="14338" y="35633"/>
                    <a:pt x="14499" y="35497"/>
                    <a:pt x="14639" y="35497"/>
                  </a:cubicBezTo>
                  <a:cubicBezTo>
                    <a:pt x="14716" y="35497"/>
                    <a:pt x="14786" y="35538"/>
                    <a:pt x="14813" y="35636"/>
                  </a:cubicBezTo>
                  <a:cubicBezTo>
                    <a:pt x="15164" y="37065"/>
                    <a:pt x="15389" y="38593"/>
                    <a:pt x="15941" y="39947"/>
                  </a:cubicBezTo>
                  <a:cubicBezTo>
                    <a:pt x="16066" y="40298"/>
                    <a:pt x="16216" y="40649"/>
                    <a:pt x="16442" y="40924"/>
                  </a:cubicBezTo>
                  <a:cubicBezTo>
                    <a:pt x="16614" y="41237"/>
                    <a:pt x="16836" y="41394"/>
                    <a:pt x="17100" y="41394"/>
                  </a:cubicBezTo>
                  <a:cubicBezTo>
                    <a:pt x="17258" y="41394"/>
                    <a:pt x="17432" y="41338"/>
                    <a:pt x="17620" y="41225"/>
                  </a:cubicBezTo>
                  <a:cubicBezTo>
                    <a:pt x="17778" y="41270"/>
                    <a:pt x="17911" y="41293"/>
                    <a:pt x="18020" y="41293"/>
                  </a:cubicBezTo>
                  <a:cubicBezTo>
                    <a:pt x="18274" y="41293"/>
                    <a:pt x="18397" y="41170"/>
                    <a:pt x="18397" y="40924"/>
                  </a:cubicBezTo>
                  <a:cubicBezTo>
                    <a:pt x="18698" y="40373"/>
                    <a:pt x="18472" y="39295"/>
                    <a:pt x="18422" y="38643"/>
                  </a:cubicBezTo>
                  <a:cubicBezTo>
                    <a:pt x="18222" y="35711"/>
                    <a:pt x="17219" y="32904"/>
                    <a:pt x="16216" y="30172"/>
                  </a:cubicBezTo>
                  <a:cubicBezTo>
                    <a:pt x="16152" y="29994"/>
                    <a:pt x="16306" y="29858"/>
                    <a:pt x="16451" y="29858"/>
                  </a:cubicBezTo>
                  <a:close/>
                  <a:moveTo>
                    <a:pt x="2455" y="27514"/>
                  </a:moveTo>
                  <a:cubicBezTo>
                    <a:pt x="2565" y="27514"/>
                    <a:pt x="2671" y="27578"/>
                    <a:pt x="2683" y="27716"/>
                  </a:cubicBezTo>
                  <a:cubicBezTo>
                    <a:pt x="3134" y="31400"/>
                    <a:pt x="4111" y="35009"/>
                    <a:pt x="5665" y="38393"/>
                  </a:cubicBezTo>
                  <a:cubicBezTo>
                    <a:pt x="6392" y="39972"/>
                    <a:pt x="7194" y="41902"/>
                    <a:pt x="8622" y="43004"/>
                  </a:cubicBezTo>
                  <a:cubicBezTo>
                    <a:pt x="9055" y="43341"/>
                    <a:pt x="9416" y="43485"/>
                    <a:pt x="9715" y="43485"/>
                  </a:cubicBezTo>
                  <a:cubicBezTo>
                    <a:pt x="11130" y="43485"/>
                    <a:pt x="11169" y="40270"/>
                    <a:pt x="11003" y="39070"/>
                  </a:cubicBezTo>
                  <a:cubicBezTo>
                    <a:pt x="10976" y="38907"/>
                    <a:pt x="11103" y="38817"/>
                    <a:pt x="11230" y="38817"/>
                  </a:cubicBezTo>
                  <a:cubicBezTo>
                    <a:pt x="11337" y="38817"/>
                    <a:pt x="11443" y="38881"/>
                    <a:pt x="11455" y="39019"/>
                  </a:cubicBezTo>
                  <a:cubicBezTo>
                    <a:pt x="11630" y="40147"/>
                    <a:pt x="11605" y="41275"/>
                    <a:pt x="11279" y="42378"/>
                  </a:cubicBezTo>
                  <a:cubicBezTo>
                    <a:pt x="11129" y="42904"/>
                    <a:pt x="10978" y="43656"/>
                    <a:pt x="10502" y="43957"/>
                  </a:cubicBezTo>
                  <a:cubicBezTo>
                    <a:pt x="10290" y="44092"/>
                    <a:pt x="10070" y="44151"/>
                    <a:pt x="9846" y="44151"/>
                  </a:cubicBezTo>
                  <a:cubicBezTo>
                    <a:pt x="8613" y="44151"/>
                    <a:pt x="7281" y="42357"/>
                    <a:pt x="6793" y="41551"/>
                  </a:cubicBezTo>
                  <a:cubicBezTo>
                    <a:pt x="4236" y="37440"/>
                    <a:pt x="2783" y="32553"/>
                    <a:pt x="2206" y="27766"/>
                  </a:cubicBezTo>
                  <a:cubicBezTo>
                    <a:pt x="2193" y="27603"/>
                    <a:pt x="2326" y="27514"/>
                    <a:pt x="2455" y="27514"/>
                  </a:cubicBezTo>
                  <a:close/>
                  <a:moveTo>
                    <a:pt x="26894" y="0"/>
                  </a:moveTo>
                  <a:cubicBezTo>
                    <a:pt x="24634" y="0"/>
                    <a:pt x="22354" y="385"/>
                    <a:pt x="20201" y="1074"/>
                  </a:cubicBezTo>
                  <a:cubicBezTo>
                    <a:pt x="14913" y="2779"/>
                    <a:pt x="9675" y="6012"/>
                    <a:pt x="5815" y="10022"/>
                  </a:cubicBezTo>
                  <a:cubicBezTo>
                    <a:pt x="1906" y="14107"/>
                    <a:pt x="1" y="19370"/>
                    <a:pt x="126" y="25009"/>
                  </a:cubicBezTo>
                  <a:cubicBezTo>
                    <a:pt x="251" y="30999"/>
                    <a:pt x="2432" y="36714"/>
                    <a:pt x="4938" y="42102"/>
                  </a:cubicBezTo>
                  <a:cubicBezTo>
                    <a:pt x="5769" y="43903"/>
                    <a:pt x="7226" y="46438"/>
                    <a:pt x="9270" y="46438"/>
                  </a:cubicBezTo>
                  <a:cubicBezTo>
                    <a:pt x="9815" y="46438"/>
                    <a:pt x="10401" y="46258"/>
                    <a:pt x="11028" y="45837"/>
                  </a:cubicBezTo>
                  <a:cubicBezTo>
                    <a:pt x="14186" y="43706"/>
                    <a:pt x="12883" y="39771"/>
                    <a:pt x="12131" y="36789"/>
                  </a:cubicBezTo>
                  <a:cubicBezTo>
                    <a:pt x="12083" y="36611"/>
                    <a:pt x="12233" y="36475"/>
                    <a:pt x="12372" y="36475"/>
                  </a:cubicBezTo>
                  <a:cubicBezTo>
                    <a:pt x="12448" y="36475"/>
                    <a:pt x="12522" y="36516"/>
                    <a:pt x="12557" y="36613"/>
                  </a:cubicBezTo>
                  <a:cubicBezTo>
                    <a:pt x="12758" y="37165"/>
                    <a:pt x="12883" y="37741"/>
                    <a:pt x="13008" y="38318"/>
                  </a:cubicBezTo>
                  <a:cubicBezTo>
                    <a:pt x="13184" y="38919"/>
                    <a:pt x="13309" y="39521"/>
                    <a:pt x="13409" y="40122"/>
                  </a:cubicBezTo>
                  <a:cubicBezTo>
                    <a:pt x="13635" y="40899"/>
                    <a:pt x="13911" y="41651"/>
                    <a:pt x="14387" y="42278"/>
                  </a:cubicBezTo>
                  <a:cubicBezTo>
                    <a:pt x="15171" y="43318"/>
                    <a:pt x="16536" y="44115"/>
                    <a:pt x="17858" y="44115"/>
                  </a:cubicBezTo>
                  <a:cubicBezTo>
                    <a:pt x="18478" y="44115"/>
                    <a:pt x="19089" y="43939"/>
                    <a:pt x="19625" y="43531"/>
                  </a:cubicBezTo>
                  <a:cubicBezTo>
                    <a:pt x="21104" y="42378"/>
                    <a:pt x="21154" y="40248"/>
                    <a:pt x="20828" y="38593"/>
                  </a:cubicBezTo>
                  <a:cubicBezTo>
                    <a:pt x="20477" y="36613"/>
                    <a:pt x="19851" y="34734"/>
                    <a:pt x="19625" y="32754"/>
                  </a:cubicBezTo>
                  <a:cubicBezTo>
                    <a:pt x="19598" y="32581"/>
                    <a:pt x="19713" y="32493"/>
                    <a:pt x="19833" y="32493"/>
                  </a:cubicBezTo>
                  <a:cubicBezTo>
                    <a:pt x="19940" y="32493"/>
                    <a:pt x="20053" y="32562"/>
                    <a:pt x="20076" y="32704"/>
                  </a:cubicBezTo>
                  <a:cubicBezTo>
                    <a:pt x="20427" y="34734"/>
                    <a:pt x="21029" y="36689"/>
                    <a:pt x="21981" y="38543"/>
                  </a:cubicBezTo>
                  <a:cubicBezTo>
                    <a:pt x="22689" y="39936"/>
                    <a:pt x="24228" y="42971"/>
                    <a:pt x="26144" y="42971"/>
                  </a:cubicBezTo>
                  <a:cubicBezTo>
                    <a:pt x="26332" y="42971"/>
                    <a:pt x="26523" y="42942"/>
                    <a:pt x="26718" y="42879"/>
                  </a:cubicBezTo>
                  <a:cubicBezTo>
                    <a:pt x="28472" y="42278"/>
                    <a:pt x="28798" y="39320"/>
                    <a:pt x="29049" y="37741"/>
                  </a:cubicBezTo>
                  <a:cubicBezTo>
                    <a:pt x="29249" y="36338"/>
                    <a:pt x="29299" y="34959"/>
                    <a:pt x="29149" y="33556"/>
                  </a:cubicBezTo>
                  <a:cubicBezTo>
                    <a:pt x="29074" y="32979"/>
                    <a:pt x="28999" y="32428"/>
                    <a:pt x="28923" y="31977"/>
                  </a:cubicBezTo>
                  <a:cubicBezTo>
                    <a:pt x="28896" y="31814"/>
                    <a:pt x="29016" y="31725"/>
                    <a:pt x="29139" y="31725"/>
                  </a:cubicBezTo>
                  <a:cubicBezTo>
                    <a:pt x="29244" y="31725"/>
                    <a:pt x="29351" y="31789"/>
                    <a:pt x="29374" y="31927"/>
                  </a:cubicBezTo>
                  <a:cubicBezTo>
                    <a:pt x="29500" y="32528"/>
                    <a:pt x="29600" y="33130"/>
                    <a:pt x="29650" y="33731"/>
                  </a:cubicBezTo>
                  <a:cubicBezTo>
                    <a:pt x="30051" y="36864"/>
                    <a:pt x="30753" y="41350"/>
                    <a:pt x="33710" y="42002"/>
                  </a:cubicBezTo>
                  <a:cubicBezTo>
                    <a:pt x="33760" y="41275"/>
                    <a:pt x="33911" y="40573"/>
                    <a:pt x="34036" y="39872"/>
                  </a:cubicBezTo>
                  <a:cubicBezTo>
                    <a:pt x="34111" y="39496"/>
                    <a:pt x="34187" y="39145"/>
                    <a:pt x="34237" y="38769"/>
                  </a:cubicBezTo>
                  <a:cubicBezTo>
                    <a:pt x="34412" y="37666"/>
                    <a:pt x="34537" y="36388"/>
                    <a:pt x="34061" y="35160"/>
                  </a:cubicBezTo>
                  <a:cubicBezTo>
                    <a:pt x="33786" y="34358"/>
                    <a:pt x="33234" y="33656"/>
                    <a:pt x="32683" y="32979"/>
                  </a:cubicBezTo>
                  <a:cubicBezTo>
                    <a:pt x="32557" y="32829"/>
                    <a:pt x="32432" y="32679"/>
                    <a:pt x="32332" y="32528"/>
                  </a:cubicBezTo>
                  <a:cubicBezTo>
                    <a:pt x="31379" y="31275"/>
                    <a:pt x="30427" y="29771"/>
                    <a:pt x="30753" y="28117"/>
                  </a:cubicBezTo>
                  <a:cubicBezTo>
                    <a:pt x="31054" y="26413"/>
                    <a:pt x="32482" y="25410"/>
                    <a:pt x="33861" y="24433"/>
                  </a:cubicBezTo>
                  <a:cubicBezTo>
                    <a:pt x="35314" y="23405"/>
                    <a:pt x="36693" y="22428"/>
                    <a:pt x="36693" y="20699"/>
                  </a:cubicBezTo>
                  <a:cubicBezTo>
                    <a:pt x="36693" y="19470"/>
                    <a:pt x="35765" y="18593"/>
                    <a:pt x="34838" y="17741"/>
                  </a:cubicBezTo>
                  <a:cubicBezTo>
                    <a:pt x="34537" y="17440"/>
                    <a:pt x="34237" y="17165"/>
                    <a:pt x="33961" y="16864"/>
                  </a:cubicBezTo>
                  <a:cubicBezTo>
                    <a:pt x="32858" y="15636"/>
                    <a:pt x="32432" y="14232"/>
                    <a:pt x="32683" y="12678"/>
                  </a:cubicBezTo>
                  <a:cubicBezTo>
                    <a:pt x="32983" y="10924"/>
                    <a:pt x="34086" y="9470"/>
                    <a:pt x="35139" y="8042"/>
                  </a:cubicBezTo>
                  <a:cubicBezTo>
                    <a:pt x="36192" y="6613"/>
                    <a:pt x="37194" y="5285"/>
                    <a:pt x="37445" y="3681"/>
                  </a:cubicBezTo>
                  <a:cubicBezTo>
                    <a:pt x="34469" y="1099"/>
                    <a:pt x="30712" y="0"/>
                    <a:pt x="268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24"/>
            <p:cNvSpPr/>
            <p:nvPr/>
          </p:nvSpPr>
          <p:spPr>
            <a:xfrm>
              <a:off x="2141389" y="1772789"/>
              <a:ext cx="718178" cy="865980"/>
            </a:xfrm>
            <a:custGeom>
              <a:rect b="b" l="l" r="r" t="t"/>
              <a:pathLst>
                <a:path extrusionOk="0" h="47388" w="39300">
                  <a:moveTo>
                    <a:pt x="38322" y="3613"/>
                  </a:moveTo>
                  <a:lnTo>
                    <a:pt x="38748" y="3989"/>
                  </a:lnTo>
                  <a:cubicBezTo>
                    <a:pt x="38923" y="3914"/>
                    <a:pt x="39124" y="3814"/>
                    <a:pt x="39299" y="3739"/>
                  </a:cubicBezTo>
                  <a:lnTo>
                    <a:pt x="39299" y="3739"/>
                  </a:lnTo>
                  <a:cubicBezTo>
                    <a:pt x="39178" y="3776"/>
                    <a:pt x="39057" y="3796"/>
                    <a:pt x="38935" y="3796"/>
                  </a:cubicBezTo>
                  <a:cubicBezTo>
                    <a:pt x="38731" y="3796"/>
                    <a:pt x="38526" y="3739"/>
                    <a:pt x="38322" y="3613"/>
                  </a:cubicBezTo>
                  <a:close/>
                  <a:moveTo>
                    <a:pt x="35490" y="43037"/>
                  </a:moveTo>
                  <a:lnTo>
                    <a:pt x="35490" y="43037"/>
                  </a:lnTo>
                  <a:cubicBezTo>
                    <a:pt x="35414" y="43041"/>
                    <a:pt x="35340" y="43043"/>
                    <a:pt x="35267" y="43043"/>
                  </a:cubicBezTo>
                  <a:cubicBezTo>
                    <a:pt x="35218" y="43043"/>
                    <a:pt x="35169" y="43042"/>
                    <a:pt x="35121" y="43040"/>
                  </a:cubicBezTo>
                  <a:lnTo>
                    <a:pt x="35121" y="43040"/>
                  </a:lnTo>
                  <a:cubicBezTo>
                    <a:pt x="35176" y="43044"/>
                    <a:pt x="35231" y="43047"/>
                    <a:pt x="35287" y="43047"/>
                  </a:cubicBezTo>
                  <a:cubicBezTo>
                    <a:pt x="35353" y="43047"/>
                    <a:pt x="35421" y="43043"/>
                    <a:pt x="35490" y="43037"/>
                  </a:cubicBezTo>
                  <a:close/>
                  <a:moveTo>
                    <a:pt x="27705" y="1"/>
                  </a:moveTo>
                  <a:cubicBezTo>
                    <a:pt x="21142" y="1"/>
                    <a:pt x="14768" y="3285"/>
                    <a:pt x="9675" y="7197"/>
                  </a:cubicBezTo>
                  <a:cubicBezTo>
                    <a:pt x="4562" y="11132"/>
                    <a:pt x="1079" y="16395"/>
                    <a:pt x="552" y="22912"/>
                  </a:cubicBezTo>
                  <a:cubicBezTo>
                    <a:pt x="1" y="29679"/>
                    <a:pt x="2282" y="36270"/>
                    <a:pt x="5089" y="42335"/>
                  </a:cubicBezTo>
                  <a:cubicBezTo>
                    <a:pt x="5214" y="42611"/>
                    <a:pt x="5339" y="42887"/>
                    <a:pt x="5465" y="43163"/>
                  </a:cubicBezTo>
                  <a:cubicBezTo>
                    <a:pt x="6352" y="45034"/>
                    <a:pt x="7722" y="47387"/>
                    <a:pt x="10036" y="47387"/>
                  </a:cubicBezTo>
                  <a:cubicBezTo>
                    <a:pt x="10139" y="47387"/>
                    <a:pt x="10245" y="47383"/>
                    <a:pt x="10352" y="47373"/>
                  </a:cubicBezTo>
                  <a:cubicBezTo>
                    <a:pt x="12833" y="47148"/>
                    <a:pt x="14312" y="44566"/>
                    <a:pt x="14362" y="42310"/>
                  </a:cubicBezTo>
                  <a:cubicBezTo>
                    <a:pt x="14587" y="42762"/>
                    <a:pt x="14888" y="43213"/>
                    <a:pt x="15264" y="43589"/>
                  </a:cubicBezTo>
                  <a:cubicBezTo>
                    <a:pt x="16142" y="44466"/>
                    <a:pt x="17416" y="45088"/>
                    <a:pt x="18666" y="45088"/>
                  </a:cubicBezTo>
                  <a:cubicBezTo>
                    <a:pt x="19165" y="45088"/>
                    <a:pt x="19661" y="44988"/>
                    <a:pt x="20126" y="44767"/>
                  </a:cubicBezTo>
                  <a:cubicBezTo>
                    <a:pt x="22407" y="43664"/>
                    <a:pt x="22532" y="41258"/>
                    <a:pt x="22106" y="38751"/>
                  </a:cubicBezTo>
                  <a:lnTo>
                    <a:pt x="22106" y="38751"/>
                  </a:lnTo>
                  <a:cubicBezTo>
                    <a:pt x="22382" y="39303"/>
                    <a:pt x="22658" y="39854"/>
                    <a:pt x="22958" y="40356"/>
                  </a:cubicBezTo>
                  <a:cubicBezTo>
                    <a:pt x="23782" y="41744"/>
                    <a:pt x="25114" y="43994"/>
                    <a:pt x="26975" y="43994"/>
                  </a:cubicBezTo>
                  <a:cubicBezTo>
                    <a:pt x="27096" y="43994"/>
                    <a:pt x="27219" y="43984"/>
                    <a:pt x="27344" y="43965"/>
                  </a:cubicBezTo>
                  <a:cubicBezTo>
                    <a:pt x="29149" y="43664"/>
                    <a:pt x="29675" y="41358"/>
                    <a:pt x="30026" y="39854"/>
                  </a:cubicBezTo>
                  <a:cubicBezTo>
                    <a:pt x="30227" y="38952"/>
                    <a:pt x="30377" y="38000"/>
                    <a:pt x="30452" y="37072"/>
                  </a:cubicBezTo>
                  <a:cubicBezTo>
                    <a:pt x="31054" y="40032"/>
                    <a:pt x="32233" y="42946"/>
                    <a:pt x="35121" y="43040"/>
                  </a:cubicBezTo>
                  <a:lnTo>
                    <a:pt x="35121" y="43040"/>
                  </a:lnTo>
                  <a:cubicBezTo>
                    <a:pt x="34975" y="43029"/>
                    <a:pt x="34826" y="43003"/>
                    <a:pt x="34663" y="42962"/>
                  </a:cubicBezTo>
                  <a:lnTo>
                    <a:pt x="34462" y="42937"/>
                  </a:lnTo>
                  <a:lnTo>
                    <a:pt x="34487" y="42736"/>
                  </a:lnTo>
                  <a:cubicBezTo>
                    <a:pt x="34487" y="42661"/>
                    <a:pt x="34512" y="42586"/>
                    <a:pt x="34512" y="42511"/>
                  </a:cubicBezTo>
                  <a:cubicBezTo>
                    <a:pt x="31555" y="41859"/>
                    <a:pt x="30853" y="37373"/>
                    <a:pt x="30452" y="34240"/>
                  </a:cubicBezTo>
                  <a:cubicBezTo>
                    <a:pt x="30402" y="33639"/>
                    <a:pt x="30302" y="33037"/>
                    <a:pt x="30176" y="32436"/>
                  </a:cubicBezTo>
                  <a:cubicBezTo>
                    <a:pt x="30153" y="32298"/>
                    <a:pt x="30046" y="32234"/>
                    <a:pt x="29941" y="32234"/>
                  </a:cubicBezTo>
                  <a:cubicBezTo>
                    <a:pt x="29818" y="32234"/>
                    <a:pt x="29698" y="32323"/>
                    <a:pt x="29725" y="32486"/>
                  </a:cubicBezTo>
                  <a:cubicBezTo>
                    <a:pt x="29801" y="32937"/>
                    <a:pt x="29876" y="33488"/>
                    <a:pt x="29951" y="34065"/>
                  </a:cubicBezTo>
                  <a:cubicBezTo>
                    <a:pt x="30101" y="35468"/>
                    <a:pt x="30051" y="36847"/>
                    <a:pt x="29851" y="38250"/>
                  </a:cubicBezTo>
                  <a:cubicBezTo>
                    <a:pt x="29600" y="39829"/>
                    <a:pt x="29274" y="42787"/>
                    <a:pt x="27520" y="43388"/>
                  </a:cubicBezTo>
                  <a:cubicBezTo>
                    <a:pt x="27325" y="43451"/>
                    <a:pt x="27134" y="43480"/>
                    <a:pt x="26946" y="43480"/>
                  </a:cubicBezTo>
                  <a:cubicBezTo>
                    <a:pt x="25030" y="43480"/>
                    <a:pt x="23491" y="40445"/>
                    <a:pt x="22783" y="39052"/>
                  </a:cubicBezTo>
                  <a:cubicBezTo>
                    <a:pt x="21831" y="37198"/>
                    <a:pt x="21204" y="35243"/>
                    <a:pt x="20878" y="33213"/>
                  </a:cubicBezTo>
                  <a:cubicBezTo>
                    <a:pt x="20855" y="33071"/>
                    <a:pt x="20742" y="33002"/>
                    <a:pt x="20635" y="33002"/>
                  </a:cubicBezTo>
                  <a:cubicBezTo>
                    <a:pt x="20515" y="33002"/>
                    <a:pt x="20400" y="33090"/>
                    <a:pt x="20427" y="33263"/>
                  </a:cubicBezTo>
                  <a:cubicBezTo>
                    <a:pt x="20653" y="35243"/>
                    <a:pt x="21279" y="37122"/>
                    <a:pt x="21630" y="39102"/>
                  </a:cubicBezTo>
                  <a:cubicBezTo>
                    <a:pt x="21956" y="40757"/>
                    <a:pt x="21906" y="42887"/>
                    <a:pt x="20427" y="44040"/>
                  </a:cubicBezTo>
                  <a:cubicBezTo>
                    <a:pt x="19891" y="44448"/>
                    <a:pt x="19280" y="44624"/>
                    <a:pt x="18660" y="44624"/>
                  </a:cubicBezTo>
                  <a:cubicBezTo>
                    <a:pt x="17338" y="44624"/>
                    <a:pt x="15973" y="43827"/>
                    <a:pt x="15189" y="42787"/>
                  </a:cubicBezTo>
                  <a:cubicBezTo>
                    <a:pt x="14713" y="42160"/>
                    <a:pt x="14437" y="41408"/>
                    <a:pt x="14211" y="40631"/>
                  </a:cubicBezTo>
                  <a:cubicBezTo>
                    <a:pt x="14111" y="40030"/>
                    <a:pt x="13986" y="39428"/>
                    <a:pt x="13810" y="38827"/>
                  </a:cubicBezTo>
                  <a:cubicBezTo>
                    <a:pt x="13685" y="38250"/>
                    <a:pt x="13560" y="37674"/>
                    <a:pt x="13359" y="37122"/>
                  </a:cubicBezTo>
                  <a:cubicBezTo>
                    <a:pt x="13324" y="37025"/>
                    <a:pt x="13250" y="36984"/>
                    <a:pt x="13174" y="36984"/>
                  </a:cubicBezTo>
                  <a:cubicBezTo>
                    <a:pt x="13035" y="36984"/>
                    <a:pt x="12885" y="37120"/>
                    <a:pt x="12933" y="37298"/>
                  </a:cubicBezTo>
                  <a:cubicBezTo>
                    <a:pt x="13685" y="40280"/>
                    <a:pt x="14988" y="44215"/>
                    <a:pt x="11830" y="46346"/>
                  </a:cubicBezTo>
                  <a:cubicBezTo>
                    <a:pt x="11203" y="46767"/>
                    <a:pt x="10617" y="46947"/>
                    <a:pt x="10072" y="46947"/>
                  </a:cubicBezTo>
                  <a:cubicBezTo>
                    <a:pt x="8028" y="46947"/>
                    <a:pt x="6571" y="44412"/>
                    <a:pt x="5740" y="42611"/>
                  </a:cubicBezTo>
                  <a:cubicBezTo>
                    <a:pt x="3234" y="37223"/>
                    <a:pt x="1053" y="31508"/>
                    <a:pt x="928" y="25518"/>
                  </a:cubicBezTo>
                  <a:cubicBezTo>
                    <a:pt x="803" y="19879"/>
                    <a:pt x="2708" y="14616"/>
                    <a:pt x="6617" y="10531"/>
                  </a:cubicBezTo>
                  <a:cubicBezTo>
                    <a:pt x="10477" y="6521"/>
                    <a:pt x="15715" y="3288"/>
                    <a:pt x="21003" y="1583"/>
                  </a:cubicBezTo>
                  <a:cubicBezTo>
                    <a:pt x="23156" y="894"/>
                    <a:pt x="25436" y="509"/>
                    <a:pt x="27696" y="509"/>
                  </a:cubicBezTo>
                  <a:cubicBezTo>
                    <a:pt x="31514" y="509"/>
                    <a:pt x="35271" y="1608"/>
                    <a:pt x="38247" y="4190"/>
                  </a:cubicBezTo>
                  <a:cubicBezTo>
                    <a:pt x="38247" y="4140"/>
                    <a:pt x="38247" y="4090"/>
                    <a:pt x="38272" y="4065"/>
                  </a:cubicBezTo>
                  <a:lnTo>
                    <a:pt x="38322" y="3613"/>
                  </a:lnTo>
                  <a:cubicBezTo>
                    <a:pt x="37695" y="3187"/>
                    <a:pt x="37144" y="2686"/>
                    <a:pt x="36492" y="2310"/>
                  </a:cubicBezTo>
                  <a:cubicBezTo>
                    <a:pt x="33961" y="781"/>
                    <a:pt x="31004" y="55"/>
                    <a:pt x="28071" y="4"/>
                  </a:cubicBezTo>
                  <a:cubicBezTo>
                    <a:pt x="27949" y="2"/>
                    <a:pt x="27827" y="1"/>
                    <a:pt x="2770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p24"/>
            <p:cNvSpPr/>
            <p:nvPr/>
          </p:nvSpPr>
          <p:spPr>
            <a:xfrm>
              <a:off x="2712075" y="1781359"/>
              <a:ext cx="886246" cy="968261"/>
            </a:xfrm>
            <a:custGeom>
              <a:rect b="b" l="l" r="r" t="t"/>
              <a:pathLst>
                <a:path extrusionOk="0" h="52985" w="48497">
                  <a:moveTo>
                    <a:pt x="22510" y="454"/>
                  </a:moveTo>
                  <a:cubicBezTo>
                    <a:pt x="24256" y="454"/>
                    <a:pt x="25975" y="606"/>
                    <a:pt x="27644" y="914"/>
                  </a:cubicBezTo>
                  <a:cubicBezTo>
                    <a:pt x="34612" y="2217"/>
                    <a:pt x="40802" y="6302"/>
                    <a:pt x="44186" y="11891"/>
                  </a:cubicBezTo>
                  <a:cubicBezTo>
                    <a:pt x="46968" y="16478"/>
                    <a:pt x="48171" y="22368"/>
                    <a:pt x="47820" y="29410"/>
                  </a:cubicBezTo>
                  <a:cubicBezTo>
                    <a:pt x="47469" y="36202"/>
                    <a:pt x="45715" y="43019"/>
                    <a:pt x="42782" y="49160"/>
                  </a:cubicBezTo>
                  <a:cubicBezTo>
                    <a:pt x="42356" y="50037"/>
                    <a:pt x="41880" y="50964"/>
                    <a:pt x="41178" y="51641"/>
                  </a:cubicBezTo>
                  <a:cubicBezTo>
                    <a:pt x="40554" y="52205"/>
                    <a:pt x="39783" y="52526"/>
                    <a:pt x="39075" y="52526"/>
                  </a:cubicBezTo>
                  <a:cubicBezTo>
                    <a:pt x="38903" y="52526"/>
                    <a:pt x="38734" y="52507"/>
                    <a:pt x="38572" y="52468"/>
                  </a:cubicBezTo>
                  <a:cubicBezTo>
                    <a:pt x="37369" y="52167"/>
                    <a:pt x="36567" y="50914"/>
                    <a:pt x="36116" y="48658"/>
                  </a:cubicBezTo>
                  <a:cubicBezTo>
                    <a:pt x="35514" y="45576"/>
                    <a:pt x="35188" y="42443"/>
                    <a:pt x="35138" y="39310"/>
                  </a:cubicBezTo>
                  <a:lnTo>
                    <a:pt x="35138" y="38358"/>
                  </a:lnTo>
                  <a:lnTo>
                    <a:pt x="34687" y="39210"/>
                  </a:lnTo>
                  <a:cubicBezTo>
                    <a:pt x="34286" y="40012"/>
                    <a:pt x="33810" y="40739"/>
                    <a:pt x="33208" y="41390"/>
                  </a:cubicBezTo>
                  <a:cubicBezTo>
                    <a:pt x="32715" y="41951"/>
                    <a:pt x="31740" y="42832"/>
                    <a:pt x="30661" y="42832"/>
                  </a:cubicBezTo>
                  <a:cubicBezTo>
                    <a:pt x="30534" y="42832"/>
                    <a:pt x="30405" y="42820"/>
                    <a:pt x="30276" y="42794"/>
                  </a:cubicBezTo>
                  <a:cubicBezTo>
                    <a:pt x="29549" y="42643"/>
                    <a:pt x="28872" y="42017"/>
                    <a:pt x="28522" y="41165"/>
                  </a:cubicBezTo>
                  <a:cubicBezTo>
                    <a:pt x="28171" y="40338"/>
                    <a:pt x="28121" y="39435"/>
                    <a:pt x="28045" y="38558"/>
                  </a:cubicBezTo>
                  <a:lnTo>
                    <a:pt x="27444" y="30262"/>
                  </a:lnTo>
                  <a:lnTo>
                    <a:pt x="26968" y="30287"/>
                  </a:lnTo>
                  <a:cubicBezTo>
                    <a:pt x="27068" y="33295"/>
                    <a:pt x="26592" y="36277"/>
                    <a:pt x="25990" y="39611"/>
                  </a:cubicBezTo>
                  <a:cubicBezTo>
                    <a:pt x="25823" y="40472"/>
                    <a:pt x="25289" y="42431"/>
                    <a:pt x="23605" y="42431"/>
                  </a:cubicBezTo>
                  <a:cubicBezTo>
                    <a:pt x="23525" y="42431"/>
                    <a:pt x="23443" y="42427"/>
                    <a:pt x="23359" y="42418"/>
                  </a:cubicBezTo>
                  <a:cubicBezTo>
                    <a:pt x="21704" y="42242"/>
                    <a:pt x="20727" y="40363"/>
                    <a:pt x="20201" y="38834"/>
                  </a:cubicBezTo>
                  <a:cubicBezTo>
                    <a:pt x="19273" y="36127"/>
                    <a:pt x="18747" y="33295"/>
                    <a:pt x="18597" y="30388"/>
                  </a:cubicBezTo>
                  <a:lnTo>
                    <a:pt x="18120" y="30388"/>
                  </a:lnTo>
                  <a:cubicBezTo>
                    <a:pt x="18045" y="33495"/>
                    <a:pt x="17068" y="36628"/>
                    <a:pt x="15364" y="39185"/>
                  </a:cubicBezTo>
                  <a:cubicBezTo>
                    <a:pt x="15007" y="39719"/>
                    <a:pt x="13840" y="41321"/>
                    <a:pt x="12407" y="41321"/>
                  </a:cubicBezTo>
                  <a:cubicBezTo>
                    <a:pt x="12227" y="41321"/>
                    <a:pt x="12042" y="41296"/>
                    <a:pt x="11855" y="41240"/>
                  </a:cubicBezTo>
                  <a:cubicBezTo>
                    <a:pt x="10752" y="40914"/>
                    <a:pt x="10201" y="39611"/>
                    <a:pt x="9875" y="38683"/>
                  </a:cubicBezTo>
                  <a:cubicBezTo>
                    <a:pt x="9399" y="37355"/>
                    <a:pt x="9048" y="35977"/>
                    <a:pt x="8797" y="34548"/>
                  </a:cubicBezTo>
                  <a:lnTo>
                    <a:pt x="8321" y="34598"/>
                  </a:lnTo>
                  <a:cubicBezTo>
                    <a:pt x="8296" y="36177"/>
                    <a:pt x="8020" y="37681"/>
                    <a:pt x="7469" y="39110"/>
                  </a:cubicBezTo>
                  <a:cubicBezTo>
                    <a:pt x="6867" y="40663"/>
                    <a:pt x="6040" y="41641"/>
                    <a:pt x="5038" y="41967"/>
                  </a:cubicBezTo>
                  <a:cubicBezTo>
                    <a:pt x="4758" y="42072"/>
                    <a:pt x="4454" y="42115"/>
                    <a:pt x="4143" y="42115"/>
                  </a:cubicBezTo>
                  <a:cubicBezTo>
                    <a:pt x="4008" y="42115"/>
                    <a:pt x="3871" y="42107"/>
                    <a:pt x="3734" y="42092"/>
                  </a:cubicBezTo>
                  <a:cubicBezTo>
                    <a:pt x="3810" y="41390"/>
                    <a:pt x="3935" y="40689"/>
                    <a:pt x="4060" y="39987"/>
                  </a:cubicBezTo>
                  <a:cubicBezTo>
                    <a:pt x="4135" y="39611"/>
                    <a:pt x="4211" y="39260"/>
                    <a:pt x="4261" y="38884"/>
                  </a:cubicBezTo>
                  <a:cubicBezTo>
                    <a:pt x="4461" y="37731"/>
                    <a:pt x="4587" y="36353"/>
                    <a:pt x="4085" y="35024"/>
                  </a:cubicBezTo>
                  <a:cubicBezTo>
                    <a:pt x="3760" y="34172"/>
                    <a:pt x="3183" y="33445"/>
                    <a:pt x="2632" y="32744"/>
                  </a:cubicBezTo>
                  <a:cubicBezTo>
                    <a:pt x="2506" y="32568"/>
                    <a:pt x="2381" y="32418"/>
                    <a:pt x="2281" y="32267"/>
                  </a:cubicBezTo>
                  <a:cubicBezTo>
                    <a:pt x="1379" y="31115"/>
                    <a:pt x="501" y="29711"/>
                    <a:pt x="777" y="28257"/>
                  </a:cubicBezTo>
                  <a:cubicBezTo>
                    <a:pt x="1053" y="26729"/>
                    <a:pt x="2406" y="25776"/>
                    <a:pt x="3709" y="24874"/>
                  </a:cubicBezTo>
                  <a:cubicBezTo>
                    <a:pt x="5188" y="23796"/>
                    <a:pt x="6742" y="22718"/>
                    <a:pt x="6742" y="20739"/>
                  </a:cubicBezTo>
                  <a:cubicBezTo>
                    <a:pt x="6742" y="19285"/>
                    <a:pt x="5714" y="18358"/>
                    <a:pt x="4737" y="17430"/>
                  </a:cubicBezTo>
                  <a:cubicBezTo>
                    <a:pt x="4436" y="17129"/>
                    <a:pt x="4135" y="16854"/>
                    <a:pt x="3885" y="16578"/>
                  </a:cubicBezTo>
                  <a:cubicBezTo>
                    <a:pt x="2882" y="15475"/>
                    <a:pt x="2481" y="14197"/>
                    <a:pt x="2732" y="12794"/>
                  </a:cubicBezTo>
                  <a:cubicBezTo>
                    <a:pt x="3008" y="11139"/>
                    <a:pt x="4060" y="9736"/>
                    <a:pt x="5088" y="8358"/>
                  </a:cubicBezTo>
                  <a:cubicBezTo>
                    <a:pt x="6065" y="7029"/>
                    <a:pt x="7093" y="5676"/>
                    <a:pt x="7419" y="4072"/>
                  </a:cubicBezTo>
                  <a:lnTo>
                    <a:pt x="7444" y="4072"/>
                  </a:lnTo>
                  <a:lnTo>
                    <a:pt x="7569" y="4022"/>
                  </a:lnTo>
                  <a:cubicBezTo>
                    <a:pt x="12420" y="1670"/>
                    <a:pt x="17572" y="454"/>
                    <a:pt x="22510" y="454"/>
                  </a:cubicBezTo>
                  <a:close/>
                  <a:moveTo>
                    <a:pt x="22635" y="1"/>
                  </a:moveTo>
                  <a:cubicBezTo>
                    <a:pt x="21995" y="1"/>
                    <a:pt x="21350" y="21"/>
                    <a:pt x="20702" y="62"/>
                  </a:cubicBezTo>
                  <a:lnTo>
                    <a:pt x="20577" y="62"/>
                  </a:lnTo>
                  <a:cubicBezTo>
                    <a:pt x="20276" y="87"/>
                    <a:pt x="19975" y="112"/>
                    <a:pt x="19674" y="137"/>
                  </a:cubicBezTo>
                  <a:cubicBezTo>
                    <a:pt x="19524" y="137"/>
                    <a:pt x="19374" y="162"/>
                    <a:pt x="19223" y="162"/>
                  </a:cubicBezTo>
                  <a:cubicBezTo>
                    <a:pt x="18998" y="187"/>
                    <a:pt x="18797" y="212"/>
                    <a:pt x="18572" y="237"/>
                  </a:cubicBezTo>
                  <a:cubicBezTo>
                    <a:pt x="18346" y="262"/>
                    <a:pt x="18120" y="312"/>
                    <a:pt x="17895" y="337"/>
                  </a:cubicBezTo>
                  <a:cubicBezTo>
                    <a:pt x="17745" y="362"/>
                    <a:pt x="17569" y="388"/>
                    <a:pt x="17419" y="413"/>
                  </a:cubicBezTo>
                  <a:cubicBezTo>
                    <a:pt x="17143" y="438"/>
                    <a:pt x="16867" y="488"/>
                    <a:pt x="16592" y="538"/>
                  </a:cubicBezTo>
                  <a:cubicBezTo>
                    <a:pt x="16466" y="563"/>
                    <a:pt x="16316" y="588"/>
                    <a:pt x="16191" y="613"/>
                  </a:cubicBezTo>
                  <a:cubicBezTo>
                    <a:pt x="15915" y="688"/>
                    <a:pt x="15614" y="738"/>
                    <a:pt x="15313" y="814"/>
                  </a:cubicBezTo>
                  <a:cubicBezTo>
                    <a:pt x="15188" y="839"/>
                    <a:pt x="15063" y="864"/>
                    <a:pt x="14912" y="889"/>
                  </a:cubicBezTo>
                  <a:cubicBezTo>
                    <a:pt x="14662" y="964"/>
                    <a:pt x="14436" y="1014"/>
                    <a:pt x="14186" y="1089"/>
                  </a:cubicBezTo>
                  <a:cubicBezTo>
                    <a:pt x="13960" y="1139"/>
                    <a:pt x="13760" y="1190"/>
                    <a:pt x="13534" y="1265"/>
                  </a:cubicBezTo>
                  <a:cubicBezTo>
                    <a:pt x="13333" y="1315"/>
                    <a:pt x="13108" y="1365"/>
                    <a:pt x="12907" y="1440"/>
                  </a:cubicBezTo>
                  <a:cubicBezTo>
                    <a:pt x="12682" y="1515"/>
                    <a:pt x="12456" y="1565"/>
                    <a:pt x="12231" y="1641"/>
                  </a:cubicBezTo>
                  <a:cubicBezTo>
                    <a:pt x="12030" y="1716"/>
                    <a:pt x="11805" y="1791"/>
                    <a:pt x="11604" y="1866"/>
                  </a:cubicBezTo>
                  <a:cubicBezTo>
                    <a:pt x="11379" y="1941"/>
                    <a:pt x="11178" y="2017"/>
                    <a:pt x="10953" y="2092"/>
                  </a:cubicBezTo>
                  <a:cubicBezTo>
                    <a:pt x="10727" y="2167"/>
                    <a:pt x="10526" y="2242"/>
                    <a:pt x="10301" y="2317"/>
                  </a:cubicBezTo>
                  <a:cubicBezTo>
                    <a:pt x="10100" y="2393"/>
                    <a:pt x="9900" y="2493"/>
                    <a:pt x="9674" y="2568"/>
                  </a:cubicBezTo>
                  <a:cubicBezTo>
                    <a:pt x="9499" y="2643"/>
                    <a:pt x="9298" y="2718"/>
                    <a:pt x="9123" y="2794"/>
                  </a:cubicBezTo>
                  <a:cubicBezTo>
                    <a:pt x="8772" y="2944"/>
                    <a:pt x="8421" y="3119"/>
                    <a:pt x="8070" y="3270"/>
                  </a:cubicBezTo>
                  <a:cubicBezTo>
                    <a:pt x="7895" y="3345"/>
                    <a:pt x="7694" y="3445"/>
                    <a:pt x="7519" y="3520"/>
                  </a:cubicBezTo>
                  <a:lnTo>
                    <a:pt x="7093" y="3144"/>
                  </a:lnTo>
                  <a:lnTo>
                    <a:pt x="7043" y="3596"/>
                  </a:lnTo>
                  <a:cubicBezTo>
                    <a:pt x="7018" y="3621"/>
                    <a:pt x="7018" y="3671"/>
                    <a:pt x="7018" y="3721"/>
                  </a:cubicBezTo>
                  <a:cubicBezTo>
                    <a:pt x="6767" y="5325"/>
                    <a:pt x="5765" y="6653"/>
                    <a:pt x="4712" y="8082"/>
                  </a:cubicBezTo>
                  <a:cubicBezTo>
                    <a:pt x="3659" y="9485"/>
                    <a:pt x="2556" y="10964"/>
                    <a:pt x="2256" y="12718"/>
                  </a:cubicBezTo>
                  <a:cubicBezTo>
                    <a:pt x="2005" y="14272"/>
                    <a:pt x="2431" y="15676"/>
                    <a:pt x="3534" y="16904"/>
                  </a:cubicBezTo>
                  <a:cubicBezTo>
                    <a:pt x="3810" y="17205"/>
                    <a:pt x="4110" y="17480"/>
                    <a:pt x="4411" y="17781"/>
                  </a:cubicBezTo>
                  <a:cubicBezTo>
                    <a:pt x="5338" y="18633"/>
                    <a:pt x="6266" y="19510"/>
                    <a:pt x="6266" y="20739"/>
                  </a:cubicBezTo>
                  <a:cubicBezTo>
                    <a:pt x="6266" y="22468"/>
                    <a:pt x="4887" y="23445"/>
                    <a:pt x="3434" y="24473"/>
                  </a:cubicBezTo>
                  <a:cubicBezTo>
                    <a:pt x="2055" y="25450"/>
                    <a:pt x="627" y="26453"/>
                    <a:pt x="326" y="28157"/>
                  </a:cubicBezTo>
                  <a:cubicBezTo>
                    <a:pt x="0" y="29811"/>
                    <a:pt x="952" y="31315"/>
                    <a:pt x="1905" y="32568"/>
                  </a:cubicBezTo>
                  <a:cubicBezTo>
                    <a:pt x="2005" y="32719"/>
                    <a:pt x="2130" y="32869"/>
                    <a:pt x="2256" y="33019"/>
                  </a:cubicBezTo>
                  <a:cubicBezTo>
                    <a:pt x="2807" y="33696"/>
                    <a:pt x="3359" y="34398"/>
                    <a:pt x="3634" y="35200"/>
                  </a:cubicBezTo>
                  <a:cubicBezTo>
                    <a:pt x="4110" y="36428"/>
                    <a:pt x="3985" y="37706"/>
                    <a:pt x="3810" y="38809"/>
                  </a:cubicBezTo>
                  <a:cubicBezTo>
                    <a:pt x="3760" y="39185"/>
                    <a:pt x="3684" y="39536"/>
                    <a:pt x="3609" y="39912"/>
                  </a:cubicBezTo>
                  <a:cubicBezTo>
                    <a:pt x="3484" y="40613"/>
                    <a:pt x="3333" y="41315"/>
                    <a:pt x="3283" y="42042"/>
                  </a:cubicBezTo>
                  <a:cubicBezTo>
                    <a:pt x="3283" y="42117"/>
                    <a:pt x="3258" y="42192"/>
                    <a:pt x="3258" y="42267"/>
                  </a:cubicBezTo>
                  <a:lnTo>
                    <a:pt x="3233" y="42468"/>
                  </a:lnTo>
                  <a:lnTo>
                    <a:pt x="3434" y="42493"/>
                  </a:lnTo>
                  <a:cubicBezTo>
                    <a:pt x="3659" y="42549"/>
                    <a:pt x="3857" y="42578"/>
                    <a:pt x="4058" y="42578"/>
                  </a:cubicBezTo>
                  <a:cubicBezTo>
                    <a:pt x="4124" y="42578"/>
                    <a:pt x="4192" y="42574"/>
                    <a:pt x="4261" y="42568"/>
                  </a:cubicBezTo>
                  <a:lnTo>
                    <a:pt x="4411" y="42568"/>
                  </a:lnTo>
                  <a:cubicBezTo>
                    <a:pt x="4486" y="42568"/>
                    <a:pt x="4562" y="42568"/>
                    <a:pt x="4637" y="42543"/>
                  </a:cubicBezTo>
                  <a:cubicBezTo>
                    <a:pt x="4687" y="42543"/>
                    <a:pt x="4737" y="42543"/>
                    <a:pt x="4787" y="42518"/>
                  </a:cubicBezTo>
                  <a:cubicBezTo>
                    <a:pt x="4937" y="42493"/>
                    <a:pt x="5063" y="42468"/>
                    <a:pt x="5188" y="42418"/>
                  </a:cubicBezTo>
                  <a:cubicBezTo>
                    <a:pt x="5313" y="42368"/>
                    <a:pt x="5439" y="42318"/>
                    <a:pt x="5564" y="42267"/>
                  </a:cubicBezTo>
                  <a:cubicBezTo>
                    <a:pt x="5589" y="42242"/>
                    <a:pt x="5639" y="42217"/>
                    <a:pt x="5664" y="42217"/>
                  </a:cubicBezTo>
                  <a:cubicBezTo>
                    <a:pt x="5739" y="42167"/>
                    <a:pt x="5840" y="42117"/>
                    <a:pt x="5940" y="42042"/>
                  </a:cubicBezTo>
                  <a:cubicBezTo>
                    <a:pt x="5965" y="42017"/>
                    <a:pt x="6015" y="41992"/>
                    <a:pt x="6040" y="41967"/>
                  </a:cubicBezTo>
                  <a:cubicBezTo>
                    <a:pt x="6115" y="41917"/>
                    <a:pt x="6191" y="41866"/>
                    <a:pt x="6241" y="41816"/>
                  </a:cubicBezTo>
                  <a:cubicBezTo>
                    <a:pt x="6366" y="41716"/>
                    <a:pt x="6466" y="41616"/>
                    <a:pt x="6567" y="41491"/>
                  </a:cubicBezTo>
                  <a:cubicBezTo>
                    <a:pt x="6592" y="41491"/>
                    <a:pt x="6592" y="41491"/>
                    <a:pt x="6617" y="41465"/>
                  </a:cubicBezTo>
                  <a:cubicBezTo>
                    <a:pt x="7118" y="40939"/>
                    <a:pt x="7544" y="40212"/>
                    <a:pt x="7920" y="39285"/>
                  </a:cubicBezTo>
                  <a:cubicBezTo>
                    <a:pt x="7920" y="39235"/>
                    <a:pt x="7945" y="39185"/>
                    <a:pt x="7970" y="39135"/>
                  </a:cubicBezTo>
                  <a:cubicBezTo>
                    <a:pt x="8020" y="38984"/>
                    <a:pt x="8070" y="38834"/>
                    <a:pt x="8120" y="38683"/>
                  </a:cubicBezTo>
                  <a:cubicBezTo>
                    <a:pt x="8321" y="38107"/>
                    <a:pt x="8471" y="37506"/>
                    <a:pt x="8572" y="36904"/>
                  </a:cubicBezTo>
                  <a:cubicBezTo>
                    <a:pt x="8572" y="36854"/>
                    <a:pt x="8597" y="36804"/>
                    <a:pt x="8597" y="36754"/>
                  </a:cubicBezTo>
                  <a:cubicBezTo>
                    <a:pt x="8622" y="36653"/>
                    <a:pt x="8622" y="36553"/>
                    <a:pt x="8647" y="36428"/>
                  </a:cubicBezTo>
                  <a:cubicBezTo>
                    <a:pt x="8647" y="36378"/>
                    <a:pt x="8672" y="36328"/>
                    <a:pt x="8672" y="36277"/>
                  </a:cubicBezTo>
                  <a:cubicBezTo>
                    <a:pt x="8872" y="37155"/>
                    <a:pt x="9123" y="38007"/>
                    <a:pt x="9424" y="38834"/>
                  </a:cubicBezTo>
                  <a:cubicBezTo>
                    <a:pt x="9775" y="39861"/>
                    <a:pt x="10401" y="41290"/>
                    <a:pt x="11729" y="41691"/>
                  </a:cubicBezTo>
                  <a:cubicBezTo>
                    <a:pt x="11957" y="41763"/>
                    <a:pt x="12184" y="41795"/>
                    <a:pt x="12406" y="41795"/>
                  </a:cubicBezTo>
                  <a:cubicBezTo>
                    <a:pt x="12649" y="41795"/>
                    <a:pt x="12885" y="41757"/>
                    <a:pt x="13108" y="41691"/>
                  </a:cubicBezTo>
                  <a:cubicBezTo>
                    <a:pt x="13359" y="41616"/>
                    <a:pt x="13609" y="41491"/>
                    <a:pt x="13835" y="41365"/>
                  </a:cubicBezTo>
                  <a:cubicBezTo>
                    <a:pt x="13860" y="41340"/>
                    <a:pt x="13885" y="41340"/>
                    <a:pt x="13910" y="41315"/>
                  </a:cubicBezTo>
                  <a:cubicBezTo>
                    <a:pt x="13960" y="41290"/>
                    <a:pt x="14035" y="41240"/>
                    <a:pt x="14085" y="41215"/>
                  </a:cubicBezTo>
                  <a:cubicBezTo>
                    <a:pt x="14912" y="40638"/>
                    <a:pt x="15514" y="39811"/>
                    <a:pt x="15765" y="39435"/>
                  </a:cubicBezTo>
                  <a:cubicBezTo>
                    <a:pt x="16567" y="38232"/>
                    <a:pt x="17193" y="36929"/>
                    <a:pt x="17669" y="35551"/>
                  </a:cubicBezTo>
                  <a:cubicBezTo>
                    <a:pt x="17669" y="35501"/>
                    <a:pt x="17694" y="35450"/>
                    <a:pt x="17719" y="35400"/>
                  </a:cubicBezTo>
                  <a:cubicBezTo>
                    <a:pt x="17795" y="35175"/>
                    <a:pt x="17845" y="34949"/>
                    <a:pt x="17920" y="34724"/>
                  </a:cubicBezTo>
                  <a:cubicBezTo>
                    <a:pt x="17945" y="34648"/>
                    <a:pt x="17970" y="34548"/>
                    <a:pt x="17995" y="34473"/>
                  </a:cubicBezTo>
                  <a:cubicBezTo>
                    <a:pt x="18045" y="34297"/>
                    <a:pt x="18070" y="34122"/>
                    <a:pt x="18120" y="33947"/>
                  </a:cubicBezTo>
                  <a:cubicBezTo>
                    <a:pt x="18171" y="33771"/>
                    <a:pt x="18196" y="33596"/>
                    <a:pt x="18246" y="33420"/>
                  </a:cubicBezTo>
                  <a:cubicBezTo>
                    <a:pt x="18246" y="33320"/>
                    <a:pt x="18271" y="33245"/>
                    <a:pt x="18296" y="33145"/>
                  </a:cubicBezTo>
                  <a:cubicBezTo>
                    <a:pt x="18321" y="33044"/>
                    <a:pt x="18321" y="32969"/>
                    <a:pt x="18346" y="32869"/>
                  </a:cubicBezTo>
                  <a:cubicBezTo>
                    <a:pt x="18371" y="33044"/>
                    <a:pt x="18396" y="33170"/>
                    <a:pt x="18421" y="33345"/>
                  </a:cubicBezTo>
                  <a:cubicBezTo>
                    <a:pt x="18446" y="33521"/>
                    <a:pt x="18471" y="33696"/>
                    <a:pt x="18496" y="33871"/>
                  </a:cubicBezTo>
                  <a:cubicBezTo>
                    <a:pt x="18547" y="34147"/>
                    <a:pt x="18597" y="34423"/>
                    <a:pt x="18647" y="34699"/>
                  </a:cubicBezTo>
                  <a:cubicBezTo>
                    <a:pt x="18672" y="34924"/>
                    <a:pt x="18722" y="35125"/>
                    <a:pt x="18772" y="35350"/>
                  </a:cubicBezTo>
                  <a:cubicBezTo>
                    <a:pt x="18847" y="35726"/>
                    <a:pt x="18922" y="36077"/>
                    <a:pt x="19023" y="36428"/>
                  </a:cubicBezTo>
                  <a:cubicBezTo>
                    <a:pt x="19098" y="36704"/>
                    <a:pt x="19173" y="37004"/>
                    <a:pt x="19248" y="37305"/>
                  </a:cubicBezTo>
                  <a:cubicBezTo>
                    <a:pt x="19298" y="37506"/>
                    <a:pt x="19349" y="37681"/>
                    <a:pt x="19424" y="37881"/>
                  </a:cubicBezTo>
                  <a:cubicBezTo>
                    <a:pt x="19499" y="38207"/>
                    <a:pt x="19599" y="38508"/>
                    <a:pt x="19699" y="38834"/>
                  </a:cubicBezTo>
                  <a:cubicBezTo>
                    <a:pt x="19725" y="38884"/>
                    <a:pt x="19750" y="38934"/>
                    <a:pt x="19750" y="38984"/>
                  </a:cubicBezTo>
                  <a:cubicBezTo>
                    <a:pt x="20025" y="39761"/>
                    <a:pt x="20351" y="40438"/>
                    <a:pt x="20702" y="40989"/>
                  </a:cubicBezTo>
                  <a:cubicBezTo>
                    <a:pt x="20702" y="41014"/>
                    <a:pt x="20727" y="41039"/>
                    <a:pt x="20727" y="41039"/>
                  </a:cubicBezTo>
                  <a:cubicBezTo>
                    <a:pt x="20777" y="41115"/>
                    <a:pt x="20827" y="41190"/>
                    <a:pt x="20877" y="41265"/>
                  </a:cubicBezTo>
                  <a:cubicBezTo>
                    <a:pt x="21479" y="42117"/>
                    <a:pt x="22181" y="42643"/>
                    <a:pt x="22958" y="42819"/>
                  </a:cubicBezTo>
                  <a:cubicBezTo>
                    <a:pt x="23008" y="42819"/>
                    <a:pt x="23058" y="42844"/>
                    <a:pt x="23108" y="42844"/>
                  </a:cubicBezTo>
                  <a:cubicBezTo>
                    <a:pt x="23158" y="42869"/>
                    <a:pt x="23208" y="42869"/>
                    <a:pt x="23258" y="42869"/>
                  </a:cubicBezTo>
                  <a:cubicBezTo>
                    <a:pt x="23283" y="42869"/>
                    <a:pt x="23308" y="42869"/>
                    <a:pt x="23334" y="42894"/>
                  </a:cubicBezTo>
                  <a:cubicBezTo>
                    <a:pt x="23407" y="42901"/>
                    <a:pt x="23478" y="42904"/>
                    <a:pt x="23548" y="42904"/>
                  </a:cubicBezTo>
                  <a:cubicBezTo>
                    <a:pt x="23716" y="42904"/>
                    <a:pt x="23876" y="42887"/>
                    <a:pt x="24035" y="42869"/>
                  </a:cubicBezTo>
                  <a:cubicBezTo>
                    <a:pt x="24060" y="42844"/>
                    <a:pt x="24060" y="42844"/>
                    <a:pt x="24060" y="42844"/>
                  </a:cubicBezTo>
                  <a:cubicBezTo>
                    <a:pt x="24186" y="42844"/>
                    <a:pt x="24311" y="42794"/>
                    <a:pt x="24411" y="42769"/>
                  </a:cubicBezTo>
                  <a:cubicBezTo>
                    <a:pt x="24436" y="42769"/>
                    <a:pt x="24436" y="42744"/>
                    <a:pt x="24436" y="42744"/>
                  </a:cubicBezTo>
                  <a:cubicBezTo>
                    <a:pt x="24537" y="42719"/>
                    <a:pt x="24612" y="42694"/>
                    <a:pt x="24712" y="42643"/>
                  </a:cubicBezTo>
                  <a:cubicBezTo>
                    <a:pt x="24762" y="42618"/>
                    <a:pt x="24787" y="42593"/>
                    <a:pt x="24837" y="42568"/>
                  </a:cubicBezTo>
                  <a:cubicBezTo>
                    <a:pt x="24887" y="42543"/>
                    <a:pt x="24938" y="42493"/>
                    <a:pt x="24988" y="42468"/>
                  </a:cubicBezTo>
                  <a:cubicBezTo>
                    <a:pt x="25013" y="42443"/>
                    <a:pt x="25063" y="42418"/>
                    <a:pt x="25088" y="42393"/>
                  </a:cubicBezTo>
                  <a:cubicBezTo>
                    <a:pt x="25740" y="41866"/>
                    <a:pt x="26216" y="40964"/>
                    <a:pt x="26441" y="39711"/>
                  </a:cubicBezTo>
                  <a:cubicBezTo>
                    <a:pt x="26491" y="39511"/>
                    <a:pt x="26517" y="39335"/>
                    <a:pt x="26542" y="39135"/>
                  </a:cubicBezTo>
                  <a:cubicBezTo>
                    <a:pt x="26592" y="38884"/>
                    <a:pt x="26642" y="38608"/>
                    <a:pt x="26692" y="38358"/>
                  </a:cubicBezTo>
                  <a:cubicBezTo>
                    <a:pt x="26918" y="36979"/>
                    <a:pt x="27143" y="35651"/>
                    <a:pt x="27268" y="34348"/>
                  </a:cubicBezTo>
                  <a:lnTo>
                    <a:pt x="27394" y="35927"/>
                  </a:lnTo>
                  <a:lnTo>
                    <a:pt x="27594" y="38608"/>
                  </a:lnTo>
                  <a:cubicBezTo>
                    <a:pt x="27644" y="39460"/>
                    <a:pt x="27720" y="40463"/>
                    <a:pt x="28095" y="41340"/>
                  </a:cubicBezTo>
                  <a:cubicBezTo>
                    <a:pt x="28121" y="41415"/>
                    <a:pt x="28146" y="41465"/>
                    <a:pt x="28196" y="41541"/>
                  </a:cubicBezTo>
                  <a:cubicBezTo>
                    <a:pt x="28622" y="42443"/>
                    <a:pt x="29349" y="43069"/>
                    <a:pt x="30176" y="43245"/>
                  </a:cubicBezTo>
                  <a:cubicBezTo>
                    <a:pt x="30339" y="43279"/>
                    <a:pt x="30499" y="43295"/>
                    <a:pt x="30656" y="43295"/>
                  </a:cubicBezTo>
                  <a:cubicBezTo>
                    <a:pt x="31074" y="43295"/>
                    <a:pt x="31465" y="43184"/>
                    <a:pt x="31830" y="43019"/>
                  </a:cubicBezTo>
                  <a:cubicBezTo>
                    <a:pt x="32582" y="42694"/>
                    <a:pt x="33183" y="42117"/>
                    <a:pt x="33559" y="41691"/>
                  </a:cubicBezTo>
                  <a:cubicBezTo>
                    <a:pt x="33960" y="41240"/>
                    <a:pt x="34336" y="40764"/>
                    <a:pt x="34662" y="40237"/>
                  </a:cubicBezTo>
                  <a:cubicBezTo>
                    <a:pt x="34662" y="40212"/>
                    <a:pt x="34687" y="40212"/>
                    <a:pt x="34687" y="40187"/>
                  </a:cubicBezTo>
                  <a:cubicBezTo>
                    <a:pt x="34687" y="40212"/>
                    <a:pt x="34687" y="40237"/>
                    <a:pt x="34687" y="40262"/>
                  </a:cubicBezTo>
                  <a:cubicBezTo>
                    <a:pt x="34787" y="43120"/>
                    <a:pt x="35088" y="45952"/>
                    <a:pt x="35639" y="48759"/>
                  </a:cubicBezTo>
                  <a:cubicBezTo>
                    <a:pt x="35690" y="48909"/>
                    <a:pt x="35715" y="49034"/>
                    <a:pt x="35740" y="49185"/>
                  </a:cubicBezTo>
                  <a:cubicBezTo>
                    <a:pt x="36241" y="51365"/>
                    <a:pt x="37143" y="52593"/>
                    <a:pt x="38471" y="52919"/>
                  </a:cubicBezTo>
                  <a:cubicBezTo>
                    <a:pt x="38646" y="52967"/>
                    <a:pt x="38831" y="52984"/>
                    <a:pt x="39020" y="52984"/>
                  </a:cubicBezTo>
                  <a:cubicBezTo>
                    <a:pt x="39129" y="52984"/>
                    <a:pt x="39239" y="52978"/>
                    <a:pt x="39349" y="52969"/>
                  </a:cubicBezTo>
                  <a:lnTo>
                    <a:pt x="39399" y="52969"/>
                  </a:lnTo>
                  <a:cubicBezTo>
                    <a:pt x="39524" y="52969"/>
                    <a:pt x="39624" y="52944"/>
                    <a:pt x="39725" y="52919"/>
                  </a:cubicBezTo>
                  <a:cubicBezTo>
                    <a:pt x="39750" y="52919"/>
                    <a:pt x="39775" y="52919"/>
                    <a:pt x="39825" y="52894"/>
                  </a:cubicBezTo>
                  <a:cubicBezTo>
                    <a:pt x="39925" y="52869"/>
                    <a:pt x="40025" y="52844"/>
                    <a:pt x="40126" y="52819"/>
                  </a:cubicBezTo>
                  <a:cubicBezTo>
                    <a:pt x="40151" y="52794"/>
                    <a:pt x="40176" y="52794"/>
                    <a:pt x="40176" y="52794"/>
                  </a:cubicBezTo>
                  <a:cubicBezTo>
                    <a:pt x="40326" y="52744"/>
                    <a:pt x="40451" y="52669"/>
                    <a:pt x="40577" y="52618"/>
                  </a:cubicBezTo>
                  <a:cubicBezTo>
                    <a:pt x="40602" y="52593"/>
                    <a:pt x="40602" y="52593"/>
                    <a:pt x="40627" y="52593"/>
                  </a:cubicBezTo>
                  <a:cubicBezTo>
                    <a:pt x="40928" y="52418"/>
                    <a:pt x="41228" y="52217"/>
                    <a:pt x="41479" y="51967"/>
                  </a:cubicBezTo>
                  <a:cubicBezTo>
                    <a:pt x="42281" y="51240"/>
                    <a:pt x="42757" y="50288"/>
                    <a:pt x="43208" y="49360"/>
                  </a:cubicBezTo>
                  <a:cubicBezTo>
                    <a:pt x="43258" y="49235"/>
                    <a:pt x="43309" y="49135"/>
                    <a:pt x="43359" y="49009"/>
                  </a:cubicBezTo>
                  <a:cubicBezTo>
                    <a:pt x="46241" y="42919"/>
                    <a:pt x="47945" y="36152"/>
                    <a:pt x="48296" y="29435"/>
                  </a:cubicBezTo>
                  <a:cubicBezTo>
                    <a:pt x="48497" y="25425"/>
                    <a:pt x="48196" y="21766"/>
                    <a:pt x="47394" y="18533"/>
                  </a:cubicBezTo>
                  <a:cubicBezTo>
                    <a:pt x="47319" y="18232"/>
                    <a:pt x="47218" y="17931"/>
                    <a:pt x="47143" y="17631"/>
                  </a:cubicBezTo>
                  <a:cubicBezTo>
                    <a:pt x="47118" y="17505"/>
                    <a:pt x="47068" y="17380"/>
                    <a:pt x="47018" y="17230"/>
                  </a:cubicBezTo>
                  <a:cubicBezTo>
                    <a:pt x="46968" y="17029"/>
                    <a:pt x="46893" y="16829"/>
                    <a:pt x="46842" y="16628"/>
                  </a:cubicBezTo>
                  <a:cubicBezTo>
                    <a:pt x="46767" y="16378"/>
                    <a:pt x="46667" y="16152"/>
                    <a:pt x="46592" y="15901"/>
                  </a:cubicBezTo>
                  <a:cubicBezTo>
                    <a:pt x="46542" y="15776"/>
                    <a:pt x="46517" y="15676"/>
                    <a:pt x="46467" y="15551"/>
                  </a:cubicBezTo>
                  <a:cubicBezTo>
                    <a:pt x="45940" y="14172"/>
                    <a:pt x="45314" y="12869"/>
                    <a:pt x="44587" y="11641"/>
                  </a:cubicBezTo>
                  <a:cubicBezTo>
                    <a:pt x="42933" y="8934"/>
                    <a:pt x="40652" y="6578"/>
                    <a:pt x="37945" y="4698"/>
                  </a:cubicBezTo>
                  <a:cubicBezTo>
                    <a:pt x="37820" y="4623"/>
                    <a:pt x="37695" y="4548"/>
                    <a:pt x="37569" y="4448"/>
                  </a:cubicBezTo>
                  <a:cubicBezTo>
                    <a:pt x="37469" y="4373"/>
                    <a:pt x="37369" y="4322"/>
                    <a:pt x="37268" y="4247"/>
                  </a:cubicBezTo>
                  <a:cubicBezTo>
                    <a:pt x="37018" y="4097"/>
                    <a:pt x="36767" y="3921"/>
                    <a:pt x="36492" y="3771"/>
                  </a:cubicBezTo>
                  <a:cubicBezTo>
                    <a:pt x="36416" y="3721"/>
                    <a:pt x="36316" y="3671"/>
                    <a:pt x="36241" y="3621"/>
                  </a:cubicBezTo>
                  <a:cubicBezTo>
                    <a:pt x="35965" y="3445"/>
                    <a:pt x="35664" y="3295"/>
                    <a:pt x="35389" y="3144"/>
                  </a:cubicBezTo>
                  <a:cubicBezTo>
                    <a:pt x="35314" y="3094"/>
                    <a:pt x="35213" y="3044"/>
                    <a:pt x="35138" y="3019"/>
                  </a:cubicBezTo>
                  <a:cubicBezTo>
                    <a:pt x="34837" y="2844"/>
                    <a:pt x="34537" y="2718"/>
                    <a:pt x="34236" y="2568"/>
                  </a:cubicBezTo>
                  <a:cubicBezTo>
                    <a:pt x="34161" y="2518"/>
                    <a:pt x="34060" y="2493"/>
                    <a:pt x="33985" y="2443"/>
                  </a:cubicBezTo>
                  <a:cubicBezTo>
                    <a:pt x="33735" y="2317"/>
                    <a:pt x="33459" y="2217"/>
                    <a:pt x="33183" y="2092"/>
                  </a:cubicBezTo>
                  <a:cubicBezTo>
                    <a:pt x="33033" y="2042"/>
                    <a:pt x="32882" y="1966"/>
                    <a:pt x="32732" y="1916"/>
                  </a:cubicBezTo>
                  <a:cubicBezTo>
                    <a:pt x="32557" y="1841"/>
                    <a:pt x="32356" y="1766"/>
                    <a:pt x="32181" y="1691"/>
                  </a:cubicBezTo>
                  <a:cubicBezTo>
                    <a:pt x="31930" y="1616"/>
                    <a:pt x="31679" y="1515"/>
                    <a:pt x="31454" y="1440"/>
                  </a:cubicBezTo>
                  <a:lnTo>
                    <a:pt x="31429" y="1440"/>
                  </a:lnTo>
                  <a:cubicBezTo>
                    <a:pt x="30226" y="1014"/>
                    <a:pt x="28998" y="688"/>
                    <a:pt x="27720" y="463"/>
                  </a:cubicBezTo>
                  <a:cubicBezTo>
                    <a:pt x="26072" y="151"/>
                    <a:pt x="24370" y="1"/>
                    <a:pt x="226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24"/>
            <p:cNvSpPr/>
            <p:nvPr/>
          </p:nvSpPr>
          <p:spPr>
            <a:xfrm>
              <a:off x="2302604" y="1836748"/>
              <a:ext cx="496091" cy="630370"/>
            </a:xfrm>
            <a:custGeom>
              <a:rect b="b" l="l" r="r" t="t"/>
              <a:pathLst>
                <a:path extrusionOk="0" h="34495" w="27147">
                  <a:moveTo>
                    <a:pt x="20789" y="1"/>
                  </a:moveTo>
                  <a:cubicBezTo>
                    <a:pt x="16171" y="1"/>
                    <a:pt x="11572" y="1486"/>
                    <a:pt x="7896" y="4399"/>
                  </a:cubicBezTo>
                  <a:cubicBezTo>
                    <a:pt x="2983" y="8309"/>
                    <a:pt x="26" y="14449"/>
                    <a:pt x="1" y="20715"/>
                  </a:cubicBezTo>
                  <a:cubicBezTo>
                    <a:pt x="1" y="25402"/>
                    <a:pt x="1455" y="29938"/>
                    <a:pt x="2883" y="34349"/>
                  </a:cubicBezTo>
                  <a:cubicBezTo>
                    <a:pt x="2920" y="34450"/>
                    <a:pt x="3004" y="34494"/>
                    <a:pt x="3091" y="34494"/>
                  </a:cubicBezTo>
                  <a:cubicBezTo>
                    <a:pt x="3240" y="34494"/>
                    <a:pt x="3398" y="34364"/>
                    <a:pt x="3334" y="34174"/>
                  </a:cubicBezTo>
                  <a:cubicBezTo>
                    <a:pt x="1805" y="29462"/>
                    <a:pt x="227" y="24600"/>
                    <a:pt x="502" y="19587"/>
                  </a:cubicBezTo>
                  <a:cubicBezTo>
                    <a:pt x="728" y="15728"/>
                    <a:pt x="2106" y="11943"/>
                    <a:pt x="4362" y="8785"/>
                  </a:cubicBezTo>
                  <a:cubicBezTo>
                    <a:pt x="8221" y="3448"/>
                    <a:pt x="14463" y="464"/>
                    <a:pt x="20856" y="464"/>
                  </a:cubicBezTo>
                  <a:cubicBezTo>
                    <a:pt x="22809" y="464"/>
                    <a:pt x="24776" y="742"/>
                    <a:pt x="26693" y="1316"/>
                  </a:cubicBezTo>
                  <a:cubicBezTo>
                    <a:pt x="26717" y="1323"/>
                    <a:pt x="26740" y="1325"/>
                    <a:pt x="26763" y="1325"/>
                  </a:cubicBezTo>
                  <a:cubicBezTo>
                    <a:pt x="27019" y="1325"/>
                    <a:pt x="27147" y="960"/>
                    <a:pt x="26893" y="890"/>
                  </a:cubicBezTo>
                  <a:cubicBezTo>
                    <a:pt x="24908" y="296"/>
                    <a:pt x="22847" y="1"/>
                    <a:pt x="2078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24"/>
            <p:cNvSpPr/>
            <p:nvPr/>
          </p:nvSpPr>
          <p:spPr>
            <a:xfrm>
              <a:off x="2487649" y="1886984"/>
              <a:ext cx="284968" cy="458245"/>
            </a:xfrm>
            <a:custGeom>
              <a:rect b="b" l="l" r="r" t="t"/>
              <a:pathLst>
                <a:path extrusionOk="0" h="25076" w="15594">
                  <a:moveTo>
                    <a:pt x="15249" y="1"/>
                  </a:moveTo>
                  <a:cubicBezTo>
                    <a:pt x="15205" y="1"/>
                    <a:pt x="15159" y="14"/>
                    <a:pt x="15113" y="46"/>
                  </a:cubicBezTo>
                  <a:cubicBezTo>
                    <a:pt x="12507" y="1901"/>
                    <a:pt x="9274" y="2252"/>
                    <a:pt x="6542" y="3831"/>
                  </a:cubicBezTo>
                  <a:cubicBezTo>
                    <a:pt x="4612" y="4958"/>
                    <a:pt x="2757" y="6813"/>
                    <a:pt x="2757" y="9194"/>
                  </a:cubicBezTo>
                  <a:cubicBezTo>
                    <a:pt x="2757" y="10623"/>
                    <a:pt x="3409" y="11926"/>
                    <a:pt x="3659" y="13304"/>
                  </a:cubicBezTo>
                  <a:cubicBezTo>
                    <a:pt x="4010" y="15259"/>
                    <a:pt x="3008" y="16262"/>
                    <a:pt x="1830" y="17615"/>
                  </a:cubicBezTo>
                  <a:cubicBezTo>
                    <a:pt x="0" y="19695"/>
                    <a:pt x="301" y="22327"/>
                    <a:pt x="827" y="24883"/>
                  </a:cubicBezTo>
                  <a:cubicBezTo>
                    <a:pt x="851" y="25012"/>
                    <a:pt x="962" y="25075"/>
                    <a:pt x="1068" y="25075"/>
                  </a:cubicBezTo>
                  <a:cubicBezTo>
                    <a:pt x="1190" y="25075"/>
                    <a:pt x="1305" y="24993"/>
                    <a:pt x="1279" y="24833"/>
                  </a:cubicBezTo>
                  <a:cubicBezTo>
                    <a:pt x="1003" y="23430"/>
                    <a:pt x="727" y="21976"/>
                    <a:pt x="928" y="20548"/>
                  </a:cubicBezTo>
                  <a:cubicBezTo>
                    <a:pt x="1153" y="18969"/>
                    <a:pt x="2106" y="18066"/>
                    <a:pt x="3108" y="16913"/>
                  </a:cubicBezTo>
                  <a:cubicBezTo>
                    <a:pt x="4837" y="14908"/>
                    <a:pt x="3985" y="12954"/>
                    <a:pt x="3434" y="10648"/>
                  </a:cubicBezTo>
                  <a:cubicBezTo>
                    <a:pt x="1830" y="3730"/>
                    <a:pt x="11504" y="3204"/>
                    <a:pt x="15389" y="422"/>
                  </a:cubicBezTo>
                  <a:cubicBezTo>
                    <a:pt x="15594" y="279"/>
                    <a:pt x="15447" y="1"/>
                    <a:pt x="152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24"/>
            <p:cNvSpPr/>
            <p:nvPr/>
          </p:nvSpPr>
          <p:spPr>
            <a:xfrm>
              <a:off x="2626881" y="1935630"/>
              <a:ext cx="130569" cy="392585"/>
            </a:xfrm>
            <a:custGeom>
              <a:rect b="b" l="l" r="r" t="t"/>
              <a:pathLst>
                <a:path extrusionOk="0" h="21483" w="7145">
                  <a:moveTo>
                    <a:pt x="6821" y="1"/>
                  </a:moveTo>
                  <a:cubicBezTo>
                    <a:pt x="6744" y="1"/>
                    <a:pt x="6666" y="35"/>
                    <a:pt x="6617" y="116"/>
                  </a:cubicBezTo>
                  <a:cubicBezTo>
                    <a:pt x="4888" y="3023"/>
                    <a:pt x="0" y="6582"/>
                    <a:pt x="2983" y="10317"/>
                  </a:cubicBezTo>
                  <a:cubicBezTo>
                    <a:pt x="3609" y="11094"/>
                    <a:pt x="4637" y="11820"/>
                    <a:pt x="4787" y="12873"/>
                  </a:cubicBezTo>
                  <a:cubicBezTo>
                    <a:pt x="4963" y="14051"/>
                    <a:pt x="3885" y="14978"/>
                    <a:pt x="3334" y="15931"/>
                  </a:cubicBezTo>
                  <a:cubicBezTo>
                    <a:pt x="2381" y="17585"/>
                    <a:pt x="2256" y="19540"/>
                    <a:pt x="2833" y="21344"/>
                  </a:cubicBezTo>
                  <a:cubicBezTo>
                    <a:pt x="2868" y="21442"/>
                    <a:pt x="2944" y="21483"/>
                    <a:pt x="3025" y="21483"/>
                  </a:cubicBezTo>
                  <a:cubicBezTo>
                    <a:pt x="3172" y="21483"/>
                    <a:pt x="3332" y="21347"/>
                    <a:pt x="3284" y="21169"/>
                  </a:cubicBezTo>
                  <a:cubicBezTo>
                    <a:pt x="2908" y="20041"/>
                    <a:pt x="2858" y="18888"/>
                    <a:pt x="3133" y="17735"/>
                  </a:cubicBezTo>
                  <a:cubicBezTo>
                    <a:pt x="3409" y="16582"/>
                    <a:pt x="4061" y="15755"/>
                    <a:pt x="4687" y="14778"/>
                  </a:cubicBezTo>
                  <a:cubicBezTo>
                    <a:pt x="5489" y="13550"/>
                    <a:pt x="5389" y="12397"/>
                    <a:pt x="4462" y="11244"/>
                  </a:cubicBezTo>
                  <a:cubicBezTo>
                    <a:pt x="3810" y="10467"/>
                    <a:pt x="3008" y="9815"/>
                    <a:pt x="2707" y="8813"/>
                  </a:cubicBezTo>
                  <a:cubicBezTo>
                    <a:pt x="2356" y="7635"/>
                    <a:pt x="2707" y="6382"/>
                    <a:pt x="3259" y="5329"/>
                  </a:cubicBezTo>
                  <a:cubicBezTo>
                    <a:pt x="4261" y="3474"/>
                    <a:pt x="5965" y="2121"/>
                    <a:pt x="7043" y="317"/>
                  </a:cubicBezTo>
                  <a:cubicBezTo>
                    <a:pt x="7145" y="147"/>
                    <a:pt x="6983" y="1"/>
                    <a:pt x="68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24"/>
            <p:cNvSpPr/>
            <p:nvPr/>
          </p:nvSpPr>
          <p:spPr>
            <a:xfrm>
              <a:off x="2707945" y="2021903"/>
              <a:ext cx="84756" cy="143964"/>
            </a:xfrm>
            <a:custGeom>
              <a:rect b="b" l="l" r="r" t="t"/>
              <a:pathLst>
                <a:path extrusionOk="0" h="7878" w="4638">
                  <a:moveTo>
                    <a:pt x="957" y="0"/>
                  </a:moveTo>
                  <a:cubicBezTo>
                    <a:pt x="882" y="0"/>
                    <a:pt x="811" y="39"/>
                    <a:pt x="777" y="132"/>
                  </a:cubicBezTo>
                  <a:cubicBezTo>
                    <a:pt x="402" y="1360"/>
                    <a:pt x="1" y="2738"/>
                    <a:pt x="752" y="3916"/>
                  </a:cubicBezTo>
                  <a:cubicBezTo>
                    <a:pt x="1680" y="5345"/>
                    <a:pt x="4186" y="5646"/>
                    <a:pt x="4136" y="7676"/>
                  </a:cubicBezTo>
                  <a:cubicBezTo>
                    <a:pt x="4136" y="7814"/>
                    <a:pt x="4236" y="7878"/>
                    <a:pt x="4344" y="7878"/>
                  </a:cubicBezTo>
                  <a:cubicBezTo>
                    <a:pt x="4473" y="7878"/>
                    <a:pt x="4612" y="7788"/>
                    <a:pt x="4612" y="7626"/>
                  </a:cubicBezTo>
                  <a:cubicBezTo>
                    <a:pt x="4637" y="6473"/>
                    <a:pt x="3860" y="5721"/>
                    <a:pt x="2958" y="5119"/>
                  </a:cubicBezTo>
                  <a:cubicBezTo>
                    <a:pt x="2356" y="4718"/>
                    <a:pt x="1655" y="4367"/>
                    <a:pt x="1204" y="3766"/>
                  </a:cubicBezTo>
                  <a:cubicBezTo>
                    <a:pt x="477" y="2738"/>
                    <a:pt x="878" y="1435"/>
                    <a:pt x="1204" y="332"/>
                  </a:cubicBezTo>
                  <a:cubicBezTo>
                    <a:pt x="1270" y="150"/>
                    <a:pt x="1105" y="0"/>
                    <a:pt x="9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24"/>
            <p:cNvSpPr/>
            <p:nvPr/>
          </p:nvSpPr>
          <p:spPr>
            <a:xfrm>
              <a:off x="2560015" y="1985647"/>
              <a:ext cx="107361" cy="495652"/>
            </a:xfrm>
            <a:custGeom>
              <a:rect b="b" l="l" r="r" t="t"/>
              <a:pathLst>
                <a:path extrusionOk="0" h="27123" w="5875">
                  <a:moveTo>
                    <a:pt x="5495" y="1"/>
                  </a:moveTo>
                  <a:cubicBezTo>
                    <a:pt x="5453" y="1"/>
                    <a:pt x="5408" y="11"/>
                    <a:pt x="5364" y="36"/>
                  </a:cubicBezTo>
                  <a:cubicBezTo>
                    <a:pt x="3559" y="1214"/>
                    <a:pt x="2507" y="3269"/>
                    <a:pt x="2557" y="5449"/>
                  </a:cubicBezTo>
                  <a:cubicBezTo>
                    <a:pt x="2582" y="6752"/>
                    <a:pt x="3083" y="7705"/>
                    <a:pt x="3659" y="8833"/>
                  </a:cubicBezTo>
                  <a:cubicBezTo>
                    <a:pt x="4637" y="10813"/>
                    <a:pt x="3559" y="12291"/>
                    <a:pt x="2532" y="13971"/>
                  </a:cubicBezTo>
                  <a:cubicBezTo>
                    <a:pt x="0" y="18106"/>
                    <a:pt x="677" y="23620"/>
                    <a:pt x="4111" y="27053"/>
                  </a:cubicBezTo>
                  <a:cubicBezTo>
                    <a:pt x="4154" y="27102"/>
                    <a:pt x="4202" y="27123"/>
                    <a:pt x="4249" y="27123"/>
                  </a:cubicBezTo>
                  <a:cubicBezTo>
                    <a:pt x="4417" y="27123"/>
                    <a:pt x="4563" y="26854"/>
                    <a:pt x="4386" y="26677"/>
                  </a:cubicBezTo>
                  <a:cubicBezTo>
                    <a:pt x="2582" y="24873"/>
                    <a:pt x="1579" y="22442"/>
                    <a:pt x="1454" y="19885"/>
                  </a:cubicBezTo>
                  <a:cubicBezTo>
                    <a:pt x="1354" y="17204"/>
                    <a:pt x="2381" y="15199"/>
                    <a:pt x="3710" y="12943"/>
                  </a:cubicBezTo>
                  <a:cubicBezTo>
                    <a:pt x="4211" y="12116"/>
                    <a:pt x="4662" y="11189"/>
                    <a:pt x="4587" y="10186"/>
                  </a:cubicBezTo>
                  <a:cubicBezTo>
                    <a:pt x="4512" y="9058"/>
                    <a:pt x="3735" y="8181"/>
                    <a:pt x="3334" y="7154"/>
                  </a:cubicBezTo>
                  <a:cubicBezTo>
                    <a:pt x="2431" y="4697"/>
                    <a:pt x="3484" y="1840"/>
                    <a:pt x="5664" y="412"/>
                  </a:cubicBezTo>
                  <a:cubicBezTo>
                    <a:pt x="5875" y="286"/>
                    <a:pt x="5715" y="1"/>
                    <a:pt x="549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24"/>
            <p:cNvSpPr/>
            <p:nvPr/>
          </p:nvSpPr>
          <p:spPr>
            <a:xfrm>
              <a:off x="2543514" y="2211023"/>
              <a:ext cx="41793" cy="107946"/>
            </a:xfrm>
            <a:custGeom>
              <a:rect b="b" l="l" r="r" t="t"/>
              <a:pathLst>
                <a:path extrusionOk="0" h="5907" w="2287">
                  <a:moveTo>
                    <a:pt x="1956" y="0"/>
                  </a:moveTo>
                  <a:cubicBezTo>
                    <a:pt x="1895" y="0"/>
                    <a:pt x="1833" y="25"/>
                    <a:pt x="1780" y="84"/>
                  </a:cubicBezTo>
                  <a:cubicBezTo>
                    <a:pt x="527" y="1713"/>
                    <a:pt x="1" y="3693"/>
                    <a:pt x="327" y="5723"/>
                  </a:cubicBezTo>
                  <a:cubicBezTo>
                    <a:pt x="350" y="5848"/>
                    <a:pt x="461" y="5906"/>
                    <a:pt x="570" y="5906"/>
                  </a:cubicBezTo>
                  <a:cubicBezTo>
                    <a:pt x="701" y="5906"/>
                    <a:pt x="830" y="5823"/>
                    <a:pt x="803" y="5673"/>
                  </a:cubicBezTo>
                  <a:cubicBezTo>
                    <a:pt x="502" y="3743"/>
                    <a:pt x="953" y="1913"/>
                    <a:pt x="2156" y="384"/>
                  </a:cubicBezTo>
                  <a:cubicBezTo>
                    <a:pt x="2286" y="199"/>
                    <a:pt x="2128" y="0"/>
                    <a:pt x="195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24"/>
            <p:cNvSpPr/>
            <p:nvPr/>
          </p:nvSpPr>
          <p:spPr>
            <a:xfrm>
              <a:off x="2589930" y="2165356"/>
              <a:ext cx="13925" cy="9210"/>
            </a:xfrm>
            <a:custGeom>
              <a:rect b="b" l="l" r="r" t="t"/>
              <a:pathLst>
                <a:path extrusionOk="0" h="504" w="762">
                  <a:moveTo>
                    <a:pt x="441" y="0"/>
                  </a:moveTo>
                  <a:cubicBezTo>
                    <a:pt x="434" y="0"/>
                    <a:pt x="426" y="1"/>
                    <a:pt x="418" y="1"/>
                  </a:cubicBezTo>
                  <a:cubicBezTo>
                    <a:pt x="368" y="26"/>
                    <a:pt x="343" y="26"/>
                    <a:pt x="293" y="26"/>
                  </a:cubicBezTo>
                  <a:cubicBezTo>
                    <a:pt x="0" y="51"/>
                    <a:pt x="40" y="503"/>
                    <a:pt x="321" y="503"/>
                  </a:cubicBezTo>
                  <a:cubicBezTo>
                    <a:pt x="328" y="503"/>
                    <a:pt x="335" y="503"/>
                    <a:pt x="343" y="502"/>
                  </a:cubicBezTo>
                  <a:cubicBezTo>
                    <a:pt x="393" y="477"/>
                    <a:pt x="418" y="477"/>
                    <a:pt x="469" y="477"/>
                  </a:cubicBezTo>
                  <a:cubicBezTo>
                    <a:pt x="762" y="453"/>
                    <a:pt x="721" y="0"/>
                    <a:pt x="44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24"/>
            <p:cNvSpPr/>
            <p:nvPr/>
          </p:nvSpPr>
          <p:spPr>
            <a:xfrm>
              <a:off x="2578929" y="2050447"/>
              <a:ext cx="13486" cy="19170"/>
            </a:xfrm>
            <a:custGeom>
              <a:rect b="b" l="l" r="r" t="t"/>
              <a:pathLst>
                <a:path extrusionOk="0" h="1049" w="738">
                  <a:moveTo>
                    <a:pt x="464" y="1"/>
                  </a:moveTo>
                  <a:cubicBezTo>
                    <a:pt x="359" y="1"/>
                    <a:pt x="251" y="55"/>
                    <a:pt x="218" y="174"/>
                  </a:cubicBezTo>
                  <a:cubicBezTo>
                    <a:pt x="168" y="399"/>
                    <a:pt x="118" y="600"/>
                    <a:pt x="43" y="800"/>
                  </a:cubicBezTo>
                  <a:cubicBezTo>
                    <a:pt x="0" y="957"/>
                    <a:pt x="135" y="1049"/>
                    <a:pt x="273" y="1049"/>
                  </a:cubicBezTo>
                  <a:cubicBezTo>
                    <a:pt x="379" y="1049"/>
                    <a:pt x="487" y="995"/>
                    <a:pt x="519" y="876"/>
                  </a:cubicBezTo>
                  <a:cubicBezTo>
                    <a:pt x="569" y="675"/>
                    <a:pt x="619" y="475"/>
                    <a:pt x="695" y="249"/>
                  </a:cubicBezTo>
                  <a:cubicBezTo>
                    <a:pt x="737" y="93"/>
                    <a:pt x="603"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24"/>
            <p:cNvSpPr/>
            <p:nvPr/>
          </p:nvSpPr>
          <p:spPr>
            <a:xfrm>
              <a:off x="2615642" y="2368054"/>
              <a:ext cx="34630" cy="70283"/>
            </a:xfrm>
            <a:custGeom>
              <a:rect b="b" l="l" r="r" t="t"/>
              <a:pathLst>
                <a:path extrusionOk="0" h="3846" w="1895">
                  <a:moveTo>
                    <a:pt x="254" y="0"/>
                  </a:moveTo>
                  <a:cubicBezTo>
                    <a:pt x="130" y="0"/>
                    <a:pt x="0" y="97"/>
                    <a:pt x="14" y="263"/>
                  </a:cubicBezTo>
                  <a:cubicBezTo>
                    <a:pt x="114" y="1541"/>
                    <a:pt x="565" y="2744"/>
                    <a:pt x="1367" y="3746"/>
                  </a:cubicBezTo>
                  <a:cubicBezTo>
                    <a:pt x="1423" y="3816"/>
                    <a:pt x="1493" y="3845"/>
                    <a:pt x="1560" y="3845"/>
                  </a:cubicBezTo>
                  <a:cubicBezTo>
                    <a:pt x="1735" y="3845"/>
                    <a:pt x="1895" y="3651"/>
                    <a:pt x="1768" y="3471"/>
                  </a:cubicBezTo>
                  <a:cubicBezTo>
                    <a:pt x="991" y="2518"/>
                    <a:pt x="565" y="1416"/>
                    <a:pt x="465" y="213"/>
                  </a:cubicBezTo>
                  <a:cubicBezTo>
                    <a:pt x="454" y="66"/>
                    <a:pt x="356" y="0"/>
                    <a:pt x="2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24"/>
            <p:cNvSpPr/>
            <p:nvPr/>
          </p:nvSpPr>
          <p:spPr>
            <a:xfrm>
              <a:off x="2609283" y="2301791"/>
              <a:ext cx="11385" cy="8388"/>
            </a:xfrm>
            <a:custGeom>
              <a:rect b="b" l="l" r="r" t="t"/>
              <a:pathLst>
                <a:path extrusionOk="0" h="459" w="623">
                  <a:moveTo>
                    <a:pt x="330" y="0"/>
                  </a:moveTo>
                  <a:cubicBezTo>
                    <a:pt x="316" y="0"/>
                    <a:pt x="302" y="1"/>
                    <a:pt x="287" y="4"/>
                  </a:cubicBezTo>
                  <a:cubicBezTo>
                    <a:pt x="1" y="28"/>
                    <a:pt x="32" y="459"/>
                    <a:pt x="294" y="459"/>
                  </a:cubicBezTo>
                  <a:cubicBezTo>
                    <a:pt x="307" y="459"/>
                    <a:pt x="322" y="458"/>
                    <a:pt x="337" y="455"/>
                  </a:cubicBezTo>
                  <a:cubicBezTo>
                    <a:pt x="623" y="431"/>
                    <a:pt x="592" y="0"/>
                    <a:pt x="33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24"/>
            <p:cNvSpPr/>
            <p:nvPr/>
          </p:nvSpPr>
          <p:spPr>
            <a:xfrm>
              <a:off x="2611311" y="2497435"/>
              <a:ext cx="10818" cy="23921"/>
            </a:xfrm>
            <a:custGeom>
              <a:rect b="b" l="l" r="r" t="t"/>
              <a:pathLst>
                <a:path extrusionOk="0" h="1309" w="592">
                  <a:moveTo>
                    <a:pt x="280" y="0"/>
                  </a:moveTo>
                  <a:cubicBezTo>
                    <a:pt x="200" y="0"/>
                    <a:pt x="127" y="44"/>
                    <a:pt x="101" y="150"/>
                  </a:cubicBezTo>
                  <a:cubicBezTo>
                    <a:pt x="0" y="501"/>
                    <a:pt x="0" y="802"/>
                    <a:pt x="75" y="1153"/>
                  </a:cubicBezTo>
                  <a:cubicBezTo>
                    <a:pt x="103" y="1262"/>
                    <a:pt x="180" y="1309"/>
                    <a:pt x="264" y="1309"/>
                  </a:cubicBezTo>
                  <a:cubicBezTo>
                    <a:pt x="410" y="1309"/>
                    <a:pt x="574" y="1168"/>
                    <a:pt x="527" y="977"/>
                  </a:cubicBezTo>
                  <a:cubicBezTo>
                    <a:pt x="451" y="777"/>
                    <a:pt x="476" y="551"/>
                    <a:pt x="527" y="326"/>
                  </a:cubicBezTo>
                  <a:cubicBezTo>
                    <a:pt x="591" y="147"/>
                    <a:pt x="425" y="0"/>
                    <a:pt x="28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p24"/>
            <p:cNvSpPr/>
            <p:nvPr/>
          </p:nvSpPr>
          <p:spPr>
            <a:xfrm>
              <a:off x="2628014" y="2500140"/>
              <a:ext cx="11038" cy="25730"/>
            </a:xfrm>
            <a:custGeom>
              <a:rect b="b" l="l" r="r" t="t"/>
              <a:pathLst>
                <a:path extrusionOk="0" h="1408" w="604">
                  <a:moveTo>
                    <a:pt x="252" y="1"/>
                  </a:moveTo>
                  <a:cubicBezTo>
                    <a:pt x="126" y="1"/>
                    <a:pt x="0" y="90"/>
                    <a:pt x="14" y="253"/>
                  </a:cubicBezTo>
                  <a:cubicBezTo>
                    <a:pt x="39" y="579"/>
                    <a:pt x="89" y="879"/>
                    <a:pt x="114" y="1205"/>
                  </a:cubicBezTo>
                  <a:cubicBezTo>
                    <a:pt x="125" y="1343"/>
                    <a:pt x="232" y="1407"/>
                    <a:pt x="341" y="1407"/>
                  </a:cubicBezTo>
                  <a:cubicBezTo>
                    <a:pt x="470" y="1407"/>
                    <a:pt x="604" y="1318"/>
                    <a:pt x="590" y="1155"/>
                  </a:cubicBezTo>
                  <a:lnTo>
                    <a:pt x="490" y="203"/>
                  </a:lnTo>
                  <a:cubicBezTo>
                    <a:pt x="467" y="65"/>
                    <a:pt x="359" y="1"/>
                    <a:pt x="2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24"/>
            <p:cNvSpPr/>
            <p:nvPr/>
          </p:nvSpPr>
          <p:spPr>
            <a:xfrm>
              <a:off x="2559065" y="2421816"/>
              <a:ext cx="28526" cy="36823"/>
            </a:xfrm>
            <a:custGeom>
              <a:rect b="b" l="l" r="r" t="t"/>
              <a:pathLst>
                <a:path extrusionOk="0" h="2015" w="1561">
                  <a:moveTo>
                    <a:pt x="257" y="1"/>
                  </a:moveTo>
                  <a:cubicBezTo>
                    <a:pt x="127" y="1"/>
                    <a:pt x="0" y="90"/>
                    <a:pt x="27" y="253"/>
                  </a:cubicBezTo>
                  <a:cubicBezTo>
                    <a:pt x="152" y="930"/>
                    <a:pt x="503" y="1531"/>
                    <a:pt x="1080" y="1957"/>
                  </a:cubicBezTo>
                  <a:cubicBezTo>
                    <a:pt x="1130" y="1998"/>
                    <a:pt x="1182" y="2015"/>
                    <a:pt x="1230" y="2015"/>
                  </a:cubicBezTo>
                  <a:cubicBezTo>
                    <a:pt x="1421" y="2015"/>
                    <a:pt x="1561" y="1747"/>
                    <a:pt x="1381" y="1606"/>
                  </a:cubicBezTo>
                  <a:cubicBezTo>
                    <a:pt x="904" y="1256"/>
                    <a:pt x="604" y="779"/>
                    <a:pt x="503" y="203"/>
                  </a:cubicBezTo>
                  <a:cubicBezTo>
                    <a:pt x="480" y="65"/>
                    <a:pt x="368" y="1"/>
                    <a:pt x="25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24"/>
            <p:cNvSpPr/>
            <p:nvPr/>
          </p:nvSpPr>
          <p:spPr>
            <a:xfrm>
              <a:off x="2727645" y="2411016"/>
              <a:ext cx="36603" cy="79255"/>
            </a:xfrm>
            <a:custGeom>
              <a:rect b="b" l="l" r="r" t="t"/>
              <a:pathLst>
                <a:path extrusionOk="0" h="4337" w="2003">
                  <a:moveTo>
                    <a:pt x="449" y="1"/>
                  </a:moveTo>
                  <a:cubicBezTo>
                    <a:pt x="347" y="1"/>
                    <a:pt x="248" y="61"/>
                    <a:pt x="226" y="192"/>
                  </a:cubicBezTo>
                  <a:cubicBezTo>
                    <a:pt x="0" y="1696"/>
                    <a:pt x="451" y="3150"/>
                    <a:pt x="1479" y="4253"/>
                  </a:cubicBezTo>
                  <a:cubicBezTo>
                    <a:pt x="1532" y="4312"/>
                    <a:pt x="1597" y="4337"/>
                    <a:pt x="1660" y="4337"/>
                  </a:cubicBezTo>
                  <a:cubicBezTo>
                    <a:pt x="1837" y="4337"/>
                    <a:pt x="2003" y="4143"/>
                    <a:pt x="1855" y="3977"/>
                  </a:cubicBezTo>
                  <a:cubicBezTo>
                    <a:pt x="902" y="2949"/>
                    <a:pt x="476" y="1646"/>
                    <a:pt x="702" y="268"/>
                  </a:cubicBezTo>
                  <a:cubicBezTo>
                    <a:pt x="716" y="99"/>
                    <a:pt x="580" y="1"/>
                    <a:pt x="4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24"/>
            <p:cNvSpPr/>
            <p:nvPr/>
          </p:nvSpPr>
          <p:spPr>
            <a:xfrm>
              <a:off x="2699850" y="2280776"/>
              <a:ext cx="11641" cy="8753"/>
            </a:xfrm>
            <a:custGeom>
              <a:rect b="b" l="l" r="r" t="t"/>
              <a:pathLst>
                <a:path extrusionOk="0" h="479" w="637">
                  <a:moveTo>
                    <a:pt x="316" y="0"/>
                  </a:moveTo>
                  <a:cubicBezTo>
                    <a:pt x="308" y="0"/>
                    <a:pt x="301" y="0"/>
                    <a:pt x="293" y="1"/>
                  </a:cubicBezTo>
                  <a:cubicBezTo>
                    <a:pt x="1" y="50"/>
                    <a:pt x="40" y="478"/>
                    <a:pt x="319" y="478"/>
                  </a:cubicBezTo>
                  <a:cubicBezTo>
                    <a:pt x="327" y="478"/>
                    <a:pt x="335" y="478"/>
                    <a:pt x="343" y="477"/>
                  </a:cubicBezTo>
                  <a:cubicBezTo>
                    <a:pt x="636" y="453"/>
                    <a:pt x="596" y="0"/>
                    <a:pt x="3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24"/>
            <p:cNvSpPr/>
            <p:nvPr/>
          </p:nvSpPr>
          <p:spPr>
            <a:xfrm>
              <a:off x="2658331" y="2129666"/>
              <a:ext cx="22404" cy="52959"/>
            </a:xfrm>
            <a:custGeom>
              <a:rect b="b" l="l" r="r" t="t"/>
              <a:pathLst>
                <a:path extrusionOk="0" h="2898" w="1226">
                  <a:moveTo>
                    <a:pt x="323" y="1"/>
                  </a:moveTo>
                  <a:cubicBezTo>
                    <a:pt x="166" y="1"/>
                    <a:pt x="1" y="195"/>
                    <a:pt x="109" y="375"/>
                  </a:cubicBezTo>
                  <a:cubicBezTo>
                    <a:pt x="535" y="1102"/>
                    <a:pt x="736" y="1879"/>
                    <a:pt x="761" y="2706"/>
                  </a:cubicBezTo>
                  <a:cubicBezTo>
                    <a:pt x="761" y="2838"/>
                    <a:pt x="852" y="2898"/>
                    <a:pt x="953" y="2898"/>
                  </a:cubicBezTo>
                  <a:cubicBezTo>
                    <a:pt x="1082" y="2898"/>
                    <a:pt x="1226" y="2800"/>
                    <a:pt x="1212" y="2631"/>
                  </a:cubicBezTo>
                  <a:cubicBezTo>
                    <a:pt x="1212" y="1729"/>
                    <a:pt x="936" y="877"/>
                    <a:pt x="485" y="100"/>
                  </a:cubicBezTo>
                  <a:cubicBezTo>
                    <a:pt x="443" y="30"/>
                    <a:pt x="384" y="1"/>
                    <a:pt x="3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24"/>
            <p:cNvSpPr/>
            <p:nvPr/>
          </p:nvSpPr>
          <p:spPr>
            <a:xfrm>
              <a:off x="2390558" y="1882507"/>
              <a:ext cx="263295" cy="504131"/>
            </a:xfrm>
            <a:custGeom>
              <a:rect b="b" l="l" r="r" t="t"/>
              <a:pathLst>
                <a:path extrusionOk="0" h="27587" w="14408">
                  <a:moveTo>
                    <a:pt x="14067" y="0"/>
                  </a:moveTo>
                  <a:cubicBezTo>
                    <a:pt x="14041" y="0"/>
                    <a:pt x="14014" y="5"/>
                    <a:pt x="13985" y="15"/>
                  </a:cubicBezTo>
                  <a:cubicBezTo>
                    <a:pt x="11228" y="1143"/>
                    <a:pt x="8622" y="2672"/>
                    <a:pt x="6391" y="4652"/>
                  </a:cubicBezTo>
                  <a:cubicBezTo>
                    <a:pt x="4612" y="6231"/>
                    <a:pt x="3033" y="8261"/>
                    <a:pt x="3258" y="10767"/>
                  </a:cubicBezTo>
                  <a:cubicBezTo>
                    <a:pt x="3409" y="12772"/>
                    <a:pt x="4085" y="14351"/>
                    <a:pt x="2857" y="16206"/>
                  </a:cubicBezTo>
                  <a:cubicBezTo>
                    <a:pt x="2130" y="17284"/>
                    <a:pt x="1303" y="18236"/>
                    <a:pt x="877" y="19489"/>
                  </a:cubicBezTo>
                  <a:cubicBezTo>
                    <a:pt x="0" y="22021"/>
                    <a:pt x="351" y="24778"/>
                    <a:pt x="727" y="27384"/>
                  </a:cubicBezTo>
                  <a:cubicBezTo>
                    <a:pt x="750" y="27522"/>
                    <a:pt x="862" y="27586"/>
                    <a:pt x="973" y="27586"/>
                  </a:cubicBezTo>
                  <a:cubicBezTo>
                    <a:pt x="1103" y="27586"/>
                    <a:pt x="1230" y="27497"/>
                    <a:pt x="1203" y="27334"/>
                  </a:cubicBezTo>
                  <a:cubicBezTo>
                    <a:pt x="827" y="24652"/>
                    <a:pt x="401" y="21745"/>
                    <a:pt x="1479" y="19189"/>
                  </a:cubicBezTo>
                  <a:cubicBezTo>
                    <a:pt x="1955" y="18061"/>
                    <a:pt x="2832" y="17183"/>
                    <a:pt x="3459" y="16131"/>
                  </a:cubicBezTo>
                  <a:cubicBezTo>
                    <a:pt x="4085" y="15078"/>
                    <a:pt x="4236" y="14026"/>
                    <a:pt x="4060" y="12823"/>
                  </a:cubicBezTo>
                  <a:cubicBezTo>
                    <a:pt x="3835" y="11269"/>
                    <a:pt x="3459" y="9890"/>
                    <a:pt x="4060" y="8386"/>
                  </a:cubicBezTo>
                  <a:cubicBezTo>
                    <a:pt x="4587" y="7058"/>
                    <a:pt x="5614" y="5955"/>
                    <a:pt x="6667" y="5028"/>
                  </a:cubicBezTo>
                  <a:cubicBezTo>
                    <a:pt x="8872" y="3073"/>
                    <a:pt x="11454" y="1569"/>
                    <a:pt x="14160" y="467"/>
                  </a:cubicBezTo>
                  <a:cubicBezTo>
                    <a:pt x="14408" y="354"/>
                    <a:pt x="14292" y="0"/>
                    <a:pt x="1406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24"/>
            <p:cNvSpPr/>
            <p:nvPr/>
          </p:nvSpPr>
          <p:spPr>
            <a:xfrm>
              <a:off x="2418061" y="2327722"/>
              <a:ext cx="85633" cy="225047"/>
            </a:xfrm>
            <a:custGeom>
              <a:rect b="b" l="l" r="r" t="t"/>
              <a:pathLst>
                <a:path extrusionOk="0" h="12315" w="4686">
                  <a:moveTo>
                    <a:pt x="2113" y="0"/>
                  </a:moveTo>
                  <a:cubicBezTo>
                    <a:pt x="1968" y="0"/>
                    <a:pt x="1814" y="136"/>
                    <a:pt x="1878" y="314"/>
                  </a:cubicBezTo>
                  <a:cubicBezTo>
                    <a:pt x="2881" y="3046"/>
                    <a:pt x="3884" y="5853"/>
                    <a:pt x="4084" y="8785"/>
                  </a:cubicBezTo>
                  <a:cubicBezTo>
                    <a:pt x="4134" y="9437"/>
                    <a:pt x="4360" y="10515"/>
                    <a:pt x="4059" y="11066"/>
                  </a:cubicBezTo>
                  <a:cubicBezTo>
                    <a:pt x="4059" y="11312"/>
                    <a:pt x="3936" y="11435"/>
                    <a:pt x="3682" y="11435"/>
                  </a:cubicBezTo>
                  <a:cubicBezTo>
                    <a:pt x="3573" y="11435"/>
                    <a:pt x="3440" y="11412"/>
                    <a:pt x="3282" y="11367"/>
                  </a:cubicBezTo>
                  <a:cubicBezTo>
                    <a:pt x="3094" y="11480"/>
                    <a:pt x="2920" y="11536"/>
                    <a:pt x="2762" y="11536"/>
                  </a:cubicBezTo>
                  <a:cubicBezTo>
                    <a:pt x="2498" y="11536"/>
                    <a:pt x="2276" y="11379"/>
                    <a:pt x="2104" y="11066"/>
                  </a:cubicBezTo>
                  <a:cubicBezTo>
                    <a:pt x="1878" y="10791"/>
                    <a:pt x="1728" y="10440"/>
                    <a:pt x="1603" y="10089"/>
                  </a:cubicBezTo>
                  <a:cubicBezTo>
                    <a:pt x="1051" y="8735"/>
                    <a:pt x="826" y="7207"/>
                    <a:pt x="475" y="5778"/>
                  </a:cubicBezTo>
                  <a:cubicBezTo>
                    <a:pt x="448" y="5680"/>
                    <a:pt x="378" y="5639"/>
                    <a:pt x="301" y="5639"/>
                  </a:cubicBezTo>
                  <a:cubicBezTo>
                    <a:pt x="161" y="5639"/>
                    <a:pt x="0" y="5775"/>
                    <a:pt x="49" y="5953"/>
                  </a:cubicBezTo>
                  <a:cubicBezTo>
                    <a:pt x="475" y="7683"/>
                    <a:pt x="625" y="10264"/>
                    <a:pt x="1954" y="11593"/>
                  </a:cubicBezTo>
                  <a:cubicBezTo>
                    <a:pt x="2318" y="11972"/>
                    <a:pt x="2912" y="12314"/>
                    <a:pt x="3446" y="12314"/>
                  </a:cubicBezTo>
                  <a:cubicBezTo>
                    <a:pt x="3794" y="12314"/>
                    <a:pt x="4117" y="12169"/>
                    <a:pt x="4335" y="11793"/>
                  </a:cubicBezTo>
                  <a:cubicBezTo>
                    <a:pt x="4686" y="11166"/>
                    <a:pt x="4610" y="10289"/>
                    <a:pt x="4585" y="9613"/>
                  </a:cubicBezTo>
                  <a:cubicBezTo>
                    <a:pt x="4585" y="8510"/>
                    <a:pt x="4435" y="7432"/>
                    <a:pt x="4209" y="6354"/>
                  </a:cubicBezTo>
                  <a:cubicBezTo>
                    <a:pt x="3783" y="4224"/>
                    <a:pt x="3056" y="2169"/>
                    <a:pt x="2305" y="139"/>
                  </a:cubicBezTo>
                  <a:cubicBezTo>
                    <a:pt x="2269" y="41"/>
                    <a:pt x="2193" y="0"/>
                    <a:pt x="2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p24"/>
            <p:cNvSpPr/>
            <p:nvPr/>
          </p:nvSpPr>
          <p:spPr>
            <a:xfrm>
              <a:off x="2439460" y="2383130"/>
              <a:ext cx="29422" cy="103158"/>
            </a:xfrm>
            <a:custGeom>
              <a:rect b="b" l="l" r="r" t="t"/>
              <a:pathLst>
                <a:path extrusionOk="0" h="5645" w="1610">
                  <a:moveTo>
                    <a:pt x="316" y="1"/>
                  </a:moveTo>
                  <a:cubicBezTo>
                    <a:pt x="159" y="1"/>
                    <a:pt x="0" y="137"/>
                    <a:pt x="81" y="315"/>
                  </a:cubicBezTo>
                  <a:cubicBezTo>
                    <a:pt x="833" y="1919"/>
                    <a:pt x="1134" y="3623"/>
                    <a:pt x="983" y="5378"/>
                  </a:cubicBezTo>
                  <a:cubicBezTo>
                    <a:pt x="969" y="5546"/>
                    <a:pt x="1113" y="5644"/>
                    <a:pt x="1247" y="5644"/>
                  </a:cubicBezTo>
                  <a:cubicBezTo>
                    <a:pt x="1351" y="5644"/>
                    <a:pt x="1448" y="5585"/>
                    <a:pt x="1459" y="5453"/>
                  </a:cubicBezTo>
                  <a:cubicBezTo>
                    <a:pt x="1610" y="3598"/>
                    <a:pt x="1309" y="1819"/>
                    <a:pt x="532" y="139"/>
                  </a:cubicBezTo>
                  <a:cubicBezTo>
                    <a:pt x="488" y="42"/>
                    <a:pt x="402"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24"/>
            <p:cNvSpPr/>
            <p:nvPr/>
          </p:nvSpPr>
          <p:spPr>
            <a:xfrm>
              <a:off x="2521073" y="2505421"/>
              <a:ext cx="11878" cy="19279"/>
            </a:xfrm>
            <a:custGeom>
              <a:rect b="b" l="l" r="r" t="t"/>
              <a:pathLst>
                <a:path extrusionOk="0" h="1055" w="650">
                  <a:moveTo>
                    <a:pt x="352" y="0"/>
                  </a:moveTo>
                  <a:cubicBezTo>
                    <a:pt x="267" y="0"/>
                    <a:pt x="180" y="41"/>
                    <a:pt x="126" y="139"/>
                  </a:cubicBezTo>
                  <a:cubicBezTo>
                    <a:pt x="1" y="390"/>
                    <a:pt x="1" y="640"/>
                    <a:pt x="76" y="916"/>
                  </a:cubicBezTo>
                  <a:cubicBezTo>
                    <a:pt x="112" y="1014"/>
                    <a:pt x="191" y="1055"/>
                    <a:pt x="275" y="1055"/>
                  </a:cubicBezTo>
                  <a:cubicBezTo>
                    <a:pt x="427" y="1055"/>
                    <a:pt x="592" y="919"/>
                    <a:pt x="527" y="741"/>
                  </a:cubicBezTo>
                  <a:cubicBezTo>
                    <a:pt x="477" y="590"/>
                    <a:pt x="502" y="465"/>
                    <a:pt x="552" y="315"/>
                  </a:cubicBezTo>
                  <a:cubicBezTo>
                    <a:pt x="649" y="137"/>
                    <a:pt x="506" y="0"/>
                    <a:pt x="3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3" name="Google Shape;2193;p24"/>
            <p:cNvSpPr/>
            <p:nvPr/>
          </p:nvSpPr>
          <p:spPr>
            <a:xfrm>
              <a:off x="2350245" y="2150426"/>
              <a:ext cx="26096" cy="214576"/>
            </a:xfrm>
            <a:custGeom>
              <a:rect b="b" l="l" r="r" t="t"/>
              <a:pathLst>
                <a:path extrusionOk="0" h="11742" w="1428">
                  <a:moveTo>
                    <a:pt x="858" y="0"/>
                  </a:moveTo>
                  <a:cubicBezTo>
                    <a:pt x="753" y="0"/>
                    <a:pt x="649" y="60"/>
                    <a:pt x="627" y="192"/>
                  </a:cubicBezTo>
                  <a:cubicBezTo>
                    <a:pt x="251" y="2147"/>
                    <a:pt x="26" y="4127"/>
                    <a:pt x="26" y="6106"/>
                  </a:cubicBezTo>
                  <a:cubicBezTo>
                    <a:pt x="0" y="7936"/>
                    <a:pt x="0" y="9966"/>
                    <a:pt x="903" y="11620"/>
                  </a:cubicBezTo>
                  <a:cubicBezTo>
                    <a:pt x="946" y="11706"/>
                    <a:pt x="1027" y="11742"/>
                    <a:pt x="1109" y="11742"/>
                  </a:cubicBezTo>
                  <a:cubicBezTo>
                    <a:pt x="1266" y="11742"/>
                    <a:pt x="1428" y="11610"/>
                    <a:pt x="1329" y="11445"/>
                  </a:cubicBezTo>
                  <a:cubicBezTo>
                    <a:pt x="452" y="9841"/>
                    <a:pt x="477" y="7836"/>
                    <a:pt x="477" y="6056"/>
                  </a:cubicBezTo>
                  <a:cubicBezTo>
                    <a:pt x="502" y="4101"/>
                    <a:pt x="702" y="2172"/>
                    <a:pt x="1103" y="267"/>
                  </a:cubicBezTo>
                  <a:cubicBezTo>
                    <a:pt x="1131" y="98"/>
                    <a:pt x="994" y="0"/>
                    <a:pt x="8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p24"/>
            <p:cNvSpPr/>
            <p:nvPr/>
          </p:nvSpPr>
          <p:spPr>
            <a:xfrm>
              <a:off x="2375117" y="2094360"/>
              <a:ext cx="11641" cy="8753"/>
            </a:xfrm>
            <a:custGeom>
              <a:rect b="b" l="l" r="r" t="t"/>
              <a:pathLst>
                <a:path extrusionOk="0" h="479" w="637">
                  <a:moveTo>
                    <a:pt x="316" y="1"/>
                  </a:moveTo>
                  <a:cubicBezTo>
                    <a:pt x="309" y="1"/>
                    <a:pt x="301" y="1"/>
                    <a:pt x="294" y="1"/>
                  </a:cubicBezTo>
                  <a:cubicBezTo>
                    <a:pt x="1" y="50"/>
                    <a:pt x="41" y="479"/>
                    <a:pt x="320" y="479"/>
                  </a:cubicBezTo>
                  <a:cubicBezTo>
                    <a:pt x="328" y="479"/>
                    <a:pt x="336" y="478"/>
                    <a:pt x="344" y="478"/>
                  </a:cubicBezTo>
                  <a:cubicBezTo>
                    <a:pt x="637" y="453"/>
                    <a:pt x="597"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24"/>
            <p:cNvSpPr/>
            <p:nvPr/>
          </p:nvSpPr>
          <p:spPr>
            <a:xfrm>
              <a:off x="2419395" y="1909261"/>
              <a:ext cx="107069" cy="124393"/>
            </a:xfrm>
            <a:custGeom>
              <a:rect b="b" l="l" r="r" t="t"/>
              <a:pathLst>
                <a:path extrusionOk="0" h="6807" w="5859">
                  <a:moveTo>
                    <a:pt x="5512" y="0"/>
                  </a:moveTo>
                  <a:cubicBezTo>
                    <a:pt x="5452" y="0"/>
                    <a:pt x="5390" y="23"/>
                    <a:pt x="5339" y="80"/>
                  </a:cubicBezTo>
                  <a:cubicBezTo>
                    <a:pt x="3359" y="2010"/>
                    <a:pt x="1630" y="4115"/>
                    <a:pt x="126" y="6421"/>
                  </a:cubicBezTo>
                  <a:cubicBezTo>
                    <a:pt x="0" y="6601"/>
                    <a:pt x="158" y="6807"/>
                    <a:pt x="313" y="6807"/>
                  </a:cubicBezTo>
                  <a:cubicBezTo>
                    <a:pt x="374" y="6807"/>
                    <a:pt x="435" y="6775"/>
                    <a:pt x="477" y="6697"/>
                  </a:cubicBezTo>
                  <a:cubicBezTo>
                    <a:pt x="2006" y="4416"/>
                    <a:pt x="3735" y="2286"/>
                    <a:pt x="5690" y="356"/>
                  </a:cubicBezTo>
                  <a:cubicBezTo>
                    <a:pt x="5859" y="206"/>
                    <a:pt x="5691" y="0"/>
                    <a:pt x="55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24"/>
            <p:cNvSpPr/>
            <p:nvPr/>
          </p:nvSpPr>
          <p:spPr>
            <a:xfrm>
              <a:off x="2484762" y="2047633"/>
              <a:ext cx="14802" cy="30390"/>
            </a:xfrm>
            <a:custGeom>
              <a:rect b="b" l="l" r="r" t="t"/>
              <a:pathLst>
                <a:path extrusionOk="0" h="1663" w="810">
                  <a:moveTo>
                    <a:pt x="554" y="1"/>
                  </a:moveTo>
                  <a:cubicBezTo>
                    <a:pt x="428" y="1"/>
                    <a:pt x="295" y="90"/>
                    <a:pt x="309" y="253"/>
                  </a:cubicBezTo>
                  <a:cubicBezTo>
                    <a:pt x="334" y="629"/>
                    <a:pt x="259" y="1005"/>
                    <a:pt x="83" y="1330"/>
                  </a:cubicBezTo>
                  <a:cubicBezTo>
                    <a:pt x="0" y="1513"/>
                    <a:pt x="159" y="1663"/>
                    <a:pt x="312" y="1663"/>
                  </a:cubicBezTo>
                  <a:cubicBezTo>
                    <a:pt x="390" y="1663"/>
                    <a:pt x="467" y="1624"/>
                    <a:pt x="509" y="1531"/>
                  </a:cubicBezTo>
                  <a:cubicBezTo>
                    <a:pt x="710" y="1105"/>
                    <a:pt x="810" y="654"/>
                    <a:pt x="760" y="203"/>
                  </a:cubicBezTo>
                  <a:cubicBezTo>
                    <a:pt x="760" y="65"/>
                    <a:pt x="660" y="1"/>
                    <a:pt x="5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p24"/>
            <p:cNvSpPr/>
            <p:nvPr/>
          </p:nvSpPr>
          <p:spPr>
            <a:xfrm>
              <a:off x="2507038" y="2052147"/>
              <a:ext cx="13139" cy="30006"/>
            </a:xfrm>
            <a:custGeom>
              <a:rect b="b" l="l" r="r" t="t"/>
              <a:pathLst>
                <a:path extrusionOk="0" h="1642" w="719">
                  <a:moveTo>
                    <a:pt x="384" y="0"/>
                  </a:moveTo>
                  <a:cubicBezTo>
                    <a:pt x="253" y="0"/>
                    <a:pt x="126" y="90"/>
                    <a:pt x="167" y="256"/>
                  </a:cubicBezTo>
                  <a:cubicBezTo>
                    <a:pt x="243" y="607"/>
                    <a:pt x="218" y="958"/>
                    <a:pt x="67" y="1309"/>
                  </a:cubicBezTo>
                  <a:cubicBezTo>
                    <a:pt x="1" y="1492"/>
                    <a:pt x="165" y="1641"/>
                    <a:pt x="313" y="1641"/>
                  </a:cubicBezTo>
                  <a:cubicBezTo>
                    <a:pt x="388" y="1641"/>
                    <a:pt x="459" y="1602"/>
                    <a:pt x="493" y="1509"/>
                  </a:cubicBezTo>
                  <a:cubicBezTo>
                    <a:pt x="669" y="1083"/>
                    <a:pt x="719" y="632"/>
                    <a:pt x="619" y="181"/>
                  </a:cubicBezTo>
                  <a:cubicBezTo>
                    <a:pt x="596" y="58"/>
                    <a:pt x="489" y="0"/>
                    <a:pt x="38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p24"/>
            <p:cNvSpPr/>
            <p:nvPr/>
          </p:nvSpPr>
          <p:spPr>
            <a:xfrm>
              <a:off x="2218342" y="1858093"/>
              <a:ext cx="253116" cy="395985"/>
            </a:xfrm>
            <a:custGeom>
              <a:rect b="b" l="l" r="r" t="t"/>
              <a:pathLst>
                <a:path extrusionOk="0" h="21669" w="13851">
                  <a:moveTo>
                    <a:pt x="13532" y="0"/>
                  </a:moveTo>
                  <a:cubicBezTo>
                    <a:pt x="13502" y="0"/>
                    <a:pt x="13469" y="7"/>
                    <a:pt x="13434" y="23"/>
                  </a:cubicBezTo>
                  <a:cubicBezTo>
                    <a:pt x="5339" y="3933"/>
                    <a:pt x="0" y="12479"/>
                    <a:pt x="25" y="21477"/>
                  </a:cubicBezTo>
                  <a:cubicBezTo>
                    <a:pt x="25" y="21609"/>
                    <a:pt x="117" y="21668"/>
                    <a:pt x="220" y="21668"/>
                  </a:cubicBezTo>
                  <a:cubicBezTo>
                    <a:pt x="351" y="21668"/>
                    <a:pt x="502" y="21571"/>
                    <a:pt x="502" y="21402"/>
                  </a:cubicBezTo>
                  <a:cubicBezTo>
                    <a:pt x="477" y="12655"/>
                    <a:pt x="5715" y="4259"/>
                    <a:pt x="13609" y="474"/>
                  </a:cubicBezTo>
                  <a:cubicBezTo>
                    <a:pt x="13851" y="343"/>
                    <a:pt x="13747" y="0"/>
                    <a:pt x="135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24"/>
            <p:cNvSpPr/>
            <p:nvPr/>
          </p:nvSpPr>
          <p:spPr>
            <a:xfrm>
              <a:off x="2196102" y="2284888"/>
              <a:ext cx="172472" cy="304029"/>
            </a:xfrm>
            <a:custGeom>
              <a:rect b="b" l="l" r="r" t="t"/>
              <a:pathLst>
                <a:path extrusionOk="0" h="16637" w="9438">
                  <a:moveTo>
                    <a:pt x="253" y="0"/>
                  </a:moveTo>
                  <a:cubicBezTo>
                    <a:pt x="127" y="0"/>
                    <a:pt x="1" y="89"/>
                    <a:pt x="14" y="252"/>
                  </a:cubicBezTo>
                  <a:cubicBezTo>
                    <a:pt x="591" y="5039"/>
                    <a:pt x="2044" y="9926"/>
                    <a:pt x="4601" y="14037"/>
                  </a:cubicBezTo>
                  <a:cubicBezTo>
                    <a:pt x="5089" y="14843"/>
                    <a:pt x="6421" y="16637"/>
                    <a:pt x="7654" y="16637"/>
                  </a:cubicBezTo>
                  <a:cubicBezTo>
                    <a:pt x="7878" y="16637"/>
                    <a:pt x="8098" y="16578"/>
                    <a:pt x="8310" y="16443"/>
                  </a:cubicBezTo>
                  <a:cubicBezTo>
                    <a:pt x="8786" y="16142"/>
                    <a:pt x="8937" y="15390"/>
                    <a:pt x="9087" y="14864"/>
                  </a:cubicBezTo>
                  <a:cubicBezTo>
                    <a:pt x="9413" y="13761"/>
                    <a:pt x="9438" y="12633"/>
                    <a:pt x="9263" y="11505"/>
                  </a:cubicBezTo>
                  <a:cubicBezTo>
                    <a:pt x="9251" y="11367"/>
                    <a:pt x="9145" y="11303"/>
                    <a:pt x="9038" y="11303"/>
                  </a:cubicBezTo>
                  <a:cubicBezTo>
                    <a:pt x="8911" y="11303"/>
                    <a:pt x="8784" y="11393"/>
                    <a:pt x="8811" y="11556"/>
                  </a:cubicBezTo>
                  <a:cubicBezTo>
                    <a:pt x="8977" y="12756"/>
                    <a:pt x="8938" y="15971"/>
                    <a:pt x="7523" y="15971"/>
                  </a:cubicBezTo>
                  <a:cubicBezTo>
                    <a:pt x="7224" y="15971"/>
                    <a:pt x="6863" y="15827"/>
                    <a:pt x="6430" y="15490"/>
                  </a:cubicBezTo>
                  <a:cubicBezTo>
                    <a:pt x="5002" y="14388"/>
                    <a:pt x="4200" y="12458"/>
                    <a:pt x="3473" y="10879"/>
                  </a:cubicBezTo>
                  <a:cubicBezTo>
                    <a:pt x="1919" y="7495"/>
                    <a:pt x="942" y="3886"/>
                    <a:pt x="491" y="202"/>
                  </a:cubicBezTo>
                  <a:cubicBezTo>
                    <a:pt x="468" y="64"/>
                    <a:pt x="360" y="0"/>
                    <a:pt x="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24"/>
            <p:cNvSpPr/>
            <p:nvPr/>
          </p:nvSpPr>
          <p:spPr>
            <a:xfrm>
              <a:off x="2244401" y="2340185"/>
              <a:ext cx="75820" cy="173404"/>
            </a:xfrm>
            <a:custGeom>
              <a:rect b="b" l="l" r="r" t="t"/>
              <a:pathLst>
                <a:path extrusionOk="0" h="9489" w="4149">
                  <a:moveTo>
                    <a:pt x="251" y="0"/>
                  </a:moveTo>
                  <a:cubicBezTo>
                    <a:pt x="122" y="0"/>
                    <a:pt x="1" y="83"/>
                    <a:pt x="28" y="234"/>
                  </a:cubicBezTo>
                  <a:cubicBezTo>
                    <a:pt x="479" y="2164"/>
                    <a:pt x="1031" y="4068"/>
                    <a:pt x="1707" y="5923"/>
                  </a:cubicBezTo>
                  <a:cubicBezTo>
                    <a:pt x="2158" y="7101"/>
                    <a:pt x="2509" y="8830"/>
                    <a:pt x="3712" y="9457"/>
                  </a:cubicBezTo>
                  <a:cubicBezTo>
                    <a:pt x="3753" y="9479"/>
                    <a:pt x="3791" y="9489"/>
                    <a:pt x="3827" y="9489"/>
                  </a:cubicBezTo>
                  <a:cubicBezTo>
                    <a:pt x="4036" y="9489"/>
                    <a:pt x="4148" y="9159"/>
                    <a:pt x="3913" y="9031"/>
                  </a:cubicBezTo>
                  <a:cubicBezTo>
                    <a:pt x="2735" y="8404"/>
                    <a:pt x="2259" y="6073"/>
                    <a:pt x="1858" y="4895"/>
                  </a:cubicBezTo>
                  <a:cubicBezTo>
                    <a:pt x="1331" y="3342"/>
                    <a:pt x="880" y="1788"/>
                    <a:pt x="504" y="184"/>
                  </a:cubicBezTo>
                  <a:cubicBezTo>
                    <a:pt x="470" y="58"/>
                    <a:pt x="358"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1" name="Google Shape;2201;p24"/>
            <p:cNvSpPr/>
            <p:nvPr/>
          </p:nvSpPr>
          <p:spPr>
            <a:xfrm>
              <a:off x="2292298" y="2388393"/>
              <a:ext cx="12408" cy="38084"/>
            </a:xfrm>
            <a:custGeom>
              <a:rect b="b" l="l" r="r" t="t"/>
              <a:pathLst>
                <a:path extrusionOk="0" h="2084" w="679">
                  <a:moveTo>
                    <a:pt x="252" y="0"/>
                  </a:moveTo>
                  <a:cubicBezTo>
                    <a:pt x="126" y="0"/>
                    <a:pt x="0" y="90"/>
                    <a:pt x="14" y="252"/>
                  </a:cubicBezTo>
                  <a:cubicBezTo>
                    <a:pt x="89" y="804"/>
                    <a:pt x="139" y="1355"/>
                    <a:pt x="189" y="1882"/>
                  </a:cubicBezTo>
                  <a:cubicBezTo>
                    <a:pt x="212" y="2019"/>
                    <a:pt x="319" y="2084"/>
                    <a:pt x="426" y="2084"/>
                  </a:cubicBezTo>
                  <a:cubicBezTo>
                    <a:pt x="553" y="2084"/>
                    <a:pt x="679" y="1994"/>
                    <a:pt x="665" y="1831"/>
                  </a:cubicBezTo>
                  <a:cubicBezTo>
                    <a:pt x="615" y="1305"/>
                    <a:pt x="540" y="754"/>
                    <a:pt x="490" y="202"/>
                  </a:cubicBezTo>
                  <a:cubicBezTo>
                    <a:pt x="467" y="64"/>
                    <a:pt x="359" y="0"/>
                    <a:pt x="2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24"/>
            <p:cNvSpPr/>
            <p:nvPr/>
          </p:nvSpPr>
          <p:spPr>
            <a:xfrm>
              <a:off x="2310152" y="2392961"/>
              <a:ext cx="11513" cy="29860"/>
            </a:xfrm>
            <a:custGeom>
              <a:rect b="b" l="l" r="r" t="t"/>
              <a:pathLst>
                <a:path extrusionOk="0" h="1634" w="630">
                  <a:moveTo>
                    <a:pt x="253" y="1"/>
                  </a:moveTo>
                  <a:cubicBezTo>
                    <a:pt x="126" y="1"/>
                    <a:pt x="0" y="90"/>
                    <a:pt x="14" y="253"/>
                  </a:cubicBezTo>
                  <a:lnTo>
                    <a:pt x="139" y="1431"/>
                  </a:lnTo>
                  <a:cubicBezTo>
                    <a:pt x="151" y="1569"/>
                    <a:pt x="257" y="1633"/>
                    <a:pt x="367" y="1633"/>
                  </a:cubicBezTo>
                  <a:cubicBezTo>
                    <a:pt x="496" y="1633"/>
                    <a:pt x="629" y="1544"/>
                    <a:pt x="616" y="1381"/>
                  </a:cubicBezTo>
                  <a:lnTo>
                    <a:pt x="490" y="203"/>
                  </a:lnTo>
                  <a:cubicBezTo>
                    <a:pt x="467" y="65"/>
                    <a:pt x="360" y="1"/>
                    <a:pt x="2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24"/>
            <p:cNvSpPr/>
            <p:nvPr/>
          </p:nvSpPr>
          <p:spPr>
            <a:xfrm>
              <a:off x="2203832" y="2030346"/>
              <a:ext cx="44443" cy="95940"/>
            </a:xfrm>
            <a:custGeom>
              <a:rect b="b" l="l" r="r" t="t"/>
              <a:pathLst>
                <a:path extrusionOk="0" h="5250" w="2432">
                  <a:moveTo>
                    <a:pt x="2112" y="0"/>
                  </a:moveTo>
                  <a:cubicBezTo>
                    <a:pt x="2030" y="0"/>
                    <a:pt x="1948" y="36"/>
                    <a:pt x="1897" y="121"/>
                  </a:cubicBezTo>
                  <a:cubicBezTo>
                    <a:pt x="1095" y="1675"/>
                    <a:pt x="494" y="3304"/>
                    <a:pt x="43" y="4983"/>
                  </a:cubicBezTo>
                  <a:cubicBezTo>
                    <a:pt x="0" y="5152"/>
                    <a:pt x="132" y="5250"/>
                    <a:pt x="269" y="5250"/>
                  </a:cubicBezTo>
                  <a:cubicBezTo>
                    <a:pt x="376" y="5250"/>
                    <a:pt x="486" y="5190"/>
                    <a:pt x="519" y="5058"/>
                  </a:cubicBezTo>
                  <a:cubicBezTo>
                    <a:pt x="945" y="3404"/>
                    <a:pt x="1546" y="1825"/>
                    <a:pt x="2348" y="322"/>
                  </a:cubicBezTo>
                  <a:cubicBezTo>
                    <a:pt x="2431" y="139"/>
                    <a:pt x="2272" y="0"/>
                    <a:pt x="21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24"/>
            <p:cNvSpPr/>
            <p:nvPr/>
          </p:nvSpPr>
          <p:spPr>
            <a:xfrm>
              <a:off x="2263370" y="1999097"/>
              <a:ext cx="11641" cy="8753"/>
            </a:xfrm>
            <a:custGeom>
              <a:rect b="b" l="l" r="r" t="t"/>
              <a:pathLst>
                <a:path extrusionOk="0" h="479" w="637">
                  <a:moveTo>
                    <a:pt x="317" y="0"/>
                  </a:moveTo>
                  <a:cubicBezTo>
                    <a:pt x="309" y="0"/>
                    <a:pt x="301" y="1"/>
                    <a:pt x="293" y="1"/>
                  </a:cubicBezTo>
                  <a:cubicBezTo>
                    <a:pt x="0" y="26"/>
                    <a:pt x="40" y="479"/>
                    <a:pt x="321" y="479"/>
                  </a:cubicBezTo>
                  <a:cubicBezTo>
                    <a:pt x="328" y="479"/>
                    <a:pt x="336" y="478"/>
                    <a:pt x="343" y="478"/>
                  </a:cubicBezTo>
                  <a:cubicBezTo>
                    <a:pt x="636" y="429"/>
                    <a:pt x="597" y="0"/>
                    <a:pt x="3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24"/>
            <p:cNvSpPr/>
            <p:nvPr/>
          </p:nvSpPr>
          <p:spPr>
            <a:xfrm>
              <a:off x="2620869" y="1801242"/>
              <a:ext cx="43895" cy="13468"/>
            </a:xfrm>
            <a:custGeom>
              <a:rect b="b" l="l" r="r" t="t"/>
              <a:pathLst>
                <a:path extrusionOk="0" h="737" w="2402">
                  <a:moveTo>
                    <a:pt x="2081" y="0"/>
                  </a:moveTo>
                  <a:cubicBezTo>
                    <a:pt x="2074" y="0"/>
                    <a:pt x="2066" y="1"/>
                    <a:pt x="2059" y="1"/>
                  </a:cubicBezTo>
                  <a:cubicBezTo>
                    <a:pt x="1457" y="1"/>
                    <a:pt x="856" y="102"/>
                    <a:pt x="254" y="277"/>
                  </a:cubicBezTo>
                  <a:cubicBezTo>
                    <a:pt x="1" y="369"/>
                    <a:pt x="129" y="737"/>
                    <a:pt x="365" y="737"/>
                  </a:cubicBezTo>
                  <a:cubicBezTo>
                    <a:pt x="386" y="737"/>
                    <a:pt x="408" y="734"/>
                    <a:pt x="430" y="728"/>
                  </a:cubicBezTo>
                  <a:cubicBezTo>
                    <a:pt x="981" y="553"/>
                    <a:pt x="1557" y="477"/>
                    <a:pt x="2109" y="452"/>
                  </a:cubicBezTo>
                  <a:cubicBezTo>
                    <a:pt x="2402" y="452"/>
                    <a:pt x="2362" y="0"/>
                    <a:pt x="208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p24"/>
            <p:cNvSpPr/>
            <p:nvPr/>
          </p:nvSpPr>
          <p:spPr>
            <a:xfrm>
              <a:off x="2246740" y="3176579"/>
              <a:ext cx="503364" cy="410458"/>
            </a:xfrm>
            <a:custGeom>
              <a:rect b="b" l="l" r="r" t="t"/>
              <a:pathLst>
                <a:path extrusionOk="0" h="22461" w="27545">
                  <a:moveTo>
                    <a:pt x="7838" y="4210"/>
                  </a:moveTo>
                  <a:cubicBezTo>
                    <a:pt x="8013" y="4210"/>
                    <a:pt x="8177" y="4421"/>
                    <a:pt x="8045" y="4590"/>
                  </a:cubicBezTo>
                  <a:cubicBezTo>
                    <a:pt x="7995" y="4640"/>
                    <a:pt x="7970" y="4691"/>
                    <a:pt x="7945" y="4716"/>
                  </a:cubicBezTo>
                  <a:cubicBezTo>
                    <a:pt x="7891" y="4783"/>
                    <a:pt x="7825" y="4810"/>
                    <a:pt x="7761" y="4810"/>
                  </a:cubicBezTo>
                  <a:cubicBezTo>
                    <a:pt x="7585" y="4810"/>
                    <a:pt x="7423" y="4605"/>
                    <a:pt x="7569" y="4440"/>
                  </a:cubicBezTo>
                  <a:lnTo>
                    <a:pt x="7670" y="4290"/>
                  </a:lnTo>
                  <a:cubicBezTo>
                    <a:pt x="7720" y="4233"/>
                    <a:pt x="7779" y="4210"/>
                    <a:pt x="7838" y="4210"/>
                  </a:cubicBezTo>
                  <a:close/>
                  <a:moveTo>
                    <a:pt x="2204" y="4163"/>
                  </a:moveTo>
                  <a:cubicBezTo>
                    <a:pt x="2314" y="4163"/>
                    <a:pt x="2420" y="4227"/>
                    <a:pt x="2431" y="4365"/>
                  </a:cubicBezTo>
                  <a:cubicBezTo>
                    <a:pt x="2456" y="4816"/>
                    <a:pt x="2381" y="5267"/>
                    <a:pt x="2181" y="5668"/>
                  </a:cubicBezTo>
                  <a:cubicBezTo>
                    <a:pt x="2127" y="5766"/>
                    <a:pt x="2040" y="5807"/>
                    <a:pt x="1955" y="5807"/>
                  </a:cubicBezTo>
                  <a:cubicBezTo>
                    <a:pt x="1801" y="5807"/>
                    <a:pt x="1658" y="5671"/>
                    <a:pt x="1755" y="5493"/>
                  </a:cubicBezTo>
                  <a:cubicBezTo>
                    <a:pt x="1905" y="5142"/>
                    <a:pt x="1980" y="4791"/>
                    <a:pt x="1955" y="4415"/>
                  </a:cubicBezTo>
                  <a:cubicBezTo>
                    <a:pt x="1942" y="4252"/>
                    <a:pt x="2075" y="4163"/>
                    <a:pt x="2204" y="4163"/>
                  </a:cubicBezTo>
                  <a:close/>
                  <a:moveTo>
                    <a:pt x="3263" y="4388"/>
                  </a:moveTo>
                  <a:cubicBezTo>
                    <a:pt x="3373" y="4388"/>
                    <a:pt x="3486" y="4452"/>
                    <a:pt x="3509" y="4590"/>
                  </a:cubicBezTo>
                  <a:cubicBezTo>
                    <a:pt x="3584" y="5041"/>
                    <a:pt x="3534" y="5468"/>
                    <a:pt x="3384" y="5894"/>
                  </a:cubicBezTo>
                  <a:cubicBezTo>
                    <a:pt x="3348" y="6000"/>
                    <a:pt x="3269" y="6043"/>
                    <a:pt x="3187" y="6043"/>
                  </a:cubicBezTo>
                  <a:cubicBezTo>
                    <a:pt x="3037" y="6043"/>
                    <a:pt x="2877" y="5897"/>
                    <a:pt x="2958" y="5718"/>
                  </a:cubicBezTo>
                  <a:cubicBezTo>
                    <a:pt x="3083" y="5367"/>
                    <a:pt x="3108" y="5016"/>
                    <a:pt x="3033" y="4640"/>
                  </a:cubicBezTo>
                  <a:cubicBezTo>
                    <a:pt x="3006" y="4478"/>
                    <a:pt x="3133" y="4388"/>
                    <a:pt x="3263" y="4388"/>
                  </a:cubicBezTo>
                  <a:close/>
                  <a:moveTo>
                    <a:pt x="11618" y="4617"/>
                  </a:moveTo>
                  <a:cubicBezTo>
                    <a:pt x="11678" y="4617"/>
                    <a:pt x="11738" y="4646"/>
                    <a:pt x="11780" y="4716"/>
                  </a:cubicBezTo>
                  <a:cubicBezTo>
                    <a:pt x="12231" y="5493"/>
                    <a:pt x="12482" y="6345"/>
                    <a:pt x="12507" y="7247"/>
                  </a:cubicBezTo>
                  <a:cubicBezTo>
                    <a:pt x="12507" y="7412"/>
                    <a:pt x="12370" y="7509"/>
                    <a:pt x="12244" y="7509"/>
                  </a:cubicBezTo>
                  <a:cubicBezTo>
                    <a:pt x="12140" y="7509"/>
                    <a:pt x="12042" y="7444"/>
                    <a:pt x="12030" y="7297"/>
                  </a:cubicBezTo>
                  <a:cubicBezTo>
                    <a:pt x="12030" y="6495"/>
                    <a:pt x="11805" y="5718"/>
                    <a:pt x="11404" y="4991"/>
                  </a:cubicBezTo>
                  <a:cubicBezTo>
                    <a:pt x="11295" y="4811"/>
                    <a:pt x="11461" y="4617"/>
                    <a:pt x="11618" y="4617"/>
                  </a:cubicBezTo>
                  <a:close/>
                  <a:moveTo>
                    <a:pt x="21176" y="7597"/>
                  </a:moveTo>
                  <a:cubicBezTo>
                    <a:pt x="21456" y="7597"/>
                    <a:pt x="21496" y="8050"/>
                    <a:pt x="21203" y="8074"/>
                  </a:cubicBezTo>
                  <a:cubicBezTo>
                    <a:pt x="21195" y="8075"/>
                    <a:pt x="21187" y="8075"/>
                    <a:pt x="21180" y="8075"/>
                  </a:cubicBezTo>
                  <a:cubicBezTo>
                    <a:pt x="20900" y="8075"/>
                    <a:pt x="20861" y="7647"/>
                    <a:pt x="21153" y="7598"/>
                  </a:cubicBezTo>
                  <a:cubicBezTo>
                    <a:pt x="21161" y="7597"/>
                    <a:pt x="21169" y="7597"/>
                    <a:pt x="21176" y="7597"/>
                  </a:cubicBezTo>
                  <a:close/>
                  <a:moveTo>
                    <a:pt x="4084" y="7672"/>
                  </a:moveTo>
                  <a:cubicBezTo>
                    <a:pt x="4364" y="7672"/>
                    <a:pt x="4403" y="8101"/>
                    <a:pt x="4111" y="8149"/>
                  </a:cubicBezTo>
                  <a:cubicBezTo>
                    <a:pt x="4103" y="8150"/>
                    <a:pt x="4095" y="8150"/>
                    <a:pt x="4088" y="8150"/>
                  </a:cubicBezTo>
                  <a:cubicBezTo>
                    <a:pt x="3808" y="8150"/>
                    <a:pt x="3767" y="7698"/>
                    <a:pt x="4060" y="7673"/>
                  </a:cubicBezTo>
                  <a:cubicBezTo>
                    <a:pt x="4069" y="7672"/>
                    <a:pt x="4077" y="7672"/>
                    <a:pt x="4084" y="7672"/>
                  </a:cubicBezTo>
                  <a:close/>
                  <a:moveTo>
                    <a:pt x="25479" y="7317"/>
                  </a:moveTo>
                  <a:cubicBezTo>
                    <a:pt x="25611" y="7317"/>
                    <a:pt x="25731" y="7406"/>
                    <a:pt x="25690" y="7573"/>
                  </a:cubicBezTo>
                  <a:lnTo>
                    <a:pt x="25514" y="8174"/>
                  </a:lnTo>
                  <a:cubicBezTo>
                    <a:pt x="25481" y="8306"/>
                    <a:pt x="25371" y="8366"/>
                    <a:pt x="25266" y="8366"/>
                  </a:cubicBezTo>
                  <a:cubicBezTo>
                    <a:pt x="25132" y="8366"/>
                    <a:pt x="25007" y="8268"/>
                    <a:pt x="25063" y="8099"/>
                  </a:cubicBezTo>
                  <a:cubicBezTo>
                    <a:pt x="25113" y="7899"/>
                    <a:pt x="25163" y="7698"/>
                    <a:pt x="25213" y="7498"/>
                  </a:cubicBezTo>
                  <a:cubicBezTo>
                    <a:pt x="25258" y="7375"/>
                    <a:pt x="25373" y="7317"/>
                    <a:pt x="25479" y="7317"/>
                  </a:cubicBezTo>
                  <a:close/>
                  <a:moveTo>
                    <a:pt x="8093" y="8424"/>
                  </a:moveTo>
                  <a:cubicBezTo>
                    <a:pt x="8374" y="8424"/>
                    <a:pt x="8414" y="8877"/>
                    <a:pt x="8121" y="8901"/>
                  </a:cubicBezTo>
                  <a:cubicBezTo>
                    <a:pt x="8113" y="8902"/>
                    <a:pt x="8105" y="8902"/>
                    <a:pt x="8097" y="8902"/>
                  </a:cubicBezTo>
                  <a:cubicBezTo>
                    <a:pt x="7817" y="8902"/>
                    <a:pt x="7778" y="8474"/>
                    <a:pt x="8071" y="8425"/>
                  </a:cubicBezTo>
                  <a:cubicBezTo>
                    <a:pt x="8078" y="8424"/>
                    <a:pt x="8086" y="8424"/>
                    <a:pt x="8093" y="8424"/>
                  </a:cubicBezTo>
                  <a:close/>
                  <a:moveTo>
                    <a:pt x="10587" y="5502"/>
                  </a:moveTo>
                  <a:cubicBezTo>
                    <a:pt x="10718" y="5502"/>
                    <a:pt x="10856" y="5599"/>
                    <a:pt x="10827" y="5768"/>
                  </a:cubicBezTo>
                  <a:cubicBezTo>
                    <a:pt x="10702" y="7347"/>
                    <a:pt x="10652" y="8951"/>
                    <a:pt x="10752" y="10555"/>
                  </a:cubicBezTo>
                  <a:cubicBezTo>
                    <a:pt x="10752" y="10718"/>
                    <a:pt x="10620" y="10807"/>
                    <a:pt x="10495" y="10807"/>
                  </a:cubicBezTo>
                  <a:cubicBezTo>
                    <a:pt x="10389" y="10807"/>
                    <a:pt x="10288" y="10743"/>
                    <a:pt x="10276" y="10605"/>
                  </a:cubicBezTo>
                  <a:cubicBezTo>
                    <a:pt x="10201" y="8951"/>
                    <a:pt x="10226" y="7322"/>
                    <a:pt x="10376" y="5693"/>
                  </a:cubicBezTo>
                  <a:cubicBezTo>
                    <a:pt x="10387" y="5561"/>
                    <a:pt x="10485" y="5502"/>
                    <a:pt x="10587" y="5502"/>
                  </a:cubicBezTo>
                  <a:close/>
                  <a:moveTo>
                    <a:pt x="14367" y="5573"/>
                  </a:moveTo>
                  <a:cubicBezTo>
                    <a:pt x="14428" y="5573"/>
                    <a:pt x="14490" y="5601"/>
                    <a:pt x="14537" y="5668"/>
                  </a:cubicBezTo>
                  <a:cubicBezTo>
                    <a:pt x="15690" y="7197"/>
                    <a:pt x="16216" y="8976"/>
                    <a:pt x="16141" y="10881"/>
                  </a:cubicBezTo>
                  <a:cubicBezTo>
                    <a:pt x="16130" y="11013"/>
                    <a:pt x="16037" y="11073"/>
                    <a:pt x="15936" y="11073"/>
                  </a:cubicBezTo>
                  <a:cubicBezTo>
                    <a:pt x="15807" y="11073"/>
                    <a:pt x="15665" y="10975"/>
                    <a:pt x="15665" y="10806"/>
                  </a:cubicBezTo>
                  <a:cubicBezTo>
                    <a:pt x="15740" y="9026"/>
                    <a:pt x="15213" y="7372"/>
                    <a:pt x="14161" y="5944"/>
                  </a:cubicBezTo>
                  <a:cubicBezTo>
                    <a:pt x="14032" y="5779"/>
                    <a:pt x="14199" y="5573"/>
                    <a:pt x="14367" y="5573"/>
                  </a:cubicBezTo>
                  <a:close/>
                  <a:moveTo>
                    <a:pt x="22068" y="6525"/>
                  </a:moveTo>
                  <a:cubicBezTo>
                    <a:pt x="22113" y="6525"/>
                    <a:pt x="22160" y="6538"/>
                    <a:pt x="22206" y="6570"/>
                  </a:cubicBezTo>
                  <a:cubicBezTo>
                    <a:pt x="23660" y="7623"/>
                    <a:pt x="23710" y="9427"/>
                    <a:pt x="23635" y="11082"/>
                  </a:cubicBezTo>
                  <a:cubicBezTo>
                    <a:pt x="23635" y="11213"/>
                    <a:pt x="23543" y="11273"/>
                    <a:pt x="23442" y="11273"/>
                  </a:cubicBezTo>
                  <a:cubicBezTo>
                    <a:pt x="23313" y="11273"/>
                    <a:pt x="23169" y="11175"/>
                    <a:pt x="23183" y="11006"/>
                  </a:cubicBezTo>
                  <a:cubicBezTo>
                    <a:pt x="23234" y="9528"/>
                    <a:pt x="23234" y="7874"/>
                    <a:pt x="21905" y="6946"/>
                  </a:cubicBezTo>
                  <a:cubicBezTo>
                    <a:pt x="21700" y="6803"/>
                    <a:pt x="21864" y="6525"/>
                    <a:pt x="22068" y="6525"/>
                  </a:cubicBezTo>
                  <a:close/>
                  <a:moveTo>
                    <a:pt x="18775" y="7897"/>
                  </a:moveTo>
                  <a:cubicBezTo>
                    <a:pt x="18878" y="7897"/>
                    <a:pt x="18973" y="7961"/>
                    <a:pt x="18973" y="8099"/>
                  </a:cubicBezTo>
                  <a:cubicBezTo>
                    <a:pt x="18998" y="9327"/>
                    <a:pt x="19098" y="10530"/>
                    <a:pt x="19274" y="11733"/>
                  </a:cubicBezTo>
                  <a:cubicBezTo>
                    <a:pt x="19301" y="11896"/>
                    <a:pt x="19174" y="11985"/>
                    <a:pt x="19043" y="11985"/>
                  </a:cubicBezTo>
                  <a:cubicBezTo>
                    <a:pt x="18933" y="11985"/>
                    <a:pt x="18820" y="11921"/>
                    <a:pt x="18797" y="11783"/>
                  </a:cubicBezTo>
                  <a:cubicBezTo>
                    <a:pt x="18622" y="10580"/>
                    <a:pt x="18547" y="9377"/>
                    <a:pt x="18522" y="8149"/>
                  </a:cubicBezTo>
                  <a:cubicBezTo>
                    <a:pt x="18522" y="7986"/>
                    <a:pt x="18654" y="7897"/>
                    <a:pt x="18775" y="7897"/>
                  </a:cubicBezTo>
                  <a:close/>
                  <a:moveTo>
                    <a:pt x="13352" y="12788"/>
                  </a:moveTo>
                  <a:cubicBezTo>
                    <a:pt x="13488" y="12788"/>
                    <a:pt x="13616" y="12880"/>
                    <a:pt x="13559" y="13037"/>
                  </a:cubicBezTo>
                  <a:cubicBezTo>
                    <a:pt x="13459" y="13438"/>
                    <a:pt x="13334" y="13864"/>
                    <a:pt x="13233" y="14265"/>
                  </a:cubicBezTo>
                  <a:cubicBezTo>
                    <a:pt x="13190" y="14384"/>
                    <a:pt x="13081" y="14438"/>
                    <a:pt x="12977" y="14438"/>
                  </a:cubicBezTo>
                  <a:cubicBezTo>
                    <a:pt x="12841" y="14438"/>
                    <a:pt x="12715" y="14346"/>
                    <a:pt x="12757" y="14189"/>
                  </a:cubicBezTo>
                  <a:cubicBezTo>
                    <a:pt x="12883" y="13788"/>
                    <a:pt x="12983" y="13362"/>
                    <a:pt x="13108" y="12961"/>
                  </a:cubicBezTo>
                  <a:cubicBezTo>
                    <a:pt x="13141" y="12842"/>
                    <a:pt x="13248" y="12788"/>
                    <a:pt x="13352" y="12788"/>
                  </a:cubicBezTo>
                  <a:close/>
                  <a:moveTo>
                    <a:pt x="14683" y="13346"/>
                  </a:moveTo>
                  <a:cubicBezTo>
                    <a:pt x="14811" y="13346"/>
                    <a:pt x="14941" y="13444"/>
                    <a:pt x="14913" y="13613"/>
                  </a:cubicBezTo>
                  <a:cubicBezTo>
                    <a:pt x="14837" y="14014"/>
                    <a:pt x="14787" y="14415"/>
                    <a:pt x="14712" y="14816"/>
                  </a:cubicBezTo>
                  <a:cubicBezTo>
                    <a:pt x="14690" y="14948"/>
                    <a:pt x="14586" y="15007"/>
                    <a:pt x="14481" y="15007"/>
                  </a:cubicBezTo>
                  <a:cubicBezTo>
                    <a:pt x="14346" y="15007"/>
                    <a:pt x="14208" y="14910"/>
                    <a:pt x="14236" y="14741"/>
                  </a:cubicBezTo>
                  <a:cubicBezTo>
                    <a:pt x="14311" y="14340"/>
                    <a:pt x="14386" y="13939"/>
                    <a:pt x="14462" y="13538"/>
                  </a:cubicBezTo>
                  <a:cubicBezTo>
                    <a:pt x="14484" y="13406"/>
                    <a:pt x="14583" y="13346"/>
                    <a:pt x="14683" y="13346"/>
                  </a:cubicBezTo>
                  <a:close/>
                  <a:moveTo>
                    <a:pt x="8754" y="11882"/>
                  </a:moveTo>
                  <a:cubicBezTo>
                    <a:pt x="8860" y="11882"/>
                    <a:pt x="8961" y="11946"/>
                    <a:pt x="8973" y="12084"/>
                  </a:cubicBezTo>
                  <a:cubicBezTo>
                    <a:pt x="8973" y="13362"/>
                    <a:pt x="8998" y="14666"/>
                    <a:pt x="9023" y="15969"/>
                  </a:cubicBezTo>
                  <a:cubicBezTo>
                    <a:pt x="9036" y="16132"/>
                    <a:pt x="8903" y="16221"/>
                    <a:pt x="8778" y="16221"/>
                  </a:cubicBezTo>
                  <a:cubicBezTo>
                    <a:pt x="8672" y="16221"/>
                    <a:pt x="8572" y="16157"/>
                    <a:pt x="8572" y="16019"/>
                  </a:cubicBezTo>
                  <a:cubicBezTo>
                    <a:pt x="8547" y="14716"/>
                    <a:pt x="8522" y="13438"/>
                    <a:pt x="8497" y="12134"/>
                  </a:cubicBezTo>
                  <a:cubicBezTo>
                    <a:pt x="8497" y="11971"/>
                    <a:pt x="8629" y="11882"/>
                    <a:pt x="8754" y="11882"/>
                  </a:cubicBezTo>
                  <a:close/>
                  <a:moveTo>
                    <a:pt x="12199" y="16867"/>
                  </a:moveTo>
                  <a:cubicBezTo>
                    <a:pt x="12461" y="16867"/>
                    <a:pt x="12492" y="17298"/>
                    <a:pt x="12206" y="17322"/>
                  </a:cubicBezTo>
                  <a:cubicBezTo>
                    <a:pt x="12181" y="17322"/>
                    <a:pt x="12131" y="17347"/>
                    <a:pt x="12106" y="17347"/>
                  </a:cubicBezTo>
                  <a:cubicBezTo>
                    <a:pt x="12098" y="17348"/>
                    <a:pt x="12090" y="17348"/>
                    <a:pt x="12083" y="17348"/>
                  </a:cubicBezTo>
                  <a:cubicBezTo>
                    <a:pt x="11803" y="17348"/>
                    <a:pt x="11762" y="16896"/>
                    <a:pt x="12055" y="16871"/>
                  </a:cubicBezTo>
                  <a:lnTo>
                    <a:pt x="12156" y="16871"/>
                  </a:lnTo>
                  <a:cubicBezTo>
                    <a:pt x="12171" y="16869"/>
                    <a:pt x="12185" y="16867"/>
                    <a:pt x="12199" y="16867"/>
                  </a:cubicBezTo>
                  <a:close/>
                  <a:moveTo>
                    <a:pt x="6218" y="5401"/>
                  </a:moveTo>
                  <a:cubicBezTo>
                    <a:pt x="6344" y="5401"/>
                    <a:pt x="6481" y="5499"/>
                    <a:pt x="6466" y="5668"/>
                  </a:cubicBezTo>
                  <a:cubicBezTo>
                    <a:pt x="6216" y="9377"/>
                    <a:pt x="6441" y="13112"/>
                    <a:pt x="6893" y="16821"/>
                  </a:cubicBezTo>
                  <a:cubicBezTo>
                    <a:pt x="6989" y="17736"/>
                    <a:pt x="7270" y="19436"/>
                    <a:pt x="8513" y="19436"/>
                  </a:cubicBezTo>
                  <a:cubicBezTo>
                    <a:pt x="8565" y="19436"/>
                    <a:pt x="8617" y="19433"/>
                    <a:pt x="8672" y="19428"/>
                  </a:cubicBezTo>
                  <a:cubicBezTo>
                    <a:pt x="9725" y="19302"/>
                    <a:pt x="10076" y="17448"/>
                    <a:pt x="10326" y="16671"/>
                  </a:cubicBezTo>
                  <a:cubicBezTo>
                    <a:pt x="10878" y="14891"/>
                    <a:pt x="11304" y="13062"/>
                    <a:pt x="11654" y="11232"/>
                  </a:cubicBezTo>
                  <a:cubicBezTo>
                    <a:pt x="11687" y="11100"/>
                    <a:pt x="11793" y="11041"/>
                    <a:pt x="11896" y="11041"/>
                  </a:cubicBezTo>
                  <a:cubicBezTo>
                    <a:pt x="12029" y="11041"/>
                    <a:pt x="12159" y="11138"/>
                    <a:pt x="12131" y="11307"/>
                  </a:cubicBezTo>
                  <a:cubicBezTo>
                    <a:pt x="11654" y="13713"/>
                    <a:pt x="11153" y="16320"/>
                    <a:pt x="10151" y="18600"/>
                  </a:cubicBezTo>
                  <a:cubicBezTo>
                    <a:pt x="9806" y="19368"/>
                    <a:pt x="9158" y="19871"/>
                    <a:pt x="8469" y="19871"/>
                  </a:cubicBezTo>
                  <a:cubicBezTo>
                    <a:pt x="8056" y="19871"/>
                    <a:pt x="7629" y="19691"/>
                    <a:pt x="7243" y="19277"/>
                  </a:cubicBezTo>
                  <a:cubicBezTo>
                    <a:pt x="6717" y="18701"/>
                    <a:pt x="6567" y="17949"/>
                    <a:pt x="6466" y="17222"/>
                  </a:cubicBezTo>
                  <a:cubicBezTo>
                    <a:pt x="6266" y="15919"/>
                    <a:pt x="6166" y="14590"/>
                    <a:pt x="6065" y="13287"/>
                  </a:cubicBezTo>
                  <a:cubicBezTo>
                    <a:pt x="5865" y="10731"/>
                    <a:pt x="5815" y="8149"/>
                    <a:pt x="6015" y="5593"/>
                  </a:cubicBezTo>
                  <a:cubicBezTo>
                    <a:pt x="6026" y="5461"/>
                    <a:pt x="6119" y="5401"/>
                    <a:pt x="6218" y="5401"/>
                  </a:cubicBezTo>
                  <a:close/>
                  <a:moveTo>
                    <a:pt x="6185" y="0"/>
                  </a:moveTo>
                  <a:cubicBezTo>
                    <a:pt x="4396" y="0"/>
                    <a:pt x="3860" y="2637"/>
                    <a:pt x="3860" y="2661"/>
                  </a:cubicBezTo>
                  <a:lnTo>
                    <a:pt x="3810" y="2786"/>
                  </a:lnTo>
                  <a:lnTo>
                    <a:pt x="3609" y="2786"/>
                  </a:lnTo>
                  <a:cubicBezTo>
                    <a:pt x="3334" y="2786"/>
                    <a:pt x="2381" y="2836"/>
                    <a:pt x="1554" y="3588"/>
                  </a:cubicBezTo>
                  <a:cubicBezTo>
                    <a:pt x="652" y="4415"/>
                    <a:pt x="176" y="5768"/>
                    <a:pt x="126" y="7598"/>
                  </a:cubicBezTo>
                  <a:cubicBezTo>
                    <a:pt x="0" y="12636"/>
                    <a:pt x="3810" y="13087"/>
                    <a:pt x="3860" y="13112"/>
                  </a:cubicBezTo>
                  <a:lnTo>
                    <a:pt x="4035" y="13112"/>
                  </a:lnTo>
                  <a:lnTo>
                    <a:pt x="3985" y="13287"/>
                  </a:lnTo>
                  <a:cubicBezTo>
                    <a:pt x="3434" y="15292"/>
                    <a:pt x="3634" y="17047"/>
                    <a:pt x="4562" y="18525"/>
                  </a:cubicBezTo>
                  <a:cubicBezTo>
                    <a:pt x="6266" y="21307"/>
                    <a:pt x="10050" y="22285"/>
                    <a:pt x="10752" y="22460"/>
                  </a:cubicBezTo>
                  <a:cubicBezTo>
                    <a:pt x="15539" y="12711"/>
                    <a:pt x="26216" y="10706"/>
                    <a:pt x="27544" y="10505"/>
                  </a:cubicBezTo>
                  <a:lnTo>
                    <a:pt x="27544" y="5843"/>
                  </a:lnTo>
                  <a:cubicBezTo>
                    <a:pt x="27126" y="5870"/>
                    <a:pt x="26704" y="5882"/>
                    <a:pt x="26279" y="5882"/>
                  </a:cubicBezTo>
                  <a:cubicBezTo>
                    <a:pt x="17326" y="5882"/>
                    <a:pt x="7067" y="340"/>
                    <a:pt x="6517" y="29"/>
                  </a:cubicBezTo>
                  <a:cubicBezTo>
                    <a:pt x="6402" y="9"/>
                    <a:pt x="6291" y="0"/>
                    <a:pt x="618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24"/>
            <p:cNvSpPr/>
            <p:nvPr/>
          </p:nvSpPr>
          <p:spPr>
            <a:xfrm>
              <a:off x="2461682" y="3484811"/>
              <a:ext cx="13340" cy="8808"/>
            </a:xfrm>
            <a:custGeom>
              <a:rect b="b" l="l" r="r" t="t"/>
              <a:pathLst>
                <a:path extrusionOk="0" h="482" w="730">
                  <a:moveTo>
                    <a:pt x="437" y="0"/>
                  </a:moveTo>
                  <a:cubicBezTo>
                    <a:pt x="423" y="0"/>
                    <a:pt x="409" y="2"/>
                    <a:pt x="394" y="4"/>
                  </a:cubicBezTo>
                  <a:lnTo>
                    <a:pt x="293" y="4"/>
                  </a:lnTo>
                  <a:cubicBezTo>
                    <a:pt x="0" y="29"/>
                    <a:pt x="41" y="481"/>
                    <a:pt x="321" y="481"/>
                  </a:cubicBezTo>
                  <a:cubicBezTo>
                    <a:pt x="328" y="481"/>
                    <a:pt x="336" y="481"/>
                    <a:pt x="344" y="480"/>
                  </a:cubicBezTo>
                  <a:cubicBezTo>
                    <a:pt x="369" y="480"/>
                    <a:pt x="419" y="455"/>
                    <a:pt x="444" y="455"/>
                  </a:cubicBezTo>
                  <a:cubicBezTo>
                    <a:pt x="730" y="431"/>
                    <a:pt x="699" y="0"/>
                    <a:pt x="43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24"/>
            <p:cNvSpPr/>
            <p:nvPr/>
          </p:nvSpPr>
          <p:spPr>
            <a:xfrm>
              <a:off x="2453148" y="3260933"/>
              <a:ext cx="22148" cy="52886"/>
            </a:xfrm>
            <a:custGeom>
              <a:rect b="b" l="l" r="r" t="t"/>
              <a:pathLst>
                <a:path extrusionOk="0" h="2894" w="1212">
                  <a:moveTo>
                    <a:pt x="323" y="1"/>
                  </a:moveTo>
                  <a:cubicBezTo>
                    <a:pt x="166" y="1"/>
                    <a:pt x="0" y="195"/>
                    <a:pt x="109" y="375"/>
                  </a:cubicBezTo>
                  <a:cubicBezTo>
                    <a:pt x="510" y="1102"/>
                    <a:pt x="735" y="1879"/>
                    <a:pt x="735" y="2681"/>
                  </a:cubicBezTo>
                  <a:cubicBezTo>
                    <a:pt x="747" y="2828"/>
                    <a:pt x="845" y="2893"/>
                    <a:pt x="949" y="2893"/>
                  </a:cubicBezTo>
                  <a:cubicBezTo>
                    <a:pt x="1075" y="2893"/>
                    <a:pt x="1212" y="2796"/>
                    <a:pt x="1212" y="2631"/>
                  </a:cubicBezTo>
                  <a:cubicBezTo>
                    <a:pt x="1187" y="1729"/>
                    <a:pt x="936" y="877"/>
                    <a:pt x="485" y="100"/>
                  </a:cubicBezTo>
                  <a:cubicBezTo>
                    <a:pt x="443" y="30"/>
                    <a:pt x="383" y="1"/>
                    <a:pt x="3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p24"/>
            <p:cNvSpPr/>
            <p:nvPr/>
          </p:nvSpPr>
          <p:spPr>
            <a:xfrm>
              <a:off x="2627941" y="3315390"/>
              <a:ext cx="11641" cy="8772"/>
            </a:xfrm>
            <a:custGeom>
              <a:rect b="b" l="l" r="r" t="t"/>
              <a:pathLst>
                <a:path extrusionOk="0" h="480" w="637">
                  <a:moveTo>
                    <a:pt x="316" y="1"/>
                  </a:moveTo>
                  <a:cubicBezTo>
                    <a:pt x="309" y="1"/>
                    <a:pt x="301" y="1"/>
                    <a:pt x="293" y="2"/>
                  </a:cubicBezTo>
                  <a:cubicBezTo>
                    <a:pt x="1" y="51"/>
                    <a:pt x="40" y="479"/>
                    <a:pt x="320" y="479"/>
                  </a:cubicBezTo>
                  <a:cubicBezTo>
                    <a:pt x="327" y="479"/>
                    <a:pt x="335" y="479"/>
                    <a:pt x="343" y="478"/>
                  </a:cubicBezTo>
                  <a:cubicBezTo>
                    <a:pt x="636" y="454"/>
                    <a:pt x="596"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p24"/>
            <p:cNvSpPr/>
            <p:nvPr/>
          </p:nvSpPr>
          <p:spPr>
            <a:xfrm>
              <a:off x="2382371" y="3253495"/>
              <a:ext cx="13815" cy="11001"/>
            </a:xfrm>
            <a:custGeom>
              <a:rect b="b" l="l" r="r" t="t"/>
              <a:pathLst>
                <a:path extrusionOk="0" h="602" w="756">
                  <a:moveTo>
                    <a:pt x="416" y="1"/>
                  </a:moveTo>
                  <a:cubicBezTo>
                    <a:pt x="357" y="1"/>
                    <a:pt x="298" y="24"/>
                    <a:pt x="248" y="81"/>
                  </a:cubicBezTo>
                  <a:lnTo>
                    <a:pt x="147" y="231"/>
                  </a:lnTo>
                  <a:cubicBezTo>
                    <a:pt x="1" y="396"/>
                    <a:pt x="163" y="601"/>
                    <a:pt x="339" y="601"/>
                  </a:cubicBezTo>
                  <a:cubicBezTo>
                    <a:pt x="403" y="601"/>
                    <a:pt x="469" y="574"/>
                    <a:pt x="523" y="507"/>
                  </a:cubicBezTo>
                  <a:cubicBezTo>
                    <a:pt x="548" y="482"/>
                    <a:pt x="573" y="431"/>
                    <a:pt x="623" y="381"/>
                  </a:cubicBezTo>
                  <a:cubicBezTo>
                    <a:pt x="755" y="212"/>
                    <a:pt x="591" y="1"/>
                    <a:pt x="4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24"/>
            <p:cNvSpPr/>
            <p:nvPr/>
          </p:nvSpPr>
          <p:spPr>
            <a:xfrm>
              <a:off x="2479079" y="3410270"/>
              <a:ext cx="16502" cy="30152"/>
            </a:xfrm>
            <a:custGeom>
              <a:rect b="b" l="l" r="r" t="t"/>
              <a:pathLst>
                <a:path extrusionOk="0" h="1650" w="903">
                  <a:moveTo>
                    <a:pt x="638" y="0"/>
                  </a:moveTo>
                  <a:cubicBezTo>
                    <a:pt x="534" y="0"/>
                    <a:pt x="427" y="54"/>
                    <a:pt x="394" y="173"/>
                  </a:cubicBezTo>
                  <a:cubicBezTo>
                    <a:pt x="269" y="574"/>
                    <a:pt x="169" y="1000"/>
                    <a:pt x="43" y="1401"/>
                  </a:cubicBezTo>
                  <a:cubicBezTo>
                    <a:pt x="1" y="1558"/>
                    <a:pt x="127" y="1650"/>
                    <a:pt x="263" y="1650"/>
                  </a:cubicBezTo>
                  <a:cubicBezTo>
                    <a:pt x="367" y="1650"/>
                    <a:pt x="476" y="1596"/>
                    <a:pt x="519" y="1477"/>
                  </a:cubicBezTo>
                  <a:cubicBezTo>
                    <a:pt x="620" y="1076"/>
                    <a:pt x="745" y="650"/>
                    <a:pt x="845" y="249"/>
                  </a:cubicBezTo>
                  <a:cubicBezTo>
                    <a:pt x="902" y="92"/>
                    <a:pt x="774" y="0"/>
                    <a:pt x="63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24"/>
            <p:cNvSpPr/>
            <p:nvPr/>
          </p:nvSpPr>
          <p:spPr>
            <a:xfrm>
              <a:off x="2506362" y="3420467"/>
              <a:ext cx="13413" cy="30372"/>
            </a:xfrm>
            <a:custGeom>
              <a:rect b="b" l="l" r="r" t="t"/>
              <a:pathLst>
                <a:path extrusionOk="0" h="1662" w="734">
                  <a:moveTo>
                    <a:pt x="476" y="0"/>
                  </a:moveTo>
                  <a:cubicBezTo>
                    <a:pt x="376" y="0"/>
                    <a:pt x="277" y="60"/>
                    <a:pt x="255" y="192"/>
                  </a:cubicBezTo>
                  <a:cubicBezTo>
                    <a:pt x="179" y="593"/>
                    <a:pt x="104" y="994"/>
                    <a:pt x="29" y="1395"/>
                  </a:cubicBezTo>
                  <a:cubicBezTo>
                    <a:pt x="1" y="1564"/>
                    <a:pt x="139" y="1661"/>
                    <a:pt x="274" y="1661"/>
                  </a:cubicBezTo>
                  <a:cubicBezTo>
                    <a:pt x="379" y="1661"/>
                    <a:pt x="483" y="1602"/>
                    <a:pt x="505" y="1470"/>
                  </a:cubicBezTo>
                  <a:cubicBezTo>
                    <a:pt x="580" y="1069"/>
                    <a:pt x="630" y="668"/>
                    <a:pt x="706" y="267"/>
                  </a:cubicBezTo>
                  <a:cubicBezTo>
                    <a:pt x="734" y="98"/>
                    <a:pt x="604" y="0"/>
                    <a:pt x="4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p24"/>
            <p:cNvSpPr/>
            <p:nvPr/>
          </p:nvSpPr>
          <p:spPr>
            <a:xfrm>
              <a:off x="2433137" y="3277106"/>
              <a:ext cx="11988" cy="96981"/>
            </a:xfrm>
            <a:custGeom>
              <a:rect b="b" l="l" r="r" t="t"/>
              <a:pathLst>
                <a:path extrusionOk="0" h="5307" w="656">
                  <a:moveTo>
                    <a:pt x="387" y="1"/>
                  </a:moveTo>
                  <a:cubicBezTo>
                    <a:pt x="285" y="1"/>
                    <a:pt x="187" y="60"/>
                    <a:pt x="176" y="192"/>
                  </a:cubicBezTo>
                  <a:cubicBezTo>
                    <a:pt x="26" y="1821"/>
                    <a:pt x="1" y="3450"/>
                    <a:pt x="76" y="5104"/>
                  </a:cubicBezTo>
                  <a:cubicBezTo>
                    <a:pt x="88" y="5242"/>
                    <a:pt x="189" y="5306"/>
                    <a:pt x="295" y="5306"/>
                  </a:cubicBezTo>
                  <a:cubicBezTo>
                    <a:pt x="420" y="5306"/>
                    <a:pt x="552" y="5217"/>
                    <a:pt x="552" y="5054"/>
                  </a:cubicBezTo>
                  <a:cubicBezTo>
                    <a:pt x="452" y="3450"/>
                    <a:pt x="502" y="1846"/>
                    <a:pt x="627" y="267"/>
                  </a:cubicBezTo>
                  <a:cubicBezTo>
                    <a:pt x="656" y="98"/>
                    <a:pt x="518" y="1"/>
                    <a:pt x="38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24"/>
            <p:cNvSpPr/>
            <p:nvPr/>
          </p:nvSpPr>
          <p:spPr>
            <a:xfrm>
              <a:off x="2503164" y="3278421"/>
              <a:ext cx="39911" cy="100508"/>
            </a:xfrm>
            <a:custGeom>
              <a:rect b="b" l="l" r="r" t="t"/>
              <a:pathLst>
                <a:path extrusionOk="0" h="5500" w="2184">
                  <a:moveTo>
                    <a:pt x="335" y="0"/>
                  </a:moveTo>
                  <a:cubicBezTo>
                    <a:pt x="167" y="0"/>
                    <a:pt x="0" y="206"/>
                    <a:pt x="129" y="371"/>
                  </a:cubicBezTo>
                  <a:cubicBezTo>
                    <a:pt x="1181" y="1799"/>
                    <a:pt x="1708" y="3453"/>
                    <a:pt x="1633" y="5233"/>
                  </a:cubicBezTo>
                  <a:cubicBezTo>
                    <a:pt x="1633" y="5402"/>
                    <a:pt x="1775" y="5500"/>
                    <a:pt x="1904" y="5500"/>
                  </a:cubicBezTo>
                  <a:cubicBezTo>
                    <a:pt x="2005" y="5500"/>
                    <a:pt x="2098" y="5440"/>
                    <a:pt x="2109" y="5308"/>
                  </a:cubicBezTo>
                  <a:cubicBezTo>
                    <a:pt x="2184" y="3403"/>
                    <a:pt x="1658" y="1624"/>
                    <a:pt x="505" y="95"/>
                  </a:cubicBezTo>
                  <a:cubicBezTo>
                    <a:pt x="458" y="28"/>
                    <a:pt x="396" y="0"/>
                    <a:pt x="3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24"/>
            <p:cNvSpPr/>
            <p:nvPr/>
          </p:nvSpPr>
          <p:spPr>
            <a:xfrm>
              <a:off x="2643291" y="3295800"/>
              <a:ext cx="36731" cy="86803"/>
            </a:xfrm>
            <a:custGeom>
              <a:rect b="b" l="l" r="r" t="t"/>
              <a:pathLst>
                <a:path extrusionOk="0" h="4750" w="2010">
                  <a:moveTo>
                    <a:pt x="368" y="1"/>
                  </a:moveTo>
                  <a:cubicBezTo>
                    <a:pt x="164" y="1"/>
                    <a:pt x="0" y="279"/>
                    <a:pt x="205" y="422"/>
                  </a:cubicBezTo>
                  <a:cubicBezTo>
                    <a:pt x="1534" y="1350"/>
                    <a:pt x="1534" y="3004"/>
                    <a:pt x="1483" y="4482"/>
                  </a:cubicBezTo>
                  <a:cubicBezTo>
                    <a:pt x="1469" y="4651"/>
                    <a:pt x="1613" y="4749"/>
                    <a:pt x="1742" y="4749"/>
                  </a:cubicBezTo>
                  <a:cubicBezTo>
                    <a:pt x="1843" y="4749"/>
                    <a:pt x="1935" y="4689"/>
                    <a:pt x="1935" y="4558"/>
                  </a:cubicBezTo>
                  <a:cubicBezTo>
                    <a:pt x="2010" y="2903"/>
                    <a:pt x="1960" y="1099"/>
                    <a:pt x="506" y="46"/>
                  </a:cubicBezTo>
                  <a:cubicBezTo>
                    <a:pt x="460" y="14"/>
                    <a:pt x="413" y="1"/>
                    <a:pt x="3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24"/>
            <p:cNvSpPr/>
            <p:nvPr/>
          </p:nvSpPr>
          <p:spPr>
            <a:xfrm>
              <a:off x="2315579" y="3316779"/>
              <a:ext cx="11641" cy="8753"/>
            </a:xfrm>
            <a:custGeom>
              <a:rect b="b" l="l" r="r" t="t"/>
              <a:pathLst>
                <a:path extrusionOk="0" h="479" w="637">
                  <a:moveTo>
                    <a:pt x="317" y="0"/>
                  </a:moveTo>
                  <a:cubicBezTo>
                    <a:pt x="310" y="0"/>
                    <a:pt x="302" y="0"/>
                    <a:pt x="293" y="1"/>
                  </a:cubicBezTo>
                  <a:cubicBezTo>
                    <a:pt x="0" y="26"/>
                    <a:pt x="41" y="478"/>
                    <a:pt x="321" y="478"/>
                  </a:cubicBezTo>
                  <a:cubicBezTo>
                    <a:pt x="328" y="478"/>
                    <a:pt x="336" y="478"/>
                    <a:pt x="344" y="477"/>
                  </a:cubicBezTo>
                  <a:cubicBezTo>
                    <a:pt x="636" y="429"/>
                    <a:pt x="597" y="0"/>
                    <a:pt x="3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24"/>
            <p:cNvSpPr/>
            <p:nvPr/>
          </p:nvSpPr>
          <p:spPr>
            <a:xfrm>
              <a:off x="2585197" y="3320891"/>
              <a:ext cx="14254" cy="74723"/>
            </a:xfrm>
            <a:custGeom>
              <a:rect b="b" l="l" r="r" t="t"/>
              <a:pathLst>
                <a:path extrusionOk="0" h="4089" w="780">
                  <a:moveTo>
                    <a:pt x="254" y="0"/>
                  </a:moveTo>
                  <a:cubicBezTo>
                    <a:pt x="133" y="0"/>
                    <a:pt x="1" y="89"/>
                    <a:pt x="1" y="252"/>
                  </a:cubicBezTo>
                  <a:cubicBezTo>
                    <a:pt x="26" y="1480"/>
                    <a:pt x="126" y="2683"/>
                    <a:pt x="276" y="3886"/>
                  </a:cubicBezTo>
                  <a:cubicBezTo>
                    <a:pt x="299" y="4024"/>
                    <a:pt x="412" y="4088"/>
                    <a:pt x="522" y="4088"/>
                  </a:cubicBezTo>
                  <a:cubicBezTo>
                    <a:pt x="653" y="4088"/>
                    <a:pt x="780" y="3999"/>
                    <a:pt x="753" y="3836"/>
                  </a:cubicBezTo>
                  <a:cubicBezTo>
                    <a:pt x="577" y="2633"/>
                    <a:pt x="477" y="1430"/>
                    <a:pt x="452" y="202"/>
                  </a:cubicBezTo>
                  <a:cubicBezTo>
                    <a:pt x="452" y="64"/>
                    <a:pt x="357" y="0"/>
                    <a:pt x="2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24"/>
            <p:cNvSpPr/>
            <p:nvPr/>
          </p:nvSpPr>
          <p:spPr>
            <a:xfrm>
              <a:off x="2352986" y="3275278"/>
              <a:ext cx="115950" cy="264447"/>
            </a:xfrm>
            <a:custGeom>
              <a:rect b="b" l="l" r="r" t="t"/>
              <a:pathLst>
                <a:path extrusionOk="0" h="14471" w="6345">
                  <a:moveTo>
                    <a:pt x="404" y="0"/>
                  </a:moveTo>
                  <a:cubicBezTo>
                    <a:pt x="305" y="0"/>
                    <a:pt x="212" y="60"/>
                    <a:pt x="201" y="192"/>
                  </a:cubicBezTo>
                  <a:cubicBezTo>
                    <a:pt x="1" y="2748"/>
                    <a:pt x="51" y="5330"/>
                    <a:pt x="251" y="7886"/>
                  </a:cubicBezTo>
                  <a:cubicBezTo>
                    <a:pt x="352" y="9189"/>
                    <a:pt x="452" y="10518"/>
                    <a:pt x="652" y="11821"/>
                  </a:cubicBezTo>
                  <a:cubicBezTo>
                    <a:pt x="753" y="12548"/>
                    <a:pt x="903" y="13300"/>
                    <a:pt x="1429" y="13876"/>
                  </a:cubicBezTo>
                  <a:cubicBezTo>
                    <a:pt x="1815" y="14290"/>
                    <a:pt x="2242" y="14470"/>
                    <a:pt x="2655" y="14470"/>
                  </a:cubicBezTo>
                  <a:cubicBezTo>
                    <a:pt x="3344" y="14470"/>
                    <a:pt x="3992" y="13967"/>
                    <a:pt x="4337" y="13199"/>
                  </a:cubicBezTo>
                  <a:cubicBezTo>
                    <a:pt x="5339" y="10919"/>
                    <a:pt x="5840" y="8312"/>
                    <a:pt x="6317" y="5906"/>
                  </a:cubicBezTo>
                  <a:cubicBezTo>
                    <a:pt x="6345" y="5737"/>
                    <a:pt x="6215" y="5640"/>
                    <a:pt x="6082" y="5640"/>
                  </a:cubicBezTo>
                  <a:cubicBezTo>
                    <a:pt x="5979" y="5640"/>
                    <a:pt x="5873" y="5699"/>
                    <a:pt x="5840" y="5831"/>
                  </a:cubicBezTo>
                  <a:cubicBezTo>
                    <a:pt x="5490" y="7661"/>
                    <a:pt x="5064" y="9490"/>
                    <a:pt x="4512" y="11270"/>
                  </a:cubicBezTo>
                  <a:cubicBezTo>
                    <a:pt x="4262" y="12047"/>
                    <a:pt x="3911" y="13901"/>
                    <a:pt x="2858" y="14027"/>
                  </a:cubicBezTo>
                  <a:cubicBezTo>
                    <a:pt x="2803" y="14032"/>
                    <a:pt x="2751" y="14035"/>
                    <a:pt x="2699" y="14035"/>
                  </a:cubicBezTo>
                  <a:cubicBezTo>
                    <a:pt x="1456" y="14035"/>
                    <a:pt x="1175" y="12335"/>
                    <a:pt x="1079" y="11420"/>
                  </a:cubicBezTo>
                  <a:cubicBezTo>
                    <a:pt x="627" y="7711"/>
                    <a:pt x="402" y="3976"/>
                    <a:pt x="652" y="267"/>
                  </a:cubicBezTo>
                  <a:cubicBezTo>
                    <a:pt x="667" y="98"/>
                    <a:pt x="530" y="0"/>
                    <a:pt x="4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24"/>
            <p:cNvSpPr/>
            <p:nvPr/>
          </p:nvSpPr>
          <p:spPr>
            <a:xfrm>
              <a:off x="2401998" y="3393714"/>
              <a:ext cx="9886" cy="79310"/>
            </a:xfrm>
            <a:custGeom>
              <a:rect b="b" l="l" r="r" t="t"/>
              <a:pathLst>
                <a:path extrusionOk="0" h="4340" w="541">
                  <a:moveTo>
                    <a:pt x="258" y="0"/>
                  </a:moveTo>
                  <a:cubicBezTo>
                    <a:pt x="133" y="0"/>
                    <a:pt x="1" y="89"/>
                    <a:pt x="1" y="252"/>
                  </a:cubicBezTo>
                  <a:cubicBezTo>
                    <a:pt x="26" y="1556"/>
                    <a:pt x="51" y="2834"/>
                    <a:pt x="76" y="4137"/>
                  </a:cubicBezTo>
                  <a:cubicBezTo>
                    <a:pt x="76" y="4275"/>
                    <a:pt x="176" y="4339"/>
                    <a:pt x="282" y="4339"/>
                  </a:cubicBezTo>
                  <a:cubicBezTo>
                    <a:pt x="407" y="4339"/>
                    <a:pt x="540" y="4250"/>
                    <a:pt x="527" y="4087"/>
                  </a:cubicBezTo>
                  <a:cubicBezTo>
                    <a:pt x="502" y="2784"/>
                    <a:pt x="477" y="1480"/>
                    <a:pt x="477" y="202"/>
                  </a:cubicBezTo>
                  <a:cubicBezTo>
                    <a:pt x="465" y="64"/>
                    <a:pt x="364" y="0"/>
                    <a:pt x="2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24"/>
            <p:cNvSpPr/>
            <p:nvPr/>
          </p:nvSpPr>
          <p:spPr>
            <a:xfrm>
              <a:off x="2277020" y="3252636"/>
              <a:ext cx="14619" cy="30061"/>
            </a:xfrm>
            <a:custGeom>
              <a:rect b="b" l="l" r="r" t="t"/>
              <a:pathLst>
                <a:path extrusionOk="0" h="1645" w="800">
                  <a:moveTo>
                    <a:pt x="547" y="1"/>
                  </a:moveTo>
                  <a:cubicBezTo>
                    <a:pt x="418" y="1"/>
                    <a:pt x="285" y="90"/>
                    <a:pt x="298" y="253"/>
                  </a:cubicBezTo>
                  <a:cubicBezTo>
                    <a:pt x="323" y="629"/>
                    <a:pt x="248" y="980"/>
                    <a:pt x="98" y="1331"/>
                  </a:cubicBezTo>
                  <a:cubicBezTo>
                    <a:pt x="1" y="1509"/>
                    <a:pt x="144" y="1645"/>
                    <a:pt x="298" y="1645"/>
                  </a:cubicBezTo>
                  <a:cubicBezTo>
                    <a:pt x="383" y="1645"/>
                    <a:pt x="470" y="1604"/>
                    <a:pt x="524" y="1506"/>
                  </a:cubicBezTo>
                  <a:cubicBezTo>
                    <a:pt x="724" y="1105"/>
                    <a:pt x="799" y="654"/>
                    <a:pt x="774" y="203"/>
                  </a:cubicBezTo>
                  <a:cubicBezTo>
                    <a:pt x="763" y="65"/>
                    <a:pt x="657" y="1"/>
                    <a:pt x="54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24"/>
            <p:cNvSpPr/>
            <p:nvPr/>
          </p:nvSpPr>
          <p:spPr>
            <a:xfrm>
              <a:off x="2299297" y="3256766"/>
              <a:ext cx="12956" cy="30262"/>
            </a:xfrm>
            <a:custGeom>
              <a:rect b="b" l="l" r="r" t="t"/>
              <a:pathLst>
                <a:path extrusionOk="0" h="1656" w="709">
                  <a:moveTo>
                    <a:pt x="387" y="0"/>
                  </a:moveTo>
                  <a:cubicBezTo>
                    <a:pt x="257" y="0"/>
                    <a:pt x="130" y="90"/>
                    <a:pt x="157" y="252"/>
                  </a:cubicBezTo>
                  <a:cubicBezTo>
                    <a:pt x="232" y="628"/>
                    <a:pt x="207" y="979"/>
                    <a:pt x="82" y="1330"/>
                  </a:cubicBezTo>
                  <a:cubicBezTo>
                    <a:pt x="1" y="1509"/>
                    <a:pt x="161" y="1655"/>
                    <a:pt x="311" y="1655"/>
                  </a:cubicBezTo>
                  <a:cubicBezTo>
                    <a:pt x="393" y="1655"/>
                    <a:pt x="472" y="1612"/>
                    <a:pt x="508" y="1506"/>
                  </a:cubicBezTo>
                  <a:cubicBezTo>
                    <a:pt x="658" y="1080"/>
                    <a:pt x="708" y="653"/>
                    <a:pt x="633" y="202"/>
                  </a:cubicBezTo>
                  <a:cubicBezTo>
                    <a:pt x="610" y="64"/>
                    <a:pt x="497" y="0"/>
                    <a:pt x="38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24"/>
            <p:cNvSpPr/>
            <p:nvPr/>
          </p:nvSpPr>
          <p:spPr>
            <a:xfrm>
              <a:off x="2703706" y="3310273"/>
              <a:ext cx="13267" cy="19188"/>
            </a:xfrm>
            <a:custGeom>
              <a:rect b="b" l="l" r="r" t="t"/>
              <a:pathLst>
                <a:path extrusionOk="0" h="1050" w="726">
                  <a:moveTo>
                    <a:pt x="473" y="1"/>
                  </a:moveTo>
                  <a:cubicBezTo>
                    <a:pt x="367" y="1"/>
                    <a:pt x="252" y="59"/>
                    <a:pt x="207" y="182"/>
                  </a:cubicBezTo>
                  <a:cubicBezTo>
                    <a:pt x="157" y="382"/>
                    <a:pt x="107" y="583"/>
                    <a:pt x="57" y="783"/>
                  </a:cubicBezTo>
                  <a:cubicBezTo>
                    <a:pt x="1" y="952"/>
                    <a:pt x="126" y="1050"/>
                    <a:pt x="260" y="1050"/>
                  </a:cubicBezTo>
                  <a:cubicBezTo>
                    <a:pt x="365" y="1050"/>
                    <a:pt x="475" y="990"/>
                    <a:pt x="508" y="858"/>
                  </a:cubicBezTo>
                  <a:lnTo>
                    <a:pt x="684" y="257"/>
                  </a:lnTo>
                  <a:cubicBezTo>
                    <a:pt x="725" y="90"/>
                    <a:pt x="605" y="1"/>
                    <a:pt x="4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24"/>
            <p:cNvSpPr/>
            <p:nvPr/>
          </p:nvSpPr>
          <p:spPr>
            <a:xfrm>
              <a:off x="2388859" y="3330521"/>
              <a:ext cx="11641" cy="8753"/>
            </a:xfrm>
            <a:custGeom>
              <a:rect b="b" l="l" r="r" t="t"/>
              <a:pathLst>
                <a:path extrusionOk="0" h="479" w="637">
                  <a:moveTo>
                    <a:pt x="316" y="0"/>
                  </a:moveTo>
                  <a:cubicBezTo>
                    <a:pt x="309" y="0"/>
                    <a:pt x="301" y="0"/>
                    <a:pt x="294" y="1"/>
                  </a:cubicBezTo>
                  <a:cubicBezTo>
                    <a:pt x="1" y="50"/>
                    <a:pt x="40" y="478"/>
                    <a:pt x="320" y="478"/>
                  </a:cubicBezTo>
                  <a:cubicBezTo>
                    <a:pt x="328" y="478"/>
                    <a:pt x="336" y="478"/>
                    <a:pt x="344" y="477"/>
                  </a:cubicBezTo>
                  <a:cubicBezTo>
                    <a:pt x="637" y="453"/>
                    <a:pt x="597" y="0"/>
                    <a:pt x="3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24"/>
            <p:cNvSpPr/>
            <p:nvPr/>
          </p:nvSpPr>
          <p:spPr>
            <a:xfrm>
              <a:off x="1069203" y="3689153"/>
              <a:ext cx="31633" cy="7346"/>
            </a:xfrm>
            <a:custGeom>
              <a:rect b="b" l="l" r="r" t="t"/>
              <a:pathLst>
                <a:path extrusionOk="0" h="402" w="1731">
                  <a:moveTo>
                    <a:pt x="151" y="0"/>
                  </a:moveTo>
                  <a:cubicBezTo>
                    <a:pt x="76" y="0"/>
                    <a:pt x="1" y="75"/>
                    <a:pt x="1" y="151"/>
                  </a:cubicBezTo>
                  <a:cubicBezTo>
                    <a:pt x="1" y="251"/>
                    <a:pt x="76" y="301"/>
                    <a:pt x="151" y="326"/>
                  </a:cubicBezTo>
                  <a:cubicBezTo>
                    <a:pt x="627" y="351"/>
                    <a:pt x="1104" y="376"/>
                    <a:pt x="1580" y="401"/>
                  </a:cubicBezTo>
                  <a:cubicBezTo>
                    <a:pt x="1655" y="401"/>
                    <a:pt x="1730" y="326"/>
                    <a:pt x="1730" y="251"/>
                  </a:cubicBezTo>
                  <a:cubicBezTo>
                    <a:pt x="1730" y="151"/>
                    <a:pt x="1655" y="100"/>
                    <a:pt x="1580" y="100"/>
                  </a:cubicBezTo>
                  <a:cubicBezTo>
                    <a:pt x="1104" y="50"/>
                    <a:pt x="627" y="25"/>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24"/>
            <p:cNvSpPr/>
            <p:nvPr/>
          </p:nvSpPr>
          <p:spPr>
            <a:xfrm>
              <a:off x="1458060" y="3600578"/>
              <a:ext cx="11915" cy="17598"/>
            </a:xfrm>
            <a:custGeom>
              <a:rect b="b" l="l" r="r" t="t"/>
              <a:pathLst>
                <a:path extrusionOk="0" h="963" w="652">
                  <a:moveTo>
                    <a:pt x="164" y="1"/>
                  </a:moveTo>
                  <a:cubicBezTo>
                    <a:pt x="141" y="1"/>
                    <a:pt x="119" y="4"/>
                    <a:pt x="100" y="10"/>
                  </a:cubicBezTo>
                  <a:cubicBezTo>
                    <a:pt x="25" y="60"/>
                    <a:pt x="0" y="160"/>
                    <a:pt x="25" y="236"/>
                  </a:cubicBezTo>
                  <a:cubicBezTo>
                    <a:pt x="125" y="461"/>
                    <a:pt x="226" y="662"/>
                    <a:pt x="351" y="887"/>
                  </a:cubicBezTo>
                  <a:cubicBezTo>
                    <a:pt x="376" y="912"/>
                    <a:pt x="401" y="937"/>
                    <a:pt x="426" y="962"/>
                  </a:cubicBezTo>
                  <a:lnTo>
                    <a:pt x="552" y="962"/>
                  </a:lnTo>
                  <a:cubicBezTo>
                    <a:pt x="577" y="937"/>
                    <a:pt x="627" y="887"/>
                    <a:pt x="627" y="862"/>
                  </a:cubicBezTo>
                  <a:cubicBezTo>
                    <a:pt x="652" y="837"/>
                    <a:pt x="652" y="787"/>
                    <a:pt x="627" y="737"/>
                  </a:cubicBezTo>
                  <a:cubicBezTo>
                    <a:pt x="501" y="536"/>
                    <a:pt x="401" y="336"/>
                    <a:pt x="326" y="85"/>
                  </a:cubicBezTo>
                  <a:cubicBezTo>
                    <a:pt x="307" y="29"/>
                    <a:pt x="232" y="1"/>
                    <a:pt x="1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24"/>
            <p:cNvSpPr/>
            <p:nvPr/>
          </p:nvSpPr>
          <p:spPr>
            <a:xfrm>
              <a:off x="1469500" y="3600578"/>
              <a:ext cx="14217" cy="17763"/>
            </a:xfrm>
            <a:custGeom>
              <a:rect b="b" l="l" r="r" t="t"/>
              <a:pathLst>
                <a:path extrusionOk="0" h="972" w="778">
                  <a:moveTo>
                    <a:pt x="175" y="0"/>
                  </a:moveTo>
                  <a:cubicBezTo>
                    <a:pt x="144" y="0"/>
                    <a:pt x="110" y="13"/>
                    <a:pt x="76" y="35"/>
                  </a:cubicBezTo>
                  <a:cubicBezTo>
                    <a:pt x="1" y="85"/>
                    <a:pt x="1" y="185"/>
                    <a:pt x="51" y="261"/>
                  </a:cubicBezTo>
                  <a:cubicBezTo>
                    <a:pt x="151" y="336"/>
                    <a:pt x="226" y="436"/>
                    <a:pt x="301" y="561"/>
                  </a:cubicBezTo>
                  <a:cubicBezTo>
                    <a:pt x="301" y="561"/>
                    <a:pt x="301" y="586"/>
                    <a:pt x="327" y="586"/>
                  </a:cubicBezTo>
                  <a:cubicBezTo>
                    <a:pt x="327" y="586"/>
                    <a:pt x="327" y="612"/>
                    <a:pt x="352" y="612"/>
                  </a:cubicBezTo>
                  <a:cubicBezTo>
                    <a:pt x="352" y="662"/>
                    <a:pt x="377" y="687"/>
                    <a:pt x="377" y="712"/>
                  </a:cubicBezTo>
                  <a:cubicBezTo>
                    <a:pt x="402" y="762"/>
                    <a:pt x="452" y="837"/>
                    <a:pt x="452" y="887"/>
                  </a:cubicBezTo>
                  <a:cubicBezTo>
                    <a:pt x="489" y="944"/>
                    <a:pt x="555" y="972"/>
                    <a:pt x="618" y="972"/>
                  </a:cubicBezTo>
                  <a:cubicBezTo>
                    <a:pt x="638" y="972"/>
                    <a:pt x="659" y="969"/>
                    <a:pt x="677" y="962"/>
                  </a:cubicBezTo>
                  <a:cubicBezTo>
                    <a:pt x="753" y="937"/>
                    <a:pt x="778" y="837"/>
                    <a:pt x="753" y="762"/>
                  </a:cubicBezTo>
                  <a:cubicBezTo>
                    <a:pt x="652" y="486"/>
                    <a:pt x="502" y="236"/>
                    <a:pt x="276" y="60"/>
                  </a:cubicBezTo>
                  <a:cubicBezTo>
                    <a:pt x="249" y="19"/>
                    <a:pt x="214" y="0"/>
                    <a:pt x="1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24"/>
            <p:cNvSpPr/>
            <p:nvPr/>
          </p:nvSpPr>
          <p:spPr>
            <a:xfrm>
              <a:off x="1072529" y="2844993"/>
              <a:ext cx="124027" cy="153102"/>
            </a:xfrm>
            <a:custGeom>
              <a:rect b="b" l="l" r="r" t="t"/>
              <a:pathLst>
                <a:path extrusionOk="0" h="8378" w="6787">
                  <a:moveTo>
                    <a:pt x="225" y="0"/>
                  </a:moveTo>
                  <a:cubicBezTo>
                    <a:pt x="104" y="0"/>
                    <a:pt x="1" y="141"/>
                    <a:pt x="95" y="254"/>
                  </a:cubicBezTo>
                  <a:cubicBezTo>
                    <a:pt x="596" y="805"/>
                    <a:pt x="1097" y="1382"/>
                    <a:pt x="1598" y="1958"/>
                  </a:cubicBezTo>
                  <a:cubicBezTo>
                    <a:pt x="3328" y="3988"/>
                    <a:pt x="4957" y="6119"/>
                    <a:pt x="6460" y="8324"/>
                  </a:cubicBezTo>
                  <a:cubicBezTo>
                    <a:pt x="6492" y="8362"/>
                    <a:pt x="6529" y="8378"/>
                    <a:pt x="6567" y="8378"/>
                  </a:cubicBezTo>
                  <a:cubicBezTo>
                    <a:pt x="6678" y="8378"/>
                    <a:pt x="6786" y="8237"/>
                    <a:pt x="6711" y="8124"/>
                  </a:cubicBezTo>
                  <a:cubicBezTo>
                    <a:pt x="6285" y="7497"/>
                    <a:pt x="5834" y="6871"/>
                    <a:pt x="5383" y="6244"/>
                  </a:cubicBezTo>
                  <a:cubicBezTo>
                    <a:pt x="3829" y="4089"/>
                    <a:pt x="2125" y="2033"/>
                    <a:pt x="345" y="54"/>
                  </a:cubicBezTo>
                  <a:cubicBezTo>
                    <a:pt x="308" y="16"/>
                    <a:pt x="265" y="0"/>
                    <a:pt x="2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24"/>
            <p:cNvSpPr/>
            <p:nvPr/>
          </p:nvSpPr>
          <p:spPr>
            <a:xfrm>
              <a:off x="1071761" y="2899231"/>
              <a:ext cx="55462" cy="84317"/>
            </a:xfrm>
            <a:custGeom>
              <a:rect b="b" l="l" r="r" t="t"/>
              <a:pathLst>
                <a:path extrusionOk="0" h="4614" w="3035">
                  <a:moveTo>
                    <a:pt x="228" y="1"/>
                  </a:moveTo>
                  <a:cubicBezTo>
                    <a:pt x="115" y="1"/>
                    <a:pt x="0" y="98"/>
                    <a:pt x="86" y="218"/>
                  </a:cubicBezTo>
                  <a:cubicBezTo>
                    <a:pt x="964" y="1622"/>
                    <a:pt x="1841" y="3076"/>
                    <a:pt x="2668" y="4529"/>
                  </a:cubicBezTo>
                  <a:cubicBezTo>
                    <a:pt x="2702" y="4589"/>
                    <a:pt x="2759" y="4614"/>
                    <a:pt x="2816" y="4614"/>
                  </a:cubicBezTo>
                  <a:cubicBezTo>
                    <a:pt x="2926" y="4614"/>
                    <a:pt x="3035" y="4520"/>
                    <a:pt x="2969" y="4404"/>
                  </a:cubicBezTo>
                  <a:cubicBezTo>
                    <a:pt x="2117" y="2950"/>
                    <a:pt x="1264" y="1497"/>
                    <a:pt x="362" y="68"/>
                  </a:cubicBezTo>
                  <a:cubicBezTo>
                    <a:pt x="331" y="21"/>
                    <a:pt x="280" y="1"/>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24"/>
            <p:cNvSpPr/>
            <p:nvPr/>
          </p:nvSpPr>
          <p:spPr>
            <a:xfrm>
              <a:off x="590601" y="2785620"/>
              <a:ext cx="7346" cy="6195"/>
            </a:xfrm>
            <a:custGeom>
              <a:rect b="b" l="l" r="r" t="t"/>
              <a:pathLst>
                <a:path extrusionOk="0" h="339" w="402">
                  <a:moveTo>
                    <a:pt x="238" y="1"/>
                  </a:moveTo>
                  <a:cubicBezTo>
                    <a:pt x="226" y="1"/>
                    <a:pt x="213" y="7"/>
                    <a:pt x="201" y="19"/>
                  </a:cubicBezTo>
                  <a:lnTo>
                    <a:pt x="126" y="19"/>
                  </a:lnTo>
                  <a:cubicBezTo>
                    <a:pt x="100" y="19"/>
                    <a:pt x="75" y="44"/>
                    <a:pt x="50" y="69"/>
                  </a:cubicBezTo>
                  <a:cubicBezTo>
                    <a:pt x="25" y="69"/>
                    <a:pt x="25" y="69"/>
                    <a:pt x="25" y="94"/>
                  </a:cubicBezTo>
                  <a:cubicBezTo>
                    <a:pt x="0" y="120"/>
                    <a:pt x="0" y="145"/>
                    <a:pt x="0" y="170"/>
                  </a:cubicBezTo>
                  <a:cubicBezTo>
                    <a:pt x="0" y="170"/>
                    <a:pt x="0" y="195"/>
                    <a:pt x="0" y="195"/>
                  </a:cubicBezTo>
                  <a:cubicBezTo>
                    <a:pt x="0" y="220"/>
                    <a:pt x="0" y="245"/>
                    <a:pt x="25" y="270"/>
                  </a:cubicBezTo>
                  <a:cubicBezTo>
                    <a:pt x="25" y="270"/>
                    <a:pt x="50" y="295"/>
                    <a:pt x="50" y="295"/>
                  </a:cubicBezTo>
                  <a:cubicBezTo>
                    <a:pt x="75" y="320"/>
                    <a:pt x="100" y="320"/>
                    <a:pt x="100" y="320"/>
                  </a:cubicBezTo>
                  <a:cubicBezTo>
                    <a:pt x="113" y="333"/>
                    <a:pt x="126" y="339"/>
                    <a:pt x="138" y="339"/>
                  </a:cubicBezTo>
                  <a:cubicBezTo>
                    <a:pt x="151" y="339"/>
                    <a:pt x="163" y="333"/>
                    <a:pt x="176" y="320"/>
                  </a:cubicBezTo>
                  <a:lnTo>
                    <a:pt x="276" y="320"/>
                  </a:lnTo>
                  <a:cubicBezTo>
                    <a:pt x="301" y="320"/>
                    <a:pt x="326" y="295"/>
                    <a:pt x="326" y="295"/>
                  </a:cubicBezTo>
                  <a:cubicBezTo>
                    <a:pt x="351" y="270"/>
                    <a:pt x="351" y="270"/>
                    <a:pt x="376" y="245"/>
                  </a:cubicBezTo>
                  <a:cubicBezTo>
                    <a:pt x="376" y="220"/>
                    <a:pt x="401" y="195"/>
                    <a:pt x="401" y="170"/>
                  </a:cubicBezTo>
                  <a:cubicBezTo>
                    <a:pt x="401" y="170"/>
                    <a:pt x="401" y="145"/>
                    <a:pt x="401" y="145"/>
                  </a:cubicBezTo>
                  <a:cubicBezTo>
                    <a:pt x="376" y="120"/>
                    <a:pt x="376" y="94"/>
                    <a:pt x="376" y="69"/>
                  </a:cubicBezTo>
                  <a:cubicBezTo>
                    <a:pt x="351" y="69"/>
                    <a:pt x="351" y="44"/>
                    <a:pt x="326" y="44"/>
                  </a:cubicBezTo>
                  <a:cubicBezTo>
                    <a:pt x="301" y="19"/>
                    <a:pt x="301" y="19"/>
                    <a:pt x="276" y="19"/>
                  </a:cubicBezTo>
                  <a:cubicBezTo>
                    <a:pt x="263" y="7"/>
                    <a:pt x="251"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24"/>
            <p:cNvSpPr/>
            <p:nvPr/>
          </p:nvSpPr>
          <p:spPr>
            <a:xfrm>
              <a:off x="765558" y="2794044"/>
              <a:ext cx="11915" cy="15003"/>
            </a:xfrm>
            <a:custGeom>
              <a:rect b="b" l="l" r="r" t="t"/>
              <a:pathLst>
                <a:path extrusionOk="0" h="821" w="652">
                  <a:moveTo>
                    <a:pt x="182" y="0"/>
                  </a:moveTo>
                  <a:cubicBezTo>
                    <a:pt x="163" y="0"/>
                    <a:pt x="144" y="3"/>
                    <a:pt x="126" y="9"/>
                  </a:cubicBezTo>
                  <a:cubicBezTo>
                    <a:pt x="50" y="34"/>
                    <a:pt x="0" y="135"/>
                    <a:pt x="50" y="210"/>
                  </a:cubicBezTo>
                  <a:cubicBezTo>
                    <a:pt x="151" y="385"/>
                    <a:pt x="226" y="561"/>
                    <a:pt x="326" y="736"/>
                  </a:cubicBezTo>
                  <a:cubicBezTo>
                    <a:pt x="364" y="793"/>
                    <a:pt x="415" y="821"/>
                    <a:pt x="471" y="821"/>
                  </a:cubicBezTo>
                  <a:cubicBezTo>
                    <a:pt x="489" y="821"/>
                    <a:pt x="508" y="818"/>
                    <a:pt x="527" y="811"/>
                  </a:cubicBezTo>
                  <a:cubicBezTo>
                    <a:pt x="602" y="786"/>
                    <a:pt x="652" y="661"/>
                    <a:pt x="602" y="586"/>
                  </a:cubicBezTo>
                  <a:cubicBezTo>
                    <a:pt x="527" y="436"/>
                    <a:pt x="426" y="260"/>
                    <a:pt x="326" y="85"/>
                  </a:cubicBezTo>
                  <a:cubicBezTo>
                    <a:pt x="288" y="28"/>
                    <a:pt x="237" y="0"/>
                    <a:pt x="18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p24"/>
            <p:cNvSpPr/>
            <p:nvPr/>
          </p:nvSpPr>
          <p:spPr>
            <a:xfrm>
              <a:off x="773343" y="2784962"/>
              <a:ext cx="15131" cy="20431"/>
            </a:xfrm>
            <a:custGeom>
              <a:rect b="b" l="l" r="r" t="t"/>
              <a:pathLst>
                <a:path extrusionOk="0" h="1118" w="828">
                  <a:moveTo>
                    <a:pt x="206" y="0"/>
                  </a:moveTo>
                  <a:cubicBezTo>
                    <a:pt x="196" y="0"/>
                    <a:pt x="186" y="2"/>
                    <a:pt x="176" y="5"/>
                  </a:cubicBezTo>
                  <a:cubicBezTo>
                    <a:pt x="75" y="5"/>
                    <a:pt x="0" y="105"/>
                    <a:pt x="25" y="181"/>
                  </a:cubicBezTo>
                  <a:cubicBezTo>
                    <a:pt x="126" y="506"/>
                    <a:pt x="301" y="807"/>
                    <a:pt x="552" y="1058"/>
                  </a:cubicBezTo>
                  <a:cubicBezTo>
                    <a:pt x="579" y="1099"/>
                    <a:pt x="622" y="1118"/>
                    <a:pt x="663" y="1118"/>
                  </a:cubicBezTo>
                  <a:cubicBezTo>
                    <a:pt x="697" y="1118"/>
                    <a:pt x="730" y="1105"/>
                    <a:pt x="752" y="1083"/>
                  </a:cubicBezTo>
                  <a:cubicBezTo>
                    <a:pt x="827" y="1033"/>
                    <a:pt x="827" y="907"/>
                    <a:pt x="777" y="857"/>
                  </a:cubicBezTo>
                  <a:cubicBezTo>
                    <a:pt x="727" y="807"/>
                    <a:pt x="677" y="757"/>
                    <a:pt x="627" y="682"/>
                  </a:cubicBezTo>
                  <a:cubicBezTo>
                    <a:pt x="602" y="657"/>
                    <a:pt x="577" y="632"/>
                    <a:pt x="552" y="582"/>
                  </a:cubicBezTo>
                  <a:cubicBezTo>
                    <a:pt x="552" y="582"/>
                    <a:pt x="552" y="582"/>
                    <a:pt x="552" y="557"/>
                  </a:cubicBezTo>
                  <a:cubicBezTo>
                    <a:pt x="527" y="557"/>
                    <a:pt x="527" y="531"/>
                    <a:pt x="527" y="531"/>
                  </a:cubicBezTo>
                  <a:cubicBezTo>
                    <a:pt x="476" y="456"/>
                    <a:pt x="451" y="381"/>
                    <a:pt x="426" y="306"/>
                  </a:cubicBezTo>
                  <a:cubicBezTo>
                    <a:pt x="401" y="281"/>
                    <a:pt x="376" y="256"/>
                    <a:pt x="376" y="206"/>
                  </a:cubicBezTo>
                  <a:cubicBezTo>
                    <a:pt x="376" y="206"/>
                    <a:pt x="351" y="181"/>
                    <a:pt x="351" y="156"/>
                  </a:cubicBezTo>
                  <a:cubicBezTo>
                    <a:pt x="351" y="156"/>
                    <a:pt x="335" y="123"/>
                    <a:pt x="342" y="123"/>
                  </a:cubicBezTo>
                  <a:cubicBezTo>
                    <a:pt x="343" y="123"/>
                    <a:pt x="346" y="125"/>
                    <a:pt x="351" y="130"/>
                  </a:cubicBezTo>
                  <a:cubicBezTo>
                    <a:pt x="329" y="65"/>
                    <a:pt x="270"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24"/>
            <p:cNvSpPr/>
            <p:nvPr/>
          </p:nvSpPr>
          <p:spPr>
            <a:xfrm>
              <a:off x="1158692" y="2785181"/>
              <a:ext cx="121158" cy="132415"/>
            </a:xfrm>
            <a:custGeom>
              <a:rect b="b" l="l" r="r" t="t"/>
              <a:pathLst>
                <a:path extrusionOk="0" h="7246" w="6630">
                  <a:moveTo>
                    <a:pt x="201" y="1"/>
                  </a:moveTo>
                  <a:cubicBezTo>
                    <a:pt x="95" y="1"/>
                    <a:pt x="0" y="141"/>
                    <a:pt x="91" y="269"/>
                  </a:cubicBezTo>
                  <a:cubicBezTo>
                    <a:pt x="467" y="820"/>
                    <a:pt x="893" y="1397"/>
                    <a:pt x="1319" y="1923"/>
                  </a:cubicBezTo>
                  <a:cubicBezTo>
                    <a:pt x="2823" y="3853"/>
                    <a:pt x="4502" y="5607"/>
                    <a:pt x="6332" y="7211"/>
                  </a:cubicBezTo>
                  <a:cubicBezTo>
                    <a:pt x="6361" y="7235"/>
                    <a:pt x="6390" y="7245"/>
                    <a:pt x="6418" y="7245"/>
                  </a:cubicBezTo>
                  <a:cubicBezTo>
                    <a:pt x="6537" y="7245"/>
                    <a:pt x="6629" y="7062"/>
                    <a:pt x="6507" y="6961"/>
                  </a:cubicBezTo>
                  <a:cubicBezTo>
                    <a:pt x="5981" y="6484"/>
                    <a:pt x="5480" y="6033"/>
                    <a:pt x="4979" y="5532"/>
                  </a:cubicBezTo>
                  <a:cubicBezTo>
                    <a:pt x="3249" y="3853"/>
                    <a:pt x="1695" y="2023"/>
                    <a:pt x="317" y="68"/>
                  </a:cubicBezTo>
                  <a:cubicBezTo>
                    <a:pt x="283" y="20"/>
                    <a:pt x="24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24"/>
            <p:cNvSpPr/>
            <p:nvPr/>
          </p:nvSpPr>
          <p:spPr>
            <a:xfrm>
              <a:off x="1071615" y="2777196"/>
              <a:ext cx="209551" cy="242426"/>
            </a:xfrm>
            <a:custGeom>
              <a:rect b="b" l="l" r="r" t="t"/>
              <a:pathLst>
                <a:path extrusionOk="0" h="13266" w="11467">
                  <a:moveTo>
                    <a:pt x="235" y="1"/>
                  </a:moveTo>
                  <a:cubicBezTo>
                    <a:pt x="118" y="1"/>
                    <a:pt x="0" y="142"/>
                    <a:pt x="94" y="255"/>
                  </a:cubicBezTo>
                  <a:cubicBezTo>
                    <a:pt x="896" y="1232"/>
                    <a:pt x="1724" y="2185"/>
                    <a:pt x="2526" y="3162"/>
                  </a:cubicBezTo>
                  <a:cubicBezTo>
                    <a:pt x="5358" y="6520"/>
                    <a:pt x="8240" y="9879"/>
                    <a:pt x="11122" y="13212"/>
                  </a:cubicBezTo>
                  <a:cubicBezTo>
                    <a:pt x="11160" y="13250"/>
                    <a:pt x="11202" y="13265"/>
                    <a:pt x="11242" y="13265"/>
                  </a:cubicBezTo>
                  <a:cubicBezTo>
                    <a:pt x="11363" y="13265"/>
                    <a:pt x="11467" y="13124"/>
                    <a:pt x="11373" y="13012"/>
                  </a:cubicBezTo>
                  <a:cubicBezTo>
                    <a:pt x="10546" y="12059"/>
                    <a:pt x="9719" y="11107"/>
                    <a:pt x="8891" y="10155"/>
                  </a:cubicBezTo>
                  <a:cubicBezTo>
                    <a:pt x="6009" y="6821"/>
                    <a:pt x="3177" y="3463"/>
                    <a:pt x="345" y="54"/>
                  </a:cubicBezTo>
                  <a:cubicBezTo>
                    <a:pt x="314" y="17"/>
                    <a:pt x="275" y="1"/>
                    <a:pt x="2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24"/>
            <p:cNvSpPr/>
            <p:nvPr/>
          </p:nvSpPr>
          <p:spPr>
            <a:xfrm>
              <a:off x="1038064" y="3708359"/>
              <a:ext cx="180020" cy="8735"/>
            </a:xfrm>
            <a:custGeom>
              <a:rect b="b" l="l" r="r" t="t"/>
              <a:pathLst>
                <a:path extrusionOk="0" h="478" w="9851">
                  <a:moveTo>
                    <a:pt x="180" y="0"/>
                  </a:moveTo>
                  <a:cubicBezTo>
                    <a:pt x="1" y="0"/>
                    <a:pt x="8" y="303"/>
                    <a:pt x="201" y="303"/>
                  </a:cubicBezTo>
                  <a:lnTo>
                    <a:pt x="9650" y="478"/>
                  </a:lnTo>
                  <a:cubicBezTo>
                    <a:pt x="9850" y="478"/>
                    <a:pt x="9850" y="177"/>
                    <a:pt x="9650" y="177"/>
                  </a:cubicBezTo>
                  <a:cubicBezTo>
                    <a:pt x="6492" y="102"/>
                    <a:pt x="3334" y="52"/>
                    <a:pt x="201" y="2"/>
                  </a:cubicBezTo>
                  <a:cubicBezTo>
                    <a:pt x="194" y="1"/>
                    <a:pt x="187"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24"/>
            <p:cNvSpPr/>
            <p:nvPr/>
          </p:nvSpPr>
          <p:spPr>
            <a:xfrm>
              <a:off x="1014069" y="3712398"/>
              <a:ext cx="8169" cy="5720"/>
            </a:xfrm>
            <a:custGeom>
              <a:rect b="b" l="l" r="r" t="t"/>
              <a:pathLst>
                <a:path extrusionOk="0" h="313" w="447">
                  <a:moveTo>
                    <a:pt x="229" y="1"/>
                  </a:moveTo>
                  <a:cubicBezTo>
                    <a:pt x="216" y="1"/>
                    <a:pt x="201" y="3"/>
                    <a:pt x="186" y="6"/>
                  </a:cubicBezTo>
                  <a:cubicBezTo>
                    <a:pt x="1" y="53"/>
                    <a:pt x="72" y="313"/>
                    <a:pt x="222" y="313"/>
                  </a:cubicBezTo>
                  <a:cubicBezTo>
                    <a:pt x="235" y="313"/>
                    <a:pt x="248" y="311"/>
                    <a:pt x="261" y="307"/>
                  </a:cubicBezTo>
                  <a:cubicBezTo>
                    <a:pt x="446" y="261"/>
                    <a:pt x="396" y="1"/>
                    <a:pt x="229"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24"/>
            <p:cNvSpPr/>
            <p:nvPr/>
          </p:nvSpPr>
          <p:spPr>
            <a:xfrm>
              <a:off x="718995" y="3280742"/>
              <a:ext cx="254341" cy="328132"/>
            </a:xfrm>
            <a:custGeom>
              <a:rect b="b" l="l" r="r" t="t"/>
              <a:pathLst>
                <a:path extrusionOk="0" h="17956" w="13918">
                  <a:moveTo>
                    <a:pt x="202" y="1"/>
                  </a:moveTo>
                  <a:cubicBezTo>
                    <a:pt x="95" y="1"/>
                    <a:pt x="1" y="141"/>
                    <a:pt x="92" y="269"/>
                  </a:cubicBezTo>
                  <a:cubicBezTo>
                    <a:pt x="1019" y="1597"/>
                    <a:pt x="1972" y="2900"/>
                    <a:pt x="2924" y="4229"/>
                  </a:cubicBezTo>
                  <a:cubicBezTo>
                    <a:pt x="4628" y="6560"/>
                    <a:pt x="6383" y="8865"/>
                    <a:pt x="8162" y="11146"/>
                  </a:cubicBezTo>
                  <a:cubicBezTo>
                    <a:pt x="9942" y="13427"/>
                    <a:pt x="11746" y="15682"/>
                    <a:pt x="13601" y="17888"/>
                  </a:cubicBezTo>
                  <a:cubicBezTo>
                    <a:pt x="13635" y="17936"/>
                    <a:pt x="13677" y="17956"/>
                    <a:pt x="13717" y="17956"/>
                  </a:cubicBezTo>
                  <a:cubicBezTo>
                    <a:pt x="13823" y="17956"/>
                    <a:pt x="13918" y="17815"/>
                    <a:pt x="13826" y="17687"/>
                  </a:cubicBezTo>
                  <a:cubicBezTo>
                    <a:pt x="12799" y="16459"/>
                    <a:pt x="11771" y="15181"/>
                    <a:pt x="10744" y="13928"/>
                  </a:cubicBezTo>
                  <a:cubicBezTo>
                    <a:pt x="8939" y="11647"/>
                    <a:pt x="7160" y="9367"/>
                    <a:pt x="5430" y="7061"/>
                  </a:cubicBezTo>
                  <a:cubicBezTo>
                    <a:pt x="3676" y="4755"/>
                    <a:pt x="1997" y="2424"/>
                    <a:pt x="318" y="68"/>
                  </a:cubicBezTo>
                  <a:cubicBezTo>
                    <a:pt x="283" y="20"/>
                    <a:pt x="242" y="1"/>
                    <a:pt x="2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24"/>
            <p:cNvSpPr/>
            <p:nvPr/>
          </p:nvSpPr>
          <p:spPr>
            <a:xfrm>
              <a:off x="747814" y="3407419"/>
              <a:ext cx="137587" cy="181774"/>
            </a:xfrm>
            <a:custGeom>
              <a:rect b="b" l="l" r="r" t="t"/>
              <a:pathLst>
                <a:path extrusionOk="0" h="9947" w="7529">
                  <a:moveTo>
                    <a:pt x="235" y="0"/>
                  </a:moveTo>
                  <a:cubicBezTo>
                    <a:pt x="118" y="0"/>
                    <a:pt x="0" y="141"/>
                    <a:pt x="94" y="254"/>
                  </a:cubicBezTo>
                  <a:cubicBezTo>
                    <a:pt x="595" y="981"/>
                    <a:pt x="1097" y="1708"/>
                    <a:pt x="1623" y="2435"/>
                  </a:cubicBezTo>
                  <a:cubicBezTo>
                    <a:pt x="3427" y="4966"/>
                    <a:pt x="5282" y="7447"/>
                    <a:pt x="7212" y="9878"/>
                  </a:cubicBezTo>
                  <a:cubicBezTo>
                    <a:pt x="7246" y="9926"/>
                    <a:pt x="7288" y="9946"/>
                    <a:pt x="7328" y="9946"/>
                  </a:cubicBezTo>
                  <a:cubicBezTo>
                    <a:pt x="7434" y="9946"/>
                    <a:pt x="7529" y="9805"/>
                    <a:pt x="7437" y="9678"/>
                  </a:cubicBezTo>
                  <a:cubicBezTo>
                    <a:pt x="6911" y="9001"/>
                    <a:pt x="6360" y="8299"/>
                    <a:pt x="5808" y="7598"/>
                  </a:cubicBezTo>
                  <a:cubicBezTo>
                    <a:pt x="3929" y="5116"/>
                    <a:pt x="2099" y="2610"/>
                    <a:pt x="345" y="54"/>
                  </a:cubicBezTo>
                  <a:cubicBezTo>
                    <a:pt x="313" y="16"/>
                    <a:pt x="274" y="0"/>
                    <a:pt x="2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24"/>
            <p:cNvSpPr/>
            <p:nvPr/>
          </p:nvSpPr>
          <p:spPr>
            <a:xfrm>
              <a:off x="996837" y="3764949"/>
              <a:ext cx="2328979" cy="529240"/>
            </a:xfrm>
            <a:custGeom>
              <a:rect b="b" l="l" r="r" t="t"/>
              <a:pathLst>
                <a:path extrusionOk="0" h="28961" w="127446">
                  <a:moveTo>
                    <a:pt x="1" y="0"/>
                  </a:moveTo>
                  <a:lnTo>
                    <a:pt x="1" y="602"/>
                  </a:lnTo>
                  <a:cubicBezTo>
                    <a:pt x="9750" y="11203"/>
                    <a:pt x="21881" y="19649"/>
                    <a:pt x="35490" y="24461"/>
                  </a:cubicBezTo>
                  <a:cubicBezTo>
                    <a:pt x="39725" y="25965"/>
                    <a:pt x="44061" y="27118"/>
                    <a:pt x="48472" y="27870"/>
                  </a:cubicBezTo>
                  <a:cubicBezTo>
                    <a:pt x="52821" y="28606"/>
                    <a:pt x="57205" y="28961"/>
                    <a:pt x="61583" y="28961"/>
                  </a:cubicBezTo>
                  <a:cubicBezTo>
                    <a:pt x="75095" y="28961"/>
                    <a:pt x="88544" y="25581"/>
                    <a:pt x="100678" y="19599"/>
                  </a:cubicBezTo>
                  <a:cubicBezTo>
                    <a:pt x="110628" y="14687"/>
                    <a:pt x="119751" y="8020"/>
                    <a:pt x="127445" y="0"/>
                  </a:cubicBezTo>
                  <a:close/>
                </a:path>
              </a:pathLst>
            </a:cu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24"/>
            <p:cNvSpPr/>
            <p:nvPr/>
          </p:nvSpPr>
          <p:spPr>
            <a:xfrm>
              <a:off x="519148" y="1087523"/>
              <a:ext cx="3267416" cy="3211478"/>
            </a:xfrm>
            <a:custGeom>
              <a:rect b="b" l="l" r="r" t="t"/>
              <a:pathLst>
                <a:path extrusionOk="0" h="175738" w="178799">
                  <a:moveTo>
                    <a:pt x="90432" y="346"/>
                  </a:moveTo>
                  <a:cubicBezTo>
                    <a:pt x="93849" y="346"/>
                    <a:pt x="97271" y="572"/>
                    <a:pt x="100678" y="1037"/>
                  </a:cubicBezTo>
                  <a:cubicBezTo>
                    <a:pt x="109400" y="2240"/>
                    <a:pt x="117846" y="4571"/>
                    <a:pt x="125791" y="8406"/>
                  </a:cubicBezTo>
                  <a:cubicBezTo>
                    <a:pt x="133585" y="12165"/>
                    <a:pt x="140753" y="17177"/>
                    <a:pt x="147094" y="23067"/>
                  </a:cubicBezTo>
                  <a:cubicBezTo>
                    <a:pt x="159776" y="34947"/>
                    <a:pt x="169149" y="50411"/>
                    <a:pt x="173711" y="67178"/>
                  </a:cubicBezTo>
                  <a:cubicBezTo>
                    <a:pt x="178347" y="84070"/>
                    <a:pt x="177846" y="102165"/>
                    <a:pt x="171380" y="118531"/>
                  </a:cubicBezTo>
                  <a:cubicBezTo>
                    <a:pt x="164813" y="135223"/>
                    <a:pt x="152658" y="149459"/>
                    <a:pt x="137846" y="159459"/>
                  </a:cubicBezTo>
                  <a:cubicBezTo>
                    <a:pt x="123184" y="169384"/>
                    <a:pt x="105665" y="175324"/>
                    <a:pt x="87896" y="175349"/>
                  </a:cubicBezTo>
                  <a:cubicBezTo>
                    <a:pt x="83485" y="175349"/>
                    <a:pt x="79074" y="174973"/>
                    <a:pt x="74738" y="174246"/>
                  </a:cubicBezTo>
                  <a:cubicBezTo>
                    <a:pt x="74736" y="174246"/>
                    <a:pt x="74734" y="174245"/>
                    <a:pt x="74733" y="174245"/>
                  </a:cubicBezTo>
                  <a:lnTo>
                    <a:pt x="74733" y="174245"/>
                  </a:lnTo>
                  <a:cubicBezTo>
                    <a:pt x="56840" y="171161"/>
                    <a:pt x="40526" y="161763"/>
                    <a:pt x="27996" y="148732"/>
                  </a:cubicBezTo>
                  <a:cubicBezTo>
                    <a:pt x="15464" y="135724"/>
                    <a:pt x="6542" y="119058"/>
                    <a:pt x="3284" y="101263"/>
                  </a:cubicBezTo>
                  <a:cubicBezTo>
                    <a:pt x="0" y="83343"/>
                    <a:pt x="3033" y="64947"/>
                    <a:pt x="11630" y="48907"/>
                  </a:cubicBezTo>
                  <a:cubicBezTo>
                    <a:pt x="20101" y="33117"/>
                    <a:pt x="33384" y="19985"/>
                    <a:pt x="49048" y="11363"/>
                  </a:cubicBezTo>
                  <a:cubicBezTo>
                    <a:pt x="61673" y="4372"/>
                    <a:pt x="76002" y="346"/>
                    <a:pt x="90432" y="346"/>
                  </a:cubicBezTo>
                  <a:close/>
                  <a:moveTo>
                    <a:pt x="90506" y="1"/>
                  </a:moveTo>
                  <a:cubicBezTo>
                    <a:pt x="80376" y="1"/>
                    <a:pt x="70268" y="1850"/>
                    <a:pt x="60677" y="5498"/>
                  </a:cubicBezTo>
                  <a:cubicBezTo>
                    <a:pt x="43835" y="11889"/>
                    <a:pt x="28923" y="23293"/>
                    <a:pt x="18221" y="37754"/>
                  </a:cubicBezTo>
                  <a:cubicBezTo>
                    <a:pt x="7469" y="52240"/>
                    <a:pt x="1229" y="69885"/>
                    <a:pt x="1529" y="88005"/>
                  </a:cubicBezTo>
                  <a:cubicBezTo>
                    <a:pt x="1855" y="106276"/>
                    <a:pt x="8472" y="124171"/>
                    <a:pt x="19199" y="138882"/>
                  </a:cubicBezTo>
                  <a:cubicBezTo>
                    <a:pt x="29800" y="153469"/>
                    <a:pt x="44562" y="165198"/>
                    <a:pt x="61630" y="171238"/>
                  </a:cubicBezTo>
                  <a:cubicBezTo>
                    <a:pt x="65865" y="172742"/>
                    <a:pt x="70201" y="173895"/>
                    <a:pt x="74612" y="174647"/>
                  </a:cubicBezTo>
                  <a:cubicBezTo>
                    <a:pt x="74612" y="174647"/>
                    <a:pt x="74612" y="174647"/>
                    <a:pt x="74612" y="174647"/>
                  </a:cubicBezTo>
                  <a:lnTo>
                    <a:pt x="74612" y="174647"/>
                  </a:lnTo>
                  <a:cubicBezTo>
                    <a:pt x="74615" y="174647"/>
                    <a:pt x="74617" y="174648"/>
                    <a:pt x="74619" y="174648"/>
                  </a:cubicBezTo>
                  <a:lnTo>
                    <a:pt x="74619" y="174648"/>
                  </a:lnTo>
                  <a:cubicBezTo>
                    <a:pt x="78965" y="175383"/>
                    <a:pt x="83347" y="175738"/>
                    <a:pt x="87723" y="175738"/>
                  </a:cubicBezTo>
                  <a:cubicBezTo>
                    <a:pt x="101235" y="175738"/>
                    <a:pt x="114684" y="172358"/>
                    <a:pt x="126818" y="166376"/>
                  </a:cubicBezTo>
                  <a:cubicBezTo>
                    <a:pt x="142883" y="158431"/>
                    <a:pt x="156793" y="145950"/>
                    <a:pt x="165966" y="130536"/>
                  </a:cubicBezTo>
                  <a:cubicBezTo>
                    <a:pt x="175089" y="115123"/>
                    <a:pt x="178798" y="97203"/>
                    <a:pt x="176593" y="79459"/>
                  </a:cubicBezTo>
                  <a:cubicBezTo>
                    <a:pt x="174437" y="62190"/>
                    <a:pt x="167094" y="45699"/>
                    <a:pt x="156167" y="32215"/>
                  </a:cubicBezTo>
                  <a:cubicBezTo>
                    <a:pt x="145164" y="18631"/>
                    <a:pt x="130277" y="8055"/>
                    <a:pt x="113385" y="3218"/>
                  </a:cubicBezTo>
                  <a:cubicBezTo>
                    <a:pt x="105891" y="1066"/>
                    <a:pt x="98193" y="1"/>
                    <a:pt x="905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40" name="Google Shape;2240;p24"/>
            <p:cNvGrpSpPr/>
            <p:nvPr/>
          </p:nvGrpSpPr>
          <p:grpSpPr>
            <a:xfrm rot="2163993">
              <a:off x="1978074" y="721200"/>
              <a:ext cx="865783" cy="762284"/>
              <a:chOff x="5411513" y="965725"/>
              <a:chExt cx="908615" cy="799996"/>
            </a:xfrm>
          </p:grpSpPr>
          <p:grpSp>
            <p:nvGrpSpPr>
              <p:cNvPr id="2241" name="Google Shape;2241;p24"/>
              <p:cNvGrpSpPr/>
              <p:nvPr/>
            </p:nvGrpSpPr>
            <p:grpSpPr>
              <a:xfrm>
                <a:off x="5411513" y="965725"/>
                <a:ext cx="908615" cy="799996"/>
                <a:chOff x="1582850" y="576925"/>
                <a:chExt cx="1297650" cy="1142525"/>
              </a:xfrm>
            </p:grpSpPr>
            <p:sp>
              <p:nvSpPr>
                <p:cNvPr id="2242" name="Google Shape;2242;p24"/>
                <p:cNvSpPr/>
                <p:nvPr/>
              </p:nvSpPr>
              <p:spPr>
                <a:xfrm>
                  <a:off x="1582850" y="580825"/>
                  <a:ext cx="1276975" cy="1133500"/>
                </a:xfrm>
                <a:custGeom>
                  <a:rect b="b" l="l" r="r" t="t"/>
                  <a:pathLst>
                    <a:path extrusionOk="0" h="45340" w="51079">
                      <a:moveTo>
                        <a:pt x="39045" y="0"/>
                      </a:moveTo>
                      <a:cubicBezTo>
                        <a:pt x="36843" y="0"/>
                        <a:pt x="34665" y="720"/>
                        <a:pt x="32883" y="2207"/>
                      </a:cubicBezTo>
                      <a:lnTo>
                        <a:pt x="4612" y="25791"/>
                      </a:lnTo>
                      <a:cubicBezTo>
                        <a:pt x="376" y="29325"/>
                        <a:pt x="0" y="35841"/>
                        <a:pt x="3735" y="40327"/>
                      </a:cubicBezTo>
                      <a:cubicBezTo>
                        <a:pt x="5908" y="42936"/>
                        <a:pt x="8987" y="44296"/>
                        <a:pt x="12016" y="44296"/>
                      </a:cubicBezTo>
                      <a:cubicBezTo>
                        <a:pt x="14226" y="44296"/>
                        <a:pt x="16409" y="43572"/>
                        <a:pt x="18196" y="42082"/>
                      </a:cubicBezTo>
                      <a:lnTo>
                        <a:pt x="20552" y="40127"/>
                      </a:lnTo>
                      <a:lnTo>
                        <a:pt x="29374" y="45340"/>
                      </a:lnTo>
                      <a:cubicBezTo>
                        <a:pt x="28246" y="41982"/>
                        <a:pt x="27319" y="38548"/>
                        <a:pt x="26567" y="35114"/>
                      </a:cubicBezTo>
                      <a:lnTo>
                        <a:pt x="46467" y="18498"/>
                      </a:lnTo>
                      <a:cubicBezTo>
                        <a:pt x="50702" y="14989"/>
                        <a:pt x="51078" y="8473"/>
                        <a:pt x="47319" y="3961"/>
                      </a:cubicBezTo>
                      <a:cubicBezTo>
                        <a:pt x="45156" y="1363"/>
                        <a:pt x="42077" y="0"/>
                        <a:pt x="390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24"/>
                <p:cNvSpPr/>
                <p:nvPr/>
              </p:nvSpPr>
              <p:spPr>
                <a:xfrm>
                  <a:off x="1600400" y="576925"/>
                  <a:ext cx="1280100" cy="1142525"/>
                </a:xfrm>
                <a:custGeom>
                  <a:rect b="b" l="l" r="r" t="t"/>
                  <a:pathLst>
                    <a:path extrusionOk="0" h="45701" w="51204">
                      <a:moveTo>
                        <a:pt x="19775" y="40483"/>
                      </a:moveTo>
                      <a:cubicBezTo>
                        <a:pt x="19780" y="40486"/>
                        <a:pt x="19785" y="40488"/>
                        <a:pt x="19790" y="40491"/>
                      </a:cubicBezTo>
                      <a:lnTo>
                        <a:pt x="19790" y="40491"/>
                      </a:lnTo>
                      <a:cubicBezTo>
                        <a:pt x="19785" y="40489"/>
                        <a:pt x="19780" y="40486"/>
                        <a:pt x="19775" y="40483"/>
                      </a:cubicBezTo>
                      <a:close/>
                      <a:moveTo>
                        <a:pt x="19927" y="40505"/>
                      </a:moveTo>
                      <a:cubicBezTo>
                        <a:pt x="19932" y="40505"/>
                        <a:pt x="19924" y="40511"/>
                        <a:pt x="19904" y="40513"/>
                      </a:cubicBezTo>
                      <a:lnTo>
                        <a:pt x="19904" y="40513"/>
                      </a:lnTo>
                      <a:cubicBezTo>
                        <a:pt x="19916" y="40507"/>
                        <a:pt x="19924" y="40505"/>
                        <a:pt x="19927" y="40505"/>
                      </a:cubicBezTo>
                      <a:close/>
                      <a:moveTo>
                        <a:pt x="38333" y="373"/>
                      </a:moveTo>
                      <a:cubicBezTo>
                        <a:pt x="44871" y="373"/>
                        <a:pt x="50220" y="6880"/>
                        <a:pt x="48747" y="13365"/>
                      </a:cubicBezTo>
                      <a:cubicBezTo>
                        <a:pt x="47970" y="16799"/>
                        <a:pt x="45414" y="18679"/>
                        <a:pt x="42883" y="20784"/>
                      </a:cubicBezTo>
                      <a:lnTo>
                        <a:pt x="26115" y="34769"/>
                      </a:lnTo>
                      <a:cubicBezTo>
                        <a:pt x="25990" y="34894"/>
                        <a:pt x="25840" y="35020"/>
                        <a:pt x="25714" y="35120"/>
                      </a:cubicBezTo>
                      <a:cubicBezTo>
                        <a:pt x="25639" y="35170"/>
                        <a:pt x="25639" y="35270"/>
                        <a:pt x="25639" y="35320"/>
                      </a:cubicBezTo>
                      <a:cubicBezTo>
                        <a:pt x="26375" y="38596"/>
                        <a:pt x="27246" y="41826"/>
                        <a:pt x="28294" y="45012"/>
                      </a:cubicBezTo>
                      <a:lnTo>
                        <a:pt x="28294" y="45012"/>
                      </a:lnTo>
                      <a:lnTo>
                        <a:pt x="19975" y="40082"/>
                      </a:lnTo>
                      <a:cubicBezTo>
                        <a:pt x="19940" y="40065"/>
                        <a:pt x="19904" y="40056"/>
                        <a:pt x="19870" y="40056"/>
                      </a:cubicBezTo>
                      <a:cubicBezTo>
                        <a:pt x="19807" y="40056"/>
                        <a:pt x="19748" y="40084"/>
                        <a:pt x="19699" y="40133"/>
                      </a:cubicBezTo>
                      <a:cubicBezTo>
                        <a:pt x="18922" y="40784"/>
                        <a:pt x="18120" y="41436"/>
                        <a:pt x="17344" y="42087"/>
                      </a:cubicBezTo>
                      <a:cubicBezTo>
                        <a:pt x="15547" y="43545"/>
                        <a:pt x="13475" y="44198"/>
                        <a:pt x="11416" y="44198"/>
                      </a:cubicBezTo>
                      <a:cubicBezTo>
                        <a:pt x="6928" y="44198"/>
                        <a:pt x="2502" y="41095"/>
                        <a:pt x="1128" y="36473"/>
                      </a:cubicBezTo>
                      <a:cubicBezTo>
                        <a:pt x="150" y="33265"/>
                        <a:pt x="777" y="29656"/>
                        <a:pt x="3008" y="27125"/>
                      </a:cubicBezTo>
                      <a:cubicBezTo>
                        <a:pt x="3559" y="26473"/>
                        <a:pt x="4236" y="25947"/>
                        <a:pt x="4862" y="25421"/>
                      </a:cubicBezTo>
                      <a:cubicBezTo>
                        <a:pt x="10476" y="20734"/>
                        <a:pt x="16065" y="16072"/>
                        <a:pt x="21679" y="11385"/>
                      </a:cubicBezTo>
                      <a:cubicBezTo>
                        <a:pt x="24436" y="9080"/>
                        <a:pt x="27218" y="6774"/>
                        <a:pt x="29975" y="4468"/>
                      </a:cubicBezTo>
                      <a:cubicBezTo>
                        <a:pt x="32181" y="2639"/>
                        <a:pt x="34211" y="759"/>
                        <a:pt x="37243" y="433"/>
                      </a:cubicBezTo>
                      <a:cubicBezTo>
                        <a:pt x="37610" y="392"/>
                        <a:pt x="37973" y="373"/>
                        <a:pt x="38333" y="373"/>
                      </a:cubicBezTo>
                      <a:close/>
                      <a:moveTo>
                        <a:pt x="38491" y="0"/>
                      </a:moveTo>
                      <a:cubicBezTo>
                        <a:pt x="36070" y="0"/>
                        <a:pt x="33661" y="850"/>
                        <a:pt x="31654" y="2513"/>
                      </a:cubicBezTo>
                      <a:cubicBezTo>
                        <a:pt x="29298" y="4493"/>
                        <a:pt x="26943" y="6448"/>
                        <a:pt x="24612" y="8403"/>
                      </a:cubicBezTo>
                      <a:cubicBezTo>
                        <a:pt x="18095" y="13842"/>
                        <a:pt x="11579" y="19280"/>
                        <a:pt x="5063" y="24694"/>
                      </a:cubicBezTo>
                      <a:cubicBezTo>
                        <a:pt x="4561" y="25145"/>
                        <a:pt x="4035" y="25546"/>
                        <a:pt x="3534" y="25997"/>
                      </a:cubicBezTo>
                      <a:cubicBezTo>
                        <a:pt x="1153" y="28102"/>
                        <a:pt x="0" y="31285"/>
                        <a:pt x="301" y="34418"/>
                      </a:cubicBezTo>
                      <a:cubicBezTo>
                        <a:pt x="806" y="40067"/>
                        <a:pt x="5784" y="44675"/>
                        <a:pt x="11346" y="44675"/>
                      </a:cubicBezTo>
                      <a:cubicBezTo>
                        <a:pt x="12126" y="44675"/>
                        <a:pt x="12917" y="44584"/>
                        <a:pt x="13709" y="44393"/>
                      </a:cubicBezTo>
                      <a:cubicBezTo>
                        <a:pt x="15158" y="44043"/>
                        <a:pt x="16483" y="43345"/>
                        <a:pt x="17633" y="42397"/>
                      </a:cubicBezTo>
                      <a:lnTo>
                        <a:pt x="17633" y="42397"/>
                      </a:lnTo>
                      <a:cubicBezTo>
                        <a:pt x="17637" y="42394"/>
                        <a:pt x="17641" y="42391"/>
                        <a:pt x="17644" y="42388"/>
                      </a:cubicBezTo>
                      <a:lnTo>
                        <a:pt x="17644" y="42388"/>
                      </a:lnTo>
                      <a:cubicBezTo>
                        <a:pt x="17644" y="42388"/>
                        <a:pt x="17644" y="42388"/>
                        <a:pt x="17644" y="42388"/>
                      </a:cubicBezTo>
                      <a:cubicBezTo>
                        <a:pt x="17658" y="42379"/>
                        <a:pt x="17669" y="42369"/>
                        <a:pt x="17679" y="42359"/>
                      </a:cubicBezTo>
                      <a:lnTo>
                        <a:pt x="17679" y="42359"/>
                      </a:lnTo>
                      <a:cubicBezTo>
                        <a:pt x="18094" y="42019"/>
                        <a:pt x="18507" y="41702"/>
                        <a:pt x="18897" y="41361"/>
                      </a:cubicBezTo>
                      <a:cubicBezTo>
                        <a:pt x="19173" y="41135"/>
                        <a:pt x="19474" y="40909"/>
                        <a:pt x="19724" y="40659"/>
                      </a:cubicBezTo>
                      <a:cubicBezTo>
                        <a:pt x="19791" y="40592"/>
                        <a:pt x="19841" y="40553"/>
                        <a:pt x="19874" y="40531"/>
                      </a:cubicBezTo>
                      <a:lnTo>
                        <a:pt x="19874" y="40531"/>
                      </a:lnTo>
                      <a:cubicBezTo>
                        <a:pt x="20689" y="40929"/>
                        <a:pt x="21461" y="41479"/>
                        <a:pt x="22256" y="41937"/>
                      </a:cubicBezTo>
                      <a:lnTo>
                        <a:pt x="28572" y="45671"/>
                      </a:lnTo>
                      <a:cubicBezTo>
                        <a:pt x="28602" y="45692"/>
                        <a:pt x="28635" y="45701"/>
                        <a:pt x="28667" y="45701"/>
                      </a:cubicBezTo>
                      <a:cubicBezTo>
                        <a:pt x="28793" y="45701"/>
                        <a:pt x="28912" y="45561"/>
                        <a:pt x="28872" y="45421"/>
                      </a:cubicBezTo>
                      <a:cubicBezTo>
                        <a:pt x="28095" y="43115"/>
                        <a:pt x="27419" y="40759"/>
                        <a:pt x="26817" y="38378"/>
                      </a:cubicBezTo>
                      <a:cubicBezTo>
                        <a:pt x="26667" y="37852"/>
                        <a:pt x="26542" y="37325"/>
                        <a:pt x="26416" y="36799"/>
                      </a:cubicBezTo>
                      <a:cubicBezTo>
                        <a:pt x="26391" y="36624"/>
                        <a:pt x="25990" y="35496"/>
                        <a:pt x="26015" y="35421"/>
                      </a:cubicBezTo>
                      <a:cubicBezTo>
                        <a:pt x="26040" y="35371"/>
                        <a:pt x="26166" y="35320"/>
                        <a:pt x="26216" y="35270"/>
                      </a:cubicBezTo>
                      <a:cubicBezTo>
                        <a:pt x="26441" y="34919"/>
                        <a:pt x="26943" y="34644"/>
                        <a:pt x="27243" y="34393"/>
                      </a:cubicBezTo>
                      <a:lnTo>
                        <a:pt x="29023" y="32914"/>
                      </a:lnTo>
                      <a:cubicBezTo>
                        <a:pt x="32557" y="29957"/>
                        <a:pt x="36090" y="27000"/>
                        <a:pt x="39649" y="24042"/>
                      </a:cubicBezTo>
                      <a:cubicBezTo>
                        <a:pt x="41805" y="22238"/>
                        <a:pt x="44035" y="20508"/>
                        <a:pt x="46141" y="18629"/>
                      </a:cubicBezTo>
                      <a:cubicBezTo>
                        <a:pt x="51203" y="14092"/>
                        <a:pt x="50000" y="5947"/>
                        <a:pt x="44762" y="2087"/>
                      </a:cubicBezTo>
                      <a:cubicBezTo>
                        <a:pt x="42852" y="687"/>
                        <a:pt x="40667" y="0"/>
                        <a:pt x="3849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44" name="Google Shape;2244;p24"/>
              <p:cNvSpPr/>
              <p:nvPr/>
            </p:nvSpPr>
            <p:spPr>
              <a:xfrm rot="-2399379">
                <a:off x="5516375" y="1232327"/>
                <a:ext cx="716148" cy="262073"/>
              </a:xfrm>
              <a:prstGeom prst="rect">
                <a:avLst/>
              </a:prstGeom>
            </p:spPr>
            <p:txBody>
              <a:bodyPr>
                <a:prstTxWarp prst="textPlain"/>
              </a:bodyPr>
              <a:lstStyle/>
              <a:p>
                <a:pPr lvl="0" algn="ctr"/>
                <a:r>
                  <a:rPr b="0" i="0">
                    <a:ln>
                      <a:noFill/>
                    </a:ln>
                    <a:solidFill>
                      <a:schemeClr val="lt2"/>
                    </a:solidFill>
                    <a:latin typeface="Oswald"/>
                  </a:rPr>
                  <a:t>@#&amp;!*</a:t>
                </a:r>
              </a:p>
            </p:txBody>
          </p:sp>
        </p:grpSp>
        <p:grpSp>
          <p:nvGrpSpPr>
            <p:cNvPr id="2245" name="Google Shape;2245;p24"/>
            <p:cNvGrpSpPr/>
            <p:nvPr/>
          </p:nvGrpSpPr>
          <p:grpSpPr>
            <a:xfrm rot="-2964214">
              <a:off x="1311601" y="3742903"/>
              <a:ext cx="209562" cy="242439"/>
              <a:chOff x="2349925" y="2883400"/>
              <a:chExt cx="286675" cy="331650"/>
            </a:xfrm>
          </p:grpSpPr>
          <p:sp>
            <p:nvSpPr>
              <p:cNvPr id="2246" name="Google Shape;2246;p24"/>
              <p:cNvSpPr/>
              <p:nvPr/>
            </p:nvSpPr>
            <p:spPr>
              <a:xfrm>
                <a:off x="2351175" y="2976150"/>
                <a:ext cx="169675" cy="209450"/>
              </a:xfrm>
              <a:custGeom>
                <a:rect b="b" l="l" r="r" t="t"/>
                <a:pathLst>
                  <a:path extrusionOk="0" h="8378" w="6787">
                    <a:moveTo>
                      <a:pt x="225" y="0"/>
                    </a:moveTo>
                    <a:cubicBezTo>
                      <a:pt x="104" y="0"/>
                      <a:pt x="1" y="141"/>
                      <a:pt x="95" y="254"/>
                    </a:cubicBezTo>
                    <a:cubicBezTo>
                      <a:pt x="596" y="805"/>
                      <a:pt x="1097" y="1382"/>
                      <a:pt x="1598" y="1958"/>
                    </a:cubicBezTo>
                    <a:cubicBezTo>
                      <a:pt x="3328" y="3988"/>
                      <a:pt x="4957" y="6119"/>
                      <a:pt x="6460" y="8324"/>
                    </a:cubicBezTo>
                    <a:cubicBezTo>
                      <a:pt x="6492" y="8362"/>
                      <a:pt x="6529" y="8378"/>
                      <a:pt x="6567" y="8378"/>
                    </a:cubicBezTo>
                    <a:cubicBezTo>
                      <a:pt x="6678" y="8378"/>
                      <a:pt x="6786" y="8237"/>
                      <a:pt x="6711" y="8124"/>
                    </a:cubicBezTo>
                    <a:cubicBezTo>
                      <a:pt x="6285" y="7497"/>
                      <a:pt x="5834" y="6871"/>
                      <a:pt x="5383" y="6244"/>
                    </a:cubicBezTo>
                    <a:cubicBezTo>
                      <a:pt x="3829" y="4089"/>
                      <a:pt x="2125" y="2033"/>
                      <a:pt x="345" y="54"/>
                    </a:cubicBezTo>
                    <a:cubicBezTo>
                      <a:pt x="308" y="16"/>
                      <a:pt x="265" y="0"/>
                      <a:pt x="2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24"/>
              <p:cNvSpPr/>
              <p:nvPr/>
            </p:nvSpPr>
            <p:spPr>
              <a:xfrm>
                <a:off x="2350125" y="3050350"/>
                <a:ext cx="75875" cy="115350"/>
              </a:xfrm>
              <a:custGeom>
                <a:rect b="b" l="l" r="r" t="t"/>
                <a:pathLst>
                  <a:path extrusionOk="0" h="4614" w="3035">
                    <a:moveTo>
                      <a:pt x="228" y="1"/>
                    </a:moveTo>
                    <a:cubicBezTo>
                      <a:pt x="115" y="1"/>
                      <a:pt x="0" y="98"/>
                      <a:pt x="86" y="218"/>
                    </a:cubicBezTo>
                    <a:cubicBezTo>
                      <a:pt x="964" y="1622"/>
                      <a:pt x="1841" y="3076"/>
                      <a:pt x="2668" y="4529"/>
                    </a:cubicBezTo>
                    <a:cubicBezTo>
                      <a:pt x="2702" y="4589"/>
                      <a:pt x="2759" y="4614"/>
                      <a:pt x="2816" y="4614"/>
                    </a:cubicBezTo>
                    <a:cubicBezTo>
                      <a:pt x="2926" y="4614"/>
                      <a:pt x="3035" y="4520"/>
                      <a:pt x="2969" y="4404"/>
                    </a:cubicBezTo>
                    <a:cubicBezTo>
                      <a:pt x="2117" y="2950"/>
                      <a:pt x="1264" y="1497"/>
                      <a:pt x="362" y="68"/>
                    </a:cubicBezTo>
                    <a:cubicBezTo>
                      <a:pt x="331" y="21"/>
                      <a:pt x="280" y="1"/>
                      <a:pt x="2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24"/>
              <p:cNvSpPr/>
              <p:nvPr/>
            </p:nvSpPr>
            <p:spPr>
              <a:xfrm>
                <a:off x="2349925" y="2883400"/>
                <a:ext cx="286675" cy="331650"/>
              </a:xfrm>
              <a:custGeom>
                <a:rect b="b" l="l" r="r" t="t"/>
                <a:pathLst>
                  <a:path extrusionOk="0" h="13266" w="11467">
                    <a:moveTo>
                      <a:pt x="235" y="1"/>
                    </a:moveTo>
                    <a:cubicBezTo>
                      <a:pt x="118" y="1"/>
                      <a:pt x="0" y="142"/>
                      <a:pt x="94" y="255"/>
                    </a:cubicBezTo>
                    <a:cubicBezTo>
                      <a:pt x="896" y="1232"/>
                      <a:pt x="1724" y="2185"/>
                      <a:pt x="2526" y="3162"/>
                    </a:cubicBezTo>
                    <a:cubicBezTo>
                      <a:pt x="5358" y="6520"/>
                      <a:pt x="8240" y="9879"/>
                      <a:pt x="11122" y="13212"/>
                    </a:cubicBezTo>
                    <a:cubicBezTo>
                      <a:pt x="11160" y="13250"/>
                      <a:pt x="11202" y="13265"/>
                      <a:pt x="11242" y="13265"/>
                    </a:cubicBezTo>
                    <a:cubicBezTo>
                      <a:pt x="11363" y="13265"/>
                      <a:pt x="11467" y="13124"/>
                      <a:pt x="11373" y="13012"/>
                    </a:cubicBezTo>
                    <a:cubicBezTo>
                      <a:pt x="10546" y="12059"/>
                      <a:pt x="9719" y="11107"/>
                      <a:pt x="8891" y="10155"/>
                    </a:cubicBezTo>
                    <a:cubicBezTo>
                      <a:pt x="6009" y="6821"/>
                      <a:pt x="3177" y="3463"/>
                      <a:pt x="345" y="54"/>
                    </a:cubicBezTo>
                    <a:cubicBezTo>
                      <a:pt x="314" y="17"/>
                      <a:pt x="275" y="1"/>
                      <a:pt x="2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9" name="Google Shape;2249;p24"/>
            <p:cNvGrpSpPr/>
            <p:nvPr/>
          </p:nvGrpSpPr>
          <p:grpSpPr>
            <a:xfrm rot="-2840096">
              <a:off x="1857435" y="3877888"/>
              <a:ext cx="25658" cy="17764"/>
              <a:chOff x="2878600" y="4009825"/>
              <a:chExt cx="35100" cy="24300"/>
            </a:xfrm>
          </p:grpSpPr>
          <p:sp>
            <p:nvSpPr>
              <p:cNvPr id="2250" name="Google Shape;2250;p24"/>
              <p:cNvSpPr/>
              <p:nvPr/>
            </p:nvSpPr>
            <p:spPr>
              <a:xfrm>
                <a:off x="2878600" y="4009825"/>
                <a:ext cx="16300" cy="24075"/>
              </a:xfrm>
              <a:custGeom>
                <a:rect b="b" l="l" r="r" t="t"/>
                <a:pathLst>
                  <a:path extrusionOk="0" h="963" w="652">
                    <a:moveTo>
                      <a:pt x="164" y="1"/>
                    </a:moveTo>
                    <a:cubicBezTo>
                      <a:pt x="141" y="1"/>
                      <a:pt x="119" y="4"/>
                      <a:pt x="100" y="10"/>
                    </a:cubicBezTo>
                    <a:cubicBezTo>
                      <a:pt x="25" y="60"/>
                      <a:pt x="0" y="160"/>
                      <a:pt x="25" y="236"/>
                    </a:cubicBezTo>
                    <a:cubicBezTo>
                      <a:pt x="125" y="461"/>
                      <a:pt x="226" y="662"/>
                      <a:pt x="351" y="887"/>
                    </a:cubicBezTo>
                    <a:cubicBezTo>
                      <a:pt x="376" y="912"/>
                      <a:pt x="401" y="937"/>
                      <a:pt x="426" y="962"/>
                    </a:cubicBezTo>
                    <a:lnTo>
                      <a:pt x="552" y="962"/>
                    </a:lnTo>
                    <a:cubicBezTo>
                      <a:pt x="577" y="937"/>
                      <a:pt x="627" y="887"/>
                      <a:pt x="627" y="862"/>
                    </a:cubicBezTo>
                    <a:cubicBezTo>
                      <a:pt x="652" y="837"/>
                      <a:pt x="652" y="787"/>
                      <a:pt x="627" y="737"/>
                    </a:cubicBezTo>
                    <a:cubicBezTo>
                      <a:pt x="501" y="536"/>
                      <a:pt x="401" y="336"/>
                      <a:pt x="326" y="85"/>
                    </a:cubicBezTo>
                    <a:cubicBezTo>
                      <a:pt x="307" y="29"/>
                      <a:pt x="232" y="1"/>
                      <a:pt x="1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24"/>
              <p:cNvSpPr/>
              <p:nvPr/>
            </p:nvSpPr>
            <p:spPr>
              <a:xfrm>
                <a:off x="2894250" y="4009825"/>
                <a:ext cx="19450" cy="24300"/>
              </a:xfrm>
              <a:custGeom>
                <a:rect b="b" l="l" r="r" t="t"/>
                <a:pathLst>
                  <a:path extrusionOk="0" h="972" w="778">
                    <a:moveTo>
                      <a:pt x="175" y="0"/>
                    </a:moveTo>
                    <a:cubicBezTo>
                      <a:pt x="144" y="0"/>
                      <a:pt x="110" y="13"/>
                      <a:pt x="76" y="35"/>
                    </a:cubicBezTo>
                    <a:cubicBezTo>
                      <a:pt x="1" y="85"/>
                      <a:pt x="1" y="185"/>
                      <a:pt x="51" y="261"/>
                    </a:cubicBezTo>
                    <a:cubicBezTo>
                      <a:pt x="151" y="336"/>
                      <a:pt x="226" y="436"/>
                      <a:pt x="301" y="561"/>
                    </a:cubicBezTo>
                    <a:cubicBezTo>
                      <a:pt x="301" y="561"/>
                      <a:pt x="301" y="586"/>
                      <a:pt x="327" y="586"/>
                    </a:cubicBezTo>
                    <a:cubicBezTo>
                      <a:pt x="327" y="586"/>
                      <a:pt x="327" y="612"/>
                      <a:pt x="352" y="612"/>
                    </a:cubicBezTo>
                    <a:cubicBezTo>
                      <a:pt x="352" y="662"/>
                      <a:pt x="377" y="687"/>
                      <a:pt x="377" y="712"/>
                    </a:cubicBezTo>
                    <a:cubicBezTo>
                      <a:pt x="402" y="762"/>
                      <a:pt x="452" y="837"/>
                      <a:pt x="452" y="887"/>
                    </a:cubicBezTo>
                    <a:cubicBezTo>
                      <a:pt x="489" y="944"/>
                      <a:pt x="555" y="972"/>
                      <a:pt x="618" y="972"/>
                    </a:cubicBezTo>
                    <a:cubicBezTo>
                      <a:pt x="638" y="972"/>
                      <a:pt x="659" y="969"/>
                      <a:pt x="677" y="962"/>
                    </a:cubicBezTo>
                    <a:cubicBezTo>
                      <a:pt x="753" y="937"/>
                      <a:pt x="778" y="837"/>
                      <a:pt x="753" y="762"/>
                    </a:cubicBezTo>
                    <a:cubicBezTo>
                      <a:pt x="652" y="486"/>
                      <a:pt x="502" y="236"/>
                      <a:pt x="276" y="60"/>
                    </a:cubicBezTo>
                    <a:cubicBezTo>
                      <a:pt x="249" y="19"/>
                      <a:pt x="214" y="0"/>
                      <a:pt x="1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52" name="Google Shape;2252;p24"/>
            <p:cNvSpPr/>
            <p:nvPr/>
          </p:nvSpPr>
          <p:spPr>
            <a:xfrm rot="-2964214">
              <a:off x="2072587" y="4068509"/>
              <a:ext cx="209562" cy="242439"/>
            </a:xfrm>
            <a:custGeom>
              <a:rect b="b" l="l" r="r" t="t"/>
              <a:pathLst>
                <a:path extrusionOk="0" h="13266" w="11467">
                  <a:moveTo>
                    <a:pt x="235" y="1"/>
                  </a:moveTo>
                  <a:cubicBezTo>
                    <a:pt x="118" y="1"/>
                    <a:pt x="0" y="142"/>
                    <a:pt x="94" y="255"/>
                  </a:cubicBezTo>
                  <a:cubicBezTo>
                    <a:pt x="896" y="1232"/>
                    <a:pt x="1724" y="2185"/>
                    <a:pt x="2526" y="3162"/>
                  </a:cubicBezTo>
                  <a:cubicBezTo>
                    <a:pt x="5358" y="6520"/>
                    <a:pt x="8240" y="9879"/>
                    <a:pt x="11122" y="13212"/>
                  </a:cubicBezTo>
                  <a:cubicBezTo>
                    <a:pt x="11160" y="13250"/>
                    <a:pt x="11202" y="13265"/>
                    <a:pt x="11242" y="13265"/>
                  </a:cubicBezTo>
                  <a:cubicBezTo>
                    <a:pt x="11363" y="13265"/>
                    <a:pt x="11467" y="13124"/>
                    <a:pt x="11373" y="13012"/>
                  </a:cubicBezTo>
                  <a:cubicBezTo>
                    <a:pt x="10546" y="12059"/>
                    <a:pt x="9719" y="11107"/>
                    <a:pt x="8891" y="10155"/>
                  </a:cubicBezTo>
                  <a:cubicBezTo>
                    <a:pt x="6009" y="6821"/>
                    <a:pt x="3177" y="3463"/>
                    <a:pt x="345" y="54"/>
                  </a:cubicBezTo>
                  <a:cubicBezTo>
                    <a:pt x="314" y="17"/>
                    <a:pt x="275" y="1"/>
                    <a:pt x="2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3" name="Google Shape;2253;p24"/>
            <p:cNvGrpSpPr/>
            <p:nvPr/>
          </p:nvGrpSpPr>
          <p:grpSpPr>
            <a:xfrm rot="-2840096">
              <a:off x="2350466" y="4153895"/>
              <a:ext cx="25658" cy="17764"/>
              <a:chOff x="2878600" y="4009825"/>
              <a:chExt cx="35100" cy="24300"/>
            </a:xfrm>
          </p:grpSpPr>
          <p:sp>
            <p:nvSpPr>
              <p:cNvPr id="2254" name="Google Shape;2254;p24"/>
              <p:cNvSpPr/>
              <p:nvPr/>
            </p:nvSpPr>
            <p:spPr>
              <a:xfrm>
                <a:off x="2878600" y="4009825"/>
                <a:ext cx="16300" cy="24075"/>
              </a:xfrm>
              <a:custGeom>
                <a:rect b="b" l="l" r="r" t="t"/>
                <a:pathLst>
                  <a:path extrusionOk="0" h="963" w="652">
                    <a:moveTo>
                      <a:pt x="164" y="1"/>
                    </a:moveTo>
                    <a:cubicBezTo>
                      <a:pt x="141" y="1"/>
                      <a:pt x="119" y="4"/>
                      <a:pt x="100" y="10"/>
                    </a:cubicBezTo>
                    <a:cubicBezTo>
                      <a:pt x="25" y="60"/>
                      <a:pt x="0" y="160"/>
                      <a:pt x="25" y="236"/>
                    </a:cubicBezTo>
                    <a:cubicBezTo>
                      <a:pt x="125" y="461"/>
                      <a:pt x="226" y="662"/>
                      <a:pt x="351" y="887"/>
                    </a:cubicBezTo>
                    <a:cubicBezTo>
                      <a:pt x="376" y="912"/>
                      <a:pt x="401" y="937"/>
                      <a:pt x="426" y="962"/>
                    </a:cubicBezTo>
                    <a:lnTo>
                      <a:pt x="552" y="962"/>
                    </a:lnTo>
                    <a:cubicBezTo>
                      <a:pt x="577" y="937"/>
                      <a:pt x="627" y="887"/>
                      <a:pt x="627" y="862"/>
                    </a:cubicBezTo>
                    <a:cubicBezTo>
                      <a:pt x="652" y="837"/>
                      <a:pt x="652" y="787"/>
                      <a:pt x="627" y="737"/>
                    </a:cubicBezTo>
                    <a:cubicBezTo>
                      <a:pt x="501" y="536"/>
                      <a:pt x="401" y="336"/>
                      <a:pt x="326" y="85"/>
                    </a:cubicBezTo>
                    <a:cubicBezTo>
                      <a:pt x="307" y="29"/>
                      <a:pt x="232" y="1"/>
                      <a:pt x="1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24"/>
              <p:cNvSpPr/>
              <p:nvPr/>
            </p:nvSpPr>
            <p:spPr>
              <a:xfrm>
                <a:off x="2894250" y="4009825"/>
                <a:ext cx="19450" cy="24300"/>
              </a:xfrm>
              <a:custGeom>
                <a:rect b="b" l="l" r="r" t="t"/>
                <a:pathLst>
                  <a:path extrusionOk="0" h="972" w="778">
                    <a:moveTo>
                      <a:pt x="175" y="0"/>
                    </a:moveTo>
                    <a:cubicBezTo>
                      <a:pt x="144" y="0"/>
                      <a:pt x="110" y="13"/>
                      <a:pt x="76" y="35"/>
                    </a:cubicBezTo>
                    <a:cubicBezTo>
                      <a:pt x="1" y="85"/>
                      <a:pt x="1" y="185"/>
                      <a:pt x="51" y="261"/>
                    </a:cubicBezTo>
                    <a:cubicBezTo>
                      <a:pt x="151" y="336"/>
                      <a:pt x="226" y="436"/>
                      <a:pt x="301" y="561"/>
                    </a:cubicBezTo>
                    <a:cubicBezTo>
                      <a:pt x="301" y="561"/>
                      <a:pt x="301" y="586"/>
                      <a:pt x="327" y="586"/>
                    </a:cubicBezTo>
                    <a:cubicBezTo>
                      <a:pt x="327" y="586"/>
                      <a:pt x="327" y="612"/>
                      <a:pt x="352" y="612"/>
                    </a:cubicBezTo>
                    <a:cubicBezTo>
                      <a:pt x="352" y="662"/>
                      <a:pt x="377" y="687"/>
                      <a:pt x="377" y="712"/>
                    </a:cubicBezTo>
                    <a:cubicBezTo>
                      <a:pt x="402" y="762"/>
                      <a:pt x="452" y="837"/>
                      <a:pt x="452" y="887"/>
                    </a:cubicBezTo>
                    <a:cubicBezTo>
                      <a:pt x="489" y="944"/>
                      <a:pt x="555" y="972"/>
                      <a:pt x="618" y="972"/>
                    </a:cubicBezTo>
                    <a:cubicBezTo>
                      <a:pt x="638" y="972"/>
                      <a:pt x="659" y="969"/>
                      <a:pt x="677" y="962"/>
                    </a:cubicBezTo>
                    <a:cubicBezTo>
                      <a:pt x="753" y="937"/>
                      <a:pt x="778" y="837"/>
                      <a:pt x="753" y="762"/>
                    </a:cubicBezTo>
                    <a:cubicBezTo>
                      <a:pt x="652" y="486"/>
                      <a:pt x="502" y="236"/>
                      <a:pt x="276" y="60"/>
                    </a:cubicBezTo>
                    <a:cubicBezTo>
                      <a:pt x="249" y="19"/>
                      <a:pt x="214" y="0"/>
                      <a:pt x="1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6" name="Google Shape;2256;p24"/>
            <p:cNvGrpSpPr/>
            <p:nvPr/>
          </p:nvGrpSpPr>
          <p:grpSpPr>
            <a:xfrm>
              <a:off x="2425005" y="3962111"/>
              <a:ext cx="204014" cy="28965"/>
              <a:chOff x="2271200" y="4131000"/>
              <a:chExt cx="279100" cy="39625"/>
            </a:xfrm>
          </p:grpSpPr>
          <p:sp>
            <p:nvSpPr>
              <p:cNvPr id="2257" name="Google Shape;2257;p24"/>
              <p:cNvSpPr/>
              <p:nvPr/>
            </p:nvSpPr>
            <p:spPr>
              <a:xfrm>
                <a:off x="2346625" y="4131000"/>
                <a:ext cx="43275" cy="10050"/>
              </a:xfrm>
              <a:custGeom>
                <a:rect b="b" l="l" r="r" t="t"/>
                <a:pathLst>
                  <a:path extrusionOk="0" h="402" w="1731">
                    <a:moveTo>
                      <a:pt x="151" y="0"/>
                    </a:moveTo>
                    <a:cubicBezTo>
                      <a:pt x="76" y="0"/>
                      <a:pt x="1" y="75"/>
                      <a:pt x="1" y="151"/>
                    </a:cubicBezTo>
                    <a:cubicBezTo>
                      <a:pt x="1" y="251"/>
                      <a:pt x="76" y="301"/>
                      <a:pt x="151" y="326"/>
                    </a:cubicBezTo>
                    <a:cubicBezTo>
                      <a:pt x="627" y="351"/>
                      <a:pt x="1104" y="376"/>
                      <a:pt x="1580" y="401"/>
                    </a:cubicBezTo>
                    <a:cubicBezTo>
                      <a:pt x="1655" y="401"/>
                      <a:pt x="1730" y="326"/>
                      <a:pt x="1730" y="251"/>
                    </a:cubicBezTo>
                    <a:cubicBezTo>
                      <a:pt x="1730" y="151"/>
                      <a:pt x="1655" y="100"/>
                      <a:pt x="1580" y="100"/>
                    </a:cubicBezTo>
                    <a:cubicBezTo>
                      <a:pt x="1104" y="50"/>
                      <a:pt x="627" y="25"/>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24"/>
              <p:cNvSpPr/>
              <p:nvPr/>
            </p:nvSpPr>
            <p:spPr>
              <a:xfrm>
                <a:off x="2304025" y="4157275"/>
                <a:ext cx="246275" cy="11950"/>
              </a:xfrm>
              <a:custGeom>
                <a:rect b="b" l="l" r="r" t="t"/>
                <a:pathLst>
                  <a:path extrusionOk="0" h="478" w="9851">
                    <a:moveTo>
                      <a:pt x="180" y="0"/>
                    </a:moveTo>
                    <a:cubicBezTo>
                      <a:pt x="1" y="0"/>
                      <a:pt x="8" y="303"/>
                      <a:pt x="201" y="303"/>
                    </a:cubicBezTo>
                    <a:lnTo>
                      <a:pt x="9650" y="478"/>
                    </a:lnTo>
                    <a:cubicBezTo>
                      <a:pt x="9850" y="478"/>
                      <a:pt x="9850" y="177"/>
                      <a:pt x="9650" y="177"/>
                    </a:cubicBezTo>
                    <a:cubicBezTo>
                      <a:pt x="6492" y="102"/>
                      <a:pt x="3334" y="52"/>
                      <a:pt x="201" y="2"/>
                    </a:cubicBezTo>
                    <a:cubicBezTo>
                      <a:pt x="194" y="1"/>
                      <a:pt x="187"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24"/>
              <p:cNvSpPr/>
              <p:nvPr/>
            </p:nvSpPr>
            <p:spPr>
              <a:xfrm>
                <a:off x="2271200" y="4162800"/>
                <a:ext cx="11175" cy="7825"/>
              </a:xfrm>
              <a:custGeom>
                <a:rect b="b" l="l" r="r" t="t"/>
                <a:pathLst>
                  <a:path extrusionOk="0" h="313" w="447">
                    <a:moveTo>
                      <a:pt x="229" y="1"/>
                    </a:moveTo>
                    <a:cubicBezTo>
                      <a:pt x="216" y="1"/>
                      <a:pt x="201" y="3"/>
                      <a:pt x="186" y="6"/>
                    </a:cubicBezTo>
                    <a:cubicBezTo>
                      <a:pt x="1" y="53"/>
                      <a:pt x="72" y="313"/>
                      <a:pt x="222" y="313"/>
                    </a:cubicBezTo>
                    <a:cubicBezTo>
                      <a:pt x="235" y="313"/>
                      <a:pt x="248" y="311"/>
                      <a:pt x="261" y="307"/>
                    </a:cubicBezTo>
                    <a:cubicBezTo>
                      <a:pt x="446" y="261"/>
                      <a:pt x="396" y="1"/>
                      <a:pt x="229"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0" name="Google Shape;2260;p24"/>
            <p:cNvGrpSpPr/>
            <p:nvPr/>
          </p:nvGrpSpPr>
          <p:grpSpPr>
            <a:xfrm>
              <a:off x="1292014" y="3786708"/>
              <a:ext cx="1001265" cy="521867"/>
              <a:chOff x="5727391" y="3005023"/>
              <a:chExt cx="1050755" cy="547661"/>
            </a:xfrm>
          </p:grpSpPr>
          <p:grpSp>
            <p:nvGrpSpPr>
              <p:cNvPr id="2261" name="Google Shape;2261;p24"/>
              <p:cNvGrpSpPr/>
              <p:nvPr/>
            </p:nvGrpSpPr>
            <p:grpSpPr>
              <a:xfrm>
                <a:off x="5727391" y="3005023"/>
                <a:ext cx="1050755" cy="547661"/>
                <a:chOff x="2033975" y="3489375"/>
                <a:chExt cx="1500650" cy="782150"/>
              </a:xfrm>
            </p:grpSpPr>
            <p:sp>
              <p:nvSpPr>
                <p:cNvPr id="2262" name="Google Shape;2262;p24"/>
                <p:cNvSpPr/>
                <p:nvPr/>
              </p:nvSpPr>
              <p:spPr>
                <a:xfrm>
                  <a:off x="2068425" y="3494400"/>
                  <a:ext cx="1418600" cy="771950"/>
                </a:xfrm>
                <a:custGeom>
                  <a:rect b="b" l="l" r="r" t="t"/>
                  <a:pathLst>
                    <a:path extrusionOk="0" h="30878" w="56744">
                      <a:moveTo>
                        <a:pt x="40277" y="0"/>
                      </a:moveTo>
                      <a:cubicBezTo>
                        <a:pt x="38999" y="3309"/>
                        <a:pt x="37520" y="6517"/>
                        <a:pt x="35891" y="9650"/>
                      </a:cubicBezTo>
                      <a:lnTo>
                        <a:pt x="9951" y="9650"/>
                      </a:lnTo>
                      <a:cubicBezTo>
                        <a:pt x="4462" y="9650"/>
                        <a:pt x="1" y="14386"/>
                        <a:pt x="1" y="20251"/>
                      </a:cubicBezTo>
                      <a:cubicBezTo>
                        <a:pt x="1" y="26116"/>
                        <a:pt x="4462" y="30878"/>
                        <a:pt x="9951" y="30878"/>
                      </a:cubicBezTo>
                      <a:lnTo>
                        <a:pt x="46793" y="30878"/>
                      </a:lnTo>
                      <a:cubicBezTo>
                        <a:pt x="52282" y="30878"/>
                        <a:pt x="56743" y="26116"/>
                        <a:pt x="56743" y="20251"/>
                      </a:cubicBezTo>
                      <a:cubicBezTo>
                        <a:pt x="56743" y="14386"/>
                        <a:pt x="52282" y="9650"/>
                        <a:pt x="46793" y="9650"/>
                      </a:cubicBezTo>
                      <a:lnTo>
                        <a:pt x="43710" y="9650"/>
                      </a:lnTo>
                      <a:lnTo>
                        <a:pt x="40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24"/>
                <p:cNvSpPr/>
                <p:nvPr/>
              </p:nvSpPr>
              <p:spPr>
                <a:xfrm>
                  <a:off x="2033975" y="3489375"/>
                  <a:ext cx="1500650" cy="782150"/>
                </a:xfrm>
                <a:custGeom>
                  <a:rect b="b" l="l" r="r" t="t"/>
                  <a:pathLst>
                    <a:path extrusionOk="0" h="31286" w="60026">
                      <a:moveTo>
                        <a:pt x="41642" y="789"/>
                      </a:moveTo>
                      <a:cubicBezTo>
                        <a:pt x="42710" y="3840"/>
                        <a:pt x="43799" y="6870"/>
                        <a:pt x="44888" y="9901"/>
                      </a:cubicBezTo>
                      <a:cubicBezTo>
                        <a:pt x="44913" y="10001"/>
                        <a:pt x="44988" y="10051"/>
                        <a:pt x="45088" y="10051"/>
                      </a:cubicBezTo>
                      <a:lnTo>
                        <a:pt x="48171" y="10051"/>
                      </a:lnTo>
                      <a:cubicBezTo>
                        <a:pt x="55289" y="10151"/>
                        <a:pt x="59600" y="17846"/>
                        <a:pt x="57244" y="24262"/>
                      </a:cubicBezTo>
                      <a:cubicBezTo>
                        <a:pt x="56116" y="27344"/>
                        <a:pt x="53535" y="29826"/>
                        <a:pt x="50327" y="30603"/>
                      </a:cubicBezTo>
                      <a:cubicBezTo>
                        <a:pt x="49299" y="30853"/>
                        <a:pt x="48271" y="30853"/>
                        <a:pt x="47244" y="30853"/>
                      </a:cubicBezTo>
                      <a:lnTo>
                        <a:pt x="14412" y="30853"/>
                      </a:lnTo>
                      <a:cubicBezTo>
                        <a:pt x="13964" y="30853"/>
                        <a:pt x="13521" y="30857"/>
                        <a:pt x="13081" y="30857"/>
                      </a:cubicBezTo>
                      <a:cubicBezTo>
                        <a:pt x="10736" y="30857"/>
                        <a:pt x="8498" y="30750"/>
                        <a:pt x="6366" y="29399"/>
                      </a:cubicBezTo>
                      <a:cubicBezTo>
                        <a:pt x="527" y="25715"/>
                        <a:pt x="26" y="16818"/>
                        <a:pt x="5214" y="12357"/>
                      </a:cubicBezTo>
                      <a:cubicBezTo>
                        <a:pt x="7018" y="10828"/>
                        <a:pt x="9224" y="10076"/>
                        <a:pt x="11554" y="10051"/>
                      </a:cubicBezTo>
                      <a:lnTo>
                        <a:pt x="37269" y="10051"/>
                      </a:lnTo>
                      <a:cubicBezTo>
                        <a:pt x="37344" y="10051"/>
                        <a:pt x="37419" y="10026"/>
                        <a:pt x="37469" y="9951"/>
                      </a:cubicBezTo>
                      <a:cubicBezTo>
                        <a:pt x="39010" y="6964"/>
                        <a:pt x="40394" y="3910"/>
                        <a:pt x="41642" y="789"/>
                      </a:cubicBezTo>
                      <a:close/>
                      <a:moveTo>
                        <a:pt x="41655" y="1"/>
                      </a:moveTo>
                      <a:cubicBezTo>
                        <a:pt x="41573" y="1"/>
                        <a:pt x="41492" y="51"/>
                        <a:pt x="41454" y="151"/>
                      </a:cubicBezTo>
                      <a:cubicBezTo>
                        <a:pt x="40552" y="2432"/>
                        <a:pt x="39575" y="4713"/>
                        <a:pt x="38497" y="6943"/>
                      </a:cubicBezTo>
                      <a:cubicBezTo>
                        <a:pt x="38246" y="7470"/>
                        <a:pt x="37971" y="7996"/>
                        <a:pt x="37720" y="8522"/>
                      </a:cubicBezTo>
                      <a:cubicBezTo>
                        <a:pt x="37645" y="8647"/>
                        <a:pt x="37344" y="9575"/>
                        <a:pt x="37269" y="9625"/>
                      </a:cubicBezTo>
                      <a:cubicBezTo>
                        <a:pt x="37256" y="9638"/>
                        <a:pt x="37236" y="9643"/>
                        <a:pt x="37213" y="9643"/>
                      </a:cubicBezTo>
                      <a:cubicBezTo>
                        <a:pt x="37160" y="9643"/>
                        <a:pt x="37092" y="9620"/>
                        <a:pt x="37047" y="9620"/>
                      </a:cubicBezTo>
                      <a:cubicBezTo>
                        <a:pt x="37036" y="9620"/>
                        <a:pt x="37026" y="9621"/>
                        <a:pt x="37018" y="9625"/>
                      </a:cubicBezTo>
                      <a:cubicBezTo>
                        <a:pt x="36893" y="9667"/>
                        <a:pt x="36737" y="9681"/>
                        <a:pt x="36570" y="9681"/>
                      </a:cubicBezTo>
                      <a:cubicBezTo>
                        <a:pt x="36236" y="9681"/>
                        <a:pt x="35857" y="9625"/>
                        <a:pt x="35590" y="9625"/>
                      </a:cubicBezTo>
                      <a:lnTo>
                        <a:pt x="19324" y="9625"/>
                      </a:lnTo>
                      <a:cubicBezTo>
                        <a:pt x="17519" y="9625"/>
                        <a:pt x="15676" y="9538"/>
                        <a:pt x="13842" y="9538"/>
                      </a:cubicBezTo>
                      <a:cubicBezTo>
                        <a:pt x="12722" y="9538"/>
                        <a:pt x="11605" y="9570"/>
                        <a:pt x="10502" y="9675"/>
                      </a:cubicBezTo>
                      <a:cubicBezTo>
                        <a:pt x="3986" y="10252"/>
                        <a:pt x="1" y="17044"/>
                        <a:pt x="1479" y="23134"/>
                      </a:cubicBezTo>
                      <a:cubicBezTo>
                        <a:pt x="2657" y="28021"/>
                        <a:pt x="6843" y="31279"/>
                        <a:pt x="11830" y="31279"/>
                      </a:cubicBezTo>
                      <a:lnTo>
                        <a:pt x="46592" y="31279"/>
                      </a:lnTo>
                      <a:cubicBezTo>
                        <a:pt x="46993" y="31279"/>
                        <a:pt x="47401" y="31285"/>
                        <a:pt x="47805" y="31285"/>
                      </a:cubicBezTo>
                      <a:cubicBezTo>
                        <a:pt x="48209" y="31285"/>
                        <a:pt x="48610" y="31279"/>
                        <a:pt x="48998" y="31254"/>
                      </a:cubicBezTo>
                      <a:cubicBezTo>
                        <a:pt x="52031" y="30978"/>
                        <a:pt x="54738" y="29274"/>
                        <a:pt x="56417" y="26793"/>
                      </a:cubicBezTo>
                      <a:cubicBezTo>
                        <a:pt x="60026" y="21505"/>
                        <a:pt x="58347" y="13585"/>
                        <a:pt x="52507" y="10678"/>
                      </a:cubicBezTo>
                      <a:cubicBezTo>
                        <a:pt x="51156" y="9977"/>
                        <a:pt x="49681" y="9651"/>
                        <a:pt x="48180" y="9625"/>
                      </a:cubicBezTo>
                      <a:lnTo>
                        <a:pt x="48180" y="9625"/>
                      </a:lnTo>
                      <a:cubicBezTo>
                        <a:pt x="48177" y="9625"/>
                        <a:pt x="48174" y="9625"/>
                        <a:pt x="48171" y="9625"/>
                      </a:cubicBezTo>
                      <a:lnTo>
                        <a:pt x="46517" y="9625"/>
                      </a:lnTo>
                      <a:cubicBezTo>
                        <a:pt x="46283" y="9625"/>
                        <a:pt x="46038" y="9614"/>
                        <a:pt x="45804" y="9614"/>
                      </a:cubicBezTo>
                      <a:cubicBezTo>
                        <a:pt x="45687" y="9614"/>
                        <a:pt x="45573" y="9617"/>
                        <a:pt x="45464" y="9625"/>
                      </a:cubicBezTo>
                      <a:cubicBezTo>
                        <a:pt x="45386" y="9635"/>
                        <a:pt x="45328" y="9638"/>
                        <a:pt x="45285" y="9638"/>
                      </a:cubicBezTo>
                      <a:cubicBezTo>
                        <a:pt x="45254" y="9638"/>
                        <a:pt x="45232" y="9637"/>
                        <a:pt x="45216" y="9635"/>
                      </a:cubicBezTo>
                      <a:lnTo>
                        <a:pt x="45216" y="9635"/>
                      </a:lnTo>
                      <a:cubicBezTo>
                        <a:pt x="44815" y="8834"/>
                        <a:pt x="44619" y="7872"/>
                        <a:pt x="44312" y="7043"/>
                      </a:cubicBezTo>
                      <a:lnTo>
                        <a:pt x="41855" y="151"/>
                      </a:lnTo>
                      <a:cubicBezTo>
                        <a:pt x="41818" y="51"/>
                        <a:pt x="41736" y="1"/>
                        <a:pt x="416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4" name="Google Shape;2264;p24"/>
              <p:cNvSpPr/>
              <p:nvPr/>
            </p:nvSpPr>
            <p:spPr>
              <a:xfrm>
                <a:off x="5868576" y="3282175"/>
                <a:ext cx="761329" cy="157575"/>
              </a:xfrm>
              <a:prstGeom prst="rect">
                <a:avLst/>
              </a:prstGeom>
            </p:spPr>
            <p:txBody>
              <a:bodyPr>
                <a:prstTxWarp prst="textPlain"/>
              </a:bodyPr>
              <a:lstStyle/>
              <a:p>
                <a:pPr lvl="0" algn="ctr"/>
                <a:r>
                  <a:rPr b="0" i="0">
                    <a:ln>
                      <a:noFill/>
                    </a:ln>
                    <a:solidFill>
                      <a:schemeClr val="lt2"/>
                    </a:solidFill>
                    <a:latin typeface="Oswald"/>
                  </a:rPr>
                  <a:t>YOU CAN'T</a:t>
                </a:r>
              </a:p>
            </p:txBody>
          </p:sp>
        </p:grpSp>
        <p:grpSp>
          <p:nvGrpSpPr>
            <p:cNvPr id="2265" name="Google Shape;2265;p24"/>
            <p:cNvGrpSpPr/>
            <p:nvPr/>
          </p:nvGrpSpPr>
          <p:grpSpPr>
            <a:xfrm>
              <a:off x="718972" y="1287801"/>
              <a:ext cx="692958" cy="657829"/>
              <a:chOff x="-683975" y="582213"/>
              <a:chExt cx="727209" cy="690344"/>
            </a:xfrm>
          </p:grpSpPr>
          <p:sp>
            <p:nvSpPr>
              <p:cNvPr id="2266" name="Google Shape;2266;p24"/>
              <p:cNvSpPr/>
              <p:nvPr/>
            </p:nvSpPr>
            <p:spPr>
              <a:xfrm>
                <a:off x="-670409" y="586719"/>
                <a:ext cx="707109" cy="681150"/>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24"/>
              <p:cNvSpPr/>
              <p:nvPr/>
            </p:nvSpPr>
            <p:spPr>
              <a:xfrm>
                <a:off x="-683975" y="582213"/>
                <a:ext cx="727209" cy="690344"/>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24"/>
              <p:cNvSpPr/>
              <p:nvPr/>
            </p:nvSpPr>
            <p:spPr>
              <a:xfrm>
                <a:off x="-587976" y="751134"/>
                <a:ext cx="477851" cy="372438"/>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24"/>
              <p:cNvSpPr/>
              <p:nvPr/>
            </p:nvSpPr>
            <p:spPr>
              <a:xfrm>
                <a:off x="-592483" y="745951"/>
                <a:ext cx="487991" cy="382037"/>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24"/>
              <p:cNvSpPr/>
              <p:nvPr/>
            </p:nvSpPr>
            <p:spPr>
              <a:xfrm>
                <a:off x="-389172" y="837893"/>
                <a:ext cx="93831" cy="285097"/>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24"/>
              <p:cNvSpPr/>
              <p:nvPr/>
            </p:nvSpPr>
            <p:spPr>
              <a:xfrm>
                <a:off x="-546151" y="784035"/>
                <a:ext cx="60390" cy="111948"/>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24"/>
              <p:cNvSpPr/>
              <p:nvPr/>
            </p:nvSpPr>
            <p:spPr>
              <a:xfrm>
                <a:off x="-556337" y="856687"/>
                <a:ext cx="38443" cy="12484"/>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24"/>
              <p:cNvSpPr/>
              <p:nvPr/>
            </p:nvSpPr>
            <p:spPr>
              <a:xfrm>
                <a:off x="-550703" y="829555"/>
                <a:ext cx="37316" cy="15864"/>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24"/>
              <p:cNvSpPr/>
              <p:nvPr/>
            </p:nvSpPr>
            <p:spPr>
              <a:xfrm>
                <a:off x="-541644" y="797646"/>
                <a:ext cx="40696" cy="19559"/>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24"/>
              <p:cNvSpPr/>
              <p:nvPr/>
            </p:nvSpPr>
            <p:spPr>
              <a:xfrm>
                <a:off x="-217816" y="820181"/>
                <a:ext cx="70441" cy="198432"/>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24"/>
              <p:cNvSpPr/>
              <p:nvPr/>
            </p:nvSpPr>
            <p:spPr>
              <a:xfrm>
                <a:off x="-210695" y="969091"/>
                <a:ext cx="36189" cy="26590"/>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24"/>
              <p:cNvSpPr/>
              <p:nvPr/>
            </p:nvSpPr>
            <p:spPr>
              <a:xfrm>
                <a:off x="-186943" y="940291"/>
                <a:ext cx="35063" cy="21092"/>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24"/>
              <p:cNvSpPr/>
              <p:nvPr/>
            </p:nvSpPr>
            <p:spPr>
              <a:xfrm>
                <a:off x="-183562" y="903830"/>
                <a:ext cx="40696" cy="14196"/>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24"/>
              <p:cNvSpPr/>
              <p:nvPr/>
            </p:nvSpPr>
            <p:spPr>
              <a:xfrm>
                <a:off x="-179055" y="861870"/>
                <a:ext cx="44076" cy="18117"/>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24"/>
              <p:cNvSpPr/>
              <p:nvPr/>
            </p:nvSpPr>
            <p:spPr>
              <a:xfrm>
                <a:off x="-191495" y="832530"/>
                <a:ext cx="42994" cy="21272"/>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24"/>
              <p:cNvSpPr/>
              <p:nvPr/>
            </p:nvSpPr>
            <p:spPr>
              <a:xfrm>
                <a:off x="-273928" y="804271"/>
                <a:ext cx="21497" cy="29474"/>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24"/>
              <p:cNvSpPr/>
              <p:nvPr/>
            </p:nvSpPr>
            <p:spPr>
              <a:xfrm>
                <a:off x="-258108" y="812654"/>
                <a:ext cx="16990" cy="27581"/>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24"/>
              <p:cNvSpPr/>
              <p:nvPr/>
            </p:nvSpPr>
            <p:spPr>
              <a:xfrm>
                <a:off x="-447898" y="1001676"/>
                <a:ext cx="20371" cy="30871"/>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24"/>
              <p:cNvSpPr/>
              <p:nvPr/>
            </p:nvSpPr>
            <p:spPr>
              <a:xfrm>
                <a:off x="-427572" y="1009158"/>
                <a:ext cx="18117" cy="28618"/>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24"/>
              <p:cNvSpPr/>
              <p:nvPr/>
            </p:nvSpPr>
            <p:spPr>
              <a:xfrm>
                <a:off x="-452405" y="788497"/>
                <a:ext cx="57641" cy="35648"/>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24"/>
              <p:cNvSpPr/>
              <p:nvPr/>
            </p:nvSpPr>
            <p:spPr>
              <a:xfrm>
                <a:off x="-523571" y="940291"/>
                <a:ext cx="11357" cy="20371"/>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24"/>
              <p:cNvSpPr/>
              <p:nvPr/>
            </p:nvSpPr>
            <p:spPr>
              <a:xfrm>
                <a:off x="-506624" y="938038"/>
                <a:ext cx="12484" cy="24201"/>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24"/>
              <p:cNvSpPr/>
              <p:nvPr/>
            </p:nvSpPr>
            <p:spPr>
              <a:xfrm>
                <a:off x="-300699" y="1045980"/>
                <a:ext cx="60706" cy="33395"/>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24"/>
              <p:cNvSpPr/>
              <p:nvPr/>
            </p:nvSpPr>
            <p:spPr>
              <a:xfrm>
                <a:off x="-267167" y="932359"/>
                <a:ext cx="11357" cy="9104"/>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24"/>
              <p:cNvSpPr/>
              <p:nvPr/>
            </p:nvSpPr>
            <p:spPr>
              <a:xfrm>
                <a:off x="-449025" y="882647"/>
                <a:ext cx="11357" cy="9104"/>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24"/>
              <p:cNvSpPr/>
              <p:nvPr/>
            </p:nvSpPr>
            <p:spPr>
              <a:xfrm>
                <a:off x="-425318" y="947052"/>
                <a:ext cx="12484" cy="9104"/>
              </a:xfrm>
              <a:custGeom>
                <a:rect b="b" l="l" r="r" t="t"/>
                <a:pathLst>
                  <a:path extrusionOk="0" h="202" w="277">
                    <a:moveTo>
                      <a:pt x="151" y="1"/>
                    </a:moveTo>
                    <a:cubicBezTo>
                      <a:pt x="1" y="1"/>
                      <a:pt x="1" y="201"/>
                      <a:pt x="151" y="201"/>
                    </a:cubicBezTo>
                    <a:cubicBezTo>
                      <a:pt x="277" y="201"/>
                      <a:pt x="277"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24"/>
              <p:cNvSpPr/>
              <p:nvPr/>
            </p:nvSpPr>
            <p:spPr>
              <a:xfrm>
                <a:off x="-221962" y="791156"/>
                <a:ext cx="11312" cy="9104"/>
              </a:xfrm>
              <a:custGeom>
                <a:rect b="b" l="l" r="r" t="t"/>
                <a:pathLst>
                  <a:path extrusionOk="0" h="202" w="251">
                    <a:moveTo>
                      <a:pt x="125" y="1"/>
                    </a:moveTo>
                    <a:cubicBezTo>
                      <a:pt x="0" y="1"/>
                      <a:pt x="0" y="201"/>
                      <a:pt x="125" y="201"/>
                    </a:cubicBezTo>
                    <a:cubicBezTo>
                      <a:pt x="251" y="201"/>
                      <a:pt x="251"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p24"/>
              <p:cNvSpPr/>
              <p:nvPr/>
            </p:nvSpPr>
            <p:spPr>
              <a:xfrm>
                <a:off x="-318006" y="857814"/>
                <a:ext cx="10230" cy="9104"/>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24"/>
              <p:cNvSpPr/>
              <p:nvPr/>
            </p:nvSpPr>
            <p:spPr>
              <a:xfrm>
                <a:off x="-498737" y="828428"/>
                <a:ext cx="12484" cy="9104"/>
              </a:xfrm>
              <a:custGeom>
                <a:rect b="b" l="l" r="r" t="t"/>
                <a:pathLst>
                  <a:path extrusionOk="0" h="202" w="277">
                    <a:moveTo>
                      <a:pt x="151" y="1"/>
                    </a:moveTo>
                    <a:cubicBezTo>
                      <a:pt x="1" y="1"/>
                      <a:pt x="1"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5" name="Google Shape;2295;p24"/>
            <p:cNvGrpSpPr/>
            <p:nvPr/>
          </p:nvGrpSpPr>
          <p:grpSpPr>
            <a:xfrm rot="-1612352">
              <a:off x="822437" y="2223619"/>
              <a:ext cx="244224" cy="343372"/>
              <a:chOff x="406025" y="1906138"/>
              <a:chExt cx="256300" cy="360350"/>
            </a:xfrm>
          </p:grpSpPr>
          <p:sp>
            <p:nvSpPr>
              <p:cNvPr id="2296" name="Google Shape;2296;p24"/>
              <p:cNvSpPr/>
              <p:nvPr/>
            </p:nvSpPr>
            <p:spPr>
              <a:xfrm>
                <a:off x="412925" y="1910963"/>
                <a:ext cx="242500" cy="350300"/>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24"/>
              <p:cNvSpPr/>
              <p:nvPr/>
            </p:nvSpPr>
            <p:spPr>
              <a:xfrm>
                <a:off x="406025" y="1906138"/>
                <a:ext cx="256300" cy="36035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8" name="Google Shape;2298;p24"/>
            <p:cNvGrpSpPr/>
            <p:nvPr/>
          </p:nvGrpSpPr>
          <p:grpSpPr>
            <a:xfrm rot="2700000">
              <a:off x="1566041" y="1509901"/>
              <a:ext cx="695714" cy="777297"/>
              <a:chOff x="-7776150" y="-789500"/>
              <a:chExt cx="926525" cy="1035175"/>
            </a:xfrm>
          </p:grpSpPr>
          <p:sp>
            <p:nvSpPr>
              <p:cNvPr id="2299" name="Google Shape;2299;p24"/>
              <p:cNvSpPr/>
              <p:nvPr/>
            </p:nvSpPr>
            <p:spPr>
              <a:xfrm>
                <a:off x="-7776150" y="-784475"/>
                <a:ext cx="919825" cy="1025125"/>
              </a:xfrm>
              <a:custGeom>
                <a:rect b="b" l="l" r="r" t="t"/>
                <a:pathLst>
                  <a:path extrusionOk="0" h="41005" w="36793">
                    <a:moveTo>
                      <a:pt x="13746" y="1"/>
                    </a:moveTo>
                    <a:cubicBezTo>
                      <a:pt x="12184" y="1"/>
                      <a:pt x="10585" y="465"/>
                      <a:pt x="9148" y="1129"/>
                    </a:cubicBezTo>
                    <a:cubicBezTo>
                      <a:pt x="7118" y="2082"/>
                      <a:pt x="5263" y="3485"/>
                      <a:pt x="3935" y="5290"/>
                    </a:cubicBezTo>
                    <a:cubicBezTo>
                      <a:pt x="2782" y="6894"/>
                      <a:pt x="2081" y="8799"/>
                      <a:pt x="1629" y="10728"/>
                    </a:cubicBezTo>
                    <a:cubicBezTo>
                      <a:pt x="0" y="17946"/>
                      <a:pt x="2306" y="26067"/>
                      <a:pt x="7945" y="30854"/>
                    </a:cubicBezTo>
                    <a:cubicBezTo>
                      <a:pt x="9599" y="32257"/>
                      <a:pt x="11454" y="33335"/>
                      <a:pt x="13384" y="34338"/>
                    </a:cubicBezTo>
                    <a:cubicBezTo>
                      <a:pt x="20627" y="38097"/>
                      <a:pt x="28647" y="40378"/>
                      <a:pt x="36792" y="41004"/>
                    </a:cubicBezTo>
                    <a:cubicBezTo>
                      <a:pt x="33359" y="39977"/>
                      <a:pt x="29975" y="38774"/>
                      <a:pt x="26943" y="36919"/>
                    </a:cubicBezTo>
                    <a:cubicBezTo>
                      <a:pt x="23033" y="34563"/>
                      <a:pt x="19650" y="31004"/>
                      <a:pt x="18421" y="26593"/>
                    </a:cubicBezTo>
                    <a:cubicBezTo>
                      <a:pt x="17845" y="24538"/>
                      <a:pt x="17820" y="22157"/>
                      <a:pt x="19148" y="20478"/>
                    </a:cubicBezTo>
                    <a:cubicBezTo>
                      <a:pt x="20025" y="19325"/>
                      <a:pt x="21404" y="18648"/>
                      <a:pt x="22356" y="17571"/>
                    </a:cubicBezTo>
                    <a:cubicBezTo>
                      <a:pt x="23534" y="16217"/>
                      <a:pt x="23935" y="14212"/>
                      <a:pt x="23359" y="12508"/>
                    </a:cubicBezTo>
                    <a:lnTo>
                      <a:pt x="23359" y="12508"/>
                    </a:lnTo>
                    <a:cubicBezTo>
                      <a:pt x="23008" y="13385"/>
                      <a:pt x="22607" y="14262"/>
                      <a:pt x="22181" y="15089"/>
                    </a:cubicBezTo>
                    <a:cubicBezTo>
                      <a:pt x="21705" y="14312"/>
                      <a:pt x="21228" y="13485"/>
                      <a:pt x="20777" y="12658"/>
                    </a:cubicBezTo>
                    <a:cubicBezTo>
                      <a:pt x="20502" y="13560"/>
                      <a:pt x="20101" y="14438"/>
                      <a:pt x="19650" y="15290"/>
                    </a:cubicBezTo>
                    <a:cubicBezTo>
                      <a:pt x="18948" y="14438"/>
                      <a:pt x="18221" y="13586"/>
                      <a:pt x="17469" y="12758"/>
                    </a:cubicBezTo>
                    <a:cubicBezTo>
                      <a:pt x="16767" y="13761"/>
                      <a:pt x="16166" y="14814"/>
                      <a:pt x="15665" y="15916"/>
                    </a:cubicBezTo>
                    <a:cubicBezTo>
                      <a:pt x="15188" y="15089"/>
                      <a:pt x="14737" y="14262"/>
                      <a:pt x="14261" y="13435"/>
                    </a:cubicBezTo>
                    <a:cubicBezTo>
                      <a:pt x="13609" y="13987"/>
                      <a:pt x="12983" y="14563"/>
                      <a:pt x="12331" y="15114"/>
                    </a:cubicBezTo>
                    <a:cubicBezTo>
                      <a:pt x="12281" y="15165"/>
                      <a:pt x="12206" y="15240"/>
                      <a:pt x="12106" y="15240"/>
                    </a:cubicBezTo>
                    <a:cubicBezTo>
                      <a:pt x="12056" y="15240"/>
                      <a:pt x="11980" y="15215"/>
                      <a:pt x="11930" y="15165"/>
                    </a:cubicBezTo>
                    <a:cubicBezTo>
                      <a:pt x="10777" y="14463"/>
                      <a:pt x="9675" y="13661"/>
                      <a:pt x="8672" y="12733"/>
                    </a:cubicBezTo>
                    <a:cubicBezTo>
                      <a:pt x="9524" y="12633"/>
                      <a:pt x="10376" y="12533"/>
                      <a:pt x="11228" y="12433"/>
                    </a:cubicBezTo>
                    <a:cubicBezTo>
                      <a:pt x="11053" y="11480"/>
                      <a:pt x="10903" y="10553"/>
                      <a:pt x="10727" y="9601"/>
                    </a:cubicBezTo>
                    <a:lnTo>
                      <a:pt x="10727" y="9601"/>
                    </a:lnTo>
                    <a:cubicBezTo>
                      <a:pt x="12056" y="10052"/>
                      <a:pt x="13334" y="10603"/>
                      <a:pt x="14587" y="11255"/>
                    </a:cubicBezTo>
                    <a:cubicBezTo>
                      <a:pt x="14612" y="10352"/>
                      <a:pt x="14612" y="9425"/>
                      <a:pt x="14637" y="8498"/>
                    </a:cubicBezTo>
                    <a:cubicBezTo>
                      <a:pt x="15815" y="8974"/>
                      <a:pt x="17043" y="9375"/>
                      <a:pt x="18271" y="9726"/>
                    </a:cubicBezTo>
                    <a:cubicBezTo>
                      <a:pt x="18321" y="8723"/>
                      <a:pt x="18472" y="7746"/>
                      <a:pt x="18672" y="6794"/>
                    </a:cubicBezTo>
                    <a:cubicBezTo>
                      <a:pt x="18697" y="6794"/>
                      <a:pt x="18697" y="6819"/>
                      <a:pt x="18722" y="6819"/>
                    </a:cubicBezTo>
                    <a:cubicBezTo>
                      <a:pt x="20000" y="7370"/>
                      <a:pt x="21329" y="7746"/>
                      <a:pt x="22682" y="7997"/>
                    </a:cubicBezTo>
                    <a:cubicBezTo>
                      <a:pt x="21930" y="6468"/>
                      <a:pt x="21053" y="5014"/>
                      <a:pt x="20025" y="3686"/>
                    </a:cubicBezTo>
                    <a:cubicBezTo>
                      <a:pt x="19073" y="2433"/>
                      <a:pt x="17970" y="1255"/>
                      <a:pt x="16567" y="603"/>
                    </a:cubicBezTo>
                    <a:cubicBezTo>
                      <a:pt x="15673" y="180"/>
                      <a:pt x="14717" y="1"/>
                      <a:pt x="137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24"/>
              <p:cNvSpPr/>
              <p:nvPr/>
            </p:nvSpPr>
            <p:spPr>
              <a:xfrm>
                <a:off x="-7763625" y="-789500"/>
                <a:ext cx="914000" cy="1035175"/>
              </a:xfrm>
              <a:custGeom>
                <a:rect b="b" l="l" r="r" t="t"/>
                <a:pathLst>
                  <a:path extrusionOk="0" h="41407" w="36560">
                    <a:moveTo>
                      <a:pt x="13212" y="399"/>
                    </a:moveTo>
                    <a:cubicBezTo>
                      <a:pt x="13903" y="399"/>
                      <a:pt x="14592" y="493"/>
                      <a:pt x="15264" y="704"/>
                    </a:cubicBezTo>
                    <a:cubicBezTo>
                      <a:pt x="16542" y="1105"/>
                      <a:pt x="17595" y="1957"/>
                      <a:pt x="18497" y="2959"/>
                    </a:cubicBezTo>
                    <a:cubicBezTo>
                      <a:pt x="19449" y="4012"/>
                      <a:pt x="20276" y="5215"/>
                      <a:pt x="21003" y="6443"/>
                    </a:cubicBezTo>
                    <a:cubicBezTo>
                      <a:pt x="21282" y="6921"/>
                      <a:pt x="21545" y="7415"/>
                      <a:pt x="21805" y="7912"/>
                    </a:cubicBezTo>
                    <a:lnTo>
                      <a:pt x="21805" y="7912"/>
                    </a:lnTo>
                    <a:cubicBezTo>
                      <a:pt x="20622" y="7665"/>
                      <a:pt x="19446" y="7316"/>
                      <a:pt x="18330" y="6848"/>
                    </a:cubicBezTo>
                    <a:lnTo>
                      <a:pt x="18330" y="6848"/>
                    </a:lnTo>
                    <a:cubicBezTo>
                      <a:pt x="18327" y="6846"/>
                      <a:pt x="18324" y="6845"/>
                      <a:pt x="18321" y="6844"/>
                    </a:cubicBezTo>
                    <a:lnTo>
                      <a:pt x="18321" y="6844"/>
                    </a:lnTo>
                    <a:cubicBezTo>
                      <a:pt x="18321" y="6844"/>
                      <a:pt x="18321" y="6844"/>
                      <a:pt x="18321" y="6844"/>
                    </a:cubicBezTo>
                    <a:cubicBezTo>
                      <a:pt x="18315" y="6842"/>
                      <a:pt x="18309" y="6839"/>
                      <a:pt x="18303" y="6837"/>
                    </a:cubicBezTo>
                    <a:lnTo>
                      <a:pt x="18303" y="6837"/>
                    </a:lnTo>
                    <a:cubicBezTo>
                      <a:pt x="18293" y="6830"/>
                      <a:pt x="18288" y="6819"/>
                      <a:pt x="18271" y="6819"/>
                    </a:cubicBezTo>
                    <a:cubicBezTo>
                      <a:pt x="18241" y="6804"/>
                      <a:pt x="18204" y="6796"/>
                      <a:pt x="18166" y="6796"/>
                    </a:cubicBezTo>
                    <a:cubicBezTo>
                      <a:pt x="18079" y="6796"/>
                      <a:pt x="17988" y="6840"/>
                      <a:pt x="17971" y="6944"/>
                    </a:cubicBezTo>
                    <a:cubicBezTo>
                      <a:pt x="17789" y="7828"/>
                      <a:pt x="17649" y="8732"/>
                      <a:pt x="17587" y="9638"/>
                    </a:cubicBezTo>
                    <a:lnTo>
                      <a:pt x="17587" y="9638"/>
                    </a:lnTo>
                    <a:cubicBezTo>
                      <a:pt x="16439" y="9324"/>
                      <a:pt x="15313" y="8944"/>
                      <a:pt x="14186" y="8498"/>
                    </a:cubicBezTo>
                    <a:cubicBezTo>
                      <a:pt x="14167" y="8491"/>
                      <a:pt x="14147" y="8487"/>
                      <a:pt x="14128" y="8487"/>
                    </a:cubicBezTo>
                    <a:cubicBezTo>
                      <a:pt x="14025" y="8487"/>
                      <a:pt x="13935" y="8593"/>
                      <a:pt x="13935" y="8699"/>
                    </a:cubicBezTo>
                    <a:cubicBezTo>
                      <a:pt x="13913" y="9514"/>
                      <a:pt x="13891" y="10329"/>
                      <a:pt x="13886" y="11127"/>
                    </a:cubicBezTo>
                    <a:lnTo>
                      <a:pt x="13886" y="11127"/>
                    </a:lnTo>
                    <a:cubicBezTo>
                      <a:pt x="12726" y="10541"/>
                      <a:pt x="11522" y="10039"/>
                      <a:pt x="10276" y="9601"/>
                    </a:cubicBezTo>
                    <a:cubicBezTo>
                      <a:pt x="10258" y="9595"/>
                      <a:pt x="10241" y="9592"/>
                      <a:pt x="10224" y="9592"/>
                    </a:cubicBezTo>
                    <a:cubicBezTo>
                      <a:pt x="10098" y="9592"/>
                      <a:pt x="10004" y="9741"/>
                      <a:pt x="10026" y="9852"/>
                    </a:cubicBezTo>
                    <a:cubicBezTo>
                      <a:pt x="10187" y="10728"/>
                      <a:pt x="10327" y="11605"/>
                      <a:pt x="10485" y="12462"/>
                    </a:cubicBezTo>
                    <a:lnTo>
                      <a:pt x="10485" y="12462"/>
                    </a:lnTo>
                    <a:lnTo>
                      <a:pt x="8171" y="12734"/>
                    </a:lnTo>
                    <a:cubicBezTo>
                      <a:pt x="7996" y="12759"/>
                      <a:pt x="7870" y="12959"/>
                      <a:pt x="8021" y="13085"/>
                    </a:cubicBezTo>
                    <a:cubicBezTo>
                      <a:pt x="8973" y="13937"/>
                      <a:pt x="9976" y="14689"/>
                      <a:pt x="11028" y="15366"/>
                    </a:cubicBezTo>
                    <a:cubicBezTo>
                      <a:pt x="11207" y="15477"/>
                      <a:pt x="11406" y="15649"/>
                      <a:pt x="11625" y="15649"/>
                    </a:cubicBezTo>
                    <a:cubicBezTo>
                      <a:pt x="11651" y="15649"/>
                      <a:pt x="11678" y="15647"/>
                      <a:pt x="11705" y="15641"/>
                    </a:cubicBezTo>
                    <a:cubicBezTo>
                      <a:pt x="11930" y="15591"/>
                      <a:pt x="12156" y="15315"/>
                      <a:pt x="12331" y="15165"/>
                    </a:cubicBezTo>
                    <a:cubicBezTo>
                      <a:pt x="12790" y="14750"/>
                      <a:pt x="13249" y="14354"/>
                      <a:pt x="13707" y="13961"/>
                    </a:cubicBezTo>
                    <a:lnTo>
                      <a:pt x="13707" y="13961"/>
                    </a:lnTo>
                    <a:cubicBezTo>
                      <a:pt x="14122" y="14713"/>
                      <a:pt x="14555" y="15465"/>
                      <a:pt x="14988" y="16218"/>
                    </a:cubicBezTo>
                    <a:cubicBezTo>
                      <a:pt x="15027" y="16283"/>
                      <a:pt x="15101" y="16321"/>
                      <a:pt x="15173" y="16321"/>
                    </a:cubicBezTo>
                    <a:cubicBezTo>
                      <a:pt x="15239" y="16321"/>
                      <a:pt x="15303" y="16289"/>
                      <a:pt x="15339" y="16218"/>
                    </a:cubicBezTo>
                    <a:cubicBezTo>
                      <a:pt x="15802" y="15200"/>
                      <a:pt x="16350" y="14225"/>
                      <a:pt x="16983" y="13293"/>
                    </a:cubicBezTo>
                    <a:lnTo>
                      <a:pt x="16983" y="13293"/>
                    </a:lnTo>
                    <a:cubicBezTo>
                      <a:pt x="17676" y="14062"/>
                      <a:pt x="18348" y="14852"/>
                      <a:pt x="18998" y="15641"/>
                    </a:cubicBezTo>
                    <a:cubicBezTo>
                      <a:pt x="19036" y="15679"/>
                      <a:pt x="19086" y="15696"/>
                      <a:pt x="19135" y="15696"/>
                    </a:cubicBezTo>
                    <a:cubicBezTo>
                      <a:pt x="19214" y="15696"/>
                      <a:pt x="19293" y="15653"/>
                      <a:pt x="19324" y="15591"/>
                    </a:cubicBezTo>
                    <a:cubicBezTo>
                      <a:pt x="19722" y="14879"/>
                      <a:pt x="20050" y="14132"/>
                      <a:pt x="20322" y="13379"/>
                    </a:cubicBezTo>
                    <a:lnTo>
                      <a:pt x="20322" y="13379"/>
                    </a:lnTo>
                    <a:cubicBezTo>
                      <a:pt x="20701" y="14056"/>
                      <a:pt x="21085" y="14745"/>
                      <a:pt x="21504" y="15416"/>
                    </a:cubicBezTo>
                    <a:cubicBezTo>
                      <a:pt x="21542" y="15478"/>
                      <a:pt x="21611" y="15510"/>
                      <a:pt x="21680" y="15510"/>
                    </a:cubicBezTo>
                    <a:cubicBezTo>
                      <a:pt x="21749" y="15510"/>
                      <a:pt x="21818" y="15478"/>
                      <a:pt x="21855" y="15416"/>
                    </a:cubicBezTo>
                    <a:cubicBezTo>
                      <a:pt x="22188" y="14730"/>
                      <a:pt x="22506" y="14045"/>
                      <a:pt x="22808" y="13359"/>
                    </a:cubicBezTo>
                    <a:lnTo>
                      <a:pt x="22808" y="13359"/>
                    </a:lnTo>
                    <a:cubicBezTo>
                      <a:pt x="23023" y="14431"/>
                      <a:pt x="22895" y="15571"/>
                      <a:pt x="22407" y="16569"/>
                    </a:cubicBezTo>
                    <a:cubicBezTo>
                      <a:pt x="21805" y="17797"/>
                      <a:pt x="20727" y="18523"/>
                      <a:pt x="19675" y="19351"/>
                    </a:cubicBezTo>
                    <a:cubicBezTo>
                      <a:pt x="18672" y="20178"/>
                      <a:pt x="17895" y="21130"/>
                      <a:pt x="17570" y="22383"/>
                    </a:cubicBezTo>
                    <a:cubicBezTo>
                      <a:pt x="17244" y="23611"/>
                      <a:pt x="17294" y="24914"/>
                      <a:pt x="17545" y="26143"/>
                    </a:cubicBezTo>
                    <a:cubicBezTo>
                      <a:pt x="18597" y="31180"/>
                      <a:pt x="22582" y="35165"/>
                      <a:pt x="26893" y="37646"/>
                    </a:cubicBezTo>
                    <a:cubicBezTo>
                      <a:pt x="29238" y="38989"/>
                      <a:pt x="31744" y="39980"/>
                      <a:pt x="34308" y="40810"/>
                    </a:cubicBezTo>
                    <a:lnTo>
                      <a:pt x="34308" y="40810"/>
                    </a:lnTo>
                    <a:cubicBezTo>
                      <a:pt x="29203" y="40226"/>
                      <a:pt x="24193" y="39018"/>
                      <a:pt x="19399" y="37220"/>
                    </a:cubicBezTo>
                    <a:cubicBezTo>
                      <a:pt x="16692" y="36193"/>
                      <a:pt x="14061" y="34990"/>
                      <a:pt x="11529" y="33586"/>
                    </a:cubicBezTo>
                    <a:cubicBezTo>
                      <a:pt x="9224" y="32283"/>
                      <a:pt x="7093" y="30729"/>
                      <a:pt x="5389" y="28674"/>
                    </a:cubicBezTo>
                    <a:cubicBezTo>
                      <a:pt x="2356" y="25015"/>
                      <a:pt x="803" y="20228"/>
                      <a:pt x="828" y="15491"/>
                    </a:cubicBezTo>
                    <a:cubicBezTo>
                      <a:pt x="828" y="12985"/>
                      <a:pt x="1279" y="10428"/>
                      <a:pt x="2231" y="8097"/>
                    </a:cubicBezTo>
                    <a:cubicBezTo>
                      <a:pt x="2757" y="6844"/>
                      <a:pt x="3484" y="5666"/>
                      <a:pt x="4412" y="4664"/>
                    </a:cubicBezTo>
                    <a:cubicBezTo>
                      <a:pt x="5289" y="3686"/>
                      <a:pt x="6341" y="2859"/>
                      <a:pt x="7469" y="2182"/>
                    </a:cubicBezTo>
                    <a:cubicBezTo>
                      <a:pt x="9167" y="1193"/>
                      <a:pt x="11199" y="399"/>
                      <a:pt x="13212" y="399"/>
                    </a:cubicBezTo>
                    <a:close/>
                    <a:moveTo>
                      <a:pt x="13203" y="1"/>
                    </a:moveTo>
                    <a:cubicBezTo>
                      <a:pt x="11889" y="1"/>
                      <a:pt x="10554" y="309"/>
                      <a:pt x="9324" y="804"/>
                    </a:cubicBezTo>
                    <a:cubicBezTo>
                      <a:pt x="6868" y="1781"/>
                      <a:pt x="4612" y="3411"/>
                      <a:pt x="3108" y="5616"/>
                    </a:cubicBezTo>
                    <a:cubicBezTo>
                      <a:pt x="1580" y="7847"/>
                      <a:pt x="828" y="10579"/>
                      <a:pt x="552" y="13235"/>
                    </a:cubicBezTo>
                    <a:cubicBezTo>
                      <a:pt x="1" y="18047"/>
                      <a:pt x="1128" y="23085"/>
                      <a:pt x="3760" y="27170"/>
                    </a:cubicBezTo>
                    <a:cubicBezTo>
                      <a:pt x="5163" y="29300"/>
                      <a:pt x="6943" y="31105"/>
                      <a:pt x="9048" y="32534"/>
                    </a:cubicBezTo>
                    <a:cubicBezTo>
                      <a:pt x="11504" y="34213"/>
                      <a:pt x="14236" y="35541"/>
                      <a:pt x="16993" y="36694"/>
                    </a:cubicBezTo>
                    <a:cubicBezTo>
                      <a:pt x="22432" y="39000"/>
                      <a:pt x="28221" y="40529"/>
                      <a:pt x="34111" y="41205"/>
                    </a:cubicBezTo>
                    <a:cubicBezTo>
                      <a:pt x="34816" y="41278"/>
                      <a:pt x="35521" y="41351"/>
                      <a:pt x="36226" y="41401"/>
                    </a:cubicBezTo>
                    <a:lnTo>
                      <a:pt x="36226" y="41401"/>
                    </a:lnTo>
                    <a:cubicBezTo>
                      <a:pt x="36231" y="41403"/>
                      <a:pt x="36236" y="41404"/>
                      <a:pt x="36241" y="41406"/>
                    </a:cubicBezTo>
                    <a:cubicBezTo>
                      <a:pt x="36241" y="41405"/>
                      <a:pt x="36241" y="41403"/>
                      <a:pt x="36241" y="41402"/>
                    </a:cubicBezTo>
                    <a:lnTo>
                      <a:pt x="36241" y="41402"/>
                    </a:lnTo>
                    <a:cubicBezTo>
                      <a:pt x="36258" y="41403"/>
                      <a:pt x="36275" y="41405"/>
                      <a:pt x="36291" y="41406"/>
                    </a:cubicBezTo>
                    <a:cubicBezTo>
                      <a:pt x="36299" y="41407"/>
                      <a:pt x="36306" y="41407"/>
                      <a:pt x="36313" y="41407"/>
                    </a:cubicBezTo>
                    <a:cubicBezTo>
                      <a:pt x="36520" y="41407"/>
                      <a:pt x="36560" y="41053"/>
                      <a:pt x="36342" y="41005"/>
                    </a:cubicBezTo>
                    <a:cubicBezTo>
                      <a:pt x="31003" y="39426"/>
                      <a:pt x="25615" y="37270"/>
                      <a:pt x="21780" y="33085"/>
                    </a:cubicBezTo>
                    <a:cubicBezTo>
                      <a:pt x="20101" y="31255"/>
                      <a:pt x="18773" y="29075"/>
                      <a:pt x="18096" y="26669"/>
                    </a:cubicBezTo>
                    <a:cubicBezTo>
                      <a:pt x="17770" y="25441"/>
                      <a:pt x="17620" y="24112"/>
                      <a:pt x="17895" y="22859"/>
                    </a:cubicBezTo>
                    <a:cubicBezTo>
                      <a:pt x="18021" y="22233"/>
                      <a:pt x="18246" y="21631"/>
                      <a:pt x="18572" y="21105"/>
                    </a:cubicBezTo>
                    <a:cubicBezTo>
                      <a:pt x="18948" y="20554"/>
                      <a:pt x="19424" y="20102"/>
                      <a:pt x="19925" y="19701"/>
                    </a:cubicBezTo>
                    <a:cubicBezTo>
                      <a:pt x="21028" y="18799"/>
                      <a:pt x="22206" y="18022"/>
                      <a:pt x="22833" y="16669"/>
                    </a:cubicBezTo>
                    <a:cubicBezTo>
                      <a:pt x="23384" y="15416"/>
                      <a:pt x="23509" y="13962"/>
                      <a:pt x="23058" y="12659"/>
                    </a:cubicBezTo>
                    <a:cubicBezTo>
                      <a:pt x="23022" y="12562"/>
                      <a:pt x="22945" y="12518"/>
                      <a:pt x="22866" y="12518"/>
                    </a:cubicBezTo>
                    <a:cubicBezTo>
                      <a:pt x="22782" y="12518"/>
                      <a:pt x="22696" y="12568"/>
                      <a:pt x="22657" y="12659"/>
                    </a:cubicBezTo>
                    <a:cubicBezTo>
                      <a:pt x="22352" y="13399"/>
                      <a:pt x="22010" y="14140"/>
                      <a:pt x="21662" y="14864"/>
                    </a:cubicBezTo>
                    <a:lnTo>
                      <a:pt x="21662" y="14864"/>
                    </a:lnTo>
                    <a:cubicBezTo>
                      <a:pt x="21251" y="14170"/>
                      <a:pt x="20842" y="13474"/>
                      <a:pt x="20452" y="12759"/>
                    </a:cubicBezTo>
                    <a:cubicBezTo>
                      <a:pt x="20420" y="12696"/>
                      <a:pt x="20358" y="12668"/>
                      <a:pt x="20293" y="12668"/>
                    </a:cubicBezTo>
                    <a:cubicBezTo>
                      <a:pt x="20202" y="12668"/>
                      <a:pt x="20105" y="12722"/>
                      <a:pt x="20076" y="12809"/>
                    </a:cubicBezTo>
                    <a:cubicBezTo>
                      <a:pt x="19828" y="13619"/>
                      <a:pt x="19500" y="14389"/>
                      <a:pt x="19109" y="15118"/>
                    </a:cubicBezTo>
                    <a:lnTo>
                      <a:pt x="19109" y="15118"/>
                    </a:lnTo>
                    <a:cubicBezTo>
                      <a:pt x="18446" y="14340"/>
                      <a:pt x="17782" y="13564"/>
                      <a:pt x="17118" y="12809"/>
                    </a:cubicBezTo>
                    <a:cubicBezTo>
                      <a:pt x="17080" y="12771"/>
                      <a:pt x="17035" y="12754"/>
                      <a:pt x="16989" y="12754"/>
                    </a:cubicBezTo>
                    <a:cubicBezTo>
                      <a:pt x="16914" y="12754"/>
                      <a:pt x="16839" y="12797"/>
                      <a:pt x="16793" y="12859"/>
                    </a:cubicBezTo>
                    <a:cubicBezTo>
                      <a:pt x="16163" y="13759"/>
                      <a:pt x="15614" y="14699"/>
                      <a:pt x="15146" y="15679"/>
                    </a:cubicBezTo>
                    <a:lnTo>
                      <a:pt x="15146" y="15679"/>
                    </a:lnTo>
                    <a:cubicBezTo>
                      <a:pt x="14739" y="14965"/>
                      <a:pt x="14347" y="14250"/>
                      <a:pt x="13935" y="13536"/>
                    </a:cubicBezTo>
                    <a:cubicBezTo>
                      <a:pt x="13892" y="13463"/>
                      <a:pt x="13822" y="13424"/>
                      <a:pt x="13752" y="13424"/>
                    </a:cubicBezTo>
                    <a:cubicBezTo>
                      <a:pt x="13702" y="13424"/>
                      <a:pt x="13651" y="13444"/>
                      <a:pt x="13610" y="13486"/>
                    </a:cubicBezTo>
                    <a:cubicBezTo>
                      <a:pt x="13159" y="13887"/>
                      <a:pt x="12707" y="14263"/>
                      <a:pt x="12256" y="14664"/>
                    </a:cubicBezTo>
                    <a:cubicBezTo>
                      <a:pt x="12156" y="14764"/>
                      <a:pt x="12031" y="14864"/>
                      <a:pt x="11930" y="14965"/>
                    </a:cubicBezTo>
                    <a:cubicBezTo>
                      <a:pt x="11855" y="15015"/>
                      <a:pt x="11705" y="15215"/>
                      <a:pt x="11630" y="15215"/>
                    </a:cubicBezTo>
                    <a:cubicBezTo>
                      <a:pt x="11621" y="15217"/>
                      <a:pt x="11612" y="15218"/>
                      <a:pt x="11602" y="15218"/>
                    </a:cubicBezTo>
                    <a:cubicBezTo>
                      <a:pt x="11507" y="15218"/>
                      <a:pt x="11397" y="15110"/>
                      <a:pt x="11329" y="15065"/>
                    </a:cubicBezTo>
                    <a:cubicBezTo>
                      <a:pt x="11204" y="14990"/>
                      <a:pt x="11078" y="14914"/>
                      <a:pt x="10978" y="14839"/>
                    </a:cubicBezTo>
                    <a:cubicBezTo>
                      <a:pt x="10153" y="14318"/>
                      <a:pt x="9384" y="13721"/>
                      <a:pt x="8655" y="13098"/>
                    </a:cubicBezTo>
                    <a:lnTo>
                      <a:pt x="8655" y="13098"/>
                    </a:lnTo>
                    <a:lnTo>
                      <a:pt x="10727" y="12834"/>
                    </a:lnTo>
                    <a:cubicBezTo>
                      <a:pt x="10853" y="12809"/>
                      <a:pt x="10953" y="12709"/>
                      <a:pt x="10928" y="12584"/>
                    </a:cubicBezTo>
                    <a:cubicBezTo>
                      <a:pt x="10775" y="11752"/>
                      <a:pt x="10641" y="10940"/>
                      <a:pt x="10493" y="10114"/>
                    </a:cubicBezTo>
                    <a:lnTo>
                      <a:pt x="10493" y="10114"/>
                    </a:lnTo>
                    <a:cubicBezTo>
                      <a:pt x="11686" y="10543"/>
                      <a:pt x="12857" y="11055"/>
                      <a:pt x="13986" y="11631"/>
                    </a:cubicBezTo>
                    <a:cubicBezTo>
                      <a:pt x="14018" y="11651"/>
                      <a:pt x="14055" y="11660"/>
                      <a:pt x="14090" y="11660"/>
                    </a:cubicBezTo>
                    <a:cubicBezTo>
                      <a:pt x="14191" y="11660"/>
                      <a:pt x="14286" y="11585"/>
                      <a:pt x="14286" y="11456"/>
                    </a:cubicBezTo>
                    <a:cubicBezTo>
                      <a:pt x="14309" y="10651"/>
                      <a:pt x="14331" y="9826"/>
                      <a:pt x="14336" y="8999"/>
                    </a:cubicBezTo>
                    <a:lnTo>
                      <a:pt x="14336" y="8999"/>
                    </a:lnTo>
                    <a:cubicBezTo>
                      <a:pt x="15437" y="9432"/>
                      <a:pt x="16578" y="9801"/>
                      <a:pt x="17720" y="10127"/>
                    </a:cubicBezTo>
                    <a:cubicBezTo>
                      <a:pt x="17733" y="10130"/>
                      <a:pt x="17746" y="10131"/>
                      <a:pt x="17759" y="10131"/>
                    </a:cubicBezTo>
                    <a:cubicBezTo>
                      <a:pt x="17870" y="10131"/>
                      <a:pt x="17971" y="10039"/>
                      <a:pt x="17971" y="9927"/>
                    </a:cubicBezTo>
                    <a:cubicBezTo>
                      <a:pt x="18040" y="9030"/>
                      <a:pt x="18151" y="8155"/>
                      <a:pt x="18323" y="7281"/>
                    </a:cubicBezTo>
                    <a:lnTo>
                      <a:pt x="18323" y="7281"/>
                    </a:lnTo>
                    <a:cubicBezTo>
                      <a:pt x="19542" y="7788"/>
                      <a:pt x="20825" y="8161"/>
                      <a:pt x="22131" y="8398"/>
                    </a:cubicBezTo>
                    <a:cubicBezTo>
                      <a:pt x="22142" y="8400"/>
                      <a:pt x="22154" y="8400"/>
                      <a:pt x="22165" y="8400"/>
                    </a:cubicBezTo>
                    <a:cubicBezTo>
                      <a:pt x="22325" y="8400"/>
                      <a:pt x="22450" y="8238"/>
                      <a:pt x="22357" y="8097"/>
                    </a:cubicBezTo>
                    <a:cubicBezTo>
                      <a:pt x="21680" y="6719"/>
                      <a:pt x="20903" y="5416"/>
                      <a:pt x="20001" y="4188"/>
                    </a:cubicBezTo>
                    <a:cubicBezTo>
                      <a:pt x="19199" y="3085"/>
                      <a:pt x="18321" y="2032"/>
                      <a:pt x="17219" y="1230"/>
                    </a:cubicBezTo>
                    <a:cubicBezTo>
                      <a:pt x="16010" y="359"/>
                      <a:pt x="14619" y="1"/>
                      <a:pt x="13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24"/>
              <p:cNvSpPr/>
              <p:nvPr/>
            </p:nvSpPr>
            <p:spPr>
              <a:xfrm>
                <a:off x="-7435925" y="-701175"/>
                <a:ext cx="73325" cy="82225"/>
              </a:xfrm>
              <a:custGeom>
                <a:rect b="b" l="l" r="r" t="t"/>
                <a:pathLst>
                  <a:path extrusionOk="0" h="3289" w="2933">
                    <a:moveTo>
                      <a:pt x="1206" y="1"/>
                    </a:moveTo>
                    <a:cubicBezTo>
                      <a:pt x="1103" y="1"/>
                      <a:pt x="1001" y="18"/>
                      <a:pt x="903" y="53"/>
                    </a:cubicBezTo>
                    <a:cubicBezTo>
                      <a:pt x="251" y="279"/>
                      <a:pt x="0" y="1181"/>
                      <a:pt x="301" y="2058"/>
                    </a:cubicBezTo>
                    <a:cubicBezTo>
                      <a:pt x="576" y="2798"/>
                      <a:pt x="1154" y="3288"/>
                      <a:pt x="1719" y="3288"/>
                    </a:cubicBezTo>
                    <a:cubicBezTo>
                      <a:pt x="1824" y="3288"/>
                      <a:pt x="1928" y="3271"/>
                      <a:pt x="2030" y="3236"/>
                    </a:cubicBezTo>
                    <a:cubicBezTo>
                      <a:pt x="2657" y="3010"/>
                      <a:pt x="2933" y="2133"/>
                      <a:pt x="2632" y="1231"/>
                    </a:cubicBezTo>
                    <a:cubicBezTo>
                      <a:pt x="2357" y="491"/>
                      <a:pt x="1761" y="1"/>
                      <a:pt x="1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24"/>
              <p:cNvSpPr/>
              <p:nvPr/>
            </p:nvSpPr>
            <p:spPr>
              <a:xfrm>
                <a:off x="-7478525" y="-706150"/>
                <a:ext cx="104600" cy="12200"/>
              </a:xfrm>
              <a:custGeom>
                <a:rect b="b" l="l" r="r" t="t"/>
                <a:pathLst>
                  <a:path extrusionOk="0" h="488" w="4184">
                    <a:moveTo>
                      <a:pt x="253" y="0"/>
                    </a:moveTo>
                    <a:cubicBezTo>
                      <a:pt x="0" y="0"/>
                      <a:pt x="8" y="403"/>
                      <a:pt x="276" y="427"/>
                    </a:cubicBezTo>
                    <a:cubicBezTo>
                      <a:pt x="938" y="469"/>
                      <a:pt x="1600" y="487"/>
                      <a:pt x="2267" y="487"/>
                    </a:cubicBezTo>
                    <a:cubicBezTo>
                      <a:pt x="2811" y="487"/>
                      <a:pt x="3358" y="475"/>
                      <a:pt x="3910" y="453"/>
                    </a:cubicBezTo>
                    <a:cubicBezTo>
                      <a:pt x="4153" y="453"/>
                      <a:pt x="4184" y="50"/>
                      <a:pt x="3933" y="50"/>
                    </a:cubicBezTo>
                    <a:cubicBezTo>
                      <a:pt x="3925" y="50"/>
                      <a:pt x="3918" y="51"/>
                      <a:pt x="3910" y="52"/>
                    </a:cubicBezTo>
                    <a:cubicBezTo>
                      <a:pt x="3475" y="69"/>
                      <a:pt x="3043" y="78"/>
                      <a:pt x="2613" y="78"/>
                    </a:cubicBezTo>
                    <a:cubicBezTo>
                      <a:pt x="1830" y="78"/>
                      <a:pt x="1053" y="50"/>
                      <a:pt x="276" y="1"/>
                    </a:cubicBezTo>
                    <a:cubicBezTo>
                      <a:pt x="268" y="1"/>
                      <a:pt x="260" y="0"/>
                      <a:pt x="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24"/>
              <p:cNvSpPr/>
              <p:nvPr/>
            </p:nvSpPr>
            <p:spPr>
              <a:xfrm>
                <a:off x="-7709750" y="-418075"/>
                <a:ext cx="161150" cy="367775"/>
              </a:xfrm>
              <a:custGeom>
                <a:rect b="b" l="l" r="r" t="t"/>
                <a:pathLst>
                  <a:path extrusionOk="0" h="14711" w="6446">
                    <a:moveTo>
                      <a:pt x="264" y="1"/>
                    </a:moveTo>
                    <a:cubicBezTo>
                      <a:pt x="158" y="1"/>
                      <a:pt x="51" y="70"/>
                      <a:pt x="51" y="208"/>
                    </a:cubicBezTo>
                    <a:cubicBezTo>
                      <a:pt x="1" y="4393"/>
                      <a:pt x="1304" y="8554"/>
                      <a:pt x="3735" y="11987"/>
                    </a:cubicBezTo>
                    <a:cubicBezTo>
                      <a:pt x="4412" y="12940"/>
                      <a:pt x="5164" y="13842"/>
                      <a:pt x="5991" y="14644"/>
                    </a:cubicBezTo>
                    <a:cubicBezTo>
                      <a:pt x="6038" y="14691"/>
                      <a:pt x="6090" y="14710"/>
                      <a:pt x="6139" y="14710"/>
                    </a:cubicBezTo>
                    <a:cubicBezTo>
                      <a:pt x="6304" y="14710"/>
                      <a:pt x="6446" y="14497"/>
                      <a:pt x="6292" y="14343"/>
                    </a:cubicBezTo>
                    <a:cubicBezTo>
                      <a:pt x="3384" y="11486"/>
                      <a:pt x="1430" y="7702"/>
                      <a:pt x="728" y="3691"/>
                    </a:cubicBezTo>
                    <a:cubicBezTo>
                      <a:pt x="552" y="2539"/>
                      <a:pt x="452" y="1386"/>
                      <a:pt x="477" y="208"/>
                    </a:cubicBezTo>
                    <a:cubicBezTo>
                      <a:pt x="477" y="70"/>
                      <a:pt x="371" y="1"/>
                      <a:pt x="2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24"/>
              <p:cNvSpPr/>
              <p:nvPr/>
            </p:nvSpPr>
            <p:spPr>
              <a:xfrm>
                <a:off x="-7523025" y="-26925"/>
                <a:ext cx="13825" cy="10675"/>
              </a:xfrm>
              <a:custGeom>
                <a:rect b="b" l="l" r="r" t="t"/>
                <a:pathLst>
                  <a:path extrusionOk="0" h="427" w="553">
                    <a:moveTo>
                      <a:pt x="276" y="0"/>
                    </a:moveTo>
                    <a:cubicBezTo>
                      <a:pt x="1" y="0"/>
                      <a:pt x="1" y="427"/>
                      <a:pt x="276" y="427"/>
                    </a:cubicBezTo>
                    <a:cubicBezTo>
                      <a:pt x="552" y="427"/>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24"/>
              <p:cNvSpPr/>
              <p:nvPr/>
            </p:nvSpPr>
            <p:spPr>
              <a:xfrm>
                <a:off x="-7598450" y="-258000"/>
                <a:ext cx="335350" cy="367500"/>
              </a:xfrm>
              <a:custGeom>
                <a:rect b="b" l="l" r="r" t="t"/>
                <a:pathLst>
                  <a:path extrusionOk="0" h="14700" w="13414">
                    <a:moveTo>
                      <a:pt x="246" y="0"/>
                    </a:moveTo>
                    <a:cubicBezTo>
                      <a:pt x="119" y="0"/>
                      <a:pt x="0" y="96"/>
                      <a:pt x="60" y="246"/>
                    </a:cubicBezTo>
                    <a:cubicBezTo>
                      <a:pt x="1689" y="5158"/>
                      <a:pt x="4948" y="9469"/>
                      <a:pt x="9158" y="12477"/>
                    </a:cubicBezTo>
                    <a:cubicBezTo>
                      <a:pt x="10361" y="13329"/>
                      <a:pt x="11639" y="14055"/>
                      <a:pt x="12993" y="14682"/>
                    </a:cubicBezTo>
                    <a:cubicBezTo>
                      <a:pt x="13023" y="14694"/>
                      <a:pt x="13053" y="14700"/>
                      <a:pt x="13082" y="14700"/>
                    </a:cubicBezTo>
                    <a:cubicBezTo>
                      <a:pt x="13286" y="14700"/>
                      <a:pt x="13413" y="14416"/>
                      <a:pt x="13193" y="14306"/>
                    </a:cubicBezTo>
                    <a:cubicBezTo>
                      <a:pt x="8557" y="12176"/>
                      <a:pt x="4647" y="8542"/>
                      <a:pt x="2166" y="4055"/>
                    </a:cubicBezTo>
                    <a:cubicBezTo>
                      <a:pt x="1489" y="2802"/>
                      <a:pt x="912" y="1499"/>
                      <a:pt x="461" y="146"/>
                    </a:cubicBezTo>
                    <a:cubicBezTo>
                      <a:pt x="421" y="44"/>
                      <a:pt x="331" y="0"/>
                      <a:pt x="2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24"/>
              <p:cNvSpPr/>
              <p:nvPr/>
            </p:nvSpPr>
            <p:spPr>
              <a:xfrm>
                <a:off x="-7399875" y="-68525"/>
                <a:ext cx="115825" cy="135500"/>
              </a:xfrm>
              <a:custGeom>
                <a:rect b="b" l="l" r="r" t="t"/>
                <a:pathLst>
                  <a:path extrusionOk="0" h="5420" w="4633">
                    <a:moveTo>
                      <a:pt x="288" y="1"/>
                    </a:moveTo>
                    <a:cubicBezTo>
                      <a:pt x="152" y="1"/>
                      <a:pt x="1" y="156"/>
                      <a:pt x="87" y="311"/>
                    </a:cubicBezTo>
                    <a:cubicBezTo>
                      <a:pt x="1015" y="2341"/>
                      <a:pt x="2443" y="4070"/>
                      <a:pt x="4248" y="5374"/>
                    </a:cubicBezTo>
                    <a:cubicBezTo>
                      <a:pt x="4284" y="5406"/>
                      <a:pt x="4322" y="5419"/>
                      <a:pt x="4357" y="5419"/>
                    </a:cubicBezTo>
                    <a:cubicBezTo>
                      <a:pt x="4515" y="5419"/>
                      <a:pt x="4633" y="5146"/>
                      <a:pt x="4448" y="5023"/>
                    </a:cubicBezTo>
                    <a:cubicBezTo>
                      <a:pt x="2719" y="3745"/>
                      <a:pt x="1340" y="2065"/>
                      <a:pt x="438" y="111"/>
                    </a:cubicBezTo>
                    <a:cubicBezTo>
                      <a:pt x="407" y="32"/>
                      <a:pt x="349" y="1"/>
                      <a:pt x="2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24"/>
              <p:cNvSpPr/>
              <p:nvPr/>
            </p:nvSpPr>
            <p:spPr>
              <a:xfrm>
                <a:off x="-7450975" y="-124050"/>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24"/>
              <p:cNvSpPr/>
              <p:nvPr/>
            </p:nvSpPr>
            <p:spPr>
              <a:xfrm>
                <a:off x="-7386425" y="-294975"/>
                <a:ext cx="29700" cy="114100"/>
              </a:xfrm>
              <a:custGeom>
                <a:rect b="b" l="l" r="r" t="t"/>
                <a:pathLst>
                  <a:path extrusionOk="0" h="4564" w="1188">
                    <a:moveTo>
                      <a:pt x="943" y="1"/>
                    </a:moveTo>
                    <a:cubicBezTo>
                      <a:pt x="857" y="1"/>
                      <a:pt x="768" y="45"/>
                      <a:pt x="727" y="146"/>
                    </a:cubicBezTo>
                    <a:cubicBezTo>
                      <a:pt x="226" y="1499"/>
                      <a:pt x="0" y="2928"/>
                      <a:pt x="76" y="4356"/>
                    </a:cubicBezTo>
                    <a:cubicBezTo>
                      <a:pt x="76" y="4494"/>
                      <a:pt x="182" y="4563"/>
                      <a:pt x="285" y="4563"/>
                    </a:cubicBezTo>
                    <a:cubicBezTo>
                      <a:pt x="389" y="4563"/>
                      <a:pt x="489" y="4494"/>
                      <a:pt x="477" y="4356"/>
                    </a:cubicBezTo>
                    <a:cubicBezTo>
                      <a:pt x="426" y="2953"/>
                      <a:pt x="627" y="1575"/>
                      <a:pt x="1128" y="246"/>
                    </a:cubicBezTo>
                    <a:cubicBezTo>
                      <a:pt x="1188" y="97"/>
                      <a:pt x="1070" y="1"/>
                      <a:pt x="9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24"/>
              <p:cNvSpPr/>
              <p:nvPr/>
            </p:nvSpPr>
            <p:spPr>
              <a:xfrm>
                <a:off x="-7353850" y="-318275"/>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24"/>
              <p:cNvSpPr/>
              <p:nvPr/>
            </p:nvSpPr>
            <p:spPr>
              <a:xfrm>
                <a:off x="-7510500" y="-350625"/>
                <a:ext cx="18825" cy="31125"/>
              </a:xfrm>
              <a:custGeom>
                <a:rect b="b" l="l" r="r" t="t"/>
                <a:pathLst>
                  <a:path extrusionOk="0" h="1245" w="753">
                    <a:moveTo>
                      <a:pt x="515" y="0"/>
                    </a:moveTo>
                    <a:cubicBezTo>
                      <a:pt x="463" y="0"/>
                      <a:pt x="412" y="20"/>
                      <a:pt x="377" y="66"/>
                    </a:cubicBezTo>
                    <a:cubicBezTo>
                      <a:pt x="151" y="317"/>
                      <a:pt x="1" y="668"/>
                      <a:pt x="26" y="1044"/>
                    </a:cubicBezTo>
                    <a:cubicBezTo>
                      <a:pt x="26" y="1144"/>
                      <a:pt x="126" y="1244"/>
                      <a:pt x="226" y="1244"/>
                    </a:cubicBezTo>
                    <a:cubicBezTo>
                      <a:pt x="352" y="1244"/>
                      <a:pt x="452" y="1144"/>
                      <a:pt x="452" y="1044"/>
                    </a:cubicBezTo>
                    <a:cubicBezTo>
                      <a:pt x="452" y="993"/>
                      <a:pt x="452" y="968"/>
                      <a:pt x="452" y="918"/>
                    </a:cubicBezTo>
                    <a:cubicBezTo>
                      <a:pt x="452" y="918"/>
                      <a:pt x="452" y="893"/>
                      <a:pt x="452" y="868"/>
                    </a:cubicBezTo>
                    <a:cubicBezTo>
                      <a:pt x="452" y="843"/>
                      <a:pt x="452" y="818"/>
                      <a:pt x="452" y="793"/>
                    </a:cubicBezTo>
                    <a:cubicBezTo>
                      <a:pt x="452" y="793"/>
                      <a:pt x="477" y="768"/>
                      <a:pt x="477" y="743"/>
                    </a:cubicBezTo>
                    <a:cubicBezTo>
                      <a:pt x="477" y="718"/>
                      <a:pt x="477" y="693"/>
                      <a:pt x="502" y="643"/>
                    </a:cubicBezTo>
                    <a:cubicBezTo>
                      <a:pt x="502" y="643"/>
                      <a:pt x="502" y="618"/>
                      <a:pt x="502" y="618"/>
                    </a:cubicBezTo>
                    <a:cubicBezTo>
                      <a:pt x="527" y="592"/>
                      <a:pt x="527" y="592"/>
                      <a:pt x="527" y="592"/>
                    </a:cubicBezTo>
                    <a:cubicBezTo>
                      <a:pt x="527" y="567"/>
                      <a:pt x="552" y="517"/>
                      <a:pt x="577" y="492"/>
                    </a:cubicBezTo>
                    <a:cubicBezTo>
                      <a:pt x="577" y="467"/>
                      <a:pt x="602" y="442"/>
                      <a:pt x="627" y="417"/>
                    </a:cubicBezTo>
                    <a:cubicBezTo>
                      <a:pt x="627" y="392"/>
                      <a:pt x="627" y="392"/>
                      <a:pt x="653" y="392"/>
                    </a:cubicBezTo>
                    <a:cubicBezTo>
                      <a:pt x="653" y="379"/>
                      <a:pt x="653" y="373"/>
                      <a:pt x="649" y="373"/>
                    </a:cubicBezTo>
                    <a:cubicBezTo>
                      <a:pt x="646" y="373"/>
                      <a:pt x="640" y="379"/>
                      <a:pt x="627" y="392"/>
                    </a:cubicBezTo>
                    <a:cubicBezTo>
                      <a:pt x="627" y="392"/>
                      <a:pt x="653" y="367"/>
                      <a:pt x="678" y="342"/>
                    </a:cubicBezTo>
                    <a:cubicBezTo>
                      <a:pt x="753" y="267"/>
                      <a:pt x="753" y="141"/>
                      <a:pt x="678" y="66"/>
                    </a:cubicBezTo>
                    <a:cubicBezTo>
                      <a:pt x="637" y="26"/>
                      <a:pt x="576" y="0"/>
                      <a:pt x="5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24"/>
              <p:cNvSpPr/>
              <p:nvPr/>
            </p:nvSpPr>
            <p:spPr>
              <a:xfrm>
                <a:off x="-7489175" y="-344125"/>
                <a:ext cx="20075" cy="26650"/>
              </a:xfrm>
              <a:custGeom>
                <a:rect b="b" l="l" r="r" t="t"/>
                <a:pathLst>
                  <a:path extrusionOk="0" h="1066" w="803">
                    <a:moveTo>
                      <a:pt x="577" y="0"/>
                    </a:moveTo>
                    <a:cubicBezTo>
                      <a:pt x="520" y="0"/>
                      <a:pt x="464" y="19"/>
                      <a:pt x="426" y="57"/>
                    </a:cubicBezTo>
                    <a:cubicBezTo>
                      <a:pt x="226" y="257"/>
                      <a:pt x="100" y="533"/>
                      <a:pt x="25" y="809"/>
                    </a:cubicBezTo>
                    <a:cubicBezTo>
                      <a:pt x="0" y="909"/>
                      <a:pt x="50" y="1034"/>
                      <a:pt x="175" y="1059"/>
                    </a:cubicBezTo>
                    <a:cubicBezTo>
                      <a:pt x="193" y="1064"/>
                      <a:pt x="211" y="1066"/>
                      <a:pt x="229" y="1066"/>
                    </a:cubicBezTo>
                    <a:cubicBezTo>
                      <a:pt x="316" y="1066"/>
                      <a:pt x="405" y="1017"/>
                      <a:pt x="426" y="934"/>
                    </a:cubicBezTo>
                    <a:cubicBezTo>
                      <a:pt x="447" y="850"/>
                      <a:pt x="468" y="784"/>
                      <a:pt x="489" y="721"/>
                    </a:cubicBezTo>
                    <a:lnTo>
                      <a:pt x="489" y="721"/>
                    </a:lnTo>
                    <a:cubicBezTo>
                      <a:pt x="486" y="724"/>
                      <a:pt x="482" y="728"/>
                      <a:pt x="476" y="733"/>
                    </a:cubicBezTo>
                    <a:cubicBezTo>
                      <a:pt x="484" y="719"/>
                      <a:pt x="491" y="704"/>
                      <a:pt x="500" y="688"/>
                    </a:cubicBezTo>
                    <a:lnTo>
                      <a:pt x="500" y="688"/>
                    </a:lnTo>
                    <a:cubicBezTo>
                      <a:pt x="496" y="699"/>
                      <a:pt x="493" y="710"/>
                      <a:pt x="489" y="721"/>
                    </a:cubicBezTo>
                    <a:lnTo>
                      <a:pt x="489" y="721"/>
                    </a:lnTo>
                    <a:cubicBezTo>
                      <a:pt x="501" y="708"/>
                      <a:pt x="501" y="703"/>
                      <a:pt x="501" y="685"/>
                    </a:cubicBezTo>
                    <a:lnTo>
                      <a:pt x="501" y="685"/>
                    </a:lnTo>
                    <a:cubicBezTo>
                      <a:pt x="501" y="686"/>
                      <a:pt x="500" y="687"/>
                      <a:pt x="500" y="688"/>
                    </a:cubicBezTo>
                    <a:lnTo>
                      <a:pt x="500" y="688"/>
                    </a:lnTo>
                    <a:cubicBezTo>
                      <a:pt x="500" y="687"/>
                      <a:pt x="501" y="685"/>
                      <a:pt x="501" y="683"/>
                    </a:cubicBezTo>
                    <a:lnTo>
                      <a:pt x="501" y="683"/>
                    </a:lnTo>
                    <a:cubicBezTo>
                      <a:pt x="501" y="684"/>
                      <a:pt x="501" y="685"/>
                      <a:pt x="501" y="685"/>
                    </a:cubicBezTo>
                    <a:lnTo>
                      <a:pt x="501" y="685"/>
                    </a:lnTo>
                    <a:cubicBezTo>
                      <a:pt x="550" y="596"/>
                      <a:pt x="613" y="496"/>
                      <a:pt x="677" y="433"/>
                    </a:cubicBezTo>
                    <a:cubicBezTo>
                      <a:pt x="652" y="433"/>
                      <a:pt x="652" y="458"/>
                      <a:pt x="627" y="458"/>
                    </a:cubicBezTo>
                    <a:cubicBezTo>
                      <a:pt x="652" y="433"/>
                      <a:pt x="702" y="383"/>
                      <a:pt x="727" y="358"/>
                    </a:cubicBezTo>
                    <a:cubicBezTo>
                      <a:pt x="802" y="282"/>
                      <a:pt x="802" y="132"/>
                      <a:pt x="727" y="57"/>
                    </a:cubicBezTo>
                    <a:cubicBezTo>
                      <a:pt x="689" y="19"/>
                      <a:pt x="633"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24"/>
              <p:cNvSpPr/>
              <p:nvPr/>
            </p:nvSpPr>
            <p:spPr>
              <a:xfrm>
                <a:off x="-7638925" y="-617650"/>
                <a:ext cx="55325" cy="219325"/>
              </a:xfrm>
              <a:custGeom>
                <a:rect b="b" l="l" r="r" t="t"/>
                <a:pathLst>
                  <a:path extrusionOk="0" h="8773" w="2213">
                    <a:moveTo>
                      <a:pt x="1922" y="1"/>
                    </a:moveTo>
                    <a:cubicBezTo>
                      <a:pt x="1873" y="1"/>
                      <a:pt x="1823" y="21"/>
                      <a:pt x="1780" y="70"/>
                    </a:cubicBezTo>
                    <a:cubicBezTo>
                      <a:pt x="1328" y="547"/>
                      <a:pt x="1028" y="1148"/>
                      <a:pt x="802" y="1775"/>
                    </a:cubicBezTo>
                    <a:cubicBezTo>
                      <a:pt x="551" y="2527"/>
                      <a:pt x="376" y="3278"/>
                      <a:pt x="251" y="4030"/>
                    </a:cubicBezTo>
                    <a:cubicBezTo>
                      <a:pt x="0" y="5559"/>
                      <a:pt x="25" y="7113"/>
                      <a:pt x="251" y="8617"/>
                    </a:cubicBezTo>
                    <a:cubicBezTo>
                      <a:pt x="271" y="8727"/>
                      <a:pt x="346" y="8773"/>
                      <a:pt x="427" y="8773"/>
                    </a:cubicBezTo>
                    <a:cubicBezTo>
                      <a:pt x="549" y="8773"/>
                      <a:pt x="682" y="8667"/>
                      <a:pt x="652" y="8517"/>
                    </a:cubicBezTo>
                    <a:cubicBezTo>
                      <a:pt x="426" y="7063"/>
                      <a:pt x="426" y="5584"/>
                      <a:pt x="652" y="4156"/>
                    </a:cubicBezTo>
                    <a:cubicBezTo>
                      <a:pt x="777" y="3454"/>
                      <a:pt x="927" y="2777"/>
                      <a:pt x="1153" y="2101"/>
                    </a:cubicBezTo>
                    <a:cubicBezTo>
                      <a:pt x="1353" y="1474"/>
                      <a:pt x="1629" y="847"/>
                      <a:pt x="2080" y="346"/>
                    </a:cubicBezTo>
                    <a:cubicBezTo>
                      <a:pt x="2213" y="195"/>
                      <a:pt x="2074"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3" name="Google Shape;2313;p24"/>
              <p:cNvSpPr/>
              <p:nvPr/>
            </p:nvSpPr>
            <p:spPr>
              <a:xfrm>
                <a:off x="-7690825" y="-666425"/>
                <a:ext cx="88975" cy="147800"/>
              </a:xfrm>
              <a:custGeom>
                <a:rect b="b" l="l" r="r" t="t"/>
                <a:pathLst>
                  <a:path extrusionOk="0" h="5912" w="3559">
                    <a:moveTo>
                      <a:pt x="3263" y="0"/>
                    </a:moveTo>
                    <a:cubicBezTo>
                      <a:pt x="3217" y="0"/>
                      <a:pt x="3169" y="20"/>
                      <a:pt x="3129" y="67"/>
                    </a:cubicBezTo>
                    <a:cubicBezTo>
                      <a:pt x="1600" y="1620"/>
                      <a:pt x="547" y="3550"/>
                      <a:pt x="46" y="5656"/>
                    </a:cubicBezTo>
                    <a:cubicBezTo>
                      <a:pt x="1" y="5806"/>
                      <a:pt x="137" y="5912"/>
                      <a:pt x="264" y="5912"/>
                    </a:cubicBezTo>
                    <a:cubicBezTo>
                      <a:pt x="347" y="5912"/>
                      <a:pt x="427" y="5866"/>
                      <a:pt x="447" y="5756"/>
                    </a:cubicBezTo>
                    <a:cubicBezTo>
                      <a:pt x="923" y="3726"/>
                      <a:pt x="1951" y="1871"/>
                      <a:pt x="3404" y="367"/>
                    </a:cubicBezTo>
                    <a:cubicBezTo>
                      <a:pt x="3558" y="213"/>
                      <a:pt x="341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24"/>
              <p:cNvSpPr/>
              <p:nvPr/>
            </p:nvSpPr>
            <p:spPr>
              <a:xfrm>
                <a:off x="-7544950" y="-607625"/>
                <a:ext cx="23825" cy="26375"/>
              </a:xfrm>
              <a:custGeom>
                <a:rect b="b" l="l" r="r" t="t"/>
                <a:pathLst>
                  <a:path extrusionOk="0" h="1055" w="953">
                    <a:moveTo>
                      <a:pt x="679" y="0"/>
                    </a:moveTo>
                    <a:cubicBezTo>
                      <a:pt x="650" y="0"/>
                      <a:pt x="623" y="6"/>
                      <a:pt x="602" y="20"/>
                    </a:cubicBezTo>
                    <a:cubicBezTo>
                      <a:pt x="326" y="196"/>
                      <a:pt x="126" y="471"/>
                      <a:pt x="26" y="797"/>
                    </a:cubicBezTo>
                    <a:cubicBezTo>
                      <a:pt x="0" y="897"/>
                      <a:pt x="51" y="1023"/>
                      <a:pt x="176" y="1048"/>
                    </a:cubicBezTo>
                    <a:cubicBezTo>
                      <a:pt x="193" y="1052"/>
                      <a:pt x="210" y="1054"/>
                      <a:pt x="228" y="1054"/>
                    </a:cubicBezTo>
                    <a:cubicBezTo>
                      <a:pt x="315" y="1054"/>
                      <a:pt x="406" y="1002"/>
                      <a:pt x="427" y="897"/>
                    </a:cubicBezTo>
                    <a:cubicBezTo>
                      <a:pt x="427" y="873"/>
                      <a:pt x="451" y="823"/>
                      <a:pt x="476" y="774"/>
                    </a:cubicBezTo>
                    <a:lnTo>
                      <a:pt x="476" y="774"/>
                    </a:lnTo>
                    <a:lnTo>
                      <a:pt x="452" y="822"/>
                    </a:lnTo>
                    <a:cubicBezTo>
                      <a:pt x="474" y="755"/>
                      <a:pt x="516" y="669"/>
                      <a:pt x="578" y="598"/>
                    </a:cubicBezTo>
                    <a:lnTo>
                      <a:pt x="578" y="598"/>
                    </a:lnTo>
                    <a:cubicBezTo>
                      <a:pt x="577" y="605"/>
                      <a:pt x="577" y="613"/>
                      <a:pt x="577" y="622"/>
                    </a:cubicBezTo>
                    <a:cubicBezTo>
                      <a:pt x="619" y="559"/>
                      <a:pt x="678" y="497"/>
                      <a:pt x="740" y="434"/>
                    </a:cubicBezTo>
                    <a:lnTo>
                      <a:pt x="740" y="434"/>
                    </a:lnTo>
                    <a:cubicBezTo>
                      <a:pt x="761" y="414"/>
                      <a:pt x="782" y="396"/>
                      <a:pt x="802" y="396"/>
                    </a:cubicBezTo>
                    <a:cubicBezTo>
                      <a:pt x="903" y="321"/>
                      <a:pt x="953" y="196"/>
                      <a:pt x="878" y="95"/>
                    </a:cubicBezTo>
                    <a:cubicBezTo>
                      <a:pt x="842" y="41"/>
                      <a:pt x="753" y="0"/>
                      <a:pt x="6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24"/>
              <p:cNvSpPr/>
              <p:nvPr/>
            </p:nvSpPr>
            <p:spPr>
              <a:xfrm>
                <a:off x="-7519250" y="-603225"/>
                <a:ext cx="17550" cy="19775"/>
              </a:xfrm>
              <a:custGeom>
                <a:rect b="b" l="l" r="r" t="t"/>
                <a:pathLst>
                  <a:path extrusionOk="0" h="791" w="702">
                    <a:moveTo>
                      <a:pt x="526" y="1"/>
                    </a:moveTo>
                    <a:cubicBezTo>
                      <a:pt x="501" y="1"/>
                      <a:pt x="476" y="7"/>
                      <a:pt x="451" y="20"/>
                    </a:cubicBezTo>
                    <a:lnTo>
                      <a:pt x="401" y="20"/>
                    </a:lnTo>
                    <a:cubicBezTo>
                      <a:pt x="351" y="45"/>
                      <a:pt x="326" y="70"/>
                      <a:pt x="326" y="95"/>
                    </a:cubicBezTo>
                    <a:cubicBezTo>
                      <a:pt x="226" y="220"/>
                      <a:pt x="125" y="346"/>
                      <a:pt x="50" y="471"/>
                    </a:cubicBezTo>
                    <a:cubicBezTo>
                      <a:pt x="25" y="496"/>
                      <a:pt x="25" y="521"/>
                      <a:pt x="25" y="546"/>
                    </a:cubicBezTo>
                    <a:cubicBezTo>
                      <a:pt x="0" y="571"/>
                      <a:pt x="0" y="621"/>
                      <a:pt x="25" y="646"/>
                    </a:cubicBezTo>
                    <a:cubicBezTo>
                      <a:pt x="25" y="696"/>
                      <a:pt x="75" y="747"/>
                      <a:pt x="125" y="772"/>
                    </a:cubicBezTo>
                    <a:cubicBezTo>
                      <a:pt x="150" y="784"/>
                      <a:pt x="175" y="790"/>
                      <a:pt x="201" y="790"/>
                    </a:cubicBezTo>
                    <a:cubicBezTo>
                      <a:pt x="226" y="790"/>
                      <a:pt x="251" y="784"/>
                      <a:pt x="276" y="772"/>
                    </a:cubicBezTo>
                    <a:lnTo>
                      <a:pt x="326" y="772"/>
                    </a:lnTo>
                    <a:cubicBezTo>
                      <a:pt x="351" y="747"/>
                      <a:pt x="376" y="721"/>
                      <a:pt x="401" y="696"/>
                    </a:cubicBezTo>
                    <a:cubicBezTo>
                      <a:pt x="501" y="571"/>
                      <a:pt x="576" y="446"/>
                      <a:pt x="677" y="320"/>
                    </a:cubicBezTo>
                    <a:cubicBezTo>
                      <a:pt x="702" y="295"/>
                      <a:pt x="702" y="270"/>
                      <a:pt x="702" y="245"/>
                    </a:cubicBezTo>
                    <a:cubicBezTo>
                      <a:pt x="702" y="220"/>
                      <a:pt x="702" y="195"/>
                      <a:pt x="702" y="145"/>
                    </a:cubicBezTo>
                    <a:cubicBezTo>
                      <a:pt x="677" y="95"/>
                      <a:pt x="652" y="45"/>
                      <a:pt x="602" y="20"/>
                    </a:cubicBezTo>
                    <a:cubicBezTo>
                      <a:pt x="576" y="7"/>
                      <a:pt x="551" y="1"/>
                      <a:pt x="5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p24"/>
              <p:cNvSpPr/>
              <p:nvPr/>
            </p:nvSpPr>
            <p:spPr>
              <a:xfrm>
                <a:off x="-7578150" y="-357750"/>
                <a:ext cx="14425" cy="42775"/>
              </a:xfrm>
              <a:custGeom>
                <a:rect b="b" l="l" r="r" t="t"/>
                <a:pathLst>
                  <a:path extrusionOk="0" h="1711" w="577">
                    <a:moveTo>
                      <a:pt x="276" y="0"/>
                    </a:moveTo>
                    <a:cubicBezTo>
                      <a:pt x="151" y="0"/>
                      <a:pt x="75" y="101"/>
                      <a:pt x="50" y="201"/>
                    </a:cubicBezTo>
                    <a:cubicBezTo>
                      <a:pt x="0" y="652"/>
                      <a:pt x="50" y="1128"/>
                      <a:pt x="151" y="1554"/>
                    </a:cubicBezTo>
                    <a:cubicBezTo>
                      <a:pt x="171" y="1659"/>
                      <a:pt x="262" y="1711"/>
                      <a:pt x="350" y="1711"/>
                    </a:cubicBezTo>
                    <a:cubicBezTo>
                      <a:pt x="367" y="1711"/>
                      <a:pt x="384" y="1709"/>
                      <a:pt x="401" y="1705"/>
                    </a:cubicBezTo>
                    <a:cubicBezTo>
                      <a:pt x="526" y="1679"/>
                      <a:pt x="577" y="1554"/>
                      <a:pt x="552" y="1454"/>
                    </a:cubicBezTo>
                    <a:cubicBezTo>
                      <a:pt x="451" y="1053"/>
                      <a:pt x="426" y="627"/>
                      <a:pt x="476" y="201"/>
                    </a:cubicBezTo>
                    <a:cubicBezTo>
                      <a:pt x="476" y="101"/>
                      <a:pt x="37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p24"/>
              <p:cNvSpPr/>
              <p:nvPr/>
            </p:nvSpPr>
            <p:spPr>
              <a:xfrm>
                <a:off x="-7481675" y="-228325"/>
                <a:ext cx="13200" cy="22225"/>
              </a:xfrm>
              <a:custGeom>
                <a:rect b="b" l="l" r="r" t="t"/>
                <a:pathLst>
                  <a:path extrusionOk="0" h="889" w="528">
                    <a:moveTo>
                      <a:pt x="211" y="1"/>
                    </a:moveTo>
                    <a:cubicBezTo>
                      <a:pt x="193" y="1"/>
                      <a:pt x="173" y="4"/>
                      <a:pt x="151" y="11"/>
                    </a:cubicBezTo>
                    <a:cubicBezTo>
                      <a:pt x="101" y="36"/>
                      <a:pt x="76" y="61"/>
                      <a:pt x="51" y="112"/>
                    </a:cubicBezTo>
                    <a:cubicBezTo>
                      <a:pt x="1" y="162"/>
                      <a:pt x="1" y="212"/>
                      <a:pt x="26" y="262"/>
                    </a:cubicBezTo>
                    <a:cubicBezTo>
                      <a:pt x="51" y="412"/>
                      <a:pt x="76" y="588"/>
                      <a:pt x="101" y="738"/>
                    </a:cubicBezTo>
                    <a:cubicBezTo>
                      <a:pt x="126" y="788"/>
                      <a:pt x="176" y="838"/>
                      <a:pt x="201" y="863"/>
                    </a:cubicBezTo>
                    <a:cubicBezTo>
                      <a:pt x="251" y="888"/>
                      <a:pt x="327" y="888"/>
                      <a:pt x="377" y="888"/>
                    </a:cubicBezTo>
                    <a:cubicBezTo>
                      <a:pt x="427" y="863"/>
                      <a:pt x="477" y="838"/>
                      <a:pt x="502" y="788"/>
                    </a:cubicBezTo>
                    <a:cubicBezTo>
                      <a:pt x="527" y="738"/>
                      <a:pt x="527" y="688"/>
                      <a:pt x="502" y="613"/>
                    </a:cubicBezTo>
                    <a:cubicBezTo>
                      <a:pt x="477" y="462"/>
                      <a:pt x="452" y="312"/>
                      <a:pt x="427" y="162"/>
                    </a:cubicBezTo>
                    <a:cubicBezTo>
                      <a:pt x="402" y="112"/>
                      <a:pt x="377" y="61"/>
                      <a:pt x="327" y="36"/>
                    </a:cubicBezTo>
                    <a:cubicBezTo>
                      <a:pt x="291" y="19"/>
                      <a:pt x="256" y="1"/>
                      <a:pt x="2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p24"/>
              <p:cNvSpPr/>
              <p:nvPr/>
            </p:nvSpPr>
            <p:spPr>
              <a:xfrm>
                <a:off x="-7209725" y="114675"/>
                <a:ext cx="39500" cy="25875"/>
              </a:xfrm>
              <a:custGeom>
                <a:rect b="b" l="l" r="r" t="t"/>
                <a:pathLst>
                  <a:path extrusionOk="0" h="1035" w="1580">
                    <a:moveTo>
                      <a:pt x="229" y="1"/>
                    </a:moveTo>
                    <a:cubicBezTo>
                      <a:pt x="176" y="1"/>
                      <a:pt x="125" y="26"/>
                      <a:pt x="100" y="76"/>
                    </a:cubicBezTo>
                    <a:cubicBezTo>
                      <a:pt x="0" y="151"/>
                      <a:pt x="25" y="276"/>
                      <a:pt x="100" y="352"/>
                    </a:cubicBezTo>
                    <a:cubicBezTo>
                      <a:pt x="401" y="727"/>
                      <a:pt x="852" y="978"/>
                      <a:pt x="1303" y="1028"/>
                    </a:cubicBezTo>
                    <a:cubicBezTo>
                      <a:pt x="1321" y="1033"/>
                      <a:pt x="1338" y="1035"/>
                      <a:pt x="1357" y="1035"/>
                    </a:cubicBezTo>
                    <a:cubicBezTo>
                      <a:pt x="1444" y="1035"/>
                      <a:pt x="1533" y="986"/>
                      <a:pt x="1554" y="903"/>
                    </a:cubicBezTo>
                    <a:cubicBezTo>
                      <a:pt x="1579" y="803"/>
                      <a:pt x="1529" y="652"/>
                      <a:pt x="1429" y="627"/>
                    </a:cubicBezTo>
                    <a:cubicBezTo>
                      <a:pt x="1303" y="627"/>
                      <a:pt x="1203" y="602"/>
                      <a:pt x="1103" y="552"/>
                    </a:cubicBezTo>
                    <a:cubicBezTo>
                      <a:pt x="1078" y="552"/>
                      <a:pt x="1053" y="552"/>
                      <a:pt x="1028" y="527"/>
                    </a:cubicBezTo>
                    <a:lnTo>
                      <a:pt x="1003" y="527"/>
                    </a:lnTo>
                    <a:cubicBezTo>
                      <a:pt x="952" y="502"/>
                      <a:pt x="902" y="477"/>
                      <a:pt x="852" y="452"/>
                    </a:cubicBezTo>
                    <a:cubicBezTo>
                      <a:pt x="802" y="427"/>
                      <a:pt x="752" y="402"/>
                      <a:pt x="727" y="377"/>
                    </a:cubicBezTo>
                    <a:cubicBezTo>
                      <a:pt x="702" y="352"/>
                      <a:pt x="677" y="326"/>
                      <a:pt x="652" y="326"/>
                    </a:cubicBezTo>
                    <a:cubicBezTo>
                      <a:pt x="652" y="326"/>
                      <a:pt x="627" y="301"/>
                      <a:pt x="627" y="301"/>
                    </a:cubicBezTo>
                    <a:cubicBezTo>
                      <a:pt x="526" y="226"/>
                      <a:pt x="451" y="151"/>
                      <a:pt x="376" y="76"/>
                    </a:cubicBezTo>
                    <a:cubicBezTo>
                      <a:pt x="338" y="26"/>
                      <a:pt x="282" y="1"/>
                      <a:pt x="2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9" name="Google Shape;2319;p24"/>
              <p:cNvSpPr/>
              <p:nvPr/>
            </p:nvSpPr>
            <p:spPr>
              <a:xfrm>
                <a:off x="-7286800" y="-374050"/>
                <a:ext cx="13800" cy="10675"/>
              </a:xfrm>
              <a:custGeom>
                <a:rect b="b" l="l" r="r" t="t"/>
                <a:pathLst>
                  <a:path extrusionOk="0" h="427"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0" name="Google Shape;2320;p24"/>
            <p:cNvGrpSpPr/>
            <p:nvPr/>
          </p:nvGrpSpPr>
          <p:grpSpPr>
            <a:xfrm>
              <a:off x="3615240" y="2406315"/>
              <a:ext cx="244228" cy="343378"/>
              <a:chOff x="406025" y="1906138"/>
              <a:chExt cx="256300" cy="360350"/>
            </a:xfrm>
          </p:grpSpPr>
          <p:sp>
            <p:nvSpPr>
              <p:cNvPr id="2321" name="Google Shape;2321;p24"/>
              <p:cNvSpPr/>
              <p:nvPr/>
            </p:nvSpPr>
            <p:spPr>
              <a:xfrm>
                <a:off x="412925" y="1910963"/>
                <a:ext cx="242500" cy="350300"/>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p24"/>
              <p:cNvSpPr/>
              <p:nvPr/>
            </p:nvSpPr>
            <p:spPr>
              <a:xfrm>
                <a:off x="406025" y="1906138"/>
                <a:ext cx="256300" cy="36035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3" name="Google Shape;2323;p24"/>
            <p:cNvGrpSpPr/>
            <p:nvPr/>
          </p:nvGrpSpPr>
          <p:grpSpPr>
            <a:xfrm rot="3935582">
              <a:off x="2949730" y="1300000"/>
              <a:ext cx="244219" cy="343365"/>
              <a:chOff x="406025" y="1906138"/>
              <a:chExt cx="256300" cy="360350"/>
            </a:xfrm>
          </p:grpSpPr>
          <p:sp>
            <p:nvSpPr>
              <p:cNvPr id="2324" name="Google Shape;2324;p24"/>
              <p:cNvSpPr/>
              <p:nvPr/>
            </p:nvSpPr>
            <p:spPr>
              <a:xfrm>
                <a:off x="412925" y="1910963"/>
                <a:ext cx="242500" cy="350300"/>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5" name="Google Shape;2325;p24"/>
              <p:cNvSpPr/>
              <p:nvPr/>
            </p:nvSpPr>
            <p:spPr>
              <a:xfrm>
                <a:off x="406025" y="1906138"/>
                <a:ext cx="256300" cy="36035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pic>
        <p:nvPicPr>
          <p:cNvPr id="2330" name="Google Shape;2330;p25"/>
          <p:cNvPicPr preferRelativeResize="0"/>
          <p:nvPr/>
        </p:nvPicPr>
        <p:blipFill>
          <a:blip r:embed="rId3">
            <a:alphaModFix/>
          </a:blip>
          <a:stretch>
            <a:fillRect/>
          </a:stretch>
        </p:blipFill>
        <p:spPr>
          <a:xfrm>
            <a:off x="2837050" y="370775"/>
            <a:ext cx="3290024" cy="2857350"/>
          </a:xfrm>
          <a:prstGeom prst="rect">
            <a:avLst/>
          </a:prstGeom>
          <a:noFill/>
          <a:ln>
            <a:noFill/>
          </a:ln>
        </p:spPr>
      </p:pic>
      <p:sp>
        <p:nvSpPr>
          <p:cNvPr id="2331" name="Google Shape;2331;p25"/>
          <p:cNvSpPr txBox="1"/>
          <p:nvPr/>
        </p:nvSpPr>
        <p:spPr>
          <a:xfrm>
            <a:off x="1925400" y="2952875"/>
            <a:ext cx="4845300" cy="361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FR" sz="1150">
                <a:solidFill>
                  <a:schemeClr val="lt2"/>
                </a:solidFill>
              </a:rPr>
              <a:t>Be unique, hit delete, and  smile</a:t>
            </a:r>
            <a:endParaRPr b="1">
              <a:solidFill>
                <a:schemeClr val="l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5" name="Shape 2335"/>
        <p:cNvGrpSpPr/>
        <p:nvPr/>
      </p:nvGrpSpPr>
      <p:grpSpPr>
        <a:xfrm>
          <a:off x="0" y="0"/>
          <a:ext cx="0" cy="0"/>
          <a:chOff x="0" y="0"/>
          <a:chExt cx="0" cy="0"/>
        </a:xfrm>
      </p:grpSpPr>
      <p:grpSp>
        <p:nvGrpSpPr>
          <p:cNvPr id="2336" name="Google Shape;2336;p26"/>
          <p:cNvGrpSpPr/>
          <p:nvPr/>
        </p:nvGrpSpPr>
        <p:grpSpPr>
          <a:xfrm>
            <a:off x="1646175" y="163750"/>
            <a:ext cx="4653300" cy="2051700"/>
            <a:chOff x="1646175" y="163750"/>
            <a:chExt cx="4653300" cy="2051700"/>
          </a:xfrm>
        </p:grpSpPr>
        <p:sp>
          <p:nvSpPr>
            <p:cNvPr id="2337" name="Google Shape;2337;p26"/>
            <p:cNvSpPr/>
            <p:nvPr/>
          </p:nvSpPr>
          <p:spPr>
            <a:xfrm>
              <a:off x="1646175" y="163750"/>
              <a:ext cx="4653300" cy="2051700"/>
            </a:xfrm>
            <a:prstGeom prst="rect">
              <a:avLst/>
            </a:prstGeom>
            <a:solidFill>
              <a:schemeClr val="accent4"/>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26"/>
            <p:cNvSpPr/>
            <p:nvPr/>
          </p:nvSpPr>
          <p:spPr>
            <a:xfrm>
              <a:off x="1646175" y="163750"/>
              <a:ext cx="4653300" cy="4230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p26"/>
            <p:cNvSpPr/>
            <p:nvPr/>
          </p:nvSpPr>
          <p:spPr>
            <a:xfrm>
              <a:off x="1922200" y="311500"/>
              <a:ext cx="202800" cy="202800"/>
            </a:xfrm>
            <a:prstGeom prst="ellipse">
              <a:avLst/>
            </a:prstGeom>
            <a:solidFill>
              <a:schemeClr val="accent4"/>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p26"/>
            <p:cNvSpPr/>
            <p:nvPr/>
          </p:nvSpPr>
          <p:spPr>
            <a:xfrm>
              <a:off x="2217600" y="311500"/>
              <a:ext cx="202800" cy="202800"/>
            </a:xfrm>
            <a:prstGeom prst="ellipse">
              <a:avLst/>
            </a:prstGeom>
            <a:solidFill>
              <a:schemeClr val="accent4"/>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p26"/>
            <p:cNvSpPr/>
            <p:nvPr/>
          </p:nvSpPr>
          <p:spPr>
            <a:xfrm>
              <a:off x="2513000" y="311500"/>
              <a:ext cx="202800" cy="202800"/>
            </a:xfrm>
            <a:prstGeom prst="ellipse">
              <a:avLst/>
            </a:prstGeom>
            <a:solidFill>
              <a:schemeClr val="accent4"/>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42" name="Google Shape;2342;p26"/>
          <p:cNvSpPr txBox="1"/>
          <p:nvPr>
            <p:ph type="title"/>
          </p:nvPr>
        </p:nvSpPr>
        <p:spPr>
          <a:xfrm>
            <a:off x="1801125" y="789625"/>
            <a:ext cx="4343400" cy="119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fr-FR"/>
              <a:t>A PICTURE IS WORTH </a:t>
            </a:r>
            <a:r>
              <a:rPr lang="fr-FR">
                <a:solidFill>
                  <a:schemeClr val="dk2"/>
                </a:solidFill>
              </a:rPr>
              <a:t>A THOUSAND WORDS</a:t>
            </a:r>
            <a:endParaRPr>
              <a:solidFill>
                <a:schemeClr val="dk2"/>
              </a:solidFill>
            </a:endParaRPr>
          </a:p>
        </p:txBody>
      </p:sp>
      <p:grpSp>
        <p:nvGrpSpPr>
          <p:cNvPr id="2343" name="Google Shape;2343;p26"/>
          <p:cNvGrpSpPr/>
          <p:nvPr/>
        </p:nvGrpSpPr>
        <p:grpSpPr>
          <a:xfrm rot="7560600">
            <a:off x="3775694" y="4229209"/>
            <a:ext cx="1096993" cy="1254964"/>
            <a:chOff x="5397400" y="2614075"/>
            <a:chExt cx="753800" cy="862350"/>
          </a:xfrm>
        </p:grpSpPr>
        <p:sp>
          <p:nvSpPr>
            <p:cNvPr id="2344" name="Google Shape;2344;p26"/>
            <p:cNvSpPr/>
            <p:nvPr/>
          </p:nvSpPr>
          <p:spPr>
            <a:xfrm>
              <a:off x="5409300" y="2628475"/>
              <a:ext cx="740625" cy="837600"/>
            </a:xfrm>
            <a:custGeom>
              <a:rect b="b" l="l" r="r" t="t"/>
              <a:pathLst>
                <a:path extrusionOk="0" h="33504" w="29625">
                  <a:moveTo>
                    <a:pt x="29224" y="1"/>
                  </a:moveTo>
                  <a:cubicBezTo>
                    <a:pt x="28698" y="652"/>
                    <a:pt x="28146" y="1279"/>
                    <a:pt x="27520" y="1855"/>
                  </a:cubicBezTo>
                  <a:cubicBezTo>
                    <a:pt x="25991" y="3334"/>
                    <a:pt x="24211" y="4562"/>
                    <a:pt x="22282" y="5489"/>
                  </a:cubicBezTo>
                  <a:cubicBezTo>
                    <a:pt x="20302" y="6467"/>
                    <a:pt x="18196" y="7068"/>
                    <a:pt x="16016" y="7369"/>
                  </a:cubicBezTo>
                  <a:cubicBezTo>
                    <a:pt x="13660" y="7720"/>
                    <a:pt x="11254" y="7795"/>
                    <a:pt x="8973" y="8522"/>
                  </a:cubicBezTo>
                  <a:cubicBezTo>
                    <a:pt x="4637" y="9900"/>
                    <a:pt x="1805" y="13935"/>
                    <a:pt x="703" y="18171"/>
                  </a:cubicBezTo>
                  <a:cubicBezTo>
                    <a:pt x="76" y="20527"/>
                    <a:pt x="1" y="23033"/>
                    <a:pt x="677" y="25364"/>
                  </a:cubicBezTo>
                  <a:cubicBezTo>
                    <a:pt x="1279" y="27394"/>
                    <a:pt x="2432" y="29274"/>
                    <a:pt x="4086" y="30602"/>
                  </a:cubicBezTo>
                  <a:cubicBezTo>
                    <a:pt x="5941" y="32081"/>
                    <a:pt x="8297" y="32708"/>
                    <a:pt x="10602" y="33109"/>
                  </a:cubicBezTo>
                  <a:cubicBezTo>
                    <a:pt x="11874" y="33333"/>
                    <a:pt x="13190" y="33504"/>
                    <a:pt x="14503" y="33504"/>
                  </a:cubicBezTo>
                  <a:cubicBezTo>
                    <a:pt x="15390" y="33504"/>
                    <a:pt x="16275" y="33426"/>
                    <a:pt x="17144" y="33234"/>
                  </a:cubicBezTo>
                  <a:cubicBezTo>
                    <a:pt x="18196" y="33008"/>
                    <a:pt x="19199" y="32582"/>
                    <a:pt x="20051" y="31956"/>
                  </a:cubicBezTo>
                  <a:cubicBezTo>
                    <a:pt x="20953" y="31304"/>
                    <a:pt x="21680" y="30427"/>
                    <a:pt x="22206" y="29449"/>
                  </a:cubicBezTo>
                  <a:cubicBezTo>
                    <a:pt x="23234" y="27620"/>
                    <a:pt x="23685" y="25439"/>
                    <a:pt x="23735" y="23359"/>
                  </a:cubicBezTo>
                  <a:cubicBezTo>
                    <a:pt x="23785" y="19474"/>
                    <a:pt x="22181" y="15214"/>
                    <a:pt x="18547" y="13409"/>
                  </a:cubicBezTo>
                  <a:cubicBezTo>
                    <a:pt x="17364" y="12822"/>
                    <a:pt x="15994" y="12507"/>
                    <a:pt x="14634" y="12507"/>
                  </a:cubicBezTo>
                  <a:cubicBezTo>
                    <a:pt x="12395" y="12507"/>
                    <a:pt x="10183" y="13361"/>
                    <a:pt x="8873" y="15264"/>
                  </a:cubicBezTo>
                  <a:cubicBezTo>
                    <a:pt x="7670" y="16968"/>
                    <a:pt x="7369" y="19249"/>
                    <a:pt x="8021" y="21229"/>
                  </a:cubicBezTo>
                  <a:cubicBezTo>
                    <a:pt x="8673" y="23209"/>
                    <a:pt x="10302" y="24763"/>
                    <a:pt x="12231" y="25464"/>
                  </a:cubicBezTo>
                  <a:cubicBezTo>
                    <a:pt x="12976" y="25742"/>
                    <a:pt x="13843" y="25914"/>
                    <a:pt x="14705" y="25914"/>
                  </a:cubicBezTo>
                  <a:cubicBezTo>
                    <a:pt x="16016" y="25914"/>
                    <a:pt x="17314" y="25516"/>
                    <a:pt x="18146" y="24487"/>
                  </a:cubicBezTo>
                  <a:cubicBezTo>
                    <a:pt x="19249" y="23134"/>
                    <a:pt x="19149" y="21078"/>
                    <a:pt x="18272" y="19650"/>
                  </a:cubicBezTo>
                  <a:lnTo>
                    <a:pt x="18272" y="19650"/>
                  </a:lnTo>
                  <a:cubicBezTo>
                    <a:pt x="18246" y="19725"/>
                    <a:pt x="18221" y="19800"/>
                    <a:pt x="18221" y="19875"/>
                  </a:cubicBezTo>
                  <a:cubicBezTo>
                    <a:pt x="17946" y="21028"/>
                    <a:pt x="17394" y="22357"/>
                    <a:pt x="16241" y="22858"/>
                  </a:cubicBezTo>
                  <a:cubicBezTo>
                    <a:pt x="15900" y="23001"/>
                    <a:pt x="15545" y="23062"/>
                    <a:pt x="15189" y="23062"/>
                  </a:cubicBezTo>
                  <a:cubicBezTo>
                    <a:pt x="14736" y="23062"/>
                    <a:pt x="14282" y="22962"/>
                    <a:pt x="13861" y="22808"/>
                  </a:cubicBezTo>
                  <a:cubicBezTo>
                    <a:pt x="12858" y="22407"/>
                    <a:pt x="11931" y="21780"/>
                    <a:pt x="11379" y="20853"/>
                  </a:cubicBezTo>
                  <a:cubicBezTo>
                    <a:pt x="10477" y="19324"/>
                    <a:pt x="10978" y="17394"/>
                    <a:pt x="12206" y="16216"/>
                  </a:cubicBezTo>
                  <a:cubicBezTo>
                    <a:pt x="12808" y="15615"/>
                    <a:pt x="13560" y="15214"/>
                    <a:pt x="14412" y="15138"/>
                  </a:cubicBezTo>
                  <a:cubicBezTo>
                    <a:pt x="14535" y="15123"/>
                    <a:pt x="14660" y="15116"/>
                    <a:pt x="14785" y="15116"/>
                  </a:cubicBezTo>
                  <a:cubicBezTo>
                    <a:pt x="15474" y="15116"/>
                    <a:pt x="16182" y="15331"/>
                    <a:pt x="16818" y="15565"/>
                  </a:cubicBezTo>
                  <a:cubicBezTo>
                    <a:pt x="18497" y="16216"/>
                    <a:pt x="19951" y="17444"/>
                    <a:pt x="20703" y="19098"/>
                  </a:cubicBezTo>
                  <a:cubicBezTo>
                    <a:pt x="21680" y="21229"/>
                    <a:pt x="21404" y="23860"/>
                    <a:pt x="20502" y="25966"/>
                  </a:cubicBezTo>
                  <a:cubicBezTo>
                    <a:pt x="19725" y="27820"/>
                    <a:pt x="18246" y="29224"/>
                    <a:pt x="16417" y="30001"/>
                  </a:cubicBezTo>
                  <a:cubicBezTo>
                    <a:pt x="15200" y="30525"/>
                    <a:pt x="13868" y="30764"/>
                    <a:pt x="12530" y="30764"/>
                  </a:cubicBezTo>
                  <a:cubicBezTo>
                    <a:pt x="11885" y="30764"/>
                    <a:pt x="11238" y="30708"/>
                    <a:pt x="10602" y="30602"/>
                  </a:cubicBezTo>
                  <a:cubicBezTo>
                    <a:pt x="8673" y="30301"/>
                    <a:pt x="6642" y="29499"/>
                    <a:pt x="5189" y="28171"/>
                  </a:cubicBezTo>
                  <a:cubicBezTo>
                    <a:pt x="3710" y="26793"/>
                    <a:pt x="3058" y="24788"/>
                    <a:pt x="2958" y="22833"/>
                  </a:cubicBezTo>
                  <a:cubicBezTo>
                    <a:pt x="2883" y="20627"/>
                    <a:pt x="3409" y="18422"/>
                    <a:pt x="4337" y="16442"/>
                  </a:cubicBezTo>
                  <a:cubicBezTo>
                    <a:pt x="5189" y="14612"/>
                    <a:pt x="6467" y="12758"/>
                    <a:pt x="8171" y="11605"/>
                  </a:cubicBezTo>
                  <a:cubicBezTo>
                    <a:pt x="9399" y="10752"/>
                    <a:pt x="10903" y="10402"/>
                    <a:pt x="12332" y="10176"/>
                  </a:cubicBezTo>
                  <a:cubicBezTo>
                    <a:pt x="14111" y="9875"/>
                    <a:pt x="15891" y="9725"/>
                    <a:pt x="17645" y="9474"/>
                  </a:cubicBezTo>
                  <a:cubicBezTo>
                    <a:pt x="19625" y="9199"/>
                    <a:pt x="21605" y="8773"/>
                    <a:pt x="23460" y="8046"/>
                  </a:cubicBezTo>
                  <a:cubicBezTo>
                    <a:pt x="25540" y="7194"/>
                    <a:pt x="27419" y="5940"/>
                    <a:pt x="28973" y="4336"/>
                  </a:cubicBezTo>
                  <a:cubicBezTo>
                    <a:pt x="29199" y="4086"/>
                    <a:pt x="29425" y="3835"/>
                    <a:pt x="29625" y="3585"/>
                  </a:cubicBezTo>
                  <a:cubicBezTo>
                    <a:pt x="29525" y="2382"/>
                    <a:pt x="29374" y="1204"/>
                    <a:pt x="2922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p26"/>
            <p:cNvSpPr/>
            <p:nvPr/>
          </p:nvSpPr>
          <p:spPr>
            <a:xfrm>
              <a:off x="5397400" y="2614075"/>
              <a:ext cx="753800" cy="862350"/>
            </a:xfrm>
            <a:custGeom>
              <a:rect b="b" l="l" r="r" t="t"/>
              <a:pathLst>
                <a:path extrusionOk="0" h="34494" w="30152">
                  <a:moveTo>
                    <a:pt x="29625" y="0"/>
                  </a:moveTo>
                  <a:cubicBezTo>
                    <a:pt x="29600" y="50"/>
                    <a:pt x="29575" y="100"/>
                    <a:pt x="29525" y="125"/>
                  </a:cubicBezTo>
                  <a:cubicBezTo>
                    <a:pt x="28121" y="1905"/>
                    <a:pt x="26417" y="3409"/>
                    <a:pt x="24512" y="4612"/>
                  </a:cubicBezTo>
                  <a:cubicBezTo>
                    <a:pt x="22607" y="5815"/>
                    <a:pt x="20502" y="6692"/>
                    <a:pt x="18296" y="7193"/>
                  </a:cubicBezTo>
                  <a:cubicBezTo>
                    <a:pt x="15840" y="7770"/>
                    <a:pt x="13284" y="7795"/>
                    <a:pt x="10828" y="8296"/>
                  </a:cubicBezTo>
                  <a:cubicBezTo>
                    <a:pt x="9625" y="8547"/>
                    <a:pt x="8472" y="8922"/>
                    <a:pt x="7394" y="9499"/>
                  </a:cubicBezTo>
                  <a:cubicBezTo>
                    <a:pt x="6442" y="10000"/>
                    <a:pt x="5565" y="10677"/>
                    <a:pt x="4813" y="11429"/>
                  </a:cubicBezTo>
                  <a:cubicBezTo>
                    <a:pt x="3209" y="13008"/>
                    <a:pt x="2056" y="14963"/>
                    <a:pt x="1279" y="17068"/>
                  </a:cubicBezTo>
                  <a:cubicBezTo>
                    <a:pt x="351" y="19499"/>
                    <a:pt x="1" y="22156"/>
                    <a:pt x="452" y="24712"/>
                  </a:cubicBezTo>
                  <a:cubicBezTo>
                    <a:pt x="803" y="26867"/>
                    <a:pt x="1780" y="28923"/>
                    <a:pt x="3284" y="30527"/>
                  </a:cubicBezTo>
                  <a:cubicBezTo>
                    <a:pt x="4913" y="32306"/>
                    <a:pt x="7143" y="33258"/>
                    <a:pt x="9449" y="33785"/>
                  </a:cubicBezTo>
                  <a:cubicBezTo>
                    <a:pt x="11194" y="34192"/>
                    <a:pt x="13044" y="34494"/>
                    <a:pt x="14871" y="34494"/>
                  </a:cubicBezTo>
                  <a:cubicBezTo>
                    <a:pt x="15406" y="34494"/>
                    <a:pt x="15939" y="34468"/>
                    <a:pt x="16467" y="34411"/>
                  </a:cubicBezTo>
                  <a:cubicBezTo>
                    <a:pt x="18672" y="34186"/>
                    <a:pt x="20778" y="33284"/>
                    <a:pt x="22181" y="31529"/>
                  </a:cubicBezTo>
                  <a:cubicBezTo>
                    <a:pt x="23560" y="29800"/>
                    <a:pt x="24261" y="27569"/>
                    <a:pt x="24512" y="25414"/>
                  </a:cubicBezTo>
                  <a:cubicBezTo>
                    <a:pt x="25013" y="21354"/>
                    <a:pt x="23785" y="16692"/>
                    <a:pt x="20276" y="14261"/>
                  </a:cubicBezTo>
                  <a:cubicBezTo>
                    <a:pt x="18806" y="13226"/>
                    <a:pt x="16945" y="12663"/>
                    <a:pt x="15100" y="12663"/>
                  </a:cubicBezTo>
                  <a:cubicBezTo>
                    <a:pt x="13235" y="12663"/>
                    <a:pt x="11387" y="13239"/>
                    <a:pt x="9976" y="14486"/>
                  </a:cubicBezTo>
                  <a:cubicBezTo>
                    <a:pt x="8422" y="15890"/>
                    <a:pt x="7645" y="17995"/>
                    <a:pt x="7745" y="20075"/>
                  </a:cubicBezTo>
                  <a:cubicBezTo>
                    <a:pt x="7870" y="22231"/>
                    <a:pt x="8973" y="24186"/>
                    <a:pt x="10702" y="25439"/>
                  </a:cubicBezTo>
                  <a:cubicBezTo>
                    <a:pt x="11954" y="26364"/>
                    <a:pt x="13533" y="26921"/>
                    <a:pt x="15109" y="26921"/>
                  </a:cubicBezTo>
                  <a:cubicBezTo>
                    <a:pt x="15710" y="26921"/>
                    <a:pt x="16311" y="26840"/>
                    <a:pt x="16893" y="26667"/>
                  </a:cubicBezTo>
                  <a:cubicBezTo>
                    <a:pt x="17870" y="26366"/>
                    <a:pt x="18773" y="25740"/>
                    <a:pt x="19299" y="24812"/>
                  </a:cubicBezTo>
                  <a:cubicBezTo>
                    <a:pt x="19750" y="24010"/>
                    <a:pt x="19900" y="23008"/>
                    <a:pt x="19800" y="22080"/>
                  </a:cubicBezTo>
                  <a:cubicBezTo>
                    <a:pt x="19700" y="21153"/>
                    <a:pt x="19349" y="20276"/>
                    <a:pt x="18773" y="19524"/>
                  </a:cubicBezTo>
                  <a:cubicBezTo>
                    <a:pt x="18733" y="19469"/>
                    <a:pt x="18684" y="19446"/>
                    <a:pt x="18634" y="19446"/>
                  </a:cubicBezTo>
                  <a:cubicBezTo>
                    <a:pt x="18525" y="19446"/>
                    <a:pt x="18414" y="19554"/>
                    <a:pt x="18397" y="19674"/>
                  </a:cubicBezTo>
                  <a:cubicBezTo>
                    <a:pt x="18397" y="19775"/>
                    <a:pt x="18397" y="19750"/>
                    <a:pt x="18372" y="19850"/>
                  </a:cubicBezTo>
                  <a:cubicBezTo>
                    <a:pt x="18347" y="20050"/>
                    <a:pt x="18321" y="20226"/>
                    <a:pt x="18271" y="20426"/>
                  </a:cubicBezTo>
                  <a:cubicBezTo>
                    <a:pt x="18146" y="20953"/>
                    <a:pt x="17946" y="21504"/>
                    <a:pt x="17670" y="21980"/>
                  </a:cubicBezTo>
                  <a:cubicBezTo>
                    <a:pt x="17344" y="22506"/>
                    <a:pt x="16893" y="22983"/>
                    <a:pt x="16291" y="23158"/>
                  </a:cubicBezTo>
                  <a:cubicBezTo>
                    <a:pt x="16094" y="23209"/>
                    <a:pt x="15894" y="23232"/>
                    <a:pt x="15693" y="23232"/>
                  </a:cubicBezTo>
                  <a:cubicBezTo>
                    <a:pt x="15005" y="23232"/>
                    <a:pt x="14317" y="22962"/>
                    <a:pt x="13735" y="22632"/>
                  </a:cubicBezTo>
                  <a:cubicBezTo>
                    <a:pt x="12908" y="22181"/>
                    <a:pt x="12181" y="21479"/>
                    <a:pt x="11905" y="20527"/>
                  </a:cubicBezTo>
                  <a:cubicBezTo>
                    <a:pt x="11680" y="19725"/>
                    <a:pt x="11805" y="18872"/>
                    <a:pt x="12181" y="18146"/>
                  </a:cubicBezTo>
                  <a:cubicBezTo>
                    <a:pt x="12557" y="17419"/>
                    <a:pt x="13133" y="16817"/>
                    <a:pt x="13860" y="16441"/>
                  </a:cubicBezTo>
                  <a:cubicBezTo>
                    <a:pt x="14307" y="16218"/>
                    <a:pt x="14763" y="16127"/>
                    <a:pt x="15227" y="16127"/>
                  </a:cubicBezTo>
                  <a:cubicBezTo>
                    <a:pt x="15544" y="16127"/>
                    <a:pt x="15866" y="16170"/>
                    <a:pt x="16191" y="16241"/>
                  </a:cubicBezTo>
                  <a:cubicBezTo>
                    <a:pt x="17820" y="16642"/>
                    <a:pt x="19374" y="17569"/>
                    <a:pt x="20327" y="18973"/>
                  </a:cubicBezTo>
                  <a:cubicBezTo>
                    <a:pt x="21630" y="20928"/>
                    <a:pt x="21555" y="23359"/>
                    <a:pt x="20903" y="25539"/>
                  </a:cubicBezTo>
                  <a:cubicBezTo>
                    <a:pt x="20327" y="27444"/>
                    <a:pt x="19073" y="28998"/>
                    <a:pt x="17319" y="29925"/>
                  </a:cubicBezTo>
                  <a:cubicBezTo>
                    <a:pt x="15972" y="30628"/>
                    <a:pt x="14457" y="30920"/>
                    <a:pt x="12953" y="30920"/>
                  </a:cubicBezTo>
                  <a:cubicBezTo>
                    <a:pt x="12526" y="30920"/>
                    <a:pt x="12101" y="30897"/>
                    <a:pt x="11680" y="30852"/>
                  </a:cubicBezTo>
                  <a:cubicBezTo>
                    <a:pt x="9750" y="30627"/>
                    <a:pt x="7770" y="29925"/>
                    <a:pt x="6241" y="28697"/>
                  </a:cubicBezTo>
                  <a:cubicBezTo>
                    <a:pt x="4712" y="27469"/>
                    <a:pt x="4011" y="25564"/>
                    <a:pt x="3885" y="23659"/>
                  </a:cubicBezTo>
                  <a:cubicBezTo>
                    <a:pt x="3735" y="21504"/>
                    <a:pt x="4236" y="19324"/>
                    <a:pt x="5113" y="17369"/>
                  </a:cubicBezTo>
                  <a:cubicBezTo>
                    <a:pt x="5565" y="16391"/>
                    <a:pt x="6091" y="15464"/>
                    <a:pt x="6742" y="14612"/>
                  </a:cubicBezTo>
                  <a:cubicBezTo>
                    <a:pt x="7344" y="13860"/>
                    <a:pt x="8021" y="13108"/>
                    <a:pt x="8798" y="12557"/>
                  </a:cubicBezTo>
                  <a:cubicBezTo>
                    <a:pt x="9976" y="11755"/>
                    <a:pt x="11429" y="11404"/>
                    <a:pt x="12833" y="11178"/>
                  </a:cubicBezTo>
                  <a:cubicBezTo>
                    <a:pt x="14537" y="10877"/>
                    <a:pt x="16241" y="10727"/>
                    <a:pt x="17971" y="10501"/>
                  </a:cubicBezTo>
                  <a:cubicBezTo>
                    <a:pt x="19875" y="10226"/>
                    <a:pt x="21805" y="9850"/>
                    <a:pt x="23610" y="9173"/>
                  </a:cubicBezTo>
                  <a:cubicBezTo>
                    <a:pt x="25590" y="8446"/>
                    <a:pt x="27419" y="7369"/>
                    <a:pt x="28998" y="5940"/>
                  </a:cubicBezTo>
                  <a:cubicBezTo>
                    <a:pt x="29399" y="5564"/>
                    <a:pt x="29775" y="5138"/>
                    <a:pt x="30151" y="4737"/>
                  </a:cubicBezTo>
                  <a:cubicBezTo>
                    <a:pt x="30126" y="4536"/>
                    <a:pt x="30126" y="4361"/>
                    <a:pt x="30101" y="4161"/>
                  </a:cubicBezTo>
                  <a:cubicBezTo>
                    <a:pt x="29901" y="4411"/>
                    <a:pt x="29675" y="4662"/>
                    <a:pt x="29449" y="4912"/>
                  </a:cubicBezTo>
                  <a:cubicBezTo>
                    <a:pt x="27895" y="6516"/>
                    <a:pt x="26016" y="7770"/>
                    <a:pt x="23936" y="8622"/>
                  </a:cubicBezTo>
                  <a:cubicBezTo>
                    <a:pt x="22081" y="9349"/>
                    <a:pt x="20101" y="9775"/>
                    <a:pt x="18121" y="10050"/>
                  </a:cubicBezTo>
                  <a:cubicBezTo>
                    <a:pt x="16367" y="10301"/>
                    <a:pt x="14587" y="10451"/>
                    <a:pt x="12808" y="10752"/>
                  </a:cubicBezTo>
                  <a:cubicBezTo>
                    <a:pt x="11379" y="10978"/>
                    <a:pt x="9875" y="11328"/>
                    <a:pt x="8647" y="12181"/>
                  </a:cubicBezTo>
                  <a:cubicBezTo>
                    <a:pt x="6943" y="13334"/>
                    <a:pt x="5665" y="15188"/>
                    <a:pt x="4813" y="17018"/>
                  </a:cubicBezTo>
                  <a:cubicBezTo>
                    <a:pt x="3885" y="18998"/>
                    <a:pt x="3359" y="21203"/>
                    <a:pt x="3434" y="23409"/>
                  </a:cubicBezTo>
                  <a:cubicBezTo>
                    <a:pt x="3534" y="25364"/>
                    <a:pt x="4186" y="27369"/>
                    <a:pt x="5665" y="28747"/>
                  </a:cubicBezTo>
                  <a:cubicBezTo>
                    <a:pt x="7118" y="30075"/>
                    <a:pt x="9149" y="30877"/>
                    <a:pt x="11078" y="31178"/>
                  </a:cubicBezTo>
                  <a:cubicBezTo>
                    <a:pt x="11714" y="31284"/>
                    <a:pt x="12361" y="31340"/>
                    <a:pt x="13006" y="31340"/>
                  </a:cubicBezTo>
                  <a:cubicBezTo>
                    <a:pt x="14344" y="31340"/>
                    <a:pt x="15676" y="31101"/>
                    <a:pt x="16893" y="30577"/>
                  </a:cubicBezTo>
                  <a:cubicBezTo>
                    <a:pt x="18722" y="29800"/>
                    <a:pt x="20201" y="28396"/>
                    <a:pt x="20978" y="26542"/>
                  </a:cubicBezTo>
                  <a:cubicBezTo>
                    <a:pt x="21880" y="24436"/>
                    <a:pt x="22156" y="21805"/>
                    <a:pt x="21179" y="19674"/>
                  </a:cubicBezTo>
                  <a:cubicBezTo>
                    <a:pt x="20427" y="18020"/>
                    <a:pt x="18973" y="16792"/>
                    <a:pt x="17294" y="16141"/>
                  </a:cubicBezTo>
                  <a:cubicBezTo>
                    <a:pt x="16658" y="15907"/>
                    <a:pt x="15950" y="15692"/>
                    <a:pt x="15261" y="15692"/>
                  </a:cubicBezTo>
                  <a:cubicBezTo>
                    <a:pt x="15136" y="15692"/>
                    <a:pt x="15011" y="15699"/>
                    <a:pt x="14888" y="15714"/>
                  </a:cubicBezTo>
                  <a:cubicBezTo>
                    <a:pt x="14036" y="15790"/>
                    <a:pt x="13284" y="16191"/>
                    <a:pt x="12682" y="16792"/>
                  </a:cubicBezTo>
                  <a:cubicBezTo>
                    <a:pt x="11454" y="17970"/>
                    <a:pt x="10953" y="19900"/>
                    <a:pt x="11855" y="21429"/>
                  </a:cubicBezTo>
                  <a:cubicBezTo>
                    <a:pt x="12382" y="22356"/>
                    <a:pt x="13334" y="22983"/>
                    <a:pt x="14337" y="23384"/>
                  </a:cubicBezTo>
                  <a:cubicBezTo>
                    <a:pt x="14758" y="23538"/>
                    <a:pt x="15212" y="23638"/>
                    <a:pt x="15665" y="23638"/>
                  </a:cubicBezTo>
                  <a:cubicBezTo>
                    <a:pt x="16021" y="23638"/>
                    <a:pt x="16376" y="23577"/>
                    <a:pt x="16717" y="23434"/>
                  </a:cubicBezTo>
                  <a:cubicBezTo>
                    <a:pt x="17870" y="22933"/>
                    <a:pt x="18422" y="21604"/>
                    <a:pt x="18697" y="20451"/>
                  </a:cubicBezTo>
                  <a:cubicBezTo>
                    <a:pt x="18697" y="20376"/>
                    <a:pt x="18722" y="20301"/>
                    <a:pt x="18748" y="20226"/>
                  </a:cubicBezTo>
                  <a:lnTo>
                    <a:pt x="18748" y="20226"/>
                  </a:lnTo>
                  <a:cubicBezTo>
                    <a:pt x="19625" y="21654"/>
                    <a:pt x="19725" y="23710"/>
                    <a:pt x="18622" y="25063"/>
                  </a:cubicBezTo>
                  <a:cubicBezTo>
                    <a:pt x="17790" y="26092"/>
                    <a:pt x="16492" y="26490"/>
                    <a:pt x="15181" y="26490"/>
                  </a:cubicBezTo>
                  <a:cubicBezTo>
                    <a:pt x="14319" y="26490"/>
                    <a:pt x="13452" y="26318"/>
                    <a:pt x="12707" y="26040"/>
                  </a:cubicBezTo>
                  <a:cubicBezTo>
                    <a:pt x="10778" y="25339"/>
                    <a:pt x="9149" y="23785"/>
                    <a:pt x="8497" y="21805"/>
                  </a:cubicBezTo>
                  <a:cubicBezTo>
                    <a:pt x="7845" y="19825"/>
                    <a:pt x="8146" y="17544"/>
                    <a:pt x="9349" y="15840"/>
                  </a:cubicBezTo>
                  <a:cubicBezTo>
                    <a:pt x="10659" y="13937"/>
                    <a:pt x="12871" y="13083"/>
                    <a:pt x="15110" y="13083"/>
                  </a:cubicBezTo>
                  <a:cubicBezTo>
                    <a:pt x="16470" y="13083"/>
                    <a:pt x="17840" y="13398"/>
                    <a:pt x="19023" y="13985"/>
                  </a:cubicBezTo>
                  <a:cubicBezTo>
                    <a:pt x="22657" y="15790"/>
                    <a:pt x="24261" y="20050"/>
                    <a:pt x="24211" y="23935"/>
                  </a:cubicBezTo>
                  <a:cubicBezTo>
                    <a:pt x="24161" y="26015"/>
                    <a:pt x="23710" y="28196"/>
                    <a:pt x="22682" y="30025"/>
                  </a:cubicBezTo>
                  <a:cubicBezTo>
                    <a:pt x="22156" y="31003"/>
                    <a:pt x="21429" y="31880"/>
                    <a:pt x="20527" y="32532"/>
                  </a:cubicBezTo>
                  <a:cubicBezTo>
                    <a:pt x="19675" y="33158"/>
                    <a:pt x="18672" y="33584"/>
                    <a:pt x="17620" y="33810"/>
                  </a:cubicBezTo>
                  <a:cubicBezTo>
                    <a:pt x="16751" y="34002"/>
                    <a:pt x="15866" y="34080"/>
                    <a:pt x="14979" y="34080"/>
                  </a:cubicBezTo>
                  <a:cubicBezTo>
                    <a:pt x="13666" y="34080"/>
                    <a:pt x="12350" y="33909"/>
                    <a:pt x="11078" y="33685"/>
                  </a:cubicBezTo>
                  <a:cubicBezTo>
                    <a:pt x="8773" y="33284"/>
                    <a:pt x="6417" y="32657"/>
                    <a:pt x="4562" y="31178"/>
                  </a:cubicBezTo>
                  <a:cubicBezTo>
                    <a:pt x="2908" y="29850"/>
                    <a:pt x="1755" y="27970"/>
                    <a:pt x="1153" y="25940"/>
                  </a:cubicBezTo>
                  <a:cubicBezTo>
                    <a:pt x="477" y="23609"/>
                    <a:pt x="552" y="21103"/>
                    <a:pt x="1179" y="18747"/>
                  </a:cubicBezTo>
                  <a:cubicBezTo>
                    <a:pt x="2281" y="14511"/>
                    <a:pt x="5113" y="10476"/>
                    <a:pt x="9424" y="9098"/>
                  </a:cubicBezTo>
                  <a:cubicBezTo>
                    <a:pt x="11730" y="8371"/>
                    <a:pt x="14136" y="8296"/>
                    <a:pt x="16492" y="7945"/>
                  </a:cubicBezTo>
                  <a:cubicBezTo>
                    <a:pt x="18672" y="7644"/>
                    <a:pt x="20778" y="7043"/>
                    <a:pt x="22758" y="6065"/>
                  </a:cubicBezTo>
                  <a:cubicBezTo>
                    <a:pt x="24687" y="5138"/>
                    <a:pt x="26467" y="3910"/>
                    <a:pt x="27996" y="2431"/>
                  </a:cubicBezTo>
                  <a:cubicBezTo>
                    <a:pt x="28622" y="1855"/>
                    <a:pt x="29174" y="1228"/>
                    <a:pt x="29700" y="577"/>
                  </a:cubicBezTo>
                  <a:cubicBezTo>
                    <a:pt x="29675" y="376"/>
                    <a:pt x="29650" y="201"/>
                    <a:pt x="29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6" name="Google Shape;2346;p26"/>
          <p:cNvGrpSpPr/>
          <p:nvPr/>
        </p:nvGrpSpPr>
        <p:grpSpPr>
          <a:xfrm flipH="1" rot="574930">
            <a:off x="3660522" y="2702317"/>
            <a:ext cx="941520" cy="734523"/>
            <a:chOff x="3845050" y="297847"/>
            <a:chExt cx="914393" cy="713360"/>
          </a:xfrm>
        </p:grpSpPr>
        <p:sp>
          <p:nvSpPr>
            <p:cNvPr id="2347" name="Google Shape;2347;p26"/>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26"/>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p26"/>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26"/>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p26"/>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26"/>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26"/>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4" name="Google Shape;2354;p26"/>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5" name="Google Shape;2355;p26"/>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26"/>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26"/>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8" name="Google Shape;2358;p26"/>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9" name="Google Shape;2359;p26"/>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26"/>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1" name="Google Shape;2361;p26"/>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26"/>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p26"/>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26"/>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26"/>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p26"/>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7" name="Google Shape;2367;p26"/>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pic>
        <p:nvPicPr>
          <p:cNvPr descr="What is cyberbullying and what can you do about it? | Kuensel Online" id="2372" name="Google Shape;2372;p2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2373" name="Google Shape;2373;p27"/>
          <p:cNvPicPr preferRelativeResize="0"/>
          <p:nvPr/>
        </p:nvPicPr>
        <p:blipFill rotWithShape="1">
          <a:blip r:embed="rId4">
            <a:alphaModFix/>
          </a:blip>
          <a:srcRect b="0" l="0" r="0" t="0"/>
          <a:stretch/>
        </p:blipFill>
        <p:spPr>
          <a:xfrm>
            <a:off x="2241396" y="945363"/>
            <a:ext cx="4661207" cy="2898667"/>
          </a:xfrm>
          <a:prstGeom prst="rect">
            <a:avLst/>
          </a:prstGeom>
          <a:noFill/>
          <a:ln>
            <a:noFill/>
          </a:ln>
        </p:spPr>
      </p:pic>
      <p:sp>
        <p:nvSpPr>
          <p:cNvPr id="2374" name="Google Shape;2374;p27"/>
          <p:cNvSpPr txBox="1"/>
          <p:nvPr/>
        </p:nvSpPr>
        <p:spPr>
          <a:xfrm>
            <a:off x="2525485" y="856698"/>
            <a:ext cx="4093028" cy="36009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fr-FR" sz="3200" u="none" cap="none" strike="noStrike">
                <a:solidFill>
                  <a:srgbClr val="000000"/>
                </a:solidFill>
                <a:latin typeface="Arial"/>
                <a:ea typeface="Arial"/>
                <a:cs typeface="Arial"/>
                <a:sym typeface="Arial"/>
              </a:rPr>
              <a:t>Cyberbullying is when someone uses the internet to be mean to a child or young person so they feel bad or upset</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5" name="Google Shape;2375;p27"/>
          <p:cNvSpPr txBox="1"/>
          <p:nvPr/>
        </p:nvSpPr>
        <p:spPr>
          <a:xfrm>
            <a:off x="2361883" y="-83790"/>
            <a:ext cx="718457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4800" u="none" cap="none" strike="noStrike">
                <a:solidFill>
                  <a:srgbClr val="FFEDF0"/>
                </a:solidFill>
                <a:latin typeface="Arial"/>
                <a:ea typeface="Arial"/>
                <a:cs typeface="Arial"/>
                <a:sym typeface="Arial"/>
              </a:rPr>
              <a:t>Cyberbullying</a:t>
            </a:r>
            <a:endParaRPr b="1" i="0" sz="4800" u="none" cap="none" strike="noStrike">
              <a:solidFill>
                <a:srgbClr val="FFEDF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9" name="Shape 2379"/>
        <p:cNvGrpSpPr/>
        <p:nvPr/>
      </p:nvGrpSpPr>
      <p:grpSpPr>
        <a:xfrm>
          <a:off x="0" y="0"/>
          <a:ext cx="0" cy="0"/>
          <a:chOff x="0" y="0"/>
          <a:chExt cx="0" cy="0"/>
        </a:xfrm>
      </p:grpSpPr>
      <p:pic>
        <p:nvPicPr>
          <p:cNvPr descr="4 Ways to Report Cyberbullying - wikiHow" id="2380" name="Google Shape;2380;p2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2381" name="Google Shape;2381;p28"/>
          <p:cNvPicPr preferRelativeResize="0"/>
          <p:nvPr/>
        </p:nvPicPr>
        <p:blipFill rotWithShape="1">
          <a:blip r:embed="rId4">
            <a:alphaModFix/>
          </a:blip>
          <a:srcRect b="0" l="0" r="0" t="0"/>
          <a:stretch/>
        </p:blipFill>
        <p:spPr>
          <a:xfrm>
            <a:off x="727969" y="550416"/>
            <a:ext cx="7652551" cy="3426780"/>
          </a:xfrm>
          <a:prstGeom prst="rect">
            <a:avLst/>
          </a:prstGeom>
          <a:noFill/>
          <a:ln>
            <a:noFill/>
          </a:ln>
        </p:spPr>
      </p:pic>
      <p:sp>
        <p:nvSpPr>
          <p:cNvPr id="2382" name="Google Shape;2382;p28"/>
          <p:cNvSpPr txBox="1"/>
          <p:nvPr/>
        </p:nvSpPr>
        <p:spPr>
          <a:xfrm>
            <a:off x="2015485" y="-64580"/>
            <a:ext cx="5817325"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3600" u="none" cap="none" strike="noStrike">
                <a:solidFill>
                  <a:srgbClr val="6565A1"/>
                </a:solidFill>
                <a:latin typeface="Arial"/>
                <a:ea typeface="Arial"/>
                <a:cs typeface="Arial"/>
                <a:sym typeface="Arial"/>
              </a:rPr>
              <a:t>History of cyberbullying :</a:t>
            </a:r>
            <a:endParaRPr/>
          </a:p>
          <a:p>
            <a:pPr indent="0" lvl="0" marL="0" marR="0" rtl="0" algn="l">
              <a:lnSpc>
                <a:spcPct val="100000"/>
              </a:lnSpc>
              <a:spcBef>
                <a:spcPts val="0"/>
              </a:spcBef>
              <a:spcAft>
                <a:spcPts val="0"/>
              </a:spcAft>
              <a:buNone/>
            </a:pPr>
            <a:r>
              <a:t/>
            </a:r>
            <a:endParaRPr b="1" i="0" sz="1400" u="none" cap="none" strike="noStrike">
              <a:solidFill>
                <a:srgbClr val="6565A1"/>
              </a:solidFill>
              <a:latin typeface="Arial"/>
              <a:ea typeface="Arial"/>
              <a:cs typeface="Arial"/>
              <a:sym typeface="Arial"/>
            </a:endParaRPr>
          </a:p>
        </p:txBody>
      </p:sp>
      <p:sp>
        <p:nvSpPr>
          <p:cNvPr id="2383" name="Google Shape;2383;p28"/>
          <p:cNvSpPr/>
          <p:nvPr/>
        </p:nvSpPr>
        <p:spPr>
          <a:xfrm>
            <a:off x="1189608" y="1091953"/>
            <a:ext cx="6643202"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fr-FR" sz="2000" u="none" cap="none" strike="noStrike">
                <a:solidFill>
                  <a:srgbClr val="000000"/>
                </a:solidFill>
                <a:latin typeface="Arial"/>
                <a:ea typeface="Arial"/>
                <a:cs typeface="Arial"/>
                <a:sym typeface="Arial"/>
              </a:rPr>
              <a:t>Traditional bullying forced its way onto the web in the 1990s with the advent of affordable personal computers. Since then, classmates (and even strangers) have subjected children and teens to cyberbullying in public chatrooms or on private messaging platforms. The web’s anonymity provided the perfect cover for a user to harass or intimidate others without many repercussions.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7" name="Shape 2387"/>
        <p:cNvGrpSpPr/>
        <p:nvPr/>
      </p:nvGrpSpPr>
      <p:grpSpPr>
        <a:xfrm>
          <a:off x="0" y="0"/>
          <a:ext cx="0" cy="0"/>
          <a:chOff x="0" y="0"/>
          <a:chExt cx="0" cy="0"/>
        </a:xfrm>
      </p:grpSpPr>
      <p:sp>
        <p:nvSpPr>
          <p:cNvPr id="2388" name="Google Shape;2388;p29"/>
          <p:cNvSpPr/>
          <p:nvPr/>
        </p:nvSpPr>
        <p:spPr>
          <a:xfrm>
            <a:off x="842775" y="1329863"/>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29"/>
          <p:cNvSpPr txBox="1"/>
          <p:nvPr>
            <p:ph type="title"/>
          </p:nvPr>
        </p:nvSpPr>
        <p:spPr>
          <a:xfrm>
            <a:off x="346229" y="2456438"/>
            <a:ext cx="4393647" cy="841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fr-FR"/>
              <a:t>CYBERSTALKING</a:t>
            </a:r>
            <a:endParaRPr/>
          </a:p>
        </p:txBody>
      </p:sp>
      <p:sp>
        <p:nvSpPr>
          <p:cNvPr id="2390" name="Google Shape;2390;p29"/>
          <p:cNvSpPr txBox="1"/>
          <p:nvPr>
            <p:ph idx="2" type="title"/>
          </p:nvPr>
        </p:nvSpPr>
        <p:spPr>
          <a:xfrm>
            <a:off x="862725" y="1442363"/>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02</a:t>
            </a:r>
            <a:endParaRPr/>
          </a:p>
        </p:txBody>
      </p:sp>
      <p:grpSp>
        <p:nvGrpSpPr>
          <p:cNvPr id="2391" name="Google Shape;2391;p29"/>
          <p:cNvGrpSpPr/>
          <p:nvPr/>
        </p:nvGrpSpPr>
        <p:grpSpPr>
          <a:xfrm>
            <a:off x="7644275" y="726050"/>
            <a:ext cx="1008752" cy="705985"/>
            <a:chOff x="7887550" y="554000"/>
            <a:chExt cx="1008752" cy="705985"/>
          </a:xfrm>
        </p:grpSpPr>
        <p:sp>
          <p:nvSpPr>
            <p:cNvPr id="2392" name="Google Shape;2392;p29"/>
            <p:cNvSpPr/>
            <p:nvPr/>
          </p:nvSpPr>
          <p:spPr>
            <a:xfrm>
              <a:off x="7891971" y="557316"/>
              <a:ext cx="1000662" cy="699707"/>
            </a:xfrm>
            <a:custGeom>
              <a:rect b="b" l="l" r="r" t="t"/>
              <a:pathLst>
                <a:path extrusionOk="0" h="15826" w="22633">
                  <a:moveTo>
                    <a:pt x="16718" y="1"/>
                  </a:moveTo>
                  <a:cubicBezTo>
                    <a:pt x="14612" y="1855"/>
                    <a:pt x="12507" y="3735"/>
                    <a:pt x="10427" y="5615"/>
                  </a:cubicBezTo>
                  <a:cubicBezTo>
                    <a:pt x="10240" y="5600"/>
                    <a:pt x="10052" y="5593"/>
                    <a:pt x="9865" y="5593"/>
                  </a:cubicBezTo>
                  <a:cubicBezTo>
                    <a:pt x="8746" y="5593"/>
                    <a:pt x="7630" y="5848"/>
                    <a:pt x="6642" y="6342"/>
                  </a:cubicBezTo>
                  <a:cubicBezTo>
                    <a:pt x="6292" y="6492"/>
                    <a:pt x="5941" y="6718"/>
                    <a:pt x="5740" y="7068"/>
                  </a:cubicBezTo>
                  <a:cubicBezTo>
                    <a:pt x="5565" y="7419"/>
                    <a:pt x="5615" y="7921"/>
                    <a:pt x="5966" y="8121"/>
                  </a:cubicBezTo>
                  <a:cubicBezTo>
                    <a:pt x="4136" y="9249"/>
                    <a:pt x="2407" y="10552"/>
                    <a:pt x="828" y="12056"/>
                  </a:cubicBezTo>
                  <a:cubicBezTo>
                    <a:pt x="577" y="12281"/>
                    <a:pt x="327" y="12557"/>
                    <a:pt x="176" y="12858"/>
                  </a:cubicBezTo>
                  <a:cubicBezTo>
                    <a:pt x="26" y="13184"/>
                    <a:pt x="1" y="13585"/>
                    <a:pt x="201" y="13885"/>
                  </a:cubicBezTo>
                  <a:cubicBezTo>
                    <a:pt x="371" y="14131"/>
                    <a:pt x="684" y="14248"/>
                    <a:pt x="999" y="14248"/>
                  </a:cubicBezTo>
                  <a:cubicBezTo>
                    <a:pt x="1102" y="14248"/>
                    <a:pt x="1205" y="14236"/>
                    <a:pt x="1304" y="14211"/>
                  </a:cubicBezTo>
                  <a:cubicBezTo>
                    <a:pt x="1705" y="14136"/>
                    <a:pt x="2056" y="13885"/>
                    <a:pt x="2382" y="13635"/>
                  </a:cubicBezTo>
                  <a:cubicBezTo>
                    <a:pt x="2708" y="13384"/>
                    <a:pt x="4287" y="12106"/>
                    <a:pt x="4788" y="11830"/>
                  </a:cubicBezTo>
                  <a:lnTo>
                    <a:pt x="4788" y="11830"/>
                  </a:lnTo>
                  <a:cubicBezTo>
                    <a:pt x="4587" y="12131"/>
                    <a:pt x="4587" y="12532"/>
                    <a:pt x="4763" y="12833"/>
                  </a:cubicBezTo>
                  <a:cubicBezTo>
                    <a:pt x="4929" y="13118"/>
                    <a:pt x="5254" y="13336"/>
                    <a:pt x="5586" y="13336"/>
                  </a:cubicBezTo>
                  <a:cubicBezTo>
                    <a:pt x="5604" y="13336"/>
                    <a:pt x="5622" y="13335"/>
                    <a:pt x="5640" y="13334"/>
                  </a:cubicBezTo>
                  <a:lnTo>
                    <a:pt x="5640" y="13334"/>
                  </a:lnTo>
                  <a:cubicBezTo>
                    <a:pt x="5439" y="13685"/>
                    <a:pt x="5490" y="14161"/>
                    <a:pt x="5765" y="14462"/>
                  </a:cubicBezTo>
                  <a:cubicBezTo>
                    <a:pt x="5949" y="14662"/>
                    <a:pt x="6211" y="14774"/>
                    <a:pt x="6476" y="14774"/>
                  </a:cubicBezTo>
                  <a:cubicBezTo>
                    <a:pt x="6609" y="14774"/>
                    <a:pt x="6743" y="14746"/>
                    <a:pt x="6868" y="14687"/>
                  </a:cubicBezTo>
                  <a:lnTo>
                    <a:pt x="6868" y="14687"/>
                  </a:lnTo>
                  <a:cubicBezTo>
                    <a:pt x="6617" y="15063"/>
                    <a:pt x="6918" y="15590"/>
                    <a:pt x="7319" y="15740"/>
                  </a:cubicBezTo>
                  <a:cubicBezTo>
                    <a:pt x="7467" y="15801"/>
                    <a:pt x="7618" y="15826"/>
                    <a:pt x="7769" y="15826"/>
                  </a:cubicBezTo>
                  <a:cubicBezTo>
                    <a:pt x="8055" y="15826"/>
                    <a:pt x="8344" y="15738"/>
                    <a:pt x="8622" y="15640"/>
                  </a:cubicBezTo>
                  <a:cubicBezTo>
                    <a:pt x="9901" y="15164"/>
                    <a:pt x="11079" y="14362"/>
                    <a:pt x="12106" y="13459"/>
                  </a:cubicBezTo>
                  <a:cubicBezTo>
                    <a:pt x="12733" y="12883"/>
                    <a:pt x="13334" y="12256"/>
                    <a:pt x="13710" y="11479"/>
                  </a:cubicBezTo>
                  <a:cubicBezTo>
                    <a:pt x="14011" y="10828"/>
                    <a:pt x="13961" y="10502"/>
                    <a:pt x="13986" y="9675"/>
                  </a:cubicBezTo>
                  <a:cubicBezTo>
                    <a:pt x="16893" y="7770"/>
                    <a:pt x="19725" y="5264"/>
                    <a:pt x="22633" y="3134"/>
                  </a:cubicBezTo>
                  <a:lnTo>
                    <a:pt x="16718"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3" name="Google Shape;2393;p29"/>
            <p:cNvSpPr/>
            <p:nvPr/>
          </p:nvSpPr>
          <p:spPr>
            <a:xfrm>
              <a:off x="7887550" y="554000"/>
              <a:ext cx="1008752" cy="705985"/>
            </a:xfrm>
            <a:custGeom>
              <a:rect b="b" l="l" r="r" t="t"/>
              <a:pathLst>
                <a:path extrusionOk="0" h="15968" w="22816">
                  <a:moveTo>
                    <a:pt x="14137" y="9783"/>
                  </a:moveTo>
                  <a:cubicBezTo>
                    <a:pt x="14130" y="9793"/>
                    <a:pt x="14124" y="9800"/>
                    <a:pt x="14111" y="9800"/>
                  </a:cubicBezTo>
                  <a:cubicBezTo>
                    <a:pt x="14120" y="9794"/>
                    <a:pt x="14128" y="9789"/>
                    <a:pt x="14137" y="9783"/>
                  </a:cubicBezTo>
                  <a:close/>
                  <a:moveTo>
                    <a:pt x="16840" y="151"/>
                  </a:moveTo>
                  <a:lnTo>
                    <a:pt x="16840" y="151"/>
                  </a:lnTo>
                  <a:cubicBezTo>
                    <a:pt x="17477" y="494"/>
                    <a:pt x="18137" y="837"/>
                    <a:pt x="18798" y="1204"/>
                  </a:cubicBezTo>
                  <a:cubicBezTo>
                    <a:pt x="19850" y="1755"/>
                    <a:pt x="20903" y="2331"/>
                    <a:pt x="21981" y="2883"/>
                  </a:cubicBezTo>
                  <a:cubicBezTo>
                    <a:pt x="22176" y="2991"/>
                    <a:pt x="22390" y="3100"/>
                    <a:pt x="22607" y="3208"/>
                  </a:cubicBezTo>
                  <a:lnTo>
                    <a:pt x="22607" y="3208"/>
                  </a:lnTo>
                  <a:cubicBezTo>
                    <a:pt x="21390" y="4112"/>
                    <a:pt x="20219" y="5039"/>
                    <a:pt x="19048" y="5965"/>
                  </a:cubicBezTo>
                  <a:cubicBezTo>
                    <a:pt x="17845" y="6943"/>
                    <a:pt x="16617" y="7895"/>
                    <a:pt x="15364" y="8798"/>
                  </a:cubicBezTo>
                  <a:cubicBezTo>
                    <a:pt x="15063" y="8998"/>
                    <a:pt x="14738" y="9224"/>
                    <a:pt x="14437" y="9424"/>
                  </a:cubicBezTo>
                  <a:cubicBezTo>
                    <a:pt x="14362" y="9474"/>
                    <a:pt x="14286" y="9524"/>
                    <a:pt x="14211" y="9574"/>
                  </a:cubicBezTo>
                  <a:cubicBezTo>
                    <a:pt x="14161" y="9625"/>
                    <a:pt x="14061" y="9650"/>
                    <a:pt x="14011" y="9700"/>
                  </a:cubicBezTo>
                  <a:cubicBezTo>
                    <a:pt x="13986" y="9750"/>
                    <a:pt x="14011" y="9875"/>
                    <a:pt x="14011" y="9925"/>
                  </a:cubicBezTo>
                  <a:lnTo>
                    <a:pt x="14011" y="10176"/>
                  </a:lnTo>
                  <a:cubicBezTo>
                    <a:pt x="14011" y="10427"/>
                    <a:pt x="14011" y="10702"/>
                    <a:pt x="13936" y="10953"/>
                  </a:cubicBezTo>
                  <a:cubicBezTo>
                    <a:pt x="13885" y="11254"/>
                    <a:pt x="13735" y="11554"/>
                    <a:pt x="13585" y="11805"/>
                  </a:cubicBezTo>
                  <a:cubicBezTo>
                    <a:pt x="13234" y="12432"/>
                    <a:pt x="12758" y="12933"/>
                    <a:pt x="12231" y="13409"/>
                  </a:cubicBezTo>
                  <a:cubicBezTo>
                    <a:pt x="11705" y="13885"/>
                    <a:pt x="11154" y="14336"/>
                    <a:pt x="10527" y="14712"/>
                  </a:cubicBezTo>
                  <a:cubicBezTo>
                    <a:pt x="9951" y="15088"/>
                    <a:pt x="9299" y="15439"/>
                    <a:pt x="8647" y="15665"/>
                  </a:cubicBezTo>
                  <a:cubicBezTo>
                    <a:pt x="8397" y="15754"/>
                    <a:pt x="8120" y="15831"/>
                    <a:pt x="7846" y="15831"/>
                  </a:cubicBezTo>
                  <a:cubicBezTo>
                    <a:pt x="7736" y="15831"/>
                    <a:pt x="7627" y="15819"/>
                    <a:pt x="7519" y="15790"/>
                  </a:cubicBezTo>
                  <a:cubicBezTo>
                    <a:pt x="7244" y="15690"/>
                    <a:pt x="7018" y="15464"/>
                    <a:pt x="6968" y="15189"/>
                  </a:cubicBezTo>
                  <a:cubicBezTo>
                    <a:pt x="6943" y="15038"/>
                    <a:pt x="6968" y="14913"/>
                    <a:pt x="7018" y="14813"/>
                  </a:cubicBezTo>
                  <a:cubicBezTo>
                    <a:pt x="7059" y="14751"/>
                    <a:pt x="7016" y="14706"/>
                    <a:pt x="6957" y="14706"/>
                  </a:cubicBezTo>
                  <a:cubicBezTo>
                    <a:pt x="6945" y="14706"/>
                    <a:pt x="6931" y="14708"/>
                    <a:pt x="6918" y="14712"/>
                  </a:cubicBezTo>
                  <a:cubicBezTo>
                    <a:pt x="6813" y="14761"/>
                    <a:pt x="6699" y="14783"/>
                    <a:pt x="6583" y="14783"/>
                  </a:cubicBezTo>
                  <a:cubicBezTo>
                    <a:pt x="6337" y="14783"/>
                    <a:pt x="6086" y="14682"/>
                    <a:pt x="5915" y="14512"/>
                  </a:cubicBezTo>
                  <a:cubicBezTo>
                    <a:pt x="5665" y="14211"/>
                    <a:pt x="5615" y="13785"/>
                    <a:pt x="5815" y="13459"/>
                  </a:cubicBezTo>
                  <a:cubicBezTo>
                    <a:pt x="5840" y="13409"/>
                    <a:pt x="5790" y="13334"/>
                    <a:pt x="5740" y="13334"/>
                  </a:cubicBezTo>
                  <a:cubicBezTo>
                    <a:pt x="5414" y="13334"/>
                    <a:pt x="5113" y="13184"/>
                    <a:pt x="4938" y="12908"/>
                  </a:cubicBezTo>
                  <a:cubicBezTo>
                    <a:pt x="4763" y="12607"/>
                    <a:pt x="4763" y="12231"/>
                    <a:pt x="4938" y="11930"/>
                  </a:cubicBezTo>
                  <a:cubicBezTo>
                    <a:pt x="4981" y="11887"/>
                    <a:pt x="4931" y="11825"/>
                    <a:pt x="4868" y="11825"/>
                  </a:cubicBezTo>
                  <a:cubicBezTo>
                    <a:pt x="4858" y="11825"/>
                    <a:pt x="4848" y="11827"/>
                    <a:pt x="4838" y="11830"/>
                  </a:cubicBezTo>
                  <a:cubicBezTo>
                    <a:pt x="4612" y="11981"/>
                    <a:pt x="4387" y="12131"/>
                    <a:pt x="4161" y="12306"/>
                  </a:cubicBezTo>
                  <a:cubicBezTo>
                    <a:pt x="3885" y="12532"/>
                    <a:pt x="3585" y="12757"/>
                    <a:pt x="3309" y="12983"/>
                  </a:cubicBezTo>
                  <a:cubicBezTo>
                    <a:pt x="3058" y="13158"/>
                    <a:pt x="2833" y="13359"/>
                    <a:pt x="2582" y="13534"/>
                  </a:cubicBezTo>
                  <a:cubicBezTo>
                    <a:pt x="2281" y="13785"/>
                    <a:pt x="1955" y="14011"/>
                    <a:pt x="1605" y="14161"/>
                  </a:cubicBezTo>
                  <a:cubicBezTo>
                    <a:pt x="1452" y="14218"/>
                    <a:pt x="1275" y="14253"/>
                    <a:pt x="1098" y="14253"/>
                  </a:cubicBezTo>
                  <a:cubicBezTo>
                    <a:pt x="809" y="14253"/>
                    <a:pt x="522" y="14159"/>
                    <a:pt x="351" y="13910"/>
                  </a:cubicBezTo>
                  <a:cubicBezTo>
                    <a:pt x="51" y="13459"/>
                    <a:pt x="326" y="12883"/>
                    <a:pt x="652" y="12532"/>
                  </a:cubicBezTo>
                  <a:cubicBezTo>
                    <a:pt x="978" y="12131"/>
                    <a:pt x="1404" y="11780"/>
                    <a:pt x="1805" y="11429"/>
                  </a:cubicBezTo>
                  <a:cubicBezTo>
                    <a:pt x="2206" y="11078"/>
                    <a:pt x="2632" y="10702"/>
                    <a:pt x="3058" y="10376"/>
                  </a:cubicBezTo>
                  <a:cubicBezTo>
                    <a:pt x="4036" y="9600"/>
                    <a:pt x="5063" y="8898"/>
                    <a:pt x="6116" y="8246"/>
                  </a:cubicBezTo>
                  <a:cubicBezTo>
                    <a:pt x="6166" y="8221"/>
                    <a:pt x="6166" y="8146"/>
                    <a:pt x="6116" y="8121"/>
                  </a:cubicBezTo>
                  <a:cubicBezTo>
                    <a:pt x="5790" y="7945"/>
                    <a:pt x="5765" y="7494"/>
                    <a:pt x="5915" y="7194"/>
                  </a:cubicBezTo>
                  <a:cubicBezTo>
                    <a:pt x="6091" y="6818"/>
                    <a:pt x="6492" y="6617"/>
                    <a:pt x="6843" y="6442"/>
                  </a:cubicBezTo>
                  <a:cubicBezTo>
                    <a:pt x="7695" y="6016"/>
                    <a:pt x="8622" y="5790"/>
                    <a:pt x="9550" y="5740"/>
                  </a:cubicBezTo>
                  <a:lnTo>
                    <a:pt x="10226" y="5740"/>
                  </a:lnTo>
                  <a:cubicBezTo>
                    <a:pt x="10306" y="5740"/>
                    <a:pt x="10403" y="5772"/>
                    <a:pt x="10476" y="5772"/>
                  </a:cubicBezTo>
                  <a:cubicBezTo>
                    <a:pt x="10495" y="5772"/>
                    <a:pt x="10512" y="5770"/>
                    <a:pt x="10527" y="5765"/>
                  </a:cubicBezTo>
                  <a:cubicBezTo>
                    <a:pt x="10577" y="5740"/>
                    <a:pt x="10627" y="5690"/>
                    <a:pt x="10652" y="5665"/>
                  </a:cubicBezTo>
                  <a:cubicBezTo>
                    <a:pt x="10702" y="5615"/>
                    <a:pt x="10753" y="5564"/>
                    <a:pt x="10803" y="5539"/>
                  </a:cubicBezTo>
                  <a:cubicBezTo>
                    <a:pt x="11179" y="5188"/>
                    <a:pt x="11580" y="4838"/>
                    <a:pt x="11956" y="4487"/>
                  </a:cubicBezTo>
                  <a:cubicBezTo>
                    <a:pt x="12732" y="3810"/>
                    <a:pt x="13509" y="3133"/>
                    <a:pt x="14261" y="2432"/>
                  </a:cubicBezTo>
                  <a:cubicBezTo>
                    <a:pt x="15129" y="1663"/>
                    <a:pt x="15997" y="919"/>
                    <a:pt x="16840" y="151"/>
                  </a:cubicBezTo>
                  <a:close/>
                  <a:moveTo>
                    <a:pt x="16843" y="0"/>
                  </a:moveTo>
                  <a:cubicBezTo>
                    <a:pt x="16818" y="0"/>
                    <a:pt x="16793" y="0"/>
                    <a:pt x="16768" y="26"/>
                  </a:cubicBezTo>
                  <a:lnTo>
                    <a:pt x="11930" y="4311"/>
                  </a:lnTo>
                  <a:cubicBezTo>
                    <a:pt x="11529" y="4687"/>
                    <a:pt x="11128" y="5038"/>
                    <a:pt x="10727" y="5389"/>
                  </a:cubicBezTo>
                  <a:cubicBezTo>
                    <a:pt x="10652" y="5464"/>
                    <a:pt x="10552" y="5615"/>
                    <a:pt x="10427" y="5615"/>
                  </a:cubicBezTo>
                  <a:cubicBezTo>
                    <a:pt x="10326" y="5615"/>
                    <a:pt x="10201" y="5589"/>
                    <a:pt x="10076" y="5589"/>
                  </a:cubicBezTo>
                  <a:cubicBezTo>
                    <a:pt x="9825" y="5589"/>
                    <a:pt x="9600" y="5589"/>
                    <a:pt x="9349" y="5615"/>
                  </a:cubicBezTo>
                  <a:cubicBezTo>
                    <a:pt x="8422" y="5690"/>
                    <a:pt x="7494" y="5940"/>
                    <a:pt x="6642" y="6366"/>
                  </a:cubicBezTo>
                  <a:cubicBezTo>
                    <a:pt x="6266" y="6567"/>
                    <a:pt x="5865" y="6843"/>
                    <a:pt x="5715" y="7269"/>
                  </a:cubicBezTo>
                  <a:cubicBezTo>
                    <a:pt x="5625" y="7585"/>
                    <a:pt x="5677" y="7962"/>
                    <a:pt x="5945" y="8180"/>
                  </a:cubicBezTo>
                  <a:lnTo>
                    <a:pt x="5945" y="8180"/>
                  </a:lnTo>
                  <a:cubicBezTo>
                    <a:pt x="5001" y="8765"/>
                    <a:pt x="4081" y="9397"/>
                    <a:pt x="3209" y="10076"/>
                  </a:cubicBezTo>
                  <a:cubicBezTo>
                    <a:pt x="2732" y="10427"/>
                    <a:pt x="2281" y="10803"/>
                    <a:pt x="1855" y="11204"/>
                  </a:cubicBezTo>
                  <a:cubicBezTo>
                    <a:pt x="1429" y="11554"/>
                    <a:pt x="1003" y="11930"/>
                    <a:pt x="627" y="12331"/>
                  </a:cubicBezTo>
                  <a:cubicBezTo>
                    <a:pt x="276" y="12707"/>
                    <a:pt x="1" y="13184"/>
                    <a:pt x="101" y="13685"/>
                  </a:cubicBezTo>
                  <a:cubicBezTo>
                    <a:pt x="201" y="14136"/>
                    <a:pt x="627" y="14387"/>
                    <a:pt x="1053" y="14412"/>
                  </a:cubicBezTo>
                  <a:cubicBezTo>
                    <a:pt x="1072" y="14413"/>
                    <a:pt x="1091" y="14413"/>
                    <a:pt x="1110" y="14413"/>
                  </a:cubicBezTo>
                  <a:cubicBezTo>
                    <a:pt x="1612" y="14413"/>
                    <a:pt x="2046" y="14100"/>
                    <a:pt x="2457" y="13810"/>
                  </a:cubicBezTo>
                  <a:cubicBezTo>
                    <a:pt x="2657" y="13660"/>
                    <a:pt x="2858" y="13509"/>
                    <a:pt x="3058" y="13334"/>
                  </a:cubicBezTo>
                  <a:cubicBezTo>
                    <a:pt x="3409" y="13083"/>
                    <a:pt x="3735" y="12808"/>
                    <a:pt x="4086" y="12557"/>
                  </a:cubicBezTo>
                  <a:cubicBezTo>
                    <a:pt x="4298" y="12402"/>
                    <a:pt x="4496" y="12233"/>
                    <a:pt x="4713" y="12083"/>
                  </a:cubicBezTo>
                  <a:lnTo>
                    <a:pt x="4713" y="12083"/>
                  </a:lnTo>
                  <a:cubicBezTo>
                    <a:pt x="4621" y="12380"/>
                    <a:pt x="4654" y="12705"/>
                    <a:pt x="4813" y="12983"/>
                  </a:cubicBezTo>
                  <a:cubicBezTo>
                    <a:pt x="4995" y="13257"/>
                    <a:pt x="5302" y="13448"/>
                    <a:pt x="5640" y="13480"/>
                  </a:cubicBezTo>
                  <a:lnTo>
                    <a:pt x="5640" y="13480"/>
                  </a:lnTo>
                  <a:cubicBezTo>
                    <a:pt x="5474" y="13845"/>
                    <a:pt x="5539" y="14313"/>
                    <a:pt x="5815" y="14612"/>
                  </a:cubicBezTo>
                  <a:cubicBezTo>
                    <a:pt x="6016" y="14813"/>
                    <a:pt x="6305" y="14924"/>
                    <a:pt x="6587" y="14924"/>
                  </a:cubicBezTo>
                  <a:cubicBezTo>
                    <a:pt x="6668" y="14924"/>
                    <a:pt x="6748" y="14915"/>
                    <a:pt x="6825" y="14896"/>
                  </a:cubicBezTo>
                  <a:lnTo>
                    <a:pt x="6825" y="14896"/>
                  </a:lnTo>
                  <a:cubicBezTo>
                    <a:pt x="6768" y="15109"/>
                    <a:pt x="6828" y="15340"/>
                    <a:pt x="6968" y="15539"/>
                  </a:cubicBezTo>
                  <a:cubicBezTo>
                    <a:pt x="7143" y="15815"/>
                    <a:pt x="7469" y="15965"/>
                    <a:pt x="7820" y="15965"/>
                  </a:cubicBezTo>
                  <a:cubicBezTo>
                    <a:pt x="7846" y="15967"/>
                    <a:pt x="7872" y="15968"/>
                    <a:pt x="7899" y="15968"/>
                  </a:cubicBezTo>
                  <a:cubicBezTo>
                    <a:pt x="8276" y="15968"/>
                    <a:pt x="8672" y="15805"/>
                    <a:pt x="9023" y="15665"/>
                  </a:cubicBezTo>
                  <a:cubicBezTo>
                    <a:pt x="9399" y="15514"/>
                    <a:pt x="9750" y="15339"/>
                    <a:pt x="10101" y="15163"/>
                  </a:cubicBezTo>
                  <a:cubicBezTo>
                    <a:pt x="10803" y="14737"/>
                    <a:pt x="11479" y="14261"/>
                    <a:pt x="12106" y="13735"/>
                  </a:cubicBezTo>
                  <a:cubicBezTo>
                    <a:pt x="12707" y="13209"/>
                    <a:pt x="13284" y="12632"/>
                    <a:pt x="13685" y="11930"/>
                  </a:cubicBezTo>
                  <a:cubicBezTo>
                    <a:pt x="13885" y="11605"/>
                    <a:pt x="14036" y="11254"/>
                    <a:pt x="14111" y="10878"/>
                  </a:cubicBezTo>
                  <a:cubicBezTo>
                    <a:pt x="14160" y="10508"/>
                    <a:pt x="14161" y="10137"/>
                    <a:pt x="14161" y="9767"/>
                  </a:cubicBezTo>
                  <a:lnTo>
                    <a:pt x="14161" y="9767"/>
                  </a:lnTo>
                  <a:cubicBezTo>
                    <a:pt x="15297" y="9025"/>
                    <a:pt x="16407" y="8234"/>
                    <a:pt x="17469" y="7394"/>
                  </a:cubicBezTo>
                  <a:cubicBezTo>
                    <a:pt x="18597" y="6517"/>
                    <a:pt x="19725" y="5615"/>
                    <a:pt x="20828" y="4737"/>
                  </a:cubicBezTo>
                  <a:cubicBezTo>
                    <a:pt x="21479" y="4236"/>
                    <a:pt x="22131" y="3760"/>
                    <a:pt x="22783" y="3259"/>
                  </a:cubicBezTo>
                  <a:cubicBezTo>
                    <a:pt x="22807" y="3243"/>
                    <a:pt x="22815" y="3219"/>
                    <a:pt x="22814" y="3196"/>
                  </a:cubicBezTo>
                  <a:lnTo>
                    <a:pt x="22814" y="3196"/>
                  </a:lnTo>
                  <a:cubicBezTo>
                    <a:pt x="22815" y="3173"/>
                    <a:pt x="22807" y="3149"/>
                    <a:pt x="22783" y="3133"/>
                  </a:cubicBezTo>
                  <a:cubicBezTo>
                    <a:pt x="22106" y="2782"/>
                    <a:pt x="21429" y="2432"/>
                    <a:pt x="20778" y="2081"/>
                  </a:cubicBezTo>
                  <a:cubicBezTo>
                    <a:pt x="19700" y="1529"/>
                    <a:pt x="18647" y="953"/>
                    <a:pt x="17570" y="401"/>
                  </a:cubicBezTo>
                  <a:cubicBezTo>
                    <a:pt x="17344" y="251"/>
                    <a:pt x="17093" y="126"/>
                    <a:pt x="1684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4" name="Google Shape;2394;p29"/>
            <p:cNvSpPr/>
            <p:nvPr/>
          </p:nvSpPr>
          <p:spPr>
            <a:xfrm>
              <a:off x="8155705" y="869817"/>
              <a:ext cx="74277" cy="46600"/>
            </a:xfrm>
            <a:custGeom>
              <a:rect b="b" l="l" r="r" t="t"/>
              <a:pathLst>
                <a:path extrusionOk="0" h="1054" w="1680">
                  <a:moveTo>
                    <a:pt x="1680" y="0"/>
                  </a:moveTo>
                  <a:cubicBezTo>
                    <a:pt x="1522" y="95"/>
                    <a:pt x="1348" y="205"/>
                    <a:pt x="1169" y="321"/>
                  </a:cubicBezTo>
                  <a:lnTo>
                    <a:pt x="1169" y="321"/>
                  </a:lnTo>
                  <a:lnTo>
                    <a:pt x="1680" y="0"/>
                  </a:lnTo>
                  <a:close/>
                  <a:moveTo>
                    <a:pt x="1169" y="321"/>
                  </a:moveTo>
                  <a:lnTo>
                    <a:pt x="1" y="1053"/>
                  </a:lnTo>
                  <a:cubicBezTo>
                    <a:pt x="361" y="847"/>
                    <a:pt x="780" y="571"/>
                    <a:pt x="1169" y="32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5" name="Google Shape;2395;p29"/>
            <p:cNvSpPr/>
            <p:nvPr/>
          </p:nvSpPr>
          <p:spPr>
            <a:xfrm>
              <a:off x="8151814" y="865970"/>
              <a:ext cx="83031" cy="53143"/>
            </a:xfrm>
            <a:custGeom>
              <a:rect b="b" l="l" r="r" t="t"/>
              <a:pathLst>
                <a:path extrusionOk="0" h="1202" w="1878">
                  <a:moveTo>
                    <a:pt x="1779" y="1"/>
                  </a:moveTo>
                  <a:cubicBezTo>
                    <a:pt x="1767" y="1"/>
                    <a:pt x="1755" y="4"/>
                    <a:pt x="1743" y="12"/>
                  </a:cubicBezTo>
                  <a:cubicBezTo>
                    <a:pt x="1166" y="363"/>
                    <a:pt x="615" y="739"/>
                    <a:pt x="64" y="1065"/>
                  </a:cubicBezTo>
                  <a:cubicBezTo>
                    <a:pt x="1" y="1107"/>
                    <a:pt x="43" y="1202"/>
                    <a:pt x="103" y="1202"/>
                  </a:cubicBezTo>
                  <a:cubicBezTo>
                    <a:pt x="115" y="1202"/>
                    <a:pt x="127" y="1198"/>
                    <a:pt x="139" y="1190"/>
                  </a:cubicBezTo>
                  <a:cubicBezTo>
                    <a:pt x="690" y="864"/>
                    <a:pt x="1242" y="488"/>
                    <a:pt x="1793" y="138"/>
                  </a:cubicBezTo>
                  <a:cubicBezTo>
                    <a:pt x="1877" y="95"/>
                    <a:pt x="1838" y="1"/>
                    <a:pt x="17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6" name="Google Shape;2396;p29"/>
            <p:cNvSpPr/>
            <p:nvPr/>
          </p:nvSpPr>
          <p:spPr>
            <a:xfrm>
              <a:off x="8105832" y="1055956"/>
              <a:ext cx="33292" cy="22239"/>
            </a:xfrm>
            <a:custGeom>
              <a:rect b="b" l="l" r="r" t="t"/>
              <a:pathLst>
                <a:path extrusionOk="0" h="503" w="753">
                  <a:moveTo>
                    <a:pt x="753" y="1"/>
                  </a:moveTo>
                  <a:lnTo>
                    <a:pt x="377" y="252"/>
                  </a:lnTo>
                  <a:lnTo>
                    <a:pt x="377" y="252"/>
                  </a:lnTo>
                  <a:cubicBezTo>
                    <a:pt x="502" y="170"/>
                    <a:pt x="628" y="89"/>
                    <a:pt x="753" y="1"/>
                  </a:cubicBezTo>
                  <a:close/>
                  <a:moveTo>
                    <a:pt x="377" y="252"/>
                  </a:moveTo>
                  <a:lnTo>
                    <a:pt x="377" y="252"/>
                  </a:lnTo>
                  <a:cubicBezTo>
                    <a:pt x="252" y="333"/>
                    <a:pt x="126" y="414"/>
                    <a:pt x="1" y="502"/>
                  </a:cubicBezTo>
                  <a:lnTo>
                    <a:pt x="377" y="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29"/>
            <p:cNvSpPr/>
            <p:nvPr/>
          </p:nvSpPr>
          <p:spPr>
            <a:xfrm>
              <a:off x="8100836" y="1052153"/>
              <a:ext cx="43328" cy="29843"/>
            </a:xfrm>
            <a:custGeom>
              <a:rect b="b" l="l" r="r" t="t"/>
              <a:pathLst>
                <a:path extrusionOk="0" h="675" w="980">
                  <a:moveTo>
                    <a:pt x="877" y="0"/>
                  </a:moveTo>
                  <a:cubicBezTo>
                    <a:pt x="865" y="0"/>
                    <a:pt x="853" y="4"/>
                    <a:pt x="841" y="12"/>
                  </a:cubicBezTo>
                  <a:cubicBezTo>
                    <a:pt x="590" y="187"/>
                    <a:pt x="314" y="363"/>
                    <a:pt x="64" y="538"/>
                  </a:cubicBezTo>
                  <a:cubicBezTo>
                    <a:pt x="1" y="580"/>
                    <a:pt x="43" y="675"/>
                    <a:pt x="103" y="675"/>
                  </a:cubicBezTo>
                  <a:cubicBezTo>
                    <a:pt x="115" y="675"/>
                    <a:pt x="127" y="671"/>
                    <a:pt x="139" y="663"/>
                  </a:cubicBezTo>
                  <a:cubicBezTo>
                    <a:pt x="390" y="488"/>
                    <a:pt x="665" y="312"/>
                    <a:pt x="916" y="137"/>
                  </a:cubicBezTo>
                  <a:cubicBezTo>
                    <a:pt x="979" y="95"/>
                    <a:pt x="936" y="0"/>
                    <a:pt x="8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8" name="Google Shape;2398;p29"/>
            <p:cNvSpPr/>
            <p:nvPr/>
          </p:nvSpPr>
          <p:spPr>
            <a:xfrm>
              <a:off x="8140186" y="1119137"/>
              <a:ext cx="43284" cy="28871"/>
            </a:xfrm>
            <a:custGeom>
              <a:rect b="b" l="l" r="r" t="t"/>
              <a:pathLst>
                <a:path extrusionOk="0" h="653" w="979">
                  <a:moveTo>
                    <a:pt x="978" y="1"/>
                  </a:moveTo>
                  <a:lnTo>
                    <a:pt x="490" y="326"/>
                  </a:lnTo>
                  <a:lnTo>
                    <a:pt x="490" y="326"/>
                  </a:lnTo>
                  <a:cubicBezTo>
                    <a:pt x="653" y="220"/>
                    <a:pt x="815" y="113"/>
                    <a:pt x="978" y="1"/>
                  </a:cubicBezTo>
                  <a:close/>
                  <a:moveTo>
                    <a:pt x="490" y="326"/>
                  </a:moveTo>
                  <a:lnTo>
                    <a:pt x="490" y="326"/>
                  </a:lnTo>
                  <a:cubicBezTo>
                    <a:pt x="327" y="433"/>
                    <a:pt x="164" y="539"/>
                    <a:pt x="1" y="652"/>
                  </a:cubicBezTo>
                  <a:lnTo>
                    <a:pt x="490" y="32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29"/>
            <p:cNvSpPr/>
            <p:nvPr/>
          </p:nvSpPr>
          <p:spPr>
            <a:xfrm>
              <a:off x="8136295" y="1115290"/>
              <a:ext cx="51065" cy="36520"/>
            </a:xfrm>
            <a:custGeom>
              <a:rect b="b" l="l" r="r" t="t"/>
              <a:pathLst>
                <a:path extrusionOk="0" h="826" w="1155">
                  <a:moveTo>
                    <a:pt x="1052" y="1"/>
                  </a:moveTo>
                  <a:cubicBezTo>
                    <a:pt x="1041" y="1"/>
                    <a:pt x="1028" y="4"/>
                    <a:pt x="1016" y="12"/>
                  </a:cubicBezTo>
                  <a:cubicBezTo>
                    <a:pt x="690" y="238"/>
                    <a:pt x="365" y="463"/>
                    <a:pt x="64" y="689"/>
                  </a:cubicBezTo>
                  <a:cubicBezTo>
                    <a:pt x="1" y="731"/>
                    <a:pt x="26" y="826"/>
                    <a:pt x="80" y="826"/>
                  </a:cubicBezTo>
                  <a:cubicBezTo>
                    <a:pt x="90" y="826"/>
                    <a:pt x="102" y="822"/>
                    <a:pt x="114" y="814"/>
                  </a:cubicBezTo>
                  <a:lnTo>
                    <a:pt x="1091" y="138"/>
                  </a:lnTo>
                  <a:cubicBezTo>
                    <a:pt x="1154" y="96"/>
                    <a:pt x="1112" y="1"/>
                    <a:pt x="10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29"/>
            <p:cNvSpPr/>
            <p:nvPr/>
          </p:nvSpPr>
          <p:spPr>
            <a:xfrm>
              <a:off x="8193375" y="1182318"/>
              <a:ext cx="52127" cy="26616"/>
            </a:xfrm>
            <a:custGeom>
              <a:rect b="b" l="l" r="r" t="t"/>
              <a:pathLst>
                <a:path extrusionOk="0" h="602" w="1179">
                  <a:moveTo>
                    <a:pt x="1179" y="0"/>
                  </a:moveTo>
                  <a:lnTo>
                    <a:pt x="1" y="602"/>
                  </a:lnTo>
                  <a:cubicBezTo>
                    <a:pt x="402" y="401"/>
                    <a:pt x="803" y="201"/>
                    <a:pt x="11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p29"/>
            <p:cNvSpPr/>
            <p:nvPr/>
          </p:nvSpPr>
          <p:spPr>
            <a:xfrm>
              <a:off x="8188555" y="1178471"/>
              <a:ext cx="61986" cy="33204"/>
            </a:xfrm>
            <a:custGeom>
              <a:rect b="b" l="l" r="r" t="t"/>
              <a:pathLst>
                <a:path extrusionOk="0" h="751" w="1402">
                  <a:moveTo>
                    <a:pt x="1299" y="0"/>
                  </a:moveTo>
                  <a:cubicBezTo>
                    <a:pt x="1287" y="0"/>
                    <a:pt x="1275" y="4"/>
                    <a:pt x="1263" y="12"/>
                  </a:cubicBezTo>
                  <a:lnTo>
                    <a:pt x="85" y="613"/>
                  </a:lnTo>
                  <a:cubicBezTo>
                    <a:pt x="1" y="655"/>
                    <a:pt x="40" y="750"/>
                    <a:pt x="114" y="750"/>
                  </a:cubicBezTo>
                  <a:cubicBezTo>
                    <a:pt x="128" y="750"/>
                    <a:pt x="144" y="747"/>
                    <a:pt x="160" y="739"/>
                  </a:cubicBezTo>
                  <a:cubicBezTo>
                    <a:pt x="536" y="538"/>
                    <a:pt x="937" y="338"/>
                    <a:pt x="1338" y="137"/>
                  </a:cubicBezTo>
                  <a:cubicBezTo>
                    <a:pt x="1401" y="95"/>
                    <a:pt x="1358" y="0"/>
                    <a:pt x="12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p29"/>
            <p:cNvSpPr/>
            <p:nvPr/>
          </p:nvSpPr>
          <p:spPr>
            <a:xfrm>
              <a:off x="8473732" y="669265"/>
              <a:ext cx="76532" cy="64285"/>
            </a:xfrm>
            <a:custGeom>
              <a:rect b="b" l="l" r="r" t="t"/>
              <a:pathLst>
                <a:path extrusionOk="0" h="1454" w="1731">
                  <a:moveTo>
                    <a:pt x="1730" y="0"/>
                  </a:moveTo>
                  <a:cubicBezTo>
                    <a:pt x="1129" y="451"/>
                    <a:pt x="552" y="927"/>
                    <a:pt x="1" y="1454"/>
                  </a:cubicBezTo>
                  <a:lnTo>
                    <a:pt x="173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29"/>
            <p:cNvSpPr/>
            <p:nvPr/>
          </p:nvSpPr>
          <p:spPr>
            <a:xfrm>
              <a:off x="8469886" y="665418"/>
              <a:ext cx="85374" cy="71536"/>
            </a:xfrm>
            <a:custGeom>
              <a:rect b="b" l="l" r="r" t="t"/>
              <a:pathLst>
                <a:path extrusionOk="0" h="1618" w="1931">
                  <a:moveTo>
                    <a:pt x="1828" y="0"/>
                  </a:moveTo>
                  <a:cubicBezTo>
                    <a:pt x="1816" y="0"/>
                    <a:pt x="1804" y="4"/>
                    <a:pt x="1792" y="12"/>
                  </a:cubicBezTo>
                  <a:cubicBezTo>
                    <a:pt x="1166" y="463"/>
                    <a:pt x="589" y="964"/>
                    <a:pt x="38" y="1491"/>
                  </a:cubicBezTo>
                  <a:cubicBezTo>
                    <a:pt x="0" y="1547"/>
                    <a:pt x="47" y="1617"/>
                    <a:pt x="94" y="1617"/>
                  </a:cubicBezTo>
                  <a:cubicBezTo>
                    <a:pt x="110" y="1617"/>
                    <a:pt x="125" y="1610"/>
                    <a:pt x="138" y="1591"/>
                  </a:cubicBezTo>
                  <a:cubicBezTo>
                    <a:pt x="689" y="1064"/>
                    <a:pt x="1266" y="588"/>
                    <a:pt x="1867" y="137"/>
                  </a:cubicBezTo>
                  <a:cubicBezTo>
                    <a:pt x="1930" y="95"/>
                    <a:pt x="1888" y="0"/>
                    <a:pt x="18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29"/>
            <p:cNvSpPr/>
            <p:nvPr/>
          </p:nvSpPr>
          <p:spPr>
            <a:xfrm>
              <a:off x="8442739" y="757913"/>
              <a:ext cx="7781" cy="6676"/>
            </a:xfrm>
            <a:custGeom>
              <a:rect b="b" l="l" r="r" t="t"/>
              <a:pathLst>
                <a:path extrusionOk="0" h="151" w="176">
                  <a:moveTo>
                    <a:pt x="75" y="0"/>
                  </a:moveTo>
                  <a:cubicBezTo>
                    <a:pt x="0" y="0"/>
                    <a:pt x="0" y="150"/>
                    <a:pt x="75" y="150"/>
                  </a:cubicBezTo>
                  <a:cubicBezTo>
                    <a:pt x="175" y="150"/>
                    <a:pt x="175"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29"/>
            <p:cNvSpPr/>
            <p:nvPr/>
          </p:nvSpPr>
          <p:spPr>
            <a:xfrm>
              <a:off x="8528027" y="898644"/>
              <a:ext cx="52127" cy="36608"/>
            </a:xfrm>
            <a:custGeom>
              <a:rect b="b" l="l" r="r" t="t"/>
              <a:pathLst>
                <a:path extrusionOk="0" h="828" w="1179">
                  <a:moveTo>
                    <a:pt x="1179" y="0"/>
                  </a:moveTo>
                  <a:lnTo>
                    <a:pt x="1179" y="0"/>
                  </a:lnTo>
                  <a:cubicBezTo>
                    <a:pt x="978" y="138"/>
                    <a:pt x="784" y="276"/>
                    <a:pt x="590" y="414"/>
                  </a:cubicBezTo>
                  <a:lnTo>
                    <a:pt x="1179" y="0"/>
                  </a:lnTo>
                  <a:close/>
                  <a:moveTo>
                    <a:pt x="590" y="414"/>
                  </a:moveTo>
                  <a:lnTo>
                    <a:pt x="1" y="827"/>
                  </a:lnTo>
                  <a:cubicBezTo>
                    <a:pt x="201" y="689"/>
                    <a:pt x="396" y="551"/>
                    <a:pt x="590" y="41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6" name="Google Shape;2406;p29"/>
            <p:cNvSpPr/>
            <p:nvPr/>
          </p:nvSpPr>
          <p:spPr>
            <a:xfrm>
              <a:off x="8524136" y="894798"/>
              <a:ext cx="59908" cy="43151"/>
            </a:xfrm>
            <a:custGeom>
              <a:rect b="b" l="l" r="r" t="t"/>
              <a:pathLst>
                <a:path extrusionOk="0" h="976" w="1355">
                  <a:moveTo>
                    <a:pt x="1253" y="0"/>
                  </a:moveTo>
                  <a:cubicBezTo>
                    <a:pt x="1241" y="0"/>
                    <a:pt x="1229" y="4"/>
                    <a:pt x="1217" y="12"/>
                  </a:cubicBezTo>
                  <a:cubicBezTo>
                    <a:pt x="841" y="288"/>
                    <a:pt x="440" y="563"/>
                    <a:pt x="64" y="839"/>
                  </a:cubicBezTo>
                  <a:cubicBezTo>
                    <a:pt x="1" y="881"/>
                    <a:pt x="43" y="976"/>
                    <a:pt x="103" y="976"/>
                  </a:cubicBezTo>
                  <a:cubicBezTo>
                    <a:pt x="115" y="976"/>
                    <a:pt x="127" y="972"/>
                    <a:pt x="139" y="964"/>
                  </a:cubicBezTo>
                  <a:cubicBezTo>
                    <a:pt x="515" y="689"/>
                    <a:pt x="916" y="413"/>
                    <a:pt x="1292" y="137"/>
                  </a:cubicBezTo>
                  <a:cubicBezTo>
                    <a:pt x="1355" y="95"/>
                    <a:pt x="1312" y="0"/>
                    <a:pt x="1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p29"/>
            <p:cNvSpPr/>
            <p:nvPr/>
          </p:nvSpPr>
          <p:spPr>
            <a:xfrm>
              <a:off x="8354091" y="901960"/>
              <a:ext cx="8887" cy="3360"/>
            </a:xfrm>
            <a:custGeom>
              <a:rect b="b" l="l" r="r" t="t"/>
              <a:pathLst>
                <a:path extrusionOk="0" h="76" w="201">
                  <a:moveTo>
                    <a:pt x="0" y="0"/>
                  </a:moveTo>
                  <a:lnTo>
                    <a:pt x="201" y="75"/>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p29"/>
            <p:cNvSpPr/>
            <p:nvPr/>
          </p:nvSpPr>
          <p:spPr>
            <a:xfrm>
              <a:off x="8350731" y="898644"/>
              <a:ext cx="15563" cy="9992"/>
            </a:xfrm>
            <a:custGeom>
              <a:rect b="b" l="l" r="r" t="t"/>
              <a:pathLst>
                <a:path extrusionOk="0" h="226" w="352">
                  <a:moveTo>
                    <a:pt x="51" y="0"/>
                  </a:moveTo>
                  <a:cubicBezTo>
                    <a:pt x="51" y="0"/>
                    <a:pt x="26" y="0"/>
                    <a:pt x="26" y="25"/>
                  </a:cubicBezTo>
                  <a:cubicBezTo>
                    <a:pt x="1" y="50"/>
                    <a:pt x="1" y="75"/>
                    <a:pt x="1" y="75"/>
                  </a:cubicBezTo>
                  <a:cubicBezTo>
                    <a:pt x="26" y="100"/>
                    <a:pt x="26" y="125"/>
                    <a:pt x="51" y="125"/>
                  </a:cubicBezTo>
                  <a:cubicBezTo>
                    <a:pt x="101" y="150"/>
                    <a:pt x="176" y="175"/>
                    <a:pt x="251" y="226"/>
                  </a:cubicBezTo>
                  <a:lnTo>
                    <a:pt x="302" y="226"/>
                  </a:lnTo>
                  <a:cubicBezTo>
                    <a:pt x="327" y="226"/>
                    <a:pt x="352" y="201"/>
                    <a:pt x="352" y="201"/>
                  </a:cubicBezTo>
                  <a:cubicBezTo>
                    <a:pt x="352" y="175"/>
                    <a:pt x="352" y="150"/>
                    <a:pt x="352" y="125"/>
                  </a:cubicBezTo>
                  <a:cubicBezTo>
                    <a:pt x="352" y="125"/>
                    <a:pt x="327" y="100"/>
                    <a:pt x="327" y="100"/>
                  </a:cubicBezTo>
                  <a:cubicBezTo>
                    <a:pt x="251" y="50"/>
                    <a:pt x="176" y="25"/>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29"/>
            <p:cNvSpPr/>
            <p:nvPr/>
          </p:nvSpPr>
          <p:spPr>
            <a:xfrm>
              <a:off x="8351836" y="909698"/>
              <a:ext cx="7826" cy="2255"/>
            </a:xfrm>
            <a:custGeom>
              <a:rect b="b" l="l" r="r" t="t"/>
              <a:pathLst>
                <a:path extrusionOk="0" h="51" w="177">
                  <a:moveTo>
                    <a:pt x="1" y="1"/>
                  </a:moveTo>
                  <a:lnTo>
                    <a:pt x="176" y="5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0" name="Google Shape;2410;p29"/>
            <p:cNvSpPr/>
            <p:nvPr/>
          </p:nvSpPr>
          <p:spPr>
            <a:xfrm>
              <a:off x="8348520" y="906382"/>
              <a:ext cx="14457" cy="8887"/>
            </a:xfrm>
            <a:custGeom>
              <a:rect b="b" l="l" r="r" t="t"/>
              <a:pathLst>
                <a:path extrusionOk="0" h="201" w="327">
                  <a:moveTo>
                    <a:pt x="51" y="0"/>
                  </a:moveTo>
                  <a:cubicBezTo>
                    <a:pt x="26" y="26"/>
                    <a:pt x="26" y="26"/>
                    <a:pt x="26" y="51"/>
                  </a:cubicBezTo>
                  <a:cubicBezTo>
                    <a:pt x="1" y="76"/>
                    <a:pt x="1" y="101"/>
                    <a:pt x="26" y="101"/>
                  </a:cubicBezTo>
                  <a:cubicBezTo>
                    <a:pt x="26" y="126"/>
                    <a:pt x="51" y="126"/>
                    <a:pt x="76" y="151"/>
                  </a:cubicBezTo>
                  <a:lnTo>
                    <a:pt x="226" y="201"/>
                  </a:lnTo>
                  <a:lnTo>
                    <a:pt x="276" y="201"/>
                  </a:lnTo>
                  <a:cubicBezTo>
                    <a:pt x="301" y="201"/>
                    <a:pt x="327" y="176"/>
                    <a:pt x="327" y="151"/>
                  </a:cubicBezTo>
                  <a:cubicBezTo>
                    <a:pt x="327" y="126"/>
                    <a:pt x="327" y="126"/>
                    <a:pt x="301" y="101"/>
                  </a:cubicBezTo>
                  <a:cubicBezTo>
                    <a:pt x="301" y="76"/>
                    <a:pt x="276" y="76"/>
                    <a:pt x="276" y="76"/>
                  </a:cubicBezTo>
                  <a:lnTo>
                    <a:pt x="10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1" name="Google Shape;2411;p29"/>
            <p:cNvSpPr/>
            <p:nvPr/>
          </p:nvSpPr>
          <p:spPr>
            <a:xfrm>
              <a:off x="8183427" y="872028"/>
              <a:ext cx="21089" cy="11142"/>
            </a:xfrm>
            <a:custGeom>
              <a:rect b="b" l="l" r="r" t="t"/>
              <a:pathLst>
                <a:path extrusionOk="0" h="252" w="477">
                  <a:moveTo>
                    <a:pt x="477" y="1"/>
                  </a:moveTo>
                  <a:lnTo>
                    <a:pt x="477" y="1"/>
                  </a:lnTo>
                  <a:cubicBezTo>
                    <a:pt x="301" y="51"/>
                    <a:pt x="151" y="126"/>
                    <a:pt x="0" y="251"/>
                  </a:cubicBezTo>
                  <a:lnTo>
                    <a:pt x="4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29"/>
            <p:cNvSpPr/>
            <p:nvPr/>
          </p:nvSpPr>
          <p:spPr>
            <a:xfrm>
              <a:off x="8180111" y="868269"/>
              <a:ext cx="27721" cy="17552"/>
            </a:xfrm>
            <a:custGeom>
              <a:rect b="b" l="l" r="r" t="t"/>
              <a:pathLst>
                <a:path extrusionOk="0" h="397" w="627">
                  <a:moveTo>
                    <a:pt x="551" y="0"/>
                  </a:moveTo>
                  <a:cubicBezTo>
                    <a:pt x="542" y="0"/>
                    <a:pt x="533" y="4"/>
                    <a:pt x="526" y="10"/>
                  </a:cubicBezTo>
                  <a:cubicBezTo>
                    <a:pt x="351" y="60"/>
                    <a:pt x="176" y="161"/>
                    <a:pt x="25" y="261"/>
                  </a:cubicBezTo>
                  <a:cubicBezTo>
                    <a:pt x="0" y="286"/>
                    <a:pt x="0" y="336"/>
                    <a:pt x="0" y="361"/>
                  </a:cubicBezTo>
                  <a:cubicBezTo>
                    <a:pt x="18" y="379"/>
                    <a:pt x="48" y="397"/>
                    <a:pt x="73" y="397"/>
                  </a:cubicBezTo>
                  <a:cubicBezTo>
                    <a:pt x="84" y="397"/>
                    <a:pt x="93" y="394"/>
                    <a:pt x="100" y="386"/>
                  </a:cubicBezTo>
                  <a:cubicBezTo>
                    <a:pt x="251" y="286"/>
                    <a:pt x="401" y="211"/>
                    <a:pt x="552" y="136"/>
                  </a:cubicBezTo>
                  <a:cubicBezTo>
                    <a:pt x="602" y="136"/>
                    <a:pt x="627" y="86"/>
                    <a:pt x="602" y="60"/>
                  </a:cubicBezTo>
                  <a:cubicBezTo>
                    <a:pt x="602" y="24"/>
                    <a:pt x="575" y="0"/>
                    <a:pt x="5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29"/>
            <p:cNvSpPr/>
            <p:nvPr/>
          </p:nvSpPr>
          <p:spPr>
            <a:xfrm>
              <a:off x="8000560" y="1077046"/>
              <a:ext cx="79848" cy="55442"/>
            </a:xfrm>
            <a:custGeom>
              <a:rect b="b" l="l" r="r" t="t"/>
              <a:pathLst>
                <a:path extrusionOk="0" h="1254" w="1806">
                  <a:moveTo>
                    <a:pt x="1806" y="0"/>
                  </a:moveTo>
                  <a:lnTo>
                    <a:pt x="903" y="627"/>
                  </a:lnTo>
                  <a:lnTo>
                    <a:pt x="903" y="627"/>
                  </a:lnTo>
                  <a:cubicBezTo>
                    <a:pt x="1204" y="420"/>
                    <a:pt x="1505" y="213"/>
                    <a:pt x="1806" y="0"/>
                  </a:cubicBezTo>
                  <a:close/>
                  <a:moveTo>
                    <a:pt x="903" y="627"/>
                  </a:moveTo>
                  <a:cubicBezTo>
                    <a:pt x="602" y="833"/>
                    <a:pt x="302" y="1040"/>
                    <a:pt x="1" y="1253"/>
                  </a:cubicBezTo>
                  <a:lnTo>
                    <a:pt x="903" y="62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p29"/>
            <p:cNvSpPr/>
            <p:nvPr/>
          </p:nvSpPr>
          <p:spPr>
            <a:xfrm>
              <a:off x="7995740" y="1073199"/>
              <a:ext cx="89663" cy="62516"/>
            </a:xfrm>
            <a:custGeom>
              <a:rect b="b" l="l" r="r" t="t"/>
              <a:pathLst>
                <a:path extrusionOk="0" h="1414" w="2028">
                  <a:moveTo>
                    <a:pt x="1925" y="0"/>
                  </a:moveTo>
                  <a:cubicBezTo>
                    <a:pt x="1914" y="0"/>
                    <a:pt x="1902" y="4"/>
                    <a:pt x="1889" y="12"/>
                  </a:cubicBezTo>
                  <a:cubicBezTo>
                    <a:pt x="1288" y="438"/>
                    <a:pt x="686" y="864"/>
                    <a:pt x="60" y="1265"/>
                  </a:cubicBezTo>
                  <a:cubicBezTo>
                    <a:pt x="1" y="1324"/>
                    <a:pt x="34" y="1414"/>
                    <a:pt x="88" y="1414"/>
                  </a:cubicBezTo>
                  <a:cubicBezTo>
                    <a:pt x="102" y="1414"/>
                    <a:pt x="119" y="1407"/>
                    <a:pt x="135" y="1390"/>
                  </a:cubicBezTo>
                  <a:cubicBezTo>
                    <a:pt x="737" y="989"/>
                    <a:pt x="1363" y="563"/>
                    <a:pt x="1965" y="137"/>
                  </a:cubicBezTo>
                  <a:cubicBezTo>
                    <a:pt x="2028" y="95"/>
                    <a:pt x="1985" y="0"/>
                    <a:pt x="19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29"/>
            <p:cNvSpPr/>
            <p:nvPr/>
          </p:nvSpPr>
          <p:spPr>
            <a:xfrm>
              <a:off x="7977303" y="1139077"/>
              <a:ext cx="8931" cy="6720"/>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p29"/>
            <p:cNvSpPr/>
            <p:nvPr/>
          </p:nvSpPr>
          <p:spPr>
            <a:xfrm>
              <a:off x="8108087" y="1091415"/>
              <a:ext cx="17773" cy="27765"/>
            </a:xfrm>
            <a:custGeom>
              <a:rect b="b" l="l" r="r" t="t"/>
              <a:pathLst>
                <a:path extrusionOk="0" h="628" w="402">
                  <a:moveTo>
                    <a:pt x="100" y="1"/>
                  </a:moveTo>
                  <a:lnTo>
                    <a:pt x="100" y="1"/>
                  </a:lnTo>
                  <a:cubicBezTo>
                    <a:pt x="0" y="252"/>
                    <a:pt x="150" y="577"/>
                    <a:pt x="401" y="628"/>
                  </a:cubicBezTo>
                  <a:lnTo>
                    <a:pt x="100"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7" name="Google Shape;2417;p29"/>
            <p:cNvSpPr/>
            <p:nvPr/>
          </p:nvSpPr>
          <p:spPr>
            <a:xfrm>
              <a:off x="8104727" y="1088497"/>
              <a:ext cx="25245" cy="34132"/>
            </a:xfrm>
            <a:custGeom>
              <a:rect b="b" l="l" r="r" t="t"/>
              <a:pathLst>
                <a:path extrusionOk="0" h="772" w="571">
                  <a:moveTo>
                    <a:pt x="178" y="0"/>
                  </a:moveTo>
                  <a:cubicBezTo>
                    <a:pt x="152" y="0"/>
                    <a:pt x="126" y="13"/>
                    <a:pt x="126" y="42"/>
                  </a:cubicBezTo>
                  <a:cubicBezTo>
                    <a:pt x="1" y="318"/>
                    <a:pt x="151" y="694"/>
                    <a:pt x="452" y="769"/>
                  </a:cubicBezTo>
                  <a:cubicBezTo>
                    <a:pt x="461" y="771"/>
                    <a:pt x="469" y="772"/>
                    <a:pt x="477" y="772"/>
                  </a:cubicBezTo>
                  <a:cubicBezTo>
                    <a:pt x="556" y="772"/>
                    <a:pt x="571" y="666"/>
                    <a:pt x="502" y="643"/>
                  </a:cubicBezTo>
                  <a:cubicBezTo>
                    <a:pt x="402" y="593"/>
                    <a:pt x="302" y="518"/>
                    <a:pt x="252" y="418"/>
                  </a:cubicBezTo>
                  <a:cubicBezTo>
                    <a:pt x="226" y="368"/>
                    <a:pt x="226" y="318"/>
                    <a:pt x="226" y="267"/>
                  </a:cubicBezTo>
                  <a:cubicBezTo>
                    <a:pt x="226" y="217"/>
                    <a:pt x="226" y="142"/>
                    <a:pt x="252" y="117"/>
                  </a:cubicBezTo>
                  <a:cubicBezTo>
                    <a:pt x="252" y="67"/>
                    <a:pt x="252" y="17"/>
                    <a:pt x="226" y="17"/>
                  </a:cubicBezTo>
                  <a:cubicBezTo>
                    <a:pt x="216" y="6"/>
                    <a:pt x="197" y="0"/>
                    <a:pt x="17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p29"/>
            <p:cNvSpPr/>
            <p:nvPr/>
          </p:nvSpPr>
          <p:spPr>
            <a:xfrm>
              <a:off x="8137975" y="1124664"/>
              <a:ext cx="8931" cy="6720"/>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29"/>
            <p:cNvSpPr/>
            <p:nvPr/>
          </p:nvSpPr>
          <p:spPr>
            <a:xfrm>
              <a:off x="8249924" y="1048218"/>
              <a:ext cx="12203" cy="44"/>
            </a:xfrm>
            <a:custGeom>
              <a:rect b="b" l="l" r="r" t="t"/>
              <a:pathLst>
                <a:path extrusionOk="0" h="1" w="276">
                  <a:moveTo>
                    <a:pt x="0" y="0"/>
                  </a:moveTo>
                  <a:cubicBezTo>
                    <a:pt x="100" y="0"/>
                    <a:pt x="176" y="0"/>
                    <a:pt x="276"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p29"/>
            <p:cNvSpPr/>
            <p:nvPr/>
          </p:nvSpPr>
          <p:spPr>
            <a:xfrm>
              <a:off x="8247669" y="1044902"/>
              <a:ext cx="17773" cy="6676"/>
            </a:xfrm>
            <a:custGeom>
              <a:rect b="b" l="l" r="r" t="t"/>
              <a:pathLst>
                <a:path extrusionOk="0" h="151" w="402">
                  <a:moveTo>
                    <a:pt x="51" y="0"/>
                  </a:moveTo>
                  <a:cubicBezTo>
                    <a:pt x="26" y="0"/>
                    <a:pt x="1" y="25"/>
                    <a:pt x="1" y="75"/>
                  </a:cubicBezTo>
                  <a:cubicBezTo>
                    <a:pt x="1" y="101"/>
                    <a:pt x="26" y="151"/>
                    <a:pt x="51" y="151"/>
                  </a:cubicBezTo>
                  <a:lnTo>
                    <a:pt x="327" y="151"/>
                  </a:lnTo>
                  <a:cubicBezTo>
                    <a:pt x="352" y="151"/>
                    <a:pt x="402" y="126"/>
                    <a:pt x="402" y="75"/>
                  </a:cubicBezTo>
                  <a:cubicBezTo>
                    <a:pt x="402" y="50"/>
                    <a:pt x="377" y="25"/>
                    <a:pt x="3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p29"/>
            <p:cNvSpPr/>
            <p:nvPr/>
          </p:nvSpPr>
          <p:spPr>
            <a:xfrm>
              <a:off x="8251029" y="1059316"/>
              <a:ext cx="9992" cy="44"/>
            </a:xfrm>
            <a:custGeom>
              <a:rect b="b" l="l" r="r" t="t"/>
              <a:pathLst>
                <a:path extrusionOk="0" h="1" w="226">
                  <a:moveTo>
                    <a:pt x="0" y="0"/>
                  </a:moveTo>
                  <a:cubicBezTo>
                    <a:pt x="75" y="0"/>
                    <a:pt x="151" y="0"/>
                    <a:pt x="226"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29"/>
            <p:cNvSpPr/>
            <p:nvPr/>
          </p:nvSpPr>
          <p:spPr>
            <a:xfrm>
              <a:off x="8247669" y="1055956"/>
              <a:ext cx="16668" cy="6720"/>
            </a:xfrm>
            <a:custGeom>
              <a:rect b="b" l="l" r="r" t="t"/>
              <a:pathLst>
                <a:path extrusionOk="0" h="152" w="377">
                  <a:moveTo>
                    <a:pt x="76" y="1"/>
                  </a:moveTo>
                  <a:cubicBezTo>
                    <a:pt x="51" y="1"/>
                    <a:pt x="1" y="26"/>
                    <a:pt x="1" y="76"/>
                  </a:cubicBezTo>
                  <a:cubicBezTo>
                    <a:pt x="1" y="101"/>
                    <a:pt x="51" y="151"/>
                    <a:pt x="76" y="151"/>
                  </a:cubicBezTo>
                  <a:lnTo>
                    <a:pt x="302" y="151"/>
                  </a:lnTo>
                  <a:cubicBezTo>
                    <a:pt x="327" y="151"/>
                    <a:pt x="377" y="126"/>
                    <a:pt x="377" y="76"/>
                  </a:cubicBezTo>
                  <a:cubicBezTo>
                    <a:pt x="352" y="26"/>
                    <a:pt x="327" y="1"/>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29"/>
            <p:cNvSpPr/>
            <p:nvPr/>
          </p:nvSpPr>
          <p:spPr>
            <a:xfrm>
              <a:off x="8338572" y="1008338"/>
              <a:ext cx="3360" cy="44"/>
            </a:xfrm>
            <a:custGeom>
              <a:rect b="b" l="l" r="r" t="t"/>
              <a:pathLst>
                <a:path extrusionOk="0" h="1" w="76">
                  <a:moveTo>
                    <a:pt x="0" y="0"/>
                  </a:moveTo>
                  <a:cubicBezTo>
                    <a:pt x="25" y="0"/>
                    <a:pt x="50" y="0"/>
                    <a:pt x="75"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29"/>
            <p:cNvSpPr/>
            <p:nvPr/>
          </p:nvSpPr>
          <p:spPr>
            <a:xfrm>
              <a:off x="8336361" y="1005022"/>
              <a:ext cx="7781" cy="6676"/>
            </a:xfrm>
            <a:custGeom>
              <a:rect b="b" l="l" r="r" t="t"/>
              <a:pathLst>
                <a:path extrusionOk="0" h="151" w="176">
                  <a:moveTo>
                    <a:pt x="25" y="0"/>
                  </a:moveTo>
                  <a:cubicBezTo>
                    <a:pt x="25" y="25"/>
                    <a:pt x="0" y="25"/>
                    <a:pt x="0" y="25"/>
                  </a:cubicBezTo>
                  <a:cubicBezTo>
                    <a:pt x="0" y="25"/>
                    <a:pt x="0" y="50"/>
                    <a:pt x="0" y="50"/>
                  </a:cubicBezTo>
                  <a:cubicBezTo>
                    <a:pt x="0" y="50"/>
                    <a:pt x="0" y="75"/>
                    <a:pt x="0" y="75"/>
                  </a:cubicBezTo>
                  <a:cubicBezTo>
                    <a:pt x="0" y="75"/>
                    <a:pt x="0" y="100"/>
                    <a:pt x="0" y="100"/>
                  </a:cubicBezTo>
                  <a:lnTo>
                    <a:pt x="0" y="125"/>
                  </a:lnTo>
                  <a:cubicBezTo>
                    <a:pt x="25" y="125"/>
                    <a:pt x="25" y="150"/>
                    <a:pt x="50" y="150"/>
                  </a:cubicBezTo>
                  <a:lnTo>
                    <a:pt x="150" y="150"/>
                  </a:lnTo>
                  <a:cubicBezTo>
                    <a:pt x="150" y="150"/>
                    <a:pt x="175" y="125"/>
                    <a:pt x="175" y="125"/>
                  </a:cubicBezTo>
                  <a:cubicBezTo>
                    <a:pt x="175" y="125"/>
                    <a:pt x="175" y="100"/>
                    <a:pt x="175" y="100"/>
                  </a:cubicBezTo>
                  <a:cubicBezTo>
                    <a:pt x="175" y="100"/>
                    <a:pt x="175" y="100"/>
                    <a:pt x="175" y="75"/>
                  </a:cubicBezTo>
                  <a:cubicBezTo>
                    <a:pt x="175" y="75"/>
                    <a:pt x="175" y="50"/>
                    <a:pt x="175" y="50"/>
                  </a:cubicBezTo>
                  <a:cubicBezTo>
                    <a:pt x="175" y="50"/>
                    <a:pt x="175" y="25"/>
                    <a:pt x="175" y="25"/>
                  </a:cubicBezTo>
                  <a:cubicBezTo>
                    <a:pt x="150" y="25"/>
                    <a:pt x="150" y="25"/>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29"/>
            <p:cNvSpPr/>
            <p:nvPr/>
          </p:nvSpPr>
          <p:spPr>
            <a:xfrm>
              <a:off x="8323053" y="1109145"/>
              <a:ext cx="8887" cy="5615"/>
            </a:xfrm>
            <a:custGeom>
              <a:rect b="b" l="l" r="r" t="t"/>
              <a:pathLst>
                <a:path extrusionOk="0" h="127" w="201">
                  <a:moveTo>
                    <a:pt x="101" y="1"/>
                  </a:moveTo>
                  <a:cubicBezTo>
                    <a:pt x="0" y="1"/>
                    <a:pt x="0" y="126"/>
                    <a:pt x="101" y="126"/>
                  </a:cubicBezTo>
                  <a:cubicBezTo>
                    <a:pt x="201" y="126"/>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29"/>
            <p:cNvSpPr/>
            <p:nvPr/>
          </p:nvSpPr>
          <p:spPr>
            <a:xfrm>
              <a:off x="8463784" y="1042692"/>
              <a:ext cx="17773" cy="39924"/>
            </a:xfrm>
            <a:custGeom>
              <a:rect b="b" l="l" r="r" t="t"/>
              <a:pathLst>
                <a:path extrusionOk="0" h="903" w="402">
                  <a:moveTo>
                    <a:pt x="401" y="0"/>
                  </a:moveTo>
                  <a:lnTo>
                    <a:pt x="0" y="902"/>
                  </a:lnTo>
                  <a:cubicBezTo>
                    <a:pt x="201" y="627"/>
                    <a:pt x="326" y="326"/>
                    <a:pt x="4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p29"/>
            <p:cNvSpPr/>
            <p:nvPr/>
          </p:nvSpPr>
          <p:spPr>
            <a:xfrm>
              <a:off x="8459319" y="1039641"/>
              <a:ext cx="25113" cy="46025"/>
            </a:xfrm>
            <a:custGeom>
              <a:rect b="b" l="l" r="r" t="t"/>
              <a:pathLst>
                <a:path extrusionOk="0" h="1041" w="568">
                  <a:moveTo>
                    <a:pt x="477" y="0"/>
                  </a:moveTo>
                  <a:cubicBezTo>
                    <a:pt x="450" y="0"/>
                    <a:pt x="427" y="14"/>
                    <a:pt x="427" y="44"/>
                  </a:cubicBezTo>
                  <a:cubicBezTo>
                    <a:pt x="352" y="370"/>
                    <a:pt x="227" y="671"/>
                    <a:pt x="51" y="921"/>
                  </a:cubicBezTo>
                  <a:cubicBezTo>
                    <a:pt x="26" y="946"/>
                    <a:pt x="1" y="971"/>
                    <a:pt x="51" y="1022"/>
                  </a:cubicBezTo>
                  <a:cubicBezTo>
                    <a:pt x="64" y="1034"/>
                    <a:pt x="82" y="1040"/>
                    <a:pt x="101" y="1040"/>
                  </a:cubicBezTo>
                  <a:cubicBezTo>
                    <a:pt x="120" y="1040"/>
                    <a:pt x="139" y="1034"/>
                    <a:pt x="151" y="1022"/>
                  </a:cubicBezTo>
                  <a:cubicBezTo>
                    <a:pt x="352" y="746"/>
                    <a:pt x="502" y="420"/>
                    <a:pt x="552" y="94"/>
                  </a:cubicBezTo>
                  <a:cubicBezTo>
                    <a:pt x="568" y="34"/>
                    <a:pt x="518" y="0"/>
                    <a:pt x="4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29"/>
            <p:cNvSpPr/>
            <p:nvPr/>
          </p:nvSpPr>
          <p:spPr>
            <a:xfrm>
              <a:off x="8432747" y="1104723"/>
              <a:ext cx="8887" cy="6720"/>
            </a:xfrm>
            <a:custGeom>
              <a:rect b="b" l="l" r="r" t="t"/>
              <a:pathLst>
                <a:path extrusionOk="0" h="152" w="201">
                  <a:moveTo>
                    <a:pt x="101" y="1"/>
                  </a:moveTo>
                  <a:cubicBezTo>
                    <a:pt x="0" y="1"/>
                    <a:pt x="0"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9" name="Google Shape;2429;p29"/>
            <p:cNvSpPr/>
            <p:nvPr/>
          </p:nvSpPr>
          <p:spPr>
            <a:xfrm>
              <a:off x="8205578" y="1217777"/>
              <a:ext cx="59864" cy="24582"/>
            </a:xfrm>
            <a:custGeom>
              <a:rect b="b" l="l" r="r" t="t"/>
              <a:pathLst>
                <a:path extrusionOk="0" h="556" w="1354">
                  <a:moveTo>
                    <a:pt x="1" y="0"/>
                  </a:moveTo>
                  <a:lnTo>
                    <a:pt x="1" y="0"/>
                  </a:lnTo>
                  <a:cubicBezTo>
                    <a:pt x="76" y="251"/>
                    <a:pt x="301" y="476"/>
                    <a:pt x="577" y="526"/>
                  </a:cubicBezTo>
                  <a:cubicBezTo>
                    <a:pt x="649" y="546"/>
                    <a:pt x="721" y="555"/>
                    <a:pt x="792" y="555"/>
                  </a:cubicBezTo>
                  <a:cubicBezTo>
                    <a:pt x="993" y="555"/>
                    <a:pt x="1187" y="481"/>
                    <a:pt x="1354" y="351"/>
                  </a:cubicBezTo>
                  <a:lnTo>
                    <a:pt x="1" y="0"/>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p29"/>
            <p:cNvSpPr/>
            <p:nvPr/>
          </p:nvSpPr>
          <p:spPr>
            <a:xfrm>
              <a:off x="8201598" y="1214152"/>
              <a:ext cx="68662" cy="31524"/>
            </a:xfrm>
            <a:custGeom>
              <a:rect b="b" l="l" r="r" t="t"/>
              <a:pathLst>
                <a:path extrusionOk="0" h="713" w="1553">
                  <a:moveTo>
                    <a:pt x="95" y="1"/>
                  </a:moveTo>
                  <a:cubicBezTo>
                    <a:pt x="49" y="1"/>
                    <a:pt x="0" y="37"/>
                    <a:pt x="15" y="82"/>
                  </a:cubicBezTo>
                  <a:cubicBezTo>
                    <a:pt x="91" y="358"/>
                    <a:pt x="316" y="583"/>
                    <a:pt x="592" y="684"/>
                  </a:cubicBezTo>
                  <a:cubicBezTo>
                    <a:pt x="670" y="703"/>
                    <a:pt x="753" y="713"/>
                    <a:pt x="835" y="713"/>
                  </a:cubicBezTo>
                  <a:cubicBezTo>
                    <a:pt x="1069" y="713"/>
                    <a:pt x="1309" y="638"/>
                    <a:pt x="1494" y="508"/>
                  </a:cubicBezTo>
                  <a:cubicBezTo>
                    <a:pt x="1553" y="449"/>
                    <a:pt x="1520" y="360"/>
                    <a:pt x="1466" y="360"/>
                  </a:cubicBezTo>
                  <a:cubicBezTo>
                    <a:pt x="1452" y="360"/>
                    <a:pt x="1435" y="367"/>
                    <a:pt x="1419" y="383"/>
                  </a:cubicBezTo>
                  <a:cubicBezTo>
                    <a:pt x="1254" y="493"/>
                    <a:pt x="1062" y="563"/>
                    <a:pt x="863" y="563"/>
                  </a:cubicBezTo>
                  <a:cubicBezTo>
                    <a:pt x="790" y="563"/>
                    <a:pt x="716" y="553"/>
                    <a:pt x="642" y="533"/>
                  </a:cubicBezTo>
                  <a:cubicBezTo>
                    <a:pt x="416" y="483"/>
                    <a:pt x="216" y="283"/>
                    <a:pt x="166" y="57"/>
                  </a:cubicBezTo>
                  <a:cubicBezTo>
                    <a:pt x="156" y="17"/>
                    <a:pt x="126" y="1"/>
                    <a:pt x="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29"/>
            <p:cNvSpPr/>
            <p:nvPr/>
          </p:nvSpPr>
          <p:spPr>
            <a:xfrm>
              <a:off x="8166802" y="1166799"/>
              <a:ext cx="8887" cy="2255"/>
            </a:xfrm>
            <a:custGeom>
              <a:rect b="b" l="l" r="r" t="t"/>
              <a:pathLst>
                <a:path extrusionOk="0" h="51" w="201">
                  <a:moveTo>
                    <a:pt x="0" y="0"/>
                  </a:moveTo>
                  <a:lnTo>
                    <a:pt x="201" y="50"/>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29"/>
            <p:cNvSpPr/>
            <p:nvPr/>
          </p:nvSpPr>
          <p:spPr>
            <a:xfrm>
              <a:off x="8163486" y="1163483"/>
              <a:ext cx="15563" cy="8887"/>
            </a:xfrm>
            <a:custGeom>
              <a:rect b="b" l="l" r="r" t="t"/>
              <a:pathLst>
                <a:path extrusionOk="0" h="201" w="352">
                  <a:moveTo>
                    <a:pt x="100" y="0"/>
                  </a:moveTo>
                  <a:cubicBezTo>
                    <a:pt x="75" y="0"/>
                    <a:pt x="25" y="25"/>
                    <a:pt x="25" y="50"/>
                  </a:cubicBezTo>
                  <a:cubicBezTo>
                    <a:pt x="0" y="100"/>
                    <a:pt x="25" y="125"/>
                    <a:pt x="75" y="150"/>
                  </a:cubicBezTo>
                  <a:cubicBezTo>
                    <a:pt x="126" y="175"/>
                    <a:pt x="201" y="175"/>
                    <a:pt x="276" y="201"/>
                  </a:cubicBezTo>
                  <a:cubicBezTo>
                    <a:pt x="301" y="201"/>
                    <a:pt x="351" y="201"/>
                    <a:pt x="351" y="150"/>
                  </a:cubicBezTo>
                  <a:cubicBezTo>
                    <a:pt x="351" y="125"/>
                    <a:pt x="351" y="75"/>
                    <a:pt x="301" y="75"/>
                  </a:cubicBezTo>
                  <a:cubicBezTo>
                    <a:pt x="226" y="50"/>
                    <a:pt x="176" y="25"/>
                    <a:pt x="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29"/>
            <p:cNvSpPr/>
            <p:nvPr/>
          </p:nvSpPr>
          <p:spPr>
            <a:xfrm>
              <a:off x="8164592" y="1178958"/>
              <a:ext cx="14457" cy="1150"/>
            </a:xfrm>
            <a:custGeom>
              <a:rect b="b" l="l" r="r" t="t"/>
              <a:pathLst>
                <a:path extrusionOk="0" h="26" w="327">
                  <a:moveTo>
                    <a:pt x="0" y="1"/>
                  </a:moveTo>
                  <a:lnTo>
                    <a:pt x="326" y="26"/>
                  </a:lnTo>
                  <a:cubicBezTo>
                    <a:pt x="226" y="1"/>
                    <a:pt x="101"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p29"/>
            <p:cNvSpPr/>
            <p:nvPr/>
          </p:nvSpPr>
          <p:spPr>
            <a:xfrm>
              <a:off x="8161276" y="1176040"/>
              <a:ext cx="21089" cy="7826"/>
            </a:xfrm>
            <a:custGeom>
              <a:rect b="b" l="l" r="r" t="t"/>
              <a:pathLst>
                <a:path extrusionOk="0" h="177" w="477">
                  <a:moveTo>
                    <a:pt x="204" y="0"/>
                  </a:moveTo>
                  <a:cubicBezTo>
                    <a:pt x="154" y="0"/>
                    <a:pt x="102" y="6"/>
                    <a:pt x="50" y="17"/>
                  </a:cubicBezTo>
                  <a:cubicBezTo>
                    <a:pt x="25" y="17"/>
                    <a:pt x="0" y="67"/>
                    <a:pt x="0" y="92"/>
                  </a:cubicBezTo>
                  <a:cubicBezTo>
                    <a:pt x="18" y="129"/>
                    <a:pt x="37" y="152"/>
                    <a:pt x="65" y="152"/>
                  </a:cubicBezTo>
                  <a:cubicBezTo>
                    <a:pt x="75" y="152"/>
                    <a:pt x="87" y="149"/>
                    <a:pt x="100" y="142"/>
                  </a:cubicBezTo>
                  <a:lnTo>
                    <a:pt x="301" y="142"/>
                  </a:lnTo>
                  <a:cubicBezTo>
                    <a:pt x="326" y="142"/>
                    <a:pt x="351" y="167"/>
                    <a:pt x="376" y="167"/>
                  </a:cubicBezTo>
                  <a:cubicBezTo>
                    <a:pt x="383" y="174"/>
                    <a:pt x="391" y="177"/>
                    <a:pt x="400" y="177"/>
                  </a:cubicBezTo>
                  <a:cubicBezTo>
                    <a:pt x="424" y="177"/>
                    <a:pt x="451" y="154"/>
                    <a:pt x="451" y="117"/>
                  </a:cubicBezTo>
                  <a:cubicBezTo>
                    <a:pt x="476" y="67"/>
                    <a:pt x="451" y="42"/>
                    <a:pt x="401" y="42"/>
                  </a:cubicBezTo>
                  <a:cubicBezTo>
                    <a:pt x="342" y="12"/>
                    <a:pt x="275"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5" name="Google Shape;2435;p29"/>
            <p:cNvSpPr/>
            <p:nvPr/>
          </p:nvSpPr>
          <p:spPr>
            <a:xfrm>
              <a:off x="8687593" y="757913"/>
              <a:ext cx="17773" cy="6676"/>
            </a:xfrm>
            <a:custGeom>
              <a:rect b="b" l="l" r="r" t="t"/>
              <a:pathLst>
                <a:path extrusionOk="0" h="151" w="402">
                  <a:moveTo>
                    <a:pt x="1" y="0"/>
                  </a:moveTo>
                  <a:lnTo>
                    <a:pt x="402" y="150"/>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29"/>
            <p:cNvSpPr/>
            <p:nvPr/>
          </p:nvSpPr>
          <p:spPr>
            <a:xfrm>
              <a:off x="8684277" y="754552"/>
              <a:ext cx="24450" cy="13352"/>
            </a:xfrm>
            <a:custGeom>
              <a:rect b="b" l="l" r="r" t="t"/>
              <a:pathLst>
                <a:path extrusionOk="0" h="302" w="553">
                  <a:moveTo>
                    <a:pt x="101" y="1"/>
                  </a:moveTo>
                  <a:cubicBezTo>
                    <a:pt x="51" y="1"/>
                    <a:pt x="26" y="26"/>
                    <a:pt x="1" y="51"/>
                  </a:cubicBezTo>
                  <a:cubicBezTo>
                    <a:pt x="1" y="101"/>
                    <a:pt x="26" y="126"/>
                    <a:pt x="51" y="151"/>
                  </a:cubicBezTo>
                  <a:cubicBezTo>
                    <a:pt x="201" y="201"/>
                    <a:pt x="327" y="251"/>
                    <a:pt x="452" y="302"/>
                  </a:cubicBezTo>
                  <a:cubicBezTo>
                    <a:pt x="502" y="302"/>
                    <a:pt x="552" y="277"/>
                    <a:pt x="552" y="251"/>
                  </a:cubicBezTo>
                  <a:cubicBezTo>
                    <a:pt x="552" y="201"/>
                    <a:pt x="527" y="176"/>
                    <a:pt x="502" y="151"/>
                  </a:cubicBezTo>
                  <a:lnTo>
                    <a:pt x="1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29"/>
            <p:cNvSpPr/>
            <p:nvPr/>
          </p:nvSpPr>
          <p:spPr>
            <a:xfrm>
              <a:off x="8683172" y="766755"/>
              <a:ext cx="14457" cy="3360"/>
            </a:xfrm>
            <a:custGeom>
              <a:rect b="b" l="l" r="r" t="t"/>
              <a:pathLst>
                <a:path extrusionOk="0" h="76" w="327">
                  <a:moveTo>
                    <a:pt x="1" y="1"/>
                  </a:moveTo>
                  <a:lnTo>
                    <a:pt x="326" y="76"/>
                  </a:lnTo>
                  <a:cubicBezTo>
                    <a:pt x="226" y="51"/>
                    <a:pt x="126" y="2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p29"/>
            <p:cNvSpPr/>
            <p:nvPr/>
          </p:nvSpPr>
          <p:spPr>
            <a:xfrm>
              <a:off x="8679856" y="763439"/>
              <a:ext cx="21089" cy="9992"/>
            </a:xfrm>
            <a:custGeom>
              <a:rect b="b" l="l" r="r" t="t"/>
              <a:pathLst>
                <a:path extrusionOk="0" h="226" w="477">
                  <a:moveTo>
                    <a:pt x="101" y="0"/>
                  </a:moveTo>
                  <a:cubicBezTo>
                    <a:pt x="76" y="0"/>
                    <a:pt x="26" y="25"/>
                    <a:pt x="26" y="50"/>
                  </a:cubicBezTo>
                  <a:cubicBezTo>
                    <a:pt x="0" y="101"/>
                    <a:pt x="26" y="126"/>
                    <a:pt x="76" y="151"/>
                  </a:cubicBezTo>
                  <a:lnTo>
                    <a:pt x="376" y="226"/>
                  </a:lnTo>
                  <a:cubicBezTo>
                    <a:pt x="401" y="226"/>
                    <a:pt x="452" y="201"/>
                    <a:pt x="452" y="176"/>
                  </a:cubicBezTo>
                  <a:cubicBezTo>
                    <a:pt x="477" y="126"/>
                    <a:pt x="452" y="101"/>
                    <a:pt x="401" y="76"/>
                  </a:cubicBezTo>
                  <a:lnTo>
                    <a:pt x="10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9" name="Google Shape;2439;p29"/>
            <p:cNvSpPr/>
            <p:nvPr/>
          </p:nvSpPr>
          <p:spPr>
            <a:xfrm>
              <a:off x="8016079" y="1032699"/>
              <a:ext cx="11142" cy="4465"/>
            </a:xfrm>
            <a:custGeom>
              <a:rect b="b" l="l" r="r" t="t"/>
              <a:pathLst>
                <a:path extrusionOk="0" h="101" w="252">
                  <a:moveTo>
                    <a:pt x="1" y="1"/>
                  </a:moveTo>
                  <a:lnTo>
                    <a:pt x="195" y="78"/>
                  </a:lnTo>
                  <a:lnTo>
                    <a:pt x="195" y="78"/>
                  </a:lnTo>
                  <a:cubicBezTo>
                    <a:pt x="137" y="52"/>
                    <a:pt x="76" y="19"/>
                    <a:pt x="1" y="1"/>
                  </a:cubicBezTo>
                  <a:close/>
                  <a:moveTo>
                    <a:pt x="195" y="78"/>
                  </a:moveTo>
                  <a:cubicBezTo>
                    <a:pt x="214" y="87"/>
                    <a:pt x="233" y="95"/>
                    <a:pt x="251" y="101"/>
                  </a:cubicBezTo>
                  <a:lnTo>
                    <a:pt x="195" y="7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29"/>
            <p:cNvSpPr/>
            <p:nvPr/>
          </p:nvSpPr>
          <p:spPr>
            <a:xfrm>
              <a:off x="8012763" y="1029383"/>
              <a:ext cx="17773" cy="10832"/>
            </a:xfrm>
            <a:custGeom>
              <a:rect b="b" l="l" r="r" t="t"/>
              <a:pathLst>
                <a:path extrusionOk="0" h="245" w="402">
                  <a:moveTo>
                    <a:pt x="101" y="0"/>
                  </a:moveTo>
                  <a:cubicBezTo>
                    <a:pt x="76" y="0"/>
                    <a:pt x="76" y="0"/>
                    <a:pt x="51" y="25"/>
                  </a:cubicBezTo>
                  <a:cubicBezTo>
                    <a:pt x="26" y="25"/>
                    <a:pt x="26" y="51"/>
                    <a:pt x="26" y="51"/>
                  </a:cubicBezTo>
                  <a:cubicBezTo>
                    <a:pt x="1" y="101"/>
                    <a:pt x="26" y="126"/>
                    <a:pt x="76" y="151"/>
                  </a:cubicBezTo>
                  <a:cubicBezTo>
                    <a:pt x="151" y="176"/>
                    <a:pt x="226" y="201"/>
                    <a:pt x="301" y="226"/>
                  </a:cubicBezTo>
                  <a:cubicBezTo>
                    <a:pt x="314" y="239"/>
                    <a:pt x="326" y="245"/>
                    <a:pt x="336" y="245"/>
                  </a:cubicBezTo>
                  <a:cubicBezTo>
                    <a:pt x="345" y="245"/>
                    <a:pt x="352" y="239"/>
                    <a:pt x="352" y="226"/>
                  </a:cubicBezTo>
                  <a:cubicBezTo>
                    <a:pt x="377" y="226"/>
                    <a:pt x="402" y="201"/>
                    <a:pt x="402" y="176"/>
                  </a:cubicBezTo>
                  <a:cubicBezTo>
                    <a:pt x="402" y="151"/>
                    <a:pt x="377" y="101"/>
                    <a:pt x="352" y="101"/>
                  </a:cubicBezTo>
                  <a:cubicBezTo>
                    <a:pt x="251" y="76"/>
                    <a:pt x="176" y="51"/>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p29"/>
            <p:cNvSpPr/>
            <p:nvPr/>
          </p:nvSpPr>
          <p:spPr>
            <a:xfrm>
              <a:off x="8010552" y="1040481"/>
              <a:ext cx="11142" cy="3360"/>
            </a:xfrm>
            <a:custGeom>
              <a:rect b="b" l="l" r="r" t="t"/>
              <a:pathLst>
                <a:path extrusionOk="0" h="76" w="252">
                  <a:moveTo>
                    <a:pt x="1" y="0"/>
                  </a:moveTo>
                  <a:lnTo>
                    <a:pt x="251" y="75"/>
                  </a:lnTo>
                  <a:cubicBezTo>
                    <a:pt x="176" y="50"/>
                    <a:pt x="101" y="25"/>
                    <a:pt x="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p29"/>
            <p:cNvSpPr/>
            <p:nvPr/>
          </p:nvSpPr>
          <p:spPr>
            <a:xfrm>
              <a:off x="8007236" y="1037121"/>
              <a:ext cx="17773" cy="10036"/>
            </a:xfrm>
            <a:custGeom>
              <a:rect b="b" l="l" r="r" t="t"/>
              <a:pathLst>
                <a:path extrusionOk="0" h="227" w="402">
                  <a:moveTo>
                    <a:pt x="101" y="1"/>
                  </a:moveTo>
                  <a:cubicBezTo>
                    <a:pt x="50" y="1"/>
                    <a:pt x="25" y="26"/>
                    <a:pt x="0" y="51"/>
                  </a:cubicBezTo>
                  <a:cubicBezTo>
                    <a:pt x="0" y="101"/>
                    <a:pt x="25" y="151"/>
                    <a:pt x="50" y="151"/>
                  </a:cubicBezTo>
                  <a:cubicBezTo>
                    <a:pt x="151" y="176"/>
                    <a:pt x="226" y="201"/>
                    <a:pt x="301" y="226"/>
                  </a:cubicBezTo>
                  <a:cubicBezTo>
                    <a:pt x="351" y="226"/>
                    <a:pt x="401" y="201"/>
                    <a:pt x="401" y="176"/>
                  </a:cubicBezTo>
                  <a:cubicBezTo>
                    <a:pt x="401" y="126"/>
                    <a:pt x="401" y="101"/>
                    <a:pt x="351" y="76"/>
                  </a:cubicBezTo>
                  <a:cubicBezTo>
                    <a:pt x="276" y="51"/>
                    <a:pt x="17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29"/>
            <p:cNvSpPr/>
            <p:nvPr/>
          </p:nvSpPr>
          <p:spPr>
            <a:xfrm>
              <a:off x="8109192" y="951833"/>
              <a:ext cx="34397" cy="22195"/>
            </a:xfrm>
            <a:custGeom>
              <a:rect b="b" l="l" r="r" t="t"/>
              <a:pathLst>
                <a:path extrusionOk="0" h="502" w="778">
                  <a:moveTo>
                    <a:pt x="777" y="0"/>
                  </a:moveTo>
                  <a:cubicBezTo>
                    <a:pt x="501" y="150"/>
                    <a:pt x="251" y="301"/>
                    <a:pt x="0" y="501"/>
                  </a:cubicBezTo>
                  <a:lnTo>
                    <a:pt x="77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4" name="Google Shape;2444;p29"/>
            <p:cNvSpPr/>
            <p:nvPr/>
          </p:nvSpPr>
          <p:spPr>
            <a:xfrm>
              <a:off x="8105832" y="949136"/>
              <a:ext cx="41073" cy="27942"/>
            </a:xfrm>
            <a:custGeom>
              <a:rect b="b" l="l" r="r" t="t"/>
              <a:pathLst>
                <a:path extrusionOk="0" h="632" w="929">
                  <a:moveTo>
                    <a:pt x="855" y="1"/>
                  </a:moveTo>
                  <a:cubicBezTo>
                    <a:pt x="845" y="1"/>
                    <a:pt x="835" y="4"/>
                    <a:pt x="828" y="11"/>
                  </a:cubicBezTo>
                  <a:cubicBezTo>
                    <a:pt x="527" y="136"/>
                    <a:pt x="277" y="312"/>
                    <a:pt x="26" y="487"/>
                  </a:cubicBezTo>
                  <a:cubicBezTo>
                    <a:pt x="1" y="512"/>
                    <a:pt x="1" y="587"/>
                    <a:pt x="26" y="612"/>
                  </a:cubicBezTo>
                  <a:cubicBezTo>
                    <a:pt x="39" y="625"/>
                    <a:pt x="57" y="631"/>
                    <a:pt x="76" y="631"/>
                  </a:cubicBezTo>
                  <a:cubicBezTo>
                    <a:pt x="95" y="631"/>
                    <a:pt x="114" y="625"/>
                    <a:pt x="126" y="612"/>
                  </a:cubicBezTo>
                  <a:cubicBezTo>
                    <a:pt x="352" y="412"/>
                    <a:pt x="628" y="262"/>
                    <a:pt x="903" y="136"/>
                  </a:cubicBezTo>
                  <a:cubicBezTo>
                    <a:pt x="928" y="111"/>
                    <a:pt x="928" y="61"/>
                    <a:pt x="928" y="36"/>
                  </a:cubicBezTo>
                  <a:cubicBezTo>
                    <a:pt x="911" y="18"/>
                    <a:pt x="880" y="1"/>
                    <a:pt x="8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5" name="Google Shape;2445;p29"/>
          <p:cNvGrpSpPr/>
          <p:nvPr/>
        </p:nvGrpSpPr>
        <p:grpSpPr>
          <a:xfrm rot="1124143">
            <a:off x="4292788" y="903963"/>
            <a:ext cx="1079129" cy="610021"/>
            <a:chOff x="4536025" y="732075"/>
            <a:chExt cx="1079140" cy="610028"/>
          </a:xfrm>
        </p:grpSpPr>
        <p:sp>
          <p:nvSpPr>
            <p:cNvPr id="2446" name="Google Shape;2446;p29"/>
            <p:cNvSpPr/>
            <p:nvPr/>
          </p:nvSpPr>
          <p:spPr>
            <a:xfrm>
              <a:off x="4540031" y="736081"/>
              <a:ext cx="1069739" cy="602069"/>
            </a:xfrm>
            <a:custGeom>
              <a:rect b="b" l="l" r="r" t="t"/>
              <a:pathLst>
                <a:path extrusionOk="0" h="11271" w="20026">
                  <a:moveTo>
                    <a:pt x="151" y="1"/>
                  </a:moveTo>
                  <a:lnTo>
                    <a:pt x="1" y="5189"/>
                  </a:lnTo>
                  <a:cubicBezTo>
                    <a:pt x="3735" y="5615"/>
                    <a:pt x="7469" y="6041"/>
                    <a:pt x="11229" y="6442"/>
                  </a:cubicBezTo>
                  <a:cubicBezTo>
                    <a:pt x="11154" y="6542"/>
                    <a:pt x="11103" y="6642"/>
                    <a:pt x="11103" y="6642"/>
                  </a:cubicBezTo>
                  <a:cubicBezTo>
                    <a:pt x="10878" y="6993"/>
                    <a:pt x="11078" y="7469"/>
                    <a:pt x="11354" y="7770"/>
                  </a:cubicBezTo>
                  <a:cubicBezTo>
                    <a:pt x="11630" y="8071"/>
                    <a:pt x="11981" y="8347"/>
                    <a:pt x="12131" y="8722"/>
                  </a:cubicBezTo>
                  <a:cubicBezTo>
                    <a:pt x="12281" y="9098"/>
                    <a:pt x="12206" y="9499"/>
                    <a:pt x="12156" y="9900"/>
                  </a:cubicBezTo>
                  <a:cubicBezTo>
                    <a:pt x="12131" y="10301"/>
                    <a:pt x="12156" y="10753"/>
                    <a:pt x="12432" y="11028"/>
                  </a:cubicBezTo>
                  <a:cubicBezTo>
                    <a:pt x="12583" y="11195"/>
                    <a:pt x="12808" y="11270"/>
                    <a:pt x="13040" y="11270"/>
                  </a:cubicBezTo>
                  <a:cubicBezTo>
                    <a:pt x="13192" y="11270"/>
                    <a:pt x="13346" y="11238"/>
                    <a:pt x="13484" y="11179"/>
                  </a:cubicBezTo>
                  <a:cubicBezTo>
                    <a:pt x="13835" y="11028"/>
                    <a:pt x="14086" y="10702"/>
                    <a:pt x="14261" y="10352"/>
                  </a:cubicBezTo>
                  <a:cubicBezTo>
                    <a:pt x="14712" y="9399"/>
                    <a:pt x="14512" y="8171"/>
                    <a:pt x="13760" y="7419"/>
                  </a:cubicBezTo>
                  <a:lnTo>
                    <a:pt x="13760" y="7419"/>
                  </a:lnTo>
                  <a:cubicBezTo>
                    <a:pt x="14036" y="7695"/>
                    <a:pt x="14562" y="7870"/>
                    <a:pt x="14938" y="7996"/>
                  </a:cubicBezTo>
                  <a:cubicBezTo>
                    <a:pt x="15364" y="8171"/>
                    <a:pt x="15815" y="8271"/>
                    <a:pt x="16266" y="8347"/>
                  </a:cubicBezTo>
                  <a:cubicBezTo>
                    <a:pt x="16681" y="8427"/>
                    <a:pt x="17149" y="8476"/>
                    <a:pt x="17622" y="8476"/>
                  </a:cubicBezTo>
                  <a:cubicBezTo>
                    <a:pt x="18176" y="8476"/>
                    <a:pt x="18737" y="8409"/>
                    <a:pt x="19224" y="8246"/>
                  </a:cubicBezTo>
                  <a:cubicBezTo>
                    <a:pt x="19550" y="8121"/>
                    <a:pt x="19875" y="7895"/>
                    <a:pt x="19875" y="7519"/>
                  </a:cubicBezTo>
                  <a:cubicBezTo>
                    <a:pt x="19875" y="7043"/>
                    <a:pt x="19575" y="6692"/>
                    <a:pt x="19098" y="6667"/>
                  </a:cubicBezTo>
                  <a:cubicBezTo>
                    <a:pt x="19500" y="6592"/>
                    <a:pt x="19775" y="6467"/>
                    <a:pt x="19850" y="5991"/>
                  </a:cubicBezTo>
                  <a:cubicBezTo>
                    <a:pt x="19921" y="5639"/>
                    <a:pt x="19597" y="5156"/>
                    <a:pt x="19206" y="5156"/>
                  </a:cubicBezTo>
                  <a:cubicBezTo>
                    <a:pt x="19200" y="5156"/>
                    <a:pt x="19194" y="5156"/>
                    <a:pt x="19189" y="5157"/>
                  </a:cubicBezTo>
                  <a:lnTo>
                    <a:pt x="19189" y="5157"/>
                  </a:lnTo>
                  <a:cubicBezTo>
                    <a:pt x="19552" y="5104"/>
                    <a:pt x="19974" y="4816"/>
                    <a:pt x="19951" y="4462"/>
                  </a:cubicBezTo>
                  <a:cubicBezTo>
                    <a:pt x="19951" y="4144"/>
                    <a:pt x="19699" y="3844"/>
                    <a:pt x="19394" y="3759"/>
                  </a:cubicBezTo>
                  <a:lnTo>
                    <a:pt x="19394" y="3759"/>
                  </a:lnTo>
                  <a:cubicBezTo>
                    <a:pt x="19693" y="3740"/>
                    <a:pt x="19980" y="3424"/>
                    <a:pt x="20001" y="3108"/>
                  </a:cubicBezTo>
                  <a:cubicBezTo>
                    <a:pt x="20026" y="2707"/>
                    <a:pt x="19725" y="2357"/>
                    <a:pt x="19399" y="2181"/>
                  </a:cubicBezTo>
                  <a:cubicBezTo>
                    <a:pt x="19048" y="1981"/>
                    <a:pt x="18647" y="1930"/>
                    <a:pt x="18271" y="1880"/>
                  </a:cubicBezTo>
                  <a:cubicBezTo>
                    <a:pt x="17119" y="1730"/>
                    <a:pt x="15966" y="1555"/>
                    <a:pt x="14788" y="1404"/>
                  </a:cubicBezTo>
                  <a:cubicBezTo>
                    <a:pt x="14502" y="1359"/>
                    <a:pt x="14207" y="1323"/>
                    <a:pt x="13909" y="1323"/>
                  </a:cubicBezTo>
                  <a:cubicBezTo>
                    <a:pt x="13710" y="1323"/>
                    <a:pt x="13509" y="1339"/>
                    <a:pt x="13309" y="1379"/>
                  </a:cubicBezTo>
                  <a:cubicBezTo>
                    <a:pt x="12883" y="1454"/>
                    <a:pt x="12457" y="1705"/>
                    <a:pt x="12231" y="2081"/>
                  </a:cubicBezTo>
                  <a:cubicBezTo>
                    <a:pt x="8221" y="1404"/>
                    <a:pt x="4186" y="702"/>
                    <a:pt x="151"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29"/>
            <p:cNvSpPr/>
            <p:nvPr/>
          </p:nvSpPr>
          <p:spPr>
            <a:xfrm>
              <a:off x="4536025" y="732075"/>
              <a:ext cx="1079140" cy="610028"/>
            </a:xfrm>
            <a:custGeom>
              <a:rect b="b" l="l" r="r" t="t"/>
              <a:pathLst>
                <a:path extrusionOk="0" h="11420" w="20202">
                  <a:moveTo>
                    <a:pt x="301" y="164"/>
                  </a:moveTo>
                  <a:cubicBezTo>
                    <a:pt x="1854" y="435"/>
                    <a:pt x="3384" y="706"/>
                    <a:pt x="4938" y="953"/>
                  </a:cubicBezTo>
                  <a:cubicBezTo>
                    <a:pt x="6517" y="1229"/>
                    <a:pt x="8071" y="1504"/>
                    <a:pt x="9650" y="1780"/>
                  </a:cubicBezTo>
                  <a:lnTo>
                    <a:pt x="12306" y="2231"/>
                  </a:lnTo>
                  <a:cubicBezTo>
                    <a:pt x="12331" y="2231"/>
                    <a:pt x="12356" y="2231"/>
                    <a:pt x="12381" y="2206"/>
                  </a:cubicBezTo>
                  <a:cubicBezTo>
                    <a:pt x="12682" y="1680"/>
                    <a:pt x="13284" y="1479"/>
                    <a:pt x="13860" y="1479"/>
                  </a:cubicBezTo>
                  <a:cubicBezTo>
                    <a:pt x="13925" y="1475"/>
                    <a:pt x="13988" y="1472"/>
                    <a:pt x="14051" y="1472"/>
                  </a:cubicBezTo>
                  <a:cubicBezTo>
                    <a:pt x="14331" y="1472"/>
                    <a:pt x="14597" y="1513"/>
                    <a:pt x="14863" y="1554"/>
                  </a:cubicBezTo>
                  <a:cubicBezTo>
                    <a:pt x="15214" y="1604"/>
                    <a:pt x="15564" y="1655"/>
                    <a:pt x="15890" y="1705"/>
                  </a:cubicBezTo>
                  <a:cubicBezTo>
                    <a:pt x="16592" y="1780"/>
                    <a:pt x="17294" y="1880"/>
                    <a:pt x="17970" y="1980"/>
                  </a:cubicBezTo>
                  <a:cubicBezTo>
                    <a:pt x="18547" y="2056"/>
                    <a:pt x="19274" y="2081"/>
                    <a:pt x="19700" y="2507"/>
                  </a:cubicBezTo>
                  <a:cubicBezTo>
                    <a:pt x="19925" y="2732"/>
                    <a:pt x="20076" y="3033"/>
                    <a:pt x="19976" y="3334"/>
                  </a:cubicBezTo>
                  <a:cubicBezTo>
                    <a:pt x="19913" y="3562"/>
                    <a:pt x="19697" y="3756"/>
                    <a:pt x="19453" y="3759"/>
                  </a:cubicBezTo>
                  <a:lnTo>
                    <a:pt x="19453" y="3759"/>
                  </a:lnTo>
                  <a:cubicBezTo>
                    <a:pt x="19402" y="3746"/>
                    <a:pt x="19351" y="3738"/>
                    <a:pt x="19299" y="3735"/>
                  </a:cubicBezTo>
                  <a:cubicBezTo>
                    <a:pt x="19199" y="3735"/>
                    <a:pt x="19199" y="3860"/>
                    <a:pt x="19274" y="3885"/>
                  </a:cubicBezTo>
                  <a:cubicBezTo>
                    <a:pt x="19330" y="3902"/>
                    <a:pt x="19388" y="3910"/>
                    <a:pt x="19445" y="3910"/>
                  </a:cubicBezTo>
                  <a:cubicBezTo>
                    <a:pt x="19451" y="3910"/>
                    <a:pt x="19457" y="3910"/>
                    <a:pt x="19463" y="3910"/>
                  </a:cubicBezTo>
                  <a:lnTo>
                    <a:pt x="19463" y="3910"/>
                  </a:lnTo>
                  <a:cubicBezTo>
                    <a:pt x="19750" y="3996"/>
                    <a:pt x="19993" y="4291"/>
                    <a:pt x="19950" y="4587"/>
                  </a:cubicBezTo>
                  <a:cubicBezTo>
                    <a:pt x="19926" y="4923"/>
                    <a:pt x="19533" y="5122"/>
                    <a:pt x="19236" y="5159"/>
                  </a:cubicBezTo>
                  <a:lnTo>
                    <a:pt x="19236" y="5159"/>
                  </a:lnTo>
                  <a:cubicBezTo>
                    <a:pt x="19215" y="5160"/>
                    <a:pt x="19194" y="5161"/>
                    <a:pt x="19173" y="5163"/>
                  </a:cubicBezTo>
                  <a:cubicBezTo>
                    <a:pt x="19098" y="5188"/>
                    <a:pt x="19123" y="5314"/>
                    <a:pt x="19199" y="5314"/>
                  </a:cubicBezTo>
                  <a:cubicBezTo>
                    <a:pt x="19207" y="5313"/>
                    <a:pt x="19215" y="5313"/>
                    <a:pt x="19224" y="5312"/>
                  </a:cubicBezTo>
                  <a:lnTo>
                    <a:pt x="19224" y="5312"/>
                  </a:lnTo>
                  <a:cubicBezTo>
                    <a:pt x="19224" y="5312"/>
                    <a:pt x="19224" y="5313"/>
                    <a:pt x="19224" y="5314"/>
                  </a:cubicBezTo>
                  <a:cubicBezTo>
                    <a:pt x="19244" y="5311"/>
                    <a:pt x="19264" y="5310"/>
                    <a:pt x="19284" y="5310"/>
                  </a:cubicBezTo>
                  <a:cubicBezTo>
                    <a:pt x="19631" y="5310"/>
                    <a:pt x="19899" y="5709"/>
                    <a:pt x="19875" y="6041"/>
                  </a:cubicBezTo>
                  <a:cubicBezTo>
                    <a:pt x="19850" y="6216"/>
                    <a:pt x="19775" y="6391"/>
                    <a:pt x="19625" y="6492"/>
                  </a:cubicBezTo>
                  <a:cubicBezTo>
                    <a:pt x="19514" y="6580"/>
                    <a:pt x="19366" y="6629"/>
                    <a:pt x="19229" y="6674"/>
                  </a:cubicBezTo>
                  <a:lnTo>
                    <a:pt x="19229" y="6674"/>
                  </a:lnTo>
                  <a:cubicBezTo>
                    <a:pt x="19211" y="6671"/>
                    <a:pt x="19192" y="6669"/>
                    <a:pt x="19173" y="6667"/>
                  </a:cubicBezTo>
                  <a:lnTo>
                    <a:pt x="19173" y="6667"/>
                  </a:lnTo>
                  <a:cubicBezTo>
                    <a:pt x="19177" y="6674"/>
                    <a:pt x="19180" y="6682"/>
                    <a:pt x="19183" y="6689"/>
                  </a:cubicBezTo>
                  <a:lnTo>
                    <a:pt x="19183" y="6689"/>
                  </a:lnTo>
                  <a:cubicBezTo>
                    <a:pt x="19180" y="6690"/>
                    <a:pt x="19177" y="6691"/>
                    <a:pt x="19173" y="6692"/>
                  </a:cubicBezTo>
                  <a:cubicBezTo>
                    <a:pt x="19073" y="6692"/>
                    <a:pt x="19098" y="6818"/>
                    <a:pt x="19173" y="6818"/>
                  </a:cubicBezTo>
                  <a:cubicBezTo>
                    <a:pt x="19374" y="6843"/>
                    <a:pt x="19575" y="6918"/>
                    <a:pt x="19725" y="7068"/>
                  </a:cubicBezTo>
                  <a:cubicBezTo>
                    <a:pt x="19850" y="7244"/>
                    <a:pt x="19900" y="7469"/>
                    <a:pt x="19875" y="7695"/>
                  </a:cubicBezTo>
                  <a:cubicBezTo>
                    <a:pt x="19775" y="8171"/>
                    <a:pt x="19148" y="8321"/>
                    <a:pt x="18722" y="8396"/>
                  </a:cubicBezTo>
                  <a:cubicBezTo>
                    <a:pt x="18414" y="8455"/>
                    <a:pt x="18089" y="8480"/>
                    <a:pt x="17766" y="8480"/>
                  </a:cubicBezTo>
                  <a:cubicBezTo>
                    <a:pt x="17538" y="8480"/>
                    <a:pt x="17311" y="8467"/>
                    <a:pt x="17093" y="8447"/>
                  </a:cubicBezTo>
                  <a:cubicBezTo>
                    <a:pt x="16517" y="8396"/>
                    <a:pt x="15940" y="8296"/>
                    <a:pt x="15389" y="8121"/>
                  </a:cubicBezTo>
                  <a:cubicBezTo>
                    <a:pt x="15113" y="8046"/>
                    <a:pt x="14838" y="7945"/>
                    <a:pt x="14587" y="7845"/>
                  </a:cubicBezTo>
                  <a:cubicBezTo>
                    <a:pt x="14346" y="7749"/>
                    <a:pt x="14082" y="7629"/>
                    <a:pt x="13906" y="7464"/>
                  </a:cubicBezTo>
                  <a:lnTo>
                    <a:pt x="13906" y="7464"/>
                  </a:lnTo>
                  <a:cubicBezTo>
                    <a:pt x="13899" y="7458"/>
                    <a:pt x="13892" y="7451"/>
                    <a:pt x="13885" y="7444"/>
                  </a:cubicBezTo>
                  <a:cubicBezTo>
                    <a:pt x="13866" y="7425"/>
                    <a:pt x="13846" y="7417"/>
                    <a:pt x="13827" y="7417"/>
                  </a:cubicBezTo>
                  <a:cubicBezTo>
                    <a:pt x="13771" y="7417"/>
                    <a:pt x="13729" y="7488"/>
                    <a:pt x="13785" y="7544"/>
                  </a:cubicBezTo>
                  <a:cubicBezTo>
                    <a:pt x="14236" y="7995"/>
                    <a:pt x="14487" y="8622"/>
                    <a:pt x="14512" y="9249"/>
                  </a:cubicBezTo>
                  <a:cubicBezTo>
                    <a:pt x="14537" y="9900"/>
                    <a:pt x="14311" y="10602"/>
                    <a:pt x="13810" y="11028"/>
                  </a:cubicBezTo>
                  <a:cubicBezTo>
                    <a:pt x="13608" y="11175"/>
                    <a:pt x="13366" y="11268"/>
                    <a:pt x="13123" y="11268"/>
                  </a:cubicBezTo>
                  <a:cubicBezTo>
                    <a:pt x="13034" y="11268"/>
                    <a:pt x="12945" y="11255"/>
                    <a:pt x="12858" y="11229"/>
                  </a:cubicBezTo>
                  <a:cubicBezTo>
                    <a:pt x="12532" y="11128"/>
                    <a:pt x="12356" y="10828"/>
                    <a:pt x="12306" y="10502"/>
                  </a:cubicBezTo>
                  <a:cubicBezTo>
                    <a:pt x="12256" y="10126"/>
                    <a:pt x="12356" y="9775"/>
                    <a:pt x="12356" y="9424"/>
                  </a:cubicBezTo>
                  <a:cubicBezTo>
                    <a:pt x="12381" y="9048"/>
                    <a:pt x="12306" y="8722"/>
                    <a:pt x="12081" y="8422"/>
                  </a:cubicBezTo>
                  <a:cubicBezTo>
                    <a:pt x="11830" y="8121"/>
                    <a:pt x="11529" y="7895"/>
                    <a:pt x="11329" y="7594"/>
                  </a:cubicBezTo>
                  <a:cubicBezTo>
                    <a:pt x="11229" y="7419"/>
                    <a:pt x="11153" y="7219"/>
                    <a:pt x="11153" y="7043"/>
                  </a:cubicBezTo>
                  <a:cubicBezTo>
                    <a:pt x="11153" y="6843"/>
                    <a:pt x="11254" y="6717"/>
                    <a:pt x="11354" y="6567"/>
                  </a:cubicBezTo>
                  <a:cubicBezTo>
                    <a:pt x="11379" y="6517"/>
                    <a:pt x="11354" y="6467"/>
                    <a:pt x="11304" y="6442"/>
                  </a:cubicBezTo>
                  <a:lnTo>
                    <a:pt x="6918" y="5965"/>
                  </a:lnTo>
                  <a:lnTo>
                    <a:pt x="2557" y="5464"/>
                  </a:lnTo>
                  <a:cubicBezTo>
                    <a:pt x="1755" y="5391"/>
                    <a:pt x="953" y="5295"/>
                    <a:pt x="151" y="5198"/>
                  </a:cubicBezTo>
                  <a:lnTo>
                    <a:pt x="151" y="5198"/>
                  </a:lnTo>
                  <a:cubicBezTo>
                    <a:pt x="153" y="4641"/>
                    <a:pt x="177" y="4064"/>
                    <a:pt x="201" y="3509"/>
                  </a:cubicBezTo>
                  <a:cubicBezTo>
                    <a:pt x="226" y="2582"/>
                    <a:pt x="251" y="1655"/>
                    <a:pt x="301" y="727"/>
                  </a:cubicBezTo>
                  <a:cubicBezTo>
                    <a:pt x="301" y="532"/>
                    <a:pt x="301" y="355"/>
                    <a:pt x="301" y="164"/>
                  </a:cubicBezTo>
                  <a:close/>
                  <a:moveTo>
                    <a:pt x="251" y="0"/>
                  </a:moveTo>
                  <a:cubicBezTo>
                    <a:pt x="201" y="0"/>
                    <a:pt x="176" y="26"/>
                    <a:pt x="176" y="76"/>
                  </a:cubicBezTo>
                  <a:cubicBezTo>
                    <a:pt x="151" y="652"/>
                    <a:pt x="126" y="1254"/>
                    <a:pt x="101" y="1830"/>
                  </a:cubicBezTo>
                  <a:cubicBezTo>
                    <a:pt x="76" y="2757"/>
                    <a:pt x="51" y="3685"/>
                    <a:pt x="26" y="4612"/>
                  </a:cubicBezTo>
                  <a:lnTo>
                    <a:pt x="1" y="5257"/>
                  </a:lnTo>
                  <a:lnTo>
                    <a:pt x="1" y="5257"/>
                  </a:lnTo>
                  <a:cubicBezTo>
                    <a:pt x="1" y="5259"/>
                    <a:pt x="0" y="5262"/>
                    <a:pt x="0" y="5264"/>
                  </a:cubicBezTo>
                  <a:lnTo>
                    <a:pt x="0" y="5264"/>
                  </a:lnTo>
                  <a:cubicBezTo>
                    <a:pt x="0" y="5287"/>
                    <a:pt x="9" y="5305"/>
                    <a:pt x="22" y="5318"/>
                  </a:cubicBezTo>
                  <a:lnTo>
                    <a:pt x="22" y="5318"/>
                  </a:lnTo>
                  <a:cubicBezTo>
                    <a:pt x="34" y="5330"/>
                    <a:pt x="52" y="5339"/>
                    <a:pt x="76" y="5339"/>
                  </a:cubicBezTo>
                  <a:lnTo>
                    <a:pt x="76" y="5339"/>
                  </a:lnTo>
                  <a:cubicBezTo>
                    <a:pt x="76" y="5339"/>
                    <a:pt x="76" y="5339"/>
                    <a:pt x="76" y="5339"/>
                  </a:cubicBezTo>
                  <a:lnTo>
                    <a:pt x="76" y="5339"/>
                  </a:lnTo>
                  <a:lnTo>
                    <a:pt x="4462" y="5840"/>
                  </a:lnTo>
                  <a:cubicBezTo>
                    <a:pt x="5915" y="5990"/>
                    <a:pt x="7369" y="6166"/>
                    <a:pt x="8823" y="6316"/>
                  </a:cubicBezTo>
                  <a:cubicBezTo>
                    <a:pt x="9607" y="6411"/>
                    <a:pt x="10391" y="6506"/>
                    <a:pt x="11175" y="6580"/>
                  </a:cubicBezTo>
                  <a:lnTo>
                    <a:pt x="11175" y="6580"/>
                  </a:lnTo>
                  <a:cubicBezTo>
                    <a:pt x="11112" y="6685"/>
                    <a:pt x="11047" y="6801"/>
                    <a:pt x="11028" y="6918"/>
                  </a:cubicBezTo>
                  <a:cubicBezTo>
                    <a:pt x="11003" y="7093"/>
                    <a:pt x="11028" y="7269"/>
                    <a:pt x="11078" y="7419"/>
                  </a:cubicBezTo>
                  <a:cubicBezTo>
                    <a:pt x="11229" y="7770"/>
                    <a:pt x="11504" y="8021"/>
                    <a:pt x="11755" y="8271"/>
                  </a:cubicBezTo>
                  <a:cubicBezTo>
                    <a:pt x="11880" y="8396"/>
                    <a:pt x="12006" y="8547"/>
                    <a:pt x="12081" y="8697"/>
                  </a:cubicBezTo>
                  <a:cubicBezTo>
                    <a:pt x="12181" y="8898"/>
                    <a:pt x="12231" y="9123"/>
                    <a:pt x="12206" y="9349"/>
                  </a:cubicBezTo>
                  <a:cubicBezTo>
                    <a:pt x="12206" y="9725"/>
                    <a:pt x="12106" y="10126"/>
                    <a:pt x="12156" y="10527"/>
                  </a:cubicBezTo>
                  <a:cubicBezTo>
                    <a:pt x="12206" y="10853"/>
                    <a:pt x="12381" y="11178"/>
                    <a:pt x="12682" y="11329"/>
                  </a:cubicBezTo>
                  <a:cubicBezTo>
                    <a:pt x="12819" y="11392"/>
                    <a:pt x="12960" y="11420"/>
                    <a:pt x="13099" y="11420"/>
                  </a:cubicBezTo>
                  <a:cubicBezTo>
                    <a:pt x="13293" y="11420"/>
                    <a:pt x="13485" y="11366"/>
                    <a:pt x="13660" y="11279"/>
                  </a:cubicBezTo>
                  <a:cubicBezTo>
                    <a:pt x="14286" y="10978"/>
                    <a:pt x="14587" y="10201"/>
                    <a:pt x="14637" y="9524"/>
                  </a:cubicBezTo>
                  <a:cubicBezTo>
                    <a:pt x="14676" y="8934"/>
                    <a:pt x="14531" y="8314"/>
                    <a:pt x="14200" y="7819"/>
                  </a:cubicBezTo>
                  <a:lnTo>
                    <a:pt x="14200" y="7819"/>
                  </a:lnTo>
                  <a:cubicBezTo>
                    <a:pt x="14275" y="7855"/>
                    <a:pt x="14355" y="7888"/>
                    <a:pt x="14437" y="7920"/>
                  </a:cubicBezTo>
                  <a:cubicBezTo>
                    <a:pt x="14687" y="8046"/>
                    <a:pt x="14938" y="8121"/>
                    <a:pt x="15214" y="8221"/>
                  </a:cubicBezTo>
                  <a:cubicBezTo>
                    <a:pt x="15815" y="8422"/>
                    <a:pt x="16442" y="8547"/>
                    <a:pt x="17068" y="8597"/>
                  </a:cubicBezTo>
                  <a:cubicBezTo>
                    <a:pt x="17288" y="8615"/>
                    <a:pt x="17512" y="8627"/>
                    <a:pt x="17735" y="8627"/>
                  </a:cubicBezTo>
                  <a:cubicBezTo>
                    <a:pt x="18122" y="8627"/>
                    <a:pt x="18507" y="8592"/>
                    <a:pt x="18873" y="8497"/>
                  </a:cubicBezTo>
                  <a:cubicBezTo>
                    <a:pt x="19324" y="8422"/>
                    <a:pt x="19925" y="8221"/>
                    <a:pt x="20001" y="7695"/>
                  </a:cubicBezTo>
                  <a:cubicBezTo>
                    <a:pt x="20051" y="7444"/>
                    <a:pt x="19976" y="7168"/>
                    <a:pt x="19825" y="6993"/>
                  </a:cubicBezTo>
                  <a:cubicBezTo>
                    <a:pt x="19736" y="6874"/>
                    <a:pt x="19612" y="6791"/>
                    <a:pt x="19474" y="6737"/>
                  </a:cubicBezTo>
                  <a:lnTo>
                    <a:pt x="19474" y="6737"/>
                  </a:lnTo>
                  <a:cubicBezTo>
                    <a:pt x="19575" y="6699"/>
                    <a:pt x="19670" y="6647"/>
                    <a:pt x="19750" y="6567"/>
                  </a:cubicBezTo>
                  <a:cubicBezTo>
                    <a:pt x="19925" y="6442"/>
                    <a:pt x="20001" y="6191"/>
                    <a:pt x="20026" y="5990"/>
                  </a:cubicBezTo>
                  <a:cubicBezTo>
                    <a:pt x="20026" y="5671"/>
                    <a:pt x="19824" y="5364"/>
                    <a:pt x="19546" y="5230"/>
                  </a:cubicBezTo>
                  <a:lnTo>
                    <a:pt x="19546" y="5230"/>
                  </a:lnTo>
                  <a:cubicBezTo>
                    <a:pt x="19827" y="5114"/>
                    <a:pt x="20083" y="4888"/>
                    <a:pt x="20101" y="4587"/>
                  </a:cubicBezTo>
                  <a:cubicBezTo>
                    <a:pt x="20135" y="4281"/>
                    <a:pt x="19950" y="4010"/>
                    <a:pt x="19694" y="3859"/>
                  </a:cubicBezTo>
                  <a:lnTo>
                    <a:pt x="19694" y="3859"/>
                  </a:lnTo>
                  <a:cubicBezTo>
                    <a:pt x="19795" y="3816"/>
                    <a:pt x="19885" y="3747"/>
                    <a:pt x="19950" y="3660"/>
                  </a:cubicBezTo>
                  <a:cubicBezTo>
                    <a:pt x="20126" y="3434"/>
                    <a:pt x="20201" y="3158"/>
                    <a:pt x="20101" y="2908"/>
                  </a:cubicBezTo>
                  <a:cubicBezTo>
                    <a:pt x="19925" y="2256"/>
                    <a:pt x="19249" y="2031"/>
                    <a:pt x="18647" y="1930"/>
                  </a:cubicBezTo>
                  <a:cubicBezTo>
                    <a:pt x="17895" y="1805"/>
                    <a:pt x="17118" y="1705"/>
                    <a:pt x="16366" y="1604"/>
                  </a:cubicBezTo>
                  <a:cubicBezTo>
                    <a:pt x="15991" y="1554"/>
                    <a:pt x="15590" y="1504"/>
                    <a:pt x="15214" y="1454"/>
                  </a:cubicBezTo>
                  <a:cubicBezTo>
                    <a:pt x="14838" y="1404"/>
                    <a:pt x="14462" y="1354"/>
                    <a:pt x="14086" y="1329"/>
                  </a:cubicBezTo>
                  <a:cubicBezTo>
                    <a:pt x="14045" y="1327"/>
                    <a:pt x="14004" y="1326"/>
                    <a:pt x="13963" y="1326"/>
                  </a:cubicBezTo>
                  <a:cubicBezTo>
                    <a:pt x="13338" y="1326"/>
                    <a:pt x="12654" y="1506"/>
                    <a:pt x="12291" y="2074"/>
                  </a:cubicBezTo>
                  <a:lnTo>
                    <a:pt x="12291" y="2074"/>
                  </a:lnTo>
                  <a:cubicBezTo>
                    <a:pt x="10726" y="1825"/>
                    <a:pt x="9185" y="1552"/>
                    <a:pt x="7620" y="1279"/>
                  </a:cubicBezTo>
                  <a:lnTo>
                    <a:pt x="2908" y="477"/>
                  </a:lnTo>
                  <a:cubicBezTo>
                    <a:pt x="2031" y="301"/>
                    <a:pt x="1153" y="151"/>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29"/>
            <p:cNvSpPr/>
            <p:nvPr/>
          </p:nvSpPr>
          <p:spPr>
            <a:xfrm>
              <a:off x="5499939" y="923522"/>
              <a:ext cx="82744" cy="18963"/>
            </a:xfrm>
            <a:custGeom>
              <a:rect b="b" l="l" r="r" t="t"/>
              <a:pathLst>
                <a:path extrusionOk="0" h="355" w="1549">
                  <a:moveTo>
                    <a:pt x="126" y="0"/>
                  </a:moveTo>
                  <a:cubicBezTo>
                    <a:pt x="51" y="0"/>
                    <a:pt x="1" y="126"/>
                    <a:pt x="101" y="151"/>
                  </a:cubicBezTo>
                  <a:lnTo>
                    <a:pt x="1429" y="351"/>
                  </a:lnTo>
                  <a:cubicBezTo>
                    <a:pt x="1437" y="353"/>
                    <a:pt x="1444" y="354"/>
                    <a:pt x="1451" y="354"/>
                  </a:cubicBezTo>
                  <a:cubicBezTo>
                    <a:pt x="1533" y="354"/>
                    <a:pt x="1549" y="224"/>
                    <a:pt x="1479" y="201"/>
                  </a:cubicBezTo>
                  <a:cubicBezTo>
                    <a:pt x="1028" y="151"/>
                    <a:pt x="577" y="76"/>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29"/>
            <p:cNvSpPr/>
            <p:nvPr/>
          </p:nvSpPr>
          <p:spPr>
            <a:xfrm>
              <a:off x="5493262" y="1001191"/>
              <a:ext cx="72327" cy="14743"/>
            </a:xfrm>
            <a:custGeom>
              <a:rect b="b" l="l" r="r" t="t"/>
              <a:pathLst>
                <a:path extrusionOk="0" h="276" w="1354">
                  <a:moveTo>
                    <a:pt x="101" y="0"/>
                  </a:moveTo>
                  <a:cubicBezTo>
                    <a:pt x="0" y="0"/>
                    <a:pt x="0" y="125"/>
                    <a:pt x="101" y="150"/>
                  </a:cubicBezTo>
                  <a:cubicBezTo>
                    <a:pt x="477" y="176"/>
                    <a:pt x="878" y="226"/>
                    <a:pt x="1253" y="276"/>
                  </a:cubicBezTo>
                  <a:cubicBezTo>
                    <a:pt x="1354" y="276"/>
                    <a:pt x="1354" y="125"/>
                    <a:pt x="1253" y="125"/>
                  </a:cubicBezTo>
                  <a:cubicBezTo>
                    <a:pt x="878" y="75"/>
                    <a:pt x="477" y="5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0" name="Google Shape;2450;p29"/>
            <p:cNvSpPr/>
            <p:nvPr/>
          </p:nvSpPr>
          <p:spPr>
            <a:xfrm>
              <a:off x="5482525" y="1078806"/>
              <a:ext cx="89795" cy="18803"/>
            </a:xfrm>
            <a:custGeom>
              <a:rect b="b" l="l" r="r" t="t"/>
              <a:pathLst>
                <a:path extrusionOk="0" h="352" w="1681">
                  <a:moveTo>
                    <a:pt x="126" y="1"/>
                  </a:moveTo>
                  <a:cubicBezTo>
                    <a:pt x="26" y="1"/>
                    <a:pt x="1" y="126"/>
                    <a:pt x="76" y="151"/>
                  </a:cubicBezTo>
                  <a:cubicBezTo>
                    <a:pt x="577" y="276"/>
                    <a:pt x="1079" y="327"/>
                    <a:pt x="1580" y="352"/>
                  </a:cubicBezTo>
                  <a:cubicBezTo>
                    <a:pt x="1680" y="352"/>
                    <a:pt x="1680" y="201"/>
                    <a:pt x="1580" y="201"/>
                  </a:cubicBezTo>
                  <a:cubicBezTo>
                    <a:pt x="1104" y="201"/>
                    <a:pt x="602" y="1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p29"/>
            <p:cNvSpPr/>
            <p:nvPr/>
          </p:nvSpPr>
          <p:spPr>
            <a:xfrm>
              <a:off x="5305821" y="1047450"/>
              <a:ext cx="18803" cy="18055"/>
            </a:xfrm>
            <a:custGeom>
              <a:rect b="b" l="l" r="r" t="t"/>
              <a:pathLst>
                <a:path extrusionOk="0" h="338" w="352">
                  <a:moveTo>
                    <a:pt x="253" y="1"/>
                  </a:moveTo>
                  <a:cubicBezTo>
                    <a:pt x="243" y="1"/>
                    <a:pt x="233" y="4"/>
                    <a:pt x="226" y="11"/>
                  </a:cubicBezTo>
                  <a:cubicBezTo>
                    <a:pt x="126" y="61"/>
                    <a:pt x="51" y="137"/>
                    <a:pt x="26" y="237"/>
                  </a:cubicBezTo>
                  <a:cubicBezTo>
                    <a:pt x="1" y="262"/>
                    <a:pt x="1" y="262"/>
                    <a:pt x="1" y="287"/>
                  </a:cubicBezTo>
                  <a:cubicBezTo>
                    <a:pt x="26" y="312"/>
                    <a:pt x="26" y="337"/>
                    <a:pt x="51" y="337"/>
                  </a:cubicBezTo>
                  <a:lnTo>
                    <a:pt x="101" y="337"/>
                  </a:lnTo>
                  <a:cubicBezTo>
                    <a:pt x="126" y="337"/>
                    <a:pt x="126" y="337"/>
                    <a:pt x="151" y="312"/>
                  </a:cubicBezTo>
                  <a:cubicBezTo>
                    <a:pt x="151" y="294"/>
                    <a:pt x="164" y="262"/>
                    <a:pt x="182" y="236"/>
                  </a:cubicBezTo>
                  <a:lnTo>
                    <a:pt x="182" y="236"/>
                  </a:lnTo>
                  <a:cubicBezTo>
                    <a:pt x="178" y="237"/>
                    <a:pt x="176" y="237"/>
                    <a:pt x="176" y="237"/>
                  </a:cubicBezTo>
                  <a:cubicBezTo>
                    <a:pt x="182" y="230"/>
                    <a:pt x="189" y="224"/>
                    <a:pt x="195" y="218"/>
                  </a:cubicBezTo>
                  <a:lnTo>
                    <a:pt x="195" y="218"/>
                  </a:lnTo>
                  <a:cubicBezTo>
                    <a:pt x="191" y="223"/>
                    <a:pt x="186" y="229"/>
                    <a:pt x="182" y="236"/>
                  </a:cubicBezTo>
                  <a:lnTo>
                    <a:pt x="182" y="236"/>
                  </a:lnTo>
                  <a:cubicBezTo>
                    <a:pt x="189" y="235"/>
                    <a:pt x="201" y="229"/>
                    <a:pt x="201" y="213"/>
                  </a:cubicBezTo>
                  <a:lnTo>
                    <a:pt x="201" y="213"/>
                  </a:lnTo>
                  <a:cubicBezTo>
                    <a:pt x="199" y="214"/>
                    <a:pt x="197" y="216"/>
                    <a:pt x="195" y="218"/>
                  </a:cubicBezTo>
                  <a:lnTo>
                    <a:pt x="195" y="218"/>
                  </a:lnTo>
                  <a:cubicBezTo>
                    <a:pt x="197" y="216"/>
                    <a:pt x="199" y="214"/>
                    <a:pt x="201" y="212"/>
                  </a:cubicBezTo>
                  <a:lnTo>
                    <a:pt x="201" y="212"/>
                  </a:lnTo>
                  <a:cubicBezTo>
                    <a:pt x="201" y="212"/>
                    <a:pt x="201" y="212"/>
                    <a:pt x="201" y="213"/>
                  </a:cubicBezTo>
                  <a:lnTo>
                    <a:pt x="201" y="213"/>
                  </a:lnTo>
                  <a:cubicBezTo>
                    <a:pt x="220" y="196"/>
                    <a:pt x="242" y="179"/>
                    <a:pt x="276" y="162"/>
                  </a:cubicBezTo>
                  <a:lnTo>
                    <a:pt x="251" y="162"/>
                  </a:lnTo>
                  <a:cubicBezTo>
                    <a:pt x="276" y="162"/>
                    <a:pt x="276" y="137"/>
                    <a:pt x="301" y="137"/>
                  </a:cubicBezTo>
                  <a:cubicBezTo>
                    <a:pt x="326" y="112"/>
                    <a:pt x="351" y="61"/>
                    <a:pt x="326" y="36"/>
                  </a:cubicBezTo>
                  <a:cubicBezTo>
                    <a:pt x="309" y="19"/>
                    <a:pt x="278" y="1"/>
                    <a:pt x="2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p29"/>
            <p:cNvSpPr/>
            <p:nvPr/>
          </p:nvSpPr>
          <p:spPr>
            <a:xfrm>
              <a:off x="5325906" y="1053700"/>
              <a:ext cx="17468" cy="17361"/>
            </a:xfrm>
            <a:custGeom>
              <a:rect b="b" l="l" r="r" t="t"/>
              <a:pathLst>
                <a:path extrusionOk="0" h="325" w="327">
                  <a:moveTo>
                    <a:pt x="251" y="1"/>
                  </a:moveTo>
                  <a:cubicBezTo>
                    <a:pt x="232" y="1"/>
                    <a:pt x="214" y="7"/>
                    <a:pt x="201" y="20"/>
                  </a:cubicBezTo>
                  <a:cubicBezTo>
                    <a:pt x="151" y="70"/>
                    <a:pt x="76" y="145"/>
                    <a:pt x="26" y="195"/>
                  </a:cubicBezTo>
                  <a:cubicBezTo>
                    <a:pt x="1" y="220"/>
                    <a:pt x="1" y="270"/>
                    <a:pt x="26" y="295"/>
                  </a:cubicBezTo>
                  <a:cubicBezTo>
                    <a:pt x="40" y="310"/>
                    <a:pt x="63" y="324"/>
                    <a:pt x="84" y="324"/>
                  </a:cubicBezTo>
                  <a:cubicBezTo>
                    <a:pt x="100" y="324"/>
                    <a:pt x="115" y="316"/>
                    <a:pt x="126" y="295"/>
                  </a:cubicBezTo>
                  <a:cubicBezTo>
                    <a:pt x="176" y="245"/>
                    <a:pt x="251" y="195"/>
                    <a:pt x="301" y="120"/>
                  </a:cubicBezTo>
                  <a:cubicBezTo>
                    <a:pt x="326" y="95"/>
                    <a:pt x="326" y="45"/>
                    <a:pt x="301" y="20"/>
                  </a:cubicBezTo>
                  <a:cubicBezTo>
                    <a:pt x="289" y="7"/>
                    <a:pt x="270"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29"/>
            <p:cNvSpPr/>
            <p:nvPr/>
          </p:nvSpPr>
          <p:spPr>
            <a:xfrm>
              <a:off x="4805141" y="822083"/>
              <a:ext cx="18750" cy="18162"/>
            </a:xfrm>
            <a:custGeom>
              <a:rect b="b" l="l" r="r" t="t"/>
              <a:pathLst>
                <a:path extrusionOk="0" h="340" w="351">
                  <a:moveTo>
                    <a:pt x="251" y="1"/>
                  </a:moveTo>
                  <a:cubicBezTo>
                    <a:pt x="232" y="1"/>
                    <a:pt x="213" y="7"/>
                    <a:pt x="201" y="20"/>
                  </a:cubicBezTo>
                  <a:cubicBezTo>
                    <a:pt x="150" y="95"/>
                    <a:pt x="100" y="145"/>
                    <a:pt x="25" y="195"/>
                  </a:cubicBezTo>
                  <a:cubicBezTo>
                    <a:pt x="0" y="220"/>
                    <a:pt x="0" y="270"/>
                    <a:pt x="25" y="320"/>
                  </a:cubicBezTo>
                  <a:cubicBezTo>
                    <a:pt x="38" y="333"/>
                    <a:pt x="56" y="339"/>
                    <a:pt x="75" y="339"/>
                  </a:cubicBezTo>
                  <a:cubicBezTo>
                    <a:pt x="94" y="339"/>
                    <a:pt x="113" y="333"/>
                    <a:pt x="125" y="320"/>
                  </a:cubicBezTo>
                  <a:cubicBezTo>
                    <a:pt x="201" y="245"/>
                    <a:pt x="251" y="195"/>
                    <a:pt x="301" y="120"/>
                  </a:cubicBezTo>
                  <a:cubicBezTo>
                    <a:pt x="326" y="95"/>
                    <a:pt x="351" y="45"/>
                    <a:pt x="301" y="20"/>
                  </a:cubicBezTo>
                  <a:cubicBezTo>
                    <a:pt x="288" y="7"/>
                    <a:pt x="270"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29"/>
            <p:cNvSpPr/>
            <p:nvPr/>
          </p:nvSpPr>
          <p:spPr>
            <a:xfrm>
              <a:off x="4819831" y="828440"/>
              <a:ext cx="14797" cy="16132"/>
            </a:xfrm>
            <a:custGeom>
              <a:rect b="b" l="l" r="r" t="t"/>
              <a:pathLst>
                <a:path extrusionOk="0" h="302" w="277">
                  <a:moveTo>
                    <a:pt x="201" y="1"/>
                  </a:moveTo>
                  <a:cubicBezTo>
                    <a:pt x="201" y="1"/>
                    <a:pt x="176" y="1"/>
                    <a:pt x="151" y="26"/>
                  </a:cubicBezTo>
                  <a:lnTo>
                    <a:pt x="26" y="176"/>
                  </a:lnTo>
                  <a:cubicBezTo>
                    <a:pt x="26" y="176"/>
                    <a:pt x="1" y="201"/>
                    <a:pt x="1" y="227"/>
                  </a:cubicBezTo>
                  <a:cubicBezTo>
                    <a:pt x="1" y="227"/>
                    <a:pt x="26" y="252"/>
                    <a:pt x="26" y="277"/>
                  </a:cubicBezTo>
                  <a:cubicBezTo>
                    <a:pt x="51" y="277"/>
                    <a:pt x="76" y="302"/>
                    <a:pt x="76" y="302"/>
                  </a:cubicBezTo>
                  <a:cubicBezTo>
                    <a:pt x="101" y="302"/>
                    <a:pt x="126" y="277"/>
                    <a:pt x="126" y="277"/>
                  </a:cubicBezTo>
                  <a:lnTo>
                    <a:pt x="251" y="126"/>
                  </a:lnTo>
                  <a:cubicBezTo>
                    <a:pt x="276" y="101"/>
                    <a:pt x="276" y="101"/>
                    <a:pt x="276" y="76"/>
                  </a:cubicBezTo>
                  <a:cubicBezTo>
                    <a:pt x="276" y="51"/>
                    <a:pt x="276" y="26"/>
                    <a:pt x="251" y="26"/>
                  </a:cubicBezTo>
                  <a:cubicBezTo>
                    <a:pt x="251" y="1"/>
                    <a:pt x="226"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5" name="Google Shape;2455;p29"/>
            <p:cNvSpPr/>
            <p:nvPr/>
          </p:nvSpPr>
          <p:spPr>
            <a:xfrm>
              <a:off x="4854659" y="1006373"/>
              <a:ext cx="154003" cy="24305"/>
            </a:xfrm>
            <a:custGeom>
              <a:rect b="b" l="l" r="r" t="t"/>
              <a:pathLst>
                <a:path extrusionOk="0" h="455" w="2883">
                  <a:moveTo>
                    <a:pt x="60" y="1"/>
                  </a:moveTo>
                  <a:cubicBezTo>
                    <a:pt x="1" y="1"/>
                    <a:pt x="6" y="129"/>
                    <a:pt x="76" y="129"/>
                  </a:cubicBezTo>
                  <a:cubicBezTo>
                    <a:pt x="978" y="254"/>
                    <a:pt x="1905" y="354"/>
                    <a:pt x="2807" y="454"/>
                  </a:cubicBezTo>
                  <a:cubicBezTo>
                    <a:pt x="2883" y="454"/>
                    <a:pt x="2883" y="329"/>
                    <a:pt x="2807" y="304"/>
                  </a:cubicBezTo>
                  <a:cubicBezTo>
                    <a:pt x="1905" y="204"/>
                    <a:pt x="978" y="104"/>
                    <a:pt x="76" y="3"/>
                  </a:cubicBezTo>
                  <a:cubicBezTo>
                    <a:pt x="70" y="1"/>
                    <a:pt x="64"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p29"/>
            <p:cNvSpPr/>
            <p:nvPr/>
          </p:nvSpPr>
          <p:spPr>
            <a:xfrm>
              <a:off x="5042100" y="1023947"/>
              <a:ext cx="9401" cy="8066"/>
            </a:xfrm>
            <a:custGeom>
              <a:rect b="b" l="l" r="r" t="t"/>
              <a:pathLst>
                <a:path extrusionOk="0" h="151" w="176">
                  <a:moveTo>
                    <a:pt x="75" y="0"/>
                  </a:moveTo>
                  <a:cubicBezTo>
                    <a:pt x="0" y="0"/>
                    <a:pt x="0" y="151"/>
                    <a:pt x="75" y="151"/>
                  </a:cubicBezTo>
                  <a:cubicBezTo>
                    <a:pt x="176" y="151"/>
                    <a:pt x="176"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7" name="Google Shape;2457;p29"/>
            <p:cNvSpPr/>
            <p:nvPr/>
          </p:nvSpPr>
          <p:spPr>
            <a:xfrm>
              <a:off x="5063520" y="843183"/>
              <a:ext cx="46901" cy="13995"/>
            </a:xfrm>
            <a:custGeom>
              <a:rect b="b" l="l" r="r" t="t"/>
              <a:pathLst>
                <a:path extrusionOk="0" h="262" w="878">
                  <a:moveTo>
                    <a:pt x="100" y="1"/>
                  </a:moveTo>
                  <a:cubicBezTo>
                    <a:pt x="75" y="1"/>
                    <a:pt x="25" y="26"/>
                    <a:pt x="25" y="51"/>
                  </a:cubicBezTo>
                  <a:cubicBezTo>
                    <a:pt x="0" y="101"/>
                    <a:pt x="25" y="151"/>
                    <a:pt x="75" y="151"/>
                  </a:cubicBezTo>
                  <a:cubicBezTo>
                    <a:pt x="301" y="176"/>
                    <a:pt x="552" y="226"/>
                    <a:pt x="777" y="251"/>
                  </a:cubicBezTo>
                  <a:cubicBezTo>
                    <a:pt x="784" y="258"/>
                    <a:pt x="792" y="261"/>
                    <a:pt x="801" y="261"/>
                  </a:cubicBezTo>
                  <a:cubicBezTo>
                    <a:pt x="825" y="261"/>
                    <a:pt x="852" y="238"/>
                    <a:pt x="852" y="201"/>
                  </a:cubicBezTo>
                  <a:cubicBezTo>
                    <a:pt x="877" y="176"/>
                    <a:pt x="852" y="126"/>
                    <a:pt x="802" y="126"/>
                  </a:cubicBezTo>
                  <a:cubicBezTo>
                    <a:pt x="577" y="76"/>
                    <a:pt x="351" y="5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8" name="Google Shape;2458;p29"/>
            <p:cNvSpPr/>
            <p:nvPr/>
          </p:nvSpPr>
          <p:spPr>
            <a:xfrm>
              <a:off x="5142471" y="853920"/>
              <a:ext cx="10790" cy="8066"/>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9" name="Google Shape;2459;p29"/>
            <p:cNvSpPr/>
            <p:nvPr/>
          </p:nvSpPr>
          <p:spPr>
            <a:xfrm>
              <a:off x="5412923" y="833835"/>
              <a:ext cx="22809" cy="15758"/>
            </a:xfrm>
            <a:custGeom>
              <a:rect b="b" l="l" r="r" t="t"/>
              <a:pathLst>
                <a:path extrusionOk="0" h="295" w="427">
                  <a:moveTo>
                    <a:pt x="326" y="0"/>
                  </a:moveTo>
                  <a:cubicBezTo>
                    <a:pt x="201" y="25"/>
                    <a:pt x="101" y="100"/>
                    <a:pt x="26" y="176"/>
                  </a:cubicBezTo>
                  <a:cubicBezTo>
                    <a:pt x="1" y="201"/>
                    <a:pt x="1" y="251"/>
                    <a:pt x="26" y="276"/>
                  </a:cubicBezTo>
                  <a:cubicBezTo>
                    <a:pt x="51" y="288"/>
                    <a:pt x="70" y="295"/>
                    <a:pt x="88" y="295"/>
                  </a:cubicBezTo>
                  <a:cubicBezTo>
                    <a:pt x="107" y="295"/>
                    <a:pt x="126" y="288"/>
                    <a:pt x="151" y="276"/>
                  </a:cubicBezTo>
                  <a:cubicBezTo>
                    <a:pt x="151" y="251"/>
                    <a:pt x="176" y="251"/>
                    <a:pt x="201" y="226"/>
                  </a:cubicBezTo>
                  <a:cubicBezTo>
                    <a:pt x="201" y="226"/>
                    <a:pt x="201" y="226"/>
                    <a:pt x="201" y="201"/>
                  </a:cubicBezTo>
                  <a:lnTo>
                    <a:pt x="226" y="201"/>
                  </a:lnTo>
                  <a:cubicBezTo>
                    <a:pt x="251" y="176"/>
                    <a:pt x="251" y="176"/>
                    <a:pt x="276" y="176"/>
                  </a:cubicBezTo>
                  <a:cubicBezTo>
                    <a:pt x="301" y="151"/>
                    <a:pt x="326" y="151"/>
                    <a:pt x="351" y="151"/>
                  </a:cubicBezTo>
                  <a:cubicBezTo>
                    <a:pt x="402" y="126"/>
                    <a:pt x="427" y="100"/>
                    <a:pt x="402" y="50"/>
                  </a:cubicBezTo>
                  <a:cubicBezTo>
                    <a:pt x="402" y="25"/>
                    <a:pt x="351" y="0"/>
                    <a:pt x="3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0" name="Google Shape;2460;p29"/>
            <p:cNvSpPr/>
            <p:nvPr/>
          </p:nvSpPr>
          <p:spPr>
            <a:xfrm>
              <a:off x="5422324" y="841847"/>
              <a:ext cx="22809" cy="14797"/>
            </a:xfrm>
            <a:custGeom>
              <a:rect b="b" l="l" r="r" t="t"/>
              <a:pathLst>
                <a:path extrusionOk="0" h="277" w="427">
                  <a:moveTo>
                    <a:pt x="351" y="1"/>
                  </a:moveTo>
                  <a:cubicBezTo>
                    <a:pt x="226" y="1"/>
                    <a:pt x="100" y="51"/>
                    <a:pt x="25" y="176"/>
                  </a:cubicBezTo>
                  <a:cubicBezTo>
                    <a:pt x="0" y="201"/>
                    <a:pt x="0" y="251"/>
                    <a:pt x="50" y="276"/>
                  </a:cubicBezTo>
                  <a:cubicBezTo>
                    <a:pt x="75" y="276"/>
                    <a:pt x="125" y="276"/>
                    <a:pt x="150" y="251"/>
                  </a:cubicBezTo>
                  <a:cubicBezTo>
                    <a:pt x="150" y="226"/>
                    <a:pt x="150" y="226"/>
                    <a:pt x="150" y="226"/>
                  </a:cubicBezTo>
                  <a:cubicBezTo>
                    <a:pt x="175" y="201"/>
                    <a:pt x="175" y="201"/>
                    <a:pt x="175" y="201"/>
                  </a:cubicBezTo>
                  <a:cubicBezTo>
                    <a:pt x="201" y="201"/>
                    <a:pt x="201" y="176"/>
                    <a:pt x="201" y="176"/>
                  </a:cubicBezTo>
                  <a:lnTo>
                    <a:pt x="226" y="176"/>
                  </a:lnTo>
                  <a:cubicBezTo>
                    <a:pt x="251" y="176"/>
                    <a:pt x="251" y="151"/>
                    <a:pt x="251" y="151"/>
                  </a:cubicBezTo>
                  <a:lnTo>
                    <a:pt x="351" y="151"/>
                  </a:lnTo>
                  <a:cubicBezTo>
                    <a:pt x="351" y="151"/>
                    <a:pt x="376" y="151"/>
                    <a:pt x="401" y="126"/>
                  </a:cubicBezTo>
                  <a:cubicBezTo>
                    <a:pt x="401" y="126"/>
                    <a:pt x="426" y="101"/>
                    <a:pt x="426" y="76"/>
                  </a:cubicBezTo>
                  <a:cubicBezTo>
                    <a:pt x="426" y="51"/>
                    <a:pt x="401" y="51"/>
                    <a:pt x="401" y="26"/>
                  </a:cubicBezTo>
                  <a:cubicBezTo>
                    <a:pt x="376" y="26"/>
                    <a:pt x="376" y="1"/>
                    <a:pt x="3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29"/>
            <p:cNvSpPr/>
            <p:nvPr/>
          </p:nvSpPr>
          <p:spPr>
            <a:xfrm>
              <a:off x="5450421" y="1124318"/>
              <a:ext cx="10737" cy="8119"/>
            </a:xfrm>
            <a:custGeom>
              <a:rect b="b" l="l" r="r" t="t"/>
              <a:pathLst>
                <a:path extrusionOk="0" h="152" w="201">
                  <a:moveTo>
                    <a:pt x="101" y="1"/>
                  </a:moveTo>
                  <a:cubicBezTo>
                    <a:pt x="0" y="1"/>
                    <a:pt x="0"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p29"/>
            <p:cNvSpPr/>
            <p:nvPr/>
          </p:nvSpPr>
          <p:spPr>
            <a:xfrm>
              <a:off x="5284401" y="944943"/>
              <a:ext cx="10790" cy="8066"/>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3" name="Google Shape;2463;p29"/>
            <p:cNvSpPr/>
            <p:nvPr/>
          </p:nvSpPr>
          <p:spPr>
            <a:xfrm>
              <a:off x="5438349" y="946278"/>
              <a:ext cx="9455" cy="8066"/>
            </a:xfrm>
            <a:custGeom>
              <a:rect b="b" l="l" r="r" t="t"/>
              <a:pathLst>
                <a:path extrusionOk="0" h="151" w="177">
                  <a:moveTo>
                    <a:pt x="101" y="0"/>
                  </a:moveTo>
                  <a:cubicBezTo>
                    <a:pt x="1" y="0"/>
                    <a:pt x="1" y="151"/>
                    <a:pt x="101" y="151"/>
                  </a:cubicBezTo>
                  <a:cubicBezTo>
                    <a:pt x="176" y="151"/>
                    <a:pt x="17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29"/>
            <p:cNvSpPr/>
            <p:nvPr/>
          </p:nvSpPr>
          <p:spPr>
            <a:xfrm>
              <a:off x="5524030" y="864603"/>
              <a:ext cx="10790" cy="811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5" name="Google Shape;2465;p29"/>
            <p:cNvSpPr/>
            <p:nvPr/>
          </p:nvSpPr>
          <p:spPr>
            <a:xfrm>
              <a:off x="4716736" y="950284"/>
              <a:ext cx="24198" cy="23397"/>
            </a:xfrm>
            <a:custGeom>
              <a:rect b="b" l="l" r="r" t="t"/>
              <a:pathLst>
                <a:path extrusionOk="0" h="438" w="453">
                  <a:moveTo>
                    <a:pt x="402" y="1"/>
                  </a:moveTo>
                  <a:cubicBezTo>
                    <a:pt x="377" y="1"/>
                    <a:pt x="352" y="1"/>
                    <a:pt x="352" y="26"/>
                  </a:cubicBezTo>
                  <a:cubicBezTo>
                    <a:pt x="201" y="76"/>
                    <a:pt x="76" y="201"/>
                    <a:pt x="26" y="326"/>
                  </a:cubicBezTo>
                  <a:cubicBezTo>
                    <a:pt x="1" y="352"/>
                    <a:pt x="1" y="402"/>
                    <a:pt x="51" y="427"/>
                  </a:cubicBezTo>
                  <a:cubicBezTo>
                    <a:pt x="58" y="434"/>
                    <a:pt x="68" y="437"/>
                    <a:pt x="78" y="437"/>
                  </a:cubicBezTo>
                  <a:cubicBezTo>
                    <a:pt x="103" y="437"/>
                    <a:pt x="134" y="419"/>
                    <a:pt x="151" y="402"/>
                  </a:cubicBezTo>
                  <a:cubicBezTo>
                    <a:pt x="151" y="377"/>
                    <a:pt x="176" y="352"/>
                    <a:pt x="201" y="301"/>
                  </a:cubicBezTo>
                  <a:lnTo>
                    <a:pt x="226" y="276"/>
                  </a:lnTo>
                  <a:cubicBezTo>
                    <a:pt x="226" y="276"/>
                    <a:pt x="252" y="251"/>
                    <a:pt x="252" y="251"/>
                  </a:cubicBezTo>
                  <a:cubicBezTo>
                    <a:pt x="277" y="226"/>
                    <a:pt x="277" y="226"/>
                    <a:pt x="302" y="201"/>
                  </a:cubicBezTo>
                  <a:lnTo>
                    <a:pt x="327" y="201"/>
                  </a:lnTo>
                  <a:cubicBezTo>
                    <a:pt x="352" y="176"/>
                    <a:pt x="377" y="151"/>
                    <a:pt x="402" y="151"/>
                  </a:cubicBezTo>
                  <a:cubicBezTo>
                    <a:pt x="427" y="126"/>
                    <a:pt x="452" y="126"/>
                    <a:pt x="452" y="101"/>
                  </a:cubicBezTo>
                  <a:cubicBezTo>
                    <a:pt x="452" y="76"/>
                    <a:pt x="452" y="51"/>
                    <a:pt x="452" y="51"/>
                  </a:cubicBezTo>
                  <a:cubicBezTo>
                    <a:pt x="427" y="26"/>
                    <a:pt x="427" y="26"/>
                    <a:pt x="4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6" name="Google Shape;2466;p29"/>
            <p:cNvSpPr/>
            <p:nvPr/>
          </p:nvSpPr>
          <p:spPr>
            <a:xfrm>
              <a:off x="4727472" y="956107"/>
              <a:ext cx="28151" cy="24572"/>
            </a:xfrm>
            <a:custGeom>
              <a:rect b="b" l="l" r="r" t="t"/>
              <a:pathLst>
                <a:path extrusionOk="0" h="460" w="527">
                  <a:moveTo>
                    <a:pt x="453" y="1"/>
                  </a:moveTo>
                  <a:cubicBezTo>
                    <a:pt x="439" y="1"/>
                    <a:pt x="422" y="7"/>
                    <a:pt x="401" y="17"/>
                  </a:cubicBezTo>
                  <a:cubicBezTo>
                    <a:pt x="251" y="92"/>
                    <a:pt x="126" y="217"/>
                    <a:pt x="25" y="368"/>
                  </a:cubicBezTo>
                  <a:cubicBezTo>
                    <a:pt x="0" y="393"/>
                    <a:pt x="25" y="443"/>
                    <a:pt x="51" y="443"/>
                  </a:cubicBezTo>
                  <a:cubicBezTo>
                    <a:pt x="71" y="453"/>
                    <a:pt x="88" y="460"/>
                    <a:pt x="102" y="460"/>
                  </a:cubicBezTo>
                  <a:cubicBezTo>
                    <a:pt x="121" y="460"/>
                    <a:pt x="136" y="447"/>
                    <a:pt x="151" y="418"/>
                  </a:cubicBezTo>
                  <a:cubicBezTo>
                    <a:pt x="176" y="418"/>
                    <a:pt x="176" y="393"/>
                    <a:pt x="201" y="393"/>
                  </a:cubicBezTo>
                  <a:cubicBezTo>
                    <a:pt x="201" y="380"/>
                    <a:pt x="195" y="380"/>
                    <a:pt x="192" y="380"/>
                  </a:cubicBezTo>
                  <a:cubicBezTo>
                    <a:pt x="188" y="380"/>
                    <a:pt x="188" y="380"/>
                    <a:pt x="201" y="368"/>
                  </a:cubicBezTo>
                  <a:cubicBezTo>
                    <a:pt x="201" y="368"/>
                    <a:pt x="201" y="343"/>
                    <a:pt x="226" y="343"/>
                  </a:cubicBezTo>
                  <a:cubicBezTo>
                    <a:pt x="251" y="318"/>
                    <a:pt x="276" y="293"/>
                    <a:pt x="301" y="268"/>
                  </a:cubicBezTo>
                  <a:cubicBezTo>
                    <a:pt x="326" y="243"/>
                    <a:pt x="326" y="243"/>
                    <a:pt x="351" y="217"/>
                  </a:cubicBezTo>
                  <a:lnTo>
                    <a:pt x="376" y="192"/>
                  </a:lnTo>
                  <a:cubicBezTo>
                    <a:pt x="401" y="167"/>
                    <a:pt x="452" y="142"/>
                    <a:pt x="477" y="142"/>
                  </a:cubicBezTo>
                  <a:cubicBezTo>
                    <a:pt x="527" y="117"/>
                    <a:pt x="527" y="67"/>
                    <a:pt x="502" y="42"/>
                  </a:cubicBezTo>
                  <a:cubicBezTo>
                    <a:pt x="487" y="13"/>
                    <a:pt x="472" y="1"/>
                    <a:pt x="4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29"/>
            <p:cNvSpPr/>
            <p:nvPr/>
          </p:nvSpPr>
          <p:spPr>
            <a:xfrm>
              <a:off x="4684632" y="811079"/>
              <a:ext cx="10737" cy="8066"/>
            </a:xfrm>
            <a:custGeom>
              <a:rect b="b" l="l" r="r" t="t"/>
              <a:pathLst>
                <a:path extrusionOk="0" h="151" w="201">
                  <a:moveTo>
                    <a:pt x="101" y="0"/>
                  </a:moveTo>
                  <a:cubicBezTo>
                    <a:pt x="0" y="0"/>
                    <a:pt x="0"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p29"/>
            <p:cNvSpPr/>
            <p:nvPr/>
          </p:nvSpPr>
          <p:spPr>
            <a:xfrm>
              <a:off x="5175109" y="1138313"/>
              <a:ext cx="46420" cy="74784"/>
            </a:xfrm>
            <a:custGeom>
              <a:rect b="b" l="l" r="r" t="t"/>
              <a:pathLst>
                <a:path extrusionOk="0" h="1400" w="869">
                  <a:moveTo>
                    <a:pt x="109" y="1"/>
                  </a:moveTo>
                  <a:cubicBezTo>
                    <a:pt x="59" y="1"/>
                    <a:pt x="1" y="74"/>
                    <a:pt x="42" y="115"/>
                  </a:cubicBezTo>
                  <a:cubicBezTo>
                    <a:pt x="392" y="441"/>
                    <a:pt x="643" y="867"/>
                    <a:pt x="718" y="1343"/>
                  </a:cubicBezTo>
                  <a:cubicBezTo>
                    <a:pt x="728" y="1383"/>
                    <a:pt x="754" y="1399"/>
                    <a:pt x="782" y="1399"/>
                  </a:cubicBezTo>
                  <a:cubicBezTo>
                    <a:pt x="823" y="1399"/>
                    <a:pt x="869" y="1363"/>
                    <a:pt x="869" y="1318"/>
                  </a:cubicBezTo>
                  <a:cubicBezTo>
                    <a:pt x="768" y="817"/>
                    <a:pt x="518" y="365"/>
                    <a:pt x="142" y="15"/>
                  </a:cubicBezTo>
                  <a:cubicBezTo>
                    <a:pt x="132" y="5"/>
                    <a:pt x="121" y="1"/>
                    <a:pt x="1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9" name="Google Shape;2469;p29"/>
            <p:cNvSpPr/>
            <p:nvPr/>
          </p:nvSpPr>
          <p:spPr>
            <a:xfrm>
              <a:off x="5218804" y="1260906"/>
              <a:ext cx="9401" cy="9401"/>
            </a:xfrm>
            <a:custGeom>
              <a:rect b="b" l="l" r="r" t="t"/>
              <a:pathLst>
                <a:path extrusionOk="0" h="176" w="176">
                  <a:moveTo>
                    <a:pt x="0" y="0"/>
                  </a:moveTo>
                  <a:lnTo>
                    <a:pt x="0" y="25"/>
                  </a:lnTo>
                  <a:cubicBezTo>
                    <a:pt x="0" y="25"/>
                    <a:pt x="0" y="50"/>
                    <a:pt x="0" y="50"/>
                  </a:cubicBezTo>
                  <a:cubicBezTo>
                    <a:pt x="0" y="75"/>
                    <a:pt x="0" y="75"/>
                    <a:pt x="0" y="75"/>
                  </a:cubicBezTo>
                  <a:cubicBezTo>
                    <a:pt x="0" y="101"/>
                    <a:pt x="0" y="101"/>
                    <a:pt x="0" y="101"/>
                  </a:cubicBezTo>
                  <a:cubicBezTo>
                    <a:pt x="26" y="126"/>
                    <a:pt x="51" y="126"/>
                    <a:pt x="51" y="151"/>
                  </a:cubicBezTo>
                  <a:lnTo>
                    <a:pt x="76" y="151"/>
                  </a:lnTo>
                  <a:cubicBezTo>
                    <a:pt x="76" y="176"/>
                    <a:pt x="101" y="176"/>
                    <a:pt x="101" y="176"/>
                  </a:cubicBezTo>
                  <a:cubicBezTo>
                    <a:pt x="126" y="176"/>
                    <a:pt x="126" y="176"/>
                    <a:pt x="126" y="151"/>
                  </a:cubicBezTo>
                  <a:lnTo>
                    <a:pt x="151" y="151"/>
                  </a:lnTo>
                  <a:lnTo>
                    <a:pt x="176" y="126"/>
                  </a:lnTo>
                  <a:cubicBezTo>
                    <a:pt x="176" y="126"/>
                    <a:pt x="176" y="101"/>
                    <a:pt x="176" y="101"/>
                  </a:cubicBezTo>
                  <a:cubicBezTo>
                    <a:pt x="176" y="75"/>
                    <a:pt x="176" y="75"/>
                    <a:pt x="176" y="75"/>
                  </a:cubicBezTo>
                  <a:cubicBezTo>
                    <a:pt x="176" y="50"/>
                    <a:pt x="176" y="50"/>
                    <a:pt x="151" y="50"/>
                  </a:cubicBezTo>
                  <a:cubicBezTo>
                    <a:pt x="151" y="25"/>
                    <a:pt x="126" y="25"/>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0" name="Google Shape;2470;p29"/>
          <p:cNvGrpSpPr/>
          <p:nvPr/>
        </p:nvGrpSpPr>
        <p:grpSpPr>
          <a:xfrm>
            <a:off x="4440232" y="1219331"/>
            <a:ext cx="3976652" cy="3198131"/>
            <a:chOff x="4440232" y="1219331"/>
            <a:chExt cx="3976652" cy="3198131"/>
          </a:xfrm>
        </p:grpSpPr>
        <p:sp>
          <p:nvSpPr>
            <p:cNvPr id="2471" name="Google Shape;2471;p29"/>
            <p:cNvSpPr/>
            <p:nvPr/>
          </p:nvSpPr>
          <p:spPr>
            <a:xfrm>
              <a:off x="4812947" y="1811377"/>
              <a:ext cx="3500474" cy="2452351"/>
            </a:xfrm>
            <a:custGeom>
              <a:rect b="b" l="l" r="r" t="t"/>
              <a:pathLst>
                <a:path extrusionOk="0" h="121962" w="174088">
                  <a:moveTo>
                    <a:pt x="86663" y="1"/>
                  </a:moveTo>
                  <a:cubicBezTo>
                    <a:pt x="52512" y="1"/>
                    <a:pt x="18841" y="19548"/>
                    <a:pt x="5991" y="51986"/>
                  </a:cubicBezTo>
                  <a:cubicBezTo>
                    <a:pt x="2106" y="61810"/>
                    <a:pt x="452" y="74041"/>
                    <a:pt x="577" y="84492"/>
                  </a:cubicBezTo>
                  <a:lnTo>
                    <a:pt x="1" y="121159"/>
                  </a:lnTo>
                  <a:lnTo>
                    <a:pt x="174087" y="121961"/>
                  </a:lnTo>
                  <a:lnTo>
                    <a:pt x="173034" y="87274"/>
                  </a:lnTo>
                  <a:cubicBezTo>
                    <a:pt x="171957" y="53264"/>
                    <a:pt x="151305" y="19354"/>
                    <a:pt x="119350" y="6397"/>
                  </a:cubicBezTo>
                  <a:cubicBezTo>
                    <a:pt x="108866" y="2057"/>
                    <a:pt x="97740" y="1"/>
                    <a:pt x="866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2" name="Google Shape;2472;p29"/>
            <p:cNvSpPr/>
            <p:nvPr/>
          </p:nvSpPr>
          <p:spPr>
            <a:xfrm>
              <a:off x="4808423" y="1807214"/>
              <a:ext cx="3509523" cy="2461037"/>
            </a:xfrm>
            <a:custGeom>
              <a:rect b="b" l="l" r="r" t="t"/>
              <a:pathLst>
                <a:path extrusionOk="0" h="122394" w="174538">
                  <a:moveTo>
                    <a:pt x="86855" y="428"/>
                  </a:moveTo>
                  <a:cubicBezTo>
                    <a:pt x="94250" y="428"/>
                    <a:pt x="101646" y="1347"/>
                    <a:pt x="108823" y="3220"/>
                  </a:cubicBezTo>
                  <a:cubicBezTo>
                    <a:pt x="119901" y="6127"/>
                    <a:pt x="130327" y="11290"/>
                    <a:pt x="139249" y="18508"/>
                  </a:cubicBezTo>
                  <a:cubicBezTo>
                    <a:pt x="148397" y="25902"/>
                    <a:pt x="155916" y="35175"/>
                    <a:pt x="161530" y="45501"/>
                  </a:cubicBezTo>
                  <a:cubicBezTo>
                    <a:pt x="167169" y="55877"/>
                    <a:pt x="170904" y="67306"/>
                    <a:pt x="172382" y="79010"/>
                  </a:cubicBezTo>
                  <a:cubicBezTo>
                    <a:pt x="172733" y="81817"/>
                    <a:pt x="172959" y="84649"/>
                    <a:pt x="173034" y="87481"/>
                  </a:cubicBezTo>
                  <a:cubicBezTo>
                    <a:pt x="173159" y="91391"/>
                    <a:pt x="173285" y="95301"/>
                    <a:pt x="173410" y="99211"/>
                  </a:cubicBezTo>
                  <a:lnTo>
                    <a:pt x="173961" y="117882"/>
                  </a:lnTo>
                  <a:cubicBezTo>
                    <a:pt x="174009" y="119236"/>
                    <a:pt x="174056" y="120589"/>
                    <a:pt x="174082" y="121943"/>
                  </a:cubicBezTo>
                  <a:lnTo>
                    <a:pt x="169625" y="121943"/>
                  </a:lnTo>
                  <a:cubicBezTo>
                    <a:pt x="165415" y="121917"/>
                    <a:pt x="161204" y="121892"/>
                    <a:pt x="157019" y="121867"/>
                  </a:cubicBezTo>
                  <a:cubicBezTo>
                    <a:pt x="150753" y="121842"/>
                    <a:pt x="144487" y="121817"/>
                    <a:pt x="138222" y="121792"/>
                  </a:cubicBezTo>
                  <a:cubicBezTo>
                    <a:pt x="130628" y="121742"/>
                    <a:pt x="123034" y="121717"/>
                    <a:pt x="115440" y="121692"/>
                  </a:cubicBezTo>
                  <a:cubicBezTo>
                    <a:pt x="107069" y="121642"/>
                    <a:pt x="98698" y="121592"/>
                    <a:pt x="90327" y="121567"/>
                  </a:cubicBezTo>
                  <a:cubicBezTo>
                    <a:pt x="81931" y="121516"/>
                    <a:pt x="73535" y="121491"/>
                    <a:pt x="65139" y="121441"/>
                  </a:cubicBezTo>
                  <a:cubicBezTo>
                    <a:pt x="57269" y="121416"/>
                    <a:pt x="49374" y="121366"/>
                    <a:pt x="41504" y="121341"/>
                  </a:cubicBezTo>
                  <a:cubicBezTo>
                    <a:pt x="34888" y="121316"/>
                    <a:pt x="28271" y="121266"/>
                    <a:pt x="21655" y="121241"/>
                  </a:cubicBezTo>
                  <a:cubicBezTo>
                    <a:pt x="16868" y="121216"/>
                    <a:pt x="12081" y="121191"/>
                    <a:pt x="7294" y="121191"/>
                  </a:cubicBezTo>
                  <a:cubicBezTo>
                    <a:pt x="5815" y="121166"/>
                    <a:pt x="4336" y="121166"/>
                    <a:pt x="2858" y="121166"/>
                  </a:cubicBezTo>
                  <a:cubicBezTo>
                    <a:pt x="2311" y="121166"/>
                    <a:pt x="1724" y="121113"/>
                    <a:pt x="1156" y="121113"/>
                  </a:cubicBezTo>
                  <a:cubicBezTo>
                    <a:pt x="942" y="121113"/>
                    <a:pt x="732" y="121120"/>
                    <a:pt x="527" y="121141"/>
                  </a:cubicBezTo>
                  <a:cubicBezTo>
                    <a:pt x="503" y="121147"/>
                    <a:pt x="479" y="121150"/>
                    <a:pt x="455" y="121151"/>
                  </a:cubicBezTo>
                  <a:lnTo>
                    <a:pt x="455" y="121151"/>
                  </a:lnTo>
                  <a:cubicBezTo>
                    <a:pt x="529" y="116260"/>
                    <a:pt x="603" y="111370"/>
                    <a:pt x="677" y="106504"/>
                  </a:cubicBezTo>
                  <a:lnTo>
                    <a:pt x="1003" y="86353"/>
                  </a:lnTo>
                  <a:cubicBezTo>
                    <a:pt x="1053" y="83070"/>
                    <a:pt x="1028" y="79787"/>
                    <a:pt x="1279" y="76529"/>
                  </a:cubicBezTo>
                  <a:cubicBezTo>
                    <a:pt x="1780" y="69511"/>
                    <a:pt x="2958" y="62494"/>
                    <a:pt x="5163" y="55802"/>
                  </a:cubicBezTo>
                  <a:cubicBezTo>
                    <a:pt x="8547" y="45451"/>
                    <a:pt x="14462" y="35902"/>
                    <a:pt x="21905" y="27982"/>
                  </a:cubicBezTo>
                  <a:cubicBezTo>
                    <a:pt x="29023" y="20388"/>
                    <a:pt x="37570" y="14223"/>
                    <a:pt x="46893" y="9661"/>
                  </a:cubicBezTo>
                  <a:cubicBezTo>
                    <a:pt x="56417" y="5025"/>
                    <a:pt x="66768" y="2067"/>
                    <a:pt x="77294" y="939"/>
                  </a:cubicBezTo>
                  <a:cubicBezTo>
                    <a:pt x="80469" y="599"/>
                    <a:pt x="83662" y="428"/>
                    <a:pt x="86855" y="428"/>
                  </a:cubicBezTo>
                  <a:close/>
                  <a:moveTo>
                    <a:pt x="86955" y="0"/>
                  </a:moveTo>
                  <a:cubicBezTo>
                    <a:pt x="86475" y="0"/>
                    <a:pt x="85995" y="4"/>
                    <a:pt x="85515" y="12"/>
                  </a:cubicBezTo>
                  <a:cubicBezTo>
                    <a:pt x="74913" y="162"/>
                    <a:pt x="64362" y="2192"/>
                    <a:pt x="54437" y="5952"/>
                  </a:cubicBezTo>
                  <a:cubicBezTo>
                    <a:pt x="44662" y="9636"/>
                    <a:pt x="35514" y="15000"/>
                    <a:pt x="27620" y="21867"/>
                  </a:cubicBezTo>
                  <a:cubicBezTo>
                    <a:pt x="19650" y="28809"/>
                    <a:pt x="13008" y="37255"/>
                    <a:pt x="8371" y="46754"/>
                  </a:cubicBezTo>
                  <a:cubicBezTo>
                    <a:pt x="2607" y="58584"/>
                    <a:pt x="627" y="71641"/>
                    <a:pt x="577" y="84699"/>
                  </a:cubicBezTo>
                  <a:cubicBezTo>
                    <a:pt x="552" y="89887"/>
                    <a:pt x="426" y="95075"/>
                    <a:pt x="351" y="100263"/>
                  </a:cubicBezTo>
                  <a:cubicBezTo>
                    <a:pt x="226" y="106905"/>
                    <a:pt x="126" y="113546"/>
                    <a:pt x="25" y="120188"/>
                  </a:cubicBezTo>
                  <a:lnTo>
                    <a:pt x="25" y="121366"/>
                  </a:lnTo>
                  <a:cubicBezTo>
                    <a:pt x="0" y="121491"/>
                    <a:pt x="126" y="121592"/>
                    <a:pt x="226" y="121592"/>
                  </a:cubicBezTo>
                  <a:cubicBezTo>
                    <a:pt x="1805" y="121592"/>
                    <a:pt x="3359" y="121592"/>
                    <a:pt x="4913" y="121617"/>
                  </a:cubicBezTo>
                  <a:cubicBezTo>
                    <a:pt x="9123" y="121617"/>
                    <a:pt x="13334" y="121642"/>
                    <a:pt x="17544" y="121667"/>
                  </a:cubicBezTo>
                  <a:cubicBezTo>
                    <a:pt x="23810" y="121692"/>
                    <a:pt x="30076" y="121717"/>
                    <a:pt x="36341" y="121742"/>
                  </a:cubicBezTo>
                  <a:lnTo>
                    <a:pt x="59124" y="121867"/>
                  </a:lnTo>
                  <a:cubicBezTo>
                    <a:pt x="67494" y="121892"/>
                    <a:pt x="75865" y="121943"/>
                    <a:pt x="84236" y="121968"/>
                  </a:cubicBezTo>
                  <a:cubicBezTo>
                    <a:pt x="92632" y="122018"/>
                    <a:pt x="101029" y="122043"/>
                    <a:pt x="109399" y="122093"/>
                  </a:cubicBezTo>
                  <a:cubicBezTo>
                    <a:pt x="117294" y="122118"/>
                    <a:pt x="125164" y="122168"/>
                    <a:pt x="133059" y="122193"/>
                  </a:cubicBezTo>
                  <a:cubicBezTo>
                    <a:pt x="139675" y="122218"/>
                    <a:pt x="146267" y="122268"/>
                    <a:pt x="152883" y="122293"/>
                  </a:cubicBezTo>
                  <a:cubicBezTo>
                    <a:pt x="157670" y="122318"/>
                    <a:pt x="162482" y="122344"/>
                    <a:pt x="167269" y="122369"/>
                  </a:cubicBezTo>
                  <a:cubicBezTo>
                    <a:pt x="169525" y="122369"/>
                    <a:pt x="171756" y="122394"/>
                    <a:pt x="174011" y="122394"/>
                  </a:cubicBezTo>
                  <a:lnTo>
                    <a:pt x="174312" y="122394"/>
                  </a:lnTo>
                  <a:cubicBezTo>
                    <a:pt x="174437" y="122394"/>
                    <a:pt x="174538" y="122293"/>
                    <a:pt x="174538" y="122168"/>
                  </a:cubicBezTo>
                  <a:cubicBezTo>
                    <a:pt x="174412" y="118258"/>
                    <a:pt x="174287" y="114374"/>
                    <a:pt x="174187" y="110464"/>
                  </a:cubicBezTo>
                  <a:cubicBezTo>
                    <a:pt x="173986" y="104223"/>
                    <a:pt x="173811" y="98008"/>
                    <a:pt x="173610" y="91792"/>
                  </a:cubicBezTo>
                  <a:lnTo>
                    <a:pt x="173485" y="87481"/>
                  </a:lnTo>
                  <a:cubicBezTo>
                    <a:pt x="173485" y="87475"/>
                    <a:pt x="173485" y="87470"/>
                    <a:pt x="173484" y="87464"/>
                  </a:cubicBezTo>
                  <a:lnTo>
                    <a:pt x="173484" y="87464"/>
                  </a:lnTo>
                  <a:cubicBezTo>
                    <a:pt x="173081" y="75716"/>
                    <a:pt x="170425" y="64092"/>
                    <a:pt x="165791" y="53296"/>
                  </a:cubicBezTo>
                  <a:cubicBezTo>
                    <a:pt x="161154" y="42468"/>
                    <a:pt x="154512" y="32443"/>
                    <a:pt x="146142" y="24122"/>
                  </a:cubicBezTo>
                  <a:cubicBezTo>
                    <a:pt x="137871" y="15852"/>
                    <a:pt x="127971" y="9461"/>
                    <a:pt x="117019" y="5375"/>
                  </a:cubicBezTo>
                  <a:cubicBezTo>
                    <a:pt x="107419" y="1785"/>
                    <a:pt x="97180" y="0"/>
                    <a:pt x="86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3" name="Google Shape;2473;p29"/>
            <p:cNvSpPr/>
            <p:nvPr/>
          </p:nvSpPr>
          <p:spPr>
            <a:xfrm>
              <a:off x="5251894" y="2085884"/>
              <a:ext cx="2513719" cy="279796"/>
            </a:xfrm>
            <a:custGeom>
              <a:rect b="b" l="l" r="r" t="t"/>
              <a:pathLst>
                <a:path extrusionOk="0" h="13915" w="125014">
                  <a:moveTo>
                    <a:pt x="43810" y="1"/>
                  </a:moveTo>
                  <a:cubicBezTo>
                    <a:pt x="43352" y="1"/>
                    <a:pt x="42877" y="53"/>
                    <a:pt x="42382" y="163"/>
                  </a:cubicBezTo>
                  <a:cubicBezTo>
                    <a:pt x="36718" y="1441"/>
                    <a:pt x="35214" y="8659"/>
                    <a:pt x="30251" y="11091"/>
                  </a:cubicBezTo>
                  <a:cubicBezTo>
                    <a:pt x="29396" y="11514"/>
                    <a:pt x="28561" y="11709"/>
                    <a:pt x="27762" y="11709"/>
                  </a:cubicBezTo>
                  <a:cubicBezTo>
                    <a:pt x="26006" y="11709"/>
                    <a:pt x="24423" y="10768"/>
                    <a:pt x="23184" y="9236"/>
                  </a:cubicBezTo>
                  <a:cubicBezTo>
                    <a:pt x="21830" y="7582"/>
                    <a:pt x="20903" y="5602"/>
                    <a:pt x="19449" y="4023"/>
                  </a:cubicBezTo>
                  <a:cubicBezTo>
                    <a:pt x="18227" y="2702"/>
                    <a:pt x="16805" y="2093"/>
                    <a:pt x="15364" y="2093"/>
                  </a:cubicBezTo>
                  <a:cubicBezTo>
                    <a:pt x="13880" y="2093"/>
                    <a:pt x="12376" y="2740"/>
                    <a:pt x="11053" y="3923"/>
                  </a:cubicBezTo>
                  <a:cubicBezTo>
                    <a:pt x="8347" y="6329"/>
                    <a:pt x="6692" y="9837"/>
                    <a:pt x="3685" y="11918"/>
                  </a:cubicBezTo>
                  <a:cubicBezTo>
                    <a:pt x="2742" y="12578"/>
                    <a:pt x="1666" y="12950"/>
                    <a:pt x="581" y="12950"/>
                  </a:cubicBezTo>
                  <a:cubicBezTo>
                    <a:pt x="513" y="12950"/>
                    <a:pt x="445" y="12948"/>
                    <a:pt x="377" y="12945"/>
                  </a:cubicBezTo>
                  <a:cubicBezTo>
                    <a:pt x="251" y="13070"/>
                    <a:pt x="126" y="13196"/>
                    <a:pt x="1" y="13321"/>
                  </a:cubicBezTo>
                  <a:cubicBezTo>
                    <a:pt x="261" y="13368"/>
                    <a:pt x="527" y="13393"/>
                    <a:pt x="796" y="13393"/>
                  </a:cubicBezTo>
                  <a:cubicBezTo>
                    <a:pt x="1096" y="13393"/>
                    <a:pt x="1401" y="13362"/>
                    <a:pt x="1705" y="13296"/>
                  </a:cubicBezTo>
                  <a:cubicBezTo>
                    <a:pt x="3259" y="12970"/>
                    <a:pt x="4537" y="11918"/>
                    <a:pt x="5615" y="10815"/>
                  </a:cubicBezTo>
                  <a:cubicBezTo>
                    <a:pt x="8071" y="8283"/>
                    <a:pt x="9926" y="4524"/>
                    <a:pt x="13209" y="2945"/>
                  </a:cubicBezTo>
                  <a:cubicBezTo>
                    <a:pt x="13970" y="2574"/>
                    <a:pt x="14673" y="2412"/>
                    <a:pt x="15326" y="2412"/>
                  </a:cubicBezTo>
                  <a:cubicBezTo>
                    <a:pt x="18689" y="2412"/>
                    <a:pt x="20722" y="6734"/>
                    <a:pt x="22632" y="9211"/>
                  </a:cubicBezTo>
                  <a:cubicBezTo>
                    <a:pt x="23835" y="10790"/>
                    <a:pt x="25414" y="12118"/>
                    <a:pt x="27469" y="12193"/>
                  </a:cubicBezTo>
                  <a:cubicBezTo>
                    <a:pt x="27535" y="12196"/>
                    <a:pt x="27601" y="12197"/>
                    <a:pt x="27666" y="12197"/>
                  </a:cubicBezTo>
                  <a:cubicBezTo>
                    <a:pt x="30339" y="12197"/>
                    <a:pt x="32647" y="10217"/>
                    <a:pt x="34287" y="8309"/>
                  </a:cubicBezTo>
                  <a:cubicBezTo>
                    <a:pt x="36141" y="6153"/>
                    <a:pt x="37520" y="3597"/>
                    <a:pt x="39825" y="1867"/>
                  </a:cubicBezTo>
                  <a:cubicBezTo>
                    <a:pt x="41060" y="953"/>
                    <a:pt x="42384" y="518"/>
                    <a:pt x="43697" y="518"/>
                  </a:cubicBezTo>
                  <a:cubicBezTo>
                    <a:pt x="45261" y="518"/>
                    <a:pt x="46809" y="1135"/>
                    <a:pt x="48171" y="2293"/>
                  </a:cubicBezTo>
                  <a:cubicBezTo>
                    <a:pt x="52106" y="5652"/>
                    <a:pt x="53785" y="12093"/>
                    <a:pt x="59174" y="13672"/>
                  </a:cubicBezTo>
                  <a:cubicBezTo>
                    <a:pt x="59752" y="13838"/>
                    <a:pt x="60301" y="13914"/>
                    <a:pt x="60824" y="13914"/>
                  </a:cubicBezTo>
                  <a:cubicBezTo>
                    <a:pt x="64247" y="13914"/>
                    <a:pt x="66536" y="10647"/>
                    <a:pt x="68297" y="7908"/>
                  </a:cubicBezTo>
                  <a:cubicBezTo>
                    <a:pt x="69400" y="6203"/>
                    <a:pt x="70527" y="4298"/>
                    <a:pt x="72207" y="3095"/>
                  </a:cubicBezTo>
                  <a:cubicBezTo>
                    <a:pt x="73148" y="2427"/>
                    <a:pt x="74231" y="2093"/>
                    <a:pt x="75321" y="2093"/>
                  </a:cubicBezTo>
                  <a:cubicBezTo>
                    <a:pt x="76233" y="2093"/>
                    <a:pt x="77151" y="2327"/>
                    <a:pt x="77996" y="2795"/>
                  </a:cubicBezTo>
                  <a:cubicBezTo>
                    <a:pt x="81530" y="4775"/>
                    <a:pt x="83284" y="8885"/>
                    <a:pt x="86467" y="11341"/>
                  </a:cubicBezTo>
                  <a:cubicBezTo>
                    <a:pt x="87779" y="12356"/>
                    <a:pt x="89322" y="13015"/>
                    <a:pt x="90962" y="13015"/>
                  </a:cubicBezTo>
                  <a:cubicBezTo>
                    <a:pt x="91265" y="13015"/>
                    <a:pt x="91572" y="12992"/>
                    <a:pt x="91881" y="12945"/>
                  </a:cubicBezTo>
                  <a:cubicBezTo>
                    <a:pt x="94437" y="12569"/>
                    <a:pt x="96517" y="10740"/>
                    <a:pt x="98222" y="8910"/>
                  </a:cubicBezTo>
                  <a:cubicBezTo>
                    <a:pt x="100277" y="6679"/>
                    <a:pt x="101956" y="4123"/>
                    <a:pt x="104512" y="2394"/>
                  </a:cubicBezTo>
                  <a:cubicBezTo>
                    <a:pt x="105897" y="1448"/>
                    <a:pt x="107522" y="794"/>
                    <a:pt x="109095" y="794"/>
                  </a:cubicBezTo>
                  <a:cubicBezTo>
                    <a:pt x="110398" y="794"/>
                    <a:pt x="111666" y="1242"/>
                    <a:pt x="112733" y="2344"/>
                  </a:cubicBezTo>
                  <a:cubicBezTo>
                    <a:pt x="115766" y="5451"/>
                    <a:pt x="115991" y="11867"/>
                    <a:pt x="121405" y="12043"/>
                  </a:cubicBezTo>
                  <a:cubicBezTo>
                    <a:pt x="121450" y="12044"/>
                    <a:pt x="121495" y="12044"/>
                    <a:pt x="121540" y="12044"/>
                  </a:cubicBezTo>
                  <a:cubicBezTo>
                    <a:pt x="122746" y="12044"/>
                    <a:pt x="123927" y="11722"/>
                    <a:pt x="125014" y="11191"/>
                  </a:cubicBezTo>
                  <a:cubicBezTo>
                    <a:pt x="124914" y="11091"/>
                    <a:pt x="124813" y="10990"/>
                    <a:pt x="124713" y="10890"/>
                  </a:cubicBezTo>
                  <a:cubicBezTo>
                    <a:pt x="123705" y="11346"/>
                    <a:pt x="122650" y="11618"/>
                    <a:pt x="121550" y="11618"/>
                  </a:cubicBezTo>
                  <a:cubicBezTo>
                    <a:pt x="121501" y="11618"/>
                    <a:pt x="121453" y="11618"/>
                    <a:pt x="121405" y="11617"/>
                  </a:cubicBezTo>
                  <a:cubicBezTo>
                    <a:pt x="118447" y="11517"/>
                    <a:pt x="116894" y="9035"/>
                    <a:pt x="115741" y="6629"/>
                  </a:cubicBezTo>
                  <a:cubicBezTo>
                    <a:pt x="114838" y="4750"/>
                    <a:pt x="114011" y="2619"/>
                    <a:pt x="112257" y="1341"/>
                  </a:cubicBezTo>
                  <a:cubicBezTo>
                    <a:pt x="111282" y="632"/>
                    <a:pt x="110185" y="326"/>
                    <a:pt x="109071" y="326"/>
                  </a:cubicBezTo>
                  <a:cubicBezTo>
                    <a:pt x="107979" y="326"/>
                    <a:pt x="106870" y="619"/>
                    <a:pt x="105841" y="1116"/>
                  </a:cubicBezTo>
                  <a:cubicBezTo>
                    <a:pt x="103259" y="2344"/>
                    <a:pt x="101380" y="4499"/>
                    <a:pt x="99575" y="6679"/>
                  </a:cubicBezTo>
                  <a:cubicBezTo>
                    <a:pt x="97796" y="8835"/>
                    <a:pt x="95741" y="11241"/>
                    <a:pt x="93009" y="12218"/>
                  </a:cubicBezTo>
                  <a:cubicBezTo>
                    <a:pt x="92285" y="12473"/>
                    <a:pt x="91597" y="12588"/>
                    <a:pt x="90940" y="12588"/>
                  </a:cubicBezTo>
                  <a:cubicBezTo>
                    <a:pt x="87210" y="12588"/>
                    <a:pt x="84512" y="8881"/>
                    <a:pt x="82232" y="6153"/>
                  </a:cubicBezTo>
                  <a:cubicBezTo>
                    <a:pt x="80436" y="4007"/>
                    <a:pt x="78131" y="1640"/>
                    <a:pt x="75303" y="1640"/>
                  </a:cubicBezTo>
                  <a:cubicBezTo>
                    <a:pt x="74696" y="1640"/>
                    <a:pt x="74065" y="1749"/>
                    <a:pt x="73410" y="1993"/>
                  </a:cubicBezTo>
                  <a:cubicBezTo>
                    <a:pt x="69775" y="3321"/>
                    <a:pt x="68247" y="7682"/>
                    <a:pt x="65991" y="10489"/>
                  </a:cubicBezTo>
                  <a:cubicBezTo>
                    <a:pt x="64694" y="12122"/>
                    <a:pt x="62960" y="13479"/>
                    <a:pt x="60788" y="13479"/>
                  </a:cubicBezTo>
                  <a:cubicBezTo>
                    <a:pt x="60694" y="13479"/>
                    <a:pt x="60598" y="13477"/>
                    <a:pt x="60502" y="13471"/>
                  </a:cubicBezTo>
                  <a:cubicBezTo>
                    <a:pt x="57470" y="13296"/>
                    <a:pt x="55139" y="10664"/>
                    <a:pt x="53485" y="8359"/>
                  </a:cubicBezTo>
                  <a:cubicBezTo>
                    <a:pt x="51117" y="5058"/>
                    <a:pt x="48337" y="1"/>
                    <a:pt x="438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4" name="Google Shape;2474;p29"/>
            <p:cNvSpPr/>
            <p:nvPr/>
          </p:nvSpPr>
          <p:spPr>
            <a:xfrm>
              <a:off x="5101711" y="2397329"/>
              <a:ext cx="2821143" cy="279454"/>
            </a:xfrm>
            <a:custGeom>
              <a:rect b="b" l="l" r="r" t="t"/>
              <a:pathLst>
                <a:path extrusionOk="0" h="13898" w="140303">
                  <a:moveTo>
                    <a:pt x="51279" y="1"/>
                  </a:moveTo>
                  <a:cubicBezTo>
                    <a:pt x="50821" y="1"/>
                    <a:pt x="50346" y="52"/>
                    <a:pt x="49851" y="163"/>
                  </a:cubicBezTo>
                  <a:cubicBezTo>
                    <a:pt x="44187" y="1416"/>
                    <a:pt x="42683" y="8659"/>
                    <a:pt x="37720" y="11090"/>
                  </a:cubicBezTo>
                  <a:cubicBezTo>
                    <a:pt x="36866" y="11506"/>
                    <a:pt x="36032" y="11698"/>
                    <a:pt x="35233" y="11698"/>
                  </a:cubicBezTo>
                  <a:cubicBezTo>
                    <a:pt x="33477" y="11698"/>
                    <a:pt x="31893" y="10769"/>
                    <a:pt x="30653" y="9236"/>
                  </a:cubicBezTo>
                  <a:cubicBezTo>
                    <a:pt x="29299" y="7556"/>
                    <a:pt x="28372" y="5602"/>
                    <a:pt x="26918" y="4023"/>
                  </a:cubicBezTo>
                  <a:cubicBezTo>
                    <a:pt x="25693" y="2699"/>
                    <a:pt x="24267" y="2089"/>
                    <a:pt x="22822" y="2089"/>
                  </a:cubicBezTo>
                  <a:cubicBezTo>
                    <a:pt x="21341" y="2089"/>
                    <a:pt x="19842" y="2730"/>
                    <a:pt x="18522" y="3897"/>
                  </a:cubicBezTo>
                  <a:cubicBezTo>
                    <a:pt x="15816" y="6328"/>
                    <a:pt x="14161" y="9812"/>
                    <a:pt x="11154" y="11917"/>
                  </a:cubicBezTo>
                  <a:cubicBezTo>
                    <a:pt x="10228" y="12560"/>
                    <a:pt x="9177" y="12926"/>
                    <a:pt x="8112" y="12926"/>
                  </a:cubicBezTo>
                  <a:cubicBezTo>
                    <a:pt x="7391" y="12926"/>
                    <a:pt x="6664" y="12758"/>
                    <a:pt x="5966" y="12394"/>
                  </a:cubicBezTo>
                  <a:cubicBezTo>
                    <a:pt x="4011" y="11366"/>
                    <a:pt x="2808" y="9311"/>
                    <a:pt x="1430" y="7682"/>
                  </a:cubicBezTo>
                  <a:cubicBezTo>
                    <a:pt x="1079" y="7281"/>
                    <a:pt x="703" y="6880"/>
                    <a:pt x="302" y="6504"/>
                  </a:cubicBezTo>
                  <a:cubicBezTo>
                    <a:pt x="201" y="6654"/>
                    <a:pt x="101" y="6780"/>
                    <a:pt x="1" y="6905"/>
                  </a:cubicBezTo>
                  <a:cubicBezTo>
                    <a:pt x="1655" y="8459"/>
                    <a:pt x="3084" y="10689"/>
                    <a:pt x="4562" y="11942"/>
                  </a:cubicBezTo>
                  <a:cubicBezTo>
                    <a:pt x="5613" y="12812"/>
                    <a:pt x="6876" y="13371"/>
                    <a:pt x="8206" y="13371"/>
                  </a:cubicBezTo>
                  <a:cubicBezTo>
                    <a:pt x="8526" y="13371"/>
                    <a:pt x="8849" y="13339"/>
                    <a:pt x="9174" y="13271"/>
                  </a:cubicBezTo>
                  <a:cubicBezTo>
                    <a:pt x="10728" y="12945"/>
                    <a:pt x="12006" y="11917"/>
                    <a:pt x="13084" y="10815"/>
                  </a:cubicBezTo>
                  <a:cubicBezTo>
                    <a:pt x="15540" y="8283"/>
                    <a:pt x="17395" y="4524"/>
                    <a:pt x="20678" y="2920"/>
                  </a:cubicBezTo>
                  <a:cubicBezTo>
                    <a:pt x="21437" y="2550"/>
                    <a:pt x="22138" y="2388"/>
                    <a:pt x="22788" y="2388"/>
                  </a:cubicBezTo>
                  <a:cubicBezTo>
                    <a:pt x="26156" y="2388"/>
                    <a:pt x="28190" y="6732"/>
                    <a:pt x="30101" y="9211"/>
                  </a:cubicBezTo>
                  <a:cubicBezTo>
                    <a:pt x="31304" y="10790"/>
                    <a:pt x="32883" y="12093"/>
                    <a:pt x="34938" y="12168"/>
                  </a:cubicBezTo>
                  <a:cubicBezTo>
                    <a:pt x="35004" y="12170"/>
                    <a:pt x="35070" y="12172"/>
                    <a:pt x="35135" y="12172"/>
                  </a:cubicBezTo>
                  <a:cubicBezTo>
                    <a:pt x="37808" y="12172"/>
                    <a:pt x="40116" y="10192"/>
                    <a:pt x="41756" y="8283"/>
                  </a:cubicBezTo>
                  <a:cubicBezTo>
                    <a:pt x="43610" y="6128"/>
                    <a:pt x="44989" y="3571"/>
                    <a:pt x="47294" y="1867"/>
                  </a:cubicBezTo>
                  <a:cubicBezTo>
                    <a:pt x="48534" y="949"/>
                    <a:pt x="49863" y="509"/>
                    <a:pt x="51181" y="509"/>
                  </a:cubicBezTo>
                  <a:cubicBezTo>
                    <a:pt x="52739" y="509"/>
                    <a:pt x="54282" y="1125"/>
                    <a:pt x="55640" y="2293"/>
                  </a:cubicBezTo>
                  <a:cubicBezTo>
                    <a:pt x="59575" y="5627"/>
                    <a:pt x="61254" y="12093"/>
                    <a:pt x="66643" y="13647"/>
                  </a:cubicBezTo>
                  <a:cubicBezTo>
                    <a:pt x="67230" y="13819"/>
                    <a:pt x="67788" y="13898"/>
                    <a:pt x="68319" y="13898"/>
                  </a:cubicBezTo>
                  <a:cubicBezTo>
                    <a:pt x="71727" y="13898"/>
                    <a:pt x="74009" y="10640"/>
                    <a:pt x="75766" y="7907"/>
                  </a:cubicBezTo>
                  <a:cubicBezTo>
                    <a:pt x="76869" y="6178"/>
                    <a:pt x="77996" y="4298"/>
                    <a:pt x="79676" y="3095"/>
                  </a:cubicBezTo>
                  <a:cubicBezTo>
                    <a:pt x="80627" y="2420"/>
                    <a:pt x="81722" y="2078"/>
                    <a:pt x="82823" y="2078"/>
                  </a:cubicBezTo>
                  <a:cubicBezTo>
                    <a:pt x="83725" y="2078"/>
                    <a:pt x="84630" y="2307"/>
                    <a:pt x="85465" y="2769"/>
                  </a:cubicBezTo>
                  <a:cubicBezTo>
                    <a:pt x="88999" y="4749"/>
                    <a:pt x="90753" y="8885"/>
                    <a:pt x="93936" y="11316"/>
                  </a:cubicBezTo>
                  <a:cubicBezTo>
                    <a:pt x="95248" y="12331"/>
                    <a:pt x="96791" y="12989"/>
                    <a:pt x="98431" y="12989"/>
                  </a:cubicBezTo>
                  <a:cubicBezTo>
                    <a:pt x="98734" y="12989"/>
                    <a:pt x="99041" y="12967"/>
                    <a:pt x="99350" y="12920"/>
                  </a:cubicBezTo>
                  <a:cubicBezTo>
                    <a:pt x="101906" y="12544"/>
                    <a:pt x="103986" y="10714"/>
                    <a:pt x="105691" y="8885"/>
                  </a:cubicBezTo>
                  <a:cubicBezTo>
                    <a:pt x="107746" y="6654"/>
                    <a:pt x="109425" y="4123"/>
                    <a:pt x="111981" y="2368"/>
                  </a:cubicBezTo>
                  <a:cubicBezTo>
                    <a:pt x="113362" y="1425"/>
                    <a:pt x="114981" y="773"/>
                    <a:pt x="116550" y="773"/>
                  </a:cubicBezTo>
                  <a:cubicBezTo>
                    <a:pt x="117858" y="773"/>
                    <a:pt x="119131" y="1227"/>
                    <a:pt x="120202" y="2343"/>
                  </a:cubicBezTo>
                  <a:cubicBezTo>
                    <a:pt x="123235" y="5426"/>
                    <a:pt x="123460" y="11867"/>
                    <a:pt x="128874" y="12018"/>
                  </a:cubicBezTo>
                  <a:cubicBezTo>
                    <a:pt x="128954" y="12021"/>
                    <a:pt x="129033" y="12022"/>
                    <a:pt x="129112" y="12022"/>
                  </a:cubicBezTo>
                  <a:cubicBezTo>
                    <a:pt x="131652" y="12022"/>
                    <a:pt x="133996" y="10490"/>
                    <a:pt x="135891" y="8935"/>
                  </a:cubicBezTo>
                  <a:cubicBezTo>
                    <a:pt x="137420" y="7682"/>
                    <a:pt x="138799" y="6203"/>
                    <a:pt x="140302" y="4925"/>
                  </a:cubicBezTo>
                  <a:cubicBezTo>
                    <a:pt x="140227" y="4825"/>
                    <a:pt x="140152" y="4724"/>
                    <a:pt x="140077" y="4599"/>
                  </a:cubicBezTo>
                  <a:cubicBezTo>
                    <a:pt x="138974" y="5501"/>
                    <a:pt x="137972" y="6454"/>
                    <a:pt x="137119" y="7281"/>
                  </a:cubicBezTo>
                  <a:cubicBezTo>
                    <a:pt x="135009" y="9293"/>
                    <a:pt x="132177" y="11595"/>
                    <a:pt x="129071" y="11595"/>
                  </a:cubicBezTo>
                  <a:cubicBezTo>
                    <a:pt x="129005" y="11595"/>
                    <a:pt x="128940" y="11594"/>
                    <a:pt x="128874" y="11592"/>
                  </a:cubicBezTo>
                  <a:cubicBezTo>
                    <a:pt x="125916" y="11491"/>
                    <a:pt x="124363" y="9035"/>
                    <a:pt x="123210" y="6629"/>
                  </a:cubicBezTo>
                  <a:cubicBezTo>
                    <a:pt x="122307" y="4724"/>
                    <a:pt x="121480" y="2619"/>
                    <a:pt x="119726" y="1341"/>
                  </a:cubicBezTo>
                  <a:cubicBezTo>
                    <a:pt x="118751" y="632"/>
                    <a:pt x="117654" y="326"/>
                    <a:pt x="116540" y="326"/>
                  </a:cubicBezTo>
                  <a:cubicBezTo>
                    <a:pt x="115448" y="326"/>
                    <a:pt x="114339" y="619"/>
                    <a:pt x="113310" y="1115"/>
                  </a:cubicBezTo>
                  <a:cubicBezTo>
                    <a:pt x="110728" y="2343"/>
                    <a:pt x="108849" y="4499"/>
                    <a:pt x="107044" y="6654"/>
                  </a:cubicBezTo>
                  <a:cubicBezTo>
                    <a:pt x="105265" y="8835"/>
                    <a:pt x="103210" y="11241"/>
                    <a:pt x="100478" y="12193"/>
                  </a:cubicBezTo>
                  <a:cubicBezTo>
                    <a:pt x="99751" y="12449"/>
                    <a:pt x="99060" y="12564"/>
                    <a:pt x="98401" y="12564"/>
                  </a:cubicBezTo>
                  <a:cubicBezTo>
                    <a:pt x="94675" y="12564"/>
                    <a:pt x="91980" y="8879"/>
                    <a:pt x="89701" y="6153"/>
                  </a:cubicBezTo>
                  <a:cubicBezTo>
                    <a:pt x="87900" y="4001"/>
                    <a:pt x="85587" y="1626"/>
                    <a:pt x="82747" y="1626"/>
                  </a:cubicBezTo>
                  <a:cubicBezTo>
                    <a:pt x="82147" y="1626"/>
                    <a:pt x="81525" y="1732"/>
                    <a:pt x="80879" y="1967"/>
                  </a:cubicBezTo>
                  <a:cubicBezTo>
                    <a:pt x="77244" y="3321"/>
                    <a:pt x="75716" y="7682"/>
                    <a:pt x="73460" y="10489"/>
                  </a:cubicBezTo>
                  <a:cubicBezTo>
                    <a:pt x="72173" y="12109"/>
                    <a:pt x="70456" y="13457"/>
                    <a:pt x="68309" y="13457"/>
                  </a:cubicBezTo>
                  <a:cubicBezTo>
                    <a:pt x="68198" y="13457"/>
                    <a:pt x="68085" y="13454"/>
                    <a:pt x="67971" y="13446"/>
                  </a:cubicBezTo>
                  <a:cubicBezTo>
                    <a:pt x="64939" y="13271"/>
                    <a:pt x="62608" y="10639"/>
                    <a:pt x="60954" y="8333"/>
                  </a:cubicBezTo>
                  <a:cubicBezTo>
                    <a:pt x="58587" y="5056"/>
                    <a:pt x="55806" y="1"/>
                    <a:pt x="51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29"/>
            <p:cNvSpPr/>
            <p:nvPr/>
          </p:nvSpPr>
          <p:spPr>
            <a:xfrm>
              <a:off x="4897620" y="2743037"/>
              <a:ext cx="3209680" cy="279454"/>
            </a:xfrm>
            <a:custGeom>
              <a:rect b="b" l="l" r="r" t="t"/>
              <a:pathLst>
                <a:path extrusionOk="0" h="13898" w="159626">
                  <a:moveTo>
                    <a:pt x="61429" y="1"/>
                  </a:moveTo>
                  <a:cubicBezTo>
                    <a:pt x="60971" y="1"/>
                    <a:pt x="60496" y="53"/>
                    <a:pt x="60001" y="163"/>
                  </a:cubicBezTo>
                  <a:cubicBezTo>
                    <a:pt x="54337" y="1416"/>
                    <a:pt x="52833" y="8659"/>
                    <a:pt x="47870" y="11090"/>
                  </a:cubicBezTo>
                  <a:cubicBezTo>
                    <a:pt x="47016" y="11506"/>
                    <a:pt x="46182" y="11698"/>
                    <a:pt x="45383" y="11698"/>
                  </a:cubicBezTo>
                  <a:cubicBezTo>
                    <a:pt x="43627" y="11698"/>
                    <a:pt x="42043" y="10769"/>
                    <a:pt x="40803" y="9236"/>
                  </a:cubicBezTo>
                  <a:cubicBezTo>
                    <a:pt x="39449" y="7557"/>
                    <a:pt x="38522" y="5602"/>
                    <a:pt x="37068" y="4023"/>
                  </a:cubicBezTo>
                  <a:cubicBezTo>
                    <a:pt x="35840" y="2695"/>
                    <a:pt x="34409" y="2080"/>
                    <a:pt x="32961" y="2080"/>
                  </a:cubicBezTo>
                  <a:cubicBezTo>
                    <a:pt x="31484" y="2080"/>
                    <a:pt x="29989" y="2720"/>
                    <a:pt x="28672" y="3897"/>
                  </a:cubicBezTo>
                  <a:cubicBezTo>
                    <a:pt x="25966" y="6328"/>
                    <a:pt x="24311" y="9812"/>
                    <a:pt x="21304" y="11917"/>
                  </a:cubicBezTo>
                  <a:cubicBezTo>
                    <a:pt x="20378" y="12560"/>
                    <a:pt x="19327" y="12926"/>
                    <a:pt x="18262" y="12926"/>
                  </a:cubicBezTo>
                  <a:cubicBezTo>
                    <a:pt x="17541" y="12926"/>
                    <a:pt x="16814" y="12758"/>
                    <a:pt x="16116" y="12394"/>
                  </a:cubicBezTo>
                  <a:cubicBezTo>
                    <a:pt x="14161" y="11366"/>
                    <a:pt x="12958" y="9311"/>
                    <a:pt x="11580" y="7682"/>
                  </a:cubicBezTo>
                  <a:cubicBezTo>
                    <a:pt x="10351" y="6253"/>
                    <a:pt x="8873" y="4950"/>
                    <a:pt x="6893" y="4875"/>
                  </a:cubicBezTo>
                  <a:cubicBezTo>
                    <a:pt x="6815" y="4871"/>
                    <a:pt x="6737" y="4869"/>
                    <a:pt x="6660" y="4869"/>
                  </a:cubicBezTo>
                  <a:cubicBezTo>
                    <a:pt x="4882" y="4869"/>
                    <a:pt x="3382" y="5957"/>
                    <a:pt x="2181" y="7206"/>
                  </a:cubicBezTo>
                  <a:cubicBezTo>
                    <a:pt x="1504" y="7857"/>
                    <a:pt x="903" y="8584"/>
                    <a:pt x="301" y="9311"/>
                  </a:cubicBezTo>
                  <a:cubicBezTo>
                    <a:pt x="201" y="9612"/>
                    <a:pt x="101" y="9938"/>
                    <a:pt x="0" y="10238"/>
                  </a:cubicBezTo>
                  <a:cubicBezTo>
                    <a:pt x="1304" y="8709"/>
                    <a:pt x="2557" y="7080"/>
                    <a:pt x="4211" y="6053"/>
                  </a:cubicBezTo>
                  <a:cubicBezTo>
                    <a:pt x="5111" y="5492"/>
                    <a:pt x="5935" y="5253"/>
                    <a:pt x="6700" y="5253"/>
                  </a:cubicBezTo>
                  <a:cubicBezTo>
                    <a:pt x="10068" y="5253"/>
                    <a:pt x="12282" y="9880"/>
                    <a:pt x="14712" y="11943"/>
                  </a:cubicBezTo>
                  <a:cubicBezTo>
                    <a:pt x="15763" y="12812"/>
                    <a:pt x="17026" y="13371"/>
                    <a:pt x="18356" y="13371"/>
                  </a:cubicBezTo>
                  <a:cubicBezTo>
                    <a:pt x="18676" y="13371"/>
                    <a:pt x="18999" y="13339"/>
                    <a:pt x="19324" y="13271"/>
                  </a:cubicBezTo>
                  <a:cubicBezTo>
                    <a:pt x="20878" y="12945"/>
                    <a:pt x="22156" y="11917"/>
                    <a:pt x="23234" y="10815"/>
                  </a:cubicBezTo>
                  <a:cubicBezTo>
                    <a:pt x="25690" y="8283"/>
                    <a:pt x="27545" y="4524"/>
                    <a:pt x="30828" y="2920"/>
                  </a:cubicBezTo>
                  <a:cubicBezTo>
                    <a:pt x="31587" y="2550"/>
                    <a:pt x="32288" y="2388"/>
                    <a:pt x="32938" y="2388"/>
                  </a:cubicBezTo>
                  <a:cubicBezTo>
                    <a:pt x="36306" y="2388"/>
                    <a:pt x="38340" y="6732"/>
                    <a:pt x="40251" y="9211"/>
                  </a:cubicBezTo>
                  <a:cubicBezTo>
                    <a:pt x="41454" y="10765"/>
                    <a:pt x="43033" y="12093"/>
                    <a:pt x="45088" y="12168"/>
                  </a:cubicBezTo>
                  <a:cubicBezTo>
                    <a:pt x="45154" y="12170"/>
                    <a:pt x="45220" y="12172"/>
                    <a:pt x="45285" y="12172"/>
                  </a:cubicBezTo>
                  <a:cubicBezTo>
                    <a:pt x="47958" y="12172"/>
                    <a:pt x="50266" y="10192"/>
                    <a:pt x="51906" y="8283"/>
                  </a:cubicBezTo>
                  <a:cubicBezTo>
                    <a:pt x="53760" y="6128"/>
                    <a:pt x="55139" y="3572"/>
                    <a:pt x="57444" y="1867"/>
                  </a:cubicBezTo>
                  <a:cubicBezTo>
                    <a:pt x="58684" y="949"/>
                    <a:pt x="60013" y="509"/>
                    <a:pt x="61331" y="509"/>
                  </a:cubicBezTo>
                  <a:cubicBezTo>
                    <a:pt x="62889" y="509"/>
                    <a:pt x="64432" y="1125"/>
                    <a:pt x="65790" y="2293"/>
                  </a:cubicBezTo>
                  <a:cubicBezTo>
                    <a:pt x="69725" y="5627"/>
                    <a:pt x="71404" y="12093"/>
                    <a:pt x="76793" y="13647"/>
                  </a:cubicBezTo>
                  <a:cubicBezTo>
                    <a:pt x="77380" y="13819"/>
                    <a:pt x="77938" y="13898"/>
                    <a:pt x="78469" y="13898"/>
                  </a:cubicBezTo>
                  <a:cubicBezTo>
                    <a:pt x="81877" y="13898"/>
                    <a:pt x="84159" y="10640"/>
                    <a:pt x="85916" y="7907"/>
                  </a:cubicBezTo>
                  <a:cubicBezTo>
                    <a:pt x="87019" y="6178"/>
                    <a:pt x="88146" y="4298"/>
                    <a:pt x="89826" y="3095"/>
                  </a:cubicBezTo>
                  <a:cubicBezTo>
                    <a:pt x="90777" y="2420"/>
                    <a:pt x="91872" y="2078"/>
                    <a:pt x="92973" y="2078"/>
                  </a:cubicBezTo>
                  <a:cubicBezTo>
                    <a:pt x="93875" y="2078"/>
                    <a:pt x="94780" y="2307"/>
                    <a:pt x="95615" y="2770"/>
                  </a:cubicBezTo>
                  <a:cubicBezTo>
                    <a:pt x="99149" y="4750"/>
                    <a:pt x="100903" y="8885"/>
                    <a:pt x="104086" y="11316"/>
                  </a:cubicBezTo>
                  <a:cubicBezTo>
                    <a:pt x="105398" y="12331"/>
                    <a:pt x="106941" y="12989"/>
                    <a:pt x="108581" y="12989"/>
                  </a:cubicBezTo>
                  <a:cubicBezTo>
                    <a:pt x="108884" y="12989"/>
                    <a:pt x="109191" y="12967"/>
                    <a:pt x="109500" y="12920"/>
                  </a:cubicBezTo>
                  <a:cubicBezTo>
                    <a:pt x="112056" y="12544"/>
                    <a:pt x="114136" y="10714"/>
                    <a:pt x="115841" y="8885"/>
                  </a:cubicBezTo>
                  <a:cubicBezTo>
                    <a:pt x="117896" y="6654"/>
                    <a:pt x="119575" y="4123"/>
                    <a:pt x="122131" y="2369"/>
                  </a:cubicBezTo>
                  <a:cubicBezTo>
                    <a:pt x="123512" y="1426"/>
                    <a:pt x="125131" y="773"/>
                    <a:pt x="126700" y="773"/>
                  </a:cubicBezTo>
                  <a:cubicBezTo>
                    <a:pt x="128008" y="773"/>
                    <a:pt x="129281" y="1227"/>
                    <a:pt x="130352" y="2343"/>
                  </a:cubicBezTo>
                  <a:cubicBezTo>
                    <a:pt x="133385" y="5426"/>
                    <a:pt x="133610" y="11867"/>
                    <a:pt x="139024" y="12018"/>
                  </a:cubicBezTo>
                  <a:cubicBezTo>
                    <a:pt x="139085" y="12019"/>
                    <a:pt x="139147" y="12020"/>
                    <a:pt x="139208" y="12020"/>
                  </a:cubicBezTo>
                  <a:cubicBezTo>
                    <a:pt x="141769" y="12020"/>
                    <a:pt x="144132" y="10502"/>
                    <a:pt x="146041" y="8935"/>
                  </a:cubicBezTo>
                  <a:cubicBezTo>
                    <a:pt x="148523" y="6905"/>
                    <a:pt x="150503" y="4374"/>
                    <a:pt x="153435" y="2920"/>
                  </a:cubicBezTo>
                  <a:cubicBezTo>
                    <a:pt x="154506" y="2397"/>
                    <a:pt x="155590" y="2127"/>
                    <a:pt x="156634" y="2127"/>
                  </a:cubicBezTo>
                  <a:cubicBezTo>
                    <a:pt x="157690" y="2127"/>
                    <a:pt x="158705" y="2403"/>
                    <a:pt x="159625" y="2970"/>
                  </a:cubicBezTo>
                  <a:cubicBezTo>
                    <a:pt x="159500" y="2694"/>
                    <a:pt x="159375" y="2444"/>
                    <a:pt x="159249" y="2193"/>
                  </a:cubicBezTo>
                  <a:cubicBezTo>
                    <a:pt x="158440" y="1784"/>
                    <a:pt x="157618" y="1606"/>
                    <a:pt x="156796" y="1606"/>
                  </a:cubicBezTo>
                  <a:cubicBezTo>
                    <a:pt x="153240" y="1606"/>
                    <a:pt x="149692" y="4940"/>
                    <a:pt x="147269" y="7281"/>
                  </a:cubicBezTo>
                  <a:cubicBezTo>
                    <a:pt x="145159" y="9294"/>
                    <a:pt x="142327" y="11595"/>
                    <a:pt x="139221" y="11595"/>
                  </a:cubicBezTo>
                  <a:cubicBezTo>
                    <a:pt x="139155" y="11595"/>
                    <a:pt x="139090" y="11594"/>
                    <a:pt x="139024" y="11592"/>
                  </a:cubicBezTo>
                  <a:cubicBezTo>
                    <a:pt x="136066" y="11491"/>
                    <a:pt x="134513" y="9035"/>
                    <a:pt x="133360" y="6629"/>
                  </a:cubicBezTo>
                  <a:cubicBezTo>
                    <a:pt x="132457" y="4724"/>
                    <a:pt x="131630" y="2619"/>
                    <a:pt x="129876" y="1341"/>
                  </a:cubicBezTo>
                  <a:cubicBezTo>
                    <a:pt x="128901" y="632"/>
                    <a:pt x="127804" y="326"/>
                    <a:pt x="126690" y="326"/>
                  </a:cubicBezTo>
                  <a:cubicBezTo>
                    <a:pt x="125598" y="326"/>
                    <a:pt x="124489" y="619"/>
                    <a:pt x="123460" y="1115"/>
                  </a:cubicBezTo>
                  <a:cubicBezTo>
                    <a:pt x="120878" y="2343"/>
                    <a:pt x="118999" y="4499"/>
                    <a:pt x="117194" y="6654"/>
                  </a:cubicBezTo>
                  <a:cubicBezTo>
                    <a:pt x="115415" y="8835"/>
                    <a:pt x="113360" y="11241"/>
                    <a:pt x="110628" y="12193"/>
                  </a:cubicBezTo>
                  <a:cubicBezTo>
                    <a:pt x="109901" y="12449"/>
                    <a:pt x="109210" y="12564"/>
                    <a:pt x="108551" y="12564"/>
                  </a:cubicBezTo>
                  <a:cubicBezTo>
                    <a:pt x="104825" y="12564"/>
                    <a:pt x="102130" y="8879"/>
                    <a:pt x="99851" y="6153"/>
                  </a:cubicBezTo>
                  <a:cubicBezTo>
                    <a:pt x="98050" y="4001"/>
                    <a:pt x="95737" y="1626"/>
                    <a:pt x="92897" y="1626"/>
                  </a:cubicBezTo>
                  <a:cubicBezTo>
                    <a:pt x="92297" y="1626"/>
                    <a:pt x="91675" y="1732"/>
                    <a:pt x="91029" y="1968"/>
                  </a:cubicBezTo>
                  <a:cubicBezTo>
                    <a:pt x="87394" y="3321"/>
                    <a:pt x="85866" y="7682"/>
                    <a:pt x="83610" y="10489"/>
                  </a:cubicBezTo>
                  <a:cubicBezTo>
                    <a:pt x="82323" y="12109"/>
                    <a:pt x="80606" y="13457"/>
                    <a:pt x="78459" y="13457"/>
                  </a:cubicBezTo>
                  <a:cubicBezTo>
                    <a:pt x="78348" y="13457"/>
                    <a:pt x="78235" y="13454"/>
                    <a:pt x="78121" y="13446"/>
                  </a:cubicBezTo>
                  <a:cubicBezTo>
                    <a:pt x="75089" y="13271"/>
                    <a:pt x="72758" y="10639"/>
                    <a:pt x="71104" y="8333"/>
                  </a:cubicBezTo>
                  <a:cubicBezTo>
                    <a:pt x="68737" y="5056"/>
                    <a:pt x="65956" y="1"/>
                    <a:pt x="614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29"/>
            <p:cNvSpPr/>
            <p:nvPr/>
          </p:nvSpPr>
          <p:spPr>
            <a:xfrm>
              <a:off x="4828571" y="3045414"/>
              <a:ext cx="3438986" cy="279776"/>
            </a:xfrm>
            <a:custGeom>
              <a:rect b="b" l="l" r="r" t="t"/>
              <a:pathLst>
                <a:path extrusionOk="0" h="13914" w="171030">
                  <a:moveTo>
                    <a:pt x="64863" y="0"/>
                  </a:moveTo>
                  <a:cubicBezTo>
                    <a:pt x="64405" y="0"/>
                    <a:pt x="63930" y="52"/>
                    <a:pt x="63435" y="163"/>
                  </a:cubicBezTo>
                  <a:cubicBezTo>
                    <a:pt x="57771" y="1441"/>
                    <a:pt x="56267" y="8659"/>
                    <a:pt x="51304" y="11090"/>
                  </a:cubicBezTo>
                  <a:cubicBezTo>
                    <a:pt x="50449" y="11514"/>
                    <a:pt x="49614" y="11709"/>
                    <a:pt x="48815" y="11709"/>
                  </a:cubicBezTo>
                  <a:cubicBezTo>
                    <a:pt x="47059" y="11709"/>
                    <a:pt x="45476" y="10768"/>
                    <a:pt x="44237" y="9235"/>
                  </a:cubicBezTo>
                  <a:cubicBezTo>
                    <a:pt x="42883" y="7581"/>
                    <a:pt x="41956" y="5601"/>
                    <a:pt x="40502" y="4022"/>
                  </a:cubicBezTo>
                  <a:cubicBezTo>
                    <a:pt x="39280" y="2702"/>
                    <a:pt x="37858" y="2092"/>
                    <a:pt x="36417" y="2092"/>
                  </a:cubicBezTo>
                  <a:cubicBezTo>
                    <a:pt x="34933" y="2092"/>
                    <a:pt x="33429" y="2739"/>
                    <a:pt x="32106" y="3922"/>
                  </a:cubicBezTo>
                  <a:cubicBezTo>
                    <a:pt x="29400" y="6328"/>
                    <a:pt x="27745" y="9837"/>
                    <a:pt x="24738" y="11917"/>
                  </a:cubicBezTo>
                  <a:cubicBezTo>
                    <a:pt x="23815" y="12572"/>
                    <a:pt x="22769" y="12944"/>
                    <a:pt x="21709" y="12944"/>
                  </a:cubicBezTo>
                  <a:cubicBezTo>
                    <a:pt x="20984" y="12944"/>
                    <a:pt x="20252" y="12770"/>
                    <a:pt x="19550" y="12393"/>
                  </a:cubicBezTo>
                  <a:cubicBezTo>
                    <a:pt x="17595" y="11391"/>
                    <a:pt x="16392" y="9311"/>
                    <a:pt x="15014" y="7682"/>
                  </a:cubicBezTo>
                  <a:cubicBezTo>
                    <a:pt x="13785" y="6253"/>
                    <a:pt x="12307" y="4975"/>
                    <a:pt x="10327" y="4874"/>
                  </a:cubicBezTo>
                  <a:cubicBezTo>
                    <a:pt x="10267" y="4872"/>
                    <a:pt x="10208" y="4871"/>
                    <a:pt x="10149" y="4871"/>
                  </a:cubicBezTo>
                  <a:cubicBezTo>
                    <a:pt x="8347" y="4871"/>
                    <a:pt x="6828" y="5968"/>
                    <a:pt x="5615" y="7205"/>
                  </a:cubicBezTo>
                  <a:cubicBezTo>
                    <a:pt x="4036" y="8809"/>
                    <a:pt x="2758" y="10714"/>
                    <a:pt x="1054" y="12168"/>
                  </a:cubicBezTo>
                  <a:cubicBezTo>
                    <a:pt x="728" y="12443"/>
                    <a:pt x="402" y="12694"/>
                    <a:pt x="51" y="12895"/>
                  </a:cubicBezTo>
                  <a:cubicBezTo>
                    <a:pt x="51" y="13095"/>
                    <a:pt x="26" y="13296"/>
                    <a:pt x="1" y="13471"/>
                  </a:cubicBezTo>
                  <a:cubicBezTo>
                    <a:pt x="2983" y="11692"/>
                    <a:pt x="4638" y="7932"/>
                    <a:pt x="7645" y="6078"/>
                  </a:cubicBezTo>
                  <a:cubicBezTo>
                    <a:pt x="8545" y="5516"/>
                    <a:pt x="9369" y="5278"/>
                    <a:pt x="10134" y="5278"/>
                  </a:cubicBezTo>
                  <a:cubicBezTo>
                    <a:pt x="13502" y="5278"/>
                    <a:pt x="15716" y="9904"/>
                    <a:pt x="18146" y="11967"/>
                  </a:cubicBezTo>
                  <a:cubicBezTo>
                    <a:pt x="19197" y="12836"/>
                    <a:pt x="20460" y="13396"/>
                    <a:pt x="21790" y="13396"/>
                  </a:cubicBezTo>
                  <a:cubicBezTo>
                    <a:pt x="22110" y="13396"/>
                    <a:pt x="22433" y="13364"/>
                    <a:pt x="22758" y="13296"/>
                  </a:cubicBezTo>
                  <a:cubicBezTo>
                    <a:pt x="24312" y="12970"/>
                    <a:pt x="25590" y="11917"/>
                    <a:pt x="26668" y="10814"/>
                  </a:cubicBezTo>
                  <a:cubicBezTo>
                    <a:pt x="29124" y="8283"/>
                    <a:pt x="30979" y="4524"/>
                    <a:pt x="34262" y="2945"/>
                  </a:cubicBezTo>
                  <a:cubicBezTo>
                    <a:pt x="35023" y="2574"/>
                    <a:pt x="35726" y="2411"/>
                    <a:pt x="36379" y="2411"/>
                  </a:cubicBezTo>
                  <a:cubicBezTo>
                    <a:pt x="39742" y="2411"/>
                    <a:pt x="41775" y="6734"/>
                    <a:pt x="43685" y="9210"/>
                  </a:cubicBezTo>
                  <a:cubicBezTo>
                    <a:pt x="44888" y="10789"/>
                    <a:pt x="46467" y="12118"/>
                    <a:pt x="48522" y="12193"/>
                  </a:cubicBezTo>
                  <a:cubicBezTo>
                    <a:pt x="48588" y="12195"/>
                    <a:pt x="48654" y="12196"/>
                    <a:pt x="48719" y="12196"/>
                  </a:cubicBezTo>
                  <a:cubicBezTo>
                    <a:pt x="51392" y="12196"/>
                    <a:pt x="53700" y="10216"/>
                    <a:pt x="55340" y="8308"/>
                  </a:cubicBezTo>
                  <a:cubicBezTo>
                    <a:pt x="57194" y="6153"/>
                    <a:pt x="58573" y="3596"/>
                    <a:pt x="60878" y="1867"/>
                  </a:cubicBezTo>
                  <a:cubicBezTo>
                    <a:pt x="62113" y="952"/>
                    <a:pt x="63437" y="517"/>
                    <a:pt x="64750" y="517"/>
                  </a:cubicBezTo>
                  <a:cubicBezTo>
                    <a:pt x="66314" y="517"/>
                    <a:pt x="67862" y="1135"/>
                    <a:pt x="69224" y="2293"/>
                  </a:cubicBezTo>
                  <a:cubicBezTo>
                    <a:pt x="73159" y="5651"/>
                    <a:pt x="74838" y="12093"/>
                    <a:pt x="80227" y="13672"/>
                  </a:cubicBezTo>
                  <a:cubicBezTo>
                    <a:pt x="80805" y="13838"/>
                    <a:pt x="81354" y="13914"/>
                    <a:pt x="81877" y="13914"/>
                  </a:cubicBezTo>
                  <a:cubicBezTo>
                    <a:pt x="85300" y="13914"/>
                    <a:pt x="87589" y="10646"/>
                    <a:pt x="89350" y="7907"/>
                  </a:cubicBezTo>
                  <a:cubicBezTo>
                    <a:pt x="90453" y="6203"/>
                    <a:pt x="91580" y="4298"/>
                    <a:pt x="93260" y="3095"/>
                  </a:cubicBezTo>
                  <a:cubicBezTo>
                    <a:pt x="94201" y="2426"/>
                    <a:pt x="95284" y="2092"/>
                    <a:pt x="96374" y="2092"/>
                  </a:cubicBezTo>
                  <a:cubicBezTo>
                    <a:pt x="97286" y="2092"/>
                    <a:pt x="98204" y="2326"/>
                    <a:pt x="99049" y="2794"/>
                  </a:cubicBezTo>
                  <a:cubicBezTo>
                    <a:pt x="102583" y="4749"/>
                    <a:pt x="104337" y="8885"/>
                    <a:pt x="107520" y="11341"/>
                  </a:cubicBezTo>
                  <a:cubicBezTo>
                    <a:pt x="108832" y="12356"/>
                    <a:pt x="110375" y="13014"/>
                    <a:pt x="112015" y="13014"/>
                  </a:cubicBezTo>
                  <a:cubicBezTo>
                    <a:pt x="112318" y="13014"/>
                    <a:pt x="112625" y="12992"/>
                    <a:pt x="112934" y="12945"/>
                  </a:cubicBezTo>
                  <a:cubicBezTo>
                    <a:pt x="115490" y="12569"/>
                    <a:pt x="117570" y="10739"/>
                    <a:pt x="119275" y="8910"/>
                  </a:cubicBezTo>
                  <a:cubicBezTo>
                    <a:pt x="121330" y="6679"/>
                    <a:pt x="123009" y="4123"/>
                    <a:pt x="125565" y="2393"/>
                  </a:cubicBezTo>
                  <a:cubicBezTo>
                    <a:pt x="126950" y="1447"/>
                    <a:pt x="128575" y="794"/>
                    <a:pt x="130148" y="794"/>
                  </a:cubicBezTo>
                  <a:cubicBezTo>
                    <a:pt x="131451" y="794"/>
                    <a:pt x="132719" y="1242"/>
                    <a:pt x="133786" y="2343"/>
                  </a:cubicBezTo>
                  <a:cubicBezTo>
                    <a:pt x="136819" y="5451"/>
                    <a:pt x="137044" y="11867"/>
                    <a:pt x="142458" y="12042"/>
                  </a:cubicBezTo>
                  <a:cubicBezTo>
                    <a:pt x="142518" y="12044"/>
                    <a:pt x="142579" y="12045"/>
                    <a:pt x="142639" y="12045"/>
                  </a:cubicBezTo>
                  <a:cubicBezTo>
                    <a:pt x="145201" y="12045"/>
                    <a:pt x="147565" y="10502"/>
                    <a:pt x="149475" y="8935"/>
                  </a:cubicBezTo>
                  <a:cubicBezTo>
                    <a:pt x="151957" y="6930"/>
                    <a:pt x="153937" y="4373"/>
                    <a:pt x="156869" y="2945"/>
                  </a:cubicBezTo>
                  <a:cubicBezTo>
                    <a:pt x="157942" y="2413"/>
                    <a:pt x="159033" y="2140"/>
                    <a:pt x="160085" y="2140"/>
                  </a:cubicBezTo>
                  <a:cubicBezTo>
                    <a:pt x="161809" y="2140"/>
                    <a:pt x="163428" y="2873"/>
                    <a:pt x="164689" y="4398"/>
                  </a:cubicBezTo>
                  <a:cubicBezTo>
                    <a:pt x="166092" y="6103"/>
                    <a:pt x="166919" y="8158"/>
                    <a:pt x="168172" y="9937"/>
                  </a:cubicBezTo>
                  <a:cubicBezTo>
                    <a:pt x="168924" y="11015"/>
                    <a:pt x="169851" y="11967"/>
                    <a:pt x="171029" y="12494"/>
                  </a:cubicBezTo>
                  <a:cubicBezTo>
                    <a:pt x="171004" y="12318"/>
                    <a:pt x="170979" y="12143"/>
                    <a:pt x="170954" y="11992"/>
                  </a:cubicBezTo>
                  <a:cubicBezTo>
                    <a:pt x="169275" y="11165"/>
                    <a:pt x="168247" y="9361"/>
                    <a:pt x="167345" y="7807"/>
                  </a:cubicBezTo>
                  <a:cubicBezTo>
                    <a:pt x="166368" y="6103"/>
                    <a:pt x="165415" y="4223"/>
                    <a:pt x="163861" y="2970"/>
                  </a:cubicBezTo>
                  <a:cubicBezTo>
                    <a:pt x="162683" y="2009"/>
                    <a:pt x="161460" y="1616"/>
                    <a:pt x="160238" y="1616"/>
                  </a:cubicBezTo>
                  <a:cubicBezTo>
                    <a:pt x="156679" y="1616"/>
                    <a:pt x="153129" y="4948"/>
                    <a:pt x="150703" y="7281"/>
                  </a:cubicBezTo>
                  <a:cubicBezTo>
                    <a:pt x="148593" y="9318"/>
                    <a:pt x="145761" y="11619"/>
                    <a:pt x="142655" y="11619"/>
                  </a:cubicBezTo>
                  <a:cubicBezTo>
                    <a:pt x="142589" y="11619"/>
                    <a:pt x="142524" y="11618"/>
                    <a:pt x="142458" y="11616"/>
                  </a:cubicBezTo>
                  <a:cubicBezTo>
                    <a:pt x="139500" y="11516"/>
                    <a:pt x="137947" y="9035"/>
                    <a:pt x="136794" y="6629"/>
                  </a:cubicBezTo>
                  <a:cubicBezTo>
                    <a:pt x="135891" y="4749"/>
                    <a:pt x="135064" y="2619"/>
                    <a:pt x="133310" y="1341"/>
                  </a:cubicBezTo>
                  <a:cubicBezTo>
                    <a:pt x="132335" y="632"/>
                    <a:pt x="131238" y="325"/>
                    <a:pt x="130124" y="325"/>
                  </a:cubicBezTo>
                  <a:cubicBezTo>
                    <a:pt x="129032" y="325"/>
                    <a:pt x="127923" y="619"/>
                    <a:pt x="126894" y="1115"/>
                  </a:cubicBezTo>
                  <a:cubicBezTo>
                    <a:pt x="124312" y="2343"/>
                    <a:pt x="122433" y="4499"/>
                    <a:pt x="120628" y="6679"/>
                  </a:cubicBezTo>
                  <a:cubicBezTo>
                    <a:pt x="118849" y="8834"/>
                    <a:pt x="116794" y="11240"/>
                    <a:pt x="114062" y="12218"/>
                  </a:cubicBezTo>
                  <a:cubicBezTo>
                    <a:pt x="113338" y="12473"/>
                    <a:pt x="112650" y="12588"/>
                    <a:pt x="111993" y="12588"/>
                  </a:cubicBezTo>
                  <a:cubicBezTo>
                    <a:pt x="108263" y="12588"/>
                    <a:pt x="105565" y="8881"/>
                    <a:pt x="103285" y="6153"/>
                  </a:cubicBezTo>
                  <a:cubicBezTo>
                    <a:pt x="101489" y="4007"/>
                    <a:pt x="99184" y="1640"/>
                    <a:pt x="96356" y="1640"/>
                  </a:cubicBezTo>
                  <a:cubicBezTo>
                    <a:pt x="95749" y="1640"/>
                    <a:pt x="95118" y="1749"/>
                    <a:pt x="94463" y="1992"/>
                  </a:cubicBezTo>
                  <a:cubicBezTo>
                    <a:pt x="90828" y="3321"/>
                    <a:pt x="89300" y="7682"/>
                    <a:pt x="87044" y="10489"/>
                  </a:cubicBezTo>
                  <a:cubicBezTo>
                    <a:pt x="85747" y="12122"/>
                    <a:pt x="84013" y="13479"/>
                    <a:pt x="81841" y="13479"/>
                  </a:cubicBezTo>
                  <a:cubicBezTo>
                    <a:pt x="81747" y="13479"/>
                    <a:pt x="81651" y="13476"/>
                    <a:pt x="81555" y="13471"/>
                  </a:cubicBezTo>
                  <a:cubicBezTo>
                    <a:pt x="78523" y="13296"/>
                    <a:pt x="76192" y="10664"/>
                    <a:pt x="74538" y="8358"/>
                  </a:cubicBezTo>
                  <a:cubicBezTo>
                    <a:pt x="72170" y="5058"/>
                    <a:pt x="69390" y="0"/>
                    <a:pt x="648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p29"/>
            <p:cNvSpPr/>
            <p:nvPr/>
          </p:nvSpPr>
          <p:spPr>
            <a:xfrm>
              <a:off x="4819000" y="3348293"/>
              <a:ext cx="3478799" cy="279454"/>
            </a:xfrm>
            <a:custGeom>
              <a:rect b="b" l="l" r="r" t="t"/>
              <a:pathLst>
                <a:path extrusionOk="0" h="13898" w="173010">
                  <a:moveTo>
                    <a:pt x="65339" y="0"/>
                  </a:moveTo>
                  <a:cubicBezTo>
                    <a:pt x="64881" y="0"/>
                    <a:pt x="64406" y="52"/>
                    <a:pt x="63911" y="162"/>
                  </a:cubicBezTo>
                  <a:cubicBezTo>
                    <a:pt x="58247" y="1416"/>
                    <a:pt x="56743" y="8634"/>
                    <a:pt x="51780" y="11090"/>
                  </a:cubicBezTo>
                  <a:cubicBezTo>
                    <a:pt x="50932" y="11502"/>
                    <a:pt x="50103" y="11693"/>
                    <a:pt x="49309" y="11693"/>
                  </a:cubicBezTo>
                  <a:cubicBezTo>
                    <a:pt x="47546" y="11693"/>
                    <a:pt x="45957" y="10756"/>
                    <a:pt x="44713" y="9235"/>
                  </a:cubicBezTo>
                  <a:cubicBezTo>
                    <a:pt x="43359" y="7556"/>
                    <a:pt x="42432" y="5601"/>
                    <a:pt x="40978" y="4022"/>
                  </a:cubicBezTo>
                  <a:cubicBezTo>
                    <a:pt x="39750" y="2695"/>
                    <a:pt x="38319" y="2080"/>
                    <a:pt x="36871" y="2080"/>
                  </a:cubicBezTo>
                  <a:cubicBezTo>
                    <a:pt x="35394" y="2080"/>
                    <a:pt x="33899" y="2720"/>
                    <a:pt x="32582" y="3897"/>
                  </a:cubicBezTo>
                  <a:cubicBezTo>
                    <a:pt x="29876" y="6303"/>
                    <a:pt x="28221" y="9812"/>
                    <a:pt x="25214" y="11917"/>
                  </a:cubicBezTo>
                  <a:cubicBezTo>
                    <a:pt x="24288" y="12559"/>
                    <a:pt x="23237" y="12926"/>
                    <a:pt x="22172" y="12926"/>
                  </a:cubicBezTo>
                  <a:cubicBezTo>
                    <a:pt x="21451" y="12926"/>
                    <a:pt x="20724" y="12757"/>
                    <a:pt x="20026" y="12393"/>
                  </a:cubicBezTo>
                  <a:cubicBezTo>
                    <a:pt x="18071" y="11365"/>
                    <a:pt x="16868" y="9310"/>
                    <a:pt x="15490" y="7681"/>
                  </a:cubicBezTo>
                  <a:cubicBezTo>
                    <a:pt x="14261" y="6253"/>
                    <a:pt x="12783" y="4949"/>
                    <a:pt x="10803" y="4874"/>
                  </a:cubicBezTo>
                  <a:cubicBezTo>
                    <a:pt x="10725" y="4870"/>
                    <a:pt x="10647" y="4868"/>
                    <a:pt x="10570" y="4868"/>
                  </a:cubicBezTo>
                  <a:cubicBezTo>
                    <a:pt x="8792" y="4868"/>
                    <a:pt x="7292" y="5956"/>
                    <a:pt x="6091" y="7205"/>
                  </a:cubicBezTo>
                  <a:cubicBezTo>
                    <a:pt x="4512" y="8784"/>
                    <a:pt x="3234" y="10689"/>
                    <a:pt x="1530" y="12168"/>
                  </a:cubicBezTo>
                  <a:cubicBezTo>
                    <a:pt x="1053" y="12569"/>
                    <a:pt x="527" y="12919"/>
                    <a:pt x="1" y="13195"/>
                  </a:cubicBezTo>
                  <a:cubicBezTo>
                    <a:pt x="1" y="13371"/>
                    <a:pt x="1" y="13546"/>
                    <a:pt x="1" y="13721"/>
                  </a:cubicBezTo>
                  <a:cubicBezTo>
                    <a:pt x="3309" y="12092"/>
                    <a:pt x="4963" y="8007"/>
                    <a:pt x="8121" y="6052"/>
                  </a:cubicBezTo>
                  <a:cubicBezTo>
                    <a:pt x="9021" y="5491"/>
                    <a:pt x="9845" y="5253"/>
                    <a:pt x="10610" y="5253"/>
                  </a:cubicBezTo>
                  <a:cubicBezTo>
                    <a:pt x="13978" y="5253"/>
                    <a:pt x="16192" y="9879"/>
                    <a:pt x="18622" y="11942"/>
                  </a:cubicBezTo>
                  <a:cubicBezTo>
                    <a:pt x="19673" y="12811"/>
                    <a:pt x="20936" y="13370"/>
                    <a:pt x="22266" y="13370"/>
                  </a:cubicBezTo>
                  <a:cubicBezTo>
                    <a:pt x="22586" y="13370"/>
                    <a:pt x="22909" y="13338"/>
                    <a:pt x="23234" y="13270"/>
                  </a:cubicBezTo>
                  <a:cubicBezTo>
                    <a:pt x="24788" y="12944"/>
                    <a:pt x="26066" y="11917"/>
                    <a:pt x="27144" y="10814"/>
                  </a:cubicBezTo>
                  <a:cubicBezTo>
                    <a:pt x="29600" y="8283"/>
                    <a:pt x="31455" y="4498"/>
                    <a:pt x="34738" y="2919"/>
                  </a:cubicBezTo>
                  <a:cubicBezTo>
                    <a:pt x="35497" y="2550"/>
                    <a:pt x="36198" y="2388"/>
                    <a:pt x="36848" y="2388"/>
                  </a:cubicBezTo>
                  <a:cubicBezTo>
                    <a:pt x="40216" y="2388"/>
                    <a:pt x="42250" y="6732"/>
                    <a:pt x="44161" y="9210"/>
                  </a:cubicBezTo>
                  <a:cubicBezTo>
                    <a:pt x="45364" y="10764"/>
                    <a:pt x="46943" y="12092"/>
                    <a:pt x="48998" y="12168"/>
                  </a:cubicBezTo>
                  <a:cubicBezTo>
                    <a:pt x="49064" y="12170"/>
                    <a:pt x="49130" y="12171"/>
                    <a:pt x="49195" y="12171"/>
                  </a:cubicBezTo>
                  <a:cubicBezTo>
                    <a:pt x="51868" y="12171"/>
                    <a:pt x="54176" y="10191"/>
                    <a:pt x="55816" y="8283"/>
                  </a:cubicBezTo>
                  <a:cubicBezTo>
                    <a:pt x="57670" y="6127"/>
                    <a:pt x="59049" y="3571"/>
                    <a:pt x="61354" y="1842"/>
                  </a:cubicBezTo>
                  <a:cubicBezTo>
                    <a:pt x="62589" y="927"/>
                    <a:pt x="63913" y="492"/>
                    <a:pt x="65226" y="492"/>
                  </a:cubicBezTo>
                  <a:cubicBezTo>
                    <a:pt x="66790" y="492"/>
                    <a:pt x="68338" y="1109"/>
                    <a:pt x="69700" y="2268"/>
                  </a:cubicBezTo>
                  <a:cubicBezTo>
                    <a:pt x="73635" y="5626"/>
                    <a:pt x="75314" y="12092"/>
                    <a:pt x="80703" y="13646"/>
                  </a:cubicBezTo>
                  <a:cubicBezTo>
                    <a:pt x="81290" y="13818"/>
                    <a:pt x="81848" y="13897"/>
                    <a:pt x="82378" y="13897"/>
                  </a:cubicBezTo>
                  <a:cubicBezTo>
                    <a:pt x="85787" y="13897"/>
                    <a:pt x="88069" y="10636"/>
                    <a:pt x="89826" y="7882"/>
                  </a:cubicBezTo>
                  <a:cubicBezTo>
                    <a:pt x="90929" y="6178"/>
                    <a:pt x="92056" y="4298"/>
                    <a:pt x="93736" y="3095"/>
                  </a:cubicBezTo>
                  <a:cubicBezTo>
                    <a:pt x="94687" y="2419"/>
                    <a:pt x="95782" y="2078"/>
                    <a:pt x="96883" y="2078"/>
                  </a:cubicBezTo>
                  <a:cubicBezTo>
                    <a:pt x="97785" y="2078"/>
                    <a:pt x="98690" y="2306"/>
                    <a:pt x="99525" y="2769"/>
                  </a:cubicBezTo>
                  <a:cubicBezTo>
                    <a:pt x="103059" y="4749"/>
                    <a:pt x="104813" y="8884"/>
                    <a:pt x="107996" y="11315"/>
                  </a:cubicBezTo>
                  <a:cubicBezTo>
                    <a:pt x="109308" y="12331"/>
                    <a:pt x="110851" y="12989"/>
                    <a:pt x="112491" y="12989"/>
                  </a:cubicBezTo>
                  <a:cubicBezTo>
                    <a:pt x="112794" y="12989"/>
                    <a:pt x="113101" y="12966"/>
                    <a:pt x="113410" y="12919"/>
                  </a:cubicBezTo>
                  <a:cubicBezTo>
                    <a:pt x="115966" y="12543"/>
                    <a:pt x="118046" y="10714"/>
                    <a:pt x="119751" y="8884"/>
                  </a:cubicBezTo>
                  <a:cubicBezTo>
                    <a:pt x="121806" y="6654"/>
                    <a:pt x="123485" y="4122"/>
                    <a:pt x="126041" y="2368"/>
                  </a:cubicBezTo>
                  <a:cubicBezTo>
                    <a:pt x="127426" y="1422"/>
                    <a:pt x="129051" y="768"/>
                    <a:pt x="130624" y="768"/>
                  </a:cubicBezTo>
                  <a:cubicBezTo>
                    <a:pt x="131927" y="768"/>
                    <a:pt x="133195" y="1217"/>
                    <a:pt x="134262" y="2318"/>
                  </a:cubicBezTo>
                  <a:cubicBezTo>
                    <a:pt x="137295" y="5426"/>
                    <a:pt x="137520" y="11842"/>
                    <a:pt x="142934" y="12017"/>
                  </a:cubicBezTo>
                  <a:cubicBezTo>
                    <a:pt x="142995" y="12019"/>
                    <a:pt x="143057" y="12020"/>
                    <a:pt x="143118" y="12020"/>
                  </a:cubicBezTo>
                  <a:cubicBezTo>
                    <a:pt x="145679" y="12020"/>
                    <a:pt x="148042" y="10501"/>
                    <a:pt x="149951" y="8934"/>
                  </a:cubicBezTo>
                  <a:cubicBezTo>
                    <a:pt x="152433" y="6904"/>
                    <a:pt x="154413" y="4348"/>
                    <a:pt x="157345" y="2919"/>
                  </a:cubicBezTo>
                  <a:cubicBezTo>
                    <a:pt x="158415" y="2389"/>
                    <a:pt x="159504" y="2116"/>
                    <a:pt x="160553" y="2116"/>
                  </a:cubicBezTo>
                  <a:cubicBezTo>
                    <a:pt x="162280" y="2116"/>
                    <a:pt x="163902" y="2855"/>
                    <a:pt x="165165" y="4398"/>
                  </a:cubicBezTo>
                  <a:cubicBezTo>
                    <a:pt x="166568" y="6077"/>
                    <a:pt x="167395" y="8132"/>
                    <a:pt x="168648" y="9912"/>
                  </a:cubicBezTo>
                  <a:cubicBezTo>
                    <a:pt x="169651" y="11365"/>
                    <a:pt x="170979" y="12594"/>
                    <a:pt x="172809" y="12819"/>
                  </a:cubicBezTo>
                  <a:lnTo>
                    <a:pt x="173009" y="12819"/>
                  </a:lnTo>
                  <a:cubicBezTo>
                    <a:pt x="173009" y="12694"/>
                    <a:pt x="173009" y="12543"/>
                    <a:pt x="173009" y="12418"/>
                  </a:cubicBezTo>
                  <a:cubicBezTo>
                    <a:pt x="172733" y="12393"/>
                    <a:pt x="172483" y="12343"/>
                    <a:pt x="172207" y="12268"/>
                  </a:cubicBezTo>
                  <a:cubicBezTo>
                    <a:pt x="170077" y="11691"/>
                    <a:pt x="168874" y="9586"/>
                    <a:pt x="167821" y="7782"/>
                  </a:cubicBezTo>
                  <a:cubicBezTo>
                    <a:pt x="166844" y="6077"/>
                    <a:pt x="165891" y="4223"/>
                    <a:pt x="164337" y="2944"/>
                  </a:cubicBezTo>
                  <a:cubicBezTo>
                    <a:pt x="163159" y="1984"/>
                    <a:pt x="161937" y="1591"/>
                    <a:pt x="160716" y="1591"/>
                  </a:cubicBezTo>
                  <a:cubicBezTo>
                    <a:pt x="157157" y="1591"/>
                    <a:pt x="153605" y="4929"/>
                    <a:pt x="151179" y="7280"/>
                  </a:cubicBezTo>
                  <a:cubicBezTo>
                    <a:pt x="149069" y="9293"/>
                    <a:pt x="146237" y="11594"/>
                    <a:pt x="143131" y="11594"/>
                  </a:cubicBezTo>
                  <a:cubicBezTo>
                    <a:pt x="143065" y="11594"/>
                    <a:pt x="143000" y="11593"/>
                    <a:pt x="142934" y="11591"/>
                  </a:cubicBezTo>
                  <a:cubicBezTo>
                    <a:pt x="139976" y="11491"/>
                    <a:pt x="138423" y="9035"/>
                    <a:pt x="137270" y="6629"/>
                  </a:cubicBezTo>
                  <a:cubicBezTo>
                    <a:pt x="136367" y="4724"/>
                    <a:pt x="135540" y="2619"/>
                    <a:pt x="133786" y="1340"/>
                  </a:cubicBezTo>
                  <a:cubicBezTo>
                    <a:pt x="132806" y="628"/>
                    <a:pt x="131703" y="322"/>
                    <a:pt x="130582" y="322"/>
                  </a:cubicBezTo>
                  <a:cubicBezTo>
                    <a:pt x="129496" y="322"/>
                    <a:pt x="128393" y="609"/>
                    <a:pt x="127370" y="1090"/>
                  </a:cubicBezTo>
                  <a:cubicBezTo>
                    <a:pt x="124788" y="2343"/>
                    <a:pt x="122909" y="4473"/>
                    <a:pt x="121104" y="6654"/>
                  </a:cubicBezTo>
                  <a:cubicBezTo>
                    <a:pt x="119325" y="8834"/>
                    <a:pt x="117270" y="11240"/>
                    <a:pt x="114538" y="12193"/>
                  </a:cubicBezTo>
                  <a:cubicBezTo>
                    <a:pt x="113811" y="12449"/>
                    <a:pt x="113120" y="12564"/>
                    <a:pt x="112461" y="12564"/>
                  </a:cubicBezTo>
                  <a:cubicBezTo>
                    <a:pt x="108735" y="12564"/>
                    <a:pt x="106040" y="8879"/>
                    <a:pt x="103761" y="6152"/>
                  </a:cubicBezTo>
                  <a:cubicBezTo>
                    <a:pt x="101962" y="3982"/>
                    <a:pt x="99652" y="1624"/>
                    <a:pt x="96816" y="1624"/>
                  </a:cubicBezTo>
                  <a:cubicBezTo>
                    <a:pt x="96214" y="1624"/>
                    <a:pt x="95588" y="1730"/>
                    <a:pt x="94939" y="1967"/>
                  </a:cubicBezTo>
                  <a:cubicBezTo>
                    <a:pt x="91304" y="3320"/>
                    <a:pt x="89776" y="7681"/>
                    <a:pt x="87520" y="10488"/>
                  </a:cubicBezTo>
                  <a:cubicBezTo>
                    <a:pt x="86233" y="12108"/>
                    <a:pt x="84516" y="13457"/>
                    <a:pt x="82369" y="13457"/>
                  </a:cubicBezTo>
                  <a:cubicBezTo>
                    <a:pt x="82258" y="13457"/>
                    <a:pt x="82145" y="13453"/>
                    <a:pt x="82031" y="13446"/>
                  </a:cubicBezTo>
                  <a:cubicBezTo>
                    <a:pt x="78999" y="13270"/>
                    <a:pt x="76668" y="10639"/>
                    <a:pt x="75014" y="8333"/>
                  </a:cubicBezTo>
                  <a:cubicBezTo>
                    <a:pt x="72647" y="5055"/>
                    <a:pt x="69866" y="0"/>
                    <a:pt x="6533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p29"/>
            <p:cNvSpPr/>
            <p:nvPr/>
          </p:nvSpPr>
          <p:spPr>
            <a:xfrm>
              <a:off x="4813973" y="3642084"/>
              <a:ext cx="3492894" cy="279796"/>
            </a:xfrm>
            <a:custGeom>
              <a:rect b="b" l="l" r="r" t="t"/>
              <a:pathLst>
                <a:path extrusionOk="0" h="13915" w="173711">
                  <a:moveTo>
                    <a:pt x="65589" y="1"/>
                  </a:moveTo>
                  <a:cubicBezTo>
                    <a:pt x="65131" y="1"/>
                    <a:pt x="64656" y="53"/>
                    <a:pt x="64161" y="163"/>
                  </a:cubicBezTo>
                  <a:cubicBezTo>
                    <a:pt x="58497" y="1416"/>
                    <a:pt x="56993" y="8659"/>
                    <a:pt x="52030" y="11090"/>
                  </a:cubicBezTo>
                  <a:cubicBezTo>
                    <a:pt x="51176" y="11506"/>
                    <a:pt x="50342" y="11698"/>
                    <a:pt x="49543" y="11698"/>
                  </a:cubicBezTo>
                  <a:cubicBezTo>
                    <a:pt x="47787" y="11698"/>
                    <a:pt x="46203" y="10769"/>
                    <a:pt x="44963" y="9236"/>
                  </a:cubicBezTo>
                  <a:cubicBezTo>
                    <a:pt x="43609" y="7582"/>
                    <a:pt x="42682" y="5602"/>
                    <a:pt x="41228" y="4023"/>
                  </a:cubicBezTo>
                  <a:cubicBezTo>
                    <a:pt x="40003" y="2699"/>
                    <a:pt x="38577" y="2089"/>
                    <a:pt x="37132" y="2089"/>
                  </a:cubicBezTo>
                  <a:cubicBezTo>
                    <a:pt x="35651" y="2089"/>
                    <a:pt x="34152" y="2730"/>
                    <a:pt x="32832" y="3897"/>
                  </a:cubicBezTo>
                  <a:cubicBezTo>
                    <a:pt x="30126" y="6328"/>
                    <a:pt x="28471" y="9837"/>
                    <a:pt x="25464" y="11917"/>
                  </a:cubicBezTo>
                  <a:cubicBezTo>
                    <a:pt x="24541" y="12572"/>
                    <a:pt x="23495" y="12944"/>
                    <a:pt x="22435" y="12944"/>
                  </a:cubicBezTo>
                  <a:cubicBezTo>
                    <a:pt x="21710" y="12944"/>
                    <a:pt x="20978" y="12770"/>
                    <a:pt x="20276" y="12394"/>
                  </a:cubicBezTo>
                  <a:cubicBezTo>
                    <a:pt x="18321" y="11366"/>
                    <a:pt x="17118" y="9311"/>
                    <a:pt x="15740" y="7682"/>
                  </a:cubicBezTo>
                  <a:cubicBezTo>
                    <a:pt x="14511" y="6253"/>
                    <a:pt x="13033" y="4950"/>
                    <a:pt x="11053" y="4875"/>
                  </a:cubicBezTo>
                  <a:cubicBezTo>
                    <a:pt x="10993" y="4872"/>
                    <a:pt x="10934" y="4871"/>
                    <a:pt x="10875" y="4871"/>
                  </a:cubicBezTo>
                  <a:cubicBezTo>
                    <a:pt x="9073" y="4871"/>
                    <a:pt x="7554" y="5968"/>
                    <a:pt x="6341" y="7206"/>
                  </a:cubicBezTo>
                  <a:cubicBezTo>
                    <a:pt x="4762" y="8810"/>
                    <a:pt x="3484" y="10714"/>
                    <a:pt x="1780" y="12168"/>
                  </a:cubicBezTo>
                  <a:cubicBezTo>
                    <a:pt x="1228" y="12644"/>
                    <a:pt x="627" y="13020"/>
                    <a:pt x="0" y="13321"/>
                  </a:cubicBezTo>
                  <a:cubicBezTo>
                    <a:pt x="0" y="13496"/>
                    <a:pt x="0" y="13672"/>
                    <a:pt x="0" y="13847"/>
                  </a:cubicBezTo>
                  <a:cubicBezTo>
                    <a:pt x="3459" y="12293"/>
                    <a:pt x="5138" y="8058"/>
                    <a:pt x="8371" y="6053"/>
                  </a:cubicBezTo>
                  <a:cubicBezTo>
                    <a:pt x="9265" y="5500"/>
                    <a:pt x="10085" y="5264"/>
                    <a:pt x="10845" y="5264"/>
                  </a:cubicBezTo>
                  <a:cubicBezTo>
                    <a:pt x="14221" y="5264"/>
                    <a:pt x="16438" y="9897"/>
                    <a:pt x="18872" y="11943"/>
                  </a:cubicBezTo>
                  <a:cubicBezTo>
                    <a:pt x="19924" y="12832"/>
                    <a:pt x="21188" y="13396"/>
                    <a:pt x="22519" y="13396"/>
                  </a:cubicBezTo>
                  <a:cubicBezTo>
                    <a:pt x="22837" y="13396"/>
                    <a:pt x="23160" y="13364"/>
                    <a:pt x="23484" y="13296"/>
                  </a:cubicBezTo>
                  <a:cubicBezTo>
                    <a:pt x="25038" y="12970"/>
                    <a:pt x="26316" y="11917"/>
                    <a:pt x="27394" y="10815"/>
                  </a:cubicBezTo>
                  <a:cubicBezTo>
                    <a:pt x="29850" y="8283"/>
                    <a:pt x="31705" y="4524"/>
                    <a:pt x="34988" y="2920"/>
                  </a:cubicBezTo>
                  <a:cubicBezTo>
                    <a:pt x="35743" y="2557"/>
                    <a:pt x="36440" y="2397"/>
                    <a:pt x="37088" y="2397"/>
                  </a:cubicBezTo>
                  <a:cubicBezTo>
                    <a:pt x="40461" y="2397"/>
                    <a:pt x="42498" y="6730"/>
                    <a:pt x="44411" y="9211"/>
                  </a:cubicBezTo>
                  <a:cubicBezTo>
                    <a:pt x="45614" y="10790"/>
                    <a:pt x="47193" y="12093"/>
                    <a:pt x="49248" y="12168"/>
                  </a:cubicBezTo>
                  <a:cubicBezTo>
                    <a:pt x="49329" y="12172"/>
                    <a:pt x="49409" y="12174"/>
                    <a:pt x="49489" y="12174"/>
                  </a:cubicBezTo>
                  <a:cubicBezTo>
                    <a:pt x="52144" y="12174"/>
                    <a:pt x="54435" y="10181"/>
                    <a:pt x="56066" y="8283"/>
                  </a:cubicBezTo>
                  <a:cubicBezTo>
                    <a:pt x="57920" y="6153"/>
                    <a:pt x="59299" y="3597"/>
                    <a:pt x="61604" y="1867"/>
                  </a:cubicBezTo>
                  <a:cubicBezTo>
                    <a:pt x="62839" y="952"/>
                    <a:pt x="64163" y="518"/>
                    <a:pt x="65476" y="518"/>
                  </a:cubicBezTo>
                  <a:cubicBezTo>
                    <a:pt x="67040" y="518"/>
                    <a:pt x="68588" y="1135"/>
                    <a:pt x="69950" y="2293"/>
                  </a:cubicBezTo>
                  <a:cubicBezTo>
                    <a:pt x="73885" y="5652"/>
                    <a:pt x="75564" y="12093"/>
                    <a:pt x="80953" y="13672"/>
                  </a:cubicBezTo>
                  <a:cubicBezTo>
                    <a:pt x="81531" y="13838"/>
                    <a:pt x="82080" y="13914"/>
                    <a:pt x="82603" y="13914"/>
                  </a:cubicBezTo>
                  <a:cubicBezTo>
                    <a:pt x="86026" y="13914"/>
                    <a:pt x="88315" y="10647"/>
                    <a:pt x="90076" y="7907"/>
                  </a:cubicBezTo>
                  <a:cubicBezTo>
                    <a:pt x="91179" y="6178"/>
                    <a:pt x="92306" y="4298"/>
                    <a:pt x="93986" y="3095"/>
                  </a:cubicBezTo>
                  <a:cubicBezTo>
                    <a:pt x="94937" y="2420"/>
                    <a:pt x="96032" y="2078"/>
                    <a:pt x="97133" y="2078"/>
                  </a:cubicBezTo>
                  <a:cubicBezTo>
                    <a:pt x="98035" y="2078"/>
                    <a:pt x="98940" y="2307"/>
                    <a:pt x="99775" y="2770"/>
                  </a:cubicBezTo>
                  <a:cubicBezTo>
                    <a:pt x="103309" y="4750"/>
                    <a:pt x="105063" y="8885"/>
                    <a:pt x="108246" y="11341"/>
                  </a:cubicBezTo>
                  <a:cubicBezTo>
                    <a:pt x="109567" y="12364"/>
                    <a:pt x="111124" y="13006"/>
                    <a:pt x="112778" y="13006"/>
                  </a:cubicBezTo>
                  <a:cubicBezTo>
                    <a:pt x="113069" y="13006"/>
                    <a:pt x="113363" y="12986"/>
                    <a:pt x="113660" y="12945"/>
                  </a:cubicBezTo>
                  <a:cubicBezTo>
                    <a:pt x="116216" y="12544"/>
                    <a:pt x="118296" y="10714"/>
                    <a:pt x="120001" y="8910"/>
                  </a:cubicBezTo>
                  <a:cubicBezTo>
                    <a:pt x="122056" y="6679"/>
                    <a:pt x="123735" y="4123"/>
                    <a:pt x="126291" y="2369"/>
                  </a:cubicBezTo>
                  <a:cubicBezTo>
                    <a:pt x="127673" y="1438"/>
                    <a:pt x="129294" y="792"/>
                    <a:pt x="130864" y="792"/>
                  </a:cubicBezTo>
                  <a:cubicBezTo>
                    <a:pt x="132171" y="792"/>
                    <a:pt x="133442" y="1239"/>
                    <a:pt x="134512" y="2344"/>
                  </a:cubicBezTo>
                  <a:cubicBezTo>
                    <a:pt x="137545" y="5451"/>
                    <a:pt x="137770" y="11867"/>
                    <a:pt x="143184" y="12018"/>
                  </a:cubicBezTo>
                  <a:cubicBezTo>
                    <a:pt x="143264" y="12021"/>
                    <a:pt x="143343" y="12022"/>
                    <a:pt x="143422" y="12022"/>
                  </a:cubicBezTo>
                  <a:cubicBezTo>
                    <a:pt x="145962" y="12022"/>
                    <a:pt x="148306" y="10490"/>
                    <a:pt x="150201" y="8935"/>
                  </a:cubicBezTo>
                  <a:cubicBezTo>
                    <a:pt x="152683" y="6905"/>
                    <a:pt x="154663" y="4374"/>
                    <a:pt x="157595" y="2920"/>
                  </a:cubicBezTo>
                  <a:cubicBezTo>
                    <a:pt x="158661" y="2401"/>
                    <a:pt x="159744" y="2134"/>
                    <a:pt x="160790" y="2134"/>
                  </a:cubicBezTo>
                  <a:cubicBezTo>
                    <a:pt x="162522" y="2134"/>
                    <a:pt x="164148" y="2867"/>
                    <a:pt x="165415" y="4399"/>
                  </a:cubicBezTo>
                  <a:cubicBezTo>
                    <a:pt x="166818" y="6103"/>
                    <a:pt x="167645" y="8158"/>
                    <a:pt x="168898" y="9938"/>
                  </a:cubicBezTo>
                  <a:cubicBezTo>
                    <a:pt x="169901" y="11366"/>
                    <a:pt x="171229" y="12594"/>
                    <a:pt x="173059" y="12820"/>
                  </a:cubicBezTo>
                  <a:cubicBezTo>
                    <a:pt x="173284" y="12845"/>
                    <a:pt x="173485" y="12845"/>
                    <a:pt x="173710" y="12845"/>
                  </a:cubicBezTo>
                  <a:cubicBezTo>
                    <a:pt x="173710" y="12719"/>
                    <a:pt x="173710" y="12569"/>
                    <a:pt x="173685" y="12419"/>
                  </a:cubicBezTo>
                  <a:cubicBezTo>
                    <a:pt x="173623" y="12423"/>
                    <a:pt x="173559" y="12425"/>
                    <a:pt x="173493" y="12425"/>
                  </a:cubicBezTo>
                  <a:cubicBezTo>
                    <a:pt x="173167" y="12425"/>
                    <a:pt x="172812" y="12373"/>
                    <a:pt x="172457" y="12268"/>
                  </a:cubicBezTo>
                  <a:cubicBezTo>
                    <a:pt x="170327" y="11692"/>
                    <a:pt x="169124" y="9587"/>
                    <a:pt x="168071" y="7807"/>
                  </a:cubicBezTo>
                  <a:cubicBezTo>
                    <a:pt x="167094" y="6078"/>
                    <a:pt x="166141" y="4223"/>
                    <a:pt x="164587" y="2970"/>
                  </a:cubicBezTo>
                  <a:cubicBezTo>
                    <a:pt x="163409" y="2009"/>
                    <a:pt x="162186" y="1617"/>
                    <a:pt x="160964" y="1617"/>
                  </a:cubicBezTo>
                  <a:cubicBezTo>
                    <a:pt x="157405" y="1617"/>
                    <a:pt x="153855" y="4949"/>
                    <a:pt x="151429" y="7281"/>
                  </a:cubicBezTo>
                  <a:cubicBezTo>
                    <a:pt x="149329" y="9284"/>
                    <a:pt x="146514" y="11596"/>
                    <a:pt x="143425" y="11596"/>
                  </a:cubicBezTo>
                  <a:cubicBezTo>
                    <a:pt x="143345" y="11596"/>
                    <a:pt x="143265" y="11595"/>
                    <a:pt x="143184" y="11592"/>
                  </a:cubicBezTo>
                  <a:cubicBezTo>
                    <a:pt x="140226" y="11491"/>
                    <a:pt x="138673" y="9035"/>
                    <a:pt x="137520" y="6629"/>
                  </a:cubicBezTo>
                  <a:cubicBezTo>
                    <a:pt x="136617" y="4750"/>
                    <a:pt x="135790" y="2619"/>
                    <a:pt x="134036" y="1341"/>
                  </a:cubicBezTo>
                  <a:cubicBezTo>
                    <a:pt x="133061" y="632"/>
                    <a:pt x="131964" y="326"/>
                    <a:pt x="130850" y="326"/>
                  </a:cubicBezTo>
                  <a:cubicBezTo>
                    <a:pt x="129758" y="326"/>
                    <a:pt x="128649" y="619"/>
                    <a:pt x="127620" y="1115"/>
                  </a:cubicBezTo>
                  <a:cubicBezTo>
                    <a:pt x="125038" y="2344"/>
                    <a:pt x="123159" y="4499"/>
                    <a:pt x="121354" y="6654"/>
                  </a:cubicBezTo>
                  <a:cubicBezTo>
                    <a:pt x="119575" y="8835"/>
                    <a:pt x="117520" y="11241"/>
                    <a:pt x="114788" y="12218"/>
                  </a:cubicBezTo>
                  <a:cubicBezTo>
                    <a:pt x="114070" y="12468"/>
                    <a:pt x="113386" y="12580"/>
                    <a:pt x="112734" y="12580"/>
                  </a:cubicBezTo>
                  <a:cubicBezTo>
                    <a:pt x="108996" y="12580"/>
                    <a:pt x="106294" y="8885"/>
                    <a:pt x="104011" y="6153"/>
                  </a:cubicBezTo>
                  <a:cubicBezTo>
                    <a:pt x="102215" y="4007"/>
                    <a:pt x="99910" y="1640"/>
                    <a:pt x="97082" y="1640"/>
                  </a:cubicBezTo>
                  <a:cubicBezTo>
                    <a:pt x="96475" y="1640"/>
                    <a:pt x="95844" y="1749"/>
                    <a:pt x="95189" y="1993"/>
                  </a:cubicBezTo>
                  <a:cubicBezTo>
                    <a:pt x="91554" y="3321"/>
                    <a:pt x="90026" y="7682"/>
                    <a:pt x="87770" y="10489"/>
                  </a:cubicBezTo>
                  <a:cubicBezTo>
                    <a:pt x="86473" y="12122"/>
                    <a:pt x="84739" y="13479"/>
                    <a:pt x="82567" y="13479"/>
                  </a:cubicBezTo>
                  <a:cubicBezTo>
                    <a:pt x="82473" y="13479"/>
                    <a:pt x="82377" y="13477"/>
                    <a:pt x="82281" y="13471"/>
                  </a:cubicBezTo>
                  <a:cubicBezTo>
                    <a:pt x="79249" y="13271"/>
                    <a:pt x="76918" y="10639"/>
                    <a:pt x="75264" y="8334"/>
                  </a:cubicBezTo>
                  <a:cubicBezTo>
                    <a:pt x="72897" y="5056"/>
                    <a:pt x="70116" y="1"/>
                    <a:pt x="655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29"/>
            <p:cNvSpPr/>
            <p:nvPr/>
          </p:nvSpPr>
          <p:spPr>
            <a:xfrm>
              <a:off x="4808926" y="3936015"/>
              <a:ext cx="3507009" cy="280841"/>
            </a:xfrm>
            <a:custGeom>
              <a:rect b="b" l="l" r="r" t="t"/>
              <a:pathLst>
                <a:path extrusionOk="0" h="13967" w="174413">
                  <a:moveTo>
                    <a:pt x="65815" y="1"/>
                  </a:moveTo>
                  <a:cubicBezTo>
                    <a:pt x="65365" y="1"/>
                    <a:pt x="64898" y="50"/>
                    <a:pt x="64412" y="157"/>
                  </a:cubicBezTo>
                  <a:cubicBezTo>
                    <a:pt x="58748" y="1435"/>
                    <a:pt x="57244" y="8653"/>
                    <a:pt x="52281" y="11084"/>
                  </a:cubicBezTo>
                  <a:cubicBezTo>
                    <a:pt x="51426" y="11508"/>
                    <a:pt x="50591" y="11703"/>
                    <a:pt x="49792" y="11703"/>
                  </a:cubicBezTo>
                  <a:cubicBezTo>
                    <a:pt x="48036" y="11703"/>
                    <a:pt x="46453" y="10762"/>
                    <a:pt x="45214" y="9229"/>
                  </a:cubicBezTo>
                  <a:cubicBezTo>
                    <a:pt x="43860" y="7575"/>
                    <a:pt x="42933" y="5595"/>
                    <a:pt x="41479" y="4016"/>
                  </a:cubicBezTo>
                  <a:cubicBezTo>
                    <a:pt x="40257" y="2696"/>
                    <a:pt x="38835" y="2086"/>
                    <a:pt x="37394" y="2086"/>
                  </a:cubicBezTo>
                  <a:cubicBezTo>
                    <a:pt x="35910" y="2086"/>
                    <a:pt x="34406" y="2733"/>
                    <a:pt x="33083" y="3916"/>
                  </a:cubicBezTo>
                  <a:cubicBezTo>
                    <a:pt x="30377" y="6322"/>
                    <a:pt x="28722" y="9831"/>
                    <a:pt x="25715" y="11911"/>
                  </a:cubicBezTo>
                  <a:cubicBezTo>
                    <a:pt x="24786" y="12571"/>
                    <a:pt x="23731" y="12943"/>
                    <a:pt x="22663" y="12943"/>
                  </a:cubicBezTo>
                  <a:cubicBezTo>
                    <a:pt x="21945" y="12943"/>
                    <a:pt x="21222" y="12775"/>
                    <a:pt x="20527" y="12412"/>
                  </a:cubicBezTo>
                  <a:cubicBezTo>
                    <a:pt x="18572" y="11385"/>
                    <a:pt x="17369" y="9305"/>
                    <a:pt x="15991" y="7675"/>
                  </a:cubicBezTo>
                  <a:cubicBezTo>
                    <a:pt x="14762" y="6247"/>
                    <a:pt x="13284" y="4969"/>
                    <a:pt x="11304" y="4868"/>
                  </a:cubicBezTo>
                  <a:cubicBezTo>
                    <a:pt x="11244" y="4866"/>
                    <a:pt x="11185" y="4865"/>
                    <a:pt x="11126" y="4865"/>
                  </a:cubicBezTo>
                  <a:cubicBezTo>
                    <a:pt x="9324" y="4865"/>
                    <a:pt x="7805" y="5962"/>
                    <a:pt x="6592" y="7199"/>
                  </a:cubicBezTo>
                  <a:cubicBezTo>
                    <a:pt x="5013" y="8803"/>
                    <a:pt x="3735" y="10708"/>
                    <a:pt x="2031" y="12187"/>
                  </a:cubicBezTo>
                  <a:cubicBezTo>
                    <a:pt x="1404" y="12713"/>
                    <a:pt x="727" y="13114"/>
                    <a:pt x="26" y="13415"/>
                  </a:cubicBezTo>
                  <a:cubicBezTo>
                    <a:pt x="26" y="13615"/>
                    <a:pt x="26" y="13791"/>
                    <a:pt x="0" y="13966"/>
                  </a:cubicBezTo>
                  <a:cubicBezTo>
                    <a:pt x="3635" y="12488"/>
                    <a:pt x="5314" y="8127"/>
                    <a:pt x="8622" y="6071"/>
                  </a:cubicBezTo>
                  <a:cubicBezTo>
                    <a:pt x="9522" y="5510"/>
                    <a:pt x="10346" y="5272"/>
                    <a:pt x="11111" y="5272"/>
                  </a:cubicBezTo>
                  <a:cubicBezTo>
                    <a:pt x="14479" y="5272"/>
                    <a:pt x="16693" y="9898"/>
                    <a:pt x="19123" y="11961"/>
                  </a:cubicBezTo>
                  <a:cubicBezTo>
                    <a:pt x="20174" y="12830"/>
                    <a:pt x="21437" y="13390"/>
                    <a:pt x="22767" y="13390"/>
                  </a:cubicBezTo>
                  <a:cubicBezTo>
                    <a:pt x="23087" y="13390"/>
                    <a:pt x="23410" y="13357"/>
                    <a:pt x="23735" y="13290"/>
                  </a:cubicBezTo>
                  <a:cubicBezTo>
                    <a:pt x="25289" y="12964"/>
                    <a:pt x="26567" y="11911"/>
                    <a:pt x="27645" y="10808"/>
                  </a:cubicBezTo>
                  <a:cubicBezTo>
                    <a:pt x="30101" y="8302"/>
                    <a:pt x="31956" y="4518"/>
                    <a:pt x="35239" y="2939"/>
                  </a:cubicBezTo>
                  <a:cubicBezTo>
                    <a:pt x="36000" y="2568"/>
                    <a:pt x="36703" y="2405"/>
                    <a:pt x="37356" y="2405"/>
                  </a:cubicBezTo>
                  <a:cubicBezTo>
                    <a:pt x="40719" y="2405"/>
                    <a:pt x="42752" y="6728"/>
                    <a:pt x="44662" y="9204"/>
                  </a:cubicBezTo>
                  <a:cubicBezTo>
                    <a:pt x="45865" y="10783"/>
                    <a:pt x="47444" y="12112"/>
                    <a:pt x="49499" y="12187"/>
                  </a:cubicBezTo>
                  <a:cubicBezTo>
                    <a:pt x="49565" y="12189"/>
                    <a:pt x="49631" y="12190"/>
                    <a:pt x="49696" y="12190"/>
                  </a:cubicBezTo>
                  <a:cubicBezTo>
                    <a:pt x="52369" y="12190"/>
                    <a:pt x="54677" y="10210"/>
                    <a:pt x="56317" y="8302"/>
                  </a:cubicBezTo>
                  <a:cubicBezTo>
                    <a:pt x="58171" y="6147"/>
                    <a:pt x="59550" y="3590"/>
                    <a:pt x="61855" y="1861"/>
                  </a:cubicBezTo>
                  <a:cubicBezTo>
                    <a:pt x="63090" y="946"/>
                    <a:pt x="64414" y="511"/>
                    <a:pt x="65727" y="511"/>
                  </a:cubicBezTo>
                  <a:cubicBezTo>
                    <a:pt x="67291" y="511"/>
                    <a:pt x="68839" y="1129"/>
                    <a:pt x="70201" y="2287"/>
                  </a:cubicBezTo>
                  <a:cubicBezTo>
                    <a:pt x="74136" y="5645"/>
                    <a:pt x="75815" y="12087"/>
                    <a:pt x="81204" y="13665"/>
                  </a:cubicBezTo>
                  <a:cubicBezTo>
                    <a:pt x="81782" y="13832"/>
                    <a:pt x="82331" y="13908"/>
                    <a:pt x="82854" y="13908"/>
                  </a:cubicBezTo>
                  <a:cubicBezTo>
                    <a:pt x="86277" y="13908"/>
                    <a:pt x="88566" y="10640"/>
                    <a:pt x="90327" y="7901"/>
                  </a:cubicBezTo>
                  <a:cubicBezTo>
                    <a:pt x="91430" y="6197"/>
                    <a:pt x="92557" y="4317"/>
                    <a:pt x="94237" y="3114"/>
                  </a:cubicBezTo>
                  <a:cubicBezTo>
                    <a:pt x="95188" y="2439"/>
                    <a:pt x="96283" y="2097"/>
                    <a:pt x="97384" y="2097"/>
                  </a:cubicBezTo>
                  <a:cubicBezTo>
                    <a:pt x="98286" y="2097"/>
                    <a:pt x="99191" y="2326"/>
                    <a:pt x="100026" y="2788"/>
                  </a:cubicBezTo>
                  <a:cubicBezTo>
                    <a:pt x="103560" y="4768"/>
                    <a:pt x="105314" y="8878"/>
                    <a:pt x="108497" y="11335"/>
                  </a:cubicBezTo>
                  <a:cubicBezTo>
                    <a:pt x="109809" y="12350"/>
                    <a:pt x="111352" y="13008"/>
                    <a:pt x="112992" y="13008"/>
                  </a:cubicBezTo>
                  <a:cubicBezTo>
                    <a:pt x="113295" y="13008"/>
                    <a:pt x="113602" y="12986"/>
                    <a:pt x="113911" y="12939"/>
                  </a:cubicBezTo>
                  <a:cubicBezTo>
                    <a:pt x="116467" y="12563"/>
                    <a:pt x="118547" y="10733"/>
                    <a:pt x="120252" y="8904"/>
                  </a:cubicBezTo>
                  <a:cubicBezTo>
                    <a:pt x="122307" y="6673"/>
                    <a:pt x="123986" y="4117"/>
                    <a:pt x="126542" y="2387"/>
                  </a:cubicBezTo>
                  <a:cubicBezTo>
                    <a:pt x="127927" y="1441"/>
                    <a:pt x="129552" y="788"/>
                    <a:pt x="131125" y="788"/>
                  </a:cubicBezTo>
                  <a:cubicBezTo>
                    <a:pt x="132428" y="788"/>
                    <a:pt x="133696" y="1236"/>
                    <a:pt x="134763" y="2337"/>
                  </a:cubicBezTo>
                  <a:cubicBezTo>
                    <a:pt x="137796" y="5445"/>
                    <a:pt x="138021" y="11861"/>
                    <a:pt x="143435" y="12036"/>
                  </a:cubicBezTo>
                  <a:cubicBezTo>
                    <a:pt x="143495" y="12038"/>
                    <a:pt x="143556" y="12039"/>
                    <a:pt x="143616" y="12039"/>
                  </a:cubicBezTo>
                  <a:cubicBezTo>
                    <a:pt x="146178" y="12039"/>
                    <a:pt x="148542" y="10496"/>
                    <a:pt x="150452" y="8954"/>
                  </a:cubicBezTo>
                  <a:cubicBezTo>
                    <a:pt x="152934" y="6924"/>
                    <a:pt x="154914" y="4367"/>
                    <a:pt x="157846" y="2939"/>
                  </a:cubicBezTo>
                  <a:cubicBezTo>
                    <a:pt x="158919" y="2407"/>
                    <a:pt x="160010" y="2134"/>
                    <a:pt x="161062" y="2134"/>
                  </a:cubicBezTo>
                  <a:cubicBezTo>
                    <a:pt x="162786" y="2134"/>
                    <a:pt x="164405" y="2867"/>
                    <a:pt x="165666" y="4392"/>
                  </a:cubicBezTo>
                  <a:cubicBezTo>
                    <a:pt x="167069" y="6097"/>
                    <a:pt x="167896" y="8152"/>
                    <a:pt x="169149" y="9931"/>
                  </a:cubicBezTo>
                  <a:cubicBezTo>
                    <a:pt x="170152" y="11385"/>
                    <a:pt x="171480" y="12613"/>
                    <a:pt x="173310" y="12813"/>
                  </a:cubicBezTo>
                  <a:cubicBezTo>
                    <a:pt x="173498" y="12838"/>
                    <a:pt x="173679" y="12851"/>
                    <a:pt x="173861" y="12851"/>
                  </a:cubicBezTo>
                  <a:cubicBezTo>
                    <a:pt x="174043" y="12851"/>
                    <a:pt x="174224" y="12838"/>
                    <a:pt x="174412" y="12813"/>
                  </a:cubicBezTo>
                  <a:cubicBezTo>
                    <a:pt x="174412" y="12663"/>
                    <a:pt x="174387" y="12538"/>
                    <a:pt x="174387" y="12412"/>
                  </a:cubicBezTo>
                  <a:cubicBezTo>
                    <a:pt x="174228" y="12428"/>
                    <a:pt x="174064" y="12436"/>
                    <a:pt x="173897" y="12436"/>
                  </a:cubicBezTo>
                  <a:cubicBezTo>
                    <a:pt x="173512" y="12436"/>
                    <a:pt x="173110" y="12392"/>
                    <a:pt x="172708" y="12287"/>
                  </a:cubicBezTo>
                  <a:cubicBezTo>
                    <a:pt x="170578" y="11686"/>
                    <a:pt x="169375" y="9580"/>
                    <a:pt x="168322" y="7801"/>
                  </a:cubicBezTo>
                  <a:cubicBezTo>
                    <a:pt x="167345" y="6097"/>
                    <a:pt x="166392" y="4242"/>
                    <a:pt x="164838" y="2964"/>
                  </a:cubicBezTo>
                  <a:cubicBezTo>
                    <a:pt x="163660" y="2003"/>
                    <a:pt x="162437" y="1610"/>
                    <a:pt x="161215" y="1610"/>
                  </a:cubicBezTo>
                  <a:cubicBezTo>
                    <a:pt x="157656" y="1610"/>
                    <a:pt x="154106" y="4942"/>
                    <a:pt x="151680" y="7274"/>
                  </a:cubicBezTo>
                  <a:cubicBezTo>
                    <a:pt x="149570" y="9312"/>
                    <a:pt x="146738" y="11613"/>
                    <a:pt x="143632" y="11613"/>
                  </a:cubicBezTo>
                  <a:cubicBezTo>
                    <a:pt x="143566" y="11613"/>
                    <a:pt x="143501" y="11612"/>
                    <a:pt x="143435" y="11610"/>
                  </a:cubicBezTo>
                  <a:cubicBezTo>
                    <a:pt x="140477" y="11510"/>
                    <a:pt x="138924" y="9029"/>
                    <a:pt x="137771" y="6623"/>
                  </a:cubicBezTo>
                  <a:cubicBezTo>
                    <a:pt x="136868" y="4743"/>
                    <a:pt x="136041" y="2613"/>
                    <a:pt x="134287" y="1360"/>
                  </a:cubicBezTo>
                  <a:cubicBezTo>
                    <a:pt x="133307" y="647"/>
                    <a:pt x="132204" y="341"/>
                    <a:pt x="131083" y="341"/>
                  </a:cubicBezTo>
                  <a:cubicBezTo>
                    <a:pt x="129997" y="341"/>
                    <a:pt x="128894" y="628"/>
                    <a:pt x="127871" y="1109"/>
                  </a:cubicBezTo>
                  <a:cubicBezTo>
                    <a:pt x="125289" y="2362"/>
                    <a:pt x="123410" y="4493"/>
                    <a:pt x="121605" y="6673"/>
                  </a:cubicBezTo>
                  <a:cubicBezTo>
                    <a:pt x="119826" y="8828"/>
                    <a:pt x="117771" y="11259"/>
                    <a:pt x="115039" y="12212"/>
                  </a:cubicBezTo>
                  <a:cubicBezTo>
                    <a:pt x="114312" y="12468"/>
                    <a:pt x="113621" y="12583"/>
                    <a:pt x="112963" y="12583"/>
                  </a:cubicBezTo>
                  <a:cubicBezTo>
                    <a:pt x="109236" y="12583"/>
                    <a:pt x="106541" y="8894"/>
                    <a:pt x="104262" y="6147"/>
                  </a:cubicBezTo>
                  <a:cubicBezTo>
                    <a:pt x="102466" y="4001"/>
                    <a:pt x="100161" y="1634"/>
                    <a:pt x="97333" y="1634"/>
                  </a:cubicBezTo>
                  <a:cubicBezTo>
                    <a:pt x="96726" y="1634"/>
                    <a:pt x="96095" y="1743"/>
                    <a:pt x="95440" y="1986"/>
                  </a:cubicBezTo>
                  <a:cubicBezTo>
                    <a:pt x="91805" y="3340"/>
                    <a:pt x="90277" y="7675"/>
                    <a:pt x="88021" y="10483"/>
                  </a:cubicBezTo>
                  <a:cubicBezTo>
                    <a:pt x="86724" y="12116"/>
                    <a:pt x="84990" y="13473"/>
                    <a:pt x="82818" y="13473"/>
                  </a:cubicBezTo>
                  <a:cubicBezTo>
                    <a:pt x="82724" y="13473"/>
                    <a:pt x="82628" y="13470"/>
                    <a:pt x="82532" y="13465"/>
                  </a:cubicBezTo>
                  <a:cubicBezTo>
                    <a:pt x="79500" y="13290"/>
                    <a:pt x="77169" y="10658"/>
                    <a:pt x="75515" y="8352"/>
                  </a:cubicBezTo>
                  <a:cubicBezTo>
                    <a:pt x="73143" y="5069"/>
                    <a:pt x="70357" y="1"/>
                    <a:pt x="6581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29"/>
            <p:cNvSpPr/>
            <p:nvPr/>
          </p:nvSpPr>
          <p:spPr>
            <a:xfrm>
              <a:off x="6099043" y="3971907"/>
              <a:ext cx="888973" cy="283254"/>
            </a:xfrm>
            <a:custGeom>
              <a:rect b="b" l="l" r="r" t="t"/>
              <a:pathLst>
                <a:path extrusionOk="0" h="14087" w="44211">
                  <a:moveTo>
                    <a:pt x="0" y="1"/>
                  </a:moveTo>
                  <a:lnTo>
                    <a:pt x="0" y="14086"/>
                  </a:lnTo>
                  <a:lnTo>
                    <a:pt x="44211" y="14086"/>
                  </a:lnTo>
                  <a:lnTo>
                    <a:pt x="44211" y="1504"/>
                  </a:lnTo>
                  <a:lnTo>
                    <a:pt x="43484" y="1830"/>
                  </a:lnTo>
                  <a:cubicBezTo>
                    <a:pt x="42131" y="2482"/>
                    <a:pt x="39700" y="3309"/>
                    <a:pt x="35965" y="3560"/>
                  </a:cubicBezTo>
                  <a:cubicBezTo>
                    <a:pt x="33760" y="3710"/>
                    <a:pt x="30652" y="3785"/>
                    <a:pt x="27018" y="3785"/>
                  </a:cubicBezTo>
                  <a:cubicBezTo>
                    <a:pt x="20326" y="3785"/>
                    <a:pt x="13283" y="3535"/>
                    <a:pt x="9098" y="3109"/>
                  </a:cubicBezTo>
                  <a:cubicBezTo>
                    <a:pt x="4862" y="2708"/>
                    <a:pt x="2231" y="1479"/>
                    <a:pt x="777" y="527"/>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29"/>
            <p:cNvSpPr/>
            <p:nvPr/>
          </p:nvSpPr>
          <p:spPr>
            <a:xfrm>
              <a:off x="6095002" y="3964347"/>
              <a:ext cx="897056" cy="294836"/>
            </a:xfrm>
            <a:custGeom>
              <a:rect b="b" l="l" r="r" t="t"/>
              <a:pathLst>
                <a:path extrusionOk="0" h="14663" w="44613">
                  <a:moveTo>
                    <a:pt x="402" y="778"/>
                  </a:moveTo>
                  <a:lnTo>
                    <a:pt x="878" y="1078"/>
                  </a:lnTo>
                  <a:cubicBezTo>
                    <a:pt x="2357" y="2031"/>
                    <a:pt x="5013" y="3284"/>
                    <a:pt x="9274" y="3710"/>
                  </a:cubicBezTo>
                  <a:cubicBezTo>
                    <a:pt x="13484" y="4111"/>
                    <a:pt x="20527" y="4387"/>
                    <a:pt x="27219" y="4387"/>
                  </a:cubicBezTo>
                  <a:cubicBezTo>
                    <a:pt x="30878" y="4387"/>
                    <a:pt x="33961" y="4312"/>
                    <a:pt x="36166" y="4161"/>
                  </a:cubicBezTo>
                  <a:cubicBezTo>
                    <a:pt x="39951" y="3886"/>
                    <a:pt x="42382" y="3058"/>
                    <a:pt x="43785" y="2407"/>
                  </a:cubicBezTo>
                  <a:lnTo>
                    <a:pt x="44211" y="2206"/>
                  </a:lnTo>
                  <a:lnTo>
                    <a:pt x="44211" y="14236"/>
                  </a:lnTo>
                  <a:lnTo>
                    <a:pt x="402" y="14236"/>
                  </a:lnTo>
                  <a:lnTo>
                    <a:pt x="402" y="778"/>
                  </a:lnTo>
                  <a:close/>
                  <a:moveTo>
                    <a:pt x="1" y="1"/>
                  </a:moveTo>
                  <a:lnTo>
                    <a:pt x="1" y="14663"/>
                  </a:lnTo>
                  <a:lnTo>
                    <a:pt x="44612" y="14663"/>
                  </a:lnTo>
                  <a:lnTo>
                    <a:pt x="44612" y="1555"/>
                  </a:lnTo>
                  <a:lnTo>
                    <a:pt x="43610" y="2031"/>
                  </a:lnTo>
                  <a:cubicBezTo>
                    <a:pt x="42257" y="2657"/>
                    <a:pt x="39851" y="3485"/>
                    <a:pt x="36141" y="3735"/>
                  </a:cubicBezTo>
                  <a:cubicBezTo>
                    <a:pt x="33936" y="3886"/>
                    <a:pt x="30853" y="3961"/>
                    <a:pt x="27219" y="3961"/>
                  </a:cubicBezTo>
                  <a:cubicBezTo>
                    <a:pt x="20527" y="3961"/>
                    <a:pt x="13510" y="3710"/>
                    <a:pt x="9324" y="3284"/>
                  </a:cubicBezTo>
                  <a:cubicBezTo>
                    <a:pt x="5139" y="2883"/>
                    <a:pt x="2532" y="1655"/>
                    <a:pt x="1103" y="728"/>
                  </a:cubicBez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p29"/>
            <p:cNvSpPr/>
            <p:nvPr/>
          </p:nvSpPr>
          <p:spPr>
            <a:xfrm>
              <a:off x="5820856" y="2557325"/>
              <a:ext cx="1190847" cy="1502794"/>
            </a:xfrm>
            <a:custGeom>
              <a:rect b="b" l="l" r="r" t="t"/>
              <a:pathLst>
                <a:path extrusionOk="0" h="74738" w="59224">
                  <a:moveTo>
                    <a:pt x="7269" y="0"/>
                  </a:moveTo>
                  <a:lnTo>
                    <a:pt x="6943" y="1203"/>
                  </a:lnTo>
                  <a:cubicBezTo>
                    <a:pt x="6166" y="4086"/>
                    <a:pt x="5514" y="6442"/>
                    <a:pt x="4938" y="8647"/>
                  </a:cubicBezTo>
                  <a:cubicBezTo>
                    <a:pt x="4111" y="11805"/>
                    <a:pt x="3234" y="15163"/>
                    <a:pt x="2457" y="18497"/>
                  </a:cubicBezTo>
                  <a:cubicBezTo>
                    <a:pt x="2331" y="18973"/>
                    <a:pt x="2231" y="19449"/>
                    <a:pt x="2106" y="19925"/>
                  </a:cubicBezTo>
                  <a:cubicBezTo>
                    <a:pt x="1429" y="22707"/>
                    <a:pt x="752" y="25590"/>
                    <a:pt x="427" y="28497"/>
                  </a:cubicBezTo>
                  <a:cubicBezTo>
                    <a:pt x="1" y="31880"/>
                    <a:pt x="101" y="35289"/>
                    <a:pt x="702" y="38647"/>
                  </a:cubicBezTo>
                  <a:lnTo>
                    <a:pt x="853" y="39499"/>
                  </a:lnTo>
                  <a:lnTo>
                    <a:pt x="1003" y="39424"/>
                  </a:lnTo>
                  <a:cubicBezTo>
                    <a:pt x="1554" y="40878"/>
                    <a:pt x="2407" y="41956"/>
                    <a:pt x="3534" y="42657"/>
                  </a:cubicBezTo>
                  <a:cubicBezTo>
                    <a:pt x="4863" y="43459"/>
                    <a:pt x="6492" y="43910"/>
                    <a:pt x="8121" y="43910"/>
                  </a:cubicBezTo>
                  <a:cubicBezTo>
                    <a:pt x="9825" y="43910"/>
                    <a:pt x="11479" y="43434"/>
                    <a:pt x="12933" y="42507"/>
                  </a:cubicBezTo>
                  <a:cubicBezTo>
                    <a:pt x="14161" y="41730"/>
                    <a:pt x="15214" y="40627"/>
                    <a:pt x="16116" y="39249"/>
                  </a:cubicBezTo>
                  <a:lnTo>
                    <a:pt x="16116" y="39249"/>
                  </a:lnTo>
                  <a:lnTo>
                    <a:pt x="13083" y="70051"/>
                  </a:lnTo>
                  <a:lnTo>
                    <a:pt x="13058" y="70377"/>
                  </a:lnTo>
                  <a:lnTo>
                    <a:pt x="13309" y="70627"/>
                  </a:lnTo>
                  <a:cubicBezTo>
                    <a:pt x="13409" y="70703"/>
                    <a:pt x="13534" y="70828"/>
                    <a:pt x="13735" y="70953"/>
                  </a:cubicBezTo>
                  <a:cubicBezTo>
                    <a:pt x="14236" y="71329"/>
                    <a:pt x="14813" y="71705"/>
                    <a:pt x="15464" y="72031"/>
                  </a:cubicBezTo>
                  <a:cubicBezTo>
                    <a:pt x="16868" y="72758"/>
                    <a:pt x="19299" y="73710"/>
                    <a:pt x="22883" y="74061"/>
                  </a:cubicBezTo>
                  <a:cubicBezTo>
                    <a:pt x="27068" y="74462"/>
                    <a:pt x="34136" y="74738"/>
                    <a:pt x="40853" y="74738"/>
                  </a:cubicBezTo>
                  <a:cubicBezTo>
                    <a:pt x="44512" y="74738"/>
                    <a:pt x="47620" y="74663"/>
                    <a:pt x="49825" y="74487"/>
                  </a:cubicBezTo>
                  <a:cubicBezTo>
                    <a:pt x="55515" y="74111"/>
                    <a:pt x="58221" y="72457"/>
                    <a:pt x="58923" y="71956"/>
                  </a:cubicBezTo>
                  <a:lnTo>
                    <a:pt x="59224" y="71755"/>
                  </a:lnTo>
                  <a:lnTo>
                    <a:pt x="58798" y="30577"/>
                  </a:lnTo>
                  <a:lnTo>
                    <a:pt x="57545" y="33635"/>
                  </a:lnTo>
                  <a:cubicBezTo>
                    <a:pt x="57094" y="34712"/>
                    <a:pt x="56668" y="35665"/>
                    <a:pt x="56191" y="36567"/>
                  </a:cubicBezTo>
                  <a:cubicBezTo>
                    <a:pt x="55464" y="37946"/>
                    <a:pt x="54437" y="39725"/>
                    <a:pt x="52958" y="41129"/>
                  </a:cubicBezTo>
                  <a:cubicBezTo>
                    <a:pt x="52231" y="41830"/>
                    <a:pt x="51454" y="42332"/>
                    <a:pt x="50678" y="42632"/>
                  </a:cubicBezTo>
                  <a:lnTo>
                    <a:pt x="50652" y="42632"/>
                  </a:lnTo>
                  <a:cubicBezTo>
                    <a:pt x="50552" y="42682"/>
                    <a:pt x="50427" y="42707"/>
                    <a:pt x="50276" y="42758"/>
                  </a:cubicBezTo>
                  <a:cubicBezTo>
                    <a:pt x="50201" y="42758"/>
                    <a:pt x="50126" y="42783"/>
                    <a:pt x="50051" y="42808"/>
                  </a:cubicBezTo>
                  <a:cubicBezTo>
                    <a:pt x="49976" y="42808"/>
                    <a:pt x="49901" y="42833"/>
                    <a:pt x="49825" y="42858"/>
                  </a:cubicBezTo>
                  <a:cubicBezTo>
                    <a:pt x="49675" y="42858"/>
                    <a:pt x="49550" y="42883"/>
                    <a:pt x="49424" y="42883"/>
                  </a:cubicBezTo>
                  <a:lnTo>
                    <a:pt x="49149" y="42908"/>
                  </a:lnTo>
                  <a:cubicBezTo>
                    <a:pt x="48961" y="42908"/>
                    <a:pt x="48773" y="42914"/>
                    <a:pt x="48588" y="42914"/>
                  </a:cubicBezTo>
                  <a:cubicBezTo>
                    <a:pt x="48403" y="42914"/>
                    <a:pt x="48221" y="42908"/>
                    <a:pt x="48046" y="42883"/>
                  </a:cubicBezTo>
                  <a:lnTo>
                    <a:pt x="47996" y="42883"/>
                  </a:lnTo>
                  <a:cubicBezTo>
                    <a:pt x="47645" y="42858"/>
                    <a:pt x="47319" y="42783"/>
                    <a:pt x="46943" y="42682"/>
                  </a:cubicBezTo>
                  <a:cubicBezTo>
                    <a:pt x="46868" y="42657"/>
                    <a:pt x="46768" y="42657"/>
                    <a:pt x="46693" y="42632"/>
                  </a:cubicBezTo>
                  <a:lnTo>
                    <a:pt x="45891" y="42332"/>
                  </a:lnTo>
                  <a:lnTo>
                    <a:pt x="45464" y="42081"/>
                  </a:lnTo>
                  <a:cubicBezTo>
                    <a:pt x="44687" y="41630"/>
                    <a:pt x="43961" y="41003"/>
                    <a:pt x="43409" y="40276"/>
                  </a:cubicBezTo>
                  <a:cubicBezTo>
                    <a:pt x="42883" y="39600"/>
                    <a:pt x="42407" y="38798"/>
                    <a:pt x="42006" y="37895"/>
                  </a:cubicBezTo>
                  <a:cubicBezTo>
                    <a:pt x="41630" y="37068"/>
                    <a:pt x="41304" y="36166"/>
                    <a:pt x="41053" y="35239"/>
                  </a:cubicBezTo>
                  <a:cubicBezTo>
                    <a:pt x="40778" y="34261"/>
                    <a:pt x="40577" y="33284"/>
                    <a:pt x="40427" y="32457"/>
                  </a:cubicBezTo>
                  <a:lnTo>
                    <a:pt x="39850" y="29625"/>
                  </a:lnTo>
                  <a:cubicBezTo>
                    <a:pt x="39499" y="27845"/>
                    <a:pt x="39149" y="25915"/>
                    <a:pt x="38773" y="23960"/>
                  </a:cubicBezTo>
                  <a:cubicBezTo>
                    <a:pt x="37996" y="19750"/>
                    <a:pt x="37369" y="16041"/>
                    <a:pt x="36868" y="12632"/>
                  </a:cubicBezTo>
                  <a:cubicBezTo>
                    <a:pt x="36743" y="11830"/>
                    <a:pt x="36642" y="11028"/>
                    <a:pt x="36517" y="10226"/>
                  </a:cubicBezTo>
                  <a:lnTo>
                    <a:pt x="36442" y="9700"/>
                  </a:lnTo>
                  <a:lnTo>
                    <a:pt x="35916" y="9650"/>
                  </a:lnTo>
                  <a:cubicBezTo>
                    <a:pt x="34637" y="9574"/>
                    <a:pt x="33535" y="9148"/>
                    <a:pt x="32632" y="8397"/>
                  </a:cubicBezTo>
                  <a:cubicBezTo>
                    <a:pt x="32131" y="7995"/>
                    <a:pt x="31755" y="7519"/>
                    <a:pt x="31530" y="6993"/>
                  </a:cubicBezTo>
                  <a:cubicBezTo>
                    <a:pt x="31304" y="6542"/>
                    <a:pt x="31204" y="6041"/>
                    <a:pt x="31204" y="5489"/>
                  </a:cubicBezTo>
                  <a:cubicBezTo>
                    <a:pt x="31204" y="4587"/>
                    <a:pt x="31504" y="3559"/>
                    <a:pt x="32081" y="2482"/>
                  </a:cubicBezTo>
                  <a:lnTo>
                    <a:pt x="32582" y="1554"/>
                  </a:lnTo>
                  <a:lnTo>
                    <a:pt x="31530" y="1504"/>
                  </a:lnTo>
                  <a:cubicBezTo>
                    <a:pt x="31028" y="1479"/>
                    <a:pt x="30577" y="1454"/>
                    <a:pt x="30201" y="1454"/>
                  </a:cubicBezTo>
                  <a:cubicBezTo>
                    <a:pt x="26968" y="1454"/>
                    <a:pt x="24261" y="2106"/>
                    <a:pt x="21730" y="3509"/>
                  </a:cubicBezTo>
                  <a:cubicBezTo>
                    <a:pt x="20352" y="4261"/>
                    <a:pt x="19123" y="5264"/>
                    <a:pt x="17945" y="6542"/>
                  </a:cubicBezTo>
                  <a:cubicBezTo>
                    <a:pt x="18121" y="5339"/>
                    <a:pt x="18271" y="4211"/>
                    <a:pt x="18397" y="3133"/>
                  </a:cubicBezTo>
                  <a:lnTo>
                    <a:pt x="18522" y="2156"/>
                  </a:lnTo>
                  <a:lnTo>
                    <a:pt x="17570" y="2381"/>
                  </a:lnTo>
                  <a:cubicBezTo>
                    <a:pt x="16116" y="2757"/>
                    <a:pt x="14763" y="2958"/>
                    <a:pt x="13534" y="2958"/>
                  </a:cubicBezTo>
                  <a:cubicBezTo>
                    <a:pt x="11229" y="2958"/>
                    <a:pt x="9775" y="2281"/>
                    <a:pt x="8948" y="1705"/>
                  </a:cubicBezTo>
                  <a:cubicBezTo>
                    <a:pt x="8622" y="1479"/>
                    <a:pt x="8321" y="1203"/>
                    <a:pt x="8096" y="928"/>
                  </a:cubicBezTo>
                  <a:lnTo>
                    <a:pt x="726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3" name="Google Shape;2483;p29"/>
            <p:cNvSpPr/>
            <p:nvPr/>
          </p:nvSpPr>
          <p:spPr>
            <a:xfrm>
              <a:off x="5816834" y="2548759"/>
              <a:ext cx="1198910" cy="1515402"/>
            </a:xfrm>
            <a:custGeom>
              <a:rect b="b" l="l" r="r" t="t"/>
              <a:pathLst>
                <a:path extrusionOk="0" h="75365" w="59625">
                  <a:moveTo>
                    <a:pt x="7569" y="853"/>
                  </a:moveTo>
                  <a:lnTo>
                    <a:pt x="8120" y="1504"/>
                  </a:lnTo>
                  <a:cubicBezTo>
                    <a:pt x="8396" y="1780"/>
                    <a:pt x="8697" y="2056"/>
                    <a:pt x="9023" y="2306"/>
                  </a:cubicBezTo>
                  <a:cubicBezTo>
                    <a:pt x="9875" y="2883"/>
                    <a:pt x="11379" y="3584"/>
                    <a:pt x="13734" y="3584"/>
                  </a:cubicBezTo>
                  <a:cubicBezTo>
                    <a:pt x="14963" y="3584"/>
                    <a:pt x="16341" y="3409"/>
                    <a:pt x="17820" y="3033"/>
                  </a:cubicBezTo>
                  <a:lnTo>
                    <a:pt x="18471" y="2858"/>
                  </a:lnTo>
                  <a:lnTo>
                    <a:pt x="18396" y="3534"/>
                  </a:lnTo>
                  <a:cubicBezTo>
                    <a:pt x="18246" y="4612"/>
                    <a:pt x="18120" y="5740"/>
                    <a:pt x="17945" y="6943"/>
                  </a:cubicBezTo>
                  <a:lnTo>
                    <a:pt x="17870" y="7594"/>
                  </a:lnTo>
                  <a:lnTo>
                    <a:pt x="18321" y="7093"/>
                  </a:lnTo>
                  <a:cubicBezTo>
                    <a:pt x="19449" y="5840"/>
                    <a:pt x="20677" y="4863"/>
                    <a:pt x="22030" y="4111"/>
                  </a:cubicBezTo>
                  <a:cubicBezTo>
                    <a:pt x="24537" y="2732"/>
                    <a:pt x="27193" y="2106"/>
                    <a:pt x="30401" y="2106"/>
                  </a:cubicBezTo>
                  <a:cubicBezTo>
                    <a:pt x="30752" y="2106"/>
                    <a:pt x="31153" y="2106"/>
                    <a:pt x="31730" y="2131"/>
                  </a:cubicBezTo>
                  <a:lnTo>
                    <a:pt x="32456" y="2181"/>
                  </a:lnTo>
                  <a:lnTo>
                    <a:pt x="32105" y="2807"/>
                  </a:lnTo>
                  <a:cubicBezTo>
                    <a:pt x="31504" y="3935"/>
                    <a:pt x="31203" y="4963"/>
                    <a:pt x="31203" y="5915"/>
                  </a:cubicBezTo>
                  <a:cubicBezTo>
                    <a:pt x="31203" y="6492"/>
                    <a:pt x="31303" y="7018"/>
                    <a:pt x="31529" y="7519"/>
                  </a:cubicBezTo>
                  <a:cubicBezTo>
                    <a:pt x="31780" y="8046"/>
                    <a:pt x="32181" y="8547"/>
                    <a:pt x="32707" y="8998"/>
                  </a:cubicBezTo>
                  <a:cubicBezTo>
                    <a:pt x="33634" y="9750"/>
                    <a:pt x="34762" y="10201"/>
                    <a:pt x="36090" y="10276"/>
                  </a:cubicBezTo>
                  <a:lnTo>
                    <a:pt x="36466" y="10301"/>
                  </a:lnTo>
                  <a:lnTo>
                    <a:pt x="36517" y="10677"/>
                  </a:lnTo>
                  <a:cubicBezTo>
                    <a:pt x="36642" y="11479"/>
                    <a:pt x="36742" y="12281"/>
                    <a:pt x="36867" y="13083"/>
                  </a:cubicBezTo>
                  <a:cubicBezTo>
                    <a:pt x="37369" y="16492"/>
                    <a:pt x="37995" y="20201"/>
                    <a:pt x="38772" y="24437"/>
                  </a:cubicBezTo>
                  <a:cubicBezTo>
                    <a:pt x="39123" y="26366"/>
                    <a:pt x="39499" y="28296"/>
                    <a:pt x="39850" y="30101"/>
                  </a:cubicBezTo>
                  <a:lnTo>
                    <a:pt x="40401" y="32933"/>
                  </a:lnTo>
                  <a:cubicBezTo>
                    <a:pt x="40577" y="33760"/>
                    <a:pt x="40777" y="34737"/>
                    <a:pt x="41053" y="35715"/>
                  </a:cubicBezTo>
                  <a:cubicBezTo>
                    <a:pt x="41304" y="36667"/>
                    <a:pt x="41629" y="37570"/>
                    <a:pt x="42005" y="38422"/>
                  </a:cubicBezTo>
                  <a:cubicBezTo>
                    <a:pt x="42431" y="39324"/>
                    <a:pt x="42908" y="40151"/>
                    <a:pt x="43459" y="40853"/>
                  </a:cubicBezTo>
                  <a:cubicBezTo>
                    <a:pt x="44010" y="41580"/>
                    <a:pt x="44737" y="42206"/>
                    <a:pt x="45564" y="42682"/>
                  </a:cubicBezTo>
                  <a:lnTo>
                    <a:pt x="46015" y="42933"/>
                  </a:lnTo>
                  <a:lnTo>
                    <a:pt x="46842" y="43259"/>
                  </a:lnTo>
                  <a:lnTo>
                    <a:pt x="47118" y="43309"/>
                  </a:lnTo>
                  <a:cubicBezTo>
                    <a:pt x="47494" y="43409"/>
                    <a:pt x="47820" y="43484"/>
                    <a:pt x="48171" y="43509"/>
                  </a:cubicBezTo>
                  <a:lnTo>
                    <a:pt x="48221" y="43509"/>
                  </a:lnTo>
                  <a:cubicBezTo>
                    <a:pt x="48441" y="43539"/>
                    <a:pt x="48661" y="43551"/>
                    <a:pt x="48882" y="43551"/>
                  </a:cubicBezTo>
                  <a:cubicBezTo>
                    <a:pt x="49037" y="43551"/>
                    <a:pt x="49193" y="43545"/>
                    <a:pt x="49349" y="43534"/>
                  </a:cubicBezTo>
                  <a:lnTo>
                    <a:pt x="49624" y="43534"/>
                  </a:lnTo>
                  <a:cubicBezTo>
                    <a:pt x="49775" y="43534"/>
                    <a:pt x="49900" y="43509"/>
                    <a:pt x="50075" y="43484"/>
                  </a:cubicBezTo>
                  <a:cubicBezTo>
                    <a:pt x="50151" y="43459"/>
                    <a:pt x="50226" y="43459"/>
                    <a:pt x="50326" y="43434"/>
                  </a:cubicBezTo>
                  <a:cubicBezTo>
                    <a:pt x="50376" y="43409"/>
                    <a:pt x="50451" y="43384"/>
                    <a:pt x="50527" y="43384"/>
                  </a:cubicBezTo>
                  <a:cubicBezTo>
                    <a:pt x="50677" y="43334"/>
                    <a:pt x="50827" y="43309"/>
                    <a:pt x="50953" y="43234"/>
                  </a:cubicBezTo>
                  <a:cubicBezTo>
                    <a:pt x="51755" y="42933"/>
                    <a:pt x="52557" y="42432"/>
                    <a:pt x="53309" y="41730"/>
                  </a:cubicBezTo>
                  <a:cubicBezTo>
                    <a:pt x="54812" y="40301"/>
                    <a:pt x="55840" y="38497"/>
                    <a:pt x="56592" y="37093"/>
                  </a:cubicBezTo>
                  <a:cubicBezTo>
                    <a:pt x="57043" y="36166"/>
                    <a:pt x="57494" y="35214"/>
                    <a:pt x="57920" y="34136"/>
                  </a:cubicBezTo>
                  <a:lnTo>
                    <a:pt x="58797" y="32031"/>
                  </a:lnTo>
                  <a:lnTo>
                    <a:pt x="59198" y="72081"/>
                  </a:lnTo>
                  <a:lnTo>
                    <a:pt x="59023" y="72206"/>
                  </a:lnTo>
                  <a:cubicBezTo>
                    <a:pt x="58321" y="72708"/>
                    <a:pt x="55639" y="74337"/>
                    <a:pt x="50025" y="74713"/>
                  </a:cubicBezTo>
                  <a:cubicBezTo>
                    <a:pt x="47820" y="74863"/>
                    <a:pt x="44712" y="74938"/>
                    <a:pt x="41053" y="74938"/>
                  </a:cubicBezTo>
                  <a:cubicBezTo>
                    <a:pt x="34336" y="74938"/>
                    <a:pt x="27293" y="74688"/>
                    <a:pt x="23108" y="74261"/>
                  </a:cubicBezTo>
                  <a:cubicBezTo>
                    <a:pt x="19574" y="73911"/>
                    <a:pt x="17143" y="72983"/>
                    <a:pt x="15739" y="72281"/>
                  </a:cubicBezTo>
                  <a:cubicBezTo>
                    <a:pt x="15113" y="71956"/>
                    <a:pt x="14536" y="71605"/>
                    <a:pt x="14060" y="71229"/>
                  </a:cubicBezTo>
                  <a:cubicBezTo>
                    <a:pt x="13885" y="71078"/>
                    <a:pt x="13734" y="70978"/>
                    <a:pt x="13659" y="70903"/>
                  </a:cubicBezTo>
                  <a:lnTo>
                    <a:pt x="13459" y="70728"/>
                  </a:lnTo>
                  <a:lnTo>
                    <a:pt x="16617" y="38848"/>
                  </a:lnTo>
                  <a:lnTo>
                    <a:pt x="16140" y="39575"/>
                  </a:lnTo>
                  <a:cubicBezTo>
                    <a:pt x="15263" y="40928"/>
                    <a:pt x="14211" y="42006"/>
                    <a:pt x="13008" y="42758"/>
                  </a:cubicBezTo>
                  <a:cubicBezTo>
                    <a:pt x="11604" y="43660"/>
                    <a:pt x="9975" y="44136"/>
                    <a:pt x="8321" y="44136"/>
                  </a:cubicBezTo>
                  <a:cubicBezTo>
                    <a:pt x="6742" y="44136"/>
                    <a:pt x="5138" y="43710"/>
                    <a:pt x="3835" y="42908"/>
                  </a:cubicBezTo>
                  <a:cubicBezTo>
                    <a:pt x="2757" y="42231"/>
                    <a:pt x="1930" y="41179"/>
                    <a:pt x="1378" y="39775"/>
                  </a:cubicBezTo>
                  <a:lnTo>
                    <a:pt x="1303" y="39575"/>
                  </a:lnTo>
                  <a:lnTo>
                    <a:pt x="1203" y="39625"/>
                  </a:lnTo>
                  <a:lnTo>
                    <a:pt x="1103" y="39048"/>
                  </a:lnTo>
                  <a:cubicBezTo>
                    <a:pt x="501" y="35690"/>
                    <a:pt x="401" y="32306"/>
                    <a:pt x="827" y="28948"/>
                  </a:cubicBezTo>
                  <a:cubicBezTo>
                    <a:pt x="1153" y="26066"/>
                    <a:pt x="1855" y="23183"/>
                    <a:pt x="2506" y="20402"/>
                  </a:cubicBezTo>
                  <a:cubicBezTo>
                    <a:pt x="2632" y="19925"/>
                    <a:pt x="2732" y="19449"/>
                    <a:pt x="2857" y="18973"/>
                  </a:cubicBezTo>
                  <a:cubicBezTo>
                    <a:pt x="3634" y="15640"/>
                    <a:pt x="4511" y="12281"/>
                    <a:pt x="5338" y="9123"/>
                  </a:cubicBezTo>
                  <a:cubicBezTo>
                    <a:pt x="5915" y="6943"/>
                    <a:pt x="6541" y="4562"/>
                    <a:pt x="7343" y="1680"/>
                  </a:cubicBezTo>
                  <a:lnTo>
                    <a:pt x="7569" y="853"/>
                  </a:lnTo>
                  <a:close/>
                  <a:moveTo>
                    <a:pt x="7368" y="0"/>
                  </a:moveTo>
                  <a:lnTo>
                    <a:pt x="6942" y="1579"/>
                  </a:lnTo>
                  <a:cubicBezTo>
                    <a:pt x="6140" y="4462"/>
                    <a:pt x="5514" y="6843"/>
                    <a:pt x="4937" y="9023"/>
                  </a:cubicBezTo>
                  <a:cubicBezTo>
                    <a:pt x="4110" y="12181"/>
                    <a:pt x="3233" y="15539"/>
                    <a:pt x="2456" y="18873"/>
                  </a:cubicBezTo>
                  <a:cubicBezTo>
                    <a:pt x="2331" y="19349"/>
                    <a:pt x="2231" y="19825"/>
                    <a:pt x="2105" y="20326"/>
                  </a:cubicBezTo>
                  <a:cubicBezTo>
                    <a:pt x="1429" y="23108"/>
                    <a:pt x="752" y="25991"/>
                    <a:pt x="401" y="28898"/>
                  </a:cubicBezTo>
                  <a:cubicBezTo>
                    <a:pt x="0" y="32281"/>
                    <a:pt x="100" y="35740"/>
                    <a:pt x="702" y="39123"/>
                  </a:cubicBezTo>
                  <a:lnTo>
                    <a:pt x="902" y="40201"/>
                  </a:lnTo>
                  <a:lnTo>
                    <a:pt x="1078" y="40126"/>
                  </a:lnTo>
                  <a:cubicBezTo>
                    <a:pt x="1654" y="41529"/>
                    <a:pt x="2506" y="42582"/>
                    <a:pt x="3634" y="43259"/>
                  </a:cubicBezTo>
                  <a:cubicBezTo>
                    <a:pt x="4988" y="44086"/>
                    <a:pt x="6667" y="44562"/>
                    <a:pt x="8321" y="44562"/>
                  </a:cubicBezTo>
                  <a:cubicBezTo>
                    <a:pt x="10075" y="44562"/>
                    <a:pt x="11754" y="44061"/>
                    <a:pt x="13233" y="43108"/>
                  </a:cubicBezTo>
                  <a:cubicBezTo>
                    <a:pt x="14286" y="42457"/>
                    <a:pt x="15213" y="41555"/>
                    <a:pt x="16040" y="40452"/>
                  </a:cubicBezTo>
                  <a:lnTo>
                    <a:pt x="16040" y="40452"/>
                  </a:lnTo>
                  <a:lnTo>
                    <a:pt x="13058" y="70452"/>
                  </a:lnTo>
                  <a:lnTo>
                    <a:pt x="13033" y="70878"/>
                  </a:lnTo>
                  <a:lnTo>
                    <a:pt x="13384" y="71204"/>
                  </a:lnTo>
                  <a:cubicBezTo>
                    <a:pt x="13459" y="71279"/>
                    <a:pt x="13609" y="71404"/>
                    <a:pt x="13810" y="71555"/>
                  </a:cubicBezTo>
                  <a:cubicBezTo>
                    <a:pt x="14311" y="71931"/>
                    <a:pt x="14887" y="72307"/>
                    <a:pt x="15564" y="72632"/>
                  </a:cubicBezTo>
                  <a:cubicBezTo>
                    <a:pt x="16993" y="73384"/>
                    <a:pt x="19449" y="74337"/>
                    <a:pt x="23058" y="74688"/>
                  </a:cubicBezTo>
                  <a:cubicBezTo>
                    <a:pt x="27268" y="75089"/>
                    <a:pt x="34336" y="75364"/>
                    <a:pt x="41053" y="75364"/>
                  </a:cubicBezTo>
                  <a:cubicBezTo>
                    <a:pt x="44712" y="75364"/>
                    <a:pt x="47820" y="75289"/>
                    <a:pt x="50050" y="75139"/>
                  </a:cubicBezTo>
                  <a:cubicBezTo>
                    <a:pt x="55765" y="74738"/>
                    <a:pt x="58547" y="73058"/>
                    <a:pt x="59248" y="72557"/>
                  </a:cubicBezTo>
                  <a:lnTo>
                    <a:pt x="59624" y="72281"/>
                  </a:lnTo>
                  <a:lnTo>
                    <a:pt x="59173" y="29976"/>
                  </a:lnTo>
                  <a:lnTo>
                    <a:pt x="57544" y="33986"/>
                  </a:lnTo>
                  <a:cubicBezTo>
                    <a:pt x="57093" y="35038"/>
                    <a:pt x="56667" y="35991"/>
                    <a:pt x="56216" y="36893"/>
                  </a:cubicBezTo>
                  <a:cubicBezTo>
                    <a:pt x="55489" y="38271"/>
                    <a:pt x="54461" y="40026"/>
                    <a:pt x="53008" y="41404"/>
                  </a:cubicBezTo>
                  <a:cubicBezTo>
                    <a:pt x="52306" y="42081"/>
                    <a:pt x="51554" y="42582"/>
                    <a:pt x="50802" y="42858"/>
                  </a:cubicBezTo>
                  <a:lnTo>
                    <a:pt x="50777" y="42858"/>
                  </a:lnTo>
                  <a:cubicBezTo>
                    <a:pt x="50677" y="42908"/>
                    <a:pt x="50552" y="42933"/>
                    <a:pt x="50426" y="42983"/>
                  </a:cubicBezTo>
                  <a:cubicBezTo>
                    <a:pt x="50351" y="42983"/>
                    <a:pt x="50276" y="43008"/>
                    <a:pt x="50226" y="43033"/>
                  </a:cubicBezTo>
                  <a:cubicBezTo>
                    <a:pt x="50151" y="43033"/>
                    <a:pt x="50075" y="43058"/>
                    <a:pt x="49975" y="43058"/>
                  </a:cubicBezTo>
                  <a:cubicBezTo>
                    <a:pt x="49850" y="43083"/>
                    <a:pt x="49725" y="43108"/>
                    <a:pt x="49624" y="43108"/>
                  </a:cubicBezTo>
                  <a:lnTo>
                    <a:pt x="49349" y="43108"/>
                  </a:lnTo>
                  <a:cubicBezTo>
                    <a:pt x="49132" y="43123"/>
                    <a:pt x="48923" y="43137"/>
                    <a:pt x="48718" y="43137"/>
                  </a:cubicBezTo>
                  <a:cubicBezTo>
                    <a:pt x="48568" y="43137"/>
                    <a:pt x="48419" y="43130"/>
                    <a:pt x="48271" y="43108"/>
                  </a:cubicBezTo>
                  <a:lnTo>
                    <a:pt x="48196" y="43083"/>
                  </a:lnTo>
                  <a:cubicBezTo>
                    <a:pt x="47895" y="43083"/>
                    <a:pt x="47569" y="43008"/>
                    <a:pt x="47193" y="42908"/>
                  </a:cubicBezTo>
                  <a:lnTo>
                    <a:pt x="46968" y="42858"/>
                  </a:lnTo>
                  <a:lnTo>
                    <a:pt x="46191" y="42557"/>
                  </a:lnTo>
                  <a:lnTo>
                    <a:pt x="45765" y="42331"/>
                  </a:lnTo>
                  <a:cubicBezTo>
                    <a:pt x="45013" y="41880"/>
                    <a:pt x="44311" y="41279"/>
                    <a:pt x="43785" y="40577"/>
                  </a:cubicBezTo>
                  <a:cubicBezTo>
                    <a:pt x="43258" y="39900"/>
                    <a:pt x="42782" y="39123"/>
                    <a:pt x="42381" y="38246"/>
                  </a:cubicBezTo>
                  <a:cubicBezTo>
                    <a:pt x="42030" y="37419"/>
                    <a:pt x="41705" y="36517"/>
                    <a:pt x="41454" y="35615"/>
                  </a:cubicBezTo>
                  <a:cubicBezTo>
                    <a:pt x="41178" y="34637"/>
                    <a:pt x="40978" y="33660"/>
                    <a:pt x="40827" y="32833"/>
                  </a:cubicBezTo>
                  <a:lnTo>
                    <a:pt x="40276" y="30026"/>
                  </a:lnTo>
                  <a:cubicBezTo>
                    <a:pt x="39925" y="28221"/>
                    <a:pt x="39549" y="26291"/>
                    <a:pt x="39198" y="24361"/>
                  </a:cubicBezTo>
                  <a:cubicBezTo>
                    <a:pt x="38421" y="20151"/>
                    <a:pt x="37795" y="16417"/>
                    <a:pt x="37268" y="13008"/>
                  </a:cubicBezTo>
                  <a:cubicBezTo>
                    <a:pt x="37168" y="12231"/>
                    <a:pt x="37043" y="11429"/>
                    <a:pt x="36943" y="10627"/>
                  </a:cubicBezTo>
                  <a:lnTo>
                    <a:pt x="36842" y="9925"/>
                  </a:lnTo>
                  <a:lnTo>
                    <a:pt x="36116" y="9875"/>
                  </a:lnTo>
                  <a:cubicBezTo>
                    <a:pt x="34887" y="9775"/>
                    <a:pt x="33835" y="9374"/>
                    <a:pt x="32983" y="8672"/>
                  </a:cubicBezTo>
                  <a:cubicBezTo>
                    <a:pt x="32481" y="8271"/>
                    <a:pt x="32131" y="7820"/>
                    <a:pt x="31905" y="7344"/>
                  </a:cubicBezTo>
                  <a:cubicBezTo>
                    <a:pt x="31730" y="6893"/>
                    <a:pt x="31629" y="6416"/>
                    <a:pt x="31629" y="5915"/>
                  </a:cubicBezTo>
                  <a:cubicBezTo>
                    <a:pt x="31629" y="5038"/>
                    <a:pt x="31905" y="4061"/>
                    <a:pt x="32481" y="3008"/>
                  </a:cubicBezTo>
                  <a:lnTo>
                    <a:pt x="33133" y="1780"/>
                  </a:lnTo>
                  <a:lnTo>
                    <a:pt x="31755" y="1705"/>
                  </a:lnTo>
                  <a:cubicBezTo>
                    <a:pt x="31153" y="1680"/>
                    <a:pt x="30752" y="1680"/>
                    <a:pt x="30401" y="1680"/>
                  </a:cubicBezTo>
                  <a:cubicBezTo>
                    <a:pt x="27118" y="1680"/>
                    <a:pt x="24411" y="2331"/>
                    <a:pt x="21830" y="3760"/>
                  </a:cubicBezTo>
                  <a:cubicBezTo>
                    <a:pt x="20602" y="4437"/>
                    <a:pt x="19499" y="5289"/>
                    <a:pt x="18446" y="6341"/>
                  </a:cubicBezTo>
                  <a:cubicBezTo>
                    <a:pt x="18572" y="5389"/>
                    <a:pt x="18697" y="4462"/>
                    <a:pt x="18797" y="3584"/>
                  </a:cubicBezTo>
                  <a:lnTo>
                    <a:pt x="18948" y="2306"/>
                  </a:lnTo>
                  <a:lnTo>
                    <a:pt x="18948" y="2306"/>
                  </a:lnTo>
                  <a:lnTo>
                    <a:pt x="17719" y="2607"/>
                  </a:lnTo>
                  <a:cubicBezTo>
                    <a:pt x="16266" y="2983"/>
                    <a:pt x="14937" y="3183"/>
                    <a:pt x="13734" y="3183"/>
                  </a:cubicBezTo>
                  <a:cubicBezTo>
                    <a:pt x="11479" y="3183"/>
                    <a:pt x="10075" y="2507"/>
                    <a:pt x="9273" y="1955"/>
                  </a:cubicBezTo>
                  <a:cubicBezTo>
                    <a:pt x="8947" y="1730"/>
                    <a:pt x="8672" y="1479"/>
                    <a:pt x="8446" y="1228"/>
                  </a:cubicBezTo>
                  <a:lnTo>
                    <a:pt x="736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p29"/>
            <p:cNvSpPr/>
            <p:nvPr/>
          </p:nvSpPr>
          <p:spPr>
            <a:xfrm>
              <a:off x="6220493" y="2891471"/>
              <a:ext cx="471722" cy="358296"/>
            </a:xfrm>
            <a:custGeom>
              <a:rect b="b" l="l" r="r" t="t"/>
              <a:pathLst>
                <a:path extrusionOk="0" h="17819" w="23460">
                  <a:moveTo>
                    <a:pt x="6121" y="0"/>
                  </a:moveTo>
                  <a:cubicBezTo>
                    <a:pt x="5467" y="0"/>
                    <a:pt x="4810" y="106"/>
                    <a:pt x="4186" y="325"/>
                  </a:cubicBezTo>
                  <a:cubicBezTo>
                    <a:pt x="2106" y="1052"/>
                    <a:pt x="652" y="3107"/>
                    <a:pt x="326" y="5287"/>
                  </a:cubicBezTo>
                  <a:cubicBezTo>
                    <a:pt x="0" y="7468"/>
                    <a:pt x="702" y="9723"/>
                    <a:pt x="1955" y="11553"/>
                  </a:cubicBezTo>
                  <a:cubicBezTo>
                    <a:pt x="3208" y="13358"/>
                    <a:pt x="4963" y="14786"/>
                    <a:pt x="6842" y="15939"/>
                  </a:cubicBezTo>
                  <a:cubicBezTo>
                    <a:pt x="8020" y="16666"/>
                    <a:pt x="9274" y="17292"/>
                    <a:pt x="10552" y="17819"/>
                  </a:cubicBezTo>
                  <a:cubicBezTo>
                    <a:pt x="11930" y="17593"/>
                    <a:pt x="13284" y="17242"/>
                    <a:pt x="14612" y="16791"/>
                  </a:cubicBezTo>
                  <a:cubicBezTo>
                    <a:pt x="16692" y="16089"/>
                    <a:pt x="18722" y="15087"/>
                    <a:pt x="20351" y="13608"/>
                  </a:cubicBezTo>
                  <a:cubicBezTo>
                    <a:pt x="21955" y="12104"/>
                    <a:pt x="23158" y="10049"/>
                    <a:pt x="23309" y="7844"/>
                  </a:cubicBezTo>
                  <a:cubicBezTo>
                    <a:pt x="23459" y="5663"/>
                    <a:pt x="22507" y="3332"/>
                    <a:pt x="20627" y="2154"/>
                  </a:cubicBezTo>
                  <a:cubicBezTo>
                    <a:pt x="19800" y="1628"/>
                    <a:pt x="18848" y="1352"/>
                    <a:pt x="17870" y="1277"/>
                  </a:cubicBezTo>
                  <a:cubicBezTo>
                    <a:pt x="17746" y="1270"/>
                    <a:pt x="17622" y="1267"/>
                    <a:pt x="17497" y="1267"/>
                  </a:cubicBezTo>
                  <a:cubicBezTo>
                    <a:pt x="16715" y="1267"/>
                    <a:pt x="15927" y="1408"/>
                    <a:pt x="15213" y="1753"/>
                  </a:cubicBezTo>
                  <a:cubicBezTo>
                    <a:pt x="14311" y="2180"/>
                    <a:pt x="13584" y="2881"/>
                    <a:pt x="12958" y="3633"/>
                  </a:cubicBezTo>
                  <a:cubicBezTo>
                    <a:pt x="12607" y="4059"/>
                    <a:pt x="12281" y="4510"/>
                    <a:pt x="11980" y="4987"/>
                  </a:cubicBezTo>
                  <a:cubicBezTo>
                    <a:pt x="11805" y="4460"/>
                    <a:pt x="11579" y="3959"/>
                    <a:pt x="11354" y="3458"/>
                  </a:cubicBezTo>
                  <a:cubicBezTo>
                    <a:pt x="10903" y="2581"/>
                    <a:pt x="10351" y="1728"/>
                    <a:pt x="9574" y="1127"/>
                  </a:cubicBezTo>
                  <a:cubicBezTo>
                    <a:pt x="8847" y="550"/>
                    <a:pt x="7970" y="225"/>
                    <a:pt x="7068" y="74"/>
                  </a:cubicBezTo>
                  <a:cubicBezTo>
                    <a:pt x="6756" y="25"/>
                    <a:pt x="6439" y="0"/>
                    <a:pt x="612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29"/>
            <p:cNvSpPr/>
            <p:nvPr/>
          </p:nvSpPr>
          <p:spPr>
            <a:xfrm>
              <a:off x="6216451" y="2887872"/>
              <a:ext cx="481293" cy="365434"/>
            </a:xfrm>
            <a:custGeom>
              <a:rect b="b" l="l" r="r" t="t"/>
              <a:pathLst>
                <a:path extrusionOk="0" h="18174" w="23936">
                  <a:moveTo>
                    <a:pt x="6301" y="362"/>
                  </a:moveTo>
                  <a:cubicBezTo>
                    <a:pt x="6738" y="362"/>
                    <a:pt x="7173" y="410"/>
                    <a:pt x="7595" y="504"/>
                  </a:cubicBezTo>
                  <a:cubicBezTo>
                    <a:pt x="8698" y="729"/>
                    <a:pt x="9700" y="1306"/>
                    <a:pt x="10402" y="2183"/>
                  </a:cubicBezTo>
                  <a:cubicBezTo>
                    <a:pt x="11113" y="3042"/>
                    <a:pt x="11608" y="4092"/>
                    <a:pt x="12005" y="5147"/>
                  </a:cubicBezTo>
                  <a:lnTo>
                    <a:pt x="12005" y="5147"/>
                  </a:lnTo>
                  <a:cubicBezTo>
                    <a:pt x="11995" y="5197"/>
                    <a:pt x="12020" y="5243"/>
                    <a:pt x="12061" y="5274"/>
                  </a:cubicBezTo>
                  <a:lnTo>
                    <a:pt x="12061" y="5274"/>
                  </a:lnTo>
                  <a:cubicBezTo>
                    <a:pt x="12093" y="5316"/>
                    <a:pt x="12139" y="5335"/>
                    <a:pt x="12185" y="5335"/>
                  </a:cubicBezTo>
                  <a:cubicBezTo>
                    <a:pt x="12228" y="5335"/>
                    <a:pt x="12272" y="5318"/>
                    <a:pt x="12306" y="5289"/>
                  </a:cubicBezTo>
                  <a:lnTo>
                    <a:pt x="12306" y="5289"/>
                  </a:lnTo>
                  <a:cubicBezTo>
                    <a:pt x="12325" y="5277"/>
                    <a:pt x="12342" y="5261"/>
                    <a:pt x="12357" y="5241"/>
                  </a:cubicBezTo>
                  <a:cubicBezTo>
                    <a:pt x="12683" y="4714"/>
                    <a:pt x="13033" y="4238"/>
                    <a:pt x="13434" y="3762"/>
                  </a:cubicBezTo>
                  <a:cubicBezTo>
                    <a:pt x="14161" y="2910"/>
                    <a:pt x="15013" y="2183"/>
                    <a:pt x="16116" y="1857"/>
                  </a:cubicBezTo>
                  <a:cubicBezTo>
                    <a:pt x="16617" y="1694"/>
                    <a:pt x="17150" y="1618"/>
                    <a:pt x="17685" y="1618"/>
                  </a:cubicBezTo>
                  <a:cubicBezTo>
                    <a:pt x="18302" y="1618"/>
                    <a:pt x="18923" y="1720"/>
                    <a:pt x="19500" y="1907"/>
                  </a:cubicBezTo>
                  <a:cubicBezTo>
                    <a:pt x="21480" y="2534"/>
                    <a:pt x="22808" y="4263"/>
                    <a:pt x="23209" y="6243"/>
                  </a:cubicBezTo>
                  <a:cubicBezTo>
                    <a:pt x="23635" y="8248"/>
                    <a:pt x="23034" y="10303"/>
                    <a:pt x="21881" y="11983"/>
                  </a:cubicBezTo>
                  <a:cubicBezTo>
                    <a:pt x="20628" y="13787"/>
                    <a:pt x="18773" y="15090"/>
                    <a:pt x="16793" y="15993"/>
                  </a:cubicBezTo>
                  <a:cubicBezTo>
                    <a:pt x="15740" y="16494"/>
                    <a:pt x="14637" y="16870"/>
                    <a:pt x="13535" y="17196"/>
                  </a:cubicBezTo>
                  <a:cubicBezTo>
                    <a:pt x="12908" y="17371"/>
                    <a:pt x="12282" y="17522"/>
                    <a:pt x="11680" y="17647"/>
                  </a:cubicBezTo>
                  <a:cubicBezTo>
                    <a:pt x="11505" y="17697"/>
                    <a:pt x="11329" y="17722"/>
                    <a:pt x="11179" y="17747"/>
                  </a:cubicBezTo>
                  <a:cubicBezTo>
                    <a:pt x="11054" y="17772"/>
                    <a:pt x="10878" y="17822"/>
                    <a:pt x="10753" y="17822"/>
                  </a:cubicBezTo>
                  <a:cubicBezTo>
                    <a:pt x="10653" y="17797"/>
                    <a:pt x="10502" y="17697"/>
                    <a:pt x="10377" y="17647"/>
                  </a:cubicBezTo>
                  <a:cubicBezTo>
                    <a:pt x="10226" y="17597"/>
                    <a:pt x="10076" y="17522"/>
                    <a:pt x="9951" y="17446"/>
                  </a:cubicBezTo>
                  <a:cubicBezTo>
                    <a:pt x="7896" y="16519"/>
                    <a:pt x="5916" y="15341"/>
                    <a:pt x="4262" y="13837"/>
                  </a:cubicBezTo>
                  <a:cubicBezTo>
                    <a:pt x="2632" y="12359"/>
                    <a:pt x="1329" y="10479"/>
                    <a:pt x="828" y="8298"/>
                  </a:cubicBezTo>
                  <a:cubicBezTo>
                    <a:pt x="352" y="6293"/>
                    <a:pt x="703" y="4163"/>
                    <a:pt x="1981" y="2509"/>
                  </a:cubicBezTo>
                  <a:cubicBezTo>
                    <a:pt x="2557" y="1757"/>
                    <a:pt x="3284" y="1156"/>
                    <a:pt x="4161" y="780"/>
                  </a:cubicBezTo>
                  <a:cubicBezTo>
                    <a:pt x="4836" y="497"/>
                    <a:pt x="5570" y="362"/>
                    <a:pt x="6301" y="362"/>
                  </a:cubicBezTo>
                  <a:close/>
                  <a:moveTo>
                    <a:pt x="6197" y="1"/>
                  </a:moveTo>
                  <a:cubicBezTo>
                    <a:pt x="6145" y="1"/>
                    <a:pt x="6093" y="2"/>
                    <a:pt x="6041" y="3"/>
                  </a:cubicBezTo>
                  <a:cubicBezTo>
                    <a:pt x="3886" y="103"/>
                    <a:pt x="2056" y="1406"/>
                    <a:pt x="1053" y="3286"/>
                  </a:cubicBezTo>
                  <a:cubicBezTo>
                    <a:pt x="1" y="5291"/>
                    <a:pt x="76" y="7647"/>
                    <a:pt x="903" y="9727"/>
                  </a:cubicBezTo>
                  <a:cubicBezTo>
                    <a:pt x="1730" y="11882"/>
                    <a:pt x="3334" y="13662"/>
                    <a:pt x="5164" y="15040"/>
                  </a:cubicBezTo>
                  <a:cubicBezTo>
                    <a:pt x="6116" y="15767"/>
                    <a:pt x="7119" y="16394"/>
                    <a:pt x="8171" y="16970"/>
                  </a:cubicBezTo>
                  <a:cubicBezTo>
                    <a:pt x="8723" y="17271"/>
                    <a:pt x="9299" y="17547"/>
                    <a:pt x="9851" y="17797"/>
                  </a:cubicBezTo>
                  <a:cubicBezTo>
                    <a:pt x="10026" y="17872"/>
                    <a:pt x="10201" y="17948"/>
                    <a:pt x="10377" y="18023"/>
                  </a:cubicBezTo>
                  <a:cubicBezTo>
                    <a:pt x="10502" y="18073"/>
                    <a:pt x="10627" y="18173"/>
                    <a:pt x="10753" y="18173"/>
                  </a:cubicBezTo>
                  <a:cubicBezTo>
                    <a:pt x="10903" y="18173"/>
                    <a:pt x="11054" y="18123"/>
                    <a:pt x="11204" y="18098"/>
                  </a:cubicBezTo>
                  <a:cubicBezTo>
                    <a:pt x="11354" y="18073"/>
                    <a:pt x="11530" y="18048"/>
                    <a:pt x="11705" y="17998"/>
                  </a:cubicBezTo>
                  <a:cubicBezTo>
                    <a:pt x="14111" y="17496"/>
                    <a:pt x="16517" y="16720"/>
                    <a:pt x="18648" y="15416"/>
                  </a:cubicBezTo>
                  <a:cubicBezTo>
                    <a:pt x="20552" y="14263"/>
                    <a:pt x="22206" y="12609"/>
                    <a:pt x="23084" y="10529"/>
                  </a:cubicBezTo>
                  <a:cubicBezTo>
                    <a:pt x="23886" y="8599"/>
                    <a:pt x="23936" y="6394"/>
                    <a:pt x="22983" y="4489"/>
                  </a:cubicBezTo>
                  <a:cubicBezTo>
                    <a:pt x="22532" y="3612"/>
                    <a:pt x="21881" y="2810"/>
                    <a:pt x="21054" y="2258"/>
                  </a:cubicBezTo>
                  <a:cubicBezTo>
                    <a:pt x="20101" y="1632"/>
                    <a:pt x="18973" y="1306"/>
                    <a:pt x="17820" y="1281"/>
                  </a:cubicBezTo>
                  <a:cubicBezTo>
                    <a:pt x="17748" y="1278"/>
                    <a:pt x="17676" y="1276"/>
                    <a:pt x="17603" y="1276"/>
                  </a:cubicBezTo>
                  <a:cubicBezTo>
                    <a:pt x="16451" y="1276"/>
                    <a:pt x="15332" y="1651"/>
                    <a:pt x="14412" y="2359"/>
                  </a:cubicBezTo>
                  <a:cubicBezTo>
                    <a:pt x="13537" y="3009"/>
                    <a:pt x="12843" y="3861"/>
                    <a:pt x="12239" y="4769"/>
                  </a:cubicBezTo>
                  <a:lnTo>
                    <a:pt x="12239" y="4769"/>
                  </a:lnTo>
                  <a:cubicBezTo>
                    <a:pt x="12062" y="4308"/>
                    <a:pt x="11854" y="3859"/>
                    <a:pt x="11630" y="3411"/>
                  </a:cubicBezTo>
                  <a:cubicBezTo>
                    <a:pt x="11104" y="2384"/>
                    <a:pt x="10402" y="1456"/>
                    <a:pt x="9424" y="855"/>
                  </a:cubicBezTo>
                  <a:cubicBezTo>
                    <a:pt x="8467" y="256"/>
                    <a:pt x="7304" y="1"/>
                    <a:pt x="619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p29"/>
            <p:cNvSpPr/>
            <p:nvPr/>
          </p:nvSpPr>
          <p:spPr>
            <a:xfrm>
              <a:off x="6395870" y="2986278"/>
              <a:ext cx="94747" cy="265560"/>
            </a:xfrm>
            <a:custGeom>
              <a:rect b="b" l="l" r="r" t="t"/>
              <a:pathLst>
                <a:path extrusionOk="0" h="13207" w="4712">
                  <a:moveTo>
                    <a:pt x="3220" y="1"/>
                  </a:moveTo>
                  <a:cubicBezTo>
                    <a:pt x="3108" y="1"/>
                    <a:pt x="2995" y="97"/>
                    <a:pt x="3058" y="221"/>
                  </a:cubicBezTo>
                  <a:lnTo>
                    <a:pt x="4094" y="2502"/>
                  </a:lnTo>
                  <a:lnTo>
                    <a:pt x="4094" y="2502"/>
                  </a:lnTo>
                  <a:lnTo>
                    <a:pt x="702" y="3204"/>
                  </a:lnTo>
                  <a:cubicBezTo>
                    <a:pt x="577" y="3229"/>
                    <a:pt x="476" y="3404"/>
                    <a:pt x="602" y="3530"/>
                  </a:cubicBezTo>
                  <a:cubicBezTo>
                    <a:pt x="1697" y="4374"/>
                    <a:pt x="2854" y="5135"/>
                    <a:pt x="4054" y="5794"/>
                  </a:cubicBezTo>
                  <a:lnTo>
                    <a:pt x="4054" y="5794"/>
                  </a:lnTo>
                  <a:cubicBezTo>
                    <a:pt x="2770" y="6234"/>
                    <a:pt x="1450" y="6601"/>
                    <a:pt x="151" y="6988"/>
                  </a:cubicBezTo>
                  <a:cubicBezTo>
                    <a:pt x="50" y="7039"/>
                    <a:pt x="0" y="7214"/>
                    <a:pt x="100" y="7289"/>
                  </a:cubicBezTo>
                  <a:cubicBezTo>
                    <a:pt x="1187" y="7991"/>
                    <a:pt x="2294" y="8652"/>
                    <a:pt x="3421" y="9272"/>
                  </a:cubicBezTo>
                  <a:lnTo>
                    <a:pt x="3421" y="9272"/>
                  </a:lnTo>
                  <a:cubicBezTo>
                    <a:pt x="2554" y="9560"/>
                    <a:pt x="1703" y="9863"/>
                    <a:pt x="852" y="10146"/>
                  </a:cubicBezTo>
                  <a:cubicBezTo>
                    <a:pt x="752" y="10196"/>
                    <a:pt x="677" y="10322"/>
                    <a:pt x="752" y="10422"/>
                  </a:cubicBezTo>
                  <a:cubicBezTo>
                    <a:pt x="1128" y="10823"/>
                    <a:pt x="1479" y="11249"/>
                    <a:pt x="1830" y="11650"/>
                  </a:cubicBezTo>
                  <a:cubicBezTo>
                    <a:pt x="1930" y="11750"/>
                    <a:pt x="2055" y="11851"/>
                    <a:pt x="2131" y="11976"/>
                  </a:cubicBezTo>
                  <a:cubicBezTo>
                    <a:pt x="2156" y="12026"/>
                    <a:pt x="2231" y="12076"/>
                    <a:pt x="2206" y="12151"/>
                  </a:cubicBezTo>
                  <a:cubicBezTo>
                    <a:pt x="2206" y="12176"/>
                    <a:pt x="2156" y="12252"/>
                    <a:pt x="2131" y="12277"/>
                  </a:cubicBezTo>
                  <a:cubicBezTo>
                    <a:pt x="1980" y="12502"/>
                    <a:pt x="1855" y="12728"/>
                    <a:pt x="1704" y="12978"/>
                  </a:cubicBezTo>
                  <a:cubicBezTo>
                    <a:pt x="1619" y="13099"/>
                    <a:pt x="1744" y="13207"/>
                    <a:pt x="1864" y="13207"/>
                  </a:cubicBezTo>
                  <a:cubicBezTo>
                    <a:pt x="1920" y="13207"/>
                    <a:pt x="1974" y="13184"/>
                    <a:pt x="2005" y="13129"/>
                  </a:cubicBezTo>
                  <a:cubicBezTo>
                    <a:pt x="2181" y="12853"/>
                    <a:pt x="2406" y="12577"/>
                    <a:pt x="2532" y="12302"/>
                  </a:cubicBezTo>
                  <a:cubicBezTo>
                    <a:pt x="2632" y="12076"/>
                    <a:pt x="2506" y="11876"/>
                    <a:pt x="2356" y="11700"/>
                  </a:cubicBezTo>
                  <a:cubicBezTo>
                    <a:pt x="1978" y="11256"/>
                    <a:pt x="1581" y="10831"/>
                    <a:pt x="1199" y="10391"/>
                  </a:cubicBezTo>
                  <a:lnTo>
                    <a:pt x="1199" y="10391"/>
                  </a:lnTo>
                  <a:cubicBezTo>
                    <a:pt x="2116" y="10089"/>
                    <a:pt x="3015" y="9769"/>
                    <a:pt x="3935" y="9470"/>
                  </a:cubicBezTo>
                  <a:cubicBezTo>
                    <a:pt x="4060" y="9420"/>
                    <a:pt x="4060" y="9219"/>
                    <a:pt x="3935" y="9144"/>
                  </a:cubicBezTo>
                  <a:cubicBezTo>
                    <a:pt x="2813" y="8549"/>
                    <a:pt x="1712" y="7912"/>
                    <a:pt x="632" y="7214"/>
                  </a:cubicBezTo>
                  <a:lnTo>
                    <a:pt x="632" y="7214"/>
                  </a:lnTo>
                  <a:cubicBezTo>
                    <a:pt x="1942" y="6842"/>
                    <a:pt x="3252" y="6445"/>
                    <a:pt x="4562" y="5986"/>
                  </a:cubicBezTo>
                  <a:cubicBezTo>
                    <a:pt x="4712" y="5936"/>
                    <a:pt x="4712" y="5735"/>
                    <a:pt x="4562" y="5660"/>
                  </a:cubicBezTo>
                  <a:cubicBezTo>
                    <a:pt x="3365" y="5039"/>
                    <a:pt x="2211" y="4291"/>
                    <a:pt x="1119" y="3475"/>
                  </a:cubicBezTo>
                  <a:lnTo>
                    <a:pt x="1119" y="3475"/>
                  </a:lnTo>
                  <a:cubicBezTo>
                    <a:pt x="2212" y="3251"/>
                    <a:pt x="3286" y="3027"/>
                    <a:pt x="4361" y="2803"/>
                  </a:cubicBezTo>
                  <a:cubicBezTo>
                    <a:pt x="4461" y="2803"/>
                    <a:pt x="4562" y="2703"/>
                    <a:pt x="4511" y="2577"/>
                  </a:cubicBezTo>
                  <a:cubicBezTo>
                    <a:pt x="4136" y="1750"/>
                    <a:pt x="3760" y="923"/>
                    <a:pt x="3384" y="121"/>
                  </a:cubicBezTo>
                  <a:cubicBezTo>
                    <a:pt x="3355" y="36"/>
                    <a:pt x="3288" y="1"/>
                    <a:pt x="32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29"/>
            <p:cNvSpPr/>
            <p:nvPr/>
          </p:nvSpPr>
          <p:spPr>
            <a:xfrm>
              <a:off x="6577099" y="2976083"/>
              <a:ext cx="78821" cy="160398"/>
            </a:xfrm>
            <a:custGeom>
              <a:rect b="b" l="l" r="r" t="t"/>
              <a:pathLst>
                <a:path extrusionOk="0" h="7977" w="3920">
                  <a:moveTo>
                    <a:pt x="2728" y="0"/>
                  </a:moveTo>
                  <a:cubicBezTo>
                    <a:pt x="2614" y="0"/>
                    <a:pt x="2502" y="98"/>
                    <a:pt x="2566" y="227"/>
                  </a:cubicBezTo>
                  <a:cubicBezTo>
                    <a:pt x="3218" y="1681"/>
                    <a:pt x="3468" y="3360"/>
                    <a:pt x="2942" y="4889"/>
                  </a:cubicBezTo>
                  <a:cubicBezTo>
                    <a:pt x="2491" y="6142"/>
                    <a:pt x="1514" y="7220"/>
                    <a:pt x="210" y="7621"/>
                  </a:cubicBezTo>
                  <a:cubicBezTo>
                    <a:pt x="1" y="7691"/>
                    <a:pt x="94" y="7977"/>
                    <a:pt x="289" y="7977"/>
                  </a:cubicBezTo>
                  <a:cubicBezTo>
                    <a:pt x="304" y="7977"/>
                    <a:pt x="320" y="7975"/>
                    <a:pt x="336" y="7972"/>
                  </a:cubicBezTo>
                  <a:cubicBezTo>
                    <a:pt x="937" y="7771"/>
                    <a:pt x="1463" y="7445"/>
                    <a:pt x="1940" y="7019"/>
                  </a:cubicBezTo>
                  <a:cubicBezTo>
                    <a:pt x="3869" y="5240"/>
                    <a:pt x="3920" y="2383"/>
                    <a:pt x="2892" y="102"/>
                  </a:cubicBezTo>
                  <a:cubicBezTo>
                    <a:pt x="2856" y="30"/>
                    <a:pt x="2792" y="0"/>
                    <a:pt x="2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29"/>
            <p:cNvSpPr/>
            <p:nvPr/>
          </p:nvSpPr>
          <p:spPr>
            <a:xfrm>
              <a:off x="6619626" y="3004254"/>
              <a:ext cx="46368" cy="10677"/>
            </a:xfrm>
            <a:custGeom>
              <a:rect b="b" l="l" r="r" t="t"/>
              <a:pathLst>
                <a:path extrusionOk="0" h="531" w="2306">
                  <a:moveTo>
                    <a:pt x="2155" y="0"/>
                  </a:moveTo>
                  <a:cubicBezTo>
                    <a:pt x="2147" y="0"/>
                    <a:pt x="2138" y="1"/>
                    <a:pt x="2130" y="4"/>
                  </a:cubicBezTo>
                  <a:cubicBezTo>
                    <a:pt x="1504" y="104"/>
                    <a:pt x="877" y="155"/>
                    <a:pt x="226" y="180"/>
                  </a:cubicBezTo>
                  <a:cubicBezTo>
                    <a:pt x="0" y="180"/>
                    <a:pt x="50" y="530"/>
                    <a:pt x="276" y="530"/>
                  </a:cubicBezTo>
                  <a:cubicBezTo>
                    <a:pt x="902" y="505"/>
                    <a:pt x="1529" y="455"/>
                    <a:pt x="2155" y="355"/>
                  </a:cubicBezTo>
                  <a:cubicBezTo>
                    <a:pt x="2231" y="330"/>
                    <a:pt x="2306" y="255"/>
                    <a:pt x="2306" y="155"/>
                  </a:cubicBezTo>
                  <a:cubicBezTo>
                    <a:pt x="2306" y="87"/>
                    <a:pt x="2226" y="0"/>
                    <a:pt x="21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p29"/>
            <p:cNvSpPr/>
            <p:nvPr/>
          </p:nvSpPr>
          <p:spPr>
            <a:xfrm>
              <a:off x="6627187" y="3036989"/>
              <a:ext cx="41844" cy="9511"/>
            </a:xfrm>
            <a:custGeom>
              <a:rect b="b" l="l" r="r" t="t"/>
              <a:pathLst>
                <a:path extrusionOk="0" h="473" w="2081">
                  <a:moveTo>
                    <a:pt x="194" y="0"/>
                  </a:moveTo>
                  <a:cubicBezTo>
                    <a:pt x="125" y="0"/>
                    <a:pt x="47" y="65"/>
                    <a:pt x="25" y="131"/>
                  </a:cubicBezTo>
                  <a:cubicBezTo>
                    <a:pt x="0" y="231"/>
                    <a:pt x="75" y="331"/>
                    <a:pt x="175" y="356"/>
                  </a:cubicBezTo>
                  <a:cubicBezTo>
                    <a:pt x="477" y="435"/>
                    <a:pt x="785" y="472"/>
                    <a:pt x="1096" y="472"/>
                  </a:cubicBezTo>
                  <a:cubicBezTo>
                    <a:pt x="1381" y="472"/>
                    <a:pt x="1668" y="441"/>
                    <a:pt x="1955" y="381"/>
                  </a:cubicBezTo>
                  <a:cubicBezTo>
                    <a:pt x="2055" y="356"/>
                    <a:pt x="2080" y="231"/>
                    <a:pt x="2055" y="156"/>
                  </a:cubicBezTo>
                  <a:cubicBezTo>
                    <a:pt x="2036" y="79"/>
                    <a:pt x="1973" y="46"/>
                    <a:pt x="1900" y="46"/>
                  </a:cubicBezTo>
                  <a:cubicBezTo>
                    <a:pt x="1877" y="46"/>
                    <a:pt x="1853" y="49"/>
                    <a:pt x="1830" y="55"/>
                  </a:cubicBezTo>
                  <a:cubicBezTo>
                    <a:pt x="1602" y="110"/>
                    <a:pt x="1370" y="136"/>
                    <a:pt x="1137" y="136"/>
                  </a:cubicBezTo>
                  <a:cubicBezTo>
                    <a:pt x="831" y="136"/>
                    <a:pt x="524" y="91"/>
                    <a:pt x="226" y="5"/>
                  </a:cubicBezTo>
                  <a:cubicBezTo>
                    <a:pt x="215" y="2"/>
                    <a:pt x="205" y="0"/>
                    <a:pt x="1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29"/>
            <p:cNvSpPr/>
            <p:nvPr/>
          </p:nvSpPr>
          <p:spPr>
            <a:xfrm>
              <a:off x="6625659" y="3067130"/>
              <a:ext cx="36817" cy="16609"/>
            </a:xfrm>
            <a:custGeom>
              <a:rect b="b" l="l" r="r" t="t"/>
              <a:pathLst>
                <a:path extrusionOk="0" h="826" w="1831">
                  <a:moveTo>
                    <a:pt x="206" y="1"/>
                  </a:moveTo>
                  <a:cubicBezTo>
                    <a:pt x="133" y="1"/>
                    <a:pt x="70" y="34"/>
                    <a:pt x="51" y="110"/>
                  </a:cubicBezTo>
                  <a:cubicBezTo>
                    <a:pt x="1" y="185"/>
                    <a:pt x="26" y="311"/>
                    <a:pt x="126" y="336"/>
                  </a:cubicBezTo>
                  <a:cubicBezTo>
                    <a:pt x="602" y="486"/>
                    <a:pt x="1079" y="662"/>
                    <a:pt x="1555" y="812"/>
                  </a:cubicBezTo>
                  <a:cubicBezTo>
                    <a:pt x="1588" y="820"/>
                    <a:pt x="1622" y="826"/>
                    <a:pt x="1653" y="826"/>
                  </a:cubicBezTo>
                  <a:cubicBezTo>
                    <a:pt x="1716" y="826"/>
                    <a:pt x="1772" y="804"/>
                    <a:pt x="1805" y="737"/>
                  </a:cubicBezTo>
                  <a:cubicBezTo>
                    <a:pt x="1830" y="662"/>
                    <a:pt x="1805" y="536"/>
                    <a:pt x="1705" y="486"/>
                  </a:cubicBezTo>
                  <a:cubicBezTo>
                    <a:pt x="1229" y="336"/>
                    <a:pt x="753" y="185"/>
                    <a:pt x="277" y="10"/>
                  </a:cubicBezTo>
                  <a:cubicBezTo>
                    <a:pt x="253" y="4"/>
                    <a:pt x="229" y="1"/>
                    <a:pt x="2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p29"/>
            <p:cNvSpPr/>
            <p:nvPr/>
          </p:nvSpPr>
          <p:spPr>
            <a:xfrm>
              <a:off x="6605511" y="3087861"/>
              <a:ext cx="40336" cy="23325"/>
            </a:xfrm>
            <a:custGeom>
              <a:rect b="b" l="l" r="r" t="t"/>
              <a:pathLst>
                <a:path extrusionOk="0" h="1160" w="2006">
                  <a:moveTo>
                    <a:pt x="201" y="0"/>
                  </a:moveTo>
                  <a:cubicBezTo>
                    <a:pt x="157" y="0"/>
                    <a:pt x="113" y="19"/>
                    <a:pt x="75" y="57"/>
                  </a:cubicBezTo>
                  <a:cubicBezTo>
                    <a:pt x="25" y="132"/>
                    <a:pt x="0" y="257"/>
                    <a:pt x="101" y="307"/>
                  </a:cubicBezTo>
                  <a:cubicBezTo>
                    <a:pt x="602" y="658"/>
                    <a:pt x="1153" y="934"/>
                    <a:pt x="1730" y="1134"/>
                  </a:cubicBezTo>
                  <a:cubicBezTo>
                    <a:pt x="1755" y="1151"/>
                    <a:pt x="1783" y="1159"/>
                    <a:pt x="1810" y="1159"/>
                  </a:cubicBezTo>
                  <a:cubicBezTo>
                    <a:pt x="1866" y="1159"/>
                    <a:pt x="1922" y="1126"/>
                    <a:pt x="1955" y="1059"/>
                  </a:cubicBezTo>
                  <a:cubicBezTo>
                    <a:pt x="2005" y="984"/>
                    <a:pt x="1955" y="859"/>
                    <a:pt x="1880" y="834"/>
                  </a:cubicBezTo>
                  <a:cubicBezTo>
                    <a:pt x="1329" y="633"/>
                    <a:pt x="802" y="357"/>
                    <a:pt x="326" y="57"/>
                  </a:cubicBezTo>
                  <a:cubicBezTo>
                    <a:pt x="289" y="19"/>
                    <a:pt x="245"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p29"/>
            <p:cNvSpPr/>
            <p:nvPr/>
          </p:nvSpPr>
          <p:spPr>
            <a:xfrm>
              <a:off x="6599961" y="3117298"/>
              <a:ext cx="23707" cy="19484"/>
            </a:xfrm>
            <a:custGeom>
              <a:rect b="b" l="l" r="r" t="t"/>
              <a:pathLst>
                <a:path extrusionOk="0" h="969" w="1179">
                  <a:moveTo>
                    <a:pt x="190" y="1"/>
                  </a:moveTo>
                  <a:cubicBezTo>
                    <a:pt x="155" y="1"/>
                    <a:pt x="118" y="15"/>
                    <a:pt x="76" y="46"/>
                  </a:cubicBezTo>
                  <a:cubicBezTo>
                    <a:pt x="51" y="46"/>
                    <a:pt x="26" y="96"/>
                    <a:pt x="1" y="147"/>
                  </a:cubicBezTo>
                  <a:cubicBezTo>
                    <a:pt x="1" y="197"/>
                    <a:pt x="1" y="247"/>
                    <a:pt x="26" y="272"/>
                  </a:cubicBezTo>
                  <a:cubicBezTo>
                    <a:pt x="276" y="548"/>
                    <a:pt x="577" y="798"/>
                    <a:pt x="903" y="949"/>
                  </a:cubicBezTo>
                  <a:cubicBezTo>
                    <a:pt x="924" y="963"/>
                    <a:pt x="947" y="969"/>
                    <a:pt x="970" y="969"/>
                  </a:cubicBezTo>
                  <a:cubicBezTo>
                    <a:pt x="1030" y="969"/>
                    <a:pt x="1092" y="928"/>
                    <a:pt x="1128" y="873"/>
                  </a:cubicBezTo>
                  <a:cubicBezTo>
                    <a:pt x="1179" y="773"/>
                    <a:pt x="1128" y="673"/>
                    <a:pt x="1053" y="623"/>
                  </a:cubicBezTo>
                  <a:cubicBezTo>
                    <a:pt x="978" y="598"/>
                    <a:pt x="903" y="548"/>
                    <a:pt x="828" y="523"/>
                  </a:cubicBezTo>
                  <a:cubicBezTo>
                    <a:pt x="828" y="516"/>
                    <a:pt x="828" y="512"/>
                    <a:pt x="827" y="508"/>
                  </a:cubicBezTo>
                  <a:lnTo>
                    <a:pt x="827" y="508"/>
                  </a:lnTo>
                  <a:cubicBezTo>
                    <a:pt x="828" y="507"/>
                    <a:pt x="828" y="504"/>
                    <a:pt x="828" y="497"/>
                  </a:cubicBezTo>
                  <a:lnTo>
                    <a:pt x="803" y="497"/>
                  </a:lnTo>
                  <a:cubicBezTo>
                    <a:pt x="803" y="497"/>
                    <a:pt x="778" y="472"/>
                    <a:pt x="752" y="472"/>
                  </a:cubicBezTo>
                  <a:cubicBezTo>
                    <a:pt x="727" y="447"/>
                    <a:pt x="702" y="422"/>
                    <a:pt x="652" y="397"/>
                  </a:cubicBezTo>
                  <a:cubicBezTo>
                    <a:pt x="602" y="347"/>
                    <a:pt x="527" y="297"/>
                    <a:pt x="477" y="222"/>
                  </a:cubicBezTo>
                  <a:cubicBezTo>
                    <a:pt x="452" y="197"/>
                    <a:pt x="427" y="172"/>
                    <a:pt x="377" y="147"/>
                  </a:cubicBezTo>
                  <a:cubicBezTo>
                    <a:pt x="377" y="122"/>
                    <a:pt x="351" y="122"/>
                    <a:pt x="351" y="96"/>
                  </a:cubicBezTo>
                  <a:cubicBezTo>
                    <a:pt x="346" y="91"/>
                    <a:pt x="343" y="89"/>
                    <a:pt x="342" y="89"/>
                  </a:cubicBezTo>
                  <a:lnTo>
                    <a:pt x="342" y="89"/>
                  </a:lnTo>
                  <a:cubicBezTo>
                    <a:pt x="340" y="89"/>
                    <a:pt x="340" y="93"/>
                    <a:pt x="342" y="96"/>
                  </a:cubicBezTo>
                  <a:lnTo>
                    <a:pt x="342" y="96"/>
                  </a:lnTo>
                  <a:cubicBezTo>
                    <a:pt x="326" y="96"/>
                    <a:pt x="326" y="93"/>
                    <a:pt x="326" y="71"/>
                  </a:cubicBezTo>
                  <a:cubicBezTo>
                    <a:pt x="283" y="28"/>
                    <a:pt x="239" y="1"/>
                    <a:pt x="1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29"/>
            <p:cNvSpPr/>
            <p:nvPr/>
          </p:nvSpPr>
          <p:spPr>
            <a:xfrm>
              <a:off x="6262316" y="2932892"/>
              <a:ext cx="61408" cy="113165"/>
            </a:xfrm>
            <a:custGeom>
              <a:rect b="b" l="l" r="r" t="t"/>
              <a:pathLst>
                <a:path extrusionOk="0" h="5628" w="3054">
                  <a:moveTo>
                    <a:pt x="2815" y="0"/>
                  </a:moveTo>
                  <a:cubicBezTo>
                    <a:pt x="2790" y="0"/>
                    <a:pt x="2762" y="6"/>
                    <a:pt x="2732" y="19"/>
                  </a:cubicBezTo>
                  <a:cubicBezTo>
                    <a:pt x="1730" y="445"/>
                    <a:pt x="727" y="1072"/>
                    <a:pt x="351" y="2175"/>
                  </a:cubicBezTo>
                  <a:cubicBezTo>
                    <a:pt x="1" y="3277"/>
                    <a:pt x="276" y="4455"/>
                    <a:pt x="652" y="5508"/>
                  </a:cubicBezTo>
                  <a:cubicBezTo>
                    <a:pt x="680" y="5592"/>
                    <a:pt x="742" y="5627"/>
                    <a:pt x="806" y="5627"/>
                  </a:cubicBezTo>
                  <a:cubicBezTo>
                    <a:pt x="914" y="5627"/>
                    <a:pt x="1025" y="5525"/>
                    <a:pt x="978" y="5383"/>
                  </a:cubicBezTo>
                  <a:cubicBezTo>
                    <a:pt x="652" y="4430"/>
                    <a:pt x="351" y="3353"/>
                    <a:pt x="677" y="2350"/>
                  </a:cubicBezTo>
                  <a:cubicBezTo>
                    <a:pt x="1003" y="1323"/>
                    <a:pt x="1930" y="746"/>
                    <a:pt x="2858" y="345"/>
                  </a:cubicBezTo>
                  <a:cubicBezTo>
                    <a:pt x="3054" y="258"/>
                    <a:pt x="2985" y="0"/>
                    <a:pt x="28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p29"/>
            <p:cNvSpPr/>
            <p:nvPr/>
          </p:nvSpPr>
          <p:spPr>
            <a:xfrm>
              <a:off x="6284495" y="2932571"/>
              <a:ext cx="34786" cy="30362"/>
            </a:xfrm>
            <a:custGeom>
              <a:rect b="b" l="l" r="r" t="t"/>
              <a:pathLst>
                <a:path extrusionOk="0" h="1510" w="1730">
                  <a:moveTo>
                    <a:pt x="181" y="0"/>
                  </a:moveTo>
                  <a:cubicBezTo>
                    <a:pt x="128" y="0"/>
                    <a:pt x="78" y="19"/>
                    <a:pt x="50" y="60"/>
                  </a:cubicBezTo>
                  <a:cubicBezTo>
                    <a:pt x="0" y="136"/>
                    <a:pt x="0" y="261"/>
                    <a:pt x="75" y="311"/>
                  </a:cubicBezTo>
                  <a:cubicBezTo>
                    <a:pt x="527" y="687"/>
                    <a:pt x="978" y="1063"/>
                    <a:pt x="1404" y="1464"/>
                  </a:cubicBezTo>
                  <a:cubicBezTo>
                    <a:pt x="1435" y="1495"/>
                    <a:pt x="1476" y="1509"/>
                    <a:pt x="1515" y="1509"/>
                  </a:cubicBezTo>
                  <a:cubicBezTo>
                    <a:pt x="1571" y="1509"/>
                    <a:pt x="1625" y="1483"/>
                    <a:pt x="1654" y="1439"/>
                  </a:cubicBezTo>
                  <a:cubicBezTo>
                    <a:pt x="1730" y="1364"/>
                    <a:pt x="1705" y="1263"/>
                    <a:pt x="1629" y="1188"/>
                  </a:cubicBezTo>
                  <a:cubicBezTo>
                    <a:pt x="1203" y="787"/>
                    <a:pt x="752" y="411"/>
                    <a:pt x="301" y="35"/>
                  </a:cubicBezTo>
                  <a:cubicBezTo>
                    <a:pt x="267" y="13"/>
                    <a:pt x="223" y="0"/>
                    <a:pt x="18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p29"/>
            <p:cNvSpPr/>
            <p:nvPr/>
          </p:nvSpPr>
          <p:spPr>
            <a:xfrm>
              <a:off x="6264830" y="2954247"/>
              <a:ext cx="36314" cy="22279"/>
            </a:xfrm>
            <a:custGeom>
              <a:rect b="b" l="l" r="r" t="t"/>
              <a:pathLst>
                <a:path extrusionOk="0" h="1108" w="1806">
                  <a:moveTo>
                    <a:pt x="206" y="1"/>
                  </a:moveTo>
                  <a:cubicBezTo>
                    <a:pt x="132" y="1"/>
                    <a:pt x="64" y="34"/>
                    <a:pt x="26" y="110"/>
                  </a:cubicBezTo>
                  <a:cubicBezTo>
                    <a:pt x="1" y="185"/>
                    <a:pt x="26" y="286"/>
                    <a:pt x="126" y="336"/>
                  </a:cubicBezTo>
                  <a:cubicBezTo>
                    <a:pt x="602" y="586"/>
                    <a:pt x="1053" y="837"/>
                    <a:pt x="1530" y="1088"/>
                  </a:cubicBezTo>
                  <a:cubicBezTo>
                    <a:pt x="1558" y="1102"/>
                    <a:pt x="1586" y="1108"/>
                    <a:pt x="1613" y="1108"/>
                  </a:cubicBezTo>
                  <a:cubicBezTo>
                    <a:pt x="1682" y="1108"/>
                    <a:pt x="1744" y="1067"/>
                    <a:pt x="1780" y="1012"/>
                  </a:cubicBezTo>
                  <a:cubicBezTo>
                    <a:pt x="1805" y="912"/>
                    <a:pt x="1780" y="812"/>
                    <a:pt x="1680" y="762"/>
                  </a:cubicBezTo>
                  <a:cubicBezTo>
                    <a:pt x="1229" y="511"/>
                    <a:pt x="753" y="261"/>
                    <a:pt x="277" y="10"/>
                  </a:cubicBezTo>
                  <a:cubicBezTo>
                    <a:pt x="253" y="4"/>
                    <a:pt x="229" y="1"/>
                    <a:pt x="2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6" name="Google Shape;2496;p29"/>
            <p:cNvSpPr/>
            <p:nvPr/>
          </p:nvSpPr>
          <p:spPr>
            <a:xfrm>
              <a:off x="6259803" y="2988510"/>
              <a:ext cx="36294" cy="10657"/>
            </a:xfrm>
            <a:custGeom>
              <a:rect b="b" l="l" r="r" t="t"/>
              <a:pathLst>
                <a:path extrusionOk="0" h="530" w="1805">
                  <a:moveTo>
                    <a:pt x="191" y="1"/>
                  </a:moveTo>
                  <a:cubicBezTo>
                    <a:pt x="129" y="1"/>
                    <a:pt x="63" y="29"/>
                    <a:pt x="25" y="85"/>
                  </a:cubicBezTo>
                  <a:cubicBezTo>
                    <a:pt x="0" y="186"/>
                    <a:pt x="25" y="311"/>
                    <a:pt x="100" y="336"/>
                  </a:cubicBezTo>
                  <a:cubicBezTo>
                    <a:pt x="480" y="469"/>
                    <a:pt x="874" y="530"/>
                    <a:pt x="1261" y="530"/>
                  </a:cubicBezTo>
                  <a:cubicBezTo>
                    <a:pt x="1385" y="530"/>
                    <a:pt x="1508" y="524"/>
                    <a:pt x="1629" y="511"/>
                  </a:cubicBezTo>
                  <a:cubicBezTo>
                    <a:pt x="1730" y="486"/>
                    <a:pt x="1805" y="411"/>
                    <a:pt x="1805" y="311"/>
                  </a:cubicBezTo>
                  <a:cubicBezTo>
                    <a:pt x="1783" y="224"/>
                    <a:pt x="1723" y="156"/>
                    <a:pt x="1642" y="156"/>
                  </a:cubicBezTo>
                  <a:cubicBezTo>
                    <a:pt x="1630" y="156"/>
                    <a:pt x="1617" y="157"/>
                    <a:pt x="1604" y="161"/>
                  </a:cubicBezTo>
                  <a:cubicBezTo>
                    <a:pt x="1491" y="173"/>
                    <a:pt x="1379" y="179"/>
                    <a:pt x="1266" y="179"/>
                  </a:cubicBezTo>
                  <a:cubicBezTo>
                    <a:pt x="928" y="179"/>
                    <a:pt x="589" y="123"/>
                    <a:pt x="251" y="10"/>
                  </a:cubicBezTo>
                  <a:cubicBezTo>
                    <a:pt x="232" y="4"/>
                    <a:pt x="212" y="1"/>
                    <a:pt x="1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29"/>
            <p:cNvSpPr/>
            <p:nvPr/>
          </p:nvSpPr>
          <p:spPr>
            <a:xfrm>
              <a:off x="6255721" y="3015816"/>
              <a:ext cx="39370" cy="14457"/>
            </a:xfrm>
            <a:custGeom>
              <a:rect b="b" l="l" r="r" t="t"/>
              <a:pathLst>
                <a:path extrusionOk="0" h="719" w="1958">
                  <a:moveTo>
                    <a:pt x="1813" y="1"/>
                  </a:moveTo>
                  <a:cubicBezTo>
                    <a:pt x="1802" y="1"/>
                    <a:pt x="1792" y="2"/>
                    <a:pt x="1782" y="6"/>
                  </a:cubicBezTo>
                  <a:cubicBezTo>
                    <a:pt x="1231" y="81"/>
                    <a:pt x="704" y="206"/>
                    <a:pt x="203" y="382"/>
                  </a:cubicBezTo>
                  <a:cubicBezTo>
                    <a:pt x="1" y="449"/>
                    <a:pt x="81" y="719"/>
                    <a:pt x="263" y="719"/>
                  </a:cubicBezTo>
                  <a:cubicBezTo>
                    <a:pt x="283" y="719"/>
                    <a:pt x="305" y="715"/>
                    <a:pt x="329" y="707"/>
                  </a:cubicBezTo>
                  <a:cubicBezTo>
                    <a:pt x="805" y="557"/>
                    <a:pt x="1306" y="432"/>
                    <a:pt x="1807" y="356"/>
                  </a:cubicBezTo>
                  <a:cubicBezTo>
                    <a:pt x="1882" y="331"/>
                    <a:pt x="1958" y="256"/>
                    <a:pt x="1958" y="156"/>
                  </a:cubicBezTo>
                  <a:cubicBezTo>
                    <a:pt x="1958" y="69"/>
                    <a:pt x="1882" y="1"/>
                    <a:pt x="18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29"/>
            <p:cNvSpPr/>
            <p:nvPr/>
          </p:nvSpPr>
          <p:spPr>
            <a:xfrm>
              <a:off x="6342444" y="3115066"/>
              <a:ext cx="14136" cy="21515"/>
            </a:xfrm>
            <a:custGeom>
              <a:rect b="b" l="l" r="r" t="t"/>
              <a:pathLst>
                <a:path extrusionOk="0" h="1070" w="703">
                  <a:moveTo>
                    <a:pt x="168" y="1"/>
                  </a:moveTo>
                  <a:cubicBezTo>
                    <a:pt x="153" y="1"/>
                    <a:pt x="139" y="3"/>
                    <a:pt x="126" y="7"/>
                  </a:cubicBezTo>
                  <a:cubicBezTo>
                    <a:pt x="76" y="32"/>
                    <a:pt x="26" y="57"/>
                    <a:pt x="26" y="107"/>
                  </a:cubicBezTo>
                  <a:cubicBezTo>
                    <a:pt x="1" y="157"/>
                    <a:pt x="1" y="182"/>
                    <a:pt x="1" y="233"/>
                  </a:cubicBezTo>
                  <a:cubicBezTo>
                    <a:pt x="76" y="508"/>
                    <a:pt x="201" y="784"/>
                    <a:pt x="351" y="1009"/>
                  </a:cubicBezTo>
                  <a:cubicBezTo>
                    <a:pt x="393" y="1051"/>
                    <a:pt x="442" y="1069"/>
                    <a:pt x="490" y="1069"/>
                  </a:cubicBezTo>
                  <a:cubicBezTo>
                    <a:pt x="529" y="1069"/>
                    <a:pt x="568" y="1057"/>
                    <a:pt x="602" y="1035"/>
                  </a:cubicBezTo>
                  <a:cubicBezTo>
                    <a:pt x="677" y="984"/>
                    <a:pt x="702" y="884"/>
                    <a:pt x="652" y="809"/>
                  </a:cubicBezTo>
                  <a:cubicBezTo>
                    <a:pt x="602" y="734"/>
                    <a:pt x="577" y="684"/>
                    <a:pt x="552" y="634"/>
                  </a:cubicBezTo>
                  <a:cubicBezTo>
                    <a:pt x="527" y="608"/>
                    <a:pt x="527" y="608"/>
                    <a:pt x="527" y="583"/>
                  </a:cubicBezTo>
                  <a:cubicBezTo>
                    <a:pt x="527" y="583"/>
                    <a:pt x="516" y="561"/>
                    <a:pt x="508" y="561"/>
                  </a:cubicBezTo>
                  <a:cubicBezTo>
                    <a:pt x="505" y="561"/>
                    <a:pt x="502" y="567"/>
                    <a:pt x="502" y="583"/>
                  </a:cubicBezTo>
                  <a:cubicBezTo>
                    <a:pt x="502" y="558"/>
                    <a:pt x="477" y="508"/>
                    <a:pt x="477" y="483"/>
                  </a:cubicBezTo>
                  <a:cubicBezTo>
                    <a:pt x="427" y="383"/>
                    <a:pt x="376" y="258"/>
                    <a:pt x="351" y="132"/>
                  </a:cubicBezTo>
                  <a:cubicBezTo>
                    <a:pt x="331" y="49"/>
                    <a:pt x="241" y="1"/>
                    <a:pt x="1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29"/>
            <p:cNvSpPr/>
            <p:nvPr/>
          </p:nvSpPr>
          <p:spPr>
            <a:xfrm>
              <a:off x="6323302" y="3122044"/>
              <a:ext cx="17152" cy="21515"/>
            </a:xfrm>
            <a:custGeom>
              <a:rect b="b" l="l" r="r" t="t"/>
              <a:pathLst>
                <a:path extrusionOk="0" h="1070" w="853">
                  <a:moveTo>
                    <a:pt x="214" y="1"/>
                  </a:moveTo>
                  <a:cubicBezTo>
                    <a:pt x="166" y="1"/>
                    <a:pt x="117" y="20"/>
                    <a:pt x="75" y="61"/>
                  </a:cubicBezTo>
                  <a:cubicBezTo>
                    <a:pt x="0" y="136"/>
                    <a:pt x="25" y="261"/>
                    <a:pt x="100" y="312"/>
                  </a:cubicBezTo>
                  <a:cubicBezTo>
                    <a:pt x="125" y="337"/>
                    <a:pt x="151" y="362"/>
                    <a:pt x="176" y="387"/>
                  </a:cubicBezTo>
                  <a:cubicBezTo>
                    <a:pt x="176" y="387"/>
                    <a:pt x="201" y="412"/>
                    <a:pt x="201" y="412"/>
                  </a:cubicBezTo>
                  <a:cubicBezTo>
                    <a:pt x="201" y="412"/>
                    <a:pt x="226" y="437"/>
                    <a:pt x="226" y="437"/>
                  </a:cubicBezTo>
                  <a:cubicBezTo>
                    <a:pt x="276" y="487"/>
                    <a:pt x="301" y="537"/>
                    <a:pt x="351" y="612"/>
                  </a:cubicBezTo>
                  <a:cubicBezTo>
                    <a:pt x="351" y="637"/>
                    <a:pt x="376" y="662"/>
                    <a:pt x="401" y="688"/>
                  </a:cubicBezTo>
                  <a:cubicBezTo>
                    <a:pt x="401" y="713"/>
                    <a:pt x="401" y="713"/>
                    <a:pt x="401" y="713"/>
                  </a:cubicBezTo>
                  <a:cubicBezTo>
                    <a:pt x="426" y="713"/>
                    <a:pt x="426" y="738"/>
                    <a:pt x="426" y="763"/>
                  </a:cubicBezTo>
                  <a:cubicBezTo>
                    <a:pt x="451" y="813"/>
                    <a:pt x="476" y="888"/>
                    <a:pt x="501" y="938"/>
                  </a:cubicBezTo>
                  <a:cubicBezTo>
                    <a:pt x="522" y="1021"/>
                    <a:pt x="612" y="1070"/>
                    <a:pt x="685" y="1070"/>
                  </a:cubicBezTo>
                  <a:cubicBezTo>
                    <a:pt x="700" y="1070"/>
                    <a:pt x="714" y="1068"/>
                    <a:pt x="727" y="1063"/>
                  </a:cubicBezTo>
                  <a:cubicBezTo>
                    <a:pt x="827" y="1013"/>
                    <a:pt x="852" y="913"/>
                    <a:pt x="827" y="838"/>
                  </a:cubicBezTo>
                  <a:cubicBezTo>
                    <a:pt x="727" y="537"/>
                    <a:pt x="552" y="261"/>
                    <a:pt x="326" y="36"/>
                  </a:cubicBezTo>
                  <a:cubicBezTo>
                    <a:pt x="292" y="13"/>
                    <a:pt x="253" y="1"/>
                    <a:pt x="21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p29"/>
            <p:cNvSpPr/>
            <p:nvPr/>
          </p:nvSpPr>
          <p:spPr>
            <a:xfrm>
              <a:off x="6375200" y="2919139"/>
              <a:ext cx="19162" cy="24933"/>
            </a:xfrm>
            <a:custGeom>
              <a:rect b="b" l="l" r="r" t="t"/>
              <a:pathLst>
                <a:path extrusionOk="0" h="1240" w="953">
                  <a:moveTo>
                    <a:pt x="187" y="1"/>
                  </a:moveTo>
                  <a:cubicBezTo>
                    <a:pt x="157" y="1"/>
                    <a:pt x="127" y="9"/>
                    <a:pt x="101" y="27"/>
                  </a:cubicBezTo>
                  <a:cubicBezTo>
                    <a:pt x="1" y="77"/>
                    <a:pt x="1" y="202"/>
                    <a:pt x="51" y="277"/>
                  </a:cubicBezTo>
                  <a:cubicBezTo>
                    <a:pt x="226" y="578"/>
                    <a:pt x="427" y="879"/>
                    <a:pt x="602" y="1180"/>
                  </a:cubicBezTo>
                  <a:cubicBezTo>
                    <a:pt x="630" y="1221"/>
                    <a:pt x="680" y="1240"/>
                    <a:pt x="732" y="1240"/>
                  </a:cubicBezTo>
                  <a:cubicBezTo>
                    <a:pt x="775" y="1240"/>
                    <a:pt x="819" y="1227"/>
                    <a:pt x="853" y="1205"/>
                  </a:cubicBezTo>
                  <a:cubicBezTo>
                    <a:pt x="928" y="1154"/>
                    <a:pt x="953" y="1054"/>
                    <a:pt x="903" y="979"/>
                  </a:cubicBezTo>
                  <a:cubicBezTo>
                    <a:pt x="702" y="678"/>
                    <a:pt x="527" y="377"/>
                    <a:pt x="326" y="77"/>
                  </a:cubicBezTo>
                  <a:cubicBezTo>
                    <a:pt x="294" y="28"/>
                    <a:pt x="241" y="1"/>
                    <a:pt x="18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29"/>
            <p:cNvSpPr/>
            <p:nvPr/>
          </p:nvSpPr>
          <p:spPr>
            <a:xfrm>
              <a:off x="6366131" y="2932571"/>
              <a:ext cx="14638" cy="19524"/>
            </a:xfrm>
            <a:custGeom>
              <a:rect b="b" l="l" r="r" t="t"/>
              <a:pathLst>
                <a:path extrusionOk="0" h="971" w="728">
                  <a:moveTo>
                    <a:pt x="210" y="0"/>
                  </a:moveTo>
                  <a:cubicBezTo>
                    <a:pt x="173" y="0"/>
                    <a:pt x="135" y="13"/>
                    <a:pt x="101" y="35"/>
                  </a:cubicBezTo>
                  <a:cubicBezTo>
                    <a:pt x="51" y="35"/>
                    <a:pt x="26" y="85"/>
                    <a:pt x="26" y="136"/>
                  </a:cubicBezTo>
                  <a:cubicBezTo>
                    <a:pt x="0" y="186"/>
                    <a:pt x="26" y="236"/>
                    <a:pt x="51" y="261"/>
                  </a:cubicBezTo>
                  <a:cubicBezTo>
                    <a:pt x="176" y="486"/>
                    <a:pt x="301" y="687"/>
                    <a:pt x="401" y="887"/>
                  </a:cubicBezTo>
                  <a:cubicBezTo>
                    <a:pt x="431" y="946"/>
                    <a:pt x="486" y="970"/>
                    <a:pt x="542" y="970"/>
                  </a:cubicBezTo>
                  <a:cubicBezTo>
                    <a:pt x="581" y="970"/>
                    <a:pt x="621" y="958"/>
                    <a:pt x="652" y="938"/>
                  </a:cubicBezTo>
                  <a:cubicBezTo>
                    <a:pt x="702" y="913"/>
                    <a:pt x="727" y="862"/>
                    <a:pt x="727" y="837"/>
                  </a:cubicBezTo>
                  <a:cubicBezTo>
                    <a:pt x="727" y="787"/>
                    <a:pt x="727" y="737"/>
                    <a:pt x="702" y="687"/>
                  </a:cubicBezTo>
                  <a:cubicBezTo>
                    <a:pt x="577" y="486"/>
                    <a:pt x="452" y="286"/>
                    <a:pt x="326" y="60"/>
                  </a:cubicBezTo>
                  <a:cubicBezTo>
                    <a:pt x="299" y="19"/>
                    <a:pt x="256" y="0"/>
                    <a:pt x="2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29"/>
            <p:cNvSpPr/>
            <p:nvPr/>
          </p:nvSpPr>
          <p:spPr>
            <a:xfrm>
              <a:off x="6541006" y="2969649"/>
              <a:ext cx="12607" cy="17574"/>
            </a:xfrm>
            <a:custGeom>
              <a:rect b="b" l="l" r="r" t="t"/>
              <a:pathLst>
                <a:path extrusionOk="0" h="874" w="627">
                  <a:moveTo>
                    <a:pt x="222" y="1"/>
                  </a:moveTo>
                  <a:cubicBezTo>
                    <a:pt x="171" y="1"/>
                    <a:pt x="119" y="27"/>
                    <a:pt x="75" y="71"/>
                  </a:cubicBezTo>
                  <a:cubicBezTo>
                    <a:pt x="0" y="121"/>
                    <a:pt x="25" y="246"/>
                    <a:pt x="101" y="297"/>
                  </a:cubicBezTo>
                  <a:cubicBezTo>
                    <a:pt x="126" y="322"/>
                    <a:pt x="151" y="347"/>
                    <a:pt x="151" y="372"/>
                  </a:cubicBezTo>
                  <a:cubicBezTo>
                    <a:pt x="151" y="356"/>
                    <a:pt x="151" y="350"/>
                    <a:pt x="144" y="342"/>
                  </a:cubicBezTo>
                  <a:lnTo>
                    <a:pt x="144" y="342"/>
                  </a:lnTo>
                  <a:cubicBezTo>
                    <a:pt x="176" y="378"/>
                    <a:pt x="197" y="414"/>
                    <a:pt x="215" y="451"/>
                  </a:cubicBezTo>
                  <a:lnTo>
                    <a:pt x="215" y="451"/>
                  </a:lnTo>
                  <a:cubicBezTo>
                    <a:pt x="212" y="448"/>
                    <a:pt x="207" y="447"/>
                    <a:pt x="201" y="447"/>
                  </a:cubicBezTo>
                  <a:cubicBezTo>
                    <a:pt x="251" y="497"/>
                    <a:pt x="276" y="572"/>
                    <a:pt x="276" y="622"/>
                  </a:cubicBezTo>
                  <a:cubicBezTo>
                    <a:pt x="276" y="654"/>
                    <a:pt x="276" y="681"/>
                    <a:pt x="276" y="698"/>
                  </a:cubicBezTo>
                  <a:cubicBezTo>
                    <a:pt x="276" y="798"/>
                    <a:pt x="376" y="873"/>
                    <a:pt x="476" y="873"/>
                  </a:cubicBezTo>
                  <a:cubicBezTo>
                    <a:pt x="577" y="873"/>
                    <a:pt x="627" y="773"/>
                    <a:pt x="627" y="673"/>
                  </a:cubicBezTo>
                  <a:cubicBezTo>
                    <a:pt x="627" y="447"/>
                    <a:pt x="502" y="196"/>
                    <a:pt x="326" y="46"/>
                  </a:cubicBezTo>
                  <a:cubicBezTo>
                    <a:pt x="295" y="14"/>
                    <a:pt x="259" y="1"/>
                    <a:pt x="2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29"/>
            <p:cNvSpPr/>
            <p:nvPr/>
          </p:nvSpPr>
          <p:spPr>
            <a:xfrm>
              <a:off x="6521844" y="2971378"/>
              <a:ext cx="18680" cy="24793"/>
            </a:xfrm>
            <a:custGeom>
              <a:rect b="b" l="l" r="r" t="t"/>
              <a:pathLst>
                <a:path extrusionOk="0" h="1233" w="929">
                  <a:moveTo>
                    <a:pt x="232" y="0"/>
                  </a:moveTo>
                  <a:cubicBezTo>
                    <a:pt x="191" y="0"/>
                    <a:pt x="146" y="13"/>
                    <a:pt x="101" y="35"/>
                  </a:cubicBezTo>
                  <a:cubicBezTo>
                    <a:pt x="26" y="85"/>
                    <a:pt x="1" y="211"/>
                    <a:pt x="76" y="286"/>
                  </a:cubicBezTo>
                  <a:cubicBezTo>
                    <a:pt x="176" y="411"/>
                    <a:pt x="252" y="561"/>
                    <a:pt x="352" y="687"/>
                  </a:cubicBezTo>
                  <a:cubicBezTo>
                    <a:pt x="377" y="737"/>
                    <a:pt x="377" y="762"/>
                    <a:pt x="402" y="787"/>
                  </a:cubicBezTo>
                  <a:cubicBezTo>
                    <a:pt x="427" y="812"/>
                    <a:pt x="427" y="837"/>
                    <a:pt x="427" y="862"/>
                  </a:cubicBezTo>
                  <a:cubicBezTo>
                    <a:pt x="447" y="862"/>
                    <a:pt x="467" y="894"/>
                    <a:pt x="461" y="894"/>
                  </a:cubicBezTo>
                  <a:cubicBezTo>
                    <a:pt x="460" y="894"/>
                    <a:pt x="457" y="892"/>
                    <a:pt x="452" y="887"/>
                  </a:cubicBezTo>
                  <a:lnTo>
                    <a:pt x="452" y="887"/>
                  </a:lnTo>
                  <a:cubicBezTo>
                    <a:pt x="502" y="962"/>
                    <a:pt x="527" y="1038"/>
                    <a:pt x="577" y="1113"/>
                  </a:cubicBezTo>
                  <a:cubicBezTo>
                    <a:pt x="596" y="1186"/>
                    <a:pt x="654" y="1233"/>
                    <a:pt x="724" y="1233"/>
                  </a:cubicBezTo>
                  <a:cubicBezTo>
                    <a:pt x="749" y="1233"/>
                    <a:pt x="776" y="1227"/>
                    <a:pt x="803" y="1213"/>
                  </a:cubicBezTo>
                  <a:cubicBezTo>
                    <a:pt x="878" y="1188"/>
                    <a:pt x="928" y="1088"/>
                    <a:pt x="903" y="988"/>
                  </a:cubicBezTo>
                  <a:cubicBezTo>
                    <a:pt x="753" y="662"/>
                    <a:pt x="577" y="361"/>
                    <a:pt x="352" y="60"/>
                  </a:cubicBezTo>
                  <a:cubicBezTo>
                    <a:pt x="324" y="19"/>
                    <a:pt x="281"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p29"/>
            <p:cNvSpPr/>
            <p:nvPr/>
          </p:nvSpPr>
          <p:spPr>
            <a:xfrm>
              <a:off x="6525905" y="3070086"/>
              <a:ext cx="40557" cy="30403"/>
            </a:xfrm>
            <a:custGeom>
              <a:rect b="b" l="l" r="r" t="t"/>
              <a:pathLst>
                <a:path extrusionOk="0" h="1512" w="2017">
                  <a:moveTo>
                    <a:pt x="1758" y="0"/>
                  </a:moveTo>
                  <a:cubicBezTo>
                    <a:pt x="1712" y="0"/>
                    <a:pt x="1666" y="19"/>
                    <a:pt x="1628" y="64"/>
                  </a:cubicBezTo>
                  <a:cubicBezTo>
                    <a:pt x="1253" y="565"/>
                    <a:pt x="751" y="941"/>
                    <a:pt x="175" y="1166"/>
                  </a:cubicBezTo>
                  <a:cubicBezTo>
                    <a:pt x="1" y="1253"/>
                    <a:pt x="72" y="1511"/>
                    <a:pt x="226" y="1511"/>
                  </a:cubicBezTo>
                  <a:cubicBezTo>
                    <a:pt x="249" y="1511"/>
                    <a:pt x="274" y="1505"/>
                    <a:pt x="300" y="1492"/>
                  </a:cubicBezTo>
                  <a:cubicBezTo>
                    <a:pt x="927" y="1241"/>
                    <a:pt x="1503" y="840"/>
                    <a:pt x="1904" y="314"/>
                  </a:cubicBezTo>
                  <a:cubicBezTo>
                    <a:pt x="2017" y="164"/>
                    <a:pt x="1891" y="0"/>
                    <a:pt x="17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29"/>
            <p:cNvSpPr/>
            <p:nvPr/>
          </p:nvSpPr>
          <p:spPr>
            <a:xfrm>
              <a:off x="6547058" y="3073967"/>
              <a:ext cx="16146" cy="17232"/>
            </a:xfrm>
            <a:custGeom>
              <a:rect b="b" l="l" r="r" t="t"/>
              <a:pathLst>
                <a:path extrusionOk="0" h="857" w="803">
                  <a:moveTo>
                    <a:pt x="193" y="1"/>
                  </a:moveTo>
                  <a:cubicBezTo>
                    <a:pt x="125" y="1"/>
                    <a:pt x="68" y="42"/>
                    <a:pt x="50" y="96"/>
                  </a:cubicBezTo>
                  <a:cubicBezTo>
                    <a:pt x="0" y="171"/>
                    <a:pt x="50" y="297"/>
                    <a:pt x="125" y="322"/>
                  </a:cubicBezTo>
                  <a:cubicBezTo>
                    <a:pt x="142" y="338"/>
                    <a:pt x="170" y="355"/>
                    <a:pt x="194" y="364"/>
                  </a:cubicBezTo>
                  <a:lnTo>
                    <a:pt x="194" y="364"/>
                  </a:lnTo>
                  <a:cubicBezTo>
                    <a:pt x="189" y="361"/>
                    <a:pt x="184" y="355"/>
                    <a:pt x="175" y="347"/>
                  </a:cubicBezTo>
                  <a:lnTo>
                    <a:pt x="175" y="347"/>
                  </a:lnTo>
                  <a:cubicBezTo>
                    <a:pt x="186" y="354"/>
                    <a:pt x="197" y="361"/>
                    <a:pt x="207" y="369"/>
                  </a:cubicBezTo>
                  <a:lnTo>
                    <a:pt x="207" y="369"/>
                  </a:lnTo>
                  <a:cubicBezTo>
                    <a:pt x="203" y="367"/>
                    <a:pt x="198" y="366"/>
                    <a:pt x="194" y="364"/>
                  </a:cubicBezTo>
                  <a:lnTo>
                    <a:pt x="194" y="364"/>
                  </a:lnTo>
                  <a:cubicBezTo>
                    <a:pt x="200" y="369"/>
                    <a:pt x="204" y="371"/>
                    <a:pt x="210" y="371"/>
                  </a:cubicBezTo>
                  <a:lnTo>
                    <a:pt x="210" y="371"/>
                  </a:lnTo>
                  <a:cubicBezTo>
                    <a:pt x="209" y="370"/>
                    <a:pt x="208" y="370"/>
                    <a:pt x="207" y="369"/>
                  </a:cubicBezTo>
                  <a:lnTo>
                    <a:pt x="207" y="369"/>
                  </a:lnTo>
                  <a:cubicBezTo>
                    <a:pt x="214" y="371"/>
                    <a:pt x="220" y="372"/>
                    <a:pt x="226" y="372"/>
                  </a:cubicBezTo>
                  <a:cubicBezTo>
                    <a:pt x="219" y="372"/>
                    <a:pt x="214" y="372"/>
                    <a:pt x="210" y="371"/>
                  </a:cubicBezTo>
                  <a:lnTo>
                    <a:pt x="210" y="371"/>
                  </a:lnTo>
                  <a:cubicBezTo>
                    <a:pt x="266" y="413"/>
                    <a:pt x="305" y="455"/>
                    <a:pt x="326" y="497"/>
                  </a:cubicBezTo>
                  <a:cubicBezTo>
                    <a:pt x="326" y="481"/>
                    <a:pt x="326" y="475"/>
                    <a:pt x="319" y="466"/>
                  </a:cubicBezTo>
                  <a:lnTo>
                    <a:pt x="319" y="466"/>
                  </a:lnTo>
                  <a:cubicBezTo>
                    <a:pt x="350" y="500"/>
                    <a:pt x="379" y="542"/>
                    <a:pt x="402" y="578"/>
                  </a:cubicBezTo>
                  <a:lnTo>
                    <a:pt x="402" y="578"/>
                  </a:lnTo>
                  <a:cubicBezTo>
                    <a:pt x="401" y="576"/>
                    <a:pt x="401" y="574"/>
                    <a:pt x="401" y="572"/>
                  </a:cubicBezTo>
                  <a:lnTo>
                    <a:pt x="401" y="572"/>
                  </a:lnTo>
                  <a:cubicBezTo>
                    <a:pt x="402" y="576"/>
                    <a:pt x="404" y="581"/>
                    <a:pt x="405" y="585"/>
                  </a:cubicBezTo>
                  <a:lnTo>
                    <a:pt x="405" y="585"/>
                  </a:lnTo>
                  <a:cubicBezTo>
                    <a:pt x="404" y="583"/>
                    <a:pt x="403" y="581"/>
                    <a:pt x="402" y="578"/>
                  </a:cubicBezTo>
                  <a:lnTo>
                    <a:pt x="402" y="578"/>
                  </a:lnTo>
                  <a:cubicBezTo>
                    <a:pt x="403" y="588"/>
                    <a:pt x="408" y="598"/>
                    <a:pt x="413" y="605"/>
                  </a:cubicBezTo>
                  <a:lnTo>
                    <a:pt x="413" y="605"/>
                  </a:lnTo>
                  <a:cubicBezTo>
                    <a:pt x="410" y="599"/>
                    <a:pt x="408" y="592"/>
                    <a:pt x="405" y="585"/>
                  </a:cubicBezTo>
                  <a:lnTo>
                    <a:pt x="405" y="585"/>
                  </a:lnTo>
                  <a:cubicBezTo>
                    <a:pt x="413" y="598"/>
                    <a:pt x="420" y="611"/>
                    <a:pt x="426" y="622"/>
                  </a:cubicBezTo>
                  <a:cubicBezTo>
                    <a:pt x="426" y="622"/>
                    <a:pt x="419" y="615"/>
                    <a:pt x="413" y="605"/>
                  </a:cubicBezTo>
                  <a:lnTo>
                    <a:pt x="413" y="605"/>
                  </a:lnTo>
                  <a:cubicBezTo>
                    <a:pt x="434" y="663"/>
                    <a:pt x="455" y="705"/>
                    <a:pt x="476" y="748"/>
                  </a:cubicBezTo>
                  <a:cubicBezTo>
                    <a:pt x="495" y="824"/>
                    <a:pt x="558" y="857"/>
                    <a:pt x="632" y="857"/>
                  </a:cubicBezTo>
                  <a:cubicBezTo>
                    <a:pt x="654" y="857"/>
                    <a:pt x="678" y="854"/>
                    <a:pt x="702" y="848"/>
                  </a:cubicBezTo>
                  <a:cubicBezTo>
                    <a:pt x="727" y="848"/>
                    <a:pt x="777" y="798"/>
                    <a:pt x="802" y="773"/>
                  </a:cubicBezTo>
                  <a:cubicBezTo>
                    <a:pt x="802" y="723"/>
                    <a:pt x="802" y="673"/>
                    <a:pt x="802" y="622"/>
                  </a:cubicBezTo>
                  <a:cubicBezTo>
                    <a:pt x="727" y="347"/>
                    <a:pt x="526" y="121"/>
                    <a:pt x="276" y="21"/>
                  </a:cubicBezTo>
                  <a:cubicBezTo>
                    <a:pt x="248" y="7"/>
                    <a:pt x="220" y="1"/>
                    <a:pt x="19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6" name="Google Shape;2506;p29"/>
            <p:cNvSpPr/>
            <p:nvPr/>
          </p:nvSpPr>
          <p:spPr>
            <a:xfrm>
              <a:off x="6533446" y="3083236"/>
              <a:ext cx="19162" cy="20892"/>
            </a:xfrm>
            <a:custGeom>
              <a:rect b="b" l="l" r="r" t="t"/>
              <a:pathLst>
                <a:path extrusionOk="0" h="1039" w="953">
                  <a:moveTo>
                    <a:pt x="157" y="1"/>
                  </a:moveTo>
                  <a:cubicBezTo>
                    <a:pt x="123" y="1"/>
                    <a:pt x="93" y="18"/>
                    <a:pt x="76" y="36"/>
                  </a:cubicBezTo>
                  <a:cubicBezTo>
                    <a:pt x="25" y="61"/>
                    <a:pt x="0" y="111"/>
                    <a:pt x="0" y="136"/>
                  </a:cubicBezTo>
                  <a:cubicBezTo>
                    <a:pt x="0" y="186"/>
                    <a:pt x="0" y="237"/>
                    <a:pt x="25" y="287"/>
                  </a:cubicBezTo>
                  <a:cubicBezTo>
                    <a:pt x="226" y="512"/>
                    <a:pt x="426" y="738"/>
                    <a:pt x="627" y="963"/>
                  </a:cubicBezTo>
                  <a:cubicBezTo>
                    <a:pt x="677" y="988"/>
                    <a:pt x="702" y="1014"/>
                    <a:pt x="752" y="1039"/>
                  </a:cubicBezTo>
                  <a:cubicBezTo>
                    <a:pt x="802" y="1039"/>
                    <a:pt x="852" y="1039"/>
                    <a:pt x="878" y="1014"/>
                  </a:cubicBezTo>
                  <a:cubicBezTo>
                    <a:pt x="928" y="988"/>
                    <a:pt x="953" y="938"/>
                    <a:pt x="953" y="888"/>
                  </a:cubicBezTo>
                  <a:cubicBezTo>
                    <a:pt x="953" y="863"/>
                    <a:pt x="953" y="788"/>
                    <a:pt x="928" y="763"/>
                  </a:cubicBezTo>
                  <a:cubicBezTo>
                    <a:pt x="727" y="537"/>
                    <a:pt x="527" y="312"/>
                    <a:pt x="326" y="86"/>
                  </a:cubicBezTo>
                  <a:cubicBezTo>
                    <a:pt x="276" y="36"/>
                    <a:pt x="251" y="11"/>
                    <a:pt x="201" y="11"/>
                  </a:cubicBezTo>
                  <a:cubicBezTo>
                    <a:pt x="186" y="4"/>
                    <a:pt x="171" y="1"/>
                    <a:pt x="15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7" name="Google Shape;2507;p29"/>
            <p:cNvSpPr/>
            <p:nvPr/>
          </p:nvSpPr>
          <p:spPr>
            <a:xfrm>
              <a:off x="6516817" y="3170503"/>
              <a:ext cx="12607" cy="18921"/>
            </a:xfrm>
            <a:custGeom>
              <a:rect b="b" l="l" r="r" t="t"/>
              <a:pathLst>
                <a:path extrusionOk="0" h="941" w="627">
                  <a:moveTo>
                    <a:pt x="178" y="0"/>
                  </a:moveTo>
                  <a:cubicBezTo>
                    <a:pt x="161" y="0"/>
                    <a:pt x="143" y="2"/>
                    <a:pt x="126" y="7"/>
                  </a:cubicBezTo>
                  <a:cubicBezTo>
                    <a:pt x="50" y="32"/>
                    <a:pt x="0" y="157"/>
                    <a:pt x="25" y="232"/>
                  </a:cubicBezTo>
                  <a:cubicBezTo>
                    <a:pt x="101" y="433"/>
                    <a:pt x="176" y="633"/>
                    <a:pt x="251" y="834"/>
                  </a:cubicBezTo>
                  <a:cubicBezTo>
                    <a:pt x="292" y="896"/>
                    <a:pt x="367" y="941"/>
                    <a:pt x="435" y="941"/>
                  </a:cubicBezTo>
                  <a:cubicBezTo>
                    <a:pt x="449" y="941"/>
                    <a:pt x="463" y="939"/>
                    <a:pt x="476" y="934"/>
                  </a:cubicBezTo>
                  <a:cubicBezTo>
                    <a:pt x="577" y="909"/>
                    <a:pt x="627" y="784"/>
                    <a:pt x="602" y="709"/>
                  </a:cubicBezTo>
                  <a:lnTo>
                    <a:pt x="351" y="107"/>
                  </a:lnTo>
                  <a:cubicBezTo>
                    <a:pt x="331" y="45"/>
                    <a:pt x="259" y="0"/>
                    <a:pt x="1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p29"/>
            <p:cNvSpPr/>
            <p:nvPr/>
          </p:nvSpPr>
          <p:spPr>
            <a:xfrm>
              <a:off x="6503707" y="3175670"/>
              <a:ext cx="11099" cy="18861"/>
            </a:xfrm>
            <a:custGeom>
              <a:rect b="b" l="l" r="r" t="t"/>
              <a:pathLst>
                <a:path extrusionOk="0" h="938" w="552">
                  <a:moveTo>
                    <a:pt x="176" y="1"/>
                  </a:moveTo>
                  <a:cubicBezTo>
                    <a:pt x="76" y="1"/>
                    <a:pt x="1" y="101"/>
                    <a:pt x="1" y="176"/>
                  </a:cubicBezTo>
                  <a:cubicBezTo>
                    <a:pt x="26" y="427"/>
                    <a:pt x="101" y="652"/>
                    <a:pt x="226" y="878"/>
                  </a:cubicBezTo>
                  <a:cubicBezTo>
                    <a:pt x="254" y="919"/>
                    <a:pt x="304" y="938"/>
                    <a:pt x="356" y="938"/>
                  </a:cubicBezTo>
                  <a:cubicBezTo>
                    <a:pt x="399" y="938"/>
                    <a:pt x="443" y="925"/>
                    <a:pt x="477" y="903"/>
                  </a:cubicBezTo>
                  <a:cubicBezTo>
                    <a:pt x="502" y="878"/>
                    <a:pt x="552" y="828"/>
                    <a:pt x="552" y="803"/>
                  </a:cubicBezTo>
                  <a:cubicBezTo>
                    <a:pt x="552" y="752"/>
                    <a:pt x="552" y="702"/>
                    <a:pt x="527" y="652"/>
                  </a:cubicBezTo>
                  <a:cubicBezTo>
                    <a:pt x="502" y="652"/>
                    <a:pt x="502" y="627"/>
                    <a:pt x="502" y="627"/>
                  </a:cubicBezTo>
                  <a:cubicBezTo>
                    <a:pt x="502" y="602"/>
                    <a:pt x="477" y="602"/>
                    <a:pt x="477" y="602"/>
                  </a:cubicBezTo>
                  <a:cubicBezTo>
                    <a:pt x="477" y="577"/>
                    <a:pt x="452" y="527"/>
                    <a:pt x="452" y="502"/>
                  </a:cubicBezTo>
                  <a:cubicBezTo>
                    <a:pt x="431" y="438"/>
                    <a:pt x="409" y="393"/>
                    <a:pt x="388" y="335"/>
                  </a:cubicBezTo>
                  <a:lnTo>
                    <a:pt x="388" y="335"/>
                  </a:lnTo>
                  <a:cubicBezTo>
                    <a:pt x="392" y="340"/>
                    <a:pt x="396" y="346"/>
                    <a:pt x="402" y="351"/>
                  </a:cubicBezTo>
                  <a:cubicBezTo>
                    <a:pt x="377" y="276"/>
                    <a:pt x="377" y="226"/>
                    <a:pt x="351" y="151"/>
                  </a:cubicBezTo>
                  <a:cubicBezTo>
                    <a:pt x="351" y="51"/>
                    <a:pt x="276" y="1"/>
                    <a:pt x="1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9" name="Google Shape;2509;p29"/>
            <p:cNvSpPr/>
            <p:nvPr/>
          </p:nvSpPr>
          <p:spPr>
            <a:xfrm>
              <a:off x="6378216" y="3017927"/>
              <a:ext cx="9611" cy="7581"/>
            </a:xfrm>
            <a:custGeom>
              <a:rect b="b" l="l" r="r" t="t"/>
              <a:pathLst>
                <a:path extrusionOk="0" h="377" w="478">
                  <a:moveTo>
                    <a:pt x="227" y="1"/>
                  </a:moveTo>
                  <a:cubicBezTo>
                    <a:pt x="1" y="26"/>
                    <a:pt x="26" y="377"/>
                    <a:pt x="252" y="377"/>
                  </a:cubicBezTo>
                  <a:cubicBezTo>
                    <a:pt x="477" y="352"/>
                    <a:pt x="452" y="1"/>
                    <a:pt x="2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0" name="Google Shape;2510;p29"/>
            <p:cNvSpPr/>
            <p:nvPr/>
          </p:nvSpPr>
          <p:spPr>
            <a:xfrm>
              <a:off x="6283489" y="3078913"/>
              <a:ext cx="8586" cy="8586"/>
            </a:xfrm>
            <a:custGeom>
              <a:rect b="b" l="l" r="r" t="t"/>
              <a:pathLst>
                <a:path extrusionOk="0" h="427" w="427">
                  <a:moveTo>
                    <a:pt x="176" y="0"/>
                  </a:moveTo>
                  <a:cubicBezTo>
                    <a:pt x="151" y="0"/>
                    <a:pt x="100" y="26"/>
                    <a:pt x="75" y="51"/>
                  </a:cubicBezTo>
                  <a:cubicBezTo>
                    <a:pt x="75" y="51"/>
                    <a:pt x="75" y="51"/>
                    <a:pt x="50" y="76"/>
                  </a:cubicBezTo>
                  <a:cubicBezTo>
                    <a:pt x="25" y="101"/>
                    <a:pt x="25" y="101"/>
                    <a:pt x="25" y="126"/>
                  </a:cubicBezTo>
                  <a:cubicBezTo>
                    <a:pt x="0" y="151"/>
                    <a:pt x="0" y="176"/>
                    <a:pt x="0" y="201"/>
                  </a:cubicBezTo>
                  <a:cubicBezTo>
                    <a:pt x="0" y="226"/>
                    <a:pt x="25" y="251"/>
                    <a:pt x="25" y="276"/>
                  </a:cubicBezTo>
                  <a:cubicBezTo>
                    <a:pt x="50" y="276"/>
                    <a:pt x="50" y="301"/>
                    <a:pt x="75" y="326"/>
                  </a:cubicBezTo>
                  <a:cubicBezTo>
                    <a:pt x="100" y="351"/>
                    <a:pt x="125" y="351"/>
                    <a:pt x="151" y="376"/>
                  </a:cubicBezTo>
                  <a:cubicBezTo>
                    <a:pt x="176" y="401"/>
                    <a:pt x="201" y="427"/>
                    <a:pt x="226" y="427"/>
                  </a:cubicBezTo>
                  <a:lnTo>
                    <a:pt x="276" y="427"/>
                  </a:lnTo>
                  <a:cubicBezTo>
                    <a:pt x="301" y="427"/>
                    <a:pt x="326" y="401"/>
                    <a:pt x="351" y="401"/>
                  </a:cubicBezTo>
                  <a:cubicBezTo>
                    <a:pt x="376" y="376"/>
                    <a:pt x="376" y="376"/>
                    <a:pt x="401" y="351"/>
                  </a:cubicBezTo>
                  <a:cubicBezTo>
                    <a:pt x="401" y="351"/>
                    <a:pt x="426" y="326"/>
                    <a:pt x="426" y="301"/>
                  </a:cubicBezTo>
                  <a:cubicBezTo>
                    <a:pt x="426" y="276"/>
                    <a:pt x="426" y="251"/>
                    <a:pt x="426" y="226"/>
                  </a:cubicBezTo>
                  <a:cubicBezTo>
                    <a:pt x="426" y="201"/>
                    <a:pt x="426" y="176"/>
                    <a:pt x="426" y="176"/>
                  </a:cubicBezTo>
                  <a:cubicBezTo>
                    <a:pt x="401" y="151"/>
                    <a:pt x="401" y="126"/>
                    <a:pt x="376" y="101"/>
                  </a:cubicBezTo>
                  <a:cubicBezTo>
                    <a:pt x="351" y="101"/>
                    <a:pt x="326" y="76"/>
                    <a:pt x="301" y="51"/>
                  </a:cubicBezTo>
                  <a:cubicBezTo>
                    <a:pt x="276" y="26"/>
                    <a:pt x="251" y="26"/>
                    <a:pt x="2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1" name="Google Shape;2511;p29"/>
            <p:cNvSpPr/>
            <p:nvPr/>
          </p:nvSpPr>
          <p:spPr>
            <a:xfrm>
              <a:off x="6592059" y="3016922"/>
              <a:ext cx="9430" cy="7098"/>
            </a:xfrm>
            <a:custGeom>
              <a:rect b="b" l="l" r="r" t="t"/>
              <a:pathLst>
                <a:path extrusionOk="0" h="353" w="469">
                  <a:moveTo>
                    <a:pt x="218" y="1"/>
                  </a:moveTo>
                  <a:cubicBezTo>
                    <a:pt x="0" y="25"/>
                    <a:pt x="16" y="353"/>
                    <a:pt x="221" y="353"/>
                  </a:cubicBezTo>
                  <a:cubicBezTo>
                    <a:pt x="228" y="353"/>
                    <a:pt x="235" y="352"/>
                    <a:pt x="243" y="352"/>
                  </a:cubicBezTo>
                  <a:cubicBezTo>
                    <a:pt x="469" y="352"/>
                    <a:pt x="444" y="1"/>
                    <a:pt x="2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2" name="Google Shape;2512;p29"/>
            <p:cNvSpPr/>
            <p:nvPr/>
          </p:nvSpPr>
          <p:spPr>
            <a:xfrm>
              <a:off x="6578446" y="2949903"/>
              <a:ext cx="9451" cy="7098"/>
            </a:xfrm>
            <a:custGeom>
              <a:rect b="b" l="l" r="r" t="t"/>
              <a:pathLst>
                <a:path extrusionOk="0" h="353" w="470">
                  <a:moveTo>
                    <a:pt x="218" y="0"/>
                  </a:moveTo>
                  <a:cubicBezTo>
                    <a:pt x="1" y="25"/>
                    <a:pt x="17" y="353"/>
                    <a:pt x="221" y="353"/>
                  </a:cubicBezTo>
                  <a:cubicBezTo>
                    <a:pt x="228" y="353"/>
                    <a:pt x="236" y="352"/>
                    <a:pt x="244" y="351"/>
                  </a:cubicBezTo>
                  <a:cubicBezTo>
                    <a:pt x="469" y="351"/>
                    <a:pt x="444" y="0"/>
                    <a:pt x="2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p29"/>
            <p:cNvSpPr/>
            <p:nvPr/>
          </p:nvSpPr>
          <p:spPr>
            <a:xfrm>
              <a:off x="6436688" y="2583022"/>
              <a:ext cx="115417" cy="180947"/>
            </a:xfrm>
            <a:custGeom>
              <a:rect b="b" l="l" r="r" t="t"/>
              <a:pathLst>
                <a:path extrusionOk="0" h="8999" w="5740">
                  <a:moveTo>
                    <a:pt x="1504" y="1"/>
                  </a:moveTo>
                  <a:lnTo>
                    <a:pt x="1228" y="427"/>
                  </a:lnTo>
                  <a:cubicBezTo>
                    <a:pt x="677" y="1354"/>
                    <a:pt x="0" y="2758"/>
                    <a:pt x="0" y="4211"/>
                  </a:cubicBezTo>
                  <a:cubicBezTo>
                    <a:pt x="0" y="4838"/>
                    <a:pt x="126" y="5414"/>
                    <a:pt x="376" y="5966"/>
                  </a:cubicBezTo>
                  <a:cubicBezTo>
                    <a:pt x="627" y="6567"/>
                    <a:pt x="1078" y="7093"/>
                    <a:pt x="1629" y="7570"/>
                  </a:cubicBezTo>
                  <a:cubicBezTo>
                    <a:pt x="2582" y="8372"/>
                    <a:pt x="3760" y="8823"/>
                    <a:pt x="5113" y="8948"/>
                  </a:cubicBezTo>
                  <a:lnTo>
                    <a:pt x="5740" y="8998"/>
                  </a:lnTo>
                  <a:lnTo>
                    <a:pt x="5639" y="8372"/>
                  </a:lnTo>
                  <a:cubicBezTo>
                    <a:pt x="5238" y="5389"/>
                    <a:pt x="5013" y="2933"/>
                    <a:pt x="4913" y="702"/>
                  </a:cubicBezTo>
                  <a:lnTo>
                    <a:pt x="4888" y="226"/>
                  </a:lnTo>
                  <a:lnTo>
                    <a:pt x="4411" y="226"/>
                  </a:lnTo>
                  <a:cubicBezTo>
                    <a:pt x="4010" y="201"/>
                    <a:pt x="3609" y="201"/>
                    <a:pt x="3208" y="176"/>
                  </a:cubicBezTo>
                  <a:lnTo>
                    <a:pt x="2632" y="126"/>
                  </a:lnTo>
                  <a:cubicBezTo>
                    <a:pt x="2356" y="101"/>
                    <a:pt x="2080" y="76"/>
                    <a:pt x="1805" y="51"/>
                  </a:cubicBezTo>
                  <a:lnTo>
                    <a:pt x="1504"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4" name="Google Shape;2514;p29"/>
            <p:cNvSpPr/>
            <p:nvPr/>
          </p:nvSpPr>
          <p:spPr>
            <a:xfrm>
              <a:off x="6432144" y="2578498"/>
              <a:ext cx="125008" cy="189996"/>
            </a:xfrm>
            <a:custGeom>
              <a:rect b="b" l="l" r="r" t="t"/>
              <a:pathLst>
                <a:path extrusionOk="0" h="9449" w="6217">
                  <a:moveTo>
                    <a:pt x="1830" y="451"/>
                  </a:moveTo>
                  <a:lnTo>
                    <a:pt x="2006" y="476"/>
                  </a:lnTo>
                  <a:cubicBezTo>
                    <a:pt x="2281" y="501"/>
                    <a:pt x="2557" y="526"/>
                    <a:pt x="2858" y="551"/>
                  </a:cubicBezTo>
                  <a:lnTo>
                    <a:pt x="3434" y="602"/>
                  </a:lnTo>
                  <a:cubicBezTo>
                    <a:pt x="3810" y="627"/>
                    <a:pt x="4236" y="652"/>
                    <a:pt x="4637" y="652"/>
                  </a:cubicBezTo>
                  <a:lnTo>
                    <a:pt x="4913" y="652"/>
                  </a:lnTo>
                  <a:lnTo>
                    <a:pt x="4913" y="927"/>
                  </a:lnTo>
                  <a:cubicBezTo>
                    <a:pt x="5013" y="3183"/>
                    <a:pt x="5264" y="5614"/>
                    <a:pt x="5665" y="8622"/>
                  </a:cubicBezTo>
                  <a:lnTo>
                    <a:pt x="5715" y="8998"/>
                  </a:lnTo>
                  <a:lnTo>
                    <a:pt x="5715" y="8998"/>
                  </a:lnTo>
                  <a:lnTo>
                    <a:pt x="5364" y="8973"/>
                  </a:lnTo>
                  <a:cubicBezTo>
                    <a:pt x="4036" y="8847"/>
                    <a:pt x="2908" y="8396"/>
                    <a:pt x="2006" y="7644"/>
                  </a:cubicBezTo>
                  <a:cubicBezTo>
                    <a:pt x="1454" y="7193"/>
                    <a:pt x="1053" y="6667"/>
                    <a:pt x="778" y="6090"/>
                  </a:cubicBezTo>
                  <a:cubicBezTo>
                    <a:pt x="552" y="5589"/>
                    <a:pt x="427" y="5038"/>
                    <a:pt x="427" y="4436"/>
                  </a:cubicBezTo>
                  <a:cubicBezTo>
                    <a:pt x="427" y="3033"/>
                    <a:pt x="1078" y="1654"/>
                    <a:pt x="1630" y="752"/>
                  </a:cubicBezTo>
                  <a:lnTo>
                    <a:pt x="1830" y="451"/>
                  </a:lnTo>
                  <a:close/>
                  <a:moveTo>
                    <a:pt x="1605" y="0"/>
                  </a:moveTo>
                  <a:lnTo>
                    <a:pt x="1279" y="551"/>
                  </a:lnTo>
                  <a:cubicBezTo>
                    <a:pt x="702" y="1504"/>
                    <a:pt x="1" y="2932"/>
                    <a:pt x="26" y="4436"/>
                  </a:cubicBezTo>
                  <a:cubicBezTo>
                    <a:pt x="26" y="5088"/>
                    <a:pt x="151" y="5714"/>
                    <a:pt x="402" y="6266"/>
                  </a:cubicBezTo>
                  <a:cubicBezTo>
                    <a:pt x="677" y="6892"/>
                    <a:pt x="1129" y="7469"/>
                    <a:pt x="1730" y="7970"/>
                  </a:cubicBezTo>
                  <a:cubicBezTo>
                    <a:pt x="2707" y="8772"/>
                    <a:pt x="3936" y="9248"/>
                    <a:pt x="5314" y="9374"/>
                  </a:cubicBezTo>
                  <a:lnTo>
                    <a:pt x="6216" y="9449"/>
                  </a:lnTo>
                  <a:lnTo>
                    <a:pt x="6216" y="9449"/>
                  </a:lnTo>
                  <a:lnTo>
                    <a:pt x="6091" y="8572"/>
                  </a:lnTo>
                  <a:cubicBezTo>
                    <a:pt x="5690" y="5589"/>
                    <a:pt x="5439" y="3133"/>
                    <a:pt x="5339" y="902"/>
                  </a:cubicBezTo>
                  <a:lnTo>
                    <a:pt x="5314" y="251"/>
                  </a:lnTo>
                  <a:lnTo>
                    <a:pt x="4637" y="226"/>
                  </a:lnTo>
                  <a:cubicBezTo>
                    <a:pt x="4236" y="226"/>
                    <a:pt x="3835" y="201"/>
                    <a:pt x="3459" y="201"/>
                  </a:cubicBezTo>
                  <a:lnTo>
                    <a:pt x="2883" y="150"/>
                  </a:lnTo>
                  <a:cubicBezTo>
                    <a:pt x="2607" y="125"/>
                    <a:pt x="2332" y="100"/>
                    <a:pt x="2056" y="50"/>
                  </a:cubicBezTo>
                  <a:lnTo>
                    <a:pt x="160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5" name="Google Shape;2515;p29"/>
            <p:cNvSpPr/>
            <p:nvPr/>
          </p:nvSpPr>
          <p:spPr>
            <a:xfrm>
              <a:off x="6074351" y="1223373"/>
              <a:ext cx="1202429" cy="1138949"/>
            </a:xfrm>
            <a:custGeom>
              <a:rect b="b" l="l" r="r" t="t"/>
              <a:pathLst>
                <a:path extrusionOk="0" h="56643" w="59800">
                  <a:moveTo>
                    <a:pt x="25890" y="0"/>
                  </a:moveTo>
                  <a:cubicBezTo>
                    <a:pt x="24486" y="0"/>
                    <a:pt x="23309" y="301"/>
                    <a:pt x="22331" y="877"/>
                  </a:cubicBezTo>
                  <a:cubicBezTo>
                    <a:pt x="21504" y="1404"/>
                    <a:pt x="20852" y="2106"/>
                    <a:pt x="20451" y="2958"/>
                  </a:cubicBezTo>
                  <a:cubicBezTo>
                    <a:pt x="19374" y="2306"/>
                    <a:pt x="18121" y="1955"/>
                    <a:pt x="16792" y="1955"/>
                  </a:cubicBezTo>
                  <a:lnTo>
                    <a:pt x="16767" y="1955"/>
                  </a:lnTo>
                  <a:cubicBezTo>
                    <a:pt x="15113" y="1955"/>
                    <a:pt x="13534" y="2507"/>
                    <a:pt x="12356" y="3534"/>
                  </a:cubicBezTo>
                  <a:cubicBezTo>
                    <a:pt x="11153" y="4537"/>
                    <a:pt x="10501" y="5890"/>
                    <a:pt x="10501" y="7344"/>
                  </a:cubicBezTo>
                  <a:cubicBezTo>
                    <a:pt x="10301" y="7319"/>
                    <a:pt x="10125" y="7319"/>
                    <a:pt x="9950" y="7319"/>
                  </a:cubicBezTo>
                  <a:cubicBezTo>
                    <a:pt x="8346" y="7319"/>
                    <a:pt x="6842" y="7870"/>
                    <a:pt x="5714" y="8872"/>
                  </a:cubicBezTo>
                  <a:cubicBezTo>
                    <a:pt x="4587" y="9900"/>
                    <a:pt x="3960" y="11253"/>
                    <a:pt x="3960" y="12707"/>
                  </a:cubicBezTo>
                  <a:cubicBezTo>
                    <a:pt x="3960" y="13835"/>
                    <a:pt x="4336" y="14888"/>
                    <a:pt x="5038" y="15790"/>
                  </a:cubicBezTo>
                  <a:cubicBezTo>
                    <a:pt x="3785" y="16040"/>
                    <a:pt x="2632" y="16642"/>
                    <a:pt x="1780" y="17519"/>
                  </a:cubicBezTo>
                  <a:cubicBezTo>
                    <a:pt x="802" y="18497"/>
                    <a:pt x="276" y="19750"/>
                    <a:pt x="276" y="21078"/>
                  </a:cubicBezTo>
                  <a:cubicBezTo>
                    <a:pt x="276" y="22532"/>
                    <a:pt x="953" y="23935"/>
                    <a:pt x="2105" y="24938"/>
                  </a:cubicBezTo>
                  <a:cubicBezTo>
                    <a:pt x="777" y="25965"/>
                    <a:pt x="0" y="27544"/>
                    <a:pt x="0" y="29223"/>
                  </a:cubicBezTo>
                  <a:cubicBezTo>
                    <a:pt x="0" y="30702"/>
                    <a:pt x="627" y="32106"/>
                    <a:pt x="1704" y="33133"/>
                  </a:cubicBezTo>
                  <a:cubicBezTo>
                    <a:pt x="1429" y="33785"/>
                    <a:pt x="1278" y="34487"/>
                    <a:pt x="1278" y="35188"/>
                  </a:cubicBezTo>
                  <a:cubicBezTo>
                    <a:pt x="1278" y="36617"/>
                    <a:pt x="1855" y="37970"/>
                    <a:pt x="2857" y="38998"/>
                  </a:cubicBezTo>
                  <a:cubicBezTo>
                    <a:pt x="3333" y="39474"/>
                    <a:pt x="3885" y="39825"/>
                    <a:pt x="4486" y="40101"/>
                  </a:cubicBezTo>
                  <a:lnTo>
                    <a:pt x="5163" y="40401"/>
                  </a:lnTo>
                  <a:lnTo>
                    <a:pt x="5188" y="39675"/>
                  </a:lnTo>
                  <a:cubicBezTo>
                    <a:pt x="5263" y="37319"/>
                    <a:pt x="5364" y="35339"/>
                    <a:pt x="5464" y="33810"/>
                  </a:cubicBezTo>
                  <a:cubicBezTo>
                    <a:pt x="5589" y="32356"/>
                    <a:pt x="5689" y="31404"/>
                    <a:pt x="5790" y="30878"/>
                  </a:cubicBezTo>
                  <a:cubicBezTo>
                    <a:pt x="6241" y="28923"/>
                    <a:pt x="7068" y="27569"/>
                    <a:pt x="7694" y="26767"/>
                  </a:cubicBezTo>
                  <a:lnTo>
                    <a:pt x="7870" y="26542"/>
                  </a:lnTo>
                  <a:cubicBezTo>
                    <a:pt x="8146" y="26592"/>
                    <a:pt x="8421" y="26617"/>
                    <a:pt x="8697" y="26617"/>
                  </a:cubicBezTo>
                  <a:cubicBezTo>
                    <a:pt x="9825" y="26617"/>
                    <a:pt x="10877" y="26116"/>
                    <a:pt x="11554" y="25715"/>
                  </a:cubicBezTo>
                  <a:cubicBezTo>
                    <a:pt x="12055" y="25414"/>
                    <a:pt x="12431" y="25113"/>
                    <a:pt x="12657" y="24913"/>
                  </a:cubicBezTo>
                  <a:cubicBezTo>
                    <a:pt x="12983" y="25665"/>
                    <a:pt x="13459" y="26216"/>
                    <a:pt x="14085" y="26592"/>
                  </a:cubicBezTo>
                  <a:cubicBezTo>
                    <a:pt x="14687" y="26943"/>
                    <a:pt x="15414" y="27118"/>
                    <a:pt x="16291" y="27118"/>
                  </a:cubicBezTo>
                  <a:cubicBezTo>
                    <a:pt x="17820" y="27118"/>
                    <a:pt x="19524" y="26542"/>
                    <a:pt x="20652" y="26040"/>
                  </a:cubicBezTo>
                  <a:cubicBezTo>
                    <a:pt x="21780" y="25564"/>
                    <a:pt x="22682" y="25038"/>
                    <a:pt x="23033" y="24837"/>
                  </a:cubicBezTo>
                  <a:cubicBezTo>
                    <a:pt x="23735" y="25639"/>
                    <a:pt x="24537" y="26266"/>
                    <a:pt x="25439" y="26667"/>
                  </a:cubicBezTo>
                  <a:cubicBezTo>
                    <a:pt x="26266" y="27043"/>
                    <a:pt x="27218" y="27218"/>
                    <a:pt x="28221" y="27218"/>
                  </a:cubicBezTo>
                  <a:cubicBezTo>
                    <a:pt x="30201" y="27218"/>
                    <a:pt x="32131" y="26517"/>
                    <a:pt x="33434" y="25915"/>
                  </a:cubicBezTo>
                  <a:cubicBezTo>
                    <a:pt x="34461" y="25414"/>
                    <a:pt x="35314" y="24888"/>
                    <a:pt x="35765" y="24587"/>
                  </a:cubicBezTo>
                  <a:lnTo>
                    <a:pt x="35765" y="24587"/>
                  </a:lnTo>
                  <a:cubicBezTo>
                    <a:pt x="35690" y="25188"/>
                    <a:pt x="35639" y="25765"/>
                    <a:pt x="35639" y="26291"/>
                  </a:cubicBezTo>
                  <a:cubicBezTo>
                    <a:pt x="35639" y="27469"/>
                    <a:pt x="35865" y="28396"/>
                    <a:pt x="36266" y="29073"/>
                  </a:cubicBezTo>
                  <a:cubicBezTo>
                    <a:pt x="36617" y="29650"/>
                    <a:pt x="37093" y="30025"/>
                    <a:pt x="37720" y="30226"/>
                  </a:cubicBezTo>
                  <a:cubicBezTo>
                    <a:pt x="38045" y="30326"/>
                    <a:pt x="38396" y="30376"/>
                    <a:pt x="38772" y="30376"/>
                  </a:cubicBezTo>
                  <a:cubicBezTo>
                    <a:pt x="39248" y="30376"/>
                    <a:pt x="39675" y="30301"/>
                    <a:pt x="39925" y="30226"/>
                  </a:cubicBezTo>
                  <a:cubicBezTo>
                    <a:pt x="40126" y="32131"/>
                    <a:pt x="40752" y="33635"/>
                    <a:pt x="41805" y="34637"/>
                  </a:cubicBezTo>
                  <a:cubicBezTo>
                    <a:pt x="42431" y="35264"/>
                    <a:pt x="43058" y="35514"/>
                    <a:pt x="43359" y="35614"/>
                  </a:cubicBezTo>
                  <a:lnTo>
                    <a:pt x="42381" y="43434"/>
                  </a:lnTo>
                  <a:lnTo>
                    <a:pt x="43534" y="41780"/>
                  </a:lnTo>
                  <a:cubicBezTo>
                    <a:pt x="43985" y="41128"/>
                    <a:pt x="44487" y="40602"/>
                    <a:pt x="45038" y="40201"/>
                  </a:cubicBezTo>
                  <a:cubicBezTo>
                    <a:pt x="45790" y="39650"/>
                    <a:pt x="46617" y="39374"/>
                    <a:pt x="47444" y="39374"/>
                  </a:cubicBezTo>
                  <a:cubicBezTo>
                    <a:pt x="48321" y="39374"/>
                    <a:pt x="49173" y="39700"/>
                    <a:pt x="49850" y="40276"/>
                  </a:cubicBezTo>
                  <a:cubicBezTo>
                    <a:pt x="50502" y="40828"/>
                    <a:pt x="51078" y="41630"/>
                    <a:pt x="51504" y="42507"/>
                  </a:cubicBezTo>
                  <a:cubicBezTo>
                    <a:pt x="51955" y="43509"/>
                    <a:pt x="52206" y="44587"/>
                    <a:pt x="52206" y="45665"/>
                  </a:cubicBezTo>
                  <a:cubicBezTo>
                    <a:pt x="52206" y="47093"/>
                    <a:pt x="51780" y="48447"/>
                    <a:pt x="50928" y="49700"/>
                  </a:cubicBezTo>
                  <a:cubicBezTo>
                    <a:pt x="50326" y="50627"/>
                    <a:pt x="49524" y="51304"/>
                    <a:pt x="48572" y="51705"/>
                  </a:cubicBezTo>
                  <a:cubicBezTo>
                    <a:pt x="47845" y="52031"/>
                    <a:pt x="47018" y="52206"/>
                    <a:pt x="46141" y="52206"/>
                  </a:cubicBezTo>
                  <a:cubicBezTo>
                    <a:pt x="45289" y="52206"/>
                    <a:pt x="44612" y="52056"/>
                    <a:pt x="44261" y="51955"/>
                  </a:cubicBezTo>
                  <a:lnTo>
                    <a:pt x="43760" y="51830"/>
                  </a:lnTo>
                  <a:lnTo>
                    <a:pt x="43634" y="52356"/>
                  </a:lnTo>
                  <a:cubicBezTo>
                    <a:pt x="43409" y="53459"/>
                    <a:pt x="43008" y="54612"/>
                    <a:pt x="42482" y="55715"/>
                  </a:cubicBezTo>
                  <a:lnTo>
                    <a:pt x="42206" y="56266"/>
                  </a:lnTo>
                  <a:lnTo>
                    <a:pt x="42807" y="56417"/>
                  </a:lnTo>
                  <a:cubicBezTo>
                    <a:pt x="43384" y="56567"/>
                    <a:pt x="43985" y="56642"/>
                    <a:pt x="44562" y="56642"/>
                  </a:cubicBezTo>
                  <a:cubicBezTo>
                    <a:pt x="46116" y="56642"/>
                    <a:pt x="47569" y="56141"/>
                    <a:pt x="48772" y="55189"/>
                  </a:cubicBezTo>
                  <a:cubicBezTo>
                    <a:pt x="49975" y="54236"/>
                    <a:pt x="50802" y="52933"/>
                    <a:pt x="51153" y="51429"/>
                  </a:cubicBezTo>
                  <a:cubicBezTo>
                    <a:pt x="52181" y="51329"/>
                    <a:pt x="53133" y="50953"/>
                    <a:pt x="53910" y="50351"/>
                  </a:cubicBezTo>
                  <a:cubicBezTo>
                    <a:pt x="55213" y="49299"/>
                    <a:pt x="55940" y="47720"/>
                    <a:pt x="55940" y="45865"/>
                  </a:cubicBezTo>
                  <a:cubicBezTo>
                    <a:pt x="55940" y="45188"/>
                    <a:pt x="55840" y="44487"/>
                    <a:pt x="55640" y="43810"/>
                  </a:cubicBezTo>
                  <a:cubicBezTo>
                    <a:pt x="55790" y="43735"/>
                    <a:pt x="55915" y="43635"/>
                    <a:pt x="56041" y="43534"/>
                  </a:cubicBezTo>
                  <a:cubicBezTo>
                    <a:pt x="57344" y="42507"/>
                    <a:pt x="58071" y="40903"/>
                    <a:pt x="58071" y="39048"/>
                  </a:cubicBezTo>
                  <a:cubicBezTo>
                    <a:pt x="58071" y="37645"/>
                    <a:pt x="57619" y="36191"/>
                    <a:pt x="56817" y="34913"/>
                  </a:cubicBezTo>
                  <a:cubicBezTo>
                    <a:pt x="57143" y="34762"/>
                    <a:pt x="57469" y="34562"/>
                    <a:pt x="57770" y="34336"/>
                  </a:cubicBezTo>
                  <a:cubicBezTo>
                    <a:pt x="59073" y="33284"/>
                    <a:pt x="59800" y="31705"/>
                    <a:pt x="59800" y="29850"/>
                  </a:cubicBezTo>
                  <a:cubicBezTo>
                    <a:pt x="59800" y="28171"/>
                    <a:pt x="59173" y="26442"/>
                    <a:pt x="58046" y="25013"/>
                  </a:cubicBezTo>
                  <a:cubicBezTo>
                    <a:pt x="57619" y="24462"/>
                    <a:pt x="57093" y="23960"/>
                    <a:pt x="56542" y="23534"/>
                  </a:cubicBezTo>
                  <a:cubicBezTo>
                    <a:pt x="56918" y="22807"/>
                    <a:pt x="57118" y="21930"/>
                    <a:pt x="57118" y="21053"/>
                  </a:cubicBezTo>
                  <a:cubicBezTo>
                    <a:pt x="57118" y="19549"/>
                    <a:pt x="56567" y="18045"/>
                    <a:pt x="55589" y="16792"/>
                  </a:cubicBezTo>
                  <a:cubicBezTo>
                    <a:pt x="54286" y="15138"/>
                    <a:pt x="52381" y="14161"/>
                    <a:pt x="50477" y="14161"/>
                  </a:cubicBezTo>
                  <a:cubicBezTo>
                    <a:pt x="50468" y="14152"/>
                    <a:pt x="50460" y="14150"/>
                    <a:pt x="50451" y="14150"/>
                  </a:cubicBezTo>
                  <a:cubicBezTo>
                    <a:pt x="50432" y="14150"/>
                    <a:pt x="50410" y="14161"/>
                    <a:pt x="50376" y="14161"/>
                  </a:cubicBezTo>
                  <a:cubicBezTo>
                    <a:pt x="50577" y="13509"/>
                    <a:pt x="50677" y="12807"/>
                    <a:pt x="50677" y="12106"/>
                  </a:cubicBezTo>
                  <a:cubicBezTo>
                    <a:pt x="50677" y="11705"/>
                    <a:pt x="50652" y="11304"/>
                    <a:pt x="50577" y="10903"/>
                  </a:cubicBezTo>
                  <a:cubicBezTo>
                    <a:pt x="50326" y="9399"/>
                    <a:pt x="49624" y="8020"/>
                    <a:pt x="48597" y="7043"/>
                  </a:cubicBezTo>
                  <a:cubicBezTo>
                    <a:pt x="47585" y="6052"/>
                    <a:pt x="46325" y="5505"/>
                    <a:pt x="45041" y="5505"/>
                  </a:cubicBezTo>
                  <a:cubicBezTo>
                    <a:pt x="44798" y="5505"/>
                    <a:pt x="44554" y="5524"/>
                    <a:pt x="44311" y="5564"/>
                  </a:cubicBezTo>
                  <a:cubicBezTo>
                    <a:pt x="44136" y="5589"/>
                    <a:pt x="43985" y="5639"/>
                    <a:pt x="43810" y="5690"/>
                  </a:cubicBezTo>
                  <a:cubicBezTo>
                    <a:pt x="43584" y="4637"/>
                    <a:pt x="43108" y="3634"/>
                    <a:pt x="42431" y="2782"/>
                  </a:cubicBezTo>
                  <a:cubicBezTo>
                    <a:pt x="41103" y="1128"/>
                    <a:pt x="39198" y="151"/>
                    <a:pt x="37319" y="151"/>
                  </a:cubicBezTo>
                  <a:cubicBezTo>
                    <a:pt x="36216" y="151"/>
                    <a:pt x="35188" y="502"/>
                    <a:pt x="34361" y="1153"/>
                  </a:cubicBezTo>
                  <a:cubicBezTo>
                    <a:pt x="33785" y="1604"/>
                    <a:pt x="33334" y="2181"/>
                    <a:pt x="33033" y="2857"/>
                  </a:cubicBezTo>
                  <a:cubicBezTo>
                    <a:pt x="32331" y="2080"/>
                    <a:pt x="31278" y="1379"/>
                    <a:pt x="30075" y="877"/>
                  </a:cubicBezTo>
                  <a:cubicBezTo>
                    <a:pt x="28747" y="301"/>
                    <a:pt x="27268" y="0"/>
                    <a:pt x="2589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p29"/>
            <p:cNvSpPr/>
            <p:nvPr/>
          </p:nvSpPr>
          <p:spPr>
            <a:xfrm>
              <a:off x="6070310" y="1219331"/>
              <a:ext cx="1210512" cy="1147515"/>
            </a:xfrm>
            <a:custGeom>
              <a:rect b="b" l="l" r="r" t="t"/>
              <a:pathLst>
                <a:path extrusionOk="0" h="57069" w="60202">
                  <a:moveTo>
                    <a:pt x="26091" y="402"/>
                  </a:moveTo>
                  <a:cubicBezTo>
                    <a:pt x="27444" y="402"/>
                    <a:pt x="28898" y="703"/>
                    <a:pt x="30201" y="1254"/>
                  </a:cubicBezTo>
                  <a:cubicBezTo>
                    <a:pt x="31379" y="1755"/>
                    <a:pt x="32382" y="2432"/>
                    <a:pt x="33084" y="3209"/>
                  </a:cubicBezTo>
                  <a:lnTo>
                    <a:pt x="33284" y="3434"/>
                  </a:lnTo>
                  <a:lnTo>
                    <a:pt x="33409" y="3134"/>
                  </a:lnTo>
                  <a:cubicBezTo>
                    <a:pt x="33710" y="2482"/>
                    <a:pt x="34136" y="1931"/>
                    <a:pt x="34688" y="1505"/>
                  </a:cubicBezTo>
                  <a:cubicBezTo>
                    <a:pt x="35464" y="878"/>
                    <a:pt x="36442" y="552"/>
                    <a:pt x="37520" y="552"/>
                  </a:cubicBezTo>
                  <a:cubicBezTo>
                    <a:pt x="39349" y="552"/>
                    <a:pt x="41179" y="1505"/>
                    <a:pt x="42457" y="3109"/>
                  </a:cubicBezTo>
                  <a:cubicBezTo>
                    <a:pt x="43109" y="3961"/>
                    <a:pt x="43585" y="4913"/>
                    <a:pt x="43810" y="5916"/>
                  </a:cubicBezTo>
                  <a:lnTo>
                    <a:pt x="43861" y="6141"/>
                  </a:lnTo>
                  <a:lnTo>
                    <a:pt x="44061" y="6091"/>
                  </a:lnTo>
                  <a:cubicBezTo>
                    <a:pt x="44236" y="6041"/>
                    <a:pt x="44387" y="5991"/>
                    <a:pt x="44537" y="5966"/>
                  </a:cubicBezTo>
                  <a:cubicBezTo>
                    <a:pt x="44765" y="5930"/>
                    <a:pt x="44993" y="5913"/>
                    <a:pt x="45222" y="5913"/>
                  </a:cubicBezTo>
                  <a:cubicBezTo>
                    <a:pt x="46453" y="5913"/>
                    <a:pt x="47679" y="6422"/>
                    <a:pt x="48673" y="7394"/>
                  </a:cubicBezTo>
                  <a:cubicBezTo>
                    <a:pt x="49650" y="8347"/>
                    <a:pt x="50327" y="9675"/>
                    <a:pt x="50577" y="11129"/>
                  </a:cubicBezTo>
                  <a:cubicBezTo>
                    <a:pt x="50627" y="11530"/>
                    <a:pt x="50678" y="11931"/>
                    <a:pt x="50678" y="12307"/>
                  </a:cubicBezTo>
                  <a:cubicBezTo>
                    <a:pt x="50678" y="13008"/>
                    <a:pt x="50577" y="13660"/>
                    <a:pt x="50377" y="14287"/>
                  </a:cubicBezTo>
                  <a:lnTo>
                    <a:pt x="50302" y="14562"/>
                  </a:lnTo>
                  <a:lnTo>
                    <a:pt x="50678" y="14562"/>
                  </a:lnTo>
                  <a:cubicBezTo>
                    <a:pt x="52507" y="14562"/>
                    <a:pt x="54362" y="15515"/>
                    <a:pt x="55615" y="17119"/>
                  </a:cubicBezTo>
                  <a:cubicBezTo>
                    <a:pt x="56592" y="18347"/>
                    <a:pt x="57119" y="19800"/>
                    <a:pt x="57119" y="21254"/>
                  </a:cubicBezTo>
                  <a:cubicBezTo>
                    <a:pt x="57119" y="22106"/>
                    <a:pt x="56918" y="22933"/>
                    <a:pt x="56542" y="23635"/>
                  </a:cubicBezTo>
                  <a:lnTo>
                    <a:pt x="56467" y="23810"/>
                  </a:lnTo>
                  <a:lnTo>
                    <a:pt x="56617" y="23911"/>
                  </a:lnTo>
                  <a:cubicBezTo>
                    <a:pt x="57169" y="24337"/>
                    <a:pt x="57670" y="24813"/>
                    <a:pt x="58096" y="25364"/>
                  </a:cubicBezTo>
                  <a:cubicBezTo>
                    <a:pt x="59174" y="26743"/>
                    <a:pt x="59800" y="28397"/>
                    <a:pt x="59800" y="30051"/>
                  </a:cubicBezTo>
                  <a:cubicBezTo>
                    <a:pt x="59800" y="31831"/>
                    <a:pt x="59099" y="33359"/>
                    <a:pt x="57820" y="34362"/>
                  </a:cubicBezTo>
                  <a:cubicBezTo>
                    <a:pt x="57545" y="34587"/>
                    <a:pt x="57244" y="34763"/>
                    <a:pt x="56918" y="34938"/>
                  </a:cubicBezTo>
                  <a:lnTo>
                    <a:pt x="56718" y="35039"/>
                  </a:lnTo>
                  <a:lnTo>
                    <a:pt x="56843" y="35239"/>
                  </a:lnTo>
                  <a:cubicBezTo>
                    <a:pt x="57620" y="36467"/>
                    <a:pt x="58071" y="37896"/>
                    <a:pt x="58071" y="39249"/>
                  </a:cubicBezTo>
                  <a:cubicBezTo>
                    <a:pt x="58046" y="41054"/>
                    <a:pt x="57369" y="42582"/>
                    <a:pt x="56091" y="43585"/>
                  </a:cubicBezTo>
                  <a:cubicBezTo>
                    <a:pt x="55991" y="43660"/>
                    <a:pt x="55866" y="43760"/>
                    <a:pt x="55740" y="43836"/>
                  </a:cubicBezTo>
                  <a:lnTo>
                    <a:pt x="55590" y="43911"/>
                  </a:lnTo>
                  <a:lnTo>
                    <a:pt x="55640" y="44061"/>
                  </a:lnTo>
                  <a:cubicBezTo>
                    <a:pt x="55841" y="44738"/>
                    <a:pt x="55941" y="45415"/>
                    <a:pt x="55941" y="46066"/>
                  </a:cubicBezTo>
                  <a:cubicBezTo>
                    <a:pt x="55941" y="47846"/>
                    <a:pt x="55239" y="49374"/>
                    <a:pt x="53986" y="50377"/>
                  </a:cubicBezTo>
                  <a:cubicBezTo>
                    <a:pt x="53234" y="50953"/>
                    <a:pt x="52332" y="51329"/>
                    <a:pt x="51329" y="51430"/>
                  </a:cubicBezTo>
                  <a:lnTo>
                    <a:pt x="51204" y="51455"/>
                  </a:lnTo>
                  <a:lnTo>
                    <a:pt x="51154" y="51580"/>
                  </a:lnTo>
                  <a:cubicBezTo>
                    <a:pt x="50803" y="53059"/>
                    <a:pt x="50001" y="54312"/>
                    <a:pt x="48848" y="55239"/>
                  </a:cubicBezTo>
                  <a:cubicBezTo>
                    <a:pt x="47689" y="56144"/>
                    <a:pt x="46269" y="56644"/>
                    <a:pt x="44786" y="56644"/>
                  </a:cubicBezTo>
                  <a:cubicBezTo>
                    <a:pt x="44216" y="56644"/>
                    <a:pt x="43636" y="56570"/>
                    <a:pt x="43058" y="56417"/>
                  </a:cubicBezTo>
                  <a:lnTo>
                    <a:pt x="42708" y="56342"/>
                  </a:lnTo>
                  <a:lnTo>
                    <a:pt x="42858" y="56016"/>
                  </a:lnTo>
                  <a:cubicBezTo>
                    <a:pt x="43409" y="54888"/>
                    <a:pt x="43810" y="53735"/>
                    <a:pt x="44061" y="52582"/>
                  </a:cubicBezTo>
                  <a:lnTo>
                    <a:pt x="44111" y="52282"/>
                  </a:lnTo>
                  <a:lnTo>
                    <a:pt x="44412" y="52382"/>
                  </a:lnTo>
                  <a:cubicBezTo>
                    <a:pt x="44763" y="52457"/>
                    <a:pt x="45465" y="52608"/>
                    <a:pt x="46342" y="52608"/>
                  </a:cubicBezTo>
                  <a:cubicBezTo>
                    <a:pt x="47244" y="52608"/>
                    <a:pt x="48096" y="52432"/>
                    <a:pt x="48873" y="52106"/>
                  </a:cubicBezTo>
                  <a:cubicBezTo>
                    <a:pt x="49851" y="51680"/>
                    <a:pt x="50678" y="50978"/>
                    <a:pt x="51304" y="50026"/>
                  </a:cubicBezTo>
                  <a:cubicBezTo>
                    <a:pt x="52181" y="48723"/>
                    <a:pt x="52632" y="47319"/>
                    <a:pt x="52632" y="45866"/>
                  </a:cubicBezTo>
                  <a:cubicBezTo>
                    <a:pt x="52632" y="44763"/>
                    <a:pt x="52382" y="43635"/>
                    <a:pt x="51881" y="42608"/>
                  </a:cubicBezTo>
                  <a:cubicBezTo>
                    <a:pt x="51455" y="41705"/>
                    <a:pt x="50853" y="40903"/>
                    <a:pt x="50176" y="40327"/>
                  </a:cubicBezTo>
                  <a:cubicBezTo>
                    <a:pt x="49475" y="39700"/>
                    <a:pt x="48572" y="39374"/>
                    <a:pt x="47670" y="39374"/>
                  </a:cubicBezTo>
                  <a:lnTo>
                    <a:pt x="47595" y="39349"/>
                  </a:lnTo>
                  <a:lnTo>
                    <a:pt x="47570" y="39374"/>
                  </a:lnTo>
                  <a:cubicBezTo>
                    <a:pt x="46718" y="39374"/>
                    <a:pt x="45866" y="39675"/>
                    <a:pt x="45114" y="40227"/>
                  </a:cubicBezTo>
                  <a:cubicBezTo>
                    <a:pt x="44562" y="40628"/>
                    <a:pt x="44036" y="41179"/>
                    <a:pt x="43560" y="41856"/>
                  </a:cubicBezTo>
                  <a:lnTo>
                    <a:pt x="42883" y="42833"/>
                  </a:lnTo>
                  <a:lnTo>
                    <a:pt x="43785" y="35690"/>
                  </a:lnTo>
                  <a:lnTo>
                    <a:pt x="43610" y="35640"/>
                  </a:lnTo>
                  <a:cubicBezTo>
                    <a:pt x="43334" y="35540"/>
                    <a:pt x="42758" y="35289"/>
                    <a:pt x="42156" y="34688"/>
                  </a:cubicBezTo>
                  <a:cubicBezTo>
                    <a:pt x="41129" y="33710"/>
                    <a:pt x="40527" y="32282"/>
                    <a:pt x="40327" y="30402"/>
                  </a:cubicBezTo>
                  <a:lnTo>
                    <a:pt x="40302" y="30176"/>
                  </a:lnTo>
                  <a:lnTo>
                    <a:pt x="40076" y="30226"/>
                  </a:lnTo>
                  <a:cubicBezTo>
                    <a:pt x="39825" y="30302"/>
                    <a:pt x="39424" y="30377"/>
                    <a:pt x="38973" y="30377"/>
                  </a:cubicBezTo>
                  <a:cubicBezTo>
                    <a:pt x="38597" y="30377"/>
                    <a:pt x="38272" y="30327"/>
                    <a:pt x="37996" y="30226"/>
                  </a:cubicBezTo>
                  <a:cubicBezTo>
                    <a:pt x="37419" y="30051"/>
                    <a:pt x="36968" y="29700"/>
                    <a:pt x="36642" y="29149"/>
                  </a:cubicBezTo>
                  <a:cubicBezTo>
                    <a:pt x="36266" y="28522"/>
                    <a:pt x="36066" y="27620"/>
                    <a:pt x="36066" y="26492"/>
                  </a:cubicBezTo>
                  <a:cubicBezTo>
                    <a:pt x="36066" y="25991"/>
                    <a:pt x="36091" y="25414"/>
                    <a:pt x="36191" y="24813"/>
                  </a:cubicBezTo>
                  <a:lnTo>
                    <a:pt x="36241" y="24362"/>
                  </a:lnTo>
                  <a:lnTo>
                    <a:pt x="35865" y="24612"/>
                  </a:lnTo>
                  <a:cubicBezTo>
                    <a:pt x="35439" y="24888"/>
                    <a:pt x="34587" y="25414"/>
                    <a:pt x="33535" y="25916"/>
                  </a:cubicBezTo>
                  <a:cubicBezTo>
                    <a:pt x="32281" y="26517"/>
                    <a:pt x="30352" y="27219"/>
                    <a:pt x="28422" y="27219"/>
                  </a:cubicBezTo>
                  <a:cubicBezTo>
                    <a:pt x="27444" y="27219"/>
                    <a:pt x="26542" y="27044"/>
                    <a:pt x="25715" y="26668"/>
                  </a:cubicBezTo>
                  <a:cubicBezTo>
                    <a:pt x="24838" y="26292"/>
                    <a:pt x="24061" y="25690"/>
                    <a:pt x="23409" y="24888"/>
                  </a:cubicBezTo>
                  <a:lnTo>
                    <a:pt x="23284" y="24763"/>
                  </a:lnTo>
                  <a:lnTo>
                    <a:pt x="23134" y="24863"/>
                  </a:lnTo>
                  <a:cubicBezTo>
                    <a:pt x="22808" y="25064"/>
                    <a:pt x="21905" y="25565"/>
                    <a:pt x="20778" y="26041"/>
                  </a:cubicBezTo>
                  <a:cubicBezTo>
                    <a:pt x="19650" y="26542"/>
                    <a:pt x="17996" y="27119"/>
                    <a:pt x="16492" y="27119"/>
                  </a:cubicBezTo>
                  <a:cubicBezTo>
                    <a:pt x="15665" y="27119"/>
                    <a:pt x="14963" y="26943"/>
                    <a:pt x="14387" y="26592"/>
                  </a:cubicBezTo>
                  <a:cubicBezTo>
                    <a:pt x="13810" y="26241"/>
                    <a:pt x="13359" y="25740"/>
                    <a:pt x="13058" y="25038"/>
                  </a:cubicBezTo>
                  <a:lnTo>
                    <a:pt x="12958" y="24763"/>
                  </a:lnTo>
                  <a:lnTo>
                    <a:pt x="12733" y="24963"/>
                  </a:lnTo>
                  <a:cubicBezTo>
                    <a:pt x="12507" y="25139"/>
                    <a:pt x="12131" y="25439"/>
                    <a:pt x="11655" y="25740"/>
                  </a:cubicBezTo>
                  <a:cubicBezTo>
                    <a:pt x="11003" y="26141"/>
                    <a:pt x="9976" y="26617"/>
                    <a:pt x="8898" y="26617"/>
                  </a:cubicBezTo>
                  <a:cubicBezTo>
                    <a:pt x="8622" y="26617"/>
                    <a:pt x="8372" y="26592"/>
                    <a:pt x="8121" y="26542"/>
                  </a:cubicBezTo>
                  <a:lnTo>
                    <a:pt x="7996" y="26492"/>
                  </a:lnTo>
                  <a:lnTo>
                    <a:pt x="7745" y="26818"/>
                  </a:lnTo>
                  <a:cubicBezTo>
                    <a:pt x="7093" y="27645"/>
                    <a:pt x="6241" y="29049"/>
                    <a:pt x="5790" y="31028"/>
                  </a:cubicBezTo>
                  <a:cubicBezTo>
                    <a:pt x="5690" y="31580"/>
                    <a:pt x="5565" y="32532"/>
                    <a:pt x="5464" y="33986"/>
                  </a:cubicBezTo>
                  <a:cubicBezTo>
                    <a:pt x="5364" y="35515"/>
                    <a:pt x="5264" y="37495"/>
                    <a:pt x="5189" y="39851"/>
                  </a:cubicBezTo>
                  <a:lnTo>
                    <a:pt x="5164" y="40302"/>
                  </a:lnTo>
                  <a:lnTo>
                    <a:pt x="4763" y="40126"/>
                  </a:lnTo>
                  <a:cubicBezTo>
                    <a:pt x="4186" y="39851"/>
                    <a:pt x="3660" y="39500"/>
                    <a:pt x="3209" y="39049"/>
                  </a:cubicBezTo>
                  <a:cubicBezTo>
                    <a:pt x="2231" y="38071"/>
                    <a:pt x="1705" y="36768"/>
                    <a:pt x="1705" y="35389"/>
                  </a:cubicBezTo>
                  <a:cubicBezTo>
                    <a:pt x="1705" y="34713"/>
                    <a:pt x="1830" y="34036"/>
                    <a:pt x="2081" y="33409"/>
                  </a:cubicBezTo>
                  <a:lnTo>
                    <a:pt x="2156" y="33284"/>
                  </a:lnTo>
                  <a:lnTo>
                    <a:pt x="2031" y="33184"/>
                  </a:lnTo>
                  <a:cubicBezTo>
                    <a:pt x="1003" y="32206"/>
                    <a:pt x="427" y="30828"/>
                    <a:pt x="427" y="29424"/>
                  </a:cubicBezTo>
                  <a:cubicBezTo>
                    <a:pt x="427" y="27820"/>
                    <a:pt x="1179" y="26292"/>
                    <a:pt x="2432" y="25314"/>
                  </a:cubicBezTo>
                  <a:lnTo>
                    <a:pt x="2632" y="25164"/>
                  </a:lnTo>
                  <a:lnTo>
                    <a:pt x="2457" y="24988"/>
                  </a:lnTo>
                  <a:cubicBezTo>
                    <a:pt x="1329" y="24011"/>
                    <a:pt x="702" y="22658"/>
                    <a:pt x="702" y="21279"/>
                  </a:cubicBezTo>
                  <a:cubicBezTo>
                    <a:pt x="702" y="20026"/>
                    <a:pt x="1204" y="18798"/>
                    <a:pt x="2131" y="17871"/>
                  </a:cubicBezTo>
                  <a:cubicBezTo>
                    <a:pt x="2933" y="17018"/>
                    <a:pt x="4061" y="16417"/>
                    <a:pt x="5289" y="16191"/>
                  </a:cubicBezTo>
                  <a:lnTo>
                    <a:pt x="5615" y="16141"/>
                  </a:lnTo>
                  <a:lnTo>
                    <a:pt x="5414" y="15866"/>
                  </a:lnTo>
                  <a:cubicBezTo>
                    <a:pt x="4737" y="14988"/>
                    <a:pt x="4387" y="13961"/>
                    <a:pt x="4387" y="12908"/>
                  </a:cubicBezTo>
                  <a:cubicBezTo>
                    <a:pt x="4387" y="11530"/>
                    <a:pt x="4988" y="10226"/>
                    <a:pt x="6066" y="9249"/>
                  </a:cubicBezTo>
                  <a:cubicBezTo>
                    <a:pt x="7169" y="8246"/>
                    <a:pt x="8597" y="7720"/>
                    <a:pt x="10151" y="7720"/>
                  </a:cubicBezTo>
                  <a:cubicBezTo>
                    <a:pt x="10301" y="7720"/>
                    <a:pt x="10477" y="7720"/>
                    <a:pt x="10677" y="7745"/>
                  </a:cubicBezTo>
                  <a:lnTo>
                    <a:pt x="10903" y="7770"/>
                  </a:lnTo>
                  <a:lnTo>
                    <a:pt x="10903" y="7545"/>
                  </a:lnTo>
                  <a:cubicBezTo>
                    <a:pt x="10903" y="6166"/>
                    <a:pt x="11530" y="4863"/>
                    <a:pt x="12682" y="3885"/>
                  </a:cubicBezTo>
                  <a:cubicBezTo>
                    <a:pt x="13835" y="2908"/>
                    <a:pt x="15364" y="2357"/>
                    <a:pt x="16993" y="2357"/>
                  </a:cubicBezTo>
                  <a:cubicBezTo>
                    <a:pt x="18271" y="2357"/>
                    <a:pt x="19499" y="2708"/>
                    <a:pt x="20527" y="3359"/>
                  </a:cubicBezTo>
                  <a:lnTo>
                    <a:pt x="20728" y="3459"/>
                  </a:lnTo>
                  <a:lnTo>
                    <a:pt x="20828" y="3259"/>
                  </a:lnTo>
                  <a:cubicBezTo>
                    <a:pt x="21229" y="2432"/>
                    <a:pt x="21830" y="1755"/>
                    <a:pt x="22632" y="1279"/>
                  </a:cubicBezTo>
                  <a:cubicBezTo>
                    <a:pt x="23585" y="703"/>
                    <a:pt x="24738" y="402"/>
                    <a:pt x="26091" y="402"/>
                  </a:cubicBezTo>
                  <a:close/>
                  <a:moveTo>
                    <a:pt x="26091" y="1"/>
                  </a:moveTo>
                  <a:cubicBezTo>
                    <a:pt x="24662" y="1"/>
                    <a:pt x="23434" y="302"/>
                    <a:pt x="22432" y="903"/>
                  </a:cubicBezTo>
                  <a:cubicBezTo>
                    <a:pt x="21630" y="1404"/>
                    <a:pt x="21003" y="2056"/>
                    <a:pt x="20552" y="2883"/>
                  </a:cubicBezTo>
                  <a:cubicBezTo>
                    <a:pt x="19499" y="2256"/>
                    <a:pt x="18271" y="1956"/>
                    <a:pt x="16968" y="1956"/>
                  </a:cubicBezTo>
                  <a:cubicBezTo>
                    <a:pt x="15264" y="1956"/>
                    <a:pt x="13635" y="2532"/>
                    <a:pt x="12407" y="3560"/>
                  </a:cubicBezTo>
                  <a:cubicBezTo>
                    <a:pt x="11229" y="4562"/>
                    <a:pt x="10552" y="5891"/>
                    <a:pt x="10477" y="7319"/>
                  </a:cubicBezTo>
                  <a:cubicBezTo>
                    <a:pt x="10377" y="7294"/>
                    <a:pt x="10251" y="7294"/>
                    <a:pt x="10151" y="7294"/>
                  </a:cubicBezTo>
                  <a:cubicBezTo>
                    <a:pt x="8497" y="7294"/>
                    <a:pt x="6943" y="7870"/>
                    <a:pt x="5790" y="8923"/>
                  </a:cubicBezTo>
                  <a:cubicBezTo>
                    <a:pt x="4612" y="9976"/>
                    <a:pt x="3961" y="11404"/>
                    <a:pt x="3961" y="12908"/>
                  </a:cubicBezTo>
                  <a:cubicBezTo>
                    <a:pt x="3961" y="13961"/>
                    <a:pt x="4286" y="14963"/>
                    <a:pt x="4888" y="15866"/>
                  </a:cubicBezTo>
                  <a:cubicBezTo>
                    <a:pt x="3710" y="16141"/>
                    <a:pt x="2632" y="16743"/>
                    <a:pt x="1830" y="17570"/>
                  </a:cubicBezTo>
                  <a:cubicBezTo>
                    <a:pt x="828" y="18597"/>
                    <a:pt x="276" y="19901"/>
                    <a:pt x="276" y="21279"/>
                  </a:cubicBezTo>
                  <a:cubicBezTo>
                    <a:pt x="276" y="22708"/>
                    <a:pt x="903" y="24086"/>
                    <a:pt x="1981" y="25139"/>
                  </a:cubicBezTo>
                  <a:cubicBezTo>
                    <a:pt x="727" y="26191"/>
                    <a:pt x="1" y="27770"/>
                    <a:pt x="1" y="29424"/>
                  </a:cubicBezTo>
                  <a:cubicBezTo>
                    <a:pt x="1" y="30903"/>
                    <a:pt x="602" y="32332"/>
                    <a:pt x="1655" y="33384"/>
                  </a:cubicBezTo>
                  <a:cubicBezTo>
                    <a:pt x="1404" y="34036"/>
                    <a:pt x="1279" y="34688"/>
                    <a:pt x="1279" y="35389"/>
                  </a:cubicBezTo>
                  <a:cubicBezTo>
                    <a:pt x="1279" y="36893"/>
                    <a:pt x="1855" y="38297"/>
                    <a:pt x="2933" y="39349"/>
                  </a:cubicBezTo>
                  <a:cubicBezTo>
                    <a:pt x="3409" y="39826"/>
                    <a:pt x="3961" y="40227"/>
                    <a:pt x="4587" y="40502"/>
                  </a:cubicBezTo>
                  <a:lnTo>
                    <a:pt x="5565" y="40928"/>
                  </a:lnTo>
                  <a:lnTo>
                    <a:pt x="5590" y="39876"/>
                  </a:lnTo>
                  <a:cubicBezTo>
                    <a:pt x="5690" y="37520"/>
                    <a:pt x="5765" y="35540"/>
                    <a:pt x="5890" y="34011"/>
                  </a:cubicBezTo>
                  <a:cubicBezTo>
                    <a:pt x="5991" y="32582"/>
                    <a:pt x="6091" y="31655"/>
                    <a:pt x="6216" y="31129"/>
                  </a:cubicBezTo>
                  <a:cubicBezTo>
                    <a:pt x="6617" y="29224"/>
                    <a:pt x="7444" y="27871"/>
                    <a:pt x="8071" y="27094"/>
                  </a:cubicBezTo>
                  <a:lnTo>
                    <a:pt x="8171" y="26968"/>
                  </a:lnTo>
                  <a:cubicBezTo>
                    <a:pt x="8397" y="27018"/>
                    <a:pt x="8647" y="27044"/>
                    <a:pt x="8898" y="27044"/>
                  </a:cubicBezTo>
                  <a:cubicBezTo>
                    <a:pt x="10076" y="27044"/>
                    <a:pt x="11179" y="26517"/>
                    <a:pt x="11880" y="26091"/>
                  </a:cubicBezTo>
                  <a:cubicBezTo>
                    <a:pt x="12256" y="25866"/>
                    <a:pt x="12557" y="25640"/>
                    <a:pt x="12783" y="25439"/>
                  </a:cubicBezTo>
                  <a:cubicBezTo>
                    <a:pt x="13134" y="26116"/>
                    <a:pt x="13585" y="26592"/>
                    <a:pt x="14161" y="26968"/>
                  </a:cubicBezTo>
                  <a:cubicBezTo>
                    <a:pt x="14813" y="27344"/>
                    <a:pt x="15590" y="27545"/>
                    <a:pt x="16492" y="27545"/>
                  </a:cubicBezTo>
                  <a:cubicBezTo>
                    <a:pt x="18071" y="27545"/>
                    <a:pt x="19775" y="26943"/>
                    <a:pt x="20953" y="26442"/>
                  </a:cubicBezTo>
                  <a:cubicBezTo>
                    <a:pt x="21956" y="25991"/>
                    <a:pt x="22783" y="25540"/>
                    <a:pt x="23184" y="25289"/>
                  </a:cubicBezTo>
                  <a:cubicBezTo>
                    <a:pt x="23885" y="26091"/>
                    <a:pt x="24662" y="26668"/>
                    <a:pt x="25540" y="27069"/>
                  </a:cubicBezTo>
                  <a:cubicBezTo>
                    <a:pt x="26417" y="27445"/>
                    <a:pt x="27394" y="27645"/>
                    <a:pt x="28422" y="27645"/>
                  </a:cubicBezTo>
                  <a:cubicBezTo>
                    <a:pt x="30427" y="27645"/>
                    <a:pt x="32407" y="26918"/>
                    <a:pt x="33710" y="26292"/>
                  </a:cubicBezTo>
                  <a:cubicBezTo>
                    <a:pt x="34512" y="25916"/>
                    <a:pt x="35214" y="25515"/>
                    <a:pt x="35715" y="25189"/>
                  </a:cubicBezTo>
                  <a:lnTo>
                    <a:pt x="35715" y="25189"/>
                  </a:lnTo>
                  <a:cubicBezTo>
                    <a:pt x="35665" y="25665"/>
                    <a:pt x="35640" y="26091"/>
                    <a:pt x="35640" y="26492"/>
                  </a:cubicBezTo>
                  <a:cubicBezTo>
                    <a:pt x="35640" y="27695"/>
                    <a:pt x="35865" y="28673"/>
                    <a:pt x="36292" y="29374"/>
                  </a:cubicBezTo>
                  <a:cubicBezTo>
                    <a:pt x="36667" y="30001"/>
                    <a:pt x="37194" y="30402"/>
                    <a:pt x="37845" y="30627"/>
                  </a:cubicBezTo>
                  <a:cubicBezTo>
                    <a:pt x="38196" y="30728"/>
                    <a:pt x="38572" y="30803"/>
                    <a:pt x="38973" y="30803"/>
                  </a:cubicBezTo>
                  <a:cubicBezTo>
                    <a:pt x="39349" y="30803"/>
                    <a:pt x="39675" y="30753"/>
                    <a:pt x="39951" y="30678"/>
                  </a:cubicBezTo>
                  <a:cubicBezTo>
                    <a:pt x="40176" y="32532"/>
                    <a:pt x="40803" y="33986"/>
                    <a:pt x="41855" y="34988"/>
                  </a:cubicBezTo>
                  <a:cubicBezTo>
                    <a:pt x="42432" y="35540"/>
                    <a:pt x="42983" y="35815"/>
                    <a:pt x="43334" y="35966"/>
                  </a:cubicBezTo>
                  <a:lnTo>
                    <a:pt x="42256" y="44437"/>
                  </a:lnTo>
                  <a:lnTo>
                    <a:pt x="43911" y="42081"/>
                  </a:lnTo>
                  <a:cubicBezTo>
                    <a:pt x="44337" y="41455"/>
                    <a:pt x="44838" y="40953"/>
                    <a:pt x="45364" y="40577"/>
                  </a:cubicBezTo>
                  <a:cubicBezTo>
                    <a:pt x="46066" y="40051"/>
                    <a:pt x="46868" y="39775"/>
                    <a:pt x="47645" y="39775"/>
                  </a:cubicBezTo>
                  <a:cubicBezTo>
                    <a:pt x="48472" y="39775"/>
                    <a:pt x="49274" y="40076"/>
                    <a:pt x="49901" y="40628"/>
                  </a:cubicBezTo>
                  <a:cubicBezTo>
                    <a:pt x="50527" y="41179"/>
                    <a:pt x="51104" y="41931"/>
                    <a:pt x="51505" y="42783"/>
                  </a:cubicBezTo>
                  <a:cubicBezTo>
                    <a:pt x="51956" y="43760"/>
                    <a:pt x="52206" y="44813"/>
                    <a:pt x="52206" y="45866"/>
                  </a:cubicBezTo>
                  <a:cubicBezTo>
                    <a:pt x="52206" y="47244"/>
                    <a:pt x="51780" y="48572"/>
                    <a:pt x="50978" y="49801"/>
                  </a:cubicBezTo>
                  <a:cubicBezTo>
                    <a:pt x="50377" y="50678"/>
                    <a:pt x="49600" y="51329"/>
                    <a:pt x="48698" y="51730"/>
                  </a:cubicBezTo>
                  <a:cubicBezTo>
                    <a:pt x="47996" y="52031"/>
                    <a:pt x="47194" y="52181"/>
                    <a:pt x="46342" y="52181"/>
                  </a:cubicBezTo>
                  <a:cubicBezTo>
                    <a:pt x="45515" y="52181"/>
                    <a:pt x="44838" y="52056"/>
                    <a:pt x="44512" y="51956"/>
                  </a:cubicBezTo>
                  <a:lnTo>
                    <a:pt x="43810" y="51780"/>
                  </a:lnTo>
                  <a:lnTo>
                    <a:pt x="43635" y="52507"/>
                  </a:lnTo>
                  <a:cubicBezTo>
                    <a:pt x="43409" y="53610"/>
                    <a:pt x="43008" y="54738"/>
                    <a:pt x="42482" y="55841"/>
                  </a:cubicBezTo>
                  <a:lnTo>
                    <a:pt x="42106" y="56618"/>
                  </a:lnTo>
                  <a:lnTo>
                    <a:pt x="42958" y="56843"/>
                  </a:lnTo>
                  <a:cubicBezTo>
                    <a:pt x="43560" y="56994"/>
                    <a:pt x="44161" y="57069"/>
                    <a:pt x="44763" y="57069"/>
                  </a:cubicBezTo>
                  <a:cubicBezTo>
                    <a:pt x="46367" y="57069"/>
                    <a:pt x="47871" y="56542"/>
                    <a:pt x="49099" y="55565"/>
                  </a:cubicBezTo>
                  <a:cubicBezTo>
                    <a:pt x="50302" y="54613"/>
                    <a:pt x="51154" y="53309"/>
                    <a:pt x="51530" y="51831"/>
                  </a:cubicBezTo>
                  <a:cubicBezTo>
                    <a:pt x="52532" y="51705"/>
                    <a:pt x="53485" y="51304"/>
                    <a:pt x="54237" y="50703"/>
                  </a:cubicBezTo>
                  <a:cubicBezTo>
                    <a:pt x="55590" y="49625"/>
                    <a:pt x="56342" y="47971"/>
                    <a:pt x="56367" y="46066"/>
                  </a:cubicBezTo>
                  <a:cubicBezTo>
                    <a:pt x="56367" y="45415"/>
                    <a:pt x="56267" y="44763"/>
                    <a:pt x="56091" y="44111"/>
                  </a:cubicBezTo>
                  <a:cubicBezTo>
                    <a:pt x="56191" y="44036"/>
                    <a:pt x="56267" y="43961"/>
                    <a:pt x="56367" y="43911"/>
                  </a:cubicBezTo>
                  <a:cubicBezTo>
                    <a:pt x="57720" y="42833"/>
                    <a:pt x="58472" y="41179"/>
                    <a:pt x="58472" y="39249"/>
                  </a:cubicBezTo>
                  <a:cubicBezTo>
                    <a:pt x="58472" y="37896"/>
                    <a:pt x="58071" y="36467"/>
                    <a:pt x="57319" y="35214"/>
                  </a:cubicBezTo>
                  <a:cubicBezTo>
                    <a:pt x="57595" y="35064"/>
                    <a:pt x="57846" y="34888"/>
                    <a:pt x="58096" y="34688"/>
                  </a:cubicBezTo>
                  <a:cubicBezTo>
                    <a:pt x="59450" y="33610"/>
                    <a:pt x="60201" y="31956"/>
                    <a:pt x="60201" y="30051"/>
                  </a:cubicBezTo>
                  <a:cubicBezTo>
                    <a:pt x="60201" y="28322"/>
                    <a:pt x="59575" y="26567"/>
                    <a:pt x="58422" y="25089"/>
                  </a:cubicBezTo>
                  <a:cubicBezTo>
                    <a:pt x="57996" y="24562"/>
                    <a:pt x="57520" y="24086"/>
                    <a:pt x="56993" y="23685"/>
                  </a:cubicBezTo>
                  <a:cubicBezTo>
                    <a:pt x="57344" y="22958"/>
                    <a:pt x="57545" y="22106"/>
                    <a:pt x="57545" y="21254"/>
                  </a:cubicBezTo>
                  <a:cubicBezTo>
                    <a:pt x="57545" y="19700"/>
                    <a:pt x="56968" y="18146"/>
                    <a:pt x="55941" y="16868"/>
                  </a:cubicBezTo>
                  <a:cubicBezTo>
                    <a:pt x="54638" y="15189"/>
                    <a:pt x="52733" y="14186"/>
                    <a:pt x="50853" y="14136"/>
                  </a:cubicBezTo>
                  <a:cubicBezTo>
                    <a:pt x="51003" y="13560"/>
                    <a:pt x="51079" y="12933"/>
                    <a:pt x="51079" y="12307"/>
                  </a:cubicBezTo>
                  <a:cubicBezTo>
                    <a:pt x="51079" y="11906"/>
                    <a:pt x="51054" y="11480"/>
                    <a:pt x="50978" y="11053"/>
                  </a:cubicBezTo>
                  <a:cubicBezTo>
                    <a:pt x="50728" y="9525"/>
                    <a:pt x="50001" y="8096"/>
                    <a:pt x="48948" y="7094"/>
                  </a:cubicBezTo>
                  <a:cubicBezTo>
                    <a:pt x="47907" y="6052"/>
                    <a:pt x="46588" y="5495"/>
                    <a:pt x="45266" y="5495"/>
                  </a:cubicBezTo>
                  <a:cubicBezTo>
                    <a:pt x="44997" y="5495"/>
                    <a:pt x="44729" y="5518"/>
                    <a:pt x="44462" y="5565"/>
                  </a:cubicBezTo>
                  <a:cubicBezTo>
                    <a:pt x="44362" y="5565"/>
                    <a:pt x="44262" y="5590"/>
                    <a:pt x="44161" y="5615"/>
                  </a:cubicBezTo>
                  <a:cubicBezTo>
                    <a:pt x="43911" y="4637"/>
                    <a:pt x="43434" y="3685"/>
                    <a:pt x="42783" y="2858"/>
                  </a:cubicBezTo>
                  <a:cubicBezTo>
                    <a:pt x="41429" y="1154"/>
                    <a:pt x="39475" y="126"/>
                    <a:pt x="37520" y="126"/>
                  </a:cubicBezTo>
                  <a:cubicBezTo>
                    <a:pt x="36367" y="151"/>
                    <a:pt x="35289" y="502"/>
                    <a:pt x="34412" y="1179"/>
                  </a:cubicBezTo>
                  <a:cubicBezTo>
                    <a:pt x="33911" y="1605"/>
                    <a:pt x="33485" y="2106"/>
                    <a:pt x="33184" y="2682"/>
                  </a:cubicBezTo>
                  <a:cubicBezTo>
                    <a:pt x="32457" y="1981"/>
                    <a:pt x="31479" y="1354"/>
                    <a:pt x="30352" y="878"/>
                  </a:cubicBezTo>
                  <a:cubicBezTo>
                    <a:pt x="29023" y="302"/>
                    <a:pt x="27495" y="1"/>
                    <a:pt x="2609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p29"/>
            <p:cNvSpPr/>
            <p:nvPr/>
          </p:nvSpPr>
          <p:spPr>
            <a:xfrm>
              <a:off x="6371681" y="2152540"/>
              <a:ext cx="36797" cy="78359"/>
            </a:xfrm>
            <a:custGeom>
              <a:rect b="b" l="l" r="r" t="t"/>
              <a:pathLst>
                <a:path extrusionOk="0" h="3897" w="1830">
                  <a:moveTo>
                    <a:pt x="1710" y="1"/>
                  </a:moveTo>
                  <a:cubicBezTo>
                    <a:pt x="1599" y="1"/>
                    <a:pt x="1219" y="316"/>
                    <a:pt x="752" y="783"/>
                  </a:cubicBezTo>
                  <a:cubicBezTo>
                    <a:pt x="627" y="908"/>
                    <a:pt x="501" y="1034"/>
                    <a:pt x="401" y="1209"/>
                  </a:cubicBezTo>
                  <a:cubicBezTo>
                    <a:pt x="276" y="1359"/>
                    <a:pt x="151" y="1485"/>
                    <a:pt x="50" y="1760"/>
                  </a:cubicBezTo>
                  <a:cubicBezTo>
                    <a:pt x="0" y="1836"/>
                    <a:pt x="0" y="1936"/>
                    <a:pt x="0" y="2011"/>
                  </a:cubicBezTo>
                  <a:cubicBezTo>
                    <a:pt x="25" y="2111"/>
                    <a:pt x="50" y="2161"/>
                    <a:pt x="50" y="2237"/>
                  </a:cubicBezTo>
                  <a:cubicBezTo>
                    <a:pt x="100" y="2337"/>
                    <a:pt x="151" y="2437"/>
                    <a:pt x="201" y="2537"/>
                  </a:cubicBezTo>
                  <a:cubicBezTo>
                    <a:pt x="326" y="2713"/>
                    <a:pt x="426" y="2863"/>
                    <a:pt x="526" y="2989"/>
                  </a:cubicBezTo>
                  <a:cubicBezTo>
                    <a:pt x="978" y="3540"/>
                    <a:pt x="1253" y="3740"/>
                    <a:pt x="1429" y="3841"/>
                  </a:cubicBezTo>
                  <a:cubicBezTo>
                    <a:pt x="1499" y="3881"/>
                    <a:pt x="1553" y="3897"/>
                    <a:pt x="1596" y="3897"/>
                  </a:cubicBezTo>
                  <a:cubicBezTo>
                    <a:pt x="1660" y="3897"/>
                    <a:pt x="1699" y="3861"/>
                    <a:pt x="1730" y="3816"/>
                  </a:cubicBezTo>
                  <a:cubicBezTo>
                    <a:pt x="1780" y="3765"/>
                    <a:pt x="1830" y="3690"/>
                    <a:pt x="1755" y="3515"/>
                  </a:cubicBezTo>
                  <a:cubicBezTo>
                    <a:pt x="1755" y="3515"/>
                    <a:pt x="1730" y="3490"/>
                    <a:pt x="1730" y="3490"/>
                  </a:cubicBezTo>
                  <a:cubicBezTo>
                    <a:pt x="1629" y="3314"/>
                    <a:pt x="1404" y="3064"/>
                    <a:pt x="1028" y="2588"/>
                  </a:cubicBezTo>
                  <a:cubicBezTo>
                    <a:pt x="927" y="2462"/>
                    <a:pt x="827" y="2337"/>
                    <a:pt x="752" y="2212"/>
                  </a:cubicBezTo>
                  <a:cubicBezTo>
                    <a:pt x="702" y="2136"/>
                    <a:pt x="652" y="2061"/>
                    <a:pt x="627" y="2011"/>
                  </a:cubicBezTo>
                  <a:lnTo>
                    <a:pt x="602" y="1936"/>
                  </a:lnTo>
                  <a:cubicBezTo>
                    <a:pt x="627" y="1836"/>
                    <a:pt x="727" y="1660"/>
                    <a:pt x="827" y="1510"/>
                  </a:cubicBezTo>
                  <a:cubicBezTo>
                    <a:pt x="927" y="1359"/>
                    <a:pt x="1028" y="1209"/>
                    <a:pt x="1103" y="1059"/>
                  </a:cubicBezTo>
                  <a:cubicBezTo>
                    <a:pt x="1429" y="608"/>
                    <a:pt x="1679" y="232"/>
                    <a:pt x="1730" y="81"/>
                  </a:cubicBezTo>
                  <a:cubicBezTo>
                    <a:pt x="1730" y="56"/>
                    <a:pt x="1730" y="31"/>
                    <a:pt x="1730" y="6"/>
                  </a:cubicBezTo>
                  <a:cubicBezTo>
                    <a:pt x="1724" y="3"/>
                    <a:pt x="1718" y="1"/>
                    <a:pt x="1710" y="1"/>
                  </a:cubicBezTo>
                  <a:close/>
                </a:path>
              </a:pathLst>
            </a:custGeom>
            <a:solidFill>
              <a:srgbClr val="DDA4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8" name="Google Shape;2518;p29"/>
            <p:cNvSpPr/>
            <p:nvPr/>
          </p:nvSpPr>
          <p:spPr>
            <a:xfrm>
              <a:off x="6367639" y="2148418"/>
              <a:ext cx="45383" cy="86402"/>
            </a:xfrm>
            <a:custGeom>
              <a:rect b="b" l="l" r="r" t="t"/>
              <a:pathLst>
                <a:path extrusionOk="0" h="4297" w="2257">
                  <a:moveTo>
                    <a:pt x="1254" y="988"/>
                  </a:moveTo>
                  <a:lnTo>
                    <a:pt x="1254" y="988"/>
                  </a:lnTo>
                  <a:cubicBezTo>
                    <a:pt x="1229" y="1013"/>
                    <a:pt x="1204" y="1063"/>
                    <a:pt x="1179" y="1088"/>
                  </a:cubicBezTo>
                  <a:lnTo>
                    <a:pt x="1078" y="1239"/>
                  </a:lnTo>
                  <a:cubicBezTo>
                    <a:pt x="1003" y="1364"/>
                    <a:pt x="928" y="1489"/>
                    <a:pt x="853" y="1615"/>
                  </a:cubicBezTo>
                  <a:cubicBezTo>
                    <a:pt x="702" y="1840"/>
                    <a:pt x="627" y="1991"/>
                    <a:pt x="602" y="2091"/>
                  </a:cubicBezTo>
                  <a:lnTo>
                    <a:pt x="602" y="2141"/>
                  </a:lnTo>
                  <a:lnTo>
                    <a:pt x="652" y="2316"/>
                  </a:lnTo>
                  <a:cubicBezTo>
                    <a:pt x="677" y="2366"/>
                    <a:pt x="727" y="2442"/>
                    <a:pt x="778" y="2517"/>
                  </a:cubicBezTo>
                  <a:cubicBezTo>
                    <a:pt x="878" y="2667"/>
                    <a:pt x="978" y="2793"/>
                    <a:pt x="1078" y="2918"/>
                  </a:cubicBezTo>
                  <a:lnTo>
                    <a:pt x="1179" y="3068"/>
                  </a:lnTo>
                  <a:cubicBezTo>
                    <a:pt x="1479" y="3419"/>
                    <a:pt x="1680" y="3645"/>
                    <a:pt x="1755" y="3820"/>
                  </a:cubicBezTo>
                  <a:cubicBezTo>
                    <a:pt x="1780" y="3845"/>
                    <a:pt x="1780" y="3870"/>
                    <a:pt x="1780" y="3870"/>
                  </a:cubicBezTo>
                  <a:cubicBezTo>
                    <a:pt x="1780" y="3870"/>
                    <a:pt x="1780" y="3870"/>
                    <a:pt x="1780" y="3895"/>
                  </a:cubicBezTo>
                  <a:cubicBezTo>
                    <a:pt x="1780" y="3895"/>
                    <a:pt x="1780" y="3895"/>
                    <a:pt x="1730" y="3870"/>
                  </a:cubicBezTo>
                  <a:cubicBezTo>
                    <a:pt x="1580" y="3770"/>
                    <a:pt x="1304" y="3569"/>
                    <a:pt x="903" y="3068"/>
                  </a:cubicBezTo>
                  <a:cubicBezTo>
                    <a:pt x="778" y="2918"/>
                    <a:pt x="677" y="2793"/>
                    <a:pt x="577" y="2642"/>
                  </a:cubicBezTo>
                  <a:cubicBezTo>
                    <a:pt x="552" y="2542"/>
                    <a:pt x="502" y="2467"/>
                    <a:pt x="452" y="2392"/>
                  </a:cubicBezTo>
                  <a:lnTo>
                    <a:pt x="452" y="2316"/>
                  </a:lnTo>
                  <a:cubicBezTo>
                    <a:pt x="427" y="2291"/>
                    <a:pt x="427" y="2241"/>
                    <a:pt x="427" y="2191"/>
                  </a:cubicBezTo>
                  <a:cubicBezTo>
                    <a:pt x="427" y="2141"/>
                    <a:pt x="427" y="2066"/>
                    <a:pt x="427" y="2041"/>
                  </a:cubicBezTo>
                  <a:cubicBezTo>
                    <a:pt x="502" y="1840"/>
                    <a:pt x="602" y="1740"/>
                    <a:pt x="702" y="1615"/>
                  </a:cubicBezTo>
                  <a:lnTo>
                    <a:pt x="753" y="1539"/>
                  </a:lnTo>
                  <a:cubicBezTo>
                    <a:pt x="878" y="1389"/>
                    <a:pt x="1003" y="1264"/>
                    <a:pt x="1103" y="1138"/>
                  </a:cubicBezTo>
                  <a:cubicBezTo>
                    <a:pt x="1154" y="1088"/>
                    <a:pt x="1204" y="1013"/>
                    <a:pt x="1254" y="988"/>
                  </a:cubicBezTo>
                  <a:close/>
                  <a:moveTo>
                    <a:pt x="1931" y="0"/>
                  </a:moveTo>
                  <a:cubicBezTo>
                    <a:pt x="1776" y="0"/>
                    <a:pt x="1475" y="148"/>
                    <a:pt x="803" y="838"/>
                  </a:cubicBezTo>
                  <a:cubicBezTo>
                    <a:pt x="677" y="963"/>
                    <a:pt x="552" y="1113"/>
                    <a:pt x="427" y="1289"/>
                  </a:cubicBezTo>
                  <a:lnTo>
                    <a:pt x="377" y="1339"/>
                  </a:lnTo>
                  <a:cubicBezTo>
                    <a:pt x="251" y="1489"/>
                    <a:pt x="151" y="1640"/>
                    <a:pt x="51" y="1865"/>
                  </a:cubicBezTo>
                  <a:cubicBezTo>
                    <a:pt x="1" y="1991"/>
                    <a:pt x="1" y="2091"/>
                    <a:pt x="1" y="2191"/>
                  </a:cubicBezTo>
                  <a:lnTo>
                    <a:pt x="1" y="2241"/>
                  </a:lnTo>
                  <a:cubicBezTo>
                    <a:pt x="1" y="2316"/>
                    <a:pt x="26" y="2392"/>
                    <a:pt x="51" y="2442"/>
                  </a:cubicBezTo>
                  <a:lnTo>
                    <a:pt x="76" y="2517"/>
                  </a:lnTo>
                  <a:cubicBezTo>
                    <a:pt x="126" y="2642"/>
                    <a:pt x="176" y="2742"/>
                    <a:pt x="226" y="2843"/>
                  </a:cubicBezTo>
                  <a:cubicBezTo>
                    <a:pt x="326" y="3018"/>
                    <a:pt x="452" y="3168"/>
                    <a:pt x="577" y="3344"/>
                  </a:cubicBezTo>
                  <a:cubicBezTo>
                    <a:pt x="928" y="3770"/>
                    <a:pt x="1254" y="4071"/>
                    <a:pt x="1529" y="4221"/>
                  </a:cubicBezTo>
                  <a:cubicBezTo>
                    <a:pt x="1630" y="4271"/>
                    <a:pt x="1705" y="4296"/>
                    <a:pt x="1780" y="4296"/>
                  </a:cubicBezTo>
                  <a:cubicBezTo>
                    <a:pt x="1905" y="4296"/>
                    <a:pt x="2006" y="4271"/>
                    <a:pt x="2081" y="4171"/>
                  </a:cubicBezTo>
                  <a:cubicBezTo>
                    <a:pt x="2231" y="4021"/>
                    <a:pt x="2256" y="3845"/>
                    <a:pt x="2131" y="3645"/>
                  </a:cubicBezTo>
                  <a:lnTo>
                    <a:pt x="2106" y="3595"/>
                  </a:lnTo>
                  <a:cubicBezTo>
                    <a:pt x="2031" y="3419"/>
                    <a:pt x="1830" y="3194"/>
                    <a:pt x="1504" y="2793"/>
                  </a:cubicBezTo>
                  <a:lnTo>
                    <a:pt x="1404" y="2667"/>
                  </a:lnTo>
                  <a:cubicBezTo>
                    <a:pt x="1304" y="2542"/>
                    <a:pt x="1204" y="2417"/>
                    <a:pt x="1128" y="2291"/>
                  </a:cubicBezTo>
                  <a:cubicBezTo>
                    <a:pt x="1078" y="2241"/>
                    <a:pt x="1053" y="2166"/>
                    <a:pt x="1028" y="2141"/>
                  </a:cubicBezTo>
                  <a:cubicBezTo>
                    <a:pt x="1053" y="2091"/>
                    <a:pt x="1103" y="1991"/>
                    <a:pt x="1204" y="1815"/>
                  </a:cubicBezTo>
                  <a:cubicBezTo>
                    <a:pt x="1279" y="1690"/>
                    <a:pt x="1354" y="1589"/>
                    <a:pt x="1429" y="1464"/>
                  </a:cubicBezTo>
                  <a:lnTo>
                    <a:pt x="1529" y="1339"/>
                  </a:lnTo>
                  <a:cubicBezTo>
                    <a:pt x="1880" y="787"/>
                    <a:pt x="2081" y="512"/>
                    <a:pt x="2131" y="336"/>
                  </a:cubicBezTo>
                  <a:cubicBezTo>
                    <a:pt x="2181" y="211"/>
                    <a:pt x="2131" y="111"/>
                    <a:pt x="2081" y="61"/>
                  </a:cubicBezTo>
                  <a:cubicBezTo>
                    <a:pt x="2048" y="36"/>
                    <a:pt x="2007" y="0"/>
                    <a:pt x="19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29"/>
            <p:cNvSpPr/>
            <p:nvPr/>
          </p:nvSpPr>
          <p:spPr>
            <a:xfrm>
              <a:off x="6361587" y="2142326"/>
              <a:ext cx="57487" cy="98547"/>
            </a:xfrm>
            <a:custGeom>
              <a:rect b="b" l="l" r="r" t="t"/>
              <a:pathLst>
                <a:path extrusionOk="0" h="4901" w="2859">
                  <a:moveTo>
                    <a:pt x="2215" y="1"/>
                  </a:moveTo>
                  <a:cubicBezTo>
                    <a:pt x="1906" y="1"/>
                    <a:pt x="1514" y="294"/>
                    <a:pt x="903" y="940"/>
                  </a:cubicBezTo>
                  <a:cubicBezTo>
                    <a:pt x="778" y="1065"/>
                    <a:pt x="627" y="1216"/>
                    <a:pt x="502" y="1391"/>
                  </a:cubicBezTo>
                  <a:lnTo>
                    <a:pt x="427" y="1466"/>
                  </a:lnTo>
                  <a:cubicBezTo>
                    <a:pt x="327" y="1617"/>
                    <a:pt x="176" y="1792"/>
                    <a:pt x="76" y="2043"/>
                  </a:cubicBezTo>
                  <a:cubicBezTo>
                    <a:pt x="1" y="2218"/>
                    <a:pt x="1" y="2394"/>
                    <a:pt x="1" y="2494"/>
                  </a:cubicBezTo>
                  <a:lnTo>
                    <a:pt x="1" y="2544"/>
                  </a:lnTo>
                  <a:cubicBezTo>
                    <a:pt x="26" y="2669"/>
                    <a:pt x="51" y="2770"/>
                    <a:pt x="76" y="2845"/>
                  </a:cubicBezTo>
                  <a:lnTo>
                    <a:pt x="101" y="2920"/>
                  </a:lnTo>
                  <a:cubicBezTo>
                    <a:pt x="151" y="3070"/>
                    <a:pt x="201" y="3196"/>
                    <a:pt x="277" y="3296"/>
                  </a:cubicBezTo>
                  <a:cubicBezTo>
                    <a:pt x="402" y="3471"/>
                    <a:pt x="502" y="3647"/>
                    <a:pt x="653" y="3822"/>
                  </a:cubicBezTo>
                  <a:cubicBezTo>
                    <a:pt x="1054" y="4299"/>
                    <a:pt x="1379" y="4624"/>
                    <a:pt x="1680" y="4800"/>
                  </a:cubicBezTo>
                  <a:cubicBezTo>
                    <a:pt x="1830" y="4875"/>
                    <a:pt x="1956" y="4900"/>
                    <a:pt x="2106" y="4900"/>
                  </a:cubicBezTo>
                  <a:cubicBezTo>
                    <a:pt x="2282" y="4900"/>
                    <a:pt x="2457" y="4825"/>
                    <a:pt x="2582" y="4674"/>
                  </a:cubicBezTo>
                  <a:cubicBezTo>
                    <a:pt x="2833" y="4449"/>
                    <a:pt x="2858" y="4123"/>
                    <a:pt x="2708" y="3822"/>
                  </a:cubicBezTo>
                  <a:lnTo>
                    <a:pt x="2683" y="3747"/>
                  </a:lnTo>
                  <a:cubicBezTo>
                    <a:pt x="2557" y="3547"/>
                    <a:pt x="2382" y="3321"/>
                    <a:pt x="2031" y="2920"/>
                  </a:cubicBezTo>
                  <a:lnTo>
                    <a:pt x="1931" y="2795"/>
                  </a:lnTo>
                  <a:cubicBezTo>
                    <a:pt x="1830" y="2669"/>
                    <a:pt x="1755" y="2544"/>
                    <a:pt x="1655" y="2419"/>
                  </a:cubicBezTo>
                  <a:cubicBezTo>
                    <a:pt x="1680" y="2394"/>
                    <a:pt x="1705" y="2344"/>
                    <a:pt x="1755" y="2268"/>
                  </a:cubicBezTo>
                  <a:cubicBezTo>
                    <a:pt x="1830" y="2168"/>
                    <a:pt x="1906" y="2043"/>
                    <a:pt x="1981" y="1918"/>
                  </a:cubicBezTo>
                  <a:lnTo>
                    <a:pt x="2056" y="1817"/>
                  </a:lnTo>
                  <a:cubicBezTo>
                    <a:pt x="2482" y="1216"/>
                    <a:pt x="2658" y="940"/>
                    <a:pt x="2708" y="715"/>
                  </a:cubicBezTo>
                  <a:cubicBezTo>
                    <a:pt x="2808" y="414"/>
                    <a:pt x="2633" y="213"/>
                    <a:pt x="2582" y="163"/>
                  </a:cubicBezTo>
                  <a:cubicBezTo>
                    <a:pt x="2468" y="57"/>
                    <a:pt x="2350" y="1"/>
                    <a:pt x="2215" y="1"/>
                  </a:cubicBezTo>
                  <a:close/>
                </a:path>
              </a:pathLst>
            </a:custGeom>
            <a:solidFill>
              <a:srgbClr val="DDA4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29"/>
            <p:cNvSpPr/>
            <p:nvPr/>
          </p:nvSpPr>
          <p:spPr>
            <a:xfrm>
              <a:off x="6357565" y="2138264"/>
              <a:ext cx="66033" cy="106630"/>
            </a:xfrm>
            <a:custGeom>
              <a:rect b="b" l="l" r="r" t="t"/>
              <a:pathLst>
                <a:path extrusionOk="0" h="5303" w="3284">
                  <a:moveTo>
                    <a:pt x="2030" y="3849"/>
                  </a:moveTo>
                  <a:lnTo>
                    <a:pt x="1930" y="4024"/>
                  </a:lnTo>
                  <a:lnTo>
                    <a:pt x="1730" y="4150"/>
                  </a:lnTo>
                  <a:lnTo>
                    <a:pt x="2281" y="4676"/>
                  </a:lnTo>
                  <a:lnTo>
                    <a:pt x="2582" y="4375"/>
                  </a:lnTo>
                  <a:lnTo>
                    <a:pt x="2030" y="3849"/>
                  </a:lnTo>
                  <a:close/>
                  <a:moveTo>
                    <a:pt x="2432" y="415"/>
                  </a:moveTo>
                  <a:cubicBezTo>
                    <a:pt x="2507" y="415"/>
                    <a:pt x="2582" y="465"/>
                    <a:pt x="2632" y="516"/>
                  </a:cubicBezTo>
                  <a:cubicBezTo>
                    <a:pt x="2682" y="566"/>
                    <a:pt x="2757" y="666"/>
                    <a:pt x="2707" y="866"/>
                  </a:cubicBezTo>
                  <a:cubicBezTo>
                    <a:pt x="2657" y="1042"/>
                    <a:pt x="2482" y="1343"/>
                    <a:pt x="2081" y="1894"/>
                  </a:cubicBezTo>
                  <a:lnTo>
                    <a:pt x="2005" y="2019"/>
                  </a:lnTo>
                  <a:cubicBezTo>
                    <a:pt x="1930" y="2145"/>
                    <a:pt x="1855" y="2245"/>
                    <a:pt x="1780" y="2370"/>
                  </a:cubicBezTo>
                  <a:cubicBezTo>
                    <a:pt x="1730" y="2445"/>
                    <a:pt x="1705" y="2496"/>
                    <a:pt x="1680" y="2521"/>
                  </a:cubicBezTo>
                  <a:lnTo>
                    <a:pt x="1629" y="2646"/>
                  </a:lnTo>
                  <a:lnTo>
                    <a:pt x="1680" y="2746"/>
                  </a:lnTo>
                  <a:cubicBezTo>
                    <a:pt x="1780" y="2871"/>
                    <a:pt x="1880" y="2997"/>
                    <a:pt x="1955" y="3122"/>
                  </a:cubicBezTo>
                  <a:lnTo>
                    <a:pt x="2081" y="3247"/>
                  </a:lnTo>
                  <a:cubicBezTo>
                    <a:pt x="2406" y="3648"/>
                    <a:pt x="2582" y="3874"/>
                    <a:pt x="2682" y="4049"/>
                  </a:cubicBezTo>
                  <a:lnTo>
                    <a:pt x="2707" y="4100"/>
                  </a:lnTo>
                  <a:cubicBezTo>
                    <a:pt x="2833" y="4350"/>
                    <a:pt x="2807" y="4551"/>
                    <a:pt x="2632" y="4726"/>
                  </a:cubicBezTo>
                  <a:cubicBezTo>
                    <a:pt x="2532" y="4841"/>
                    <a:pt x="2415" y="4898"/>
                    <a:pt x="2287" y="4898"/>
                  </a:cubicBezTo>
                  <a:cubicBezTo>
                    <a:pt x="2191" y="4898"/>
                    <a:pt x="2088" y="4866"/>
                    <a:pt x="1980" y="4801"/>
                  </a:cubicBezTo>
                  <a:cubicBezTo>
                    <a:pt x="1705" y="4651"/>
                    <a:pt x="1379" y="4350"/>
                    <a:pt x="1003" y="3899"/>
                  </a:cubicBezTo>
                  <a:cubicBezTo>
                    <a:pt x="878" y="3724"/>
                    <a:pt x="752" y="3573"/>
                    <a:pt x="652" y="3398"/>
                  </a:cubicBezTo>
                  <a:cubicBezTo>
                    <a:pt x="602" y="3298"/>
                    <a:pt x="527" y="3172"/>
                    <a:pt x="502" y="3072"/>
                  </a:cubicBezTo>
                  <a:lnTo>
                    <a:pt x="477" y="2972"/>
                  </a:lnTo>
                  <a:cubicBezTo>
                    <a:pt x="452" y="2922"/>
                    <a:pt x="426" y="2846"/>
                    <a:pt x="426" y="2746"/>
                  </a:cubicBezTo>
                  <a:lnTo>
                    <a:pt x="426" y="2696"/>
                  </a:lnTo>
                  <a:cubicBezTo>
                    <a:pt x="426" y="2596"/>
                    <a:pt x="426" y="2470"/>
                    <a:pt x="477" y="2320"/>
                  </a:cubicBezTo>
                  <a:cubicBezTo>
                    <a:pt x="577" y="2094"/>
                    <a:pt x="702" y="1944"/>
                    <a:pt x="802" y="1794"/>
                  </a:cubicBezTo>
                  <a:lnTo>
                    <a:pt x="853" y="1744"/>
                  </a:lnTo>
                  <a:cubicBezTo>
                    <a:pt x="1003" y="1568"/>
                    <a:pt x="1128" y="1418"/>
                    <a:pt x="1254" y="1292"/>
                  </a:cubicBezTo>
                  <a:cubicBezTo>
                    <a:pt x="1905" y="616"/>
                    <a:pt x="2231" y="415"/>
                    <a:pt x="2432" y="415"/>
                  </a:cubicBezTo>
                  <a:close/>
                  <a:moveTo>
                    <a:pt x="2416" y="0"/>
                  </a:moveTo>
                  <a:cubicBezTo>
                    <a:pt x="1961" y="0"/>
                    <a:pt x="1464" y="463"/>
                    <a:pt x="953" y="992"/>
                  </a:cubicBezTo>
                  <a:cubicBezTo>
                    <a:pt x="827" y="1142"/>
                    <a:pt x="677" y="1292"/>
                    <a:pt x="527" y="1468"/>
                  </a:cubicBezTo>
                  <a:lnTo>
                    <a:pt x="477" y="1543"/>
                  </a:lnTo>
                  <a:cubicBezTo>
                    <a:pt x="351" y="1693"/>
                    <a:pt x="201" y="1894"/>
                    <a:pt x="101" y="2170"/>
                  </a:cubicBezTo>
                  <a:cubicBezTo>
                    <a:pt x="0" y="2370"/>
                    <a:pt x="0" y="2571"/>
                    <a:pt x="0" y="2696"/>
                  </a:cubicBezTo>
                  <a:lnTo>
                    <a:pt x="0" y="2771"/>
                  </a:lnTo>
                  <a:cubicBezTo>
                    <a:pt x="0" y="2922"/>
                    <a:pt x="51" y="3047"/>
                    <a:pt x="76" y="3097"/>
                  </a:cubicBezTo>
                  <a:lnTo>
                    <a:pt x="101" y="3197"/>
                  </a:lnTo>
                  <a:cubicBezTo>
                    <a:pt x="151" y="3348"/>
                    <a:pt x="226" y="3498"/>
                    <a:pt x="301" y="3623"/>
                  </a:cubicBezTo>
                  <a:cubicBezTo>
                    <a:pt x="426" y="3799"/>
                    <a:pt x="552" y="3974"/>
                    <a:pt x="677" y="4150"/>
                  </a:cubicBezTo>
                  <a:cubicBezTo>
                    <a:pt x="1103" y="4676"/>
                    <a:pt x="1454" y="5002"/>
                    <a:pt x="1780" y="5177"/>
                  </a:cubicBezTo>
                  <a:cubicBezTo>
                    <a:pt x="1955" y="5277"/>
                    <a:pt x="2131" y="5303"/>
                    <a:pt x="2306" y="5303"/>
                  </a:cubicBezTo>
                  <a:cubicBezTo>
                    <a:pt x="2532" y="5303"/>
                    <a:pt x="2757" y="5227"/>
                    <a:pt x="2933" y="5027"/>
                  </a:cubicBezTo>
                  <a:cubicBezTo>
                    <a:pt x="3234" y="4726"/>
                    <a:pt x="3284" y="4325"/>
                    <a:pt x="3083" y="3924"/>
                  </a:cubicBezTo>
                  <a:lnTo>
                    <a:pt x="3058" y="3849"/>
                  </a:lnTo>
                  <a:cubicBezTo>
                    <a:pt x="2933" y="3648"/>
                    <a:pt x="2757" y="3398"/>
                    <a:pt x="2406" y="2972"/>
                  </a:cubicBezTo>
                  <a:lnTo>
                    <a:pt x="2281" y="2846"/>
                  </a:lnTo>
                  <a:cubicBezTo>
                    <a:pt x="2231" y="2771"/>
                    <a:pt x="2181" y="2696"/>
                    <a:pt x="2106" y="2621"/>
                  </a:cubicBezTo>
                  <a:cubicBezTo>
                    <a:pt x="2131" y="2621"/>
                    <a:pt x="2131" y="2596"/>
                    <a:pt x="2131" y="2596"/>
                  </a:cubicBezTo>
                  <a:cubicBezTo>
                    <a:pt x="2206" y="2470"/>
                    <a:pt x="2281" y="2370"/>
                    <a:pt x="2356" y="2245"/>
                  </a:cubicBezTo>
                  <a:lnTo>
                    <a:pt x="2432" y="2120"/>
                  </a:lnTo>
                  <a:cubicBezTo>
                    <a:pt x="2858" y="1493"/>
                    <a:pt x="3058" y="1242"/>
                    <a:pt x="3108" y="967"/>
                  </a:cubicBezTo>
                  <a:cubicBezTo>
                    <a:pt x="3234" y="541"/>
                    <a:pt x="2983" y="290"/>
                    <a:pt x="2908" y="215"/>
                  </a:cubicBezTo>
                  <a:cubicBezTo>
                    <a:pt x="2751" y="65"/>
                    <a:pt x="2587" y="0"/>
                    <a:pt x="241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1" name="Google Shape;2521;p29"/>
            <p:cNvSpPr/>
            <p:nvPr/>
          </p:nvSpPr>
          <p:spPr>
            <a:xfrm>
              <a:off x="6169078" y="1701107"/>
              <a:ext cx="963572" cy="894542"/>
            </a:xfrm>
            <a:custGeom>
              <a:rect b="b" l="l" r="r" t="t"/>
              <a:pathLst>
                <a:path extrusionOk="0" h="44488" w="47921">
                  <a:moveTo>
                    <a:pt x="31580" y="1"/>
                  </a:moveTo>
                  <a:lnTo>
                    <a:pt x="30678" y="577"/>
                  </a:lnTo>
                  <a:cubicBezTo>
                    <a:pt x="30277" y="828"/>
                    <a:pt x="29625" y="1229"/>
                    <a:pt x="28798" y="1630"/>
                  </a:cubicBezTo>
                  <a:cubicBezTo>
                    <a:pt x="26893" y="2582"/>
                    <a:pt x="25114" y="3058"/>
                    <a:pt x="23510" y="3058"/>
                  </a:cubicBezTo>
                  <a:cubicBezTo>
                    <a:pt x="22557" y="3058"/>
                    <a:pt x="21680" y="2883"/>
                    <a:pt x="20878" y="2532"/>
                  </a:cubicBezTo>
                  <a:cubicBezTo>
                    <a:pt x="20076" y="2156"/>
                    <a:pt x="19324" y="1605"/>
                    <a:pt x="18698" y="853"/>
                  </a:cubicBezTo>
                  <a:lnTo>
                    <a:pt x="18422" y="527"/>
                  </a:lnTo>
                  <a:lnTo>
                    <a:pt x="18046" y="753"/>
                  </a:lnTo>
                  <a:cubicBezTo>
                    <a:pt x="17695" y="953"/>
                    <a:pt x="16968" y="1379"/>
                    <a:pt x="16041" y="1780"/>
                  </a:cubicBezTo>
                  <a:cubicBezTo>
                    <a:pt x="14312" y="2557"/>
                    <a:pt x="12808" y="2958"/>
                    <a:pt x="11580" y="2958"/>
                  </a:cubicBezTo>
                  <a:cubicBezTo>
                    <a:pt x="10778" y="2958"/>
                    <a:pt x="10126" y="2783"/>
                    <a:pt x="9575" y="2457"/>
                  </a:cubicBezTo>
                  <a:cubicBezTo>
                    <a:pt x="9074" y="2156"/>
                    <a:pt x="8673" y="1680"/>
                    <a:pt x="8372" y="1078"/>
                  </a:cubicBezTo>
                  <a:lnTo>
                    <a:pt x="8096" y="477"/>
                  </a:lnTo>
                  <a:lnTo>
                    <a:pt x="7595" y="903"/>
                  </a:lnTo>
                  <a:cubicBezTo>
                    <a:pt x="7319" y="1129"/>
                    <a:pt x="7019" y="1354"/>
                    <a:pt x="6718" y="1555"/>
                  </a:cubicBezTo>
                  <a:cubicBezTo>
                    <a:pt x="5740" y="2131"/>
                    <a:pt x="4838" y="2457"/>
                    <a:pt x="3986" y="2457"/>
                  </a:cubicBezTo>
                  <a:cubicBezTo>
                    <a:pt x="3735" y="2457"/>
                    <a:pt x="3510" y="2432"/>
                    <a:pt x="3284" y="2382"/>
                  </a:cubicBezTo>
                  <a:lnTo>
                    <a:pt x="2908" y="2307"/>
                  </a:lnTo>
                  <a:lnTo>
                    <a:pt x="2733" y="2632"/>
                  </a:lnTo>
                  <a:cubicBezTo>
                    <a:pt x="2056" y="3485"/>
                    <a:pt x="1129" y="4938"/>
                    <a:pt x="678" y="7018"/>
                  </a:cubicBezTo>
                  <a:cubicBezTo>
                    <a:pt x="527" y="7720"/>
                    <a:pt x="427" y="9023"/>
                    <a:pt x="352" y="10026"/>
                  </a:cubicBezTo>
                  <a:cubicBezTo>
                    <a:pt x="252" y="11354"/>
                    <a:pt x="176" y="13008"/>
                    <a:pt x="101" y="14938"/>
                  </a:cubicBezTo>
                  <a:cubicBezTo>
                    <a:pt x="76" y="15665"/>
                    <a:pt x="51" y="16442"/>
                    <a:pt x="26" y="17244"/>
                  </a:cubicBezTo>
                  <a:lnTo>
                    <a:pt x="1" y="18146"/>
                  </a:lnTo>
                  <a:lnTo>
                    <a:pt x="1" y="18146"/>
                  </a:lnTo>
                  <a:lnTo>
                    <a:pt x="728" y="17720"/>
                  </a:lnTo>
                  <a:cubicBezTo>
                    <a:pt x="785" y="17701"/>
                    <a:pt x="846" y="17693"/>
                    <a:pt x="908" y="17693"/>
                  </a:cubicBezTo>
                  <a:cubicBezTo>
                    <a:pt x="1008" y="17693"/>
                    <a:pt x="1111" y="17714"/>
                    <a:pt x="1204" y="17745"/>
                  </a:cubicBezTo>
                  <a:lnTo>
                    <a:pt x="1254" y="17770"/>
                  </a:lnTo>
                  <a:cubicBezTo>
                    <a:pt x="1304" y="17770"/>
                    <a:pt x="1354" y="17820"/>
                    <a:pt x="1404" y="17845"/>
                  </a:cubicBezTo>
                  <a:cubicBezTo>
                    <a:pt x="1430" y="17871"/>
                    <a:pt x="1480" y="17871"/>
                    <a:pt x="1505" y="17896"/>
                  </a:cubicBezTo>
                  <a:cubicBezTo>
                    <a:pt x="1605" y="17946"/>
                    <a:pt x="1680" y="18021"/>
                    <a:pt x="1755" y="18071"/>
                  </a:cubicBezTo>
                  <a:cubicBezTo>
                    <a:pt x="2056" y="18322"/>
                    <a:pt x="2257" y="18723"/>
                    <a:pt x="2307" y="19174"/>
                  </a:cubicBezTo>
                  <a:cubicBezTo>
                    <a:pt x="2357" y="19424"/>
                    <a:pt x="2357" y="19700"/>
                    <a:pt x="2332" y="20001"/>
                  </a:cubicBezTo>
                  <a:lnTo>
                    <a:pt x="2232" y="20828"/>
                  </a:lnTo>
                  <a:lnTo>
                    <a:pt x="3008" y="20527"/>
                  </a:lnTo>
                  <a:cubicBezTo>
                    <a:pt x="3109" y="20502"/>
                    <a:pt x="3209" y="20452"/>
                    <a:pt x="3284" y="20427"/>
                  </a:cubicBezTo>
                  <a:cubicBezTo>
                    <a:pt x="3455" y="20396"/>
                    <a:pt x="3615" y="20375"/>
                    <a:pt x="3767" y="20375"/>
                  </a:cubicBezTo>
                  <a:cubicBezTo>
                    <a:pt x="3860" y="20375"/>
                    <a:pt x="3950" y="20383"/>
                    <a:pt x="4036" y="20402"/>
                  </a:cubicBezTo>
                  <a:cubicBezTo>
                    <a:pt x="4161" y="20402"/>
                    <a:pt x="4262" y="20452"/>
                    <a:pt x="4412" y="20502"/>
                  </a:cubicBezTo>
                  <a:cubicBezTo>
                    <a:pt x="4462" y="20527"/>
                    <a:pt x="4487" y="20552"/>
                    <a:pt x="4562" y="20577"/>
                  </a:cubicBezTo>
                  <a:cubicBezTo>
                    <a:pt x="4612" y="20602"/>
                    <a:pt x="4638" y="20627"/>
                    <a:pt x="4663" y="20653"/>
                  </a:cubicBezTo>
                  <a:cubicBezTo>
                    <a:pt x="4838" y="20803"/>
                    <a:pt x="4913" y="21003"/>
                    <a:pt x="4988" y="21279"/>
                  </a:cubicBezTo>
                  <a:cubicBezTo>
                    <a:pt x="5114" y="21805"/>
                    <a:pt x="5114" y="22332"/>
                    <a:pt x="5114" y="22883"/>
                  </a:cubicBezTo>
                  <a:cubicBezTo>
                    <a:pt x="5114" y="23384"/>
                    <a:pt x="5089" y="23936"/>
                    <a:pt x="5039" y="24537"/>
                  </a:cubicBezTo>
                  <a:cubicBezTo>
                    <a:pt x="4938" y="25690"/>
                    <a:pt x="4763" y="26868"/>
                    <a:pt x="4612" y="27846"/>
                  </a:cubicBezTo>
                  <a:cubicBezTo>
                    <a:pt x="4562" y="28146"/>
                    <a:pt x="4512" y="28422"/>
                    <a:pt x="4462" y="28723"/>
                  </a:cubicBezTo>
                  <a:cubicBezTo>
                    <a:pt x="4337" y="29525"/>
                    <a:pt x="4211" y="30352"/>
                    <a:pt x="4136" y="31179"/>
                  </a:cubicBezTo>
                  <a:cubicBezTo>
                    <a:pt x="4061" y="31956"/>
                    <a:pt x="4011" y="32758"/>
                    <a:pt x="3986" y="33535"/>
                  </a:cubicBezTo>
                  <a:cubicBezTo>
                    <a:pt x="3961" y="33861"/>
                    <a:pt x="3936" y="34186"/>
                    <a:pt x="3936" y="34512"/>
                  </a:cubicBezTo>
                  <a:cubicBezTo>
                    <a:pt x="3911" y="34788"/>
                    <a:pt x="3886" y="35064"/>
                    <a:pt x="3886" y="35314"/>
                  </a:cubicBezTo>
                  <a:cubicBezTo>
                    <a:pt x="3836" y="36141"/>
                    <a:pt x="3785" y="36993"/>
                    <a:pt x="3685" y="37846"/>
                  </a:cubicBezTo>
                  <a:cubicBezTo>
                    <a:pt x="3610" y="38422"/>
                    <a:pt x="3485" y="38973"/>
                    <a:pt x="3334" y="39500"/>
                  </a:cubicBezTo>
                  <a:lnTo>
                    <a:pt x="3234" y="39851"/>
                  </a:lnTo>
                  <a:lnTo>
                    <a:pt x="3535" y="40051"/>
                  </a:lnTo>
                  <a:cubicBezTo>
                    <a:pt x="4262" y="40577"/>
                    <a:pt x="5089" y="41079"/>
                    <a:pt x="5966" y="41530"/>
                  </a:cubicBezTo>
                  <a:cubicBezTo>
                    <a:pt x="9550" y="43384"/>
                    <a:pt x="13685" y="44437"/>
                    <a:pt x="17670" y="44487"/>
                  </a:cubicBezTo>
                  <a:lnTo>
                    <a:pt x="18197" y="44462"/>
                  </a:lnTo>
                  <a:lnTo>
                    <a:pt x="18171" y="43685"/>
                  </a:lnTo>
                  <a:lnTo>
                    <a:pt x="17971" y="43535"/>
                  </a:lnTo>
                  <a:cubicBezTo>
                    <a:pt x="17796" y="43410"/>
                    <a:pt x="17645" y="43284"/>
                    <a:pt x="17470" y="43109"/>
                  </a:cubicBezTo>
                  <a:cubicBezTo>
                    <a:pt x="17319" y="42958"/>
                    <a:pt x="17144" y="42758"/>
                    <a:pt x="16968" y="42507"/>
                  </a:cubicBezTo>
                  <a:cubicBezTo>
                    <a:pt x="16668" y="42106"/>
                    <a:pt x="16417" y="41655"/>
                    <a:pt x="16141" y="41104"/>
                  </a:cubicBezTo>
                  <a:cubicBezTo>
                    <a:pt x="15740" y="40202"/>
                    <a:pt x="15415" y="39174"/>
                    <a:pt x="15164" y="37996"/>
                  </a:cubicBezTo>
                  <a:cubicBezTo>
                    <a:pt x="14788" y="36016"/>
                    <a:pt x="14487" y="33936"/>
                    <a:pt x="14237" y="31655"/>
                  </a:cubicBezTo>
                  <a:lnTo>
                    <a:pt x="14186" y="31054"/>
                  </a:lnTo>
                  <a:cubicBezTo>
                    <a:pt x="14111" y="30402"/>
                    <a:pt x="14061" y="29750"/>
                    <a:pt x="13986" y="29099"/>
                  </a:cubicBezTo>
                  <a:lnTo>
                    <a:pt x="13585" y="24788"/>
                  </a:lnTo>
                  <a:cubicBezTo>
                    <a:pt x="13510" y="24186"/>
                    <a:pt x="13485" y="23660"/>
                    <a:pt x="13460" y="23159"/>
                  </a:cubicBezTo>
                  <a:cubicBezTo>
                    <a:pt x="13460" y="22883"/>
                    <a:pt x="13460" y="22607"/>
                    <a:pt x="13485" y="22332"/>
                  </a:cubicBezTo>
                  <a:cubicBezTo>
                    <a:pt x="13485" y="22131"/>
                    <a:pt x="13510" y="21856"/>
                    <a:pt x="13610" y="21555"/>
                  </a:cubicBezTo>
                  <a:cubicBezTo>
                    <a:pt x="13635" y="21505"/>
                    <a:pt x="13635" y="21480"/>
                    <a:pt x="13660" y="21429"/>
                  </a:cubicBezTo>
                  <a:lnTo>
                    <a:pt x="13685" y="21404"/>
                  </a:lnTo>
                  <a:cubicBezTo>
                    <a:pt x="13710" y="21354"/>
                    <a:pt x="13735" y="21329"/>
                    <a:pt x="13760" y="21304"/>
                  </a:cubicBezTo>
                  <a:lnTo>
                    <a:pt x="13785" y="21254"/>
                  </a:lnTo>
                  <a:cubicBezTo>
                    <a:pt x="13811" y="21204"/>
                    <a:pt x="13911" y="21129"/>
                    <a:pt x="14011" y="21104"/>
                  </a:cubicBezTo>
                  <a:cubicBezTo>
                    <a:pt x="14128" y="21045"/>
                    <a:pt x="14263" y="21021"/>
                    <a:pt x="14395" y="21021"/>
                  </a:cubicBezTo>
                  <a:cubicBezTo>
                    <a:pt x="14488" y="21021"/>
                    <a:pt x="14580" y="21033"/>
                    <a:pt x="14663" y="21054"/>
                  </a:cubicBezTo>
                  <a:cubicBezTo>
                    <a:pt x="14713" y="21079"/>
                    <a:pt x="14788" y="21104"/>
                    <a:pt x="14888" y="21179"/>
                  </a:cubicBezTo>
                  <a:lnTo>
                    <a:pt x="15816" y="21830"/>
                  </a:lnTo>
                  <a:lnTo>
                    <a:pt x="15816" y="21830"/>
                  </a:lnTo>
                  <a:lnTo>
                    <a:pt x="15665" y="20703"/>
                  </a:lnTo>
                  <a:cubicBezTo>
                    <a:pt x="15615" y="20327"/>
                    <a:pt x="15590" y="19976"/>
                    <a:pt x="15590" y="19675"/>
                  </a:cubicBezTo>
                  <a:cubicBezTo>
                    <a:pt x="15590" y="19224"/>
                    <a:pt x="15640" y="18848"/>
                    <a:pt x="15740" y="18522"/>
                  </a:cubicBezTo>
                  <a:cubicBezTo>
                    <a:pt x="15841" y="18246"/>
                    <a:pt x="15991" y="17871"/>
                    <a:pt x="16342" y="17620"/>
                  </a:cubicBezTo>
                  <a:cubicBezTo>
                    <a:pt x="16492" y="17495"/>
                    <a:pt x="16643" y="17419"/>
                    <a:pt x="16818" y="17369"/>
                  </a:cubicBezTo>
                  <a:cubicBezTo>
                    <a:pt x="16880" y="17359"/>
                    <a:pt x="16947" y="17353"/>
                    <a:pt x="17012" y="17353"/>
                  </a:cubicBezTo>
                  <a:cubicBezTo>
                    <a:pt x="17105" y="17353"/>
                    <a:pt x="17196" y="17365"/>
                    <a:pt x="17269" y="17394"/>
                  </a:cubicBezTo>
                  <a:cubicBezTo>
                    <a:pt x="17445" y="17444"/>
                    <a:pt x="17595" y="17545"/>
                    <a:pt x="17745" y="17720"/>
                  </a:cubicBezTo>
                  <a:lnTo>
                    <a:pt x="18673" y="18748"/>
                  </a:lnTo>
                  <a:lnTo>
                    <a:pt x="18623" y="17369"/>
                  </a:lnTo>
                  <a:cubicBezTo>
                    <a:pt x="18623" y="17069"/>
                    <a:pt x="18648" y="16843"/>
                    <a:pt x="18673" y="16592"/>
                  </a:cubicBezTo>
                  <a:cubicBezTo>
                    <a:pt x="18723" y="16392"/>
                    <a:pt x="18773" y="16216"/>
                    <a:pt x="18873" y="16066"/>
                  </a:cubicBezTo>
                  <a:cubicBezTo>
                    <a:pt x="18948" y="15916"/>
                    <a:pt x="19074" y="15790"/>
                    <a:pt x="19224" y="15715"/>
                  </a:cubicBezTo>
                  <a:lnTo>
                    <a:pt x="19299" y="15690"/>
                  </a:lnTo>
                  <a:cubicBezTo>
                    <a:pt x="19349" y="15665"/>
                    <a:pt x="19425" y="15640"/>
                    <a:pt x="19475" y="15615"/>
                  </a:cubicBezTo>
                  <a:cubicBezTo>
                    <a:pt x="19525" y="15615"/>
                    <a:pt x="19550" y="15615"/>
                    <a:pt x="19600" y="15590"/>
                  </a:cubicBezTo>
                  <a:cubicBezTo>
                    <a:pt x="19625" y="15590"/>
                    <a:pt x="19675" y="15590"/>
                    <a:pt x="19700" y="15565"/>
                  </a:cubicBezTo>
                  <a:lnTo>
                    <a:pt x="19775" y="15565"/>
                  </a:lnTo>
                  <a:cubicBezTo>
                    <a:pt x="19901" y="15565"/>
                    <a:pt x="20101" y="15615"/>
                    <a:pt x="20252" y="15690"/>
                  </a:cubicBezTo>
                  <a:cubicBezTo>
                    <a:pt x="20577" y="15866"/>
                    <a:pt x="20778" y="16166"/>
                    <a:pt x="21004" y="16542"/>
                  </a:cubicBezTo>
                  <a:cubicBezTo>
                    <a:pt x="21179" y="16893"/>
                    <a:pt x="21329" y="17269"/>
                    <a:pt x="21480" y="17695"/>
                  </a:cubicBezTo>
                  <a:lnTo>
                    <a:pt x="21806" y="18723"/>
                  </a:lnTo>
                  <a:lnTo>
                    <a:pt x="22382" y="17820"/>
                  </a:lnTo>
                  <a:cubicBezTo>
                    <a:pt x="22583" y="17520"/>
                    <a:pt x="22883" y="17344"/>
                    <a:pt x="23109" y="17269"/>
                  </a:cubicBezTo>
                  <a:lnTo>
                    <a:pt x="23460" y="17144"/>
                  </a:lnTo>
                  <a:lnTo>
                    <a:pt x="23735" y="17319"/>
                  </a:lnTo>
                  <a:cubicBezTo>
                    <a:pt x="23836" y="17369"/>
                    <a:pt x="23936" y="17444"/>
                    <a:pt x="24036" y="17545"/>
                  </a:cubicBezTo>
                  <a:cubicBezTo>
                    <a:pt x="24312" y="17845"/>
                    <a:pt x="24487" y="18171"/>
                    <a:pt x="24663" y="18497"/>
                  </a:cubicBezTo>
                  <a:cubicBezTo>
                    <a:pt x="25039" y="19249"/>
                    <a:pt x="25289" y="20026"/>
                    <a:pt x="25490" y="20678"/>
                  </a:cubicBezTo>
                  <a:cubicBezTo>
                    <a:pt x="25715" y="21455"/>
                    <a:pt x="25916" y="22206"/>
                    <a:pt x="26091" y="22983"/>
                  </a:cubicBezTo>
                  <a:cubicBezTo>
                    <a:pt x="26417" y="24537"/>
                    <a:pt x="26668" y="26116"/>
                    <a:pt x="26918" y="27645"/>
                  </a:cubicBezTo>
                  <a:lnTo>
                    <a:pt x="26943" y="27695"/>
                  </a:lnTo>
                  <a:cubicBezTo>
                    <a:pt x="27019" y="28196"/>
                    <a:pt x="27094" y="28698"/>
                    <a:pt x="27169" y="29199"/>
                  </a:cubicBezTo>
                  <a:lnTo>
                    <a:pt x="27720" y="32607"/>
                  </a:lnTo>
                  <a:lnTo>
                    <a:pt x="28297" y="30001"/>
                  </a:lnTo>
                  <a:cubicBezTo>
                    <a:pt x="28322" y="29851"/>
                    <a:pt x="28372" y="29700"/>
                    <a:pt x="28397" y="29550"/>
                  </a:cubicBezTo>
                  <a:cubicBezTo>
                    <a:pt x="28472" y="29324"/>
                    <a:pt x="28547" y="29124"/>
                    <a:pt x="28673" y="28898"/>
                  </a:cubicBezTo>
                  <a:cubicBezTo>
                    <a:pt x="28698" y="28848"/>
                    <a:pt x="28748" y="28773"/>
                    <a:pt x="28773" y="28723"/>
                  </a:cubicBezTo>
                  <a:cubicBezTo>
                    <a:pt x="28798" y="28698"/>
                    <a:pt x="28823" y="28648"/>
                    <a:pt x="28848" y="28622"/>
                  </a:cubicBezTo>
                  <a:lnTo>
                    <a:pt x="28898" y="28547"/>
                  </a:lnTo>
                  <a:cubicBezTo>
                    <a:pt x="28948" y="28472"/>
                    <a:pt x="28999" y="28422"/>
                    <a:pt x="29049" y="28347"/>
                  </a:cubicBezTo>
                  <a:cubicBezTo>
                    <a:pt x="29400" y="27946"/>
                    <a:pt x="29725" y="27620"/>
                    <a:pt x="30051" y="27394"/>
                  </a:cubicBezTo>
                  <a:cubicBezTo>
                    <a:pt x="30277" y="27244"/>
                    <a:pt x="30452" y="27119"/>
                    <a:pt x="30653" y="27069"/>
                  </a:cubicBezTo>
                  <a:cubicBezTo>
                    <a:pt x="30803" y="27002"/>
                    <a:pt x="30942" y="26979"/>
                    <a:pt x="31070" y="26979"/>
                  </a:cubicBezTo>
                  <a:cubicBezTo>
                    <a:pt x="31134" y="26979"/>
                    <a:pt x="31196" y="26985"/>
                    <a:pt x="31254" y="26993"/>
                  </a:cubicBezTo>
                  <a:cubicBezTo>
                    <a:pt x="31455" y="27044"/>
                    <a:pt x="31630" y="27144"/>
                    <a:pt x="31781" y="27294"/>
                  </a:cubicBezTo>
                  <a:cubicBezTo>
                    <a:pt x="31931" y="27445"/>
                    <a:pt x="32031" y="27620"/>
                    <a:pt x="32156" y="27820"/>
                  </a:cubicBezTo>
                  <a:cubicBezTo>
                    <a:pt x="32257" y="28021"/>
                    <a:pt x="32357" y="28221"/>
                    <a:pt x="32382" y="28447"/>
                  </a:cubicBezTo>
                  <a:cubicBezTo>
                    <a:pt x="32407" y="28673"/>
                    <a:pt x="32357" y="28898"/>
                    <a:pt x="32307" y="29049"/>
                  </a:cubicBezTo>
                  <a:cubicBezTo>
                    <a:pt x="32207" y="29374"/>
                    <a:pt x="32081" y="29650"/>
                    <a:pt x="31931" y="29951"/>
                  </a:cubicBezTo>
                  <a:cubicBezTo>
                    <a:pt x="31881" y="30101"/>
                    <a:pt x="31806" y="30252"/>
                    <a:pt x="31755" y="30377"/>
                  </a:cubicBezTo>
                  <a:cubicBezTo>
                    <a:pt x="30979" y="32206"/>
                    <a:pt x="30402" y="34111"/>
                    <a:pt x="30076" y="36041"/>
                  </a:cubicBezTo>
                  <a:cubicBezTo>
                    <a:pt x="30026" y="36217"/>
                    <a:pt x="30001" y="36392"/>
                    <a:pt x="29976" y="36592"/>
                  </a:cubicBezTo>
                  <a:cubicBezTo>
                    <a:pt x="29851" y="37344"/>
                    <a:pt x="29725" y="38121"/>
                    <a:pt x="29450" y="38848"/>
                  </a:cubicBezTo>
                  <a:cubicBezTo>
                    <a:pt x="29274" y="39299"/>
                    <a:pt x="29049" y="39725"/>
                    <a:pt x="28748" y="40252"/>
                  </a:cubicBezTo>
                  <a:lnTo>
                    <a:pt x="28723" y="40327"/>
                  </a:lnTo>
                  <a:lnTo>
                    <a:pt x="28698" y="40427"/>
                  </a:lnTo>
                  <a:cubicBezTo>
                    <a:pt x="28673" y="40477"/>
                    <a:pt x="28623" y="40628"/>
                    <a:pt x="28447" y="40903"/>
                  </a:cubicBezTo>
                  <a:lnTo>
                    <a:pt x="27219" y="42658"/>
                  </a:lnTo>
                  <a:lnTo>
                    <a:pt x="29099" y="41605"/>
                  </a:lnTo>
                  <a:cubicBezTo>
                    <a:pt x="30778" y="40678"/>
                    <a:pt x="32307" y="39550"/>
                    <a:pt x="33685" y="38222"/>
                  </a:cubicBezTo>
                  <a:cubicBezTo>
                    <a:pt x="36593" y="35440"/>
                    <a:pt x="38673" y="31956"/>
                    <a:pt x="39375" y="28597"/>
                  </a:cubicBezTo>
                  <a:cubicBezTo>
                    <a:pt x="39475" y="28622"/>
                    <a:pt x="39625" y="28648"/>
                    <a:pt x="39801" y="28698"/>
                  </a:cubicBezTo>
                  <a:cubicBezTo>
                    <a:pt x="40152" y="28773"/>
                    <a:pt x="40753" y="28848"/>
                    <a:pt x="41430" y="28848"/>
                  </a:cubicBezTo>
                  <a:cubicBezTo>
                    <a:pt x="42357" y="28848"/>
                    <a:pt x="43259" y="28673"/>
                    <a:pt x="44036" y="28347"/>
                  </a:cubicBezTo>
                  <a:cubicBezTo>
                    <a:pt x="45064" y="27896"/>
                    <a:pt x="45916" y="27169"/>
                    <a:pt x="46568" y="26191"/>
                  </a:cubicBezTo>
                  <a:cubicBezTo>
                    <a:pt x="47470" y="24863"/>
                    <a:pt x="47921" y="23409"/>
                    <a:pt x="47921" y="21906"/>
                  </a:cubicBezTo>
                  <a:cubicBezTo>
                    <a:pt x="47921" y="20778"/>
                    <a:pt x="47670" y="19625"/>
                    <a:pt x="47169" y="18572"/>
                  </a:cubicBezTo>
                  <a:cubicBezTo>
                    <a:pt x="46718" y="17620"/>
                    <a:pt x="46091" y="16793"/>
                    <a:pt x="45415" y="16191"/>
                  </a:cubicBezTo>
                  <a:cubicBezTo>
                    <a:pt x="44638" y="15540"/>
                    <a:pt x="43710" y="15189"/>
                    <a:pt x="42733" y="15189"/>
                  </a:cubicBezTo>
                  <a:cubicBezTo>
                    <a:pt x="41831" y="15189"/>
                    <a:pt x="40903" y="15515"/>
                    <a:pt x="40076" y="16116"/>
                  </a:cubicBezTo>
                  <a:cubicBezTo>
                    <a:pt x="39400" y="16592"/>
                    <a:pt x="38798" y="17244"/>
                    <a:pt x="38297" y="18046"/>
                  </a:cubicBezTo>
                  <a:lnTo>
                    <a:pt x="39099" y="11580"/>
                  </a:lnTo>
                  <a:lnTo>
                    <a:pt x="38723" y="11454"/>
                  </a:lnTo>
                  <a:cubicBezTo>
                    <a:pt x="38472" y="11354"/>
                    <a:pt x="37946" y="11129"/>
                    <a:pt x="37420" y="10627"/>
                  </a:cubicBezTo>
                  <a:cubicBezTo>
                    <a:pt x="36743" y="9976"/>
                    <a:pt x="35891" y="8748"/>
                    <a:pt x="35640" y="6517"/>
                  </a:cubicBezTo>
                  <a:lnTo>
                    <a:pt x="35590" y="5941"/>
                  </a:lnTo>
                  <a:lnTo>
                    <a:pt x="35014" y="6091"/>
                  </a:lnTo>
                  <a:cubicBezTo>
                    <a:pt x="34688" y="6166"/>
                    <a:pt x="34362" y="6216"/>
                    <a:pt x="34061" y="6216"/>
                  </a:cubicBezTo>
                  <a:cubicBezTo>
                    <a:pt x="33535" y="6216"/>
                    <a:pt x="33084" y="6091"/>
                    <a:pt x="32683" y="5865"/>
                  </a:cubicBezTo>
                  <a:cubicBezTo>
                    <a:pt x="32207" y="5590"/>
                    <a:pt x="31856" y="5114"/>
                    <a:pt x="31630" y="4462"/>
                  </a:cubicBezTo>
                  <a:cubicBezTo>
                    <a:pt x="31455" y="3936"/>
                    <a:pt x="31354" y="3284"/>
                    <a:pt x="31354" y="2532"/>
                  </a:cubicBezTo>
                  <a:cubicBezTo>
                    <a:pt x="31354" y="2081"/>
                    <a:pt x="31380" y="1580"/>
                    <a:pt x="31455" y="1053"/>
                  </a:cubicBezTo>
                  <a:lnTo>
                    <a:pt x="31580" y="1"/>
                  </a:ln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29"/>
            <p:cNvSpPr/>
            <p:nvPr/>
          </p:nvSpPr>
          <p:spPr>
            <a:xfrm>
              <a:off x="6164553" y="1692541"/>
              <a:ext cx="972137" cy="907632"/>
            </a:xfrm>
            <a:custGeom>
              <a:rect b="b" l="l" r="r" t="t"/>
              <a:pathLst>
                <a:path extrusionOk="0" h="45139" w="48347">
                  <a:moveTo>
                    <a:pt x="31554" y="828"/>
                  </a:moveTo>
                  <a:lnTo>
                    <a:pt x="31479" y="1454"/>
                  </a:lnTo>
                  <a:cubicBezTo>
                    <a:pt x="31404" y="2006"/>
                    <a:pt x="31379" y="2507"/>
                    <a:pt x="31379" y="2958"/>
                  </a:cubicBezTo>
                  <a:cubicBezTo>
                    <a:pt x="31379" y="3735"/>
                    <a:pt x="31479" y="4387"/>
                    <a:pt x="31655" y="4938"/>
                  </a:cubicBezTo>
                  <a:cubicBezTo>
                    <a:pt x="31880" y="5640"/>
                    <a:pt x="32281" y="6166"/>
                    <a:pt x="32808" y="6467"/>
                  </a:cubicBezTo>
                  <a:cubicBezTo>
                    <a:pt x="33234" y="6718"/>
                    <a:pt x="33710" y="6843"/>
                    <a:pt x="34286" y="6843"/>
                  </a:cubicBezTo>
                  <a:cubicBezTo>
                    <a:pt x="34612" y="6843"/>
                    <a:pt x="34963" y="6793"/>
                    <a:pt x="35289" y="6718"/>
                  </a:cubicBezTo>
                  <a:lnTo>
                    <a:pt x="35615" y="6642"/>
                  </a:lnTo>
                  <a:lnTo>
                    <a:pt x="35665" y="6968"/>
                  </a:lnTo>
                  <a:cubicBezTo>
                    <a:pt x="35915" y="9274"/>
                    <a:pt x="36793" y="10552"/>
                    <a:pt x="37494" y="11204"/>
                  </a:cubicBezTo>
                  <a:cubicBezTo>
                    <a:pt x="38071" y="11730"/>
                    <a:pt x="38597" y="11981"/>
                    <a:pt x="38873" y="12081"/>
                  </a:cubicBezTo>
                  <a:lnTo>
                    <a:pt x="39098" y="12156"/>
                  </a:lnTo>
                  <a:lnTo>
                    <a:pt x="38196" y="19374"/>
                  </a:lnTo>
                  <a:lnTo>
                    <a:pt x="38697" y="18597"/>
                  </a:lnTo>
                  <a:cubicBezTo>
                    <a:pt x="39199" y="17795"/>
                    <a:pt x="39775" y="17169"/>
                    <a:pt x="40427" y="16693"/>
                  </a:cubicBezTo>
                  <a:cubicBezTo>
                    <a:pt x="41204" y="16141"/>
                    <a:pt x="42081" y="15840"/>
                    <a:pt x="42958" y="15840"/>
                  </a:cubicBezTo>
                  <a:cubicBezTo>
                    <a:pt x="43885" y="15840"/>
                    <a:pt x="44763" y="16166"/>
                    <a:pt x="45489" y="16793"/>
                  </a:cubicBezTo>
                  <a:cubicBezTo>
                    <a:pt x="46166" y="17369"/>
                    <a:pt x="46768" y="18171"/>
                    <a:pt x="47194" y="19074"/>
                  </a:cubicBezTo>
                  <a:cubicBezTo>
                    <a:pt x="47695" y="20101"/>
                    <a:pt x="47945" y="21229"/>
                    <a:pt x="47945" y="22332"/>
                  </a:cubicBezTo>
                  <a:cubicBezTo>
                    <a:pt x="47945" y="23785"/>
                    <a:pt x="47494" y="25189"/>
                    <a:pt x="46617" y="26492"/>
                  </a:cubicBezTo>
                  <a:cubicBezTo>
                    <a:pt x="45991" y="27444"/>
                    <a:pt x="45164" y="28146"/>
                    <a:pt x="44186" y="28572"/>
                  </a:cubicBezTo>
                  <a:cubicBezTo>
                    <a:pt x="43409" y="28898"/>
                    <a:pt x="42557" y="29074"/>
                    <a:pt x="41655" y="29074"/>
                  </a:cubicBezTo>
                  <a:cubicBezTo>
                    <a:pt x="40978" y="29074"/>
                    <a:pt x="40427" y="28998"/>
                    <a:pt x="40051" y="28923"/>
                  </a:cubicBezTo>
                  <a:cubicBezTo>
                    <a:pt x="39900" y="28873"/>
                    <a:pt x="39750" y="28848"/>
                    <a:pt x="39650" y="28823"/>
                  </a:cubicBezTo>
                  <a:lnTo>
                    <a:pt x="39424" y="28748"/>
                  </a:lnTo>
                  <a:lnTo>
                    <a:pt x="39374" y="28973"/>
                  </a:lnTo>
                  <a:cubicBezTo>
                    <a:pt x="38697" y="32282"/>
                    <a:pt x="36642" y="35765"/>
                    <a:pt x="33785" y="38497"/>
                  </a:cubicBezTo>
                  <a:cubicBezTo>
                    <a:pt x="32407" y="39800"/>
                    <a:pt x="30878" y="40928"/>
                    <a:pt x="29224" y="41856"/>
                  </a:cubicBezTo>
                  <a:lnTo>
                    <a:pt x="28121" y="42457"/>
                  </a:lnTo>
                  <a:lnTo>
                    <a:pt x="28848" y="41430"/>
                  </a:lnTo>
                  <a:cubicBezTo>
                    <a:pt x="29048" y="41154"/>
                    <a:pt x="29098" y="40978"/>
                    <a:pt x="29123" y="40878"/>
                  </a:cubicBezTo>
                  <a:lnTo>
                    <a:pt x="29173" y="40778"/>
                  </a:lnTo>
                  <a:cubicBezTo>
                    <a:pt x="29474" y="40252"/>
                    <a:pt x="29675" y="39800"/>
                    <a:pt x="29875" y="39349"/>
                  </a:cubicBezTo>
                  <a:cubicBezTo>
                    <a:pt x="30151" y="38597"/>
                    <a:pt x="30276" y="37820"/>
                    <a:pt x="30402" y="37044"/>
                  </a:cubicBezTo>
                  <a:lnTo>
                    <a:pt x="30427" y="36993"/>
                  </a:lnTo>
                  <a:cubicBezTo>
                    <a:pt x="30452" y="36818"/>
                    <a:pt x="30477" y="36668"/>
                    <a:pt x="30502" y="36492"/>
                  </a:cubicBezTo>
                  <a:cubicBezTo>
                    <a:pt x="30828" y="34587"/>
                    <a:pt x="31379" y="32708"/>
                    <a:pt x="32181" y="30903"/>
                  </a:cubicBezTo>
                  <a:cubicBezTo>
                    <a:pt x="32231" y="30753"/>
                    <a:pt x="32281" y="30627"/>
                    <a:pt x="32356" y="30452"/>
                  </a:cubicBezTo>
                  <a:cubicBezTo>
                    <a:pt x="32507" y="30151"/>
                    <a:pt x="32632" y="29876"/>
                    <a:pt x="32732" y="29550"/>
                  </a:cubicBezTo>
                  <a:cubicBezTo>
                    <a:pt x="32782" y="29374"/>
                    <a:pt x="32858" y="29099"/>
                    <a:pt x="32808" y="28848"/>
                  </a:cubicBezTo>
                  <a:cubicBezTo>
                    <a:pt x="32782" y="28597"/>
                    <a:pt x="32682" y="28372"/>
                    <a:pt x="32557" y="28146"/>
                  </a:cubicBezTo>
                  <a:cubicBezTo>
                    <a:pt x="32432" y="27921"/>
                    <a:pt x="32306" y="27720"/>
                    <a:pt x="32156" y="27570"/>
                  </a:cubicBezTo>
                  <a:cubicBezTo>
                    <a:pt x="31980" y="27394"/>
                    <a:pt x="31755" y="27269"/>
                    <a:pt x="31529" y="27219"/>
                  </a:cubicBezTo>
                  <a:cubicBezTo>
                    <a:pt x="31454" y="27202"/>
                    <a:pt x="31379" y="27194"/>
                    <a:pt x="31302" y="27194"/>
                  </a:cubicBezTo>
                  <a:cubicBezTo>
                    <a:pt x="31148" y="27194"/>
                    <a:pt x="30986" y="27227"/>
                    <a:pt x="30803" y="27294"/>
                  </a:cubicBezTo>
                  <a:cubicBezTo>
                    <a:pt x="30577" y="27369"/>
                    <a:pt x="30402" y="27470"/>
                    <a:pt x="30151" y="27645"/>
                  </a:cubicBezTo>
                  <a:cubicBezTo>
                    <a:pt x="29800" y="27896"/>
                    <a:pt x="29474" y="28221"/>
                    <a:pt x="29123" y="28647"/>
                  </a:cubicBezTo>
                  <a:cubicBezTo>
                    <a:pt x="29073" y="28698"/>
                    <a:pt x="29023" y="28773"/>
                    <a:pt x="28973" y="28848"/>
                  </a:cubicBezTo>
                  <a:lnTo>
                    <a:pt x="28823" y="29048"/>
                  </a:lnTo>
                  <a:cubicBezTo>
                    <a:pt x="28772" y="29099"/>
                    <a:pt x="28747" y="29174"/>
                    <a:pt x="28722" y="29224"/>
                  </a:cubicBezTo>
                  <a:cubicBezTo>
                    <a:pt x="28597" y="29449"/>
                    <a:pt x="28497" y="29700"/>
                    <a:pt x="28422" y="29901"/>
                  </a:cubicBezTo>
                  <a:cubicBezTo>
                    <a:pt x="28371" y="30076"/>
                    <a:pt x="28346" y="30226"/>
                    <a:pt x="28321" y="30377"/>
                  </a:cubicBezTo>
                  <a:lnTo>
                    <a:pt x="27970" y="31906"/>
                  </a:lnTo>
                  <a:lnTo>
                    <a:pt x="27594" y="29550"/>
                  </a:lnTo>
                  <a:cubicBezTo>
                    <a:pt x="27519" y="29048"/>
                    <a:pt x="27444" y="28572"/>
                    <a:pt x="27369" y="28071"/>
                  </a:cubicBezTo>
                  <a:lnTo>
                    <a:pt x="27369" y="28046"/>
                  </a:lnTo>
                  <a:cubicBezTo>
                    <a:pt x="27093" y="26517"/>
                    <a:pt x="26843" y="24938"/>
                    <a:pt x="26517" y="23359"/>
                  </a:cubicBezTo>
                  <a:cubicBezTo>
                    <a:pt x="26341" y="22582"/>
                    <a:pt x="26141" y="21805"/>
                    <a:pt x="25915" y="21053"/>
                  </a:cubicBezTo>
                  <a:cubicBezTo>
                    <a:pt x="25715" y="20377"/>
                    <a:pt x="25464" y="19575"/>
                    <a:pt x="25063" y="18823"/>
                  </a:cubicBezTo>
                  <a:cubicBezTo>
                    <a:pt x="24888" y="18497"/>
                    <a:pt x="24687" y="18146"/>
                    <a:pt x="24412" y="17820"/>
                  </a:cubicBezTo>
                  <a:cubicBezTo>
                    <a:pt x="24286" y="17720"/>
                    <a:pt x="24186" y="17620"/>
                    <a:pt x="24061" y="17570"/>
                  </a:cubicBezTo>
                  <a:lnTo>
                    <a:pt x="23710" y="17344"/>
                  </a:lnTo>
                  <a:lnTo>
                    <a:pt x="23284" y="17495"/>
                  </a:lnTo>
                  <a:cubicBezTo>
                    <a:pt x="23008" y="17595"/>
                    <a:pt x="22657" y="17770"/>
                    <a:pt x="22432" y="18146"/>
                  </a:cubicBezTo>
                  <a:lnTo>
                    <a:pt x="22081" y="18647"/>
                  </a:lnTo>
                  <a:lnTo>
                    <a:pt x="21905" y="18071"/>
                  </a:lnTo>
                  <a:cubicBezTo>
                    <a:pt x="21755" y="17620"/>
                    <a:pt x="21604" y="17219"/>
                    <a:pt x="21404" y="16868"/>
                  </a:cubicBezTo>
                  <a:cubicBezTo>
                    <a:pt x="21203" y="16517"/>
                    <a:pt x="20978" y="16166"/>
                    <a:pt x="20577" y="15941"/>
                  </a:cubicBezTo>
                  <a:cubicBezTo>
                    <a:pt x="20410" y="15836"/>
                    <a:pt x="20225" y="15784"/>
                    <a:pt x="20052" y="15784"/>
                  </a:cubicBezTo>
                  <a:cubicBezTo>
                    <a:pt x="20018" y="15784"/>
                    <a:pt x="19984" y="15786"/>
                    <a:pt x="19950" y="15790"/>
                  </a:cubicBezTo>
                  <a:lnTo>
                    <a:pt x="19875" y="15790"/>
                  </a:lnTo>
                  <a:cubicBezTo>
                    <a:pt x="19850" y="15815"/>
                    <a:pt x="19800" y="15815"/>
                    <a:pt x="19775" y="15815"/>
                  </a:cubicBezTo>
                  <a:lnTo>
                    <a:pt x="19625" y="15840"/>
                  </a:lnTo>
                  <a:cubicBezTo>
                    <a:pt x="19574" y="15865"/>
                    <a:pt x="19524" y="15891"/>
                    <a:pt x="19449" y="15916"/>
                  </a:cubicBezTo>
                  <a:lnTo>
                    <a:pt x="19349" y="15966"/>
                  </a:lnTo>
                  <a:cubicBezTo>
                    <a:pt x="19173" y="16066"/>
                    <a:pt x="19023" y="16216"/>
                    <a:pt x="18923" y="16392"/>
                  </a:cubicBezTo>
                  <a:cubicBezTo>
                    <a:pt x="18823" y="16567"/>
                    <a:pt x="18747" y="16743"/>
                    <a:pt x="18697" y="16993"/>
                  </a:cubicBezTo>
                  <a:cubicBezTo>
                    <a:pt x="18647" y="17244"/>
                    <a:pt x="18647" y="17495"/>
                    <a:pt x="18647" y="17820"/>
                  </a:cubicBezTo>
                  <a:lnTo>
                    <a:pt x="18672" y="18622"/>
                  </a:lnTo>
                  <a:lnTo>
                    <a:pt x="18146" y="18021"/>
                  </a:lnTo>
                  <a:cubicBezTo>
                    <a:pt x="17970" y="17820"/>
                    <a:pt x="17770" y="17695"/>
                    <a:pt x="17569" y="17620"/>
                  </a:cubicBezTo>
                  <a:cubicBezTo>
                    <a:pt x="17473" y="17578"/>
                    <a:pt x="17361" y="17560"/>
                    <a:pt x="17251" y="17560"/>
                  </a:cubicBezTo>
                  <a:cubicBezTo>
                    <a:pt x="17161" y="17560"/>
                    <a:pt x="17072" y="17572"/>
                    <a:pt x="16993" y="17595"/>
                  </a:cubicBezTo>
                  <a:cubicBezTo>
                    <a:pt x="16792" y="17645"/>
                    <a:pt x="16617" y="17745"/>
                    <a:pt x="16442" y="17870"/>
                  </a:cubicBezTo>
                  <a:cubicBezTo>
                    <a:pt x="16066" y="18146"/>
                    <a:pt x="15865" y="18572"/>
                    <a:pt x="15765" y="18873"/>
                  </a:cubicBezTo>
                  <a:cubicBezTo>
                    <a:pt x="15665" y="19224"/>
                    <a:pt x="15614" y="19625"/>
                    <a:pt x="15589" y="20101"/>
                  </a:cubicBezTo>
                  <a:cubicBezTo>
                    <a:pt x="15589" y="20427"/>
                    <a:pt x="15640" y="20753"/>
                    <a:pt x="15690" y="21154"/>
                  </a:cubicBezTo>
                  <a:lnTo>
                    <a:pt x="15765" y="21805"/>
                  </a:lnTo>
                  <a:lnTo>
                    <a:pt x="15213" y="21429"/>
                  </a:lnTo>
                  <a:cubicBezTo>
                    <a:pt x="15113" y="21354"/>
                    <a:pt x="15038" y="21304"/>
                    <a:pt x="14938" y="21279"/>
                  </a:cubicBezTo>
                  <a:cubicBezTo>
                    <a:pt x="14839" y="21249"/>
                    <a:pt x="14736" y="21235"/>
                    <a:pt x="14631" y="21235"/>
                  </a:cubicBezTo>
                  <a:cubicBezTo>
                    <a:pt x="14470" y="21235"/>
                    <a:pt x="14303" y="21268"/>
                    <a:pt x="14136" y="21329"/>
                  </a:cubicBezTo>
                  <a:cubicBezTo>
                    <a:pt x="14010" y="21379"/>
                    <a:pt x="13885" y="21480"/>
                    <a:pt x="13835" y="21555"/>
                  </a:cubicBezTo>
                  <a:lnTo>
                    <a:pt x="13810" y="21580"/>
                  </a:lnTo>
                  <a:cubicBezTo>
                    <a:pt x="13785" y="21630"/>
                    <a:pt x="13735" y="21680"/>
                    <a:pt x="13735" y="21730"/>
                  </a:cubicBezTo>
                  <a:lnTo>
                    <a:pt x="13710" y="21755"/>
                  </a:lnTo>
                  <a:cubicBezTo>
                    <a:pt x="13685" y="21805"/>
                    <a:pt x="13660" y="21855"/>
                    <a:pt x="13635" y="21931"/>
                  </a:cubicBezTo>
                  <a:cubicBezTo>
                    <a:pt x="13534" y="22231"/>
                    <a:pt x="13509" y="22532"/>
                    <a:pt x="13484" y="22758"/>
                  </a:cubicBezTo>
                  <a:cubicBezTo>
                    <a:pt x="13459" y="23033"/>
                    <a:pt x="13484" y="23309"/>
                    <a:pt x="13484" y="23585"/>
                  </a:cubicBezTo>
                  <a:cubicBezTo>
                    <a:pt x="13484" y="24111"/>
                    <a:pt x="13534" y="24612"/>
                    <a:pt x="13584" y="25239"/>
                  </a:cubicBezTo>
                  <a:lnTo>
                    <a:pt x="14010" y="29575"/>
                  </a:lnTo>
                  <a:cubicBezTo>
                    <a:pt x="14086" y="30201"/>
                    <a:pt x="14136" y="30853"/>
                    <a:pt x="14211" y="31480"/>
                  </a:cubicBezTo>
                  <a:lnTo>
                    <a:pt x="14261" y="32106"/>
                  </a:lnTo>
                  <a:cubicBezTo>
                    <a:pt x="14512" y="34412"/>
                    <a:pt x="14812" y="36467"/>
                    <a:pt x="15188" y="38472"/>
                  </a:cubicBezTo>
                  <a:cubicBezTo>
                    <a:pt x="15439" y="39650"/>
                    <a:pt x="15765" y="40703"/>
                    <a:pt x="16191" y="41630"/>
                  </a:cubicBezTo>
                  <a:cubicBezTo>
                    <a:pt x="16442" y="42181"/>
                    <a:pt x="16717" y="42633"/>
                    <a:pt x="17018" y="43059"/>
                  </a:cubicBezTo>
                  <a:cubicBezTo>
                    <a:pt x="17218" y="43309"/>
                    <a:pt x="17369" y="43510"/>
                    <a:pt x="17544" y="43685"/>
                  </a:cubicBezTo>
                  <a:cubicBezTo>
                    <a:pt x="17720" y="43861"/>
                    <a:pt x="17870" y="44011"/>
                    <a:pt x="18071" y="44136"/>
                  </a:cubicBezTo>
                  <a:lnTo>
                    <a:pt x="18196" y="44237"/>
                  </a:lnTo>
                  <a:lnTo>
                    <a:pt x="18196" y="44688"/>
                  </a:lnTo>
                  <a:lnTo>
                    <a:pt x="17895" y="44713"/>
                  </a:lnTo>
                  <a:cubicBezTo>
                    <a:pt x="13960" y="44663"/>
                    <a:pt x="9825" y="43610"/>
                    <a:pt x="6291" y="41780"/>
                  </a:cubicBezTo>
                  <a:cubicBezTo>
                    <a:pt x="5414" y="41329"/>
                    <a:pt x="4612" y="40828"/>
                    <a:pt x="3885" y="40302"/>
                  </a:cubicBezTo>
                  <a:lnTo>
                    <a:pt x="3710" y="40176"/>
                  </a:lnTo>
                  <a:lnTo>
                    <a:pt x="3760" y="39976"/>
                  </a:lnTo>
                  <a:cubicBezTo>
                    <a:pt x="3910" y="39450"/>
                    <a:pt x="4035" y="38873"/>
                    <a:pt x="4111" y="38297"/>
                  </a:cubicBezTo>
                  <a:cubicBezTo>
                    <a:pt x="4211" y="37445"/>
                    <a:pt x="4261" y="36592"/>
                    <a:pt x="4311" y="35765"/>
                  </a:cubicBezTo>
                  <a:cubicBezTo>
                    <a:pt x="4336" y="35490"/>
                    <a:pt x="4336" y="35214"/>
                    <a:pt x="4361" y="34963"/>
                  </a:cubicBezTo>
                  <a:cubicBezTo>
                    <a:pt x="4386" y="34663"/>
                    <a:pt x="4386" y="34362"/>
                    <a:pt x="4411" y="34061"/>
                  </a:cubicBezTo>
                  <a:lnTo>
                    <a:pt x="4411" y="33936"/>
                  </a:lnTo>
                  <a:cubicBezTo>
                    <a:pt x="4462" y="33159"/>
                    <a:pt x="4512" y="32382"/>
                    <a:pt x="4562" y="31605"/>
                  </a:cubicBezTo>
                  <a:cubicBezTo>
                    <a:pt x="4637" y="30803"/>
                    <a:pt x="4762" y="29976"/>
                    <a:pt x="4888" y="29174"/>
                  </a:cubicBezTo>
                  <a:cubicBezTo>
                    <a:pt x="4938" y="28898"/>
                    <a:pt x="4988" y="28597"/>
                    <a:pt x="5038" y="28297"/>
                  </a:cubicBezTo>
                  <a:cubicBezTo>
                    <a:pt x="5188" y="27319"/>
                    <a:pt x="5364" y="26141"/>
                    <a:pt x="5464" y="24988"/>
                  </a:cubicBezTo>
                  <a:cubicBezTo>
                    <a:pt x="5514" y="24362"/>
                    <a:pt x="5539" y="23835"/>
                    <a:pt x="5564" y="23309"/>
                  </a:cubicBezTo>
                  <a:cubicBezTo>
                    <a:pt x="5564" y="22758"/>
                    <a:pt x="5539" y="22206"/>
                    <a:pt x="5414" y="21630"/>
                  </a:cubicBezTo>
                  <a:cubicBezTo>
                    <a:pt x="5314" y="21354"/>
                    <a:pt x="5238" y="21129"/>
                    <a:pt x="5038" y="20928"/>
                  </a:cubicBezTo>
                  <a:cubicBezTo>
                    <a:pt x="4988" y="20878"/>
                    <a:pt x="4938" y="20853"/>
                    <a:pt x="4888" y="20828"/>
                  </a:cubicBezTo>
                  <a:cubicBezTo>
                    <a:pt x="4812" y="20778"/>
                    <a:pt x="4762" y="20753"/>
                    <a:pt x="4712" y="20728"/>
                  </a:cubicBezTo>
                  <a:cubicBezTo>
                    <a:pt x="4562" y="20678"/>
                    <a:pt x="4436" y="20627"/>
                    <a:pt x="4286" y="20602"/>
                  </a:cubicBezTo>
                  <a:cubicBezTo>
                    <a:pt x="4194" y="20593"/>
                    <a:pt x="4099" y="20587"/>
                    <a:pt x="4001" y="20587"/>
                  </a:cubicBezTo>
                  <a:cubicBezTo>
                    <a:pt x="3830" y="20587"/>
                    <a:pt x="3650" y="20605"/>
                    <a:pt x="3459" y="20652"/>
                  </a:cubicBezTo>
                  <a:cubicBezTo>
                    <a:pt x="3359" y="20678"/>
                    <a:pt x="3259" y="20728"/>
                    <a:pt x="3158" y="20753"/>
                  </a:cubicBezTo>
                  <a:lnTo>
                    <a:pt x="2707" y="20928"/>
                  </a:lnTo>
                  <a:lnTo>
                    <a:pt x="2707" y="20928"/>
                  </a:lnTo>
                  <a:lnTo>
                    <a:pt x="2757" y="20452"/>
                  </a:lnTo>
                  <a:cubicBezTo>
                    <a:pt x="2807" y="20151"/>
                    <a:pt x="2782" y="19850"/>
                    <a:pt x="2757" y="19575"/>
                  </a:cubicBezTo>
                  <a:cubicBezTo>
                    <a:pt x="2682" y="19074"/>
                    <a:pt x="2457" y="18622"/>
                    <a:pt x="2131" y="18347"/>
                  </a:cubicBezTo>
                  <a:cubicBezTo>
                    <a:pt x="2056" y="18271"/>
                    <a:pt x="1955" y="18221"/>
                    <a:pt x="1830" y="18146"/>
                  </a:cubicBezTo>
                  <a:lnTo>
                    <a:pt x="1730" y="18071"/>
                  </a:lnTo>
                  <a:cubicBezTo>
                    <a:pt x="1655" y="18046"/>
                    <a:pt x="1604" y="18021"/>
                    <a:pt x="1554" y="17996"/>
                  </a:cubicBezTo>
                  <a:lnTo>
                    <a:pt x="1504" y="17996"/>
                  </a:lnTo>
                  <a:cubicBezTo>
                    <a:pt x="1375" y="17947"/>
                    <a:pt x="1235" y="17920"/>
                    <a:pt x="1105" y="17920"/>
                  </a:cubicBezTo>
                  <a:cubicBezTo>
                    <a:pt x="1033" y="17920"/>
                    <a:pt x="965" y="17928"/>
                    <a:pt x="903" y="17946"/>
                  </a:cubicBezTo>
                  <a:lnTo>
                    <a:pt x="426" y="18196"/>
                  </a:lnTo>
                  <a:lnTo>
                    <a:pt x="451" y="17670"/>
                  </a:lnTo>
                  <a:cubicBezTo>
                    <a:pt x="477" y="16893"/>
                    <a:pt x="502" y="16116"/>
                    <a:pt x="527" y="15364"/>
                  </a:cubicBezTo>
                  <a:cubicBezTo>
                    <a:pt x="602" y="13434"/>
                    <a:pt x="677" y="11780"/>
                    <a:pt x="777" y="10452"/>
                  </a:cubicBezTo>
                  <a:cubicBezTo>
                    <a:pt x="878" y="9048"/>
                    <a:pt x="1003" y="8021"/>
                    <a:pt x="1103" y="7494"/>
                  </a:cubicBezTo>
                  <a:cubicBezTo>
                    <a:pt x="1554" y="5439"/>
                    <a:pt x="2457" y="4036"/>
                    <a:pt x="3133" y="3184"/>
                  </a:cubicBezTo>
                  <a:lnTo>
                    <a:pt x="3259" y="2958"/>
                  </a:lnTo>
                  <a:lnTo>
                    <a:pt x="3459" y="3008"/>
                  </a:lnTo>
                  <a:cubicBezTo>
                    <a:pt x="3710" y="3058"/>
                    <a:pt x="3960" y="3083"/>
                    <a:pt x="4211" y="3083"/>
                  </a:cubicBezTo>
                  <a:cubicBezTo>
                    <a:pt x="5088" y="3083"/>
                    <a:pt x="6040" y="2758"/>
                    <a:pt x="7043" y="2156"/>
                  </a:cubicBezTo>
                  <a:cubicBezTo>
                    <a:pt x="7369" y="1956"/>
                    <a:pt x="7670" y="1730"/>
                    <a:pt x="7970" y="1479"/>
                  </a:cubicBezTo>
                  <a:lnTo>
                    <a:pt x="8246" y="1254"/>
                  </a:lnTo>
                  <a:lnTo>
                    <a:pt x="8421" y="1580"/>
                  </a:lnTo>
                  <a:cubicBezTo>
                    <a:pt x="8722" y="2256"/>
                    <a:pt x="9148" y="2733"/>
                    <a:pt x="9700" y="3058"/>
                  </a:cubicBezTo>
                  <a:cubicBezTo>
                    <a:pt x="10276" y="3409"/>
                    <a:pt x="10978" y="3585"/>
                    <a:pt x="11805" y="3585"/>
                  </a:cubicBezTo>
                  <a:cubicBezTo>
                    <a:pt x="13058" y="3585"/>
                    <a:pt x="14587" y="3184"/>
                    <a:pt x="16341" y="2407"/>
                  </a:cubicBezTo>
                  <a:cubicBezTo>
                    <a:pt x="17294" y="1981"/>
                    <a:pt x="18021" y="1555"/>
                    <a:pt x="18396" y="1354"/>
                  </a:cubicBezTo>
                  <a:lnTo>
                    <a:pt x="18597" y="1229"/>
                  </a:lnTo>
                  <a:lnTo>
                    <a:pt x="18747" y="1404"/>
                  </a:lnTo>
                  <a:cubicBezTo>
                    <a:pt x="19424" y="2181"/>
                    <a:pt x="20176" y="2758"/>
                    <a:pt x="21028" y="3134"/>
                  </a:cubicBezTo>
                  <a:cubicBezTo>
                    <a:pt x="21855" y="3510"/>
                    <a:pt x="22757" y="3685"/>
                    <a:pt x="23735" y="3685"/>
                  </a:cubicBezTo>
                  <a:cubicBezTo>
                    <a:pt x="25364" y="3685"/>
                    <a:pt x="27193" y="3209"/>
                    <a:pt x="29123" y="2256"/>
                  </a:cubicBezTo>
                  <a:cubicBezTo>
                    <a:pt x="29950" y="1855"/>
                    <a:pt x="30602" y="1429"/>
                    <a:pt x="31028" y="1179"/>
                  </a:cubicBezTo>
                  <a:lnTo>
                    <a:pt x="31554" y="828"/>
                  </a:lnTo>
                  <a:close/>
                  <a:moveTo>
                    <a:pt x="32081" y="1"/>
                  </a:moveTo>
                  <a:lnTo>
                    <a:pt x="30803" y="828"/>
                  </a:lnTo>
                  <a:cubicBezTo>
                    <a:pt x="30402" y="1078"/>
                    <a:pt x="29750" y="1479"/>
                    <a:pt x="28948" y="1880"/>
                  </a:cubicBezTo>
                  <a:cubicBezTo>
                    <a:pt x="27068" y="2808"/>
                    <a:pt x="25314" y="3259"/>
                    <a:pt x="23735" y="3259"/>
                  </a:cubicBezTo>
                  <a:cubicBezTo>
                    <a:pt x="22808" y="3259"/>
                    <a:pt x="21955" y="3109"/>
                    <a:pt x="21203" y="2758"/>
                  </a:cubicBezTo>
                  <a:cubicBezTo>
                    <a:pt x="20401" y="2407"/>
                    <a:pt x="19700" y="1880"/>
                    <a:pt x="19073" y="1154"/>
                  </a:cubicBezTo>
                  <a:lnTo>
                    <a:pt x="18697" y="677"/>
                  </a:lnTo>
                  <a:lnTo>
                    <a:pt x="18171" y="1003"/>
                  </a:lnTo>
                  <a:cubicBezTo>
                    <a:pt x="17820" y="1204"/>
                    <a:pt x="17093" y="1605"/>
                    <a:pt x="16166" y="2031"/>
                  </a:cubicBezTo>
                  <a:cubicBezTo>
                    <a:pt x="14487" y="2783"/>
                    <a:pt x="13008" y="3159"/>
                    <a:pt x="11805" y="3159"/>
                  </a:cubicBezTo>
                  <a:cubicBezTo>
                    <a:pt x="11053" y="3159"/>
                    <a:pt x="10426" y="3008"/>
                    <a:pt x="9925" y="2707"/>
                  </a:cubicBezTo>
                  <a:cubicBezTo>
                    <a:pt x="9449" y="2432"/>
                    <a:pt x="9073" y="1981"/>
                    <a:pt x="8797" y="1404"/>
                  </a:cubicBezTo>
                  <a:lnTo>
                    <a:pt x="8396" y="577"/>
                  </a:lnTo>
                  <a:lnTo>
                    <a:pt x="7695" y="1179"/>
                  </a:lnTo>
                  <a:cubicBezTo>
                    <a:pt x="7419" y="1404"/>
                    <a:pt x="7118" y="1605"/>
                    <a:pt x="6817" y="1805"/>
                  </a:cubicBezTo>
                  <a:cubicBezTo>
                    <a:pt x="5890" y="2382"/>
                    <a:pt x="5013" y="2657"/>
                    <a:pt x="4211" y="2657"/>
                  </a:cubicBezTo>
                  <a:cubicBezTo>
                    <a:pt x="3985" y="2657"/>
                    <a:pt x="3760" y="2632"/>
                    <a:pt x="3559" y="2607"/>
                  </a:cubicBezTo>
                  <a:lnTo>
                    <a:pt x="3033" y="2482"/>
                  </a:lnTo>
                  <a:lnTo>
                    <a:pt x="2782" y="2958"/>
                  </a:lnTo>
                  <a:cubicBezTo>
                    <a:pt x="2081" y="3810"/>
                    <a:pt x="1178" y="5289"/>
                    <a:pt x="702" y="7419"/>
                  </a:cubicBezTo>
                  <a:cubicBezTo>
                    <a:pt x="552" y="8096"/>
                    <a:pt x="426" y="9424"/>
                    <a:pt x="351" y="10427"/>
                  </a:cubicBezTo>
                  <a:cubicBezTo>
                    <a:pt x="276" y="11755"/>
                    <a:pt x="176" y="13409"/>
                    <a:pt x="101" y="15364"/>
                  </a:cubicBezTo>
                  <a:cubicBezTo>
                    <a:pt x="76" y="16091"/>
                    <a:pt x="50" y="16868"/>
                    <a:pt x="25" y="17670"/>
                  </a:cubicBezTo>
                  <a:lnTo>
                    <a:pt x="0" y="18923"/>
                  </a:lnTo>
                  <a:lnTo>
                    <a:pt x="0" y="18923"/>
                  </a:lnTo>
                  <a:lnTo>
                    <a:pt x="1028" y="18347"/>
                  </a:lnTo>
                  <a:cubicBezTo>
                    <a:pt x="1057" y="18339"/>
                    <a:pt x="1089" y="18336"/>
                    <a:pt x="1121" y="18336"/>
                  </a:cubicBezTo>
                  <a:cubicBezTo>
                    <a:pt x="1199" y="18336"/>
                    <a:pt x="1283" y="18354"/>
                    <a:pt x="1354" y="18372"/>
                  </a:cubicBezTo>
                  <a:lnTo>
                    <a:pt x="1429" y="18397"/>
                  </a:lnTo>
                  <a:cubicBezTo>
                    <a:pt x="1454" y="18397"/>
                    <a:pt x="1479" y="18422"/>
                    <a:pt x="1529" y="18447"/>
                  </a:cubicBezTo>
                  <a:cubicBezTo>
                    <a:pt x="1579" y="18472"/>
                    <a:pt x="1604" y="18497"/>
                    <a:pt x="1629" y="18497"/>
                  </a:cubicBezTo>
                  <a:cubicBezTo>
                    <a:pt x="1705" y="18547"/>
                    <a:pt x="1780" y="18597"/>
                    <a:pt x="1855" y="18647"/>
                  </a:cubicBezTo>
                  <a:cubicBezTo>
                    <a:pt x="2106" y="18873"/>
                    <a:pt x="2281" y="19224"/>
                    <a:pt x="2331" y="19625"/>
                  </a:cubicBezTo>
                  <a:cubicBezTo>
                    <a:pt x="2381" y="19876"/>
                    <a:pt x="2381" y="20126"/>
                    <a:pt x="2356" y="20402"/>
                  </a:cubicBezTo>
                  <a:lnTo>
                    <a:pt x="2231" y="21580"/>
                  </a:lnTo>
                  <a:lnTo>
                    <a:pt x="3309" y="21154"/>
                  </a:lnTo>
                  <a:cubicBezTo>
                    <a:pt x="3409" y="21104"/>
                    <a:pt x="3484" y="21079"/>
                    <a:pt x="3559" y="21053"/>
                  </a:cubicBezTo>
                  <a:cubicBezTo>
                    <a:pt x="3699" y="21022"/>
                    <a:pt x="3838" y="21001"/>
                    <a:pt x="3972" y="21001"/>
                  </a:cubicBezTo>
                  <a:cubicBezTo>
                    <a:pt x="4054" y="21001"/>
                    <a:pt x="4134" y="21009"/>
                    <a:pt x="4211" y="21028"/>
                  </a:cubicBezTo>
                  <a:cubicBezTo>
                    <a:pt x="4336" y="21053"/>
                    <a:pt x="4436" y="21079"/>
                    <a:pt x="4562" y="21129"/>
                  </a:cubicBezTo>
                  <a:cubicBezTo>
                    <a:pt x="4587" y="21129"/>
                    <a:pt x="4612" y="21154"/>
                    <a:pt x="4687" y="21179"/>
                  </a:cubicBezTo>
                  <a:cubicBezTo>
                    <a:pt x="4712" y="21204"/>
                    <a:pt x="4737" y="21229"/>
                    <a:pt x="4762" y="21229"/>
                  </a:cubicBezTo>
                  <a:cubicBezTo>
                    <a:pt x="4888" y="21354"/>
                    <a:pt x="4938" y="21480"/>
                    <a:pt x="5013" y="21755"/>
                  </a:cubicBezTo>
                  <a:cubicBezTo>
                    <a:pt x="5138" y="22256"/>
                    <a:pt x="5138" y="22783"/>
                    <a:pt x="5138" y="23309"/>
                  </a:cubicBezTo>
                  <a:cubicBezTo>
                    <a:pt x="5138" y="23810"/>
                    <a:pt x="5113" y="24337"/>
                    <a:pt x="5038" y="24938"/>
                  </a:cubicBezTo>
                  <a:cubicBezTo>
                    <a:pt x="4938" y="26091"/>
                    <a:pt x="4787" y="27244"/>
                    <a:pt x="4637" y="28246"/>
                  </a:cubicBezTo>
                  <a:cubicBezTo>
                    <a:pt x="4587" y="28522"/>
                    <a:pt x="4537" y="28823"/>
                    <a:pt x="4487" y="29124"/>
                  </a:cubicBezTo>
                  <a:cubicBezTo>
                    <a:pt x="4361" y="29926"/>
                    <a:pt x="4236" y="30753"/>
                    <a:pt x="4161" y="31580"/>
                  </a:cubicBezTo>
                  <a:cubicBezTo>
                    <a:pt x="4086" y="32357"/>
                    <a:pt x="4035" y="33134"/>
                    <a:pt x="3985" y="33936"/>
                  </a:cubicBezTo>
                  <a:lnTo>
                    <a:pt x="3985" y="34036"/>
                  </a:lnTo>
                  <a:cubicBezTo>
                    <a:pt x="3985" y="34337"/>
                    <a:pt x="3960" y="34637"/>
                    <a:pt x="3935" y="34938"/>
                  </a:cubicBezTo>
                  <a:cubicBezTo>
                    <a:pt x="3935" y="35189"/>
                    <a:pt x="3910" y="35465"/>
                    <a:pt x="3885" y="35740"/>
                  </a:cubicBezTo>
                  <a:cubicBezTo>
                    <a:pt x="3860" y="36567"/>
                    <a:pt x="3810" y="37419"/>
                    <a:pt x="3685" y="38247"/>
                  </a:cubicBezTo>
                  <a:cubicBezTo>
                    <a:pt x="3609" y="38798"/>
                    <a:pt x="3509" y="39349"/>
                    <a:pt x="3359" y="39876"/>
                  </a:cubicBezTo>
                  <a:lnTo>
                    <a:pt x="3233" y="40352"/>
                  </a:lnTo>
                  <a:lnTo>
                    <a:pt x="3634" y="40653"/>
                  </a:lnTo>
                  <a:cubicBezTo>
                    <a:pt x="4386" y="41179"/>
                    <a:pt x="5213" y="41680"/>
                    <a:pt x="6091" y="42156"/>
                  </a:cubicBezTo>
                  <a:cubicBezTo>
                    <a:pt x="9700" y="44011"/>
                    <a:pt x="13885" y="45064"/>
                    <a:pt x="17920" y="45139"/>
                  </a:cubicBezTo>
                  <a:lnTo>
                    <a:pt x="18647" y="45089"/>
                  </a:lnTo>
                  <a:lnTo>
                    <a:pt x="18597" y="44011"/>
                  </a:lnTo>
                  <a:lnTo>
                    <a:pt x="18321" y="43810"/>
                  </a:lnTo>
                  <a:cubicBezTo>
                    <a:pt x="18146" y="43685"/>
                    <a:pt x="17995" y="43560"/>
                    <a:pt x="17845" y="43384"/>
                  </a:cubicBezTo>
                  <a:cubicBezTo>
                    <a:pt x="17695" y="43234"/>
                    <a:pt x="17544" y="43059"/>
                    <a:pt x="17369" y="42808"/>
                  </a:cubicBezTo>
                  <a:cubicBezTo>
                    <a:pt x="17068" y="42407"/>
                    <a:pt x="16817" y="41981"/>
                    <a:pt x="16567" y="41455"/>
                  </a:cubicBezTo>
                  <a:cubicBezTo>
                    <a:pt x="16141" y="40552"/>
                    <a:pt x="15840" y="39550"/>
                    <a:pt x="15589" y="38372"/>
                  </a:cubicBezTo>
                  <a:cubicBezTo>
                    <a:pt x="15239" y="36417"/>
                    <a:pt x="14938" y="34337"/>
                    <a:pt x="14687" y="32081"/>
                  </a:cubicBezTo>
                  <a:lnTo>
                    <a:pt x="14612" y="31455"/>
                  </a:lnTo>
                  <a:cubicBezTo>
                    <a:pt x="14562" y="30803"/>
                    <a:pt x="14487" y="30176"/>
                    <a:pt x="14437" y="29500"/>
                  </a:cubicBezTo>
                  <a:lnTo>
                    <a:pt x="14010" y="25214"/>
                  </a:lnTo>
                  <a:cubicBezTo>
                    <a:pt x="13960" y="24587"/>
                    <a:pt x="13910" y="24086"/>
                    <a:pt x="13910" y="23585"/>
                  </a:cubicBezTo>
                  <a:cubicBezTo>
                    <a:pt x="13885" y="23309"/>
                    <a:pt x="13885" y="23058"/>
                    <a:pt x="13910" y="22783"/>
                  </a:cubicBezTo>
                  <a:cubicBezTo>
                    <a:pt x="13910" y="22557"/>
                    <a:pt x="13935" y="22307"/>
                    <a:pt x="14036" y="22056"/>
                  </a:cubicBezTo>
                  <a:cubicBezTo>
                    <a:pt x="14061" y="22006"/>
                    <a:pt x="14061" y="21981"/>
                    <a:pt x="14086" y="21956"/>
                  </a:cubicBezTo>
                  <a:lnTo>
                    <a:pt x="14111" y="21906"/>
                  </a:lnTo>
                  <a:cubicBezTo>
                    <a:pt x="14111" y="21881"/>
                    <a:pt x="14111" y="21881"/>
                    <a:pt x="14136" y="21855"/>
                  </a:cubicBezTo>
                  <a:lnTo>
                    <a:pt x="14161" y="21805"/>
                  </a:lnTo>
                  <a:cubicBezTo>
                    <a:pt x="14186" y="21780"/>
                    <a:pt x="14236" y="21755"/>
                    <a:pt x="14311" y="21705"/>
                  </a:cubicBezTo>
                  <a:cubicBezTo>
                    <a:pt x="14420" y="21674"/>
                    <a:pt x="14528" y="21653"/>
                    <a:pt x="14631" y="21653"/>
                  </a:cubicBezTo>
                  <a:cubicBezTo>
                    <a:pt x="14694" y="21653"/>
                    <a:pt x="14755" y="21661"/>
                    <a:pt x="14812" y="21680"/>
                  </a:cubicBezTo>
                  <a:cubicBezTo>
                    <a:pt x="14863" y="21705"/>
                    <a:pt x="14913" y="21730"/>
                    <a:pt x="14988" y="21780"/>
                  </a:cubicBezTo>
                  <a:lnTo>
                    <a:pt x="16316" y="22708"/>
                  </a:lnTo>
                  <a:lnTo>
                    <a:pt x="16091" y="21079"/>
                  </a:lnTo>
                  <a:cubicBezTo>
                    <a:pt x="16041" y="20728"/>
                    <a:pt x="16015" y="20402"/>
                    <a:pt x="16015" y="20101"/>
                  </a:cubicBezTo>
                  <a:cubicBezTo>
                    <a:pt x="16015" y="19675"/>
                    <a:pt x="16066" y="19324"/>
                    <a:pt x="16166" y="18998"/>
                  </a:cubicBezTo>
                  <a:cubicBezTo>
                    <a:pt x="16241" y="18773"/>
                    <a:pt x="16391" y="18422"/>
                    <a:pt x="16692" y="18221"/>
                  </a:cubicBezTo>
                  <a:cubicBezTo>
                    <a:pt x="16817" y="18096"/>
                    <a:pt x="16943" y="18046"/>
                    <a:pt x="17093" y="17996"/>
                  </a:cubicBezTo>
                  <a:cubicBezTo>
                    <a:pt x="17143" y="17983"/>
                    <a:pt x="17206" y="17977"/>
                    <a:pt x="17265" y="17977"/>
                  </a:cubicBezTo>
                  <a:cubicBezTo>
                    <a:pt x="17325" y="17977"/>
                    <a:pt x="17381" y="17983"/>
                    <a:pt x="17419" y="17996"/>
                  </a:cubicBezTo>
                  <a:cubicBezTo>
                    <a:pt x="17569" y="18046"/>
                    <a:pt x="17695" y="18146"/>
                    <a:pt x="17820" y="18297"/>
                  </a:cubicBezTo>
                  <a:lnTo>
                    <a:pt x="19123" y="19750"/>
                  </a:lnTo>
                  <a:lnTo>
                    <a:pt x="19073" y="17795"/>
                  </a:lnTo>
                  <a:cubicBezTo>
                    <a:pt x="19048" y="17520"/>
                    <a:pt x="19073" y="17269"/>
                    <a:pt x="19123" y="17068"/>
                  </a:cubicBezTo>
                  <a:cubicBezTo>
                    <a:pt x="19148" y="16868"/>
                    <a:pt x="19198" y="16718"/>
                    <a:pt x="19274" y="16592"/>
                  </a:cubicBezTo>
                  <a:cubicBezTo>
                    <a:pt x="19349" y="16492"/>
                    <a:pt x="19449" y="16392"/>
                    <a:pt x="19524" y="16342"/>
                  </a:cubicBezTo>
                  <a:lnTo>
                    <a:pt x="19650" y="16292"/>
                  </a:lnTo>
                  <a:cubicBezTo>
                    <a:pt x="19675" y="16292"/>
                    <a:pt x="19725" y="16266"/>
                    <a:pt x="19750" y="16241"/>
                  </a:cubicBezTo>
                  <a:cubicBezTo>
                    <a:pt x="19775" y="16241"/>
                    <a:pt x="19825" y="16241"/>
                    <a:pt x="19850" y="16216"/>
                  </a:cubicBezTo>
                  <a:lnTo>
                    <a:pt x="20026" y="16216"/>
                  </a:lnTo>
                  <a:cubicBezTo>
                    <a:pt x="20039" y="16212"/>
                    <a:pt x="20056" y="16210"/>
                    <a:pt x="20074" y="16210"/>
                  </a:cubicBezTo>
                  <a:cubicBezTo>
                    <a:pt x="20155" y="16210"/>
                    <a:pt x="20274" y="16251"/>
                    <a:pt x="20376" y="16292"/>
                  </a:cubicBezTo>
                  <a:cubicBezTo>
                    <a:pt x="20652" y="16467"/>
                    <a:pt x="20853" y="16718"/>
                    <a:pt x="21053" y="17068"/>
                  </a:cubicBezTo>
                  <a:cubicBezTo>
                    <a:pt x="21229" y="17394"/>
                    <a:pt x="21379" y="17770"/>
                    <a:pt x="21504" y="18196"/>
                  </a:cubicBezTo>
                  <a:lnTo>
                    <a:pt x="21955" y="19625"/>
                  </a:lnTo>
                  <a:lnTo>
                    <a:pt x="22782" y="18372"/>
                  </a:lnTo>
                  <a:cubicBezTo>
                    <a:pt x="22958" y="18096"/>
                    <a:pt x="23209" y="17971"/>
                    <a:pt x="23409" y="17896"/>
                  </a:cubicBezTo>
                  <a:lnTo>
                    <a:pt x="23660" y="17795"/>
                  </a:lnTo>
                  <a:lnTo>
                    <a:pt x="23860" y="17921"/>
                  </a:lnTo>
                  <a:cubicBezTo>
                    <a:pt x="23935" y="17971"/>
                    <a:pt x="24011" y="18021"/>
                    <a:pt x="24111" y="18121"/>
                  </a:cubicBezTo>
                  <a:cubicBezTo>
                    <a:pt x="24361" y="18397"/>
                    <a:pt x="24537" y="18698"/>
                    <a:pt x="24687" y="18998"/>
                  </a:cubicBezTo>
                  <a:cubicBezTo>
                    <a:pt x="25063" y="19750"/>
                    <a:pt x="25314" y="20527"/>
                    <a:pt x="25514" y="21179"/>
                  </a:cubicBezTo>
                  <a:cubicBezTo>
                    <a:pt x="25740" y="21931"/>
                    <a:pt x="25940" y="22683"/>
                    <a:pt x="26116" y="23459"/>
                  </a:cubicBezTo>
                  <a:cubicBezTo>
                    <a:pt x="26417" y="25013"/>
                    <a:pt x="26692" y="26592"/>
                    <a:pt x="26943" y="28121"/>
                  </a:cubicBezTo>
                  <a:lnTo>
                    <a:pt x="26968" y="28146"/>
                  </a:lnTo>
                  <a:cubicBezTo>
                    <a:pt x="27043" y="28647"/>
                    <a:pt x="27118" y="29124"/>
                    <a:pt x="27193" y="29600"/>
                  </a:cubicBezTo>
                  <a:lnTo>
                    <a:pt x="27920" y="34161"/>
                  </a:lnTo>
                  <a:lnTo>
                    <a:pt x="28722" y="30477"/>
                  </a:lnTo>
                  <a:cubicBezTo>
                    <a:pt x="28747" y="30327"/>
                    <a:pt x="28798" y="30176"/>
                    <a:pt x="28823" y="30026"/>
                  </a:cubicBezTo>
                  <a:cubicBezTo>
                    <a:pt x="28898" y="29825"/>
                    <a:pt x="28973" y="29625"/>
                    <a:pt x="29073" y="29424"/>
                  </a:cubicBezTo>
                  <a:cubicBezTo>
                    <a:pt x="29098" y="29374"/>
                    <a:pt x="29148" y="29324"/>
                    <a:pt x="29173" y="29274"/>
                  </a:cubicBezTo>
                  <a:lnTo>
                    <a:pt x="29299" y="29074"/>
                  </a:lnTo>
                  <a:cubicBezTo>
                    <a:pt x="29349" y="29023"/>
                    <a:pt x="29399" y="28973"/>
                    <a:pt x="29449" y="28898"/>
                  </a:cubicBezTo>
                  <a:cubicBezTo>
                    <a:pt x="29775" y="28522"/>
                    <a:pt x="30076" y="28221"/>
                    <a:pt x="30402" y="27996"/>
                  </a:cubicBezTo>
                  <a:cubicBezTo>
                    <a:pt x="30602" y="27845"/>
                    <a:pt x="30752" y="27745"/>
                    <a:pt x="30953" y="27695"/>
                  </a:cubicBezTo>
                  <a:cubicBezTo>
                    <a:pt x="31103" y="27639"/>
                    <a:pt x="31225" y="27611"/>
                    <a:pt x="31330" y="27611"/>
                  </a:cubicBezTo>
                  <a:cubicBezTo>
                    <a:pt x="31365" y="27611"/>
                    <a:pt x="31398" y="27614"/>
                    <a:pt x="31429" y="27620"/>
                  </a:cubicBezTo>
                  <a:cubicBezTo>
                    <a:pt x="31605" y="27670"/>
                    <a:pt x="31730" y="27745"/>
                    <a:pt x="31855" y="27871"/>
                  </a:cubicBezTo>
                  <a:cubicBezTo>
                    <a:pt x="31980" y="27996"/>
                    <a:pt x="32081" y="28146"/>
                    <a:pt x="32206" y="28347"/>
                  </a:cubicBezTo>
                  <a:cubicBezTo>
                    <a:pt x="32306" y="28547"/>
                    <a:pt x="32381" y="28698"/>
                    <a:pt x="32407" y="28898"/>
                  </a:cubicBezTo>
                  <a:cubicBezTo>
                    <a:pt x="32432" y="29099"/>
                    <a:pt x="32381" y="29299"/>
                    <a:pt x="32331" y="29399"/>
                  </a:cubicBezTo>
                  <a:cubicBezTo>
                    <a:pt x="32231" y="29725"/>
                    <a:pt x="32106" y="30001"/>
                    <a:pt x="31955" y="30327"/>
                  </a:cubicBezTo>
                  <a:cubicBezTo>
                    <a:pt x="31905" y="30452"/>
                    <a:pt x="31830" y="30602"/>
                    <a:pt x="31780" y="30728"/>
                  </a:cubicBezTo>
                  <a:cubicBezTo>
                    <a:pt x="31003" y="32582"/>
                    <a:pt x="30427" y="34487"/>
                    <a:pt x="30076" y="36417"/>
                  </a:cubicBezTo>
                  <a:cubicBezTo>
                    <a:pt x="30051" y="36592"/>
                    <a:pt x="30026" y="36768"/>
                    <a:pt x="30001" y="36943"/>
                  </a:cubicBezTo>
                  <a:lnTo>
                    <a:pt x="30001" y="36993"/>
                  </a:lnTo>
                  <a:cubicBezTo>
                    <a:pt x="29875" y="37720"/>
                    <a:pt x="29750" y="38497"/>
                    <a:pt x="29474" y="39199"/>
                  </a:cubicBezTo>
                  <a:cubicBezTo>
                    <a:pt x="29299" y="39625"/>
                    <a:pt x="29098" y="40076"/>
                    <a:pt x="28798" y="40577"/>
                  </a:cubicBezTo>
                  <a:lnTo>
                    <a:pt x="28747" y="40653"/>
                  </a:lnTo>
                  <a:lnTo>
                    <a:pt x="28722" y="40803"/>
                  </a:lnTo>
                  <a:cubicBezTo>
                    <a:pt x="28722" y="40803"/>
                    <a:pt x="28672" y="40928"/>
                    <a:pt x="28497" y="41204"/>
                  </a:cubicBezTo>
                  <a:lnTo>
                    <a:pt x="26767" y="43710"/>
                  </a:lnTo>
                  <a:lnTo>
                    <a:pt x="29424" y="42232"/>
                  </a:lnTo>
                  <a:cubicBezTo>
                    <a:pt x="31103" y="41279"/>
                    <a:pt x="32682" y="40126"/>
                    <a:pt x="34061" y="38798"/>
                  </a:cubicBezTo>
                  <a:cubicBezTo>
                    <a:pt x="36943" y="36066"/>
                    <a:pt x="38998" y="32607"/>
                    <a:pt x="39750" y="29274"/>
                  </a:cubicBezTo>
                  <a:cubicBezTo>
                    <a:pt x="39825" y="29299"/>
                    <a:pt x="39900" y="29299"/>
                    <a:pt x="39976" y="29324"/>
                  </a:cubicBezTo>
                  <a:cubicBezTo>
                    <a:pt x="40351" y="29399"/>
                    <a:pt x="40953" y="29500"/>
                    <a:pt x="41655" y="29500"/>
                  </a:cubicBezTo>
                  <a:cubicBezTo>
                    <a:pt x="42632" y="29500"/>
                    <a:pt x="43534" y="29324"/>
                    <a:pt x="44336" y="28948"/>
                  </a:cubicBezTo>
                  <a:cubicBezTo>
                    <a:pt x="45414" y="28497"/>
                    <a:pt x="46291" y="27745"/>
                    <a:pt x="46968" y="26718"/>
                  </a:cubicBezTo>
                  <a:cubicBezTo>
                    <a:pt x="47895" y="25364"/>
                    <a:pt x="48346" y="23886"/>
                    <a:pt x="48346" y="22332"/>
                  </a:cubicBezTo>
                  <a:cubicBezTo>
                    <a:pt x="48346" y="21154"/>
                    <a:pt x="48096" y="19976"/>
                    <a:pt x="47570" y="18898"/>
                  </a:cubicBezTo>
                  <a:cubicBezTo>
                    <a:pt x="47118" y="17946"/>
                    <a:pt x="46492" y="17068"/>
                    <a:pt x="45765" y="16467"/>
                  </a:cubicBezTo>
                  <a:cubicBezTo>
                    <a:pt x="44963" y="15790"/>
                    <a:pt x="43986" y="15414"/>
                    <a:pt x="42958" y="15414"/>
                  </a:cubicBezTo>
                  <a:cubicBezTo>
                    <a:pt x="42006" y="15414"/>
                    <a:pt x="41028" y="15740"/>
                    <a:pt x="40176" y="16367"/>
                  </a:cubicBezTo>
                  <a:cubicBezTo>
                    <a:pt x="39700" y="16718"/>
                    <a:pt x="39249" y="17169"/>
                    <a:pt x="38823" y="17695"/>
                  </a:cubicBezTo>
                  <a:lnTo>
                    <a:pt x="39549" y="11880"/>
                  </a:lnTo>
                  <a:lnTo>
                    <a:pt x="39023" y="11680"/>
                  </a:lnTo>
                  <a:cubicBezTo>
                    <a:pt x="38773" y="11605"/>
                    <a:pt x="38296" y="11379"/>
                    <a:pt x="37795" y="10903"/>
                  </a:cubicBezTo>
                  <a:cubicBezTo>
                    <a:pt x="37143" y="10276"/>
                    <a:pt x="36316" y="9099"/>
                    <a:pt x="36066" y="6918"/>
                  </a:cubicBezTo>
                  <a:lnTo>
                    <a:pt x="35991" y="6116"/>
                  </a:lnTo>
                  <a:lnTo>
                    <a:pt x="35189" y="6317"/>
                  </a:lnTo>
                  <a:cubicBezTo>
                    <a:pt x="34888" y="6392"/>
                    <a:pt x="34587" y="6417"/>
                    <a:pt x="34286" y="6417"/>
                  </a:cubicBezTo>
                  <a:cubicBezTo>
                    <a:pt x="33785" y="6417"/>
                    <a:pt x="33359" y="6317"/>
                    <a:pt x="33033" y="6116"/>
                  </a:cubicBezTo>
                  <a:cubicBezTo>
                    <a:pt x="32582" y="5865"/>
                    <a:pt x="32256" y="5414"/>
                    <a:pt x="32056" y="4813"/>
                  </a:cubicBezTo>
                  <a:cubicBezTo>
                    <a:pt x="31880" y="4312"/>
                    <a:pt x="31780" y="3685"/>
                    <a:pt x="31780" y="2958"/>
                  </a:cubicBezTo>
                  <a:cubicBezTo>
                    <a:pt x="31780" y="2532"/>
                    <a:pt x="31830" y="2031"/>
                    <a:pt x="31880" y="1504"/>
                  </a:cubicBezTo>
                  <a:lnTo>
                    <a:pt x="320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3" name="Google Shape;2523;p29"/>
            <p:cNvSpPr/>
            <p:nvPr/>
          </p:nvSpPr>
          <p:spPr>
            <a:xfrm>
              <a:off x="6522869" y="2578498"/>
              <a:ext cx="551328" cy="857726"/>
            </a:xfrm>
            <a:custGeom>
              <a:rect b="b" l="l" r="r" t="t"/>
              <a:pathLst>
                <a:path extrusionOk="0" h="42657" w="27419">
                  <a:moveTo>
                    <a:pt x="11479" y="0"/>
                  </a:moveTo>
                  <a:lnTo>
                    <a:pt x="10652" y="526"/>
                  </a:lnTo>
                  <a:cubicBezTo>
                    <a:pt x="10025" y="952"/>
                    <a:pt x="7744" y="2281"/>
                    <a:pt x="4712" y="2306"/>
                  </a:cubicBezTo>
                  <a:cubicBezTo>
                    <a:pt x="3459" y="2306"/>
                    <a:pt x="2206" y="2055"/>
                    <a:pt x="977" y="1579"/>
                  </a:cubicBezTo>
                  <a:lnTo>
                    <a:pt x="0" y="1203"/>
                  </a:lnTo>
                  <a:lnTo>
                    <a:pt x="75" y="2256"/>
                  </a:lnTo>
                  <a:cubicBezTo>
                    <a:pt x="301" y="5489"/>
                    <a:pt x="752" y="8697"/>
                    <a:pt x="1178" y="11679"/>
                  </a:cubicBezTo>
                  <a:cubicBezTo>
                    <a:pt x="1704" y="15113"/>
                    <a:pt x="2331" y="18822"/>
                    <a:pt x="3108" y="23058"/>
                  </a:cubicBezTo>
                  <a:cubicBezTo>
                    <a:pt x="3459" y="24988"/>
                    <a:pt x="3835" y="26918"/>
                    <a:pt x="4185" y="28722"/>
                  </a:cubicBezTo>
                  <a:lnTo>
                    <a:pt x="4737" y="31554"/>
                  </a:lnTo>
                  <a:cubicBezTo>
                    <a:pt x="4912" y="32406"/>
                    <a:pt x="5113" y="33384"/>
                    <a:pt x="5389" y="34386"/>
                  </a:cubicBezTo>
                  <a:cubicBezTo>
                    <a:pt x="5664" y="35364"/>
                    <a:pt x="5990" y="36291"/>
                    <a:pt x="6366" y="37168"/>
                  </a:cubicBezTo>
                  <a:cubicBezTo>
                    <a:pt x="6817" y="38121"/>
                    <a:pt x="7318" y="38973"/>
                    <a:pt x="7895" y="39700"/>
                  </a:cubicBezTo>
                  <a:cubicBezTo>
                    <a:pt x="8496" y="40502"/>
                    <a:pt x="9273" y="41178"/>
                    <a:pt x="10150" y="41705"/>
                  </a:cubicBezTo>
                  <a:lnTo>
                    <a:pt x="10602" y="41955"/>
                  </a:lnTo>
                  <a:lnTo>
                    <a:pt x="11504" y="42306"/>
                  </a:lnTo>
                  <a:lnTo>
                    <a:pt x="11604" y="42331"/>
                  </a:lnTo>
                  <a:cubicBezTo>
                    <a:pt x="11704" y="42356"/>
                    <a:pt x="11805" y="42381"/>
                    <a:pt x="11905" y="42406"/>
                  </a:cubicBezTo>
                  <a:cubicBezTo>
                    <a:pt x="12256" y="42482"/>
                    <a:pt x="12632" y="42582"/>
                    <a:pt x="13033" y="42607"/>
                  </a:cubicBezTo>
                  <a:cubicBezTo>
                    <a:pt x="13258" y="42632"/>
                    <a:pt x="13484" y="42657"/>
                    <a:pt x="13709" y="42657"/>
                  </a:cubicBezTo>
                  <a:cubicBezTo>
                    <a:pt x="13885" y="42657"/>
                    <a:pt x="14060" y="42632"/>
                    <a:pt x="14236" y="42632"/>
                  </a:cubicBezTo>
                  <a:lnTo>
                    <a:pt x="14486" y="42632"/>
                  </a:lnTo>
                  <a:cubicBezTo>
                    <a:pt x="14687" y="42632"/>
                    <a:pt x="14887" y="42582"/>
                    <a:pt x="15038" y="42557"/>
                  </a:cubicBezTo>
                  <a:cubicBezTo>
                    <a:pt x="15113" y="42557"/>
                    <a:pt x="15163" y="42532"/>
                    <a:pt x="15238" y="42532"/>
                  </a:cubicBezTo>
                  <a:lnTo>
                    <a:pt x="15363" y="42507"/>
                  </a:lnTo>
                  <a:cubicBezTo>
                    <a:pt x="15439" y="42482"/>
                    <a:pt x="15514" y="42456"/>
                    <a:pt x="15564" y="42456"/>
                  </a:cubicBezTo>
                  <a:cubicBezTo>
                    <a:pt x="15714" y="42406"/>
                    <a:pt x="15890" y="42356"/>
                    <a:pt x="16065" y="42281"/>
                  </a:cubicBezTo>
                  <a:cubicBezTo>
                    <a:pt x="16942" y="41955"/>
                    <a:pt x="17770" y="41404"/>
                    <a:pt x="18572" y="40652"/>
                  </a:cubicBezTo>
                  <a:cubicBezTo>
                    <a:pt x="19800" y="39499"/>
                    <a:pt x="20852" y="38020"/>
                    <a:pt x="21980" y="35865"/>
                  </a:cubicBezTo>
                  <a:cubicBezTo>
                    <a:pt x="23534" y="32857"/>
                    <a:pt x="24762" y="29399"/>
                    <a:pt x="25865" y="24938"/>
                  </a:cubicBezTo>
                  <a:cubicBezTo>
                    <a:pt x="26341" y="23008"/>
                    <a:pt x="26742" y="21103"/>
                    <a:pt x="27043" y="19273"/>
                  </a:cubicBezTo>
                  <a:lnTo>
                    <a:pt x="27093" y="19023"/>
                  </a:lnTo>
                  <a:cubicBezTo>
                    <a:pt x="27118" y="18872"/>
                    <a:pt x="27143" y="18722"/>
                    <a:pt x="27168" y="18547"/>
                  </a:cubicBezTo>
                  <a:lnTo>
                    <a:pt x="27318" y="17118"/>
                  </a:lnTo>
                  <a:cubicBezTo>
                    <a:pt x="27344" y="17043"/>
                    <a:pt x="27344" y="16993"/>
                    <a:pt x="27344" y="16943"/>
                  </a:cubicBezTo>
                  <a:cubicBezTo>
                    <a:pt x="27369" y="16742"/>
                    <a:pt x="27394" y="16542"/>
                    <a:pt x="27394" y="16341"/>
                  </a:cubicBezTo>
                  <a:lnTo>
                    <a:pt x="27419" y="14912"/>
                  </a:lnTo>
                  <a:cubicBezTo>
                    <a:pt x="27419" y="14587"/>
                    <a:pt x="27369" y="14261"/>
                    <a:pt x="27344" y="13960"/>
                  </a:cubicBezTo>
                  <a:cubicBezTo>
                    <a:pt x="27344" y="13785"/>
                    <a:pt x="27318" y="13634"/>
                    <a:pt x="27293" y="13434"/>
                  </a:cubicBezTo>
                  <a:cubicBezTo>
                    <a:pt x="27068" y="11379"/>
                    <a:pt x="26391" y="9449"/>
                    <a:pt x="25389" y="7870"/>
                  </a:cubicBezTo>
                  <a:lnTo>
                    <a:pt x="25389" y="7845"/>
                  </a:lnTo>
                  <a:cubicBezTo>
                    <a:pt x="24787" y="6968"/>
                    <a:pt x="24161" y="6216"/>
                    <a:pt x="23484" y="5589"/>
                  </a:cubicBezTo>
                  <a:cubicBezTo>
                    <a:pt x="22707" y="4862"/>
                    <a:pt x="21905" y="4311"/>
                    <a:pt x="21103" y="3935"/>
                  </a:cubicBezTo>
                  <a:lnTo>
                    <a:pt x="20251" y="3534"/>
                  </a:lnTo>
                  <a:lnTo>
                    <a:pt x="20251" y="3559"/>
                  </a:lnTo>
                  <a:cubicBezTo>
                    <a:pt x="17569" y="2431"/>
                    <a:pt x="14912" y="1529"/>
                    <a:pt x="12381" y="927"/>
                  </a:cubicBezTo>
                  <a:cubicBezTo>
                    <a:pt x="12256" y="902"/>
                    <a:pt x="12130" y="877"/>
                    <a:pt x="12030" y="852"/>
                  </a:cubicBezTo>
                  <a:lnTo>
                    <a:pt x="11654" y="777"/>
                  </a:lnTo>
                  <a:lnTo>
                    <a:pt x="1147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4" name="Google Shape;2524;p29"/>
            <p:cNvSpPr/>
            <p:nvPr/>
          </p:nvSpPr>
          <p:spPr>
            <a:xfrm>
              <a:off x="6518325" y="2571440"/>
              <a:ext cx="559913" cy="868825"/>
            </a:xfrm>
            <a:custGeom>
              <a:rect b="b" l="l" r="r" t="t"/>
              <a:pathLst>
                <a:path extrusionOk="0" h="43209" w="27846">
                  <a:moveTo>
                    <a:pt x="11579" y="677"/>
                  </a:moveTo>
                  <a:lnTo>
                    <a:pt x="11705" y="1303"/>
                  </a:lnTo>
                  <a:lnTo>
                    <a:pt x="12256" y="1429"/>
                  </a:lnTo>
                  <a:cubicBezTo>
                    <a:pt x="12356" y="1429"/>
                    <a:pt x="12457" y="1454"/>
                    <a:pt x="12557" y="1479"/>
                  </a:cubicBezTo>
                  <a:cubicBezTo>
                    <a:pt x="15088" y="2080"/>
                    <a:pt x="17720" y="2983"/>
                    <a:pt x="20402" y="4111"/>
                  </a:cubicBezTo>
                  <a:lnTo>
                    <a:pt x="20602" y="4161"/>
                  </a:lnTo>
                  <a:lnTo>
                    <a:pt x="21254" y="4461"/>
                  </a:lnTo>
                  <a:cubicBezTo>
                    <a:pt x="22031" y="4837"/>
                    <a:pt x="22808" y="5389"/>
                    <a:pt x="23559" y="6090"/>
                  </a:cubicBezTo>
                  <a:cubicBezTo>
                    <a:pt x="24236" y="6717"/>
                    <a:pt x="24863" y="7444"/>
                    <a:pt x="25439" y="8321"/>
                  </a:cubicBezTo>
                  <a:cubicBezTo>
                    <a:pt x="26442" y="9875"/>
                    <a:pt x="27093" y="11780"/>
                    <a:pt x="27319" y="13810"/>
                  </a:cubicBezTo>
                  <a:cubicBezTo>
                    <a:pt x="27344" y="13985"/>
                    <a:pt x="27344" y="14161"/>
                    <a:pt x="27369" y="14336"/>
                  </a:cubicBezTo>
                  <a:cubicBezTo>
                    <a:pt x="27394" y="14637"/>
                    <a:pt x="27419" y="14938"/>
                    <a:pt x="27444" y="15263"/>
                  </a:cubicBezTo>
                  <a:lnTo>
                    <a:pt x="27419" y="16717"/>
                  </a:lnTo>
                  <a:cubicBezTo>
                    <a:pt x="27419" y="16893"/>
                    <a:pt x="27394" y="17093"/>
                    <a:pt x="27369" y="17243"/>
                  </a:cubicBezTo>
                  <a:lnTo>
                    <a:pt x="27194" y="18873"/>
                  </a:lnTo>
                  <a:cubicBezTo>
                    <a:pt x="27169" y="19023"/>
                    <a:pt x="27143" y="19198"/>
                    <a:pt x="27118" y="19349"/>
                  </a:cubicBezTo>
                  <a:lnTo>
                    <a:pt x="27068" y="19599"/>
                  </a:lnTo>
                  <a:cubicBezTo>
                    <a:pt x="26768" y="21404"/>
                    <a:pt x="26366" y="23309"/>
                    <a:pt x="25890" y="25238"/>
                  </a:cubicBezTo>
                  <a:cubicBezTo>
                    <a:pt x="24788" y="29675"/>
                    <a:pt x="23559" y="33133"/>
                    <a:pt x="22031" y="36116"/>
                  </a:cubicBezTo>
                  <a:cubicBezTo>
                    <a:pt x="20903" y="38246"/>
                    <a:pt x="19875" y="39700"/>
                    <a:pt x="18672" y="40853"/>
                  </a:cubicBezTo>
                  <a:cubicBezTo>
                    <a:pt x="17870" y="41604"/>
                    <a:pt x="17068" y="42131"/>
                    <a:pt x="16216" y="42457"/>
                  </a:cubicBezTo>
                  <a:cubicBezTo>
                    <a:pt x="16041" y="42507"/>
                    <a:pt x="15890" y="42557"/>
                    <a:pt x="15740" y="42607"/>
                  </a:cubicBezTo>
                  <a:cubicBezTo>
                    <a:pt x="15665" y="42607"/>
                    <a:pt x="15589" y="42632"/>
                    <a:pt x="15539" y="42657"/>
                  </a:cubicBezTo>
                  <a:lnTo>
                    <a:pt x="15439" y="42682"/>
                  </a:lnTo>
                  <a:cubicBezTo>
                    <a:pt x="15389" y="42682"/>
                    <a:pt x="15314" y="42682"/>
                    <a:pt x="15239" y="42707"/>
                  </a:cubicBezTo>
                  <a:cubicBezTo>
                    <a:pt x="15088" y="42732"/>
                    <a:pt x="14913" y="42757"/>
                    <a:pt x="14712" y="42757"/>
                  </a:cubicBezTo>
                  <a:lnTo>
                    <a:pt x="14437" y="42782"/>
                  </a:lnTo>
                  <a:lnTo>
                    <a:pt x="13935" y="42782"/>
                  </a:lnTo>
                  <a:cubicBezTo>
                    <a:pt x="13685" y="42782"/>
                    <a:pt x="13484" y="42782"/>
                    <a:pt x="13284" y="42757"/>
                  </a:cubicBezTo>
                  <a:cubicBezTo>
                    <a:pt x="12883" y="42732"/>
                    <a:pt x="12532" y="42632"/>
                    <a:pt x="12181" y="42557"/>
                  </a:cubicBezTo>
                  <a:lnTo>
                    <a:pt x="12131" y="42532"/>
                  </a:lnTo>
                  <a:cubicBezTo>
                    <a:pt x="12031" y="42532"/>
                    <a:pt x="11955" y="42507"/>
                    <a:pt x="11880" y="42482"/>
                  </a:cubicBezTo>
                  <a:lnTo>
                    <a:pt x="10953" y="42131"/>
                  </a:lnTo>
                  <a:lnTo>
                    <a:pt x="10502" y="41880"/>
                  </a:lnTo>
                  <a:cubicBezTo>
                    <a:pt x="9625" y="41379"/>
                    <a:pt x="8873" y="40727"/>
                    <a:pt x="8271" y="39925"/>
                  </a:cubicBezTo>
                  <a:cubicBezTo>
                    <a:pt x="7720" y="39198"/>
                    <a:pt x="7219" y="38371"/>
                    <a:pt x="6792" y="37444"/>
                  </a:cubicBezTo>
                  <a:cubicBezTo>
                    <a:pt x="6417" y="36567"/>
                    <a:pt x="6066" y="35640"/>
                    <a:pt x="5815" y="34687"/>
                  </a:cubicBezTo>
                  <a:cubicBezTo>
                    <a:pt x="5539" y="33710"/>
                    <a:pt x="5339" y="32707"/>
                    <a:pt x="5163" y="31855"/>
                  </a:cubicBezTo>
                  <a:lnTo>
                    <a:pt x="4612" y="29048"/>
                  </a:lnTo>
                  <a:cubicBezTo>
                    <a:pt x="4261" y="27218"/>
                    <a:pt x="3885" y="25289"/>
                    <a:pt x="3534" y="23384"/>
                  </a:cubicBezTo>
                  <a:cubicBezTo>
                    <a:pt x="2757" y="19123"/>
                    <a:pt x="2131" y="15414"/>
                    <a:pt x="1604" y="12005"/>
                  </a:cubicBezTo>
                  <a:cubicBezTo>
                    <a:pt x="1178" y="9023"/>
                    <a:pt x="727" y="5840"/>
                    <a:pt x="502" y="2582"/>
                  </a:cubicBezTo>
                  <a:lnTo>
                    <a:pt x="452" y="1855"/>
                  </a:lnTo>
                  <a:lnTo>
                    <a:pt x="1128" y="2131"/>
                  </a:lnTo>
                  <a:cubicBezTo>
                    <a:pt x="2381" y="2607"/>
                    <a:pt x="3660" y="2857"/>
                    <a:pt x="4938" y="2857"/>
                  </a:cubicBezTo>
                  <a:cubicBezTo>
                    <a:pt x="8021" y="2857"/>
                    <a:pt x="10351" y="1479"/>
                    <a:pt x="11003" y="1053"/>
                  </a:cubicBezTo>
                  <a:lnTo>
                    <a:pt x="11579" y="677"/>
                  </a:lnTo>
                  <a:close/>
                  <a:moveTo>
                    <a:pt x="11855" y="0"/>
                  </a:moveTo>
                  <a:lnTo>
                    <a:pt x="10777" y="702"/>
                  </a:lnTo>
                  <a:cubicBezTo>
                    <a:pt x="10151" y="1103"/>
                    <a:pt x="7920" y="2431"/>
                    <a:pt x="4938" y="2431"/>
                  </a:cubicBezTo>
                  <a:cubicBezTo>
                    <a:pt x="3710" y="2431"/>
                    <a:pt x="2482" y="2206"/>
                    <a:pt x="1279" y="1730"/>
                  </a:cubicBezTo>
                  <a:lnTo>
                    <a:pt x="0" y="1228"/>
                  </a:lnTo>
                  <a:lnTo>
                    <a:pt x="101" y="2607"/>
                  </a:lnTo>
                  <a:cubicBezTo>
                    <a:pt x="326" y="5865"/>
                    <a:pt x="752" y="9073"/>
                    <a:pt x="1203" y="12055"/>
                  </a:cubicBezTo>
                  <a:cubicBezTo>
                    <a:pt x="1705" y="15489"/>
                    <a:pt x="2331" y="19198"/>
                    <a:pt x="3133" y="23459"/>
                  </a:cubicBezTo>
                  <a:cubicBezTo>
                    <a:pt x="3484" y="25364"/>
                    <a:pt x="3860" y="27319"/>
                    <a:pt x="4211" y="29123"/>
                  </a:cubicBezTo>
                  <a:lnTo>
                    <a:pt x="4762" y="31955"/>
                  </a:lnTo>
                  <a:cubicBezTo>
                    <a:pt x="4913" y="32782"/>
                    <a:pt x="5138" y="33785"/>
                    <a:pt x="5414" y="34812"/>
                  </a:cubicBezTo>
                  <a:cubicBezTo>
                    <a:pt x="5690" y="35765"/>
                    <a:pt x="6016" y="36717"/>
                    <a:pt x="6417" y="37594"/>
                  </a:cubicBezTo>
                  <a:cubicBezTo>
                    <a:pt x="6843" y="38572"/>
                    <a:pt x="7369" y="39449"/>
                    <a:pt x="7945" y="40176"/>
                  </a:cubicBezTo>
                  <a:cubicBezTo>
                    <a:pt x="8597" y="41003"/>
                    <a:pt x="9374" y="41705"/>
                    <a:pt x="10276" y="42231"/>
                  </a:cubicBezTo>
                  <a:lnTo>
                    <a:pt x="10752" y="42507"/>
                  </a:lnTo>
                  <a:lnTo>
                    <a:pt x="11655" y="42858"/>
                  </a:lnTo>
                  <a:lnTo>
                    <a:pt x="11780" y="42883"/>
                  </a:lnTo>
                  <a:cubicBezTo>
                    <a:pt x="11855" y="42908"/>
                    <a:pt x="11955" y="42933"/>
                    <a:pt x="12031" y="42958"/>
                  </a:cubicBezTo>
                  <a:lnTo>
                    <a:pt x="12081" y="42958"/>
                  </a:lnTo>
                  <a:cubicBezTo>
                    <a:pt x="12457" y="43058"/>
                    <a:pt x="12833" y="43133"/>
                    <a:pt x="13234" y="43158"/>
                  </a:cubicBezTo>
                  <a:cubicBezTo>
                    <a:pt x="13459" y="43183"/>
                    <a:pt x="13685" y="43208"/>
                    <a:pt x="13935" y="43208"/>
                  </a:cubicBezTo>
                  <a:cubicBezTo>
                    <a:pt x="14111" y="43208"/>
                    <a:pt x="14286" y="43208"/>
                    <a:pt x="14487" y="43183"/>
                  </a:cubicBezTo>
                  <a:lnTo>
                    <a:pt x="14712" y="43183"/>
                  </a:lnTo>
                  <a:cubicBezTo>
                    <a:pt x="14938" y="43183"/>
                    <a:pt x="15138" y="43158"/>
                    <a:pt x="15339" y="43108"/>
                  </a:cubicBezTo>
                  <a:cubicBezTo>
                    <a:pt x="15389" y="43108"/>
                    <a:pt x="15439" y="43108"/>
                    <a:pt x="15514" y="43083"/>
                  </a:cubicBezTo>
                  <a:lnTo>
                    <a:pt x="15665" y="43058"/>
                  </a:lnTo>
                  <a:cubicBezTo>
                    <a:pt x="15715" y="43033"/>
                    <a:pt x="15765" y="43033"/>
                    <a:pt x="15865" y="43008"/>
                  </a:cubicBezTo>
                  <a:cubicBezTo>
                    <a:pt x="16016" y="42958"/>
                    <a:pt x="16191" y="42908"/>
                    <a:pt x="16366" y="42833"/>
                  </a:cubicBezTo>
                  <a:cubicBezTo>
                    <a:pt x="17269" y="42507"/>
                    <a:pt x="18121" y="41930"/>
                    <a:pt x="18948" y="41153"/>
                  </a:cubicBezTo>
                  <a:cubicBezTo>
                    <a:pt x="20176" y="39975"/>
                    <a:pt x="21254" y="38497"/>
                    <a:pt x="22382" y="36316"/>
                  </a:cubicBezTo>
                  <a:cubicBezTo>
                    <a:pt x="23935" y="33284"/>
                    <a:pt x="25189" y="29800"/>
                    <a:pt x="26291" y="25339"/>
                  </a:cubicBezTo>
                  <a:cubicBezTo>
                    <a:pt x="26768" y="23409"/>
                    <a:pt x="27169" y="21479"/>
                    <a:pt x="27469" y="19649"/>
                  </a:cubicBezTo>
                  <a:lnTo>
                    <a:pt x="27519" y="19424"/>
                  </a:lnTo>
                  <a:cubicBezTo>
                    <a:pt x="27544" y="19248"/>
                    <a:pt x="27570" y="19098"/>
                    <a:pt x="27595" y="18923"/>
                  </a:cubicBezTo>
                  <a:lnTo>
                    <a:pt x="27770" y="17344"/>
                  </a:lnTo>
                  <a:lnTo>
                    <a:pt x="27570" y="17319"/>
                  </a:lnTo>
                  <a:lnTo>
                    <a:pt x="27795" y="17294"/>
                  </a:lnTo>
                  <a:cubicBezTo>
                    <a:pt x="27820" y="17118"/>
                    <a:pt x="27845" y="16893"/>
                    <a:pt x="27820" y="16717"/>
                  </a:cubicBezTo>
                  <a:lnTo>
                    <a:pt x="27845" y="15263"/>
                  </a:lnTo>
                  <a:cubicBezTo>
                    <a:pt x="27845" y="14913"/>
                    <a:pt x="27820" y="14612"/>
                    <a:pt x="27795" y="14286"/>
                  </a:cubicBezTo>
                  <a:cubicBezTo>
                    <a:pt x="27770" y="14136"/>
                    <a:pt x="27745" y="13960"/>
                    <a:pt x="27745" y="13760"/>
                  </a:cubicBezTo>
                  <a:cubicBezTo>
                    <a:pt x="27494" y="11654"/>
                    <a:pt x="26818" y="9700"/>
                    <a:pt x="25790" y="8096"/>
                  </a:cubicBezTo>
                  <a:cubicBezTo>
                    <a:pt x="25189" y="7193"/>
                    <a:pt x="24537" y="6416"/>
                    <a:pt x="23835" y="5765"/>
                  </a:cubicBezTo>
                  <a:cubicBezTo>
                    <a:pt x="23058" y="5063"/>
                    <a:pt x="22231" y="4486"/>
                    <a:pt x="21429" y="4085"/>
                  </a:cubicBezTo>
                  <a:lnTo>
                    <a:pt x="20577" y="3684"/>
                  </a:lnTo>
                  <a:lnTo>
                    <a:pt x="20301" y="3609"/>
                  </a:lnTo>
                  <a:cubicBezTo>
                    <a:pt x="17695" y="2532"/>
                    <a:pt x="15113" y="1679"/>
                    <a:pt x="12657" y="1078"/>
                  </a:cubicBezTo>
                  <a:cubicBezTo>
                    <a:pt x="12557" y="1053"/>
                    <a:pt x="12457" y="1028"/>
                    <a:pt x="12356" y="1003"/>
                  </a:cubicBezTo>
                  <a:lnTo>
                    <a:pt x="12056" y="953"/>
                  </a:lnTo>
                  <a:lnTo>
                    <a:pt x="1185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5" name="Google Shape;2525;p29"/>
            <p:cNvSpPr/>
            <p:nvPr/>
          </p:nvSpPr>
          <p:spPr>
            <a:xfrm>
              <a:off x="6406949" y="1978389"/>
              <a:ext cx="99391" cy="203709"/>
            </a:xfrm>
            <a:custGeom>
              <a:rect b="b" l="l" r="r" t="t"/>
              <a:pathLst>
                <a:path extrusionOk="0" h="10131" w="4943">
                  <a:moveTo>
                    <a:pt x="4707" y="1"/>
                  </a:moveTo>
                  <a:cubicBezTo>
                    <a:pt x="4631" y="1"/>
                    <a:pt x="4557" y="45"/>
                    <a:pt x="4537" y="146"/>
                  </a:cubicBezTo>
                  <a:cubicBezTo>
                    <a:pt x="4336" y="1349"/>
                    <a:pt x="4111" y="2552"/>
                    <a:pt x="3810" y="3730"/>
                  </a:cubicBezTo>
                  <a:cubicBezTo>
                    <a:pt x="3710" y="4256"/>
                    <a:pt x="3559" y="4782"/>
                    <a:pt x="3434" y="5309"/>
                  </a:cubicBezTo>
                  <a:cubicBezTo>
                    <a:pt x="3309" y="5710"/>
                    <a:pt x="3234" y="6211"/>
                    <a:pt x="2783" y="6336"/>
                  </a:cubicBezTo>
                  <a:cubicBezTo>
                    <a:pt x="2649" y="6370"/>
                    <a:pt x="2514" y="6381"/>
                    <a:pt x="2377" y="6381"/>
                  </a:cubicBezTo>
                  <a:cubicBezTo>
                    <a:pt x="2068" y="6381"/>
                    <a:pt x="1754" y="6321"/>
                    <a:pt x="1449" y="6321"/>
                  </a:cubicBezTo>
                  <a:cubicBezTo>
                    <a:pt x="1183" y="6321"/>
                    <a:pt x="923" y="6367"/>
                    <a:pt x="677" y="6537"/>
                  </a:cubicBezTo>
                  <a:cubicBezTo>
                    <a:pt x="1" y="6988"/>
                    <a:pt x="51" y="7965"/>
                    <a:pt x="477" y="8567"/>
                  </a:cubicBezTo>
                  <a:cubicBezTo>
                    <a:pt x="978" y="9294"/>
                    <a:pt x="1805" y="9795"/>
                    <a:pt x="2632" y="10121"/>
                  </a:cubicBezTo>
                  <a:cubicBezTo>
                    <a:pt x="2652" y="10127"/>
                    <a:pt x="2672" y="10131"/>
                    <a:pt x="2690" y="10131"/>
                  </a:cubicBezTo>
                  <a:cubicBezTo>
                    <a:pt x="2873" y="10131"/>
                    <a:pt x="2938" y="9813"/>
                    <a:pt x="2732" y="9745"/>
                  </a:cubicBezTo>
                  <a:cubicBezTo>
                    <a:pt x="2231" y="9544"/>
                    <a:pt x="1780" y="9294"/>
                    <a:pt x="1379" y="8968"/>
                  </a:cubicBezTo>
                  <a:cubicBezTo>
                    <a:pt x="1003" y="8667"/>
                    <a:pt x="652" y="8266"/>
                    <a:pt x="552" y="7790"/>
                  </a:cubicBezTo>
                  <a:cubicBezTo>
                    <a:pt x="502" y="7439"/>
                    <a:pt x="627" y="6988"/>
                    <a:pt x="953" y="6812"/>
                  </a:cubicBezTo>
                  <a:cubicBezTo>
                    <a:pt x="1115" y="6732"/>
                    <a:pt x="1305" y="6709"/>
                    <a:pt x="1498" y="6709"/>
                  </a:cubicBezTo>
                  <a:cubicBezTo>
                    <a:pt x="1663" y="6709"/>
                    <a:pt x="1830" y="6726"/>
                    <a:pt x="1981" y="6737"/>
                  </a:cubicBezTo>
                  <a:cubicBezTo>
                    <a:pt x="2099" y="6746"/>
                    <a:pt x="2216" y="6751"/>
                    <a:pt x="2329" y="6751"/>
                  </a:cubicBezTo>
                  <a:cubicBezTo>
                    <a:pt x="2891" y="6751"/>
                    <a:pt x="3380" y="6615"/>
                    <a:pt x="3610" y="6010"/>
                  </a:cubicBezTo>
                  <a:cubicBezTo>
                    <a:pt x="3785" y="5584"/>
                    <a:pt x="3885" y="5108"/>
                    <a:pt x="3986" y="4657"/>
                  </a:cubicBezTo>
                  <a:cubicBezTo>
                    <a:pt x="4111" y="4181"/>
                    <a:pt x="4236" y="3680"/>
                    <a:pt x="4361" y="3203"/>
                  </a:cubicBezTo>
                  <a:cubicBezTo>
                    <a:pt x="4562" y="2226"/>
                    <a:pt x="4762" y="1248"/>
                    <a:pt x="4913" y="246"/>
                  </a:cubicBezTo>
                  <a:cubicBezTo>
                    <a:pt x="4943" y="97"/>
                    <a:pt x="4821" y="1"/>
                    <a:pt x="47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6" name="Google Shape;2526;p29"/>
            <p:cNvSpPr/>
            <p:nvPr/>
          </p:nvSpPr>
          <p:spPr>
            <a:xfrm>
              <a:off x="6650351" y="1978792"/>
              <a:ext cx="182958" cy="199627"/>
            </a:xfrm>
            <a:custGeom>
              <a:rect b="b" l="l" r="r" t="t"/>
              <a:pathLst>
                <a:path extrusionOk="0" h="9928" w="9099">
                  <a:moveTo>
                    <a:pt x="1480" y="0"/>
                  </a:moveTo>
                  <a:cubicBezTo>
                    <a:pt x="928" y="1203"/>
                    <a:pt x="452" y="2431"/>
                    <a:pt x="226" y="3735"/>
                  </a:cubicBezTo>
                  <a:cubicBezTo>
                    <a:pt x="1" y="5013"/>
                    <a:pt x="76" y="6391"/>
                    <a:pt x="627" y="7569"/>
                  </a:cubicBezTo>
                  <a:cubicBezTo>
                    <a:pt x="1204" y="8772"/>
                    <a:pt x="2332" y="9725"/>
                    <a:pt x="3635" y="9900"/>
                  </a:cubicBezTo>
                  <a:cubicBezTo>
                    <a:pt x="3779" y="9919"/>
                    <a:pt x="3922" y="9928"/>
                    <a:pt x="4064" y="9928"/>
                  </a:cubicBezTo>
                  <a:cubicBezTo>
                    <a:pt x="5638" y="9928"/>
                    <a:pt x="7116" y="8823"/>
                    <a:pt x="7921" y="7444"/>
                  </a:cubicBezTo>
                  <a:cubicBezTo>
                    <a:pt x="8798" y="5915"/>
                    <a:pt x="8873" y="5113"/>
                    <a:pt x="9099" y="3384"/>
                  </a:cubicBezTo>
                  <a:lnTo>
                    <a:pt x="14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7" name="Google Shape;2527;p29"/>
            <p:cNvSpPr/>
            <p:nvPr/>
          </p:nvSpPr>
          <p:spPr>
            <a:xfrm>
              <a:off x="6647335" y="1974991"/>
              <a:ext cx="190056" cy="207067"/>
            </a:xfrm>
            <a:custGeom>
              <a:rect b="b" l="l" r="r" t="t"/>
              <a:pathLst>
                <a:path extrusionOk="0" h="10298" w="9452">
                  <a:moveTo>
                    <a:pt x="1733" y="452"/>
                  </a:moveTo>
                  <a:lnTo>
                    <a:pt x="1733" y="452"/>
                  </a:lnTo>
                  <a:cubicBezTo>
                    <a:pt x="1974" y="556"/>
                    <a:pt x="2223" y="668"/>
                    <a:pt x="2457" y="766"/>
                  </a:cubicBezTo>
                  <a:cubicBezTo>
                    <a:pt x="4650" y="1752"/>
                    <a:pt x="6843" y="2713"/>
                    <a:pt x="9037" y="3674"/>
                  </a:cubicBezTo>
                  <a:lnTo>
                    <a:pt x="9037" y="3674"/>
                  </a:lnTo>
                  <a:cubicBezTo>
                    <a:pt x="8965" y="4320"/>
                    <a:pt x="8889" y="4985"/>
                    <a:pt x="8722" y="5628"/>
                  </a:cubicBezTo>
                  <a:cubicBezTo>
                    <a:pt x="8547" y="6280"/>
                    <a:pt x="8271" y="6906"/>
                    <a:pt x="7920" y="7483"/>
                  </a:cubicBezTo>
                  <a:cubicBezTo>
                    <a:pt x="7294" y="8585"/>
                    <a:pt x="6216" y="9538"/>
                    <a:pt x="4963" y="9839"/>
                  </a:cubicBezTo>
                  <a:cubicBezTo>
                    <a:pt x="4734" y="9888"/>
                    <a:pt x="4505" y="9912"/>
                    <a:pt x="4280" y="9912"/>
                  </a:cubicBezTo>
                  <a:cubicBezTo>
                    <a:pt x="3249" y="9912"/>
                    <a:pt x="2283" y="9417"/>
                    <a:pt x="1605" y="8636"/>
                  </a:cubicBezTo>
                  <a:cubicBezTo>
                    <a:pt x="652" y="7558"/>
                    <a:pt x="351" y="6079"/>
                    <a:pt x="477" y="4676"/>
                  </a:cubicBezTo>
                  <a:cubicBezTo>
                    <a:pt x="573" y="3205"/>
                    <a:pt x="1133" y="1805"/>
                    <a:pt x="1733" y="452"/>
                  </a:cubicBezTo>
                  <a:close/>
                  <a:moveTo>
                    <a:pt x="1625" y="0"/>
                  </a:moveTo>
                  <a:cubicBezTo>
                    <a:pt x="1554" y="0"/>
                    <a:pt x="1488" y="22"/>
                    <a:pt x="1454" y="89"/>
                  </a:cubicBezTo>
                  <a:cubicBezTo>
                    <a:pt x="702" y="1793"/>
                    <a:pt x="1" y="3573"/>
                    <a:pt x="51" y="5453"/>
                  </a:cubicBezTo>
                  <a:cubicBezTo>
                    <a:pt x="101" y="6906"/>
                    <a:pt x="627" y="8385"/>
                    <a:pt x="1755" y="9362"/>
                  </a:cubicBezTo>
                  <a:cubicBezTo>
                    <a:pt x="2480" y="9966"/>
                    <a:pt x="3359" y="10297"/>
                    <a:pt x="4254" y="10297"/>
                  </a:cubicBezTo>
                  <a:cubicBezTo>
                    <a:pt x="4659" y="10297"/>
                    <a:pt x="5066" y="10230"/>
                    <a:pt x="5464" y="10089"/>
                  </a:cubicBezTo>
                  <a:cubicBezTo>
                    <a:pt x="6818" y="9613"/>
                    <a:pt x="7820" y="8560"/>
                    <a:pt x="8472" y="7332"/>
                  </a:cubicBezTo>
                  <a:cubicBezTo>
                    <a:pt x="8772" y="6781"/>
                    <a:pt x="8998" y="6179"/>
                    <a:pt x="9148" y="5578"/>
                  </a:cubicBezTo>
                  <a:cubicBezTo>
                    <a:pt x="9299" y="4926"/>
                    <a:pt x="9374" y="4224"/>
                    <a:pt x="9449" y="3573"/>
                  </a:cubicBezTo>
                  <a:cubicBezTo>
                    <a:pt x="9452" y="3547"/>
                    <a:pt x="9450" y="3523"/>
                    <a:pt x="9444" y="3502"/>
                  </a:cubicBezTo>
                  <a:lnTo>
                    <a:pt x="9444" y="3502"/>
                  </a:lnTo>
                  <a:cubicBezTo>
                    <a:pt x="9434" y="3460"/>
                    <a:pt x="9404" y="3422"/>
                    <a:pt x="9349" y="3397"/>
                  </a:cubicBezTo>
                  <a:cubicBezTo>
                    <a:pt x="9048" y="3247"/>
                    <a:pt x="8722" y="3122"/>
                    <a:pt x="8422" y="2971"/>
                  </a:cubicBezTo>
                  <a:cubicBezTo>
                    <a:pt x="6191" y="1994"/>
                    <a:pt x="3960" y="1016"/>
                    <a:pt x="1730" y="14"/>
                  </a:cubicBezTo>
                  <a:cubicBezTo>
                    <a:pt x="1696" y="6"/>
                    <a:pt x="1660" y="0"/>
                    <a:pt x="16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8" name="Google Shape;2528;p29"/>
            <p:cNvSpPr/>
            <p:nvPr/>
          </p:nvSpPr>
          <p:spPr>
            <a:xfrm>
              <a:off x="6654392" y="2070281"/>
              <a:ext cx="75102" cy="82139"/>
            </a:xfrm>
            <a:custGeom>
              <a:rect b="b" l="l" r="r" t="t"/>
              <a:pathLst>
                <a:path extrusionOk="0" h="4085" w="3735">
                  <a:moveTo>
                    <a:pt x="1594" y="0"/>
                  </a:moveTo>
                  <a:cubicBezTo>
                    <a:pt x="1463" y="0"/>
                    <a:pt x="1332" y="20"/>
                    <a:pt x="1203" y="62"/>
                  </a:cubicBezTo>
                  <a:cubicBezTo>
                    <a:pt x="376" y="338"/>
                    <a:pt x="0" y="1440"/>
                    <a:pt x="351" y="2543"/>
                  </a:cubicBezTo>
                  <a:cubicBezTo>
                    <a:pt x="648" y="3475"/>
                    <a:pt x="1392" y="4085"/>
                    <a:pt x="2115" y="4085"/>
                  </a:cubicBezTo>
                  <a:cubicBezTo>
                    <a:pt x="2247" y="4085"/>
                    <a:pt x="2379" y="4065"/>
                    <a:pt x="2507" y="4022"/>
                  </a:cubicBezTo>
                  <a:cubicBezTo>
                    <a:pt x="3334" y="3771"/>
                    <a:pt x="3735" y="2643"/>
                    <a:pt x="3384" y="1566"/>
                  </a:cubicBezTo>
                  <a:cubicBezTo>
                    <a:pt x="3065" y="630"/>
                    <a:pt x="2330" y="0"/>
                    <a:pt x="15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9" name="Google Shape;2529;p29"/>
            <p:cNvSpPr/>
            <p:nvPr/>
          </p:nvSpPr>
          <p:spPr>
            <a:xfrm>
              <a:off x="6649345" y="1945031"/>
              <a:ext cx="218749" cy="109666"/>
            </a:xfrm>
            <a:custGeom>
              <a:rect b="b" l="l" r="r" t="t"/>
              <a:pathLst>
                <a:path extrusionOk="0" h="5454" w="10879">
                  <a:moveTo>
                    <a:pt x="1" y="0"/>
                  </a:moveTo>
                  <a:lnTo>
                    <a:pt x="1" y="0"/>
                  </a:lnTo>
                  <a:cubicBezTo>
                    <a:pt x="1421" y="2795"/>
                    <a:pt x="5688" y="5453"/>
                    <a:pt x="9448" y="5453"/>
                  </a:cubicBezTo>
                  <a:cubicBezTo>
                    <a:pt x="9935" y="5453"/>
                    <a:pt x="10415" y="5408"/>
                    <a:pt x="10878" y="5313"/>
                  </a:cubicBezTo>
                  <a:lnTo>
                    <a:pt x="1" y="0"/>
                  </a:ln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29"/>
            <p:cNvSpPr/>
            <p:nvPr/>
          </p:nvSpPr>
          <p:spPr>
            <a:xfrm>
              <a:off x="6645826" y="1943503"/>
              <a:ext cx="223274" cy="115437"/>
            </a:xfrm>
            <a:custGeom>
              <a:rect b="b" l="l" r="r" t="t"/>
              <a:pathLst>
                <a:path extrusionOk="0" h="5741" w="11104">
                  <a:moveTo>
                    <a:pt x="376" y="1"/>
                  </a:moveTo>
                  <a:lnTo>
                    <a:pt x="0" y="176"/>
                  </a:lnTo>
                  <a:cubicBezTo>
                    <a:pt x="1404" y="2958"/>
                    <a:pt x="5740" y="5740"/>
                    <a:pt x="9624" y="5740"/>
                  </a:cubicBezTo>
                  <a:cubicBezTo>
                    <a:pt x="10126" y="5740"/>
                    <a:pt x="10627" y="5690"/>
                    <a:pt x="11103" y="5590"/>
                  </a:cubicBezTo>
                  <a:lnTo>
                    <a:pt x="11003" y="5189"/>
                  </a:lnTo>
                  <a:cubicBezTo>
                    <a:pt x="10553" y="5279"/>
                    <a:pt x="10089" y="5321"/>
                    <a:pt x="9619" y="5321"/>
                  </a:cubicBezTo>
                  <a:cubicBezTo>
                    <a:pt x="5896" y="5321"/>
                    <a:pt x="1734" y="2671"/>
                    <a:pt x="37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1" name="Google Shape;2531;p29"/>
            <p:cNvSpPr/>
            <p:nvPr/>
          </p:nvSpPr>
          <p:spPr>
            <a:xfrm>
              <a:off x="6644580" y="1941251"/>
              <a:ext cx="229246" cy="117166"/>
            </a:xfrm>
            <a:custGeom>
              <a:rect b="b" l="l" r="r" t="t"/>
              <a:pathLst>
                <a:path extrusionOk="0" h="5827" w="11401">
                  <a:moveTo>
                    <a:pt x="271" y="0"/>
                  </a:moveTo>
                  <a:cubicBezTo>
                    <a:pt x="142" y="0"/>
                    <a:pt x="1" y="132"/>
                    <a:pt x="87" y="288"/>
                  </a:cubicBezTo>
                  <a:cubicBezTo>
                    <a:pt x="463" y="1065"/>
                    <a:pt x="1040" y="1767"/>
                    <a:pt x="1641" y="2369"/>
                  </a:cubicBezTo>
                  <a:cubicBezTo>
                    <a:pt x="2894" y="3597"/>
                    <a:pt x="4448" y="4524"/>
                    <a:pt x="6102" y="5151"/>
                  </a:cubicBezTo>
                  <a:cubicBezTo>
                    <a:pt x="7235" y="5557"/>
                    <a:pt x="8454" y="5827"/>
                    <a:pt x="9664" y="5827"/>
                  </a:cubicBezTo>
                  <a:cubicBezTo>
                    <a:pt x="10168" y="5827"/>
                    <a:pt x="10671" y="5780"/>
                    <a:pt x="11165" y="5677"/>
                  </a:cubicBezTo>
                  <a:cubicBezTo>
                    <a:pt x="11400" y="5630"/>
                    <a:pt x="11327" y="5296"/>
                    <a:pt x="11110" y="5296"/>
                  </a:cubicBezTo>
                  <a:cubicBezTo>
                    <a:pt x="11096" y="5296"/>
                    <a:pt x="11080" y="5298"/>
                    <a:pt x="11065" y="5301"/>
                  </a:cubicBezTo>
                  <a:cubicBezTo>
                    <a:pt x="10596" y="5392"/>
                    <a:pt x="10114" y="5436"/>
                    <a:pt x="9633" y="5436"/>
                  </a:cubicBezTo>
                  <a:cubicBezTo>
                    <a:pt x="9187" y="5436"/>
                    <a:pt x="8742" y="5398"/>
                    <a:pt x="8308" y="5326"/>
                  </a:cubicBezTo>
                  <a:cubicBezTo>
                    <a:pt x="6629" y="5050"/>
                    <a:pt x="5025" y="4374"/>
                    <a:pt x="3596" y="3421"/>
                  </a:cubicBezTo>
                  <a:cubicBezTo>
                    <a:pt x="2318" y="2594"/>
                    <a:pt x="1115" y="1491"/>
                    <a:pt x="413" y="88"/>
                  </a:cubicBezTo>
                  <a:cubicBezTo>
                    <a:pt x="382" y="26"/>
                    <a:pt x="328" y="0"/>
                    <a:pt x="27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p29"/>
            <p:cNvSpPr/>
            <p:nvPr/>
          </p:nvSpPr>
          <p:spPr>
            <a:xfrm>
              <a:off x="6232577" y="1961660"/>
              <a:ext cx="159774" cy="170874"/>
            </a:xfrm>
            <a:custGeom>
              <a:rect b="b" l="l" r="r" t="t"/>
              <a:pathLst>
                <a:path extrusionOk="0" h="8498" w="7946">
                  <a:moveTo>
                    <a:pt x="7244" y="0"/>
                  </a:moveTo>
                  <a:lnTo>
                    <a:pt x="51" y="2030"/>
                  </a:lnTo>
                  <a:cubicBezTo>
                    <a:pt x="26" y="3609"/>
                    <a:pt x="1" y="4336"/>
                    <a:pt x="602" y="5790"/>
                  </a:cubicBezTo>
                  <a:cubicBezTo>
                    <a:pt x="1204" y="7243"/>
                    <a:pt x="2532" y="8497"/>
                    <a:pt x="4111" y="8497"/>
                  </a:cubicBezTo>
                  <a:cubicBezTo>
                    <a:pt x="4131" y="8497"/>
                    <a:pt x="4151" y="8497"/>
                    <a:pt x="4170" y="8497"/>
                  </a:cubicBezTo>
                  <a:cubicBezTo>
                    <a:pt x="5326" y="8497"/>
                    <a:pt x="6403" y="7778"/>
                    <a:pt x="7043" y="6817"/>
                  </a:cubicBezTo>
                  <a:cubicBezTo>
                    <a:pt x="7695" y="5840"/>
                    <a:pt x="7946" y="4637"/>
                    <a:pt x="7896" y="3459"/>
                  </a:cubicBezTo>
                  <a:cubicBezTo>
                    <a:pt x="7871" y="2281"/>
                    <a:pt x="7570" y="1128"/>
                    <a:pt x="724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p29"/>
            <p:cNvSpPr/>
            <p:nvPr/>
          </p:nvSpPr>
          <p:spPr>
            <a:xfrm>
              <a:off x="6229078" y="1957518"/>
              <a:ext cx="168823" cy="179077"/>
            </a:xfrm>
            <a:custGeom>
              <a:rect b="b" l="l" r="r" t="t"/>
              <a:pathLst>
                <a:path extrusionOk="0" h="8906" w="8396">
                  <a:moveTo>
                    <a:pt x="7293" y="432"/>
                  </a:moveTo>
                  <a:lnTo>
                    <a:pt x="7293" y="432"/>
                  </a:lnTo>
                  <a:cubicBezTo>
                    <a:pt x="7697" y="1860"/>
                    <a:pt x="8036" y="3377"/>
                    <a:pt x="7819" y="4893"/>
                  </a:cubicBezTo>
                  <a:cubicBezTo>
                    <a:pt x="7644" y="6096"/>
                    <a:pt x="7067" y="7249"/>
                    <a:pt x="6040" y="7951"/>
                  </a:cubicBezTo>
                  <a:cubicBezTo>
                    <a:pt x="5504" y="8317"/>
                    <a:pt x="4897" y="8509"/>
                    <a:pt x="4286" y="8509"/>
                  </a:cubicBezTo>
                  <a:cubicBezTo>
                    <a:pt x="3810" y="8509"/>
                    <a:pt x="3332" y="8393"/>
                    <a:pt x="2882" y="8151"/>
                  </a:cubicBezTo>
                  <a:cubicBezTo>
                    <a:pt x="1854" y="7600"/>
                    <a:pt x="1202" y="6622"/>
                    <a:pt x="801" y="5545"/>
                  </a:cubicBezTo>
                  <a:cubicBezTo>
                    <a:pt x="626" y="5043"/>
                    <a:pt x="501" y="4517"/>
                    <a:pt x="451" y="3966"/>
                  </a:cubicBezTo>
                  <a:cubicBezTo>
                    <a:pt x="405" y="3443"/>
                    <a:pt x="421" y="2921"/>
                    <a:pt x="425" y="2398"/>
                  </a:cubicBezTo>
                  <a:lnTo>
                    <a:pt x="425" y="2398"/>
                  </a:lnTo>
                  <a:cubicBezTo>
                    <a:pt x="682" y="2329"/>
                    <a:pt x="951" y="2249"/>
                    <a:pt x="1202" y="2186"/>
                  </a:cubicBezTo>
                  <a:cubicBezTo>
                    <a:pt x="3224" y="1602"/>
                    <a:pt x="5270" y="1017"/>
                    <a:pt x="7293" y="432"/>
                  </a:cubicBezTo>
                  <a:close/>
                  <a:moveTo>
                    <a:pt x="7407" y="1"/>
                  </a:moveTo>
                  <a:cubicBezTo>
                    <a:pt x="7394" y="1"/>
                    <a:pt x="7381" y="2"/>
                    <a:pt x="7368" y="6"/>
                  </a:cubicBezTo>
                  <a:cubicBezTo>
                    <a:pt x="7067" y="106"/>
                    <a:pt x="6766" y="181"/>
                    <a:pt x="6466" y="256"/>
                  </a:cubicBezTo>
                  <a:cubicBezTo>
                    <a:pt x="4373" y="854"/>
                    <a:pt x="2306" y="1452"/>
                    <a:pt x="214" y="2050"/>
                  </a:cubicBezTo>
                  <a:lnTo>
                    <a:pt x="214" y="2050"/>
                  </a:lnTo>
                  <a:cubicBezTo>
                    <a:pt x="141" y="2058"/>
                    <a:pt x="72" y="2105"/>
                    <a:pt x="54" y="2191"/>
                  </a:cubicBezTo>
                  <a:lnTo>
                    <a:pt x="54" y="2191"/>
                  </a:lnTo>
                  <a:cubicBezTo>
                    <a:pt x="48" y="2214"/>
                    <a:pt x="46" y="2239"/>
                    <a:pt x="49" y="2264"/>
                  </a:cubicBezTo>
                  <a:lnTo>
                    <a:pt x="49" y="2264"/>
                  </a:lnTo>
                  <a:cubicBezTo>
                    <a:pt x="24" y="2957"/>
                    <a:pt x="1" y="3674"/>
                    <a:pt x="100" y="4342"/>
                  </a:cubicBezTo>
                  <a:cubicBezTo>
                    <a:pt x="200" y="5043"/>
                    <a:pt x="425" y="5695"/>
                    <a:pt x="701" y="6322"/>
                  </a:cubicBezTo>
                  <a:cubicBezTo>
                    <a:pt x="1202" y="7374"/>
                    <a:pt x="2080" y="8302"/>
                    <a:pt x="3207" y="8728"/>
                  </a:cubicBezTo>
                  <a:cubicBezTo>
                    <a:pt x="3556" y="8849"/>
                    <a:pt x="3913" y="8906"/>
                    <a:pt x="4268" y="8906"/>
                  </a:cubicBezTo>
                  <a:cubicBezTo>
                    <a:pt x="5088" y="8906"/>
                    <a:pt x="5894" y="8601"/>
                    <a:pt x="6541" y="8076"/>
                  </a:cubicBezTo>
                  <a:cubicBezTo>
                    <a:pt x="7593" y="7224"/>
                    <a:pt x="8120" y="5921"/>
                    <a:pt x="8245" y="4617"/>
                  </a:cubicBezTo>
                  <a:cubicBezTo>
                    <a:pt x="8395" y="3088"/>
                    <a:pt x="8019" y="1585"/>
                    <a:pt x="7618" y="156"/>
                  </a:cubicBezTo>
                  <a:cubicBezTo>
                    <a:pt x="7575" y="69"/>
                    <a:pt x="7494" y="1"/>
                    <a:pt x="74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4" name="Google Shape;2534;p29"/>
            <p:cNvSpPr/>
            <p:nvPr/>
          </p:nvSpPr>
          <p:spPr>
            <a:xfrm>
              <a:off x="6254253" y="2049208"/>
              <a:ext cx="67038" cy="73694"/>
            </a:xfrm>
            <a:custGeom>
              <a:rect b="b" l="l" r="r" t="t"/>
              <a:pathLst>
                <a:path extrusionOk="0" h="3665" w="3334">
                  <a:moveTo>
                    <a:pt x="1431" y="0"/>
                  </a:moveTo>
                  <a:cubicBezTo>
                    <a:pt x="1312" y="0"/>
                    <a:pt x="1194" y="19"/>
                    <a:pt x="1078" y="57"/>
                  </a:cubicBezTo>
                  <a:cubicBezTo>
                    <a:pt x="326" y="308"/>
                    <a:pt x="1" y="1285"/>
                    <a:pt x="301" y="2263"/>
                  </a:cubicBezTo>
                  <a:cubicBezTo>
                    <a:pt x="580" y="3119"/>
                    <a:pt x="1261" y="3665"/>
                    <a:pt x="1922" y="3665"/>
                  </a:cubicBezTo>
                  <a:cubicBezTo>
                    <a:pt x="2035" y="3665"/>
                    <a:pt x="2147" y="3649"/>
                    <a:pt x="2256" y="3616"/>
                  </a:cubicBezTo>
                  <a:cubicBezTo>
                    <a:pt x="2983" y="3366"/>
                    <a:pt x="3334" y="2363"/>
                    <a:pt x="3033" y="1386"/>
                  </a:cubicBezTo>
                  <a:cubicBezTo>
                    <a:pt x="2757" y="558"/>
                    <a:pt x="2087" y="0"/>
                    <a:pt x="143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5" name="Google Shape;2535;p29"/>
            <p:cNvSpPr/>
            <p:nvPr/>
          </p:nvSpPr>
          <p:spPr>
            <a:xfrm>
              <a:off x="6202356" y="1935440"/>
              <a:ext cx="207127" cy="75061"/>
            </a:xfrm>
            <a:custGeom>
              <a:rect b="b" l="l" r="r" t="t"/>
              <a:pathLst>
                <a:path extrusionOk="0" h="3733" w="10301">
                  <a:moveTo>
                    <a:pt x="10301" y="1"/>
                  </a:moveTo>
                  <a:lnTo>
                    <a:pt x="0" y="3359"/>
                  </a:lnTo>
                  <a:cubicBezTo>
                    <a:pt x="728" y="3616"/>
                    <a:pt x="1523" y="3733"/>
                    <a:pt x="2341" y="3733"/>
                  </a:cubicBezTo>
                  <a:cubicBezTo>
                    <a:pt x="5439" y="3733"/>
                    <a:pt x="8873" y="2063"/>
                    <a:pt x="10301"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p29"/>
            <p:cNvSpPr/>
            <p:nvPr/>
          </p:nvSpPr>
          <p:spPr>
            <a:xfrm>
              <a:off x="6200827" y="1932926"/>
              <a:ext cx="212194" cy="81657"/>
            </a:xfrm>
            <a:custGeom>
              <a:rect b="b" l="l" r="r" t="t"/>
              <a:pathLst>
                <a:path extrusionOk="0" h="4061" w="10553">
                  <a:moveTo>
                    <a:pt x="10201" y="1"/>
                  </a:moveTo>
                  <a:cubicBezTo>
                    <a:pt x="8832" y="1985"/>
                    <a:pt x="5499" y="3655"/>
                    <a:pt x="2454" y="3655"/>
                  </a:cubicBezTo>
                  <a:cubicBezTo>
                    <a:pt x="1653" y="3655"/>
                    <a:pt x="871" y="3540"/>
                    <a:pt x="151" y="3284"/>
                  </a:cubicBezTo>
                  <a:lnTo>
                    <a:pt x="1" y="3685"/>
                  </a:lnTo>
                  <a:cubicBezTo>
                    <a:pt x="753" y="3936"/>
                    <a:pt x="1580" y="4061"/>
                    <a:pt x="2407" y="4061"/>
                  </a:cubicBezTo>
                  <a:cubicBezTo>
                    <a:pt x="5615" y="4061"/>
                    <a:pt x="9124" y="2306"/>
                    <a:pt x="10552" y="251"/>
                  </a:cubicBezTo>
                  <a:lnTo>
                    <a:pt x="10201"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7" name="Google Shape;2537;p29"/>
            <p:cNvSpPr/>
            <p:nvPr/>
          </p:nvSpPr>
          <p:spPr>
            <a:xfrm>
              <a:off x="6196746" y="1931760"/>
              <a:ext cx="218408" cy="82823"/>
            </a:xfrm>
            <a:custGeom>
              <a:rect b="b" l="l" r="r" t="t"/>
              <a:pathLst>
                <a:path extrusionOk="0" h="4119" w="10862">
                  <a:moveTo>
                    <a:pt x="10571" y="1"/>
                  </a:moveTo>
                  <a:cubicBezTo>
                    <a:pt x="10510" y="1"/>
                    <a:pt x="10448" y="25"/>
                    <a:pt x="10404" y="84"/>
                  </a:cubicBezTo>
                  <a:cubicBezTo>
                    <a:pt x="9978" y="685"/>
                    <a:pt x="9427" y="1212"/>
                    <a:pt x="8825" y="1638"/>
                  </a:cubicBezTo>
                  <a:cubicBezTo>
                    <a:pt x="7622" y="2540"/>
                    <a:pt x="6194" y="3141"/>
                    <a:pt x="4715" y="3467"/>
                  </a:cubicBezTo>
                  <a:cubicBezTo>
                    <a:pt x="4034" y="3623"/>
                    <a:pt x="3324" y="3715"/>
                    <a:pt x="2615" y="3715"/>
                  </a:cubicBezTo>
                  <a:cubicBezTo>
                    <a:pt x="1838" y="3715"/>
                    <a:pt x="1063" y="3604"/>
                    <a:pt x="329" y="3342"/>
                  </a:cubicBezTo>
                  <a:cubicBezTo>
                    <a:pt x="307" y="3335"/>
                    <a:pt x="285" y="3332"/>
                    <a:pt x="265" y="3332"/>
                  </a:cubicBezTo>
                  <a:cubicBezTo>
                    <a:pt x="63" y="3332"/>
                    <a:pt x="1" y="3649"/>
                    <a:pt x="229" y="3718"/>
                  </a:cubicBezTo>
                  <a:cubicBezTo>
                    <a:pt x="1031" y="4019"/>
                    <a:pt x="1908" y="4119"/>
                    <a:pt x="2760" y="4119"/>
                  </a:cubicBezTo>
                  <a:cubicBezTo>
                    <a:pt x="4364" y="4094"/>
                    <a:pt x="5943" y="3668"/>
                    <a:pt x="7372" y="2966"/>
                  </a:cubicBezTo>
                  <a:cubicBezTo>
                    <a:pt x="8675" y="2339"/>
                    <a:pt x="9903" y="1487"/>
                    <a:pt x="10755" y="284"/>
                  </a:cubicBezTo>
                  <a:cubicBezTo>
                    <a:pt x="10862" y="142"/>
                    <a:pt x="10717" y="1"/>
                    <a:pt x="105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8" name="Google Shape;2538;p29"/>
            <p:cNvSpPr/>
            <p:nvPr/>
          </p:nvSpPr>
          <p:spPr>
            <a:xfrm>
              <a:off x="6369389" y="2283802"/>
              <a:ext cx="188146" cy="70919"/>
            </a:xfrm>
            <a:custGeom>
              <a:rect b="b" l="l" r="r" t="t"/>
              <a:pathLst>
                <a:path extrusionOk="0" h="3527" w="9357">
                  <a:moveTo>
                    <a:pt x="4334" y="0"/>
                  </a:moveTo>
                  <a:cubicBezTo>
                    <a:pt x="4189" y="0"/>
                    <a:pt x="4044" y="7"/>
                    <a:pt x="3899" y="19"/>
                  </a:cubicBezTo>
                  <a:cubicBezTo>
                    <a:pt x="2445" y="170"/>
                    <a:pt x="1041" y="897"/>
                    <a:pt x="114" y="2024"/>
                  </a:cubicBezTo>
                  <a:cubicBezTo>
                    <a:pt x="1" y="2176"/>
                    <a:pt x="130" y="2370"/>
                    <a:pt x="265" y="2370"/>
                  </a:cubicBezTo>
                  <a:cubicBezTo>
                    <a:pt x="309" y="2370"/>
                    <a:pt x="353" y="2349"/>
                    <a:pt x="390" y="2300"/>
                  </a:cubicBezTo>
                  <a:cubicBezTo>
                    <a:pt x="891" y="1699"/>
                    <a:pt x="1493" y="1222"/>
                    <a:pt x="2219" y="897"/>
                  </a:cubicBezTo>
                  <a:cubicBezTo>
                    <a:pt x="2889" y="569"/>
                    <a:pt x="3626" y="404"/>
                    <a:pt x="4361" y="404"/>
                  </a:cubicBezTo>
                  <a:cubicBezTo>
                    <a:pt x="4974" y="404"/>
                    <a:pt x="5585" y="518"/>
                    <a:pt x="6154" y="746"/>
                  </a:cubicBezTo>
                  <a:cubicBezTo>
                    <a:pt x="7407" y="1248"/>
                    <a:pt x="8410" y="2225"/>
                    <a:pt x="8936" y="3428"/>
                  </a:cubicBezTo>
                  <a:cubicBezTo>
                    <a:pt x="8967" y="3498"/>
                    <a:pt x="9022" y="3527"/>
                    <a:pt x="9081" y="3527"/>
                  </a:cubicBezTo>
                  <a:cubicBezTo>
                    <a:pt x="9211" y="3527"/>
                    <a:pt x="9356" y="3383"/>
                    <a:pt x="9287" y="3227"/>
                  </a:cubicBezTo>
                  <a:cubicBezTo>
                    <a:pt x="8961" y="2501"/>
                    <a:pt x="8460" y="1849"/>
                    <a:pt x="7859" y="1323"/>
                  </a:cubicBezTo>
                  <a:cubicBezTo>
                    <a:pt x="6868" y="490"/>
                    <a:pt x="5614" y="0"/>
                    <a:pt x="433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9" name="Google Shape;2539;p29"/>
            <p:cNvSpPr/>
            <p:nvPr/>
          </p:nvSpPr>
          <p:spPr>
            <a:xfrm>
              <a:off x="6701766" y="2217669"/>
              <a:ext cx="78138" cy="154808"/>
            </a:xfrm>
            <a:custGeom>
              <a:rect b="b" l="l" r="r" t="t"/>
              <a:pathLst>
                <a:path extrusionOk="0" h="7699" w="3886">
                  <a:moveTo>
                    <a:pt x="1730" y="0"/>
                  </a:moveTo>
                  <a:cubicBezTo>
                    <a:pt x="1429" y="1178"/>
                    <a:pt x="827" y="2281"/>
                    <a:pt x="451" y="3434"/>
                  </a:cubicBezTo>
                  <a:cubicBezTo>
                    <a:pt x="151" y="4411"/>
                    <a:pt x="0" y="5489"/>
                    <a:pt x="326" y="6466"/>
                  </a:cubicBezTo>
                  <a:cubicBezTo>
                    <a:pt x="426" y="6792"/>
                    <a:pt x="602" y="7118"/>
                    <a:pt x="852" y="7344"/>
                  </a:cubicBezTo>
                  <a:cubicBezTo>
                    <a:pt x="1124" y="7592"/>
                    <a:pt x="1476" y="7698"/>
                    <a:pt x="1837" y="7698"/>
                  </a:cubicBezTo>
                  <a:cubicBezTo>
                    <a:pt x="1877" y="7698"/>
                    <a:pt x="1916" y="7697"/>
                    <a:pt x="1955" y="7694"/>
                  </a:cubicBezTo>
                  <a:cubicBezTo>
                    <a:pt x="2356" y="7669"/>
                    <a:pt x="2732" y="7519"/>
                    <a:pt x="3033" y="7243"/>
                  </a:cubicBezTo>
                  <a:cubicBezTo>
                    <a:pt x="3634" y="6717"/>
                    <a:pt x="3885" y="5865"/>
                    <a:pt x="3810" y="5088"/>
                  </a:cubicBezTo>
                  <a:cubicBezTo>
                    <a:pt x="3760" y="4286"/>
                    <a:pt x="3434" y="3534"/>
                    <a:pt x="3058" y="2832"/>
                  </a:cubicBezTo>
                  <a:cubicBezTo>
                    <a:pt x="2557" y="1905"/>
                    <a:pt x="1980" y="1028"/>
                    <a:pt x="17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p29"/>
            <p:cNvSpPr/>
            <p:nvPr/>
          </p:nvSpPr>
          <p:spPr>
            <a:xfrm>
              <a:off x="6698287" y="2213627"/>
              <a:ext cx="88614" cy="162831"/>
            </a:xfrm>
            <a:custGeom>
              <a:rect b="b" l="l" r="r" t="t"/>
              <a:pathLst>
                <a:path extrusionOk="0" h="8098" w="4407">
                  <a:moveTo>
                    <a:pt x="1900" y="861"/>
                  </a:moveTo>
                  <a:cubicBezTo>
                    <a:pt x="2361" y="2047"/>
                    <a:pt x="3174" y="3084"/>
                    <a:pt x="3582" y="4286"/>
                  </a:cubicBezTo>
                  <a:cubicBezTo>
                    <a:pt x="3807" y="4988"/>
                    <a:pt x="3908" y="5715"/>
                    <a:pt x="3657" y="6417"/>
                  </a:cubicBezTo>
                  <a:cubicBezTo>
                    <a:pt x="3431" y="7118"/>
                    <a:pt x="2880" y="7645"/>
                    <a:pt x="2128" y="7695"/>
                  </a:cubicBezTo>
                  <a:cubicBezTo>
                    <a:pt x="2128" y="7695"/>
                    <a:pt x="2128" y="7695"/>
                    <a:pt x="2128" y="7695"/>
                  </a:cubicBezTo>
                  <a:lnTo>
                    <a:pt x="2128" y="7695"/>
                  </a:lnTo>
                  <a:cubicBezTo>
                    <a:pt x="2100" y="7696"/>
                    <a:pt x="2072" y="7697"/>
                    <a:pt x="2045" y="7697"/>
                  </a:cubicBezTo>
                  <a:cubicBezTo>
                    <a:pt x="398" y="7697"/>
                    <a:pt x="378" y="5495"/>
                    <a:pt x="649" y="4337"/>
                  </a:cubicBezTo>
                  <a:cubicBezTo>
                    <a:pt x="927" y="3118"/>
                    <a:pt x="1516" y="2026"/>
                    <a:pt x="1900" y="861"/>
                  </a:cubicBezTo>
                  <a:close/>
                  <a:moveTo>
                    <a:pt x="1890" y="1"/>
                  </a:moveTo>
                  <a:cubicBezTo>
                    <a:pt x="1809" y="1"/>
                    <a:pt x="1727" y="51"/>
                    <a:pt x="1702" y="151"/>
                  </a:cubicBezTo>
                  <a:cubicBezTo>
                    <a:pt x="1301" y="1730"/>
                    <a:pt x="374" y="3184"/>
                    <a:pt x="173" y="4813"/>
                  </a:cubicBezTo>
                  <a:cubicBezTo>
                    <a:pt x="0" y="6174"/>
                    <a:pt x="364" y="8097"/>
                    <a:pt x="2063" y="8097"/>
                  </a:cubicBezTo>
                  <a:cubicBezTo>
                    <a:pt x="2073" y="8097"/>
                    <a:pt x="2083" y="8097"/>
                    <a:pt x="2094" y="8097"/>
                  </a:cubicBezTo>
                  <a:lnTo>
                    <a:pt x="2094" y="8097"/>
                  </a:lnTo>
                  <a:cubicBezTo>
                    <a:pt x="2098" y="8097"/>
                    <a:pt x="2102" y="8097"/>
                    <a:pt x="2106" y="8097"/>
                  </a:cubicBezTo>
                  <a:cubicBezTo>
                    <a:pt x="2113" y="8097"/>
                    <a:pt x="2121" y="8097"/>
                    <a:pt x="2128" y="8096"/>
                  </a:cubicBezTo>
                  <a:cubicBezTo>
                    <a:pt x="2141" y="8096"/>
                    <a:pt x="2153" y="8095"/>
                    <a:pt x="2165" y="8093"/>
                  </a:cubicBezTo>
                  <a:lnTo>
                    <a:pt x="2165" y="8093"/>
                  </a:lnTo>
                  <a:cubicBezTo>
                    <a:pt x="3792" y="7945"/>
                    <a:pt x="4407" y="6231"/>
                    <a:pt x="4108" y="4788"/>
                  </a:cubicBezTo>
                  <a:cubicBezTo>
                    <a:pt x="3782" y="3108"/>
                    <a:pt x="2504" y="1805"/>
                    <a:pt x="2078" y="151"/>
                  </a:cubicBezTo>
                  <a:cubicBezTo>
                    <a:pt x="2053" y="51"/>
                    <a:pt x="1972" y="1"/>
                    <a:pt x="189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1" name="Google Shape;2541;p29"/>
            <p:cNvSpPr/>
            <p:nvPr/>
          </p:nvSpPr>
          <p:spPr>
            <a:xfrm>
              <a:off x="6737034" y="2298300"/>
              <a:ext cx="23204" cy="50410"/>
            </a:xfrm>
            <a:custGeom>
              <a:rect b="b" l="l" r="r" t="t"/>
              <a:pathLst>
                <a:path extrusionOk="0" h="2507" w="1154">
                  <a:moveTo>
                    <a:pt x="828" y="0"/>
                  </a:moveTo>
                  <a:cubicBezTo>
                    <a:pt x="753" y="0"/>
                    <a:pt x="627" y="100"/>
                    <a:pt x="652" y="201"/>
                  </a:cubicBezTo>
                  <a:cubicBezTo>
                    <a:pt x="728" y="852"/>
                    <a:pt x="828" y="1805"/>
                    <a:pt x="101" y="2156"/>
                  </a:cubicBezTo>
                  <a:cubicBezTo>
                    <a:pt x="26" y="2206"/>
                    <a:pt x="1" y="2331"/>
                    <a:pt x="51" y="2406"/>
                  </a:cubicBezTo>
                  <a:cubicBezTo>
                    <a:pt x="84" y="2473"/>
                    <a:pt x="140" y="2506"/>
                    <a:pt x="203" y="2506"/>
                  </a:cubicBezTo>
                  <a:cubicBezTo>
                    <a:pt x="235" y="2506"/>
                    <a:pt x="268" y="2498"/>
                    <a:pt x="301" y="2481"/>
                  </a:cubicBezTo>
                  <a:cubicBezTo>
                    <a:pt x="652" y="2306"/>
                    <a:pt x="903" y="1980"/>
                    <a:pt x="1003" y="1604"/>
                  </a:cubicBezTo>
                  <a:cubicBezTo>
                    <a:pt x="1154" y="1153"/>
                    <a:pt x="1103" y="677"/>
                    <a:pt x="1028" y="201"/>
                  </a:cubicBezTo>
                  <a:cubicBezTo>
                    <a:pt x="1028" y="100"/>
                    <a:pt x="953" y="0"/>
                    <a:pt x="8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2" name="Google Shape;2542;p29"/>
            <p:cNvSpPr/>
            <p:nvPr/>
          </p:nvSpPr>
          <p:spPr>
            <a:xfrm>
              <a:off x="6737537" y="2270571"/>
              <a:ext cx="10617" cy="7581"/>
            </a:xfrm>
            <a:custGeom>
              <a:rect b="b" l="l" r="r" t="t"/>
              <a:pathLst>
                <a:path extrusionOk="0" h="377" w="528">
                  <a:moveTo>
                    <a:pt x="251" y="1"/>
                  </a:moveTo>
                  <a:cubicBezTo>
                    <a:pt x="1" y="1"/>
                    <a:pt x="1" y="377"/>
                    <a:pt x="251" y="377"/>
                  </a:cubicBezTo>
                  <a:cubicBezTo>
                    <a:pt x="527" y="377"/>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3" name="Google Shape;2543;p29"/>
            <p:cNvSpPr/>
            <p:nvPr/>
          </p:nvSpPr>
          <p:spPr>
            <a:xfrm>
              <a:off x="7033157" y="2054275"/>
              <a:ext cx="71281" cy="88312"/>
            </a:xfrm>
            <a:custGeom>
              <a:rect b="b" l="l" r="r" t="t"/>
              <a:pathLst>
                <a:path extrusionOk="0" h="4392" w="3545">
                  <a:moveTo>
                    <a:pt x="218" y="0"/>
                  </a:moveTo>
                  <a:cubicBezTo>
                    <a:pt x="51" y="0"/>
                    <a:pt x="1" y="260"/>
                    <a:pt x="186" y="307"/>
                  </a:cubicBezTo>
                  <a:cubicBezTo>
                    <a:pt x="1991" y="733"/>
                    <a:pt x="3219" y="2387"/>
                    <a:pt x="3143" y="4241"/>
                  </a:cubicBezTo>
                  <a:cubicBezTo>
                    <a:pt x="3143" y="4342"/>
                    <a:pt x="3225" y="4392"/>
                    <a:pt x="3306" y="4392"/>
                  </a:cubicBezTo>
                  <a:cubicBezTo>
                    <a:pt x="3388" y="4392"/>
                    <a:pt x="3469" y="4342"/>
                    <a:pt x="3469" y="4241"/>
                  </a:cubicBezTo>
                  <a:cubicBezTo>
                    <a:pt x="3544" y="2236"/>
                    <a:pt x="2191" y="457"/>
                    <a:pt x="261" y="6"/>
                  </a:cubicBezTo>
                  <a:cubicBezTo>
                    <a:pt x="246" y="2"/>
                    <a:pt x="231" y="0"/>
                    <a:pt x="2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4" name="Google Shape;2544;p29"/>
            <p:cNvSpPr/>
            <p:nvPr/>
          </p:nvSpPr>
          <p:spPr>
            <a:xfrm>
              <a:off x="6955743" y="2071507"/>
              <a:ext cx="117951" cy="108379"/>
            </a:xfrm>
            <a:custGeom>
              <a:rect b="b" l="l" r="r" t="t"/>
              <a:pathLst>
                <a:path extrusionOk="0" h="5390" w="5866">
                  <a:moveTo>
                    <a:pt x="5653" y="1"/>
                  </a:moveTo>
                  <a:cubicBezTo>
                    <a:pt x="5571" y="1"/>
                    <a:pt x="5490" y="51"/>
                    <a:pt x="5490" y="151"/>
                  </a:cubicBezTo>
                  <a:cubicBezTo>
                    <a:pt x="5515" y="903"/>
                    <a:pt x="5264" y="1630"/>
                    <a:pt x="4938" y="2282"/>
                  </a:cubicBezTo>
                  <a:cubicBezTo>
                    <a:pt x="4638" y="2883"/>
                    <a:pt x="4287" y="3485"/>
                    <a:pt x="3810" y="3936"/>
                  </a:cubicBezTo>
                  <a:cubicBezTo>
                    <a:pt x="2858" y="4838"/>
                    <a:pt x="1455" y="4963"/>
                    <a:pt x="201" y="5064"/>
                  </a:cubicBezTo>
                  <a:cubicBezTo>
                    <a:pt x="1" y="5064"/>
                    <a:pt x="1" y="5389"/>
                    <a:pt x="201" y="5389"/>
                  </a:cubicBezTo>
                  <a:cubicBezTo>
                    <a:pt x="828" y="5339"/>
                    <a:pt x="1430" y="5289"/>
                    <a:pt x="2056" y="5139"/>
                  </a:cubicBezTo>
                  <a:cubicBezTo>
                    <a:pt x="2557" y="5039"/>
                    <a:pt x="3059" y="4863"/>
                    <a:pt x="3510" y="4587"/>
                  </a:cubicBezTo>
                  <a:cubicBezTo>
                    <a:pt x="3961" y="4287"/>
                    <a:pt x="4337" y="3886"/>
                    <a:pt x="4638" y="3435"/>
                  </a:cubicBezTo>
                  <a:cubicBezTo>
                    <a:pt x="5289" y="2482"/>
                    <a:pt x="5866" y="1329"/>
                    <a:pt x="5816" y="151"/>
                  </a:cubicBezTo>
                  <a:cubicBezTo>
                    <a:pt x="5816" y="51"/>
                    <a:pt x="5734" y="1"/>
                    <a:pt x="56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5" name="Google Shape;2545;p29"/>
            <p:cNvSpPr/>
            <p:nvPr/>
          </p:nvSpPr>
          <p:spPr>
            <a:xfrm>
              <a:off x="6948203" y="2185477"/>
              <a:ext cx="127361" cy="45282"/>
            </a:xfrm>
            <a:custGeom>
              <a:rect b="b" l="l" r="r" t="t"/>
              <a:pathLst>
                <a:path extrusionOk="0" h="2252" w="6334">
                  <a:moveTo>
                    <a:pt x="6095" y="1"/>
                  </a:moveTo>
                  <a:cubicBezTo>
                    <a:pt x="6059" y="1"/>
                    <a:pt x="6023" y="14"/>
                    <a:pt x="5990" y="47"/>
                  </a:cubicBezTo>
                  <a:cubicBezTo>
                    <a:pt x="4649" y="1258"/>
                    <a:pt x="2879" y="1928"/>
                    <a:pt x="1083" y="1928"/>
                  </a:cubicBezTo>
                  <a:cubicBezTo>
                    <a:pt x="797" y="1928"/>
                    <a:pt x="511" y="1911"/>
                    <a:pt x="226" y="1877"/>
                  </a:cubicBezTo>
                  <a:cubicBezTo>
                    <a:pt x="217" y="1876"/>
                    <a:pt x="209" y="1875"/>
                    <a:pt x="201" y="1875"/>
                  </a:cubicBezTo>
                  <a:cubicBezTo>
                    <a:pt x="0" y="1875"/>
                    <a:pt x="8" y="2179"/>
                    <a:pt x="226" y="2203"/>
                  </a:cubicBezTo>
                  <a:cubicBezTo>
                    <a:pt x="507" y="2235"/>
                    <a:pt x="788" y="2251"/>
                    <a:pt x="1070" y="2251"/>
                  </a:cubicBezTo>
                  <a:cubicBezTo>
                    <a:pt x="2946" y="2251"/>
                    <a:pt x="4799" y="1537"/>
                    <a:pt x="6216" y="273"/>
                  </a:cubicBezTo>
                  <a:cubicBezTo>
                    <a:pt x="6333" y="175"/>
                    <a:pt x="6221" y="1"/>
                    <a:pt x="60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6" name="Google Shape;2546;p29"/>
            <p:cNvSpPr/>
            <p:nvPr/>
          </p:nvSpPr>
          <p:spPr>
            <a:xfrm>
              <a:off x="7087789" y="2154169"/>
              <a:ext cx="8083" cy="6575"/>
            </a:xfrm>
            <a:custGeom>
              <a:rect b="b" l="l" r="r" t="t"/>
              <a:pathLst>
                <a:path extrusionOk="0" h="327" w="402">
                  <a:moveTo>
                    <a:pt x="201" y="0"/>
                  </a:moveTo>
                  <a:cubicBezTo>
                    <a:pt x="0" y="0"/>
                    <a:pt x="0" y="326"/>
                    <a:pt x="201" y="326"/>
                  </a:cubicBezTo>
                  <a:cubicBezTo>
                    <a:pt x="401" y="326"/>
                    <a:pt x="401" y="0"/>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7" name="Google Shape;2547;p29"/>
            <p:cNvSpPr/>
            <p:nvPr/>
          </p:nvSpPr>
          <p:spPr>
            <a:xfrm>
              <a:off x="7013713" y="2112346"/>
              <a:ext cx="15141" cy="17654"/>
            </a:xfrm>
            <a:custGeom>
              <a:rect b="b" l="l" r="r" t="t"/>
              <a:pathLst>
                <a:path extrusionOk="0" h="878" w="753">
                  <a:moveTo>
                    <a:pt x="176" y="0"/>
                  </a:moveTo>
                  <a:cubicBezTo>
                    <a:pt x="125" y="0"/>
                    <a:pt x="100" y="25"/>
                    <a:pt x="50" y="50"/>
                  </a:cubicBezTo>
                  <a:cubicBezTo>
                    <a:pt x="25" y="75"/>
                    <a:pt x="0" y="125"/>
                    <a:pt x="0" y="175"/>
                  </a:cubicBezTo>
                  <a:cubicBezTo>
                    <a:pt x="0" y="226"/>
                    <a:pt x="25" y="251"/>
                    <a:pt x="50" y="276"/>
                  </a:cubicBezTo>
                  <a:cubicBezTo>
                    <a:pt x="201" y="476"/>
                    <a:pt x="351" y="652"/>
                    <a:pt x="476" y="827"/>
                  </a:cubicBezTo>
                  <a:cubicBezTo>
                    <a:pt x="501" y="852"/>
                    <a:pt x="552" y="877"/>
                    <a:pt x="602" y="877"/>
                  </a:cubicBezTo>
                  <a:cubicBezTo>
                    <a:pt x="652" y="877"/>
                    <a:pt x="677" y="852"/>
                    <a:pt x="702" y="827"/>
                  </a:cubicBezTo>
                  <a:cubicBezTo>
                    <a:pt x="752" y="802"/>
                    <a:pt x="752" y="752"/>
                    <a:pt x="752" y="702"/>
                  </a:cubicBezTo>
                  <a:cubicBezTo>
                    <a:pt x="752" y="677"/>
                    <a:pt x="752" y="627"/>
                    <a:pt x="702" y="602"/>
                  </a:cubicBezTo>
                  <a:cubicBezTo>
                    <a:pt x="577" y="426"/>
                    <a:pt x="426" y="226"/>
                    <a:pt x="276" y="50"/>
                  </a:cubicBezTo>
                  <a:cubicBezTo>
                    <a:pt x="251" y="25"/>
                    <a:pt x="201"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8" name="Google Shape;2548;p29"/>
            <p:cNvSpPr/>
            <p:nvPr/>
          </p:nvSpPr>
          <p:spPr>
            <a:xfrm>
              <a:off x="7001106" y="2117433"/>
              <a:ext cx="22199" cy="23405"/>
            </a:xfrm>
            <a:custGeom>
              <a:rect b="b" l="l" r="r" t="t"/>
              <a:pathLst>
                <a:path extrusionOk="0" h="1164" w="1104">
                  <a:moveTo>
                    <a:pt x="201" y="0"/>
                  </a:moveTo>
                  <a:cubicBezTo>
                    <a:pt x="153" y="0"/>
                    <a:pt x="103" y="20"/>
                    <a:pt x="76" y="48"/>
                  </a:cubicBezTo>
                  <a:cubicBezTo>
                    <a:pt x="1" y="123"/>
                    <a:pt x="26" y="223"/>
                    <a:pt x="76" y="273"/>
                  </a:cubicBezTo>
                  <a:cubicBezTo>
                    <a:pt x="326" y="549"/>
                    <a:pt x="552" y="850"/>
                    <a:pt x="803" y="1125"/>
                  </a:cubicBezTo>
                  <a:cubicBezTo>
                    <a:pt x="840" y="1151"/>
                    <a:pt x="884" y="1163"/>
                    <a:pt x="925" y="1163"/>
                  </a:cubicBezTo>
                  <a:cubicBezTo>
                    <a:pt x="966" y="1163"/>
                    <a:pt x="1003" y="1151"/>
                    <a:pt x="1028" y="1125"/>
                  </a:cubicBezTo>
                  <a:cubicBezTo>
                    <a:pt x="1103" y="1050"/>
                    <a:pt x="1103" y="950"/>
                    <a:pt x="1028" y="900"/>
                  </a:cubicBezTo>
                  <a:cubicBezTo>
                    <a:pt x="803" y="599"/>
                    <a:pt x="552" y="323"/>
                    <a:pt x="301" y="48"/>
                  </a:cubicBezTo>
                  <a:cubicBezTo>
                    <a:pt x="279" y="14"/>
                    <a:pt x="241" y="0"/>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p29"/>
            <p:cNvSpPr/>
            <p:nvPr/>
          </p:nvSpPr>
          <p:spPr>
            <a:xfrm>
              <a:off x="6986488" y="2125496"/>
              <a:ext cx="18177" cy="21575"/>
            </a:xfrm>
            <a:custGeom>
              <a:rect b="b" l="l" r="r" t="t"/>
              <a:pathLst>
                <a:path extrusionOk="0" h="1073" w="904">
                  <a:moveTo>
                    <a:pt x="164" y="0"/>
                  </a:moveTo>
                  <a:cubicBezTo>
                    <a:pt x="116" y="0"/>
                    <a:pt x="67" y="20"/>
                    <a:pt x="26" y="48"/>
                  </a:cubicBezTo>
                  <a:cubicBezTo>
                    <a:pt x="1" y="73"/>
                    <a:pt x="1" y="123"/>
                    <a:pt x="1" y="173"/>
                  </a:cubicBezTo>
                  <a:cubicBezTo>
                    <a:pt x="1" y="223"/>
                    <a:pt x="1" y="248"/>
                    <a:pt x="26" y="273"/>
                  </a:cubicBezTo>
                  <a:cubicBezTo>
                    <a:pt x="226" y="524"/>
                    <a:pt x="427" y="775"/>
                    <a:pt x="627" y="1025"/>
                  </a:cubicBezTo>
                  <a:cubicBezTo>
                    <a:pt x="650" y="1059"/>
                    <a:pt x="688" y="1073"/>
                    <a:pt x="727" y="1073"/>
                  </a:cubicBezTo>
                  <a:cubicBezTo>
                    <a:pt x="775" y="1073"/>
                    <a:pt x="825" y="1053"/>
                    <a:pt x="853" y="1025"/>
                  </a:cubicBezTo>
                  <a:cubicBezTo>
                    <a:pt x="878" y="1000"/>
                    <a:pt x="903" y="950"/>
                    <a:pt x="903" y="900"/>
                  </a:cubicBezTo>
                  <a:cubicBezTo>
                    <a:pt x="903" y="875"/>
                    <a:pt x="878" y="825"/>
                    <a:pt x="853" y="800"/>
                  </a:cubicBezTo>
                  <a:cubicBezTo>
                    <a:pt x="652" y="549"/>
                    <a:pt x="452" y="298"/>
                    <a:pt x="276" y="48"/>
                  </a:cubicBezTo>
                  <a:cubicBezTo>
                    <a:pt x="243" y="14"/>
                    <a:pt x="203" y="0"/>
                    <a:pt x="1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p29"/>
            <p:cNvSpPr/>
            <p:nvPr/>
          </p:nvSpPr>
          <p:spPr>
            <a:xfrm>
              <a:off x="6427117" y="2001855"/>
              <a:ext cx="407197" cy="638132"/>
            </a:xfrm>
            <a:custGeom>
              <a:rect b="b" l="l" r="r" t="t"/>
              <a:pathLst>
                <a:path extrusionOk="0" h="31736" w="20251">
                  <a:moveTo>
                    <a:pt x="6939" y="0"/>
                  </a:moveTo>
                  <a:cubicBezTo>
                    <a:pt x="6673" y="0"/>
                    <a:pt x="6404" y="69"/>
                    <a:pt x="6140" y="207"/>
                  </a:cubicBezTo>
                  <a:cubicBezTo>
                    <a:pt x="5689" y="432"/>
                    <a:pt x="5364" y="909"/>
                    <a:pt x="5238" y="1535"/>
                  </a:cubicBezTo>
                  <a:cubicBezTo>
                    <a:pt x="5213" y="1736"/>
                    <a:pt x="5188" y="1936"/>
                    <a:pt x="5188" y="2162"/>
                  </a:cubicBezTo>
                  <a:cubicBezTo>
                    <a:pt x="5013" y="2011"/>
                    <a:pt x="4837" y="1911"/>
                    <a:pt x="4662" y="1861"/>
                  </a:cubicBezTo>
                  <a:cubicBezTo>
                    <a:pt x="4517" y="1808"/>
                    <a:pt x="4364" y="1782"/>
                    <a:pt x="4207" y="1782"/>
                  </a:cubicBezTo>
                  <a:cubicBezTo>
                    <a:pt x="3845" y="1782"/>
                    <a:pt x="3465" y="1917"/>
                    <a:pt x="3133" y="2162"/>
                  </a:cubicBezTo>
                  <a:cubicBezTo>
                    <a:pt x="2481" y="2663"/>
                    <a:pt x="2130" y="3540"/>
                    <a:pt x="2130" y="4718"/>
                  </a:cubicBezTo>
                  <a:cubicBezTo>
                    <a:pt x="2130" y="4994"/>
                    <a:pt x="2155" y="5295"/>
                    <a:pt x="2181" y="5595"/>
                  </a:cubicBezTo>
                  <a:cubicBezTo>
                    <a:pt x="2130" y="5545"/>
                    <a:pt x="2080" y="5545"/>
                    <a:pt x="2005" y="5520"/>
                  </a:cubicBezTo>
                  <a:cubicBezTo>
                    <a:pt x="1864" y="5466"/>
                    <a:pt x="1709" y="5440"/>
                    <a:pt x="1551" y="5440"/>
                  </a:cubicBezTo>
                  <a:cubicBezTo>
                    <a:pt x="1342" y="5440"/>
                    <a:pt x="1127" y="5485"/>
                    <a:pt x="927" y="5570"/>
                  </a:cubicBezTo>
                  <a:cubicBezTo>
                    <a:pt x="702" y="5670"/>
                    <a:pt x="376" y="5896"/>
                    <a:pt x="201" y="6422"/>
                  </a:cubicBezTo>
                  <a:cubicBezTo>
                    <a:pt x="25" y="6974"/>
                    <a:pt x="0" y="7550"/>
                    <a:pt x="25" y="8202"/>
                  </a:cubicBezTo>
                  <a:cubicBezTo>
                    <a:pt x="25" y="8778"/>
                    <a:pt x="75" y="9355"/>
                    <a:pt x="125" y="9906"/>
                  </a:cubicBezTo>
                  <a:lnTo>
                    <a:pt x="451" y="13214"/>
                  </a:lnTo>
                  <a:lnTo>
                    <a:pt x="551" y="14242"/>
                  </a:lnTo>
                  <a:cubicBezTo>
                    <a:pt x="627" y="14994"/>
                    <a:pt x="702" y="15771"/>
                    <a:pt x="777" y="16523"/>
                  </a:cubicBezTo>
                  <a:cubicBezTo>
                    <a:pt x="1028" y="18853"/>
                    <a:pt x="1353" y="21084"/>
                    <a:pt x="1729" y="23164"/>
                  </a:cubicBezTo>
                  <a:cubicBezTo>
                    <a:pt x="1980" y="24392"/>
                    <a:pt x="2331" y="25445"/>
                    <a:pt x="2757" y="26422"/>
                  </a:cubicBezTo>
                  <a:cubicBezTo>
                    <a:pt x="3033" y="26999"/>
                    <a:pt x="3333" y="27475"/>
                    <a:pt x="3634" y="27901"/>
                  </a:cubicBezTo>
                  <a:cubicBezTo>
                    <a:pt x="3835" y="28177"/>
                    <a:pt x="4035" y="28402"/>
                    <a:pt x="4211" y="28578"/>
                  </a:cubicBezTo>
                  <a:cubicBezTo>
                    <a:pt x="4286" y="28678"/>
                    <a:pt x="4486" y="28879"/>
                    <a:pt x="4737" y="29054"/>
                  </a:cubicBezTo>
                  <a:cubicBezTo>
                    <a:pt x="4762" y="29480"/>
                    <a:pt x="4762" y="29881"/>
                    <a:pt x="4787" y="30282"/>
                  </a:cubicBezTo>
                  <a:lnTo>
                    <a:pt x="4812" y="30733"/>
                  </a:lnTo>
                  <a:lnTo>
                    <a:pt x="5288" y="30884"/>
                  </a:lnTo>
                  <a:cubicBezTo>
                    <a:pt x="5439" y="30959"/>
                    <a:pt x="5614" y="31034"/>
                    <a:pt x="5790" y="31084"/>
                  </a:cubicBezTo>
                  <a:cubicBezTo>
                    <a:pt x="6968" y="31510"/>
                    <a:pt x="8221" y="31736"/>
                    <a:pt x="9474" y="31736"/>
                  </a:cubicBezTo>
                  <a:cubicBezTo>
                    <a:pt x="12281" y="31736"/>
                    <a:pt x="14461" y="30658"/>
                    <a:pt x="15539" y="30031"/>
                  </a:cubicBezTo>
                  <a:cubicBezTo>
                    <a:pt x="15740" y="29906"/>
                    <a:pt x="15915" y="29781"/>
                    <a:pt x="16015" y="29731"/>
                  </a:cubicBezTo>
                  <a:lnTo>
                    <a:pt x="16416" y="29480"/>
                  </a:lnTo>
                  <a:lnTo>
                    <a:pt x="16291" y="28879"/>
                  </a:lnTo>
                  <a:cubicBezTo>
                    <a:pt x="16166" y="28252"/>
                    <a:pt x="16040" y="27625"/>
                    <a:pt x="15915" y="26999"/>
                  </a:cubicBezTo>
                  <a:lnTo>
                    <a:pt x="15815" y="26548"/>
                  </a:lnTo>
                  <a:cubicBezTo>
                    <a:pt x="15840" y="26523"/>
                    <a:pt x="15865" y="26498"/>
                    <a:pt x="15865" y="26473"/>
                  </a:cubicBezTo>
                  <a:cubicBezTo>
                    <a:pt x="15990" y="26322"/>
                    <a:pt x="16065" y="26222"/>
                    <a:pt x="16141" y="26122"/>
                  </a:cubicBezTo>
                  <a:lnTo>
                    <a:pt x="16191" y="26072"/>
                  </a:lnTo>
                  <a:cubicBezTo>
                    <a:pt x="16617" y="25345"/>
                    <a:pt x="16943" y="24718"/>
                    <a:pt x="17168" y="24117"/>
                  </a:cubicBezTo>
                  <a:cubicBezTo>
                    <a:pt x="17494" y="23340"/>
                    <a:pt x="17619" y="22513"/>
                    <a:pt x="17745" y="21711"/>
                  </a:cubicBezTo>
                  <a:cubicBezTo>
                    <a:pt x="17770" y="21535"/>
                    <a:pt x="17820" y="21360"/>
                    <a:pt x="17845" y="21184"/>
                  </a:cubicBezTo>
                  <a:cubicBezTo>
                    <a:pt x="17970" y="20307"/>
                    <a:pt x="18196" y="19405"/>
                    <a:pt x="18496" y="18377"/>
                  </a:cubicBezTo>
                  <a:cubicBezTo>
                    <a:pt x="18772" y="17475"/>
                    <a:pt x="19098" y="16548"/>
                    <a:pt x="19474" y="15671"/>
                  </a:cubicBezTo>
                  <a:cubicBezTo>
                    <a:pt x="19549" y="15520"/>
                    <a:pt x="19599" y="15395"/>
                    <a:pt x="19674" y="15244"/>
                  </a:cubicBezTo>
                  <a:cubicBezTo>
                    <a:pt x="19800" y="14944"/>
                    <a:pt x="19950" y="14618"/>
                    <a:pt x="20050" y="14292"/>
                  </a:cubicBezTo>
                  <a:cubicBezTo>
                    <a:pt x="20251" y="13716"/>
                    <a:pt x="20201" y="13164"/>
                    <a:pt x="19875" y="12563"/>
                  </a:cubicBezTo>
                  <a:cubicBezTo>
                    <a:pt x="19724" y="12337"/>
                    <a:pt x="19298" y="11585"/>
                    <a:pt x="18547" y="11435"/>
                  </a:cubicBezTo>
                  <a:cubicBezTo>
                    <a:pt x="18447" y="11415"/>
                    <a:pt x="18346" y="11405"/>
                    <a:pt x="18243" y="11405"/>
                  </a:cubicBezTo>
                  <a:cubicBezTo>
                    <a:pt x="17824" y="11405"/>
                    <a:pt x="17370" y="11569"/>
                    <a:pt x="16867" y="11911"/>
                  </a:cubicBezTo>
                  <a:cubicBezTo>
                    <a:pt x="16491" y="12212"/>
                    <a:pt x="16115" y="12563"/>
                    <a:pt x="15765" y="12989"/>
                  </a:cubicBezTo>
                  <a:cubicBezTo>
                    <a:pt x="15689" y="13064"/>
                    <a:pt x="15639" y="13139"/>
                    <a:pt x="15589" y="13214"/>
                  </a:cubicBezTo>
                  <a:lnTo>
                    <a:pt x="15489" y="13365"/>
                  </a:lnTo>
                  <a:cubicBezTo>
                    <a:pt x="15464" y="13390"/>
                    <a:pt x="15439" y="13415"/>
                    <a:pt x="15439" y="13440"/>
                  </a:cubicBezTo>
                  <a:cubicBezTo>
                    <a:pt x="15389" y="13515"/>
                    <a:pt x="15313" y="13590"/>
                    <a:pt x="15288" y="13665"/>
                  </a:cubicBezTo>
                  <a:cubicBezTo>
                    <a:pt x="15163" y="13916"/>
                    <a:pt x="15063" y="14142"/>
                    <a:pt x="14988" y="14367"/>
                  </a:cubicBezTo>
                  <a:cubicBezTo>
                    <a:pt x="14887" y="13791"/>
                    <a:pt x="14812" y="13214"/>
                    <a:pt x="14712" y="12638"/>
                  </a:cubicBezTo>
                  <a:cubicBezTo>
                    <a:pt x="14436" y="11084"/>
                    <a:pt x="14186" y="9480"/>
                    <a:pt x="13860" y="7901"/>
                  </a:cubicBezTo>
                  <a:cubicBezTo>
                    <a:pt x="13684" y="7124"/>
                    <a:pt x="13484" y="6322"/>
                    <a:pt x="13258" y="5545"/>
                  </a:cubicBezTo>
                  <a:cubicBezTo>
                    <a:pt x="13058" y="4894"/>
                    <a:pt x="12782" y="4066"/>
                    <a:pt x="12381" y="3264"/>
                  </a:cubicBezTo>
                  <a:cubicBezTo>
                    <a:pt x="12130" y="2788"/>
                    <a:pt x="11905" y="2437"/>
                    <a:pt x="11654" y="2162"/>
                  </a:cubicBezTo>
                  <a:cubicBezTo>
                    <a:pt x="11309" y="1817"/>
                    <a:pt x="10905" y="1633"/>
                    <a:pt x="10521" y="1633"/>
                  </a:cubicBezTo>
                  <a:cubicBezTo>
                    <a:pt x="10404" y="1633"/>
                    <a:pt x="10287" y="1650"/>
                    <a:pt x="10176" y="1685"/>
                  </a:cubicBezTo>
                  <a:cubicBezTo>
                    <a:pt x="9750" y="1836"/>
                    <a:pt x="9399" y="2061"/>
                    <a:pt x="9148" y="2337"/>
                  </a:cubicBezTo>
                  <a:cubicBezTo>
                    <a:pt x="9023" y="1961"/>
                    <a:pt x="8872" y="1610"/>
                    <a:pt x="8697" y="1310"/>
                  </a:cubicBezTo>
                  <a:cubicBezTo>
                    <a:pt x="8421" y="758"/>
                    <a:pt x="8095" y="407"/>
                    <a:pt x="7719" y="207"/>
                  </a:cubicBezTo>
                  <a:cubicBezTo>
                    <a:pt x="7469" y="69"/>
                    <a:pt x="7206" y="0"/>
                    <a:pt x="6939" y="0"/>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29"/>
            <p:cNvSpPr/>
            <p:nvPr/>
          </p:nvSpPr>
          <p:spPr>
            <a:xfrm>
              <a:off x="6423076" y="1997672"/>
              <a:ext cx="415783" cy="646356"/>
            </a:xfrm>
            <a:custGeom>
              <a:rect b="b" l="l" r="r" t="t"/>
              <a:pathLst>
                <a:path extrusionOk="0" h="32145" w="20678">
                  <a:moveTo>
                    <a:pt x="7140" y="421"/>
                  </a:moveTo>
                  <a:cubicBezTo>
                    <a:pt x="7375" y="421"/>
                    <a:pt x="7607" y="477"/>
                    <a:pt x="7820" y="590"/>
                  </a:cubicBezTo>
                  <a:cubicBezTo>
                    <a:pt x="8146" y="766"/>
                    <a:pt x="8447" y="1117"/>
                    <a:pt x="8722" y="1618"/>
                  </a:cubicBezTo>
                  <a:cubicBezTo>
                    <a:pt x="8898" y="1919"/>
                    <a:pt x="9023" y="2244"/>
                    <a:pt x="9174" y="2620"/>
                  </a:cubicBezTo>
                  <a:lnTo>
                    <a:pt x="9274" y="2971"/>
                  </a:lnTo>
                  <a:lnTo>
                    <a:pt x="9524" y="2695"/>
                  </a:lnTo>
                  <a:cubicBezTo>
                    <a:pt x="9750" y="2420"/>
                    <a:pt x="10076" y="2219"/>
                    <a:pt x="10452" y="2094"/>
                  </a:cubicBezTo>
                  <a:cubicBezTo>
                    <a:pt x="10544" y="2065"/>
                    <a:pt x="10639" y="2051"/>
                    <a:pt x="10735" y="2051"/>
                  </a:cubicBezTo>
                  <a:cubicBezTo>
                    <a:pt x="11057" y="2051"/>
                    <a:pt x="11396" y="2211"/>
                    <a:pt x="11705" y="2520"/>
                  </a:cubicBezTo>
                  <a:cubicBezTo>
                    <a:pt x="11930" y="2771"/>
                    <a:pt x="12156" y="3096"/>
                    <a:pt x="12382" y="3548"/>
                  </a:cubicBezTo>
                  <a:cubicBezTo>
                    <a:pt x="12783" y="4350"/>
                    <a:pt x="13058" y="5177"/>
                    <a:pt x="13259" y="5828"/>
                  </a:cubicBezTo>
                  <a:cubicBezTo>
                    <a:pt x="13484" y="6580"/>
                    <a:pt x="13685" y="7382"/>
                    <a:pt x="13835" y="8159"/>
                  </a:cubicBezTo>
                  <a:cubicBezTo>
                    <a:pt x="14161" y="9713"/>
                    <a:pt x="14437" y="11317"/>
                    <a:pt x="14712" y="12871"/>
                  </a:cubicBezTo>
                  <a:cubicBezTo>
                    <a:pt x="14788" y="13447"/>
                    <a:pt x="14888" y="14024"/>
                    <a:pt x="14988" y="14625"/>
                  </a:cubicBezTo>
                  <a:lnTo>
                    <a:pt x="15138" y="15503"/>
                  </a:lnTo>
                  <a:lnTo>
                    <a:pt x="15389" y="14650"/>
                  </a:lnTo>
                  <a:cubicBezTo>
                    <a:pt x="15464" y="14425"/>
                    <a:pt x="15565" y="14199"/>
                    <a:pt x="15665" y="13974"/>
                  </a:cubicBezTo>
                  <a:cubicBezTo>
                    <a:pt x="15715" y="13899"/>
                    <a:pt x="15765" y="13823"/>
                    <a:pt x="15815" y="13748"/>
                  </a:cubicBezTo>
                  <a:cubicBezTo>
                    <a:pt x="15815" y="13723"/>
                    <a:pt x="15840" y="13698"/>
                    <a:pt x="15840" y="13698"/>
                  </a:cubicBezTo>
                  <a:lnTo>
                    <a:pt x="15966" y="13548"/>
                  </a:lnTo>
                  <a:cubicBezTo>
                    <a:pt x="16016" y="13472"/>
                    <a:pt x="16066" y="13397"/>
                    <a:pt x="16116" y="13347"/>
                  </a:cubicBezTo>
                  <a:cubicBezTo>
                    <a:pt x="16467" y="12896"/>
                    <a:pt x="16818" y="12570"/>
                    <a:pt x="17194" y="12295"/>
                  </a:cubicBezTo>
                  <a:cubicBezTo>
                    <a:pt x="17654" y="11995"/>
                    <a:pt x="18066" y="11838"/>
                    <a:pt x="18443" y="11838"/>
                  </a:cubicBezTo>
                  <a:cubicBezTo>
                    <a:pt x="18538" y="11838"/>
                    <a:pt x="18631" y="11848"/>
                    <a:pt x="18722" y="11868"/>
                  </a:cubicBezTo>
                  <a:cubicBezTo>
                    <a:pt x="19374" y="11969"/>
                    <a:pt x="19750" y="12645"/>
                    <a:pt x="19875" y="12871"/>
                  </a:cubicBezTo>
                  <a:lnTo>
                    <a:pt x="19875" y="12896"/>
                  </a:lnTo>
                  <a:cubicBezTo>
                    <a:pt x="20201" y="13422"/>
                    <a:pt x="20251" y="13899"/>
                    <a:pt x="20051" y="14450"/>
                  </a:cubicBezTo>
                  <a:cubicBezTo>
                    <a:pt x="19951" y="14751"/>
                    <a:pt x="19825" y="15077"/>
                    <a:pt x="19675" y="15377"/>
                  </a:cubicBezTo>
                  <a:cubicBezTo>
                    <a:pt x="19625" y="15528"/>
                    <a:pt x="19550" y="15653"/>
                    <a:pt x="19499" y="15803"/>
                  </a:cubicBezTo>
                  <a:cubicBezTo>
                    <a:pt x="19098" y="16681"/>
                    <a:pt x="18773" y="17608"/>
                    <a:pt x="18497" y="18535"/>
                  </a:cubicBezTo>
                  <a:cubicBezTo>
                    <a:pt x="18196" y="19563"/>
                    <a:pt x="17971" y="20490"/>
                    <a:pt x="17845" y="21342"/>
                  </a:cubicBezTo>
                  <a:cubicBezTo>
                    <a:pt x="17795" y="21543"/>
                    <a:pt x="17770" y="21718"/>
                    <a:pt x="17745" y="21894"/>
                  </a:cubicBezTo>
                  <a:cubicBezTo>
                    <a:pt x="17620" y="22696"/>
                    <a:pt x="17494" y="23498"/>
                    <a:pt x="17194" y="24249"/>
                  </a:cubicBezTo>
                  <a:cubicBezTo>
                    <a:pt x="16968" y="24826"/>
                    <a:pt x="16642" y="25453"/>
                    <a:pt x="16216" y="26154"/>
                  </a:cubicBezTo>
                  <a:lnTo>
                    <a:pt x="16166" y="26204"/>
                  </a:lnTo>
                  <a:cubicBezTo>
                    <a:pt x="16091" y="26305"/>
                    <a:pt x="16016" y="26405"/>
                    <a:pt x="15890" y="26555"/>
                  </a:cubicBezTo>
                  <a:lnTo>
                    <a:pt x="15790" y="26706"/>
                  </a:lnTo>
                  <a:lnTo>
                    <a:pt x="15890" y="27232"/>
                  </a:lnTo>
                  <a:cubicBezTo>
                    <a:pt x="16016" y="27859"/>
                    <a:pt x="16166" y="28510"/>
                    <a:pt x="16291" y="29137"/>
                  </a:cubicBezTo>
                  <a:lnTo>
                    <a:pt x="16392" y="29588"/>
                  </a:lnTo>
                  <a:lnTo>
                    <a:pt x="16091" y="29763"/>
                  </a:lnTo>
                  <a:cubicBezTo>
                    <a:pt x="15991" y="29838"/>
                    <a:pt x="15840" y="29939"/>
                    <a:pt x="15615" y="30064"/>
                  </a:cubicBezTo>
                  <a:cubicBezTo>
                    <a:pt x="14587" y="30691"/>
                    <a:pt x="12432" y="31718"/>
                    <a:pt x="9675" y="31718"/>
                  </a:cubicBezTo>
                  <a:cubicBezTo>
                    <a:pt x="8447" y="31718"/>
                    <a:pt x="7219" y="31518"/>
                    <a:pt x="6041" y="31092"/>
                  </a:cubicBezTo>
                  <a:cubicBezTo>
                    <a:pt x="5890" y="31042"/>
                    <a:pt x="5715" y="30966"/>
                    <a:pt x="5539" y="30891"/>
                  </a:cubicBezTo>
                  <a:lnTo>
                    <a:pt x="5214" y="30791"/>
                  </a:lnTo>
                  <a:lnTo>
                    <a:pt x="5214" y="30490"/>
                  </a:lnTo>
                  <a:cubicBezTo>
                    <a:pt x="5189" y="30064"/>
                    <a:pt x="5164" y="29663"/>
                    <a:pt x="5138" y="29262"/>
                  </a:cubicBezTo>
                  <a:lnTo>
                    <a:pt x="5138" y="29162"/>
                  </a:lnTo>
                  <a:lnTo>
                    <a:pt x="5063" y="29087"/>
                  </a:lnTo>
                  <a:cubicBezTo>
                    <a:pt x="4838" y="28936"/>
                    <a:pt x="4637" y="28736"/>
                    <a:pt x="4562" y="28635"/>
                  </a:cubicBezTo>
                  <a:cubicBezTo>
                    <a:pt x="4387" y="28460"/>
                    <a:pt x="4211" y="28260"/>
                    <a:pt x="4011" y="27984"/>
                  </a:cubicBezTo>
                  <a:cubicBezTo>
                    <a:pt x="3710" y="27583"/>
                    <a:pt x="3434" y="27107"/>
                    <a:pt x="3158" y="26530"/>
                  </a:cubicBezTo>
                  <a:cubicBezTo>
                    <a:pt x="2707" y="25578"/>
                    <a:pt x="2382" y="24550"/>
                    <a:pt x="2131" y="23322"/>
                  </a:cubicBezTo>
                  <a:cubicBezTo>
                    <a:pt x="1755" y="21267"/>
                    <a:pt x="1429" y="19036"/>
                    <a:pt x="1179" y="16706"/>
                  </a:cubicBezTo>
                  <a:cubicBezTo>
                    <a:pt x="1103" y="15979"/>
                    <a:pt x="1053" y="15252"/>
                    <a:pt x="978" y="14525"/>
                  </a:cubicBezTo>
                  <a:lnTo>
                    <a:pt x="552" y="10089"/>
                  </a:lnTo>
                  <a:cubicBezTo>
                    <a:pt x="502" y="9588"/>
                    <a:pt x="452" y="9011"/>
                    <a:pt x="427" y="8410"/>
                  </a:cubicBezTo>
                  <a:cubicBezTo>
                    <a:pt x="427" y="7783"/>
                    <a:pt x="427" y="7207"/>
                    <a:pt x="602" y="6706"/>
                  </a:cubicBezTo>
                  <a:cubicBezTo>
                    <a:pt x="752" y="6254"/>
                    <a:pt x="1003" y="6054"/>
                    <a:pt x="1204" y="5979"/>
                  </a:cubicBezTo>
                  <a:cubicBezTo>
                    <a:pt x="1393" y="5906"/>
                    <a:pt x="1583" y="5867"/>
                    <a:pt x="1768" y="5867"/>
                  </a:cubicBezTo>
                  <a:cubicBezTo>
                    <a:pt x="1901" y="5867"/>
                    <a:pt x="2030" y="5887"/>
                    <a:pt x="2156" y="5929"/>
                  </a:cubicBezTo>
                  <a:cubicBezTo>
                    <a:pt x="2206" y="5929"/>
                    <a:pt x="2256" y="5954"/>
                    <a:pt x="2306" y="5979"/>
                  </a:cubicBezTo>
                  <a:lnTo>
                    <a:pt x="2632" y="6154"/>
                  </a:lnTo>
                  <a:lnTo>
                    <a:pt x="2632" y="6154"/>
                  </a:lnTo>
                  <a:lnTo>
                    <a:pt x="2607" y="5778"/>
                  </a:lnTo>
                  <a:cubicBezTo>
                    <a:pt x="2557" y="5477"/>
                    <a:pt x="2557" y="5202"/>
                    <a:pt x="2557" y="4926"/>
                  </a:cubicBezTo>
                  <a:cubicBezTo>
                    <a:pt x="2557" y="3823"/>
                    <a:pt x="2858" y="2996"/>
                    <a:pt x="3459" y="2545"/>
                  </a:cubicBezTo>
                  <a:cubicBezTo>
                    <a:pt x="3756" y="2319"/>
                    <a:pt x="4088" y="2201"/>
                    <a:pt x="4398" y="2201"/>
                  </a:cubicBezTo>
                  <a:cubicBezTo>
                    <a:pt x="4534" y="2201"/>
                    <a:pt x="4665" y="2224"/>
                    <a:pt x="4788" y="2269"/>
                  </a:cubicBezTo>
                  <a:cubicBezTo>
                    <a:pt x="4938" y="2320"/>
                    <a:pt x="5113" y="2395"/>
                    <a:pt x="5239" y="2520"/>
                  </a:cubicBezTo>
                  <a:lnTo>
                    <a:pt x="5590" y="2821"/>
                  </a:lnTo>
                  <a:lnTo>
                    <a:pt x="5590" y="2370"/>
                  </a:lnTo>
                  <a:cubicBezTo>
                    <a:pt x="5590" y="2169"/>
                    <a:pt x="5615" y="1969"/>
                    <a:pt x="5665" y="1768"/>
                  </a:cubicBezTo>
                  <a:cubicBezTo>
                    <a:pt x="5765" y="1217"/>
                    <a:pt x="6041" y="791"/>
                    <a:pt x="6442" y="590"/>
                  </a:cubicBezTo>
                  <a:cubicBezTo>
                    <a:pt x="6667" y="477"/>
                    <a:pt x="6905" y="421"/>
                    <a:pt x="7140" y="421"/>
                  </a:cubicBezTo>
                  <a:close/>
                  <a:moveTo>
                    <a:pt x="7178" y="1"/>
                  </a:moveTo>
                  <a:cubicBezTo>
                    <a:pt x="6862" y="1"/>
                    <a:pt x="6541" y="83"/>
                    <a:pt x="6241" y="239"/>
                  </a:cubicBezTo>
                  <a:cubicBezTo>
                    <a:pt x="5740" y="465"/>
                    <a:pt x="5364" y="991"/>
                    <a:pt x="5239" y="1693"/>
                  </a:cubicBezTo>
                  <a:cubicBezTo>
                    <a:pt x="5214" y="1793"/>
                    <a:pt x="5214" y="1893"/>
                    <a:pt x="5189" y="1994"/>
                  </a:cubicBezTo>
                  <a:cubicBezTo>
                    <a:pt x="5113" y="1944"/>
                    <a:pt x="5013" y="1893"/>
                    <a:pt x="4938" y="1868"/>
                  </a:cubicBezTo>
                  <a:cubicBezTo>
                    <a:pt x="4766" y="1806"/>
                    <a:pt x="4585" y="1775"/>
                    <a:pt x="4400" y="1775"/>
                  </a:cubicBezTo>
                  <a:cubicBezTo>
                    <a:pt x="3993" y="1775"/>
                    <a:pt x="3571" y="1926"/>
                    <a:pt x="3209" y="2219"/>
                  </a:cubicBezTo>
                  <a:cubicBezTo>
                    <a:pt x="2507" y="2746"/>
                    <a:pt x="2131" y="3673"/>
                    <a:pt x="2131" y="4926"/>
                  </a:cubicBezTo>
                  <a:cubicBezTo>
                    <a:pt x="2131" y="5102"/>
                    <a:pt x="2131" y="5302"/>
                    <a:pt x="2156" y="5477"/>
                  </a:cubicBezTo>
                  <a:cubicBezTo>
                    <a:pt x="2030" y="5450"/>
                    <a:pt x="1898" y="5436"/>
                    <a:pt x="1763" y="5436"/>
                  </a:cubicBezTo>
                  <a:cubicBezTo>
                    <a:pt x="1524" y="5436"/>
                    <a:pt x="1278" y="5481"/>
                    <a:pt x="1053" y="5578"/>
                  </a:cubicBezTo>
                  <a:cubicBezTo>
                    <a:pt x="778" y="5703"/>
                    <a:pt x="402" y="5954"/>
                    <a:pt x="201" y="6580"/>
                  </a:cubicBezTo>
                  <a:cubicBezTo>
                    <a:pt x="1" y="7132"/>
                    <a:pt x="1" y="7733"/>
                    <a:pt x="1" y="8435"/>
                  </a:cubicBezTo>
                  <a:cubicBezTo>
                    <a:pt x="26" y="8986"/>
                    <a:pt x="76" y="9588"/>
                    <a:pt x="126" y="10139"/>
                  </a:cubicBezTo>
                  <a:lnTo>
                    <a:pt x="452" y="13447"/>
                  </a:lnTo>
                  <a:lnTo>
                    <a:pt x="552" y="14550"/>
                  </a:lnTo>
                  <a:cubicBezTo>
                    <a:pt x="627" y="15302"/>
                    <a:pt x="702" y="16029"/>
                    <a:pt x="778" y="16756"/>
                  </a:cubicBezTo>
                  <a:cubicBezTo>
                    <a:pt x="1028" y="19112"/>
                    <a:pt x="1329" y="21342"/>
                    <a:pt x="1730" y="23397"/>
                  </a:cubicBezTo>
                  <a:cubicBezTo>
                    <a:pt x="1981" y="24650"/>
                    <a:pt x="2331" y="25728"/>
                    <a:pt x="2783" y="26706"/>
                  </a:cubicBezTo>
                  <a:cubicBezTo>
                    <a:pt x="3058" y="27307"/>
                    <a:pt x="3359" y="27808"/>
                    <a:pt x="3660" y="28234"/>
                  </a:cubicBezTo>
                  <a:cubicBezTo>
                    <a:pt x="3885" y="28535"/>
                    <a:pt x="4061" y="28761"/>
                    <a:pt x="4261" y="28936"/>
                  </a:cubicBezTo>
                  <a:cubicBezTo>
                    <a:pt x="4336" y="29036"/>
                    <a:pt x="4512" y="29212"/>
                    <a:pt x="4737" y="29362"/>
                  </a:cubicBezTo>
                  <a:cubicBezTo>
                    <a:pt x="4737" y="29763"/>
                    <a:pt x="4763" y="30139"/>
                    <a:pt x="4788" y="30515"/>
                  </a:cubicBezTo>
                  <a:lnTo>
                    <a:pt x="4813" y="31092"/>
                  </a:lnTo>
                  <a:lnTo>
                    <a:pt x="5389" y="31292"/>
                  </a:lnTo>
                  <a:cubicBezTo>
                    <a:pt x="5565" y="31367"/>
                    <a:pt x="5740" y="31417"/>
                    <a:pt x="5915" y="31493"/>
                  </a:cubicBezTo>
                  <a:cubicBezTo>
                    <a:pt x="7118" y="31919"/>
                    <a:pt x="8397" y="32144"/>
                    <a:pt x="9675" y="32144"/>
                  </a:cubicBezTo>
                  <a:cubicBezTo>
                    <a:pt x="12532" y="32144"/>
                    <a:pt x="14763" y="31067"/>
                    <a:pt x="15840" y="30415"/>
                  </a:cubicBezTo>
                  <a:cubicBezTo>
                    <a:pt x="16066" y="30290"/>
                    <a:pt x="16241" y="30164"/>
                    <a:pt x="16316" y="30114"/>
                  </a:cubicBezTo>
                  <a:lnTo>
                    <a:pt x="16843" y="29788"/>
                  </a:lnTo>
                  <a:lnTo>
                    <a:pt x="16692" y="29036"/>
                  </a:lnTo>
                  <a:cubicBezTo>
                    <a:pt x="16567" y="28410"/>
                    <a:pt x="16442" y="27783"/>
                    <a:pt x="16316" y="27157"/>
                  </a:cubicBezTo>
                  <a:lnTo>
                    <a:pt x="16241" y="26806"/>
                  </a:lnTo>
                  <a:cubicBezTo>
                    <a:pt x="16342" y="26656"/>
                    <a:pt x="16417" y="26555"/>
                    <a:pt x="16517" y="26455"/>
                  </a:cubicBezTo>
                  <a:lnTo>
                    <a:pt x="16567" y="26380"/>
                  </a:lnTo>
                  <a:cubicBezTo>
                    <a:pt x="17018" y="25628"/>
                    <a:pt x="17344" y="25001"/>
                    <a:pt x="17570" y="24400"/>
                  </a:cubicBezTo>
                  <a:cubicBezTo>
                    <a:pt x="17895" y="23598"/>
                    <a:pt x="18021" y="22771"/>
                    <a:pt x="18146" y="21969"/>
                  </a:cubicBezTo>
                  <a:cubicBezTo>
                    <a:pt x="18196" y="21793"/>
                    <a:pt x="18221" y="21618"/>
                    <a:pt x="18246" y="21417"/>
                  </a:cubicBezTo>
                  <a:cubicBezTo>
                    <a:pt x="18397" y="20565"/>
                    <a:pt x="18597" y="19663"/>
                    <a:pt x="18898" y="18635"/>
                  </a:cubicBezTo>
                  <a:cubicBezTo>
                    <a:pt x="19174" y="17733"/>
                    <a:pt x="19499" y="16831"/>
                    <a:pt x="19875" y="15954"/>
                  </a:cubicBezTo>
                  <a:cubicBezTo>
                    <a:pt x="19925" y="15828"/>
                    <a:pt x="20001" y="15678"/>
                    <a:pt x="20051" y="15553"/>
                  </a:cubicBezTo>
                  <a:cubicBezTo>
                    <a:pt x="20201" y="15227"/>
                    <a:pt x="20352" y="14901"/>
                    <a:pt x="20452" y="14575"/>
                  </a:cubicBezTo>
                  <a:cubicBezTo>
                    <a:pt x="20677" y="13924"/>
                    <a:pt x="20602" y="13297"/>
                    <a:pt x="20251" y="12670"/>
                  </a:cubicBezTo>
                  <a:cubicBezTo>
                    <a:pt x="20101" y="12420"/>
                    <a:pt x="19650" y="11593"/>
                    <a:pt x="18798" y="11442"/>
                  </a:cubicBezTo>
                  <a:cubicBezTo>
                    <a:pt x="18683" y="11416"/>
                    <a:pt x="18565" y="11403"/>
                    <a:pt x="18443" y="11403"/>
                  </a:cubicBezTo>
                  <a:cubicBezTo>
                    <a:pt x="17983" y="11403"/>
                    <a:pt x="17479" y="11592"/>
                    <a:pt x="16943" y="11969"/>
                  </a:cubicBezTo>
                  <a:cubicBezTo>
                    <a:pt x="16542" y="12244"/>
                    <a:pt x="16166" y="12620"/>
                    <a:pt x="15790" y="13071"/>
                  </a:cubicBezTo>
                  <a:cubicBezTo>
                    <a:pt x="15740" y="13147"/>
                    <a:pt x="15690" y="13222"/>
                    <a:pt x="15615" y="13297"/>
                  </a:cubicBezTo>
                  <a:lnTo>
                    <a:pt x="15464" y="13523"/>
                  </a:lnTo>
                  <a:cubicBezTo>
                    <a:pt x="15389" y="13623"/>
                    <a:pt x="15339" y="13698"/>
                    <a:pt x="15314" y="13773"/>
                  </a:cubicBezTo>
                  <a:cubicBezTo>
                    <a:pt x="15289" y="13798"/>
                    <a:pt x="15289" y="13798"/>
                    <a:pt x="15289" y="13823"/>
                  </a:cubicBezTo>
                  <a:cubicBezTo>
                    <a:pt x="15239" y="13472"/>
                    <a:pt x="15164" y="13122"/>
                    <a:pt x="15113" y="12771"/>
                  </a:cubicBezTo>
                  <a:cubicBezTo>
                    <a:pt x="14863" y="11242"/>
                    <a:pt x="14587" y="9638"/>
                    <a:pt x="14261" y="8059"/>
                  </a:cubicBezTo>
                  <a:cubicBezTo>
                    <a:pt x="14086" y="7282"/>
                    <a:pt x="13885" y="6480"/>
                    <a:pt x="13635" y="5703"/>
                  </a:cubicBezTo>
                  <a:cubicBezTo>
                    <a:pt x="13459" y="5051"/>
                    <a:pt x="13159" y="4174"/>
                    <a:pt x="12758" y="3372"/>
                  </a:cubicBezTo>
                  <a:cubicBezTo>
                    <a:pt x="12507" y="2871"/>
                    <a:pt x="12256" y="2520"/>
                    <a:pt x="12006" y="2244"/>
                  </a:cubicBezTo>
                  <a:cubicBezTo>
                    <a:pt x="11623" y="1843"/>
                    <a:pt x="11168" y="1631"/>
                    <a:pt x="10729" y="1631"/>
                  </a:cubicBezTo>
                  <a:cubicBezTo>
                    <a:pt x="10592" y="1631"/>
                    <a:pt x="10457" y="1651"/>
                    <a:pt x="10326" y="1693"/>
                  </a:cubicBezTo>
                  <a:cubicBezTo>
                    <a:pt x="9976" y="1793"/>
                    <a:pt x="9675" y="1969"/>
                    <a:pt x="9449" y="2169"/>
                  </a:cubicBezTo>
                  <a:cubicBezTo>
                    <a:pt x="9349" y="1893"/>
                    <a:pt x="9224" y="1643"/>
                    <a:pt x="9098" y="1417"/>
                  </a:cubicBezTo>
                  <a:cubicBezTo>
                    <a:pt x="8773" y="841"/>
                    <a:pt x="8422" y="440"/>
                    <a:pt x="8021" y="214"/>
                  </a:cubicBezTo>
                  <a:cubicBezTo>
                    <a:pt x="7756" y="70"/>
                    <a:pt x="7469" y="1"/>
                    <a:pt x="71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29"/>
            <p:cNvSpPr/>
            <p:nvPr/>
          </p:nvSpPr>
          <p:spPr>
            <a:xfrm>
              <a:off x="5901990" y="2021902"/>
              <a:ext cx="382525" cy="610021"/>
            </a:xfrm>
            <a:custGeom>
              <a:rect b="b" l="l" r="r" t="t"/>
              <a:pathLst>
                <a:path extrusionOk="0" h="30338" w="19024">
                  <a:moveTo>
                    <a:pt x="11195" y="1"/>
                  </a:moveTo>
                  <a:cubicBezTo>
                    <a:pt x="11151" y="1"/>
                    <a:pt x="11103" y="3"/>
                    <a:pt x="11053" y="12"/>
                  </a:cubicBezTo>
                  <a:cubicBezTo>
                    <a:pt x="10652" y="62"/>
                    <a:pt x="10327" y="287"/>
                    <a:pt x="10101" y="438"/>
                  </a:cubicBezTo>
                  <a:cubicBezTo>
                    <a:pt x="9850" y="638"/>
                    <a:pt x="9650" y="889"/>
                    <a:pt x="9449" y="1240"/>
                  </a:cubicBezTo>
                  <a:cubicBezTo>
                    <a:pt x="9349" y="1440"/>
                    <a:pt x="9249" y="1641"/>
                    <a:pt x="9174" y="1891"/>
                  </a:cubicBezTo>
                  <a:cubicBezTo>
                    <a:pt x="8898" y="1591"/>
                    <a:pt x="8572" y="1440"/>
                    <a:pt x="8171" y="1415"/>
                  </a:cubicBezTo>
                  <a:cubicBezTo>
                    <a:pt x="7720" y="1415"/>
                    <a:pt x="7294" y="1641"/>
                    <a:pt x="7093" y="1766"/>
                  </a:cubicBezTo>
                  <a:cubicBezTo>
                    <a:pt x="6793" y="1967"/>
                    <a:pt x="6517" y="2242"/>
                    <a:pt x="6342" y="2518"/>
                  </a:cubicBezTo>
                  <a:cubicBezTo>
                    <a:pt x="5966" y="3069"/>
                    <a:pt x="5715" y="3721"/>
                    <a:pt x="5540" y="4298"/>
                  </a:cubicBezTo>
                  <a:cubicBezTo>
                    <a:pt x="5339" y="4899"/>
                    <a:pt x="5164" y="5526"/>
                    <a:pt x="5038" y="6077"/>
                  </a:cubicBezTo>
                  <a:cubicBezTo>
                    <a:pt x="4687" y="7455"/>
                    <a:pt x="4412" y="8583"/>
                    <a:pt x="4186" y="9661"/>
                  </a:cubicBezTo>
                  <a:cubicBezTo>
                    <a:pt x="4136" y="9962"/>
                    <a:pt x="4061" y="10288"/>
                    <a:pt x="4011" y="10638"/>
                  </a:cubicBezTo>
                  <a:cubicBezTo>
                    <a:pt x="3961" y="10488"/>
                    <a:pt x="3936" y="10363"/>
                    <a:pt x="3885" y="10237"/>
                  </a:cubicBezTo>
                  <a:cubicBezTo>
                    <a:pt x="3710" y="9611"/>
                    <a:pt x="3484" y="9135"/>
                    <a:pt x="3209" y="8734"/>
                  </a:cubicBezTo>
                  <a:cubicBezTo>
                    <a:pt x="2852" y="8238"/>
                    <a:pt x="2385" y="7977"/>
                    <a:pt x="1882" y="7977"/>
                  </a:cubicBezTo>
                  <a:cubicBezTo>
                    <a:pt x="1750" y="7977"/>
                    <a:pt x="1615" y="7995"/>
                    <a:pt x="1479" y="8032"/>
                  </a:cubicBezTo>
                  <a:cubicBezTo>
                    <a:pt x="502" y="8232"/>
                    <a:pt x="226" y="8909"/>
                    <a:pt x="151" y="9260"/>
                  </a:cubicBezTo>
                  <a:cubicBezTo>
                    <a:pt x="1" y="9811"/>
                    <a:pt x="51" y="10388"/>
                    <a:pt x="101" y="10914"/>
                  </a:cubicBezTo>
                  <a:cubicBezTo>
                    <a:pt x="151" y="11491"/>
                    <a:pt x="251" y="12067"/>
                    <a:pt x="326" y="12643"/>
                  </a:cubicBezTo>
                  <a:cubicBezTo>
                    <a:pt x="402" y="13069"/>
                    <a:pt x="452" y="13496"/>
                    <a:pt x="502" y="13922"/>
                  </a:cubicBezTo>
                  <a:lnTo>
                    <a:pt x="502" y="13947"/>
                  </a:lnTo>
                  <a:cubicBezTo>
                    <a:pt x="577" y="14398"/>
                    <a:pt x="627" y="14874"/>
                    <a:pt x="677" y="15325"/>
                  </a:cubicBezTo>
                  <a:cubicBezTo>
                    <a:pt x="727" y="15851"/>
                    <a:pt x="778" y="16403"/>
                    <a:pt x="853" y="16954"/>
                  </a:cubicBezTo>
                  <a:cubicBezTo>
                    <a:pt x="1028" y="18132"/>
                    <a:pt x="1179" y="19085"/>
                    <a:pt x="1404" y="19987"/>
                  </a:cubicBezTo>
                  <a:cubicBezTo>
                    <a:pt x="1855" y="21992"/>
                    <a:pt x="2557" y="23897"/>
                    <a:pt x="3509" y="25626"/>
                  </a:cubicBezTo>
                  <a:lnTo>
                    <a:pt x="3083" y="27130"/>
                  </a:lnTo>
                  <a:lnTo>
                    <a:pt x="3008" y="27430"/>
                  </a:lnTo>
                  <a:lnTo>
                    <a:pt x="3209" y="27681"/>
                  </a:lnTo>
                  <a:cubicBezTo>
                    <a:pt x="3209" y="27731"/>
                    <a:pt x="3234" y="27756"/>
                    <a:pt x="3259" y="27806"/>
                  </a:cubicBezTo>
                  <a:cubicBezTo>
                    <a:pt x="3309" y="27857"/>
                    <a:pt x="3359" y="27907"/>
                    <a:pt x="3409" y="27982"/>
                  </a:cubicBezTo>
                  <a:cubicBezTo>
                    <a:pt x="3710" y="28333"/>
                    <a:pt x="4061" y="28659"/>
                    <a:pt x="4487" y="28959"/>
                  </a:cubicBezTo>
                  <a:cubicBezTo>
                    <a:pt x="5815" y="29862"/>
                    <a:pt x="7494" y="30338"/>
                    <a:pt x="9499" y="30338"/>
                  </a:cubicBezTo>
                  <a:cubicBezTo>
                    <a:pt x="10728" y="30338"/>
                    <a:pt x="12106" y="30162"/>
                    <a:pt x="13535" y="29786"/>
                  </a:cubicBezTo>
                  <a:cubicBezTo>
                    <a:pt x="13660" y="29761"/>
                    <a:pt x="13760" y="29736"/>
                    <a:pt x="13885" y="29711"/>
                  </a:cubicBezTo>
                  <a:lnTo>
                    <a:pt x="14387" y="29586"/>
                  </a:lnTo>
                  <a:lnTo>
                    <a:pt x="14462" y="28809"/>
                  </a:lnTo>
                  <a:cubicBezTo>
                    <a:pt x="14512" y="28508"/>
                    <a:pt x="14537" y="28232"/>
                    <a:pt x="14562" y="27932"/>
                  </a:cubicBezTo>
                  <a:cubicBezTo>
                    <a:pt x="14738" y="27806"/>
                    <a:pt x="14938" y="27656"/>
                    <a:pt x="15139" y="27456"/>
                  </a:cubicBezTo>
                  <a:cubicBezTo>
                    <a:pt x="15364" y="27230"/>
                    <a:pt x="15565" y="27029"/>
                    <a:pt x="15740" y="26804"/>
                  </a:cubicBezTo>
                  <a:cubicBezTo>
                    <a:pt x="16091" y="26378"/>
                    <a:pt x="16392" y="25877"/>
                    <a:pt x="16642" y="25300"/>
                  </a:cubicBezTo>
                  <a:cubicBezTo>
                    <a:pt x="17093" y="24323"/>
                    <a:pt x="17419" y="23195"/>
                    <a:pt x="17595" y="21967"/>
                  </a:cubicBezTo>
                  <a:cubicBezTo>
                    <a:pt x="17695" y="21115"/>
                    <a:pt x="17745" y="20237"/>
                    <a:pt x="17795" y="19385"/>
                  </a:cubicBezTo>
                  <a:cubicBezTo>
                    <a:pt x="17795" y="19135"/>
                    <a:pt x="17820" y="18859"/>
                    <a:pt x="17845" y="18608"/>
                  </a:cubicBezTo>
                  <a:cubicBezTo>
                    <a:pt x="17845" y="18257"/>
                    <a:pt x="17870" y="17932"/>
                    <a:pt x="17895" y="17606"/>
                  </a:cubicBezTo>
                  <a:cubicBezTo>
                    <a:pt x="17946" y="16829"/>
                    <a:pt x="17971" y="16052"/>
                    <a:pt x="18046" y="15275"/>
                  </a:cubicBezTo>
                  <a:cubicBezTo>
                    <a:pt x="18121" y="14473"/>
                    <a:pt x="18246" y="13671"/>
                    <a:pt x="18372" y="12869"/>
                  </a:cubicBezTo>
                  <a:cubicBezTo>
                    <a:pt x="18422" y="12568"/>
                    <a:pt x="18472" y="12267"/>
                    <a:pt x="18522" y="11992"/>
                  </a:cubicBezTo>
                  <a:cubicBezTo>
                    <a:pt x="18672" y="10989"/>
                    <a:pt x="18848" y="9811"/>
                    <a:pt x="18948" y="8633"/>
                  </a:cubicBezTo>
                  <a:cubicBezTo>
                    <a:pt x="18998" y="8007"/>
                    <a:pt x="19023" y="7455"/>
                    <a:pt x="19023" y="6929"/>
                  </a:cubicBezTo>
                  <a:cubicBezTo>
                    <a:pt x="19023" y="6353"/>
                    <a:pt x="19023" y="5751"/>
                    <a:pt x="18873" y="5175"/>
                  </a:cubicBezTo>
                  <a:cubicBezTo>
                    <a:pt x="18773" y="4749"/>
                    <a:pt x="18597" y="4448"/>
                    <a:pt x="18397" y="4247"/>
                  </a:cubicBezTo>
                  <a:cubicBezTo>
                    <a:pt x="18296" y="4172"/>
                    <a:pt x="18221" y="4122"/>
                    <a:pt x="18146" y="4072"/>
                  </a:cubicBezTo>
                  <a:cubicBezTo>
                    <a:pt x="18071" y="4022"/>
                    <a:pt x="17996" y="3997"/>
                    <a:pt x="17895" y="3947"/>
                  </a:cubicBezTo>
                  <a:cubicBezTo>
                    <a:pt x="17745" y="3897"/>
                    <a:pt x="17595" y="3846"/>
                    <a:pt x="17419" y="3821"/>
                  </a:cubicBezTo>
                  <a:cubicBezTo>
                    <a:pt x="17295" y="3798"/>
                    <a:pt x="17166" y="3787"/>
                    <a:pt x="17035" y="3787"/>
                  </a:cubicBezTo>
                  <a:cubicBezTo>
                    <a:pt x="16741" y="3787"/>
                    <a:pt x="16435" y="3843"/>
                    <a:pt x="16141" y="3947"/>
                  </a:cubicBezTo>
                  <a:cubicBezTo>
                    <a:pt x="16141" y="3796"/>
                    <a:pt x="16141" y="3646"/>
                    <a:pt x="16141" y="3496"/>
                  </a:cubicBezTo>
                  <a:cubicBezTo>
                    <a:pt x="16141" y="3069"/>
                    <a:pt x="16091" y="2719"/>
                    <a:pt x="15991" y="2393"/>
                  </a:cubicBezTo>
                  <a:lnTo>
                    <a:pt x="15941" y="2267"/>
                  </a:lnTo>
                  <a:cubicBezTo>
                    <a:pt x="15815" y="2017"/>
                    <a:pt x="15640" y="1816"/>
                    <a:pt x="15464" y="1641"/>
                  </a:cubicBezTo>
                  <a:cubicBezTo>
                    <a:pt x="15364" y="1566"/>
                    <a:pt x="15289" y="1516"/>
                    <a:pt x="15189" y="1465"/>
                  </a:cubicBezTo>
                  <a:lnTo>
                    <a:pt x="15038" y="1365"/>
                  </a:lnTo>
                  <a:cubicBezTo>
                    <a:pt x="15013" y="1340"/>
                    <a:pt x="15013" y="1340"/>
                    <a:pt x="14988" y="1340"/>
                  </a:cubicBezTo>
                  <a:cubicBezTo>
                    <a:pt x="14913" y="1290"/>
                    <a:pt x="14813" y="1240"/>
                    <a:pt x="14687" y="1215"/>
                  </a:cubicBezTo>
                  <a:cubicBezTo>
                    <a:pt x="14518" y="1144"/>
                    <a:pt x="14341" y="1113"/>
                    <a:pt x="14169" y="1113"/>
                  </a:cubicBezTo>
                  <a:cubicBezTo>
                    <a:pt x="14035" y="1113"/>
                    <a:pt x="13906" y="1132"/>
                    <a:pt x="13785" y="1165"/>
                  </a:cubicBezTo>
                  <a:cubicBezTo>
                    <a:pt x="13635" y="1215"/>
                    <a:pt x="13509" y="1290"/>
                    <a:pt x="13384" y="1365"/>
                  </a:cubicBezTo>
                  <a:cubicBezTo>
                    <a:pt x="13309" y="1089"/>
                    <a:pt x="13184" y="864"/>
                    <a:pt x="13008" y="663"/>
                  </a:cubicBezTo>
                  <a:cubicBezTo>
                    <a:pt x="12783" y="388"/>
                    <a:pt x="12457" y="212"/>
                    <a:pt x="12106" y="112"/>
                  </a:cubicBezTo>
                  <a:cubicBezTo>
                    <a:pt x="11981" y="62"/>
                    <a:pt x="11855" y="37"/>
                    <a:pt x="11755" y="37"/>
                  </a:cubicBezTo>
                  <a:lnTo>
                    <a:pt x="11555" y="12"/>
                  </a:lnTo>
                  <a:lnTo>
                    <a:pt x="11429" y="12"/>
                  </a:lnTo>
                  <a:cubicBezTo>
                    <a:pt x="11362" y="12"/>
                    <a:pt x="11284" y="1"/>
                    <a:pt x="11195" y="1"/>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29"/>
            <p:cNvSpPr/>
            <p:nvPr/>
          </p:nvSpPr>
          <p:spPr>
            <a:xfrm>
              <a:off x="5897968" y="2017599"/>
              <a:ext cx="391071" cy="618366"/>
            </a:xfrm>
            <a:custGeom>
              <a:rect b="b" l="l" r="r" t="t"/>
              <a:pathLst>
                <a:path extrusionOk="0" h="30753" w="19449">
                  <a:moveTo>
                    <a:pt x="11730" y="426"/>
                  </a:moveTo>
                  <a:lnTo>
                    <a:pt x="11905" y="451"/>
                  </a:lnTo>
                  <a:cubicBezTo>
                    <a:pt x="12005" y="476"/>
                    <a:pt x="12131" y="476"/>
                    <a:pt x="12231" y="527"/>
                  </a:cubicBezTo>
                  <a:cubicBezTo>
                    <a:pt x="12557" y="602"/>
                    <a:pt x="12857" y="777"/>
                    <a:pt x="13058" y="1028"/>
                  </a:cubicBezTo>
                  <a:cubicBezTo>
                    <a:pt x="13208" y="1178"/>
                    <a:pt x="13308" y="1379"/>
                    <a:pt x="13384" y="1629"/>
                  </a:cubicBezTo>
                  <a:lnTo>
                    <a:pt x="13459" y="1930"/>
                  </a:lnTo>
                  <a:lnTo>
                    <a:pt x="13709" y="1755"/>
                  </a:lnTo>
                  <a:cubicBezTo>
                    <a:pt x="13810" y="1679"/>
                    <a:pt x="13935" y="1629"/>
                    <a:pt x="14035" y="1579"/>
                  </a:cubicBezTo>
                  <a:cubicBezTo>
                    <a:pt x="14134" y="1550"/>
                    <a:pt x="14237" y="1535"/>
                    <a:pt x="14342" y="1535"/>
                  </a:cubicBezTo>
                  <a:cubicBezTo>
                    <a:pt x="14503" y="1535"/>
                    <a:pt x="14670" y="1569"/>
                    <a:pt x="14837" y="1629"/>
                  </a:cubicBezTo>
                  <a:cubicBezTo>
                    <a:pt x="14938" y="1654"/>
                    <a:pt x="15038" y="1704"/>
                    <a:pt x="15088" y="1730"/>
                  </a:cubicBezTo>
                  <a:lnTo>
                    <a:pt x="15188" y="1554"/>
                  </a:lnTo>
                  <a:lnTo>
                    <a:pt x="15138" y="1755"/>
                  </a:lnTo>
                  <a:lnTo>
                    <a:pt x="15288" y="1830"/>
                  </a:lnTo>
                  <a:cubicBezTo>
                    <a:pt x="15364" y="1905"/>
                    <a:pt x="15439" y="1955"/>
                    <a:pt x="15514" y="2005"/>
                  </a:cubicBezTo>
                  <a:cubicBezTo>
                    <a:pt x="15689" y="2156"/>
                    <a:pt x="15840" y="2356"/>
                    <a:pt x="15940" y="2557"/>
                  </a:cubicBezTo>
                  <a:lnTo>
                    <a:pt x="15990" y="2682"/>
                  </a:lnTo>
                  <a:cubicBezTo>
                    <a:pt x="16090" y="2983"/>
                    <a:pt x="16116" y="3309"/>
                    <a:pt x="16141" y="3735"/>
                  </a:cubicBezTo>
                  <a:cubicBezTo>
                    <a:pt x="16141" y="3860"/>
                    <a:pt x="16141" y="4010"/>
                    <a:pt x="16116" y="4161"/>
                  </a:cubicBezTo>
                  <a:lnTo>
                    <a:pt x="16116" y="4486"/>
                  </a:lnTo>
                  <a:lnTo>
                    <a:pt x="16416" y="4361"/>
                  </a:lnTo>
                  <a:cubicBezTo>
                    <a:pt x="16693" y="4257"/>
                    <a:pt x="16970" y="4201"/>
                    <a:pt x="17239" y="4201"/>
                  </a:cubicBezTo>
                  <a:cubicBezTo>
                    <a:pt x="17359" y="4201"/>
                    <a:pt x="17478" y="4213"/>
                    <a:pt x="17594" y="4236"/>
                  </a:cubicBezTo>
                  <a:cubicBezTo>
                    <a:pt x="17745" y="4261"/>
                    <a:pt x="17870" y="4311"/>
                    <a:pt x="18020" y="4361"/>
                  </a:cubicBezTo>
                  <a:cubicBezTo>
                    <a:pt x="18095" y="4386"/>
                    <a:pt x="18171" y="4436"/>
                    <a:pt x="18246" y="4461"/>
                  </a:cubicBezTo>
                  <a:cubicBezTo>
                    <a:pt x="18296" y="4512"/>
                    <a:pt x="18371" y="4562"/>
                    <a:pt x="18446" y="4612"/>
                  </a:cubicBezTo>
                  <a:cubicBezTo>
                    <a:pt x="18647" y="4787"/>
                    <a:pt x="18772" y="5063"/>
                    <a:pt x="18872" y="5439"/>
                  </a:cubicBezTo>
                  <a:cubicBezTo>
                    <a:pt x="18998" y="5990"/>
                    <a:pt x="19023" y="6592"/>
                    <a:pt x="19023" y="7143"/>
                  </a:cubicBezTo>
                  <a:cubicBezTo>
                    <a:pt x="19023" y="7669"/>
                    <a:pt x="18998" y="8221"/>
                    <a:pt x="18923" y="8822"/>
                  </a:cubicBezTo>
                  <a:cubicBezTo>
                    <a:pt x="18822" y="10000"/>
                    <a:pt x="18647" y="11178"/>
                    <a:pt x="18496" y="12156"/>
                  </a:cubicBezTo>
                  <a:cubicBezTo>
                    <a:pt x="18471" y="12456"/>
                    <a:pt x="18421" y="12757"/>
                    <a:pt x="18371" y="13058"/>
                  </a:cubicBezTo>
                  <a:cubicBezTo>
                    <a:pt x="18246" y="13860"/>
                    <a:pt x="18095" y="14662"/>
                    <a:pt x="18045" y="15464"/>
                  </a:cubicBezTo>
                  <a:cubicBezTo>
                    <a:pt x="17970" y="16241"/>
                    <a:pt x="17920" y="17043"/>
                    <a:pt x="17895" y="17795"/>
                  </a:cubicBezTo>
                  <a:cubicBezTo>
                    <a:pt x="17870" y="18146"/>
                    <a:pt x="17845" y="18471"/>
                    <a:pt x="17820" y="18797"/>
                  </a:cubicBezTo>
                  <a:cubicBezTo>
                    <a:pt x="17820" y="19073"/>
                    <a:pt x="17795" y="19324"/>
                    <a:pt x="17795" y="19599"/>
                  </a:cubicBezTo>
                  <a:cubicBezTo>
                    <a:pt x="17745" y="20451"/>
                    <a:pt x="17694" y="21304"/>
                    <a:pt x="17569" y="22156"/>
                  </a:cubicBezTo>
                  <a:cubicBezTo>
                    <a:pt x="17419" y="23359"/>
                    <a:pt x="17118" y="24462"/>
                    <a:pt x="16667" y="25414"/>
                  </a:cubicBezTo>
                  <a:cubicBezTo>
                    <a:pt x="16416" y="25990"/>
                    <a:pt x="16116" y="26467"/>
                    <a:pt x="15765" y="26893"/>
                  </a:cubicBezTo>
                  <a:cubicBezTo>
                    <a:pt x="15614" y="27093"/>
                    <a:pt x="15414" y="27319"/>
                    <a:pt x="15213" y="27519"/>
                  </a:cubicBezTo>
                  <a:cubicBezTo>
                    <a:pt x="15013" y="27695"/>
                    <a:pt x="14812" y="27845"/>
                    <a:pt x="14662" y="27970"/>
                  </a:cubicBezTo>
                  <a:lnTo>
                    <a:pt x="14587" y="28020"/>
                  </a:lnTo>
                  <a:lnTo>
                    <a:pt x="14386" y="29624"/>
                  </a:lnTo>
                  <a:lnTo>
                    <a:pt x="14010" y="29725"/>
                  </a:lnTo>
                  <a:cubicBezTo>
                    <a:pt x="13910" y="29750"/>
                    <a:pt x="13785" y="29775"/>
                    <a:pt x="13684" y="29800"/>
                  </a:cubicBezTo>
                  <a:cubicBezTo>
                    <a:pt x="12256" y="30151"/>
                    <a:pt x="10928" y="30351"/>
                    <a:pt x="9699" y="30351"/>
                  </a:cubicBezTo>
                  <a:cubicBezTo>
                    <a:pt x="7745" y="30351"/>
                    <a:pt x="6090" y="29875"/>
                    <a:pt x="4812" y="28998"/>
                  </a:cubicBezTo>
                  <a:cubicBezTo>
                    <a:pt x="4411" y="28697"/>
                    <a:pt x="4060" y="28396"/>
                    <a:pt x="3785" y="28045"/>
                  </a:cubicBezTo>
                  <a:cubicBezTo>
                    <a:pt x="3709" y="27995"/>
                    <a:pt x="3684" y="27945"/>
                    <a:pt x="3634" y="27895"/>
                  </a:cubicBezTo>
                  <a:cubicBezTo>
                    <a:pt x="3609" y="27845"/>
                    <a:pt x="3584" y="27820"/>
                    <a:pt x="3559" y="27795"/>
                  </a:cubicBezTo>
                  <a:lnTo>
                    <a:pt x="3434" y="27619"/>
                  </a:lnTo>
                  <a:lnTo>
                    <a:pt x="3935" y="25790"/>
                  </a:lnTo>
                  <a:lnTo>
                    <a:pt x="3885" y="25740"/>
                  </a:lnTo>
                  <a:cubicBezTo>
                    <a:pt x="2958" y="24035"/>
                    <a:pt x="2256" y="22156"/>
                    <a:pt x="1805" y="20151"/>
                  </a:cubicBezTo>
                  <a:cubicBezTo>
                    <a:pt x="1579" y="19274"/>
                    <a:pt x="1429" y="18321"/>
                    <a:pt x="1278" y="17143"/>
                  </a:cubicBezTo>
                  <a:cubicBezTo>
                    <a:pt x="1203" y="16592"/>
                    <a:pt x="1128" y="16040"/>
                    <a:pt x="1078" y="15514"/>
                  </a:cubicBezTo>
                  <a:cubicBezTo>
                    <a:pt x="1028" y="15063"/>
                    <a:pt x="978" y="14587"/>
                    <a:pt x="927" y="14111"/>
                  </a:cubicBezTo>
                  <a:cubicBezTo>
                    <a:pt x="877" y="13710"/>
                    <a:pt x="802" y="13283"/>
                    <a:pt x="752" y="12857"/>
                  </a:cubicBezTo>
                  <a:lnTo>
                    <a:pt x="727" y="12807"/>
                  </a:lnTo>
                  <a:cubicBezTo>
                    <a:pt x="652" y="12256"/>
                    <a:pt x="552" y="11679"/>
                    <a:pt x="501" y="11103"/>
                  </a:cubicBezTo>
                  <a:cubicBezTo>
                    <a:pt x="451" y="10627"/>
                    <a:pt x="426" y="10050"/>
                    <a:pt x="552" y="9524"/>
                  </a:cubicBezTo>
                  <a:cubicBezTo>
                    <a:pt x="602" y="9198"/>
                    <a:pt x="852" y="8622"/>
                    <a:pt x="1755" y="8446"/>
                  </a:cubicBezTo>
                  <a:cubicBezTo>
                    <a:pt x="1866" y="8416"/>
                    <a:pt x="1978" y="8401"/>
                    <a:pt x="2089" y="8401"/>
                  </a:cubicBezTo>
                  <a:cubicBezTo>
                    <a:pt x="2523" y="8401"/>
                    <a:pt x="2939" y="8633"/>
                    <a:pt x="3258" y="9073"/>
                  </a:cubicBezTo>
                  <a:cubicBezTo>
                    <a:pt x="3509" y="9449"/>
                    <a:pt x="3709" y="9900"/>
                    <a:pt x="3885" y="10502"/>
                  </a:cubicBezTo>
                  <a:cubicBezTo>
                    <a:pt x="3935" y="10627"/>
                    <a:pt x="3960" y="10752"/>
                    <a:pt x="4010" y="10903"/>
                  </a:cubicBezTo>
                  <a:lnTo>
                    <a:pt x="4236" y="11805"/>
                  </a:lnTo>
                  <a:lnTo>
                    <a:pt x="4411" y="10877"/>
                  </a:lnTo>
                  <a:cubicBezTo>
                    <a:pt x="4461" y="10552"/>
                    <a:pt x="4537" y="10226"/>
                    <a:pt x="4612" y="9925"/>
                  </a:cubicBezTo>
                  <a:cubicBezTo>
                    <a:pt x="4837" y="8847"/>
                    <a:pt x="5088" y="7720"/>
                    <a:pt x="5439" y="6341"/>
                  </a:cubicBezTo>
                  <a:cubicBezTo>
                    <a:pt x="5564" y="5815"/>
                    <a:pt x="5740" y="5188"/>
                    <a:pt x="5940" y="4562"/>
                  </a:cubicBezTo>
                  <a:cubicBezTo>
                    <a:pt x="6115" y="4010"/>
                    <a:pt x="6341" y="3384"/>
                    <a:pt x="6717" y="2857"/>
                  </a:cubicBezTo>
                  <a:cubicBezTo>
                    <a:pt x="6892" y="2582"/>
                    <a:pt x="7118" y="2331"/>
                    <a:pt x="7394" y="2156"/>
                  </a:cubicBezTo>
                  <a:cubicBezTo>
                    <a:pt x="7583" y="2038"/>
                    <a:pt x="7927" y="1853"/>
                    <a:pt x="8302" y="1853"/>
                  </a:cubicBezTo>
                  <a:cubicBezTo>
                    <a:pt x="8325" y="1853"/>
                    <a:pt x="8348" y="1853"/>
                    <a:pt x="8371" y="1855"/>
                  </a:cubicBezTo>
                  <a:cubicBezTo>
                    <a:pt x="8697" y="1855"/>
                    <a:pt x="8973" y="2005"/>
                    <a:pt x="9198" y="2256"/>
                  </a:cubicBezTo>
                  <a:lnTo>
                    <a:pt x="9449" y="2506"/>
                  </a:lnTo>
                  <a:lnTo>
                    <a:pt x="9549" y="2181"/>
                  </a:lnTo>
                  <a:cubicBezTo>
                    <a:pt x="9649" y="1955"/>
                    <a:pt x="9725" y="1755"/>
                    <a:pt x="9825" y="1554"/>
                  </a:cubicBezTo>
                  <a:cubicBezTo>
                    <a:pt x="10025" y="1228"/>
                    <a:pt x="10201" y="1003"/>
                    <a:pt x="10426" y="827"/>
                  </a:cubicBezTo>
                  <a:cubicBezTo>
                    <a:pt x="10627" y="677"/>
                    <a:pt x="10928" y="476"/>
                    <a:pt x="11303" y="451"/>
                  </a:cubicBezTo>
                  <a:cubicBezTo>
                    <a:pt x="11429" y="426"/>
                    <a:pt x="11529" y="426"/>
                    <a:pt x="11629" y="426"/>
                  </a:cubicBezTo>
                  <a:close/>
                  <a:moveTo>
                    <a:pt x="11629" y="0"/>
                  </a:moveTo>
                  <a:cubicBezTo>
                    <a:pt x="11529" y="0"/>
                    <a:pt x="11379" y="0"/>
                    <a:pt x="11228" y="25"/>
                  </a:cubicBezTo>
                  <a:cubicBezTo>
                    <a:pt x="10777" y="75"/>
                    <a:pt x="10426" y="301"/>
                    <a:pt x="10151" y="501"/>
                  </a:cubicBezTo>
                  <a:cubicBezTo>
                    <a:pt x="9900" y="702"/>
                    <a:pt x="9699" y="978"/>
                    <a:pt x="9474" y="1354"/>
                  </a:cubicBezTo>
                  <a:cubicBezTo>
                    <a:pt x="9399" y="1479"/>
                    <a:pt x="9323" y="1604"/>
                    <a:pt x="9273" y="1755"/>
                  </a:cubicBezTo>
                  <a:cubicBezTo>
                    <a:pt x="9023" y="1554"/>
                    <a:pt x="8722" y="1429"/>
                    <a:pt x="8396" y="1429"/>
                  </a:cubicBezTo>
                  <a:cubicBezTo>
                    <a:pt x="8371" y="1428"/>
                    <a:pt x="8347" y="1427"/>
                    <a:pt x="8322" y="1427"/>
                  </a:cubicBezTo>
                  <a:cubicBezTo>
                    <a:pt x="7826" y="1427"/>
                    <a:pt x="7383" y="1661"/>
                    <a:pt x="7168" y="1805"/>
                  </a:cubicBezTo>
                  <a:cubicBezTo>
                    <a:pt x="6842" y="2030"/>
                    <a:pt x="6567" y="2306"/>
                    <a:pt x="6366" y="2632"/>
                  </a:cubicBezTo>
                  <a:cubicBezTo>
                    <a:pt x="5965" y="3208"/>
                    <a:pt x="5740" y="3860"/>
                    <a:pt x="5539" y="4436"/>
                  </a:cubicBezTo>
                  <a:cubicBezTo>
                    <a:pt x="5339" y="5063"/>
                    <a:pt x="5163" y="5689"/>
                    <a:pt x="5013" y="6241"/>
                  </a:cubicBezTo>
                  <a:cubicBezTo>
                    <a:pt x="4687" y="7619"/>
                    <a:pt x="4411" y="8772"/>
                    <a:pt x="4186" y="9825"/>
                  </a:cubicBezTo>
                  <a:cubicBezTo>
                    <a:pt x="4186" y="9875"/>
                    <a:pt x="4186" y="9925"/>
                    <a:pt x="4161" y="9975"/>
                  </a:cubicBezTo>
                  <a:cubicBezTo>
                    <a:pt x="4010" y="9524"/>
                    <a:pt x="3810" y="9148"/>
                    <a:pt x="3584" y="8822"/>
                  </a:cubicBezTo>
                  <a:cubicBezTo>
                    <a:pt x="3190" y="8270"/>
                    <a:pt x="2671" y="7982"/>
                    <a:pt x="2113" y="7982"/>
                  </a:cubicBezTo>
                  <a:cubicBezTo>
                    <a:pt x="1963" y="7982"/>
                    <a:pt x="1809" y="8003"/>
                    <a:pt x="1654" y="8045"/>
                  </a:cubicBezTo>
                  <a:cubicBezTo>
                    <a:pt x="501" y="8296"/>
                    <a:pt x="201" y="9098"/>
                    <a:pt x="151" y="9424"/>
                  </a:cubicBezTo>
                  <a:cubicBezTo>
                    <a:pt x="0" y="10000"/>
                    <a:pt x="25" y="10627"/>
                    <a:pt x="75" y="11153"/>
                  </a:cubicBezTo>
                  <a:cubicBezTo>
                    <a:pt x="151" y="11730"/>
                    <a:pt x="226" y="12306"/>
                    <a:pt x="326" y="12882"/>
                  </a:cubicBezTo>
                  <a:lnTo>
                    <a:pt x="326" y="12933"/>
                  </a:lnTo>
                  <a:cubicBezTo>
                    <a:pt x="401" y="13334"/>
                    <a:pt x="451" y="13760"/>
                    <a:pt x="501" y="14186"/>
                  </a:cubicBezTo>
                  <a:cubicBezTo>
                    <a:pt x="577" y="14637"/>
                    <a:pt x="602" y="15088"/>
                    <a:pt x="652" y="15564"/>
                  </a:cubicBezTo>
                  <a:cubicBezTo>
                    <a:pt x="727" y="16091"/>
                    <a:pt x="777" y="16642"/>
                    <a:pt x="852" y="17193"/>
                  </a:cubicBezTo>
                  <a:cubicBezTo>
                    <a:pt x="1003" y="18371"/>
                    <a:pt x="1178" y="19349"/>
                    <a:pt x="1379" y="20251"/>
                  </a:cubicBezTo>
                  <a:cubicBezTo>
                    <a:pt x="1855" y="22256"/>
                    <a:pt x="2557" y="24136"/>
                    <a:pt x="3484" y="25865"/>
                  </a:cubicBezTo>
                  <a:lnTo>
                    <a:pt x="3083" y="27294"/>
                  </a:lnTo>
                  <a:lnTo>
                    <a:pt x="3008" y="27695"/>
                  </a:lnTo>
                  <a:lnTo>
                    <a:pt x="3233" y="28020"/>
                  </a:lnTo>
                  <a:cubicBezTo>
                    <a:pt x="3258" y="28045"/>
                    <a:pt x="3283" y="28096"/>
                    <a:pt x="3308" y="28146"/>
                  </a:cubicBezTo>
                  <a:cubicBezTo>
                    <a:pt x="3359" y="28196"/>
                    <a:pt x="3384" y="28246"/>
                    <a:pt x="3459" y="28321"/>
                  </a:cubicBezTo>
                  <a:cubicBezTo>
                    <a:pt x="3760" y="28697"/>
                    <a:pt x="4136" y="29023"/>
                    <a:pt x="4562" y="29324"/>
                  </a:cubicBezTo>
                  <a:cubicBezTo>
                    <a:pt x="5915" y="30276"/>
                    <a:pt x="7644" y="30752"/>
                    <a:pt x="9699" y="30752"/>
                  </a:cubicBezTo>
                  <a:cubicBezTo>
                    <a:pt x="10953" y="30752"/>
                    <a:pt x="12331" y="30577"/>
                    <a:pt x="13785" y="30226"/>
                  </a:cubicBezTo>
                  <a:cubicBezTo>
                    <a:pt x="13910" y="30176"/>
                    <a:pt x="14010" y="30151"/>
                    <a:pt x="14136" y="30126"/>
                  </a:cubicBezTo>
                  <a:lnTo>
                    <a:pt x="14762" y="29950"/>
                  </a:lnTo>
                  <a:lnTo>
                    <a:pt x="14963" y="28246"/>
                  </a:lnTo>
                  <a:cubicBezTo>
                    <a:pt x="15138" y="28146"/>
                    <a:pt x="15288" y="27995"/>
                    <a:pt x="15489" y="27820"/>
                  </a:cubicBezTo>
                  <a:cubicBezTo>
                    <a:pt x="15715" y="27594"/>
                    <a:pt x="15915" y="27369"/>
                    <a:pt x="16090" y="27143"/>
                  </a:cubicBezTo>
                  <a:cubicBezTo>
                    <a:pt x="16441" y="26717"/>
                    <a:pt x="16767" y="26191"/>
                    <a:pt x="17043" y="25589"/>
                  </a:cubicBezTo>
                  <a:cubicBezTo>
                    <a:pt x="17494" y="24612"/>
                    <a:pt x="17820" y="23459"/>
                    <a:pt x="17995" y="22206"/>
                  </a:cubicBezTo>
                  <a:cubicBezTo>
                    <a:pt x="18095" y="21354"/>
                    <a:pt x="18146" y="20477"/>
                    <a:pt x="18196" y="19624"/>
                  </a:cubicBezTo>
                  <a:cubicBezTo>
                    <a:pt x="18221" y="19349"/>
                    <a:pt x="18221" y="19098"/>
                    <a:pt x="18246" y="18822"/>
                  </a:cubicBezTo>
                  <a:cubicBezTo>
                    <a:pt x="18271" y="18497"/>
                    <a:pt x="18296" y="18146"/>
                    <a:pt x="18296" y="17820"/>
                  </a:cubicBezTo>
                  <a:cubicBezTo>
                    <a:pt x="18346" y="17068"/>
                    <a:pt x="18396" y="16291"/>
                    <a:pt x="18446" y="15514"/>
                  </a:cubicBezTo>
                  <a:cubicBezTo>
                    <a:pt x="18522" y="14712"/>
                    <a:pt x="18647" y="13910"/>
                    <a:pt x="18772" y="13133"/>
                  </a:cubicBezTo>
                  <a:cubicBezTo>
                    <a:pt x="18822" y="12832"/>
                    <a:pt x="18872" y="12532"/>
                    <a:pt x="18923" y="12231"/>
                  </a:cubicBezTo>
                  <a:cubicBezTo>
                    <a:pt x="19073" y="11228"/>
                    <a:pt x="19248" y="10050"/>
                    <a:pt x="19349" y="8872"/>
                  </a:cubicBezTo>
                  <a:cubicBezTo>
                    <a:pt x="19399" y="8246"/>
                    <a:pt x="19449" y="7669"/>
                    <a:pt x="19449" y="7143"/>
                  </a:cubicBezTo>
                  <a:cubicBezTo>
                    <a:pt x="19449" y="6567"/>
                    <a:pt x="19424" y="5940"/>
                    <a:pt x="19273" y="5339"/>
                  </a:cubicBezTo>
                  <a:cubicBezTo>
                    <a:pt x="19173" y="4862"/>
                    <a:pt x="18973" y="4512"/>
                    <a:pt x="18722" y="4311"/>
                  </a:cubicBezTo>
                  <a:cubicBezTo>
                    <a:pt x="18622" y="4211"/>
                    <a:pt x="18522" y="4136"/>
                    <a:pt x="18446" y="4111"/>
                  </a:cubicBezTo>
                  <a:cubicBezTo>
                    <a:pt x="18371" y="4060"/>
                    <a:pt x="18296" y="4010"/>
                    <a:pt x="18171" y="3985"/>
                  </a:cubicBezTo>
                  <a:cubicBezTo>
                    <a:pt x="18020" y="3910"/>
                    <a:pt x="17845" y="3860"/>
                    <a:pt x="17669" y="3835"/>
                  </a:cubicBezTo>
                  <a:cubicBezTo>
                    <a:pt x="17531" y="3805"/>
                    <a:pt x="17389" y="3791"/>
                    <a:pt x="17242" y="3791"/>
                  </a:cubicBezTo>
                  <a:cubicBezTo>
                    <a:pt x="17018" y="3791"/>
                    <a:pt x="16784" y="3824"/>
                    <a:pt x="16542" y="3885"/>
                  </a:cubicBezTo>
                  <a:cubicBezTo>
                    <a:pt x="16542" y="3835"/>
                    <a:pt x="16542" y="3760"/>
                    <a:pt x="16542" y="3710"/>
                  </a:cubicBezTo>
                  <a:cubicBezTo>
                    <a:pt x="16542" y="3283"/>
                    <a:pt x="16491" y="2908"/>
                    <a:pt x="16391" y="2532"/>
                  </a:cubicBezTo>
                  <a:lnTo>
                    <a:pt x="16316" y="2381"/>
                  </a:lnTo>
                  <a:cubicBezTo>
                    <a:pt x="16166" y="2105"/>
                    <a:pt x="15990" y="1880"/>
                    <a:pt x="15790" y="1704"/>
                  </a:cubicBezTo>
                  <a:cubicBezTo>
                    <a:pt x="15715" y="1629"/>
                    <a:pt x="15614" y="1554"/>
                    <a:pt x="15514" y="1479"/>
                  </a:cubicBezTo>
                  <a:lnTo>
                    <a:pt x="15288" y="1354"/>
                  </a:lnTo>
                  <a:cubicBezTo>
                    <a:pt x="15213" y="1329"/>
                    <a:pt x="15113" y="1253"/>
                    <a:pt x="14963" y="1228"/>
                  </a:cubicBezTo>
                  <a:cubicBezTo>
                    <a:pt x="14758" y="1155"/>
                    <a:pt x="14545" y="1116"/>
                    <a:pt x="14344" y="1116"/>
                  </a:cubicBezTo>
                  <a:cubicBezTo>
                    <a:pt x="14199" y="1116"/>
                    <a:pt x="14061" y="1136"/>
                    <a:pt x="13935" y="1178"/>
                  </a:cubicBezTo>
                  <a:cubicBezTo>
                    <a:pt x="13860" y="1203"/>
                    <a:pt x="13785" y="1228"/>
                    <a:pt x="13709" y="1278"/>
                  </a:cubicBezTo>
                  <a:cubicBezTo>
                    <a:pt x="13609" y="1078"/>
                    <a:pt x="13509" y="877"/>
                    <a:pt x="13359" y="727"/>
                  </a:cubicBezTo>
                  <a:cubicBezTo>
                    <a:pt x="13108" y="426"/>
                    <a:pt x="12757" y="226"/>
                    <a:pt x="12356" y="126"/>
                  </a:cubicBezTo>
                  <a:cubicBezTo>
                    <a:pt x="12231" y="75"/>
                    <a:pt x="12080" y="50"/>
                    <a:pt x="11980" y="50"/>
                  </a:cubicBezTo>
                  <a:lnTo>
                    <a:pt x="11755" y="0"/>
                  </a:lnTo>
                  <a:lnTo>
                    <a:pt x="11679" y="25"/>
                  </a:lnTo>
                  <a:lnTo>
                    <a:pt x="11679" y="226"/>
                  </a:lnTo>
                  <a:lnTo>
                    <a:pt x="1162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4" name="Google Shape;2554;p29"/>
            <p:cNvSpPr/>
            <p:nvPr/>
          </p:nvSpPr>
          <p:spPr>
            <a:xfrm>
              <a:off x="6938391" y="1561963"/>
              <a:ext cx="195284" cy="440274"/>
            </a:xfrm>
            <a:custGeom>
              <a:rect b="b" l="l" r="r" t="t"/>
              <a:pathLst>
                <a:path extrusionOk="0" h="21896" w="9712">
                  <a:moveTo>
                    <a:pt x="3869" y="0"/>
                  </a:moveTo>
                  <a:cubicBezTo>
                    <a:pt x="3694" y="0"/>
                    <a:pt x="3581" y="249"/>
                    <a:pt x="3771" y="354"/>
                  </a:cubicBezTo>
                  <a:cubicBezTo>
                    <a:pt x="4899" y="981"/>
                    <a:pt x="5851" y="1833"/>
                    <a:pt x="6628" y="2886"/>
                  </a:cubicBezTo>
                  <a:cubicBezTo>
                    <a:pt x="8007" y="4765"/>
                    <a:pt x="8759" y="7046"/>
                    <a:pt x="9009" y="9352"/>
                  </a:cubicBezTo>
                  <a:cubicBezTo>
                    <a:pt x="9298" y="11898"/>
                    <a:pt x="9056" y="14581"/>
                    <a:pt x="7823" y="16852"/>
                  </a:cubicBezTo>
                  <a:lnTo>
                    <a:pt x="7823" y="16852"/>
                  </a:lnTo>
                  <a:cubicBezTo>
                    <a:pt x="7040" y="15437"/>
                    <a:pt x="6020" y="14138"/>
                    <a:pt x="4824" y="13036"/>
                  </a:cubicBezTo>
                  <a:cubicBezTo>
                    <a:pt x="4789" y="13002"/>
                    <a:pt x="4737" y="12985"/>
                    <a:pt x="4685" y="12985"/>
                  </a:cubicBezTo>
                  <a:cubicBezTo>
                    <a:pt x="4584" y="12985"/>
                    <a:pt x="4482" y="13046"/>
                    <a:pt x="4498" y="13161"/>
                  </a:cubicBezTo>
                  <a:cubicBezTo>
                    <a:pt x="4847" y="15904"/>
                    <a:pt x="4268" y="18690"/>
                    <a:pt x="2883" y="21059"/>
                  </a:cubicBezTo>
                  <a:lnTo>
                    <a:pt x="2883" y="21059"/>
                  </a:lnTo>
                  <a:cubicBezTo>
                    <a:pt x="2779" y="17972"/>
                    <a:pt x="1935" y="14928"/>
                    <a:pt x="413" y="12234"/>
                  </a:cubicBezTo>
                  <a:cubicBezTo>
                    <a:pt x="374" y="12164"/>
                    <a:pt x="316" y="12135"/>
                    <a:pt x="258" y="12135"/>
                  </a:cubicBezTo>
                  <a:cubicBezTo>
                    <a:pt x="129" y="12135"/>
                    <a:pt x="1" y="12279"/>
                    <a:pt x="87" y="12435"/>
                  </a:cubicBezTo>
                  <a:cubicBezTo>
                    <a:pt x="1666" y="15267"/>
                    <a:pt x="2493" y="18475"/>
                    <a:pt x="2518" y="21708"/>
                  </a:cubicBezTo>
                  <a:cubicBezTo>
                    <a:pt x="2518" y="21829"/>
                    <a:pt x="2610" y="21896"/>
                    <a:pt x="2705" y="21896"/>
                  </a:cubicBezTo>
                  <a:cubicBezTo>
                    <a:pt x="2766" y="21896"/>
                    <a:pt x="2829" y="21867"/>
                    <a:pt x="2869" y="21808"/>
                  </a:cubicBezTo>
                  <a:cubicBezTo>
                    <a:pt x="4448" y="19428"/>
                    <a:pt x="5185" y="16538"/>
                    <a:pt x="4955" y="13701"/>
                  </a:cubicBezTo>
                  <a:lnTo>
                    <a:pt x="4955" y="13701"/>
                  </a:lnTo>
                  <a:cubicBezTo>
                    <a:pt x="6030" y="14770"/>
                    <a:pt x="6942" y="16009"/>
                    <a:pt x="7656" y="17347"/>
                  </a:cubicBezTo>
                  <a:cubicBezTo>
                    <a:pt x="7681" y="17410"/>
                    <a:pt x="7744" y="17441"/>
                    <a:pt x="7809" y="17441"/>
                  </a:cubicBezTo>
                  <a:cubicBezTo>
                    <a:pt x="7875" y="17441"/>
                    <a:pt x="7944" y="17410"/>
                    <a:pt x="7982" y="17347"/>
                  </a:cubicBezTo>
                  <a:cubicBezTo>
                    <a:pt x="8784" y="15994"/>
                    <a:pt x="9235" y="14465"/>
                    <a:pt x="9410" y="12886"/>
                  </a:cubicBezTo>
                  <a:cubicBezTo>
                    <a:pt x="9711" y="10354"/>
                    <a:pt x="9360" y="7698"/>
                    <a:pt x="8408" y="5317"/>
                  </a:cubicBezTo>
                  <a:cubicBezTo>
                    <a:pt x="7531" y="3136"/>
                    <a:pt x="6052" y="1156"/>
                    <a:pt x="3972" y="29"/>
                  </a:cubicBezTo>
                  <a:cubicBezTo>
                    <a:pt x="3936" y="9"/>
                    <a:pt x="3902" y="0"/>
                    <a:pt x="38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29"/>
            <p:cNvSpPr/>
            <p:nvPr/>
          </p:nvSpPr>
          <p:spPr>
            <a:xfrm>
              <a:off x="6105598" y="1757147"/>
              <a:ext cx="71462" cy="122696"/>
            </a:xfrm>
            <a:custGeom>
              <a:rect b="b" l="l" r="r" t="t"/>
              <a:pathLst>
                <a:path extrusionOk="0" h="6102" w="3554">
                  <a:moveTo>
                    <a:pt x="3322" y="1"/>
                  </a:moveTo>
                  <a:cubicBezTo>
                    <a:pt x="3243" y="1"/>
                    <a:pt x="3163" y="45"/>
                    <a:pt x="3133" y="146"/>
                  </a:cubicBezTo>
                  <a:cubicBezTo>
                    <a:pt x="2691" y="1958"/>
                    <a:pt x="1353" y="3381"/>
                    <a:pt x="750" y="5135"/>
                  </a:cubicBezTo>
                  <a:lnTo>
                    <a:pt x="750" y="5135"/>
                  </a:lnTo>
                  <a:cubicBezTo>
                    <a:pt x="478" y="3637"/>
                    <a:pt x="753" y="2066"/>
                    <a:pt x="1529" y="773"/>
                  </a:cubicBezTo>
                  <a:cubicBezTo>
                    <a:pt x="1615" y="617"/>
                    <a:pt x="1487" y="473"/>
                    <a:pt x="1358" y="473"/>
                  </a:cubicBezTo>
                  <a:cubicBezTo>
                    <a:pt x="1300" y="473"/>
                    <a:pt x="1242" y="502"/>
                    <a:pt x="1203" y="572"/>
                  </a:cubicBezTo>
                  <a:cubicBezTo>
                    <a:pt x="226" y="2176"/>
                    <a:pt x="0" y="4156"/>
                    <a:pt x="551" y="5961"/>
                  </a:cubicBezTo>
                  <a:cubicBezTo>
                    <a:pt x="577" y="6051"/>
                    <a:pt x="670" y="6102"/>
                    <a:pt x="757" y="6102"/>
                  </a:cubicBezTo>
                  <a:cubicBezTo>
                    <a:pt x="839" y="6102"/>
                    <a:pt x="915" y="6058"/>
                    <a:pt x="927" y="5961"/>
                  </a:cubicBezTo>
                  <a:cubicBezTo>
                    <a:pt x="1353" y="3855"/>
                    <a:pt x="3008" y="2302"/>
                    <a:pt x="3509" y="246"/>
                  </a:cubicBezTo>
                  <a:cubicBezTo>
                    <a:pt x="3554" y="97"/>
                    <a:pt x="3438" y="1"/>
                    <a:pt x="33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29"/>
            <p:cNvSpPr/>
            <p:nvPr/>
          </p:nvSpPr>
          <p:spPr>
            <a:xfrm>
              <a:off x="7044900" y="1493296"/>
              <a:ext cx="170512" cy="195646"/>
            </a:xfrm>
            <a:custGeom>
              <a:rect b="b" l="l" r="r" t="t"/>
              <a:pathLst>
                <a:path extrusionOk="0" h="9730" w="8480">
                  <a:moveTo>
                    <a:pt x="265" y="0"/>
                  </a:moveTo>
                  <a:cubicBezTo>
                    <a:pt x="63" y="0"/>
                    <a:pt x="1" y="317"/>
                    <a:pt x="229" y="386"/>
                  </a:cubicBezTo>
                  <a:cubicBezTo>
                    <a:pt x="1081" y="712"/>
                    <a:pt x="1933" y="1138"/>
                    <a:pt x="2685" y="1639"/>
                  </a:cubicBezTo>
                  <a:cubicBezTo>
                    <a:pt x="5442" y="3444"/>
                    <a:pt x="7447" y="6351"/>
                    <a:pt x="8073" y="9584"/>
                  </a:cubicBezTo>
                  <a:cubicBezTo>
                    <a:pt x="8094" y="9685"/>
                    <a:pt x="8167" y="9729"/>
                    <a:pt x="8244" y="9729"/>
                  </a:cubicBezTo>
                  <a:cubicBezTo>
                    <a:pt x="8358" y="9729"/>
                    <a:pt x="8479" y="9633"/>
                    <a:pt x="8449" y="9484"/>
                  </a:cubicBezTo>
                  <a:cubicBezTo>
                    <a:pt x="8274" y="8531"/>
                    <a:pt x="7973" y="7629"/>
                    <a:pt x="7572" y="6752"/>
                  </a:cubicBezTo>
                  <a:cubicBezTo>
                    <a:pt x="6169" y="3644"/>
                    <a:pt x="3512" y="1163"/>
                    <a:pt x="329" y="10"/>
                  </a:cubicBezTo>
                  <a:cubicBezTo>
                    <a:pt x="306" y="3"/>
                    <a:pt x="285" y="0"/>
                    <a:pt x="26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p29"/>
            <p:cNvSpPr/>
            <p:nvPr/>
          </p:nvSpPr>
          <p:spPr>
            <a:xfrm>
              <a:off x="7132428" y="1577526"/>
              <a:ext cx="45503" cy="67923"/>
            </a:xfrm>
            <a:custGeom>
              <a:rect b="b" l="l" r="r" t="t"/>
              <a:pathLst>
                <a:path extrusionOk="0" h="3378" w="2263">
                  <a:moveTo>
                    <a:pt x="284" y="0"/>
                  </a:moveTo>
                  <a:cubicBezTo>
                    <a:pt x="135" y="0"/>
                    <a:pt x="0" y="196"/>
                    <a:pt x="136" y="332"/>
                  </a:cubicBezTo>
                  <a:cubicBezTo>
                    <a:pt x="888" y="1184"/>
                    <a:pt x="1490" y="2162"/>
                    <a:pt x="1841" y="3239"/>
                  </a:cubicBezTo>
                  <a:cubicBezTo>
                    <a:pt x="1870" y="3337"/>
                    <a:pt x="1944" y="3378"/>
                    <a:pt x="2020" y="3378"/>
                  </a:cubicBezTo>
                  <a:cubicBezTo>
                    <a:pt x="2140" y="3378"/>
                    <a:pt x="2262" y="3277"/>
                    <a:pt x="2217" y="3139"/>
                  </a:cubicBezTo>
                  <a:cubicBezTo>
                    <a:pt x="1841" y="1986"/>
                    <a:pt x="1214" y="959"/>
                    <a:pt x="412" y="57"/>
                  </a:cubicBezTo>
                  <a:cubicBezTo>
                    <a:pt x="372" y="17"/>
                    <a:pt x="328" y="0"/>
                    <a:pt x="28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29"/>
            <p:cNvSpPr/>
            <p:nvPr/>
          </p:nvSpPr>
          <p:spPr>
            <a:xfrm>
              <a:off x="7116000" y="1561018"/>
              <a:ext cx="10114" cy="7581"/>
            </a:xfrm>
            <a:custGeom>
              <a:rect b="b" l="l" r="r" t="t"/>
              <a:pathLst>
                <a:path extrusionOk="0" h="377" w="503">
                  <a:moveTo>
                    <a:pt x="252" y="0"/>
                  </a:moveTo>
                  <a:cubicBezTo>
                    <a:pt x="1" y="0"/>
                    <a:pt x="1" y="376"/>
                    <a:pt x="252" y="376"/>
                  </a:cubicBezTo>
                  <a:cubicBezTo>
                    <a:pt x="502" y="376"/>
                    <a:pt x="502" y="0"/>
                    <a:pt x="2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29"/>
            <p:cNvSpPr/>
            <p:nvPr/>
          </p:nvSpPr>
          <p:spPr>
            <a:xfrm>
              <a:off x="7127099" y="1620858"/>
              <a:ext cx="17152" cy="26482"/>
            </a:xfrm>
            <a:custGeom>
              <a:rect b="b" l="l" r="r" t="t"/>
              <a:pathLst>
                <a:path extrusionOk="0" h="1317" w="853">
                  <a:moveTo>
                    <a:pt x="234" y="1"/>
                  </a:moveTo>
                  <a:cubicBezTo>
                    <a:pt x="216" y="1"/>
                    <a:pt x="197" y="3"/>
                    <a:pt x="176" y="7"/>
                  </a:cubicBezTo>
                  <a:cubicBezTo>
                    <a:pt x="101" y="32"/>
                    <a:pt x="0" y="157"/>
                    <a:pt x="50" y="257"/>
                  </a:cubicBezTo>
                  <a:lnTo>
                    <a:pt x="426" y="1185"/>
                  </a:lnTo>
                  <a:cubicBezTo>
                    <a:pt x="468" y="1268"/>
                    <a:pt x="527" y="1316"/>
                    <a:pt x="617" y="1316"/>
                  </a:cubicBezTo>
                  <a:cubicBezTo>
                    <a:pt x="635" y="1316"/>
                    <a:pt x="655" y="1314"/>
                    <a:pt x="677" y="1310"/>
                  </a:cubicBezTo>
                  <a:cubicBezTo>
                    <a:pt x="752" y="1285"/>
                    <a:pt x="852" y="1160"/>
                    <a:pt x="802" y="1084"/>
                  </a:cubicBezTo>
                  <a:cubicBezTo>
                    <a:pt x="677" y="759"/>
                    <a:pt x="552" y="458"/>
                    <a:pt x="426" y="157"/>
                  </a:cubicBezTo>
                  <a:cubicBezTo>
                    <a:pt x="385" y="53"/>
                    <a:pt x="325" y="1"/>
                    <a:pt x="2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0" name="Google Shape;2560;p29"/>
            <p:cNvSpPr/>
            <p:nvPr/>
          </p:nvSpPr>
          <p:spPr>
            <a:xfrm>
              <a:off x="7113487" y="1626247"/>
              <a:ext cx="17654" cy="26502"/>
            </a:xfrm>
            <a:custGeom>
              <a:rect b="b" l="l" r="r" t="t"/>
              <a:pathLst>
                <a:path extrusionOk="0" h="1318" w="878">
                  <a:moveTo>
                    <a:pt x="206" y="1"/>
                  </a:moveTo>
                  <a:cubicBezTo>
                    <a:pt x="170" y="1"/>
                    <a:pt x="134" y="6"/>
                    <a:pt x="101" y="14"/>
                  </a:cubicBezTo>
                  <a:cubicBezTo>
                    <a:pt x="1" y="65"/>
                    <a:pt x="1" y="190"/>
                    <a:pt x="26" y="290"/>
                  </a:cubicBezTo>
                  <a:cubicBezTo>
                    <a:pt x="201" y="616"/>
                    <a:pt x="351" y="917"/>
                    <a:pt x="502" y="1218"/>
                  </a:cubicBezTo>
                  <a:cubicBezTo>
                    <a:pt x="535" y="1284"/>
                    <a:pt x="602" y="1318"/>
                    <a:pt x="665" y="1318"/>
                  </a:cubicBezTo>
                  <a:cubicBezTo>
                    <a:pt x="697" y="1318"/>
                    <a:pt x="727" y="1309"/>
                    <a:pt x="752" y="1293"/>
                  </a:cubicBezTo>
                  <a:cubicBezTo>
                    <a:pt x="853" y="1243"/>
                    <a:pt x="878" y="1117"/>
                    <a:pt x="828" y="1017"/>
                  </a:cubicBezTo>
                  <a:cubicBezTo>
                    <a:pt x="677" y="716"/>
                    <a:pt x="527" y="415"/>
                    <a:pt x="377" y="90"/>
                  </a:cubicBezTo>
                  <a:cubicBezTo>
                    <a:pt x="343" y="23"/>
                    <a:pt x="276" y="1"/>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29"/>
            <p:cNvSpPr/>
            <p:nvPr/>
          </p:nvSpPr>
          <p:spPr>
            <a:xfrm>
              <a:off x="7140612" y="1753769"/>
              <a:ext cx="24290" cy="129191"/>
            </a:xfrm>
            <a:custGeom>
              <a:rect b="b" l="l" r="r" t="t"/>
              <a:pathLst>
                <a:path extrusionOk="0" h="6425" w="1208">
                  <a:moveTo>
                    <a:pt x="863" y="1"/>
                  </a:moveTo>
                  <a:cubicBezTo>
                    <a:pt x="763" y="1"/>
                    <a:pt x="669" y="64"/>
                    <a:pt x="682" y="189"/>
                  </a:cubicBezTo>
                  <a:cubicBezTo>
                    <a:pt x="807" y="2219"/>
                    <a:pt x="606" y="4249"/>
                    <a:pt x="30" y="6179"/>
                  </a:cubicBezTo>
                  <a:cubicBezTo>
                    <a:pt x="0" y="6328"/>
                    <a:pt x="122" y="6424"/>
                    <a:pt x="235" y="6424"/>
                  </a:cubicBezTo>
                  <a:cubicBezTo>
                    <a:pt x="312" y="6424"/>
                    <a:pt x="386" y="6380"/>
                    <a:pt x="406" y="6279"/>
                  </a:cubicBezTo>
                  <a:cubicBezTo>
                    <a:pt x="982" y="4299"/>
                    <a:pt x="1208" y="2244"/>
                    <a:pt x="1083" y="189"/>
                  </a:cubicBezTo>
                  <a:cubicBezTo>
                    <a:pt x="1070" y="64"/>
                    <a:pt x="964" y="1"/>
                    <a:pt x="86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29"/>
            <p:cNvSpPr/>
            <p:nvPr/>
          </p:nvSpPr>
          <p:spPr>
            <a:xfrm>
              <a:off x="7127099" y="1912779"/>
              <a:ext cx="10094" cy="7581"/>
            </a:xfrm>
            <a:custGeom>
              <a:rect b="b" l="l" r="r" t="t"/>
              <a:pathLst>
                <a:path extrusionOk="0" h="377" w="502">
                  <a:moveTo>
                    <a:pt x="251" y="0"/>
                  </a:moveTo>
                  <a:cubicBezTo>
                    <a:pt x="0" y="0"/>
                    <a:pt x="0" y="376"/>
                    <a:pt x="251" y="376"/>
                  </a:cubicBezTo>
                  <a:cubicBezTo>
                    <a:pt x="502" y="376"/>
                    <a:pt x="502"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29"/>
            <p:cNvSpPr/>
            <p:nvPr/>
          </p:nvSpPr>
          <p:spPr>
            <a:xfrm>
              <a:off x="7197415" y="1798628"/>
              <a:ext cx="29478" cy="71301"/>
            </a:xfrm>
            <a:custGeom>
              <a:rect b="b" l="l" r="r" t="t"/>
              <a:pathLst>
                <a:path extrusionOk="0" h="3546" w="1466">
                  <a:moveTo>
                    <a:pt x="1265" y="0"/>
                  </a:moveTo>
                  <a:cubicBezTo>
                    <a:pt x="1165" y="0"/>
                    <a:pt x="1065" y="63"/>
                    <a:pt x="1065" y="188"/>
                  </a:cubicBezTo>
                  <a:cubicBezTo>
                    <a:pt x="1040" y="1291"/>
                    <a:pt x="689" y="2344"/>
                    <a:pt x="87" y="3246"/>
                  </a:cubicBezTo>
                  <a:cubicBezTo>
                    <a:pt x="1" y="3402"/>
                    <a:pt x="129" y="3545"/>
                    <a:pt x="266" y="3545"/>
                  </a:cubicBezTo>
                  <a:cubicBezTo>
                    <a:pt x="328" y="3545"/>
                    <a:pt x="392" y="3516"/>
                    <a:pt x="438" y="3447"/>
                  </a:cubicBezTo>
                  <a:cubicBezTo>
                    <a:pt x="1065" y="2494"/>
                    <a:pt x="1416" y="1341"/>
                    <a:pt x="1466" y="188"/>
                  </a:cubicBezTo>
                  <a:cubicBezTo>
                    <a:pt x="1466" y="63"/>
                    <a:pt x="1365" y="0"/>
                    <a:pt x="126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29"/>
            <p:cNvSpPr/>
            <p:nvPr/>
          </p:nvSpPr>
          <p:spPr>
            <a:xfrm>
              <a:off x="7194520" y="1944629"/>
              <a:ext cx="20288" cy="125652"/>
            </a:xfrm>
            <a:custGeom>
              <a:rect b="b" l="l" r="r" t="t"/>
              <a:pathLst>
                <a:path extrusionOk="0" h="6249" w="1009">
                  <a:moveTo>
                    <a:pt x="236" y="0"/>
                  </a:moveTo>
                  <a:cubicBezTo>
                    <a:pt x="122" y="0"/>
                    <a:pt x="1" y="96"/>
                    <a:pt x="31" y="246"/>
                  </a:cubicBezTo>
                  <a:cubicBezTo>
                    <a:pt x="482" y="2151"/>
                    <a:pt x="607" y="4130"/>
                    <a:pt x="432" y="6060"/>
                  </a:cubicBezTo>
                  <a:cubicBezTo>
                    <a:pt x="419" y="6186"/>
                    <a:pt x="513" y="6248"/>
                    <a:pt x="613" y="6248"/>
                  </a:cubicBezTo>
                  <a:cubicBezTo>
                    <a:pt x="714" y="6248"/>
                    <a:pt x="820" y="6186"/>
                    <a:pt x="833" y="6060"/>
                  </a:cubicBezTo>
                  <a:cubicBezTo>
                    <a:pt x="1008" y="4080"/>
                    <a:pt x="858" y="2075"/>
                    <a:pt x="407" y="145"/>
                  </a:cubicBezTo>
                  <a:cubicBezTo>
                    <a:pt x="386" y="44"/>
                    <a:pt x="313" y="0"/>
                    <a:pt x="2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29"/>
            <p:cNvSpPr/>
            <p:nvPr/>
          </p:nvSpPr>
          <p:spPr>
            <a:xfrm>
              <a:off x="6959785" y="1901458"/>
              <a:ext cx="9591" cy="9812"/>
            </a:xfrm>
            <a:custGeom>
              <a:rect b="b" l="l" r="r" t="t"/>
              <a:pathLst>
                <a:path extrusionOk="0" h="488" w="477">
                  <a:moveTo>
                    <a:pt x="276" y="1"/>
                  </a:moveTo>
                  <a:cubicBezTo>
                    <a:pt x="259" y="1"/>
                    <a:pt x="243" y="12"/>
                    <a:pt x="226" y="12"/>
                  </a:cubicBezTo>
                  <a:cubicBezTo>
                    <a:pt x="201" y="37"/>
                    <a:pt x="176" y="37"/>
                    <a:pt x="151" y="62"/>
                  </a:cubicBezTo>
                  <a:cubicBezTo>
                    <a:pt x="126" y="87"/>
                    <a:pt x="101" y="112"/>
                    <a:pt x="51" y="162"/>
                  </a:cubicBezTo>
                  <a:cubicBezTo>
                    <a:pt x="26" y="187"/>
                    <a:pt x="26" y="212"/>
                    <a:pt x="0" y="237"/>
                  </a:cubicBezTo>
                  <a:cubicBezTo>
                    <a:pt x="0" y="262"/>
                    <a:pt x="0" y="262"/>
                    <a:pt x="0" y="287"/>
                  </a:cubicBezTo>
                  <a:cubicBezTo>
                    <a:pt x="0" y="313"/>
                    <a:pt x="0" y="363"/>
                    <a:pt x="26" y="388"/>
                  </a:cubicBezTo>
                  <a:lnTo>
                    <a:pt x="51" y="438"/>
                  </a:lnTo>
                  <a:cubicBezTo>
                    <a:pt x="76" y="438"/>
                    <a:pt x="101" y="463"/>
                    <a:pt x="126" y="463"/>
                  </a:cubicBezTo>
                  <a:cubicBezTo>
                    <a:pt x="151" y="488"/>
                    <a:pt x="176" y="488"/>
                    <a:pt x="201" y="488"/>
                  </a:cubicBezTo>
                  <a:cubicBezTo>
                    <a:pt x="226" y="488"/>
                    <a:pt x="251" y="488"/>
                    <a:pt x="276" y="463"/>
                  </a:cubicBezTo>
                  <a:cubicBezTo>
                    <a:pt x="301" y="463"/>
                    <a:pt x="326" y="438"/>
                    <a:pt x="326" y="438"/>
                  </a:cubicBezTo>
                  <a:lnTo>
                    <a:pt x="427" y="338"/>
                  </a:lnTo>
                  <a:cubicBezTo>
                    <a:pt x="452" y="313"/>
                    <a:pt x="477" y="287"/>
                    <a:pt x="477" y="237"/>
                  </a:cubicBezTo>
                  <a:lnTo>
                    <a:pt x="477" y="187"/>
                  </a:lnTo>
                  <a:cubicBezTo>
                    <a:pt x="477" y="162"/>
                    <a:pt x="477" y="137"/>
                    <a:pt x="452" y="87"/>
                  </a:cubicBezTo>
                  <a:cubicBezTo>
                    <a:pt x="452" y="87"/>
                    <a:pt x="452" y="62"/>
                    <a:pt x="427" y="62"/>
                  </a:cubicBezTo>
                  <a:cubicBezTo>
                    <a:pt x="401" y="37"/>
                    <a:pt x="401" y="37"/>
                    <a:pt x="376" y="12"/>
                  </a:cubicBezTo>
                  <a:cubicBezTo>
                    <a:pt x="360" y="12"/>
                    <a:pt x="343" y="1"/>
                    <a:pt x="326" y="1"/>
                  </a:cubicBezTo>
                  <a:cubicBezTo>
                    <a:pt x="318" y="1"/>
                    <a:pt x="310" y="3"/>
                    <a:pt x="301" y="12"/>
                  </a:cubicBezTo>
                  <a:cubicBezTo>
                    <a:pt x="293" y="3"/>
                    <a:pt x="284"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29"/>
            <p:cNvSpPr/>
            <p:nvPr/>
          </p:nvSpPr>
          <p:spPr>
            <a:xfrm>
              <a:off x="6718555" y="1379065"/>
              <a:ext cx="301452" cy="323047"/>
            </a:xfrm>
            <a:custGeom>
              <a:rect b="b" l="l" r="r" t="t"/>
              <a:pathLst>
                <a:path extrusionOk="0" h="16066" w="14992">
                  <a:moveTo>
                    <a:pt x="5412" y="0"/>
                  </a:moveTo>
                  <a:cubicBezTo>
                    <a:pt x="3631" y="0"/>
                    <a:pt x="1855" y="379"/>
                    <a:pt x="218" y="1129"/>
                  </a:cubicBezTo>
                  <a:cubicBezTo>
                    <a:pt x="0" y="1217"/>
                    <a:pt x="123" y="1474"/>
                    <a:pt x="324" y="1474"/>
                  </a:cubicBezTo>
                  <a:cubicBezTo>
                    <a:pt x="354" y="1474"/>
                    <a:pt x="386" y="1468"/>
                    <a:pt x="418" y="1455"/>
                  </a:cubicBezTo>
                  <a:cubicBezTo>
                    <a:pt x="1963" y="742"/>
                    <a:pt x="3669" y="386"/>
                    <a:pt x="5381" y="386"/>
                  </a:cubicBezTo>
                  <a:cubicBezTo>
                    <a:pt x="6015" y="386"/>
                    <a:pt x="6649" y="435"/>
                    <a:pt x="7277" y="533"/>
                  </a:cubicBezTo>
                  <a:lnTo>
                    <a:pt x="7277" y="533"/>
                  </a:lnTo>
                  <a:cubicBezTo>
                    <a:pt x="5880" y="1260"/>
                    <a:pt x="4460" y="1927"/>
                    <a:pt x="3000" y="2533"/>
                  </a:cubicBezTo>
                  <a:cubicBezTo>
                    <a:pt x="2850" y="2608"/>
                    <a:pt x="2799" y="2884"/>
                    <a:pt x="3000" y="2909"/>
                  </a:cubicBezTo>
                  <a:cubicBezTo>
                    <a:pt x="5545" y="3279"/>
                    <a:pt x="7940" y="4333"/>
                    <a:pt x="9910" y="5951"/>
                  </a:cubicBezTo>
                  <a:lnTo>
                    <a:pt x="9910" y="5951"/>
                  </a:lnTo>
                  <a:cubicBezTo>
                    <a:pt x="8766" y="5831"/>
                    <a:pt x="7616" y="5733"/>
                    <a:pt x="6463" y="5733"/>
                  </a:cubicBezTo>
                  <a:cubicBezTo>
                    <a:pt x="5744" y="5733"/>
                    <a:pt x="5023" y="5771"/>
                    <a:pt x="4303" y="5866"/>
                  </a:cubicBezTo>
                  <a:cubicBezTo>
                    <a:pt x="4128" y="5891"/>
                    <a:pt x="4002" y="6142"/>
                    <a:pt x="4203" y="6242"/>
                  </a:cubicBezTo>
                  <a:cubicBezTo>
                    <a:pt x="5155" y="6693"/>
                    <a:pt x="6083" y="7220"/>
                    <a:pt x="6985" y="7796"/>
                  </a:cubicBezTo>
                  <a:cubicBezTo>
                    <a:pt x="10118" y="9851"/>
                    <a:pt x="12749" y="12683"/>
                    <a:pt x="14579" y="15967"/>
                  </a:cubicBezTo>
                  <a:cubicBezTo>
                    <a:pt x="14618" y="16037"/>
                    <a:pt x="14676" y="16066"/>
                    <a:pt x="14734" y="16066"/>
                  </a:cubicBezTo>
                  <a:cubicBezTo>
                    <a:pt x="14863" y="16066"/>
                    <a:pt x="14991" y="15922"/>
                    <a:pt x="14905" y="15766"/>
                  </a:cubicBezTo>
                  <a:cubicBezTo>
                    <a:pt x="14378" y="14814"/>
                    <a:pt x="13802" y="13912"/>
                    <a:pt x="13150" y="13034"/>
                  </a:cubicBezTo>
                  <a:cubicBezTo>
                    <a:pt x="11005" y="10182"/>
                    <a:pt x="8194" y="7817"/>
                    <a:pt x="5011" y="6190"/>
                  </a:cubicBezTo>
                  <a:lnTo>
                    <a:pt x="5011" y="6190"/>
                  </a:lnTo>
                  <a:cubicBezTo>
                    <a:pt x="5522" y="6147"/>
                    <a:pt x="6034" y="6127"/>
                    <a:pt x="6545" y="6127"/>
                  </a:cubicBezTo>
                  <a:cubicBezTo>
                    <a:pt x="7875" y="6127"/>
                    <a:pt x="9202" y="6257"/>
                    <a:pt x="10519" y="6418"/>
                  </a:cubicBezTo>
                  <a:cubicBezTo>
                    <a:pt x="10527" y="6419"/>
                    <a:pt x="10535" y="6419"/>
                    <a:pt x="10543" y="6419"/>
                  </a:cubicBezTo>
                  <a:cubicBezTo>
                    <a:pt x="10703" y="6419"/>
                    <a:pt x="10789" y="6187"/>
                    <a:pt x="10669" y="6092"/>
                  </a:cubicBezTo>
                  <a:cubicBezTo>
                    <a:pt x="8726" y="4334"/>
                    <a:pt x="6313" y="3131"/>
                    <a:pt x="3766" y="2641"/>
                  </a:cubicBezTo>
                  <a:lnTo>
                    <a:pt x="3766" y="2641"/>
                  </a:lnTo>
                  <a:cubicBezTo>
                    <a:pt x="5195" y="2030"/>
                    <a:pt x="6588" y="1345"/>
                    <a:pt x="7962" y="603"/>
                  </a:cubicBezTo>
                  <a:cubicBezTo>
                    <a:pt x="8113" y="528"/>
                    <a:pt x="8088" y="277"/>
                    <a:pt x="7912" y="252"/>
                  </a:cubicBezTo>
                  <a:cubicBezTo>
                    <a:pt x="7087" y="84"/>
                    <a:pt x="6249" y="0"/>
                    <a:pt x="54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29"/>
            <p:cNvSpPr/>
            <p:nvPr/>
          </p:nvSpPr>
          <p:spPr>
            <a:xfrm>
              <a:off x="6794662" y="1576521"/>
              <a:ext cx="83004" cy="244809"/>
            </a:xfrm>
            <a:custGeom>
              <a:rect b="b" l="l" r="r" t="t"/>
              <a:pathLst>
                <a:path extrusionOk="0" h="12175" w="4128">
                  <a:moveTo>
                    <a:pt x="278" y="0"/>
                  </a:moveTo>
                  <a:cubicBezTo>
                    <a:pt x="140" y="0"/>
                    <a:pt x="1" y="196"/>
                    <a:pt x="117" y="332"/>
                  </a:cubicBezTo>
                  <a:cubicBezTo>
                    <a:pt x="719" y="1059"/>
                    <a:pt x="1245" y="1811"/>
                    <a:pt x="1696" y="2613"/>
                  </a:cubicBezTo>
                  <a:cubicBezTo>
                    <a:pt x="3275" y="5445"/>
                    <a:pt x="3977" y="8753"/>
                    <a:pt x="3626" y="11986"/>
                  </a:cubicBezTo>
                  <a:cubicBezTo>
                    <a:pt x="3613" y="12112"/>
                    <a:pt x="3707" y="12174"/>
                    <a:pt x="3808" y="12174"/>
                  </a:cubicBezTo>
                  <a:cubicBezTo>
                    <a:pt x="3908" y="12174"/>
                    <a:pt x="4014" y="12112"/>
                    <a:pt x="4027" y="11986"/>
                  </a:cubicBezTo>
                  <a:cubicBezTo>
                    <a:pt x="4127" y="11034"/>
                    <a:pt x="4127" y="10082"/>
                    <a:pt x="4052" y="9129"/>
                  </a:cubicBezTo>
                  <a:cubicBezTo>
                    <a:pt x="3801" y="5821"/>
                    <a:pt x="2523" y="2613"/>
                    <a:pt x="393" y="56"/>
                  </a:cubicBezTo>
                  <a:cubicBezTo>
                    <a:pt x="359" y="17"/>
                    <a:pt x="319" y="0"/>
                    <a:pt x="27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29"/>
            <p:cNvSpPr/>
            <p:nvPr/>
          </p:nvSpPr>
          <p:spPr>
            <a:xfrm>
              <a:off x="6401400" y="1344078"/>
              <a:ext cx="134399" cy="83527"/>
            </a:xfrm>
            <a:custGeom>
              <a:rect b="b" l="l" r="r" t="t"/>
              <a:pathLst>
                <a:path extrusionOk="0" h="4154" w="6684">
                  <a:moveTo>
                    <a:pt x="2796" y="0"/>
                  </a:moveTo>
                  <a:cubicBezTo>
                    <a:pt x="2634" y="0"/>
                    <a:pt x="2551" y="252"/>
                    <a:pt x="2708" y="363"/>
                  </a:cubicBezTo>
                  <a:cubicBezTo>
                    <a:pt x="3510" y="876"/>
                    <a:pt x="4114" y="1606"/>
                    <a:pt x="4467" y="2448"/>
                  </a:cubicBezTo>
                  <a:lnTo>
                    <a:pt x="4467" y="2448"/>
                  </a:lnTo>
                  <a:cubicBezTo>
                    <a:pt x="3759" y="2282"/>
                    <a:pt x="3037" y="2200"/>
                    <a:pt x="2317" y="2200"/>
                  </a:cubicBezTo>
                  <a:cubicBezTo>
                    <a:pt x="1598" y="2200"/>
                    <a:pt x="879" y="2282"/>
                    <a:pt x="176" y="2443"/>
                  </a:cubicBezTo>
                  <a:cubicBezTo>
                    <a:pt x="1" y="2494"/>
                    <a:pt x="1" y="2794"/>
                    <a:pt x="176" y="2819"/>
                  </a:cubicBezTo>
                  <a:cubicBezTo>
                    <a:pt x="1179" y="2995"/>
                    <a:pt x="2081" y="3421"/>
                    <a:pt x="2833" y="4098"/>
                  </a:cubicBezTo>
                  <a:cubicBezTo>
                    <a:pt x="2878" y="4137"/>
                    <a:pt x="2927" y="4154"/>
                    <a:pt x="2974" y="4154"/>
                  </a:cubicBezTo>
                  <a:cubicBezTo>
                    <a:pt x="3134" y="4154"/>
                    <a:pt x="3264" y="3958"/>
                    <a:pt x="3109" y="3822"/>
                  </a:cubicBezTo>
                  <a:cubicBezTo>
                    <a:pt x="2531" y="3298"/>
                    <a:pt x="1874" y="2904"/>
                    <a:pt x="1159" y="2660"/>
                  </a:cubicBezTo>
                  <a:lnTo>
                    <a:pt x="1159" y="2660"/>
                  </a:lnTo>
                  <a:cubicBezTo>
                    <a:pt x="1536" y="2609"/>
                    <a:pt x="1916" y="2585"/>
                    <a:pt x="2297" y="2585"/>
                  </a:cubicBezTo>
                  <a:cubicBezTo>
                    <a:pt x="3116" y="2585"/>
                    <a:pt x="3938" y="2699"/>
                    <a:pt x="4738" y="2920"/>
                  </a:cubicBezTo>
                  <a:cubicBezTo>
                    <a:pt x="4749" y="2922"/>
                    <a:pt x="4760" y="2923"/>
                    <a:pt x="4771" y="2923"/>
                  </a:cubicBezTo>
                  <a:cubicBezTo>
                    <a:pt x="4888" y="2923"/>
                    <a:pt x="5009" y="2806"/>
                    <a:pt x="4963" y="2669"/>
                  </a:cubicBezTo>
                  <a:cubicBezTo>
                    <a:pt x="4725" y="1937"/>
                    <a:pt x="4314" y="1263"/>
                    <a:pt x="3768" y="718"/>
                  </a:cubicBezTo>
                  <a:lnTo>
                    <a:pt x="3768" y="718"/>
                  </a:lnTo>
                  <a:cubicBezTo>
                    <a:pt x="4672" y="1061"/>
                    <a:pt x="5528" y="1517"/>
                    <a:pt x="6317" y="2067"/>
                  </a:cubicBezTo>
                  <a:cubicBezTo>
                    <a:pt x="6351" y="2093"/>
                    <a:pt x="6385" y="2104"/>
                    <a:pt x="6417" y="2104"/>
                  </a:cubicBezTo>
                  <a:cubicBezTo>
                    <a:pt x="6574" y="2104"/>
                    <a:pt x="6684" y="1841"/>
                    <a:pt x="6517" y="1717"/>
                  </a:cubicBezTo>
                  <a:cubicBezTo>
                    <a:pt x="5414" y="965"/>
                    <a:pt x="4161" y="363"/>
                    <a:pt x="2858" y="12"/>
                  </a:cubicBezTo>
                  <a:cubicBezTo>
                    <a:pt x="2836" y="4"/>
                    <a:pt x="2815" y="0"/>
                    <a:pt x="27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29"/>
            <p:cNvSpPr/>
            <p:nvPr/>
          </p:nvSpPr>
          <p:spPr>
            <a:xfrm>
              <a:off x="6114164" y="1521708"/>
              <a:ext cx="349247" cy="222510"/>
            </a:xfrm>
            <a:custGeom>
              <a:rect b="b" l="l" r="r" t="t"/>
              <a:pathLst>
                <a:path extrusionOk="0" h="11066" w="17369">
                  <a:moveTo>
                    <a:pt x="17118" y="0"/>
                  </a:moveTo>
                  <a:cubicBezTo>
                    <a:pt x="15364" y="76"/>
                    <a:pt x="13609" y="276"/>
                    <a:pt x="11880" y="652"/>
                  </a:cubicBezTo>
                  <a:cubicBezTo>
                    <a:pt x="10376" y="978"/>
                    <a:pt x="8897" y="1429"/>
                    <a:pt x="7469" y="2005"/>
                  </a:cubicBezTo>
                  <a:cubicBezTo>
                    <a:pt x="6191" y="2507"/>
                    <a:pt x="4912" y="3133"/>
                    <a:pt x="3785" y="3985"/>
                  </a:cubicBezTo>
                  <a:cubicBezTo>
                    <a:pt x="1654" y="5589"/>
                    <a:pt x="0" y="8121"/>
                    <a:pt x="276" y="10878"/>
                  </a:cubicBezTo>
                  <a:cubicBezTo>
                    <a:pt x="288" y="11003"/>
                    <a:pt x="389" y="11066"/>
                    <a:pt x="483" y="11066"/>
                  </a:cubicBezTo>
                  <a:cubicBezTo>
                    <a:pt x="577" y="11066"/>
                    <a:pt x="664" y="11003"/>
                    <a:pt x="652" y="10878"/>
                  </a:cubicBezTo>
                  <a:cubicBezTo>
                    <a:pt x="501" y="9399"/>
                    <a:pt x="952" y="7920"/>
                    <a:pt x="1754" y="6667"/>
                  </a:cubicBezTo>
                  <a:cubicBezTo>
                    <a:pt x="3233" y="4361"/>
                    <a:pt x="5790" y="3008"/>
                    <a:pt x="8296" y="2106"/>
                  </a:cubicBezTo>
                  <a:cubicBezTo>
                    <a:pt x="11128" y="1078"/>
                    <a:pt x="14110" y="502"/>
                    <a:pt x="17118" y="401"/>
                  </a:cubicBezTo>
                  <a:cubicBezTo>
                    <a:pt x="17369" y="401"/>
                    <a:pt x="17369" y="0"/>
                    <a:pt x="171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0" name="Google Shape;2570;p29"/>
            <p:cNvSpPr/>
            <p:nvPr/>
          </p:nvSpPr>
          <p:spPr>
            <a:xfrm>
              <a:off x="6155988" y="1717696"/>
              <a:ext cx="74136" cy="17896"/>
            </a:xfrm>
            <a:custGeom>
              <a:rect b="b" l="l" r="r" t="t"/>
              <a:pathLst>
                <a:path extrusionOk="0" h="890" w="3687">
                  <a:moveTo>
                    <a:pt x="862" y="0"/>
                  </a:moveTo>
                  <a:cubicBezTo>
                    <a:pt x="659" y="0"/>
                    <a:pt x="455" y="9"/>
                    <a:pt x="251" y="28"/>
                  </a:cubicBezTo>
                  <a:cubicBezTo>
                    <a:pt x="8" y="52"/>
                    <a:pt x="1" y="405"/>
                    <a:pt x="227" y="405"/>
                  </a:cubicBezTo>
                  <a:cubicBezTo>
                    <a:pt x="235" y="405"/>
                    <a:pt x="243" y="405"/>
                    <a:pt x="251" y="404"/>
                  </a:cubicBezTo>
                  <a:cubicBezTo>
                    <a:pt x="425" y="391"/>
                    <a:pt x="599" y="385"/>
                    <a:pt x="774" y="385"/>
                  </a:cubicBezTo>
                  <a:cubicBezTo>
                    <a:pt x="1657" y="385"/>
                    <a:pt x="2543" y="545"/>
                    <a:pt x="3359" y="880"/>
                  </a:cubicBezTo>
                  <a:cubicBezTo>
                    <a:pt x="3381" y="887"/>
                    <a:pt x="3403" y="890"/>
                    <a:pt x="3423" y="890"/>
                  </a:cubicBezTo>
                  <a:cubicBezTo>
                    <a:pt x="3625" y="890"/>
                    <a:pt x="3687" y="573"/>
                    <a:pt x="3459" y="504"/>
                  </a:cubicBezTo>
                  <a:cubicBezTo>
                    <a:pt x="2642" y="177"/>
                    <a:pt x="1758" y="0"/>
                    <a:pt x="8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1" name="Google Shape;2571;p29"/>
            <p:cNvSpPr/>
            <p:nvPr/>
          </p:nvSpPr>
          <p:spPr>
            <a:xfrm>
              <a:off x="6596644" y="1516842"/>
              <a:ext cx="183461" cy="213763"/>
            </a:xfrm>
            <a:custGeom>
              <a:rect b="b" l="l" r="r" t="t"/>
              <a:pathLst>
                <a:path extrusionOk="0" h="10631" w="9124">
                  <a:moveTo>
                    <a:pt x="1120" y="0"/>
                  </a:moveTo>
                  <a:cubicBezTo>
                    <a:pt x="949" y="0"/>
                    <a:pt x="894" y="304"/>
                    <a:pt x="1093" y="393"/>
                  </a:cubicBezTo>
                  <a:cubicBezTo>
                    <a:pt x="1895" y="668"/>
                    <a:pt x="2647" y="969"/>
                    <a:pt x="3399" y="1370"/>
                  </a:cubicBezTo>
                  <a:cubicBezTo>
                    <a:pt x="5619" y="2537"/>
                    <a:pt x="7588" y="4332"/>
                    <a:pt x="8486" y="6715"/>
                  </a:cubicBezTo>
                  <a:lnTo>
                    <a:pt x="8486" y="6715"/>
                  </a:lnTo>
                  <a:cubicBezTo>
                    <a:pt x="7204" y="5645"/>
                    <a:pt x="5659" y="4881"/>
                    <a:pt x="4000" y="4553"/>
                  </a:cubicBezTo>
                  <a:cubicBezTo>
                    <a:pt x="3984" y="4550"/>
                    <a:pt x="3968" y="4548"/>
                    <a:pt x="3953" y="4548"/>
                  </a:cubicBezTo>
                  <a:cubicBezTo>
                    <a:pt x="3845" y="4548"/>
                    <a:pt x="3750" y="4622"/>
                    <a:pt x="3750" y="4754"/>
                  </a:cubicBezTo>
                  <a:cubicBezTo>
                    <a:pt x="3815" y="6393"/>
                    <a:pt x="3881" y="8052"/>
                    <a:pt x="3946" y="9714"/>
                  </a:cubicBezTo>
                  <a:lnTo>
                    <a:pt x="3946" y="9714"/>
                  </a:lnTo>
                  <a:cubicBezTo>
                    <a:pt x="3013" y="8358"/>
                    <a:pt x="1806" y="7203"/>
                    <a:pt x="391" y="6333"/>
                  </a:cubicBezTo>
                  <a:cubicBezTo>
                    <a:pt x="356" y="6313"/>
                    <a:pt x="321" y="6305"/>
                    <a:pt x="289" y="6305"/>
                  </a:cubicBezTo>
                  <a:cubicBezTo>
                    <a:pt x="113" y="6305"/>
                    <a:pt x="0" y="6553"/>
                    <a:pt x="191" y="6659"/>
                  </a:cubicBezTo>
                  <a:cubicBezTo>
                    <a:pt x="1770" y="7636"/>
                    <a:pt x="3073" y="8964"/>
                    <a:pt x="4000" y="10543"/>
                  </a:cubicBezTo>
                  <a:cubicBezTo>
                    <a:pt x="4040" y="10603"/>
                    <a:pt x="4107" y="10631"/>
                    <a:pt x="4173" y="10631"/>
                  </a:cubicBezTo>
                  <a:cubicBezTo>
                    <a:pt x="4275" y="10631"/>
                    <a:pt x="4376" y="10564"/>
                    <a:pt x="4376" y="10443"/>
                  </a:cubicBezTo>
                  <a:cubicBezTo>
                    <a:pt x="4304" y="8617"/>
                    <a:pt x="4232" y="6790"/>
                    <a:pt x="4160" y="4986"/>
                  </a:cubicBezTo>
                  <a:lnTo>
                    <a:pt x="4160" y="4986"/>
                  </a:lnTo>
                  <a:cubicBezTo>
                    <a:pt x="5891" y="5389"/>
                    <a:pt x="7497" y="6244"/>
                    <a:pt x="8762" y="7486"/>
                  </a:cubicBezTo>
                  <a:cubicBezTo>
                    <a:pt x="8805" y="7529"/>
                    <a:pt x="8855" y="7547"/>
                    <a:pt x="8902" y="7547"/>
                  </a:cubicBezTo>
                  <a:cubicBezTo>
                    <a:pt x="9020" y="7547"/>
                    <a:pt x="9124" y="7435"/>
                    <a:pt x="9088" y="7310"/>
                  </a:cubicBezTo>
                  <a:cubicBezTo>
                    <a:pt x="8887" y="6533"/>
                    <a:pt x="8562" y="5806"/>
                    <a:pt x="8136" y="5105"/>
                  </a:cubicBezTo>
                  <a:cubicBezTo>
                    <a:pt x="6607" y="2573"/>
                    <a:pt x="3975" y="969"/>
                    <a:pt x="1193" y="17"/>
                  </a:cubicBezTo>
                  <a:cubicBezTo>
                    <a:pt x="1167" y="5"/>
                    <a:pt x="1143" y="0"/>
                    <a:pt x="11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p29"/>
            <p:cNvSpPr/>
            <p:nvPr/>
          </p:nvSpPr>
          <p:spPr>
            <a:xfrm>
              <a:off x="6553754" y="1524201"/>
              <a:ext cx="127582" cy="66697"/>
            </a:xfrm>
            <a:custGeom>
              <a:rect b="b" l="l" r="r" t="t"/>
              <a:pathLst>
                <a:path extrusionOk="0" h="3317" w="6345">
                  <a:moveTo>
                    <a:pt x="322" y="1"/>
                  </a:moveTo>
                  <a:cubicBezTo>
                    <a:pt x="110" y="1"/>
                    <a:pt x="1" y="353"/>
                    <a:pt x="243" y="378"/>
                  </a:cubicBezTo>
                  <a:cubicBezTo>
                    <a:pt x="2374" y="804"/>
                    <a:pt x="4354" y="1806"/>
                    <a:pt x="5933" y="3260"/>
                  </a:cubicBezTo>
                  <a:cubicBezTo>
                    <a:pt x="5972" y="3299"/>
                    <a:pt x="6017" y="3316"/>
                    <a:pt x="6060" y="3316"/>
                  </a:cubicBezTo>
                  <a:cubicBezTo>
                    <a:pt x="6210" y="3316"/>
                    <a:pt x="6344" y="3120"/>
                    <a:pt x="6208" y="2984"/>
                  </a:cubicBezTo>
                  <a:cubicBezTo>
                    <a:pt x="4579" y="1480"/>
                    <a:pt x="2549" y="428"/>
                    <a:pt x="344" y="2"/>
                  </a:cubicBezTo>
                  <a:cubicBezTo>
                    <a:pt x="336" y="1"/>
                    <a:pt x="329" y="1"/>
                    <a:pt x="3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29"/>
            <p:cNvSpPr/>
            <p:nvPr/>
          </p:nvSpPr>
          <p:spPr>
            <a:xfrm>
              <a:off x="6520838" y="1514147"/>
              <a:ext cx="10094" cy="8083"/>
            </a:xfrm>
            <a:custGeom>
              <a:rect b="b" l="l" r="r" t="t"/>
              <a:pathLst>
                <a:path extrusionOk="0" h="402" w="502">
                  <a:moveTo>
                    <a:pt x="251" y="0"/>
                  </a:moveTo>
                  <a:cubicBezTo>
                    <a:pt x="1" y="0"/>
                    <a:pt x="1" y="401"/>
                    <a:pt x="251" y="401"/>
                  </a:cubicBezTo>
                  <a:cubicBezTo>
                    <a:pt x="502" y="401"/>
                    <a:pt x="502"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4" name="Google Shape;2574;p29"/>
            <p:cNvSpPr/>
            <p:nvPr/>
          </p:nvSpPr>
          <p:spPr>
            <a:xfrm>
              <a:off x="6509759" y="1547807"/>
              <a:ext cx="10597" cy="23003"/>
            </a:xfrm>
            <a:custGeom>
              <a:rect b="b" l="l" r="r" t="t"/>
              <a:pathLst>
                <a:path extrusionOk="0" h="1144" w="527">
                  <a:moveTo>
                    <a:pt x="261" y="1"/>
                  </a:moveTo>
                  <a:cubicBezTo>
                    <a:pt x="170" y="1"/>
                    <a:pt x="76" y="69"/>
                    <a:pt x="76" y="156"/>
                  </a:cubicBezTo>
                  <a:cubicBezTo>
                    <a:pt x="0" y="432"/>
                    <a:pt x="25" y="733"/>
                    <a:pt x="126" y="1008"/>
                  </a:cubicBezTo>
                  <a:cubicBezTo>
                    <a:pt x="151" y="1058"/>
                    <a:pt x="176" y="1083"/>
                    <a:pt x="226" y="1108"/>
                  </a:cubicBezTo>
                  <a:cubicBezTo>
                    <a:pt x="261" y="1126"/>
                    <a:pt x="297" y="1144"/>
                    <a:pt x="332" y="1144"/>
                  </a:cubicBezTo>
                  <a:cubicBezTo>
                    <a:pt x="347" y="1144"/>
                    <a:pt x="362" y="1141"/>
                    <a:pt x="376" y="1134"/>
                  </a:cubicBezTo>
                  <a:cubicBezTo>
                    <a:pt x="426" y="1134"/>
                    <a:pt x="477" y="1083"/>
                    <a:pt x="502" y="1033"/>
                  </a:cubicBezTo>
                  <a:cubicBezTo>
                    <a:pt x="527" y="1008"/>
                    <a:pt x="527" y="933"/>
                    <a:pt x="502" y="883"/>
                  </a:cubicBezTo>
                  <a:cubicBezTo>
                    <a:pt x="502" y="833"/>
                    <a:pt x="477" y="783"/>
                    <a:pt x="452" y="707"/>
                  </a:cubicBezTo>
                  <a:cubicBezTo>
                    <a:pt x="452" y="682"/>
                    <a:pt x="452" y="657"/>
                    <a:pt x="426" y="632"/>
                  </a:cubicBezTo>
                  <a:cubicBezTo>
                    <a:pt x="426" y="607"/>
                    <a:pt x="426" y="607"/>
                    <a:pt x="426" y="582"/>
                  </a:cubicBezTo>
                  <a:cubicBezTo>
                    <a:pt x="426" y="507"/>
                    <a:pt x="426" y="457"/>
                    <a:pt x="426" y="407"/>
                  </a:cubicBezTo>
                  <a:cubicBezTo>
                    <a:pt x="426" y="382"/>
                    <a:pt x="426" y="357"/>
                    <a:pt x="426" y="357"/>
                  </a:cubicBezTo>
                  <a:cubicBezTo>
                    <a:pt x="426" y="332"/>
                    <a:pt x="426" y="306"/>
                    <a:pt x="426" y="306"/>
                  </a:cubicBezTo>
                  <a:cubicBezTo>
                    <a:pt x="426" y="281"/>
                    <a:pt x="426" y="256"/>
                    <a:pt x="452" y="256"/>
                  </a:cubicBezTo>
                  <a:cubicBezTo>
                    <a:pt x="452" y="131"/>
                    <a:pt x="401" y="31"/>
                    <a:pt x="301" y="6"/>
                  </a:cubicBezTo>
                  <a:cubicBezTo>
                    <a:pt x="288" y="2"/>
                    <a:pt x="274" y="1"/>
                    <a:pt x="2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5" name="Google Shape;2575;p29"/>
            <p:cNvSpPr/>
            <p:nvPr/>
          </p:nvSpPr>
          <p:spPr>
            <a:xfrm>
              <a:off x="6495644" y="1551447"/>
              <a:ext cx="8083" cy="21173"/>
            </a:xfrm>
            <a:custGeom>
              <a:rect b="b" l="l" r="r" t="t"/>
              <a:pathLst>
                <a:path extrusionOk="0" h="1053" w="402">
                  <a:moveTo>
                    <a:pt x="201" y="0"/>
                  </a:moveTo>
                  <a:cubicBezTo>
                    <a:pt x="101" y="0"/>
                    <a:pt x="1" y="100"/>
                    <a:pt x="1" y="201"/>
                  </a:cubicBezTo>
                  <a:lnTo>
                    <a:pt x="1" y="852"/>
                  </a:lnTo>
                  <a:cubicBezTo>
                    <a:pt x="1" y="953"/>
                    <a:pt x="101" y="1053"/>
                    <a:pt x="201" y="1053"/>
                  </a:cubicBezTo>
                  <a:cubicBezTo>
                    <a:pt x="301" y="1053"/>
                    <a:pt x="402" y="953"/>
                    <a:pt x="402" y="852"/>
                  </a:cubicBezTo>
                  <a:lnTo>
                    <a:pt x="402" y="201"/>
                  </a:lnTo>
                  <a:cubicBezTo>
                    <a:pt x="402" y="100"/>
                    <a:pt x="301" y="0"/>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p29"/>
            <p:cNvSpPr/>
            <p:nvPr/>
          </p:nvSpPr>
          <p:spPr>
            <a:xfrm>
              <a:off x="6559223" y="1570710"/>
              <a:ext cx="67682" cy="46891"/>
            </a:xfrm>
            <a:custGeom>
              <a:rect b="b" l="l" r="r" t="t"/>
              <a:pathLst>
                <a:path extrusionOk="0" h="2332" w="3366">
                  <a:moveTo>
                    <a:pt x="311" y="1"/>
                  </a:moveTo>
                  <a:cubicBezTo>
                    <a:pt x="127" y="1"/>
                    <a:pt x="1" y="258"/>
                    <a:pt x="197" y="345"/>
                  </a:cubicBezTo>
                  <a:cubicBezTo>
                    <a:pt x="1200" y="847"/>
                    <a:pt x="2127" y="1498"/>
                    <a:pt x="2954" y="2275"/>
                  </a:cubicBezTo>
                  <a:cubicBezTo>
                    <a:pt x="2994" y="2315"/>
                    <a:pt x="3038" y="2331"/>
                    <a:pt x="3082" y="2331"/>
                  </a:cubicBezTo>
                  <a:cubicBezTo>
                    <a:pt x="3231" y="2331"/>
                    <a:pt x="3366" y="2135"/>
                    <a:pt x="3230" y="2000"/>
                  </a:cubicBezTo>
                  <a:cubicBezTo>
                    <a:pt x="2377" y="1198"/>
                    <a:pt x="1425" y="521"/>
                    <a:pt x="398" y="20"/>
                  </a:cubicBezTo>
                  <a:cubicBezTo>
                    <a:pt x="368" y="6"/>
                    <a:pt x="339" y="1"/>
                    <a:pt x="3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p29"/>
            <p:cNvSpPr/>
            <p:nvPr/>
          </p:nvSpPr>
          <p:spPr>
            <a:xfrm>
              <a:off x="6508251" y="1645067"/>
              <a:ext cx="12607" cy="30362"/>
            </a:xfrm>
            <a:custGeom>
              <a:rect b="b" l="l" r="r" t="t"/>
              <a:pathLst>
                <a:path extrusionOk="0" h="1510" w="627">
                  <a:moveTo>
                    <a:pt x="215" y="1"/>
                  </a:moveTo>
                  <a:cubicBezTo>
                    <a:pt x="202" y="1"/>
                    <a:pt x="189" y="3"/>
                    <a:pt x="176" y="6"/>
                  </a:cubicBezTo>
                  <a:cubicBezTo>
                    <a:pt x="75" y="31"/>
                    <a:pt x="0" y="156"/>
                    <a:pt x="25" y="256"/>
                  </a:cubicBezTo>
                  <a:cubicBezTo>
                    <a:pt x="100" y="432"/>
                    <a:pt x="151" y="607"/>
                    <a:pt x="176" y="783"/>
                  </a:cubicBezTo>
                  <a:cubicBezTo>
                    <a:pt x="201" y="808"/>
                    <a:pt x="201" y="833"/>
                    <a:pt x="201" y="858"/>
                  </a:cubicBezTo>
                  <a:cubicBezTo>
                    <a:pt x="201" y="883"/>
                    <a:pt x="201" y="883"/>
                    <a:pt x="201" y="908"/>
                  </a:cubicBezTo>
                  <a:cubicBezTo>
                    <a:pt x="201" y="933"/>
                    <a:pt x="201" y="983"/>
                    <a:pt x="226" y="1033"/>
                  </a:cubicBezTo>
                  <a:cubicBezTo>
                    <a:pt x="226" y="1109"/>
                    <a:pt x="226" y="1209"/>
                    <a:pt x="226" y="1309"/>
                  </a:cubicBezTo>
                  <a:cubicBezTo>
                    <a:pt x="226" y="1434"/>
                    <a:pt x="301" y="1510"/>
                    <a:pt x="426" y="1510"/>
                  </a:cubicBezTo>
                  <a:cubicBezTo>
                    <a:pt x="527" y="1510"/>
                    <a:pt x="602" y="1409"/>
                    <a:pt x="602" y="1309"/>
                  </a:cubicBezTo>
                  <a:cubicBezTo>
                    <a:pt x="627" y="908"/>
                    <a:pt x="552" y="507"/>
                    <a:pt x="426" y="156"/>
                  </a:cubicBezTo>
                  <a:cubicBezTo>
                    <a:pt x="383" y="69"/>
                    <a:pt x="301" y="1"/>
                    <a:pt x="21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29"/>
            <p:cNvSpPr/>
            <p:nvPr/>
          </p:nvSpPr>
          <p:spPr>
            <a:xfrm>
              <a:off x="6271465" y="1558163"/>
              <a:ext cx="167737" cy="167918"/>
            </a:xfrm>
            <a:custGeom>
              <a:rect b="b" l="l" r="r" t="t"/>
              <a:pathLst>
                <a:path extrusionOk="0" h="8351" w="8342">
                  <a:moveTo>
                    <a:pt x="8115" y="0"/>
                  </a:moveTo>
                  <a:cubicBezTo>
                    <a:pt x="8092" y="0"/>
                    <a:pt x="8068" y="5"/>
                    <a:pt x="8042" y="17"/>
                  </a:cubicBezTo>
                  <a:cubicBezTo>
                    <a:pt x="7240" y="343"/>
                    <a:pt x="6463" y="744"/>
                    <a:pt x="5711" y="1170"/>
                  </a:cubicBezTo>
                  <a:cubicBezTo>
                    <a:pt x="4408" y="1947"/>
                    <a:pt x="3155" y="2874"/>
                    <a:pt x="2127" y="4002"/>
                  </a:cubicBezTo>
                  <a:cubicBezTo>
                    <a:pt x="1601" y="4553"/>
                    <a:pt x="1150" y="5205"/>
                    <a:pt x="824" y="5907"/>
                  </a:cubicBezTo>
                  <a:cubicBezTo>
                    <a:pt x="498" y="6609"/>
                    <a:pt x="272" y="7360"/>
                    <a:pt x="47" y="8112"/>
                  </a:cubicBezTo>
                  <a:cubicBezTo>
                    <a:pt x="1" y="8250"/>
                    <a:pt x="123" y="8351"/>
                    <a:pt x="243" y="8351"/>
                  </a:cubicBezTo>
                  <a:cubicBezTo>
                    <a:pt x="319" y="8351"/>
                    <a:pt x="394" y="8310"/>
                    <a:pt x="423" y="8213"/>
                  </a:cubicBezTo>
                  <a:cubicBezTo>
                    <a:pt x="673" y="7385"/>
                    <a:pt x="924" y="6558"/>
                    <a:pt x="1325" y="5781"/>
                  </a:cubicBezTo>
                  <a:cubicBezTo>
                    <a:pt x="2002" y="4453"/>
                    <a:pt x="3180" y="3426"/>
                    <a:pt x="4358" y="2548"/>
                  </a:cubicBezTo>
                  <a:cubicBezTo>
                    <a:pt x="5510" y="1671"/>
                    <a:pt x="6789" y="944"/>
                    <a:pt x="8142" y="393"/>
                  </a:cubicBezTo>
                  <a:cubicBezTo>
                    <a:pt x="8342" y="304"/>
                    <a:pt x="8286" y="0"/>
                    <a:pt x="81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29"/>
            <p:cNvSpPr/>
            <p:nvPr/>
          </p:nvSpPr>
          <p:spPr>
            <a:xfrm>
              <a:off x="6343852" y="1599765"/>
              <a:ext cx="84572" cy="107314"/>
            </a:xfrm>
            <a:custGeom>
              <a:rect b="b" l="l" r="r" t="t"/>
              <a:pathLst>
                <a:path extrusionOk="0" h="5337" w="4206">
                  <a:moveTo>
                    <a:pt x="3918" y="0"/>
                  </a:moveTo>
                  <a:cubicBezTo>
                    <a:pt x="3885" y="0"/>
                    <a:pt x="3851" y="9"/>
                    <a:pt x="3815" y="28"/>
                  </a:cubicBezTo>
                  <a:cubicBezTo>
                    <a:pt x="1961" y="1131"/>
                    <a:pt x="557" y="2986"/>
                    <a:pt x="31" y="5091"/>
                  </a:cubicBezTo>
                  <a:cubicBezTo>
                    <a:pt x="1" y="5240"/>
                    <a:pt x="122" y="5336"/>
                    <a:pt x="236" y="5336"/>
                  </a:cubicBezTo>
                  <a:cubicBezTo>
                    <a:pt x="313" y="5336"/>
                    <a:pt x="386" y="5292"/>
                    <a:pt x="407" y="5191"/>
                  </a:cubicBezTo>
                  <a:cubicBezTo>
                    <a:pt x="933" y="3186"/>
                    <a:pt x="2236" y="1432"/>
                    <a:pt x="4016" y="354"/>
                  </a:cubicBezTo>
                  <a:cubicBezTo>
                    <a:pt x="4206" y="248"/>
                    <a:pt x="4093" y="0"/>
                    <a:pt x="39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29"/>
            <p:cNvSpPr/>
            <p:nvPr/>
          </p:nvSpPr>
          <p:spPr>
            <a:xfrm>
              <a:off x="6377311" y="1660249"/>
              <a:ext cx="26341" cy="63821"/>
            </a:xfrm>
            <a:custGeom>
              <a:rect b="b" l="l" r="r" t="t"/>
              <a:pathLst>
                <a:path extrusionOk="0" h="3174" w="1310">
                  <a:moveTo>
                    <a:pt x="1074" y="1"/>
                  </a:moveTo>
                  <a:cubicBezTo>
                    <a:pt x="995" y="1"/>
                    <a:pt x="913" y="39"/>
                    <a:pt x="873" y="128"/>
                  </a:cubicBezTo>
                  <a:cubicBezTo>
                    <a:pt x="522" y="1055"/>
                    <a:pt x="246" y="1983"/>
                    <a:pt x="46" y="2935"/>
                  </a:cubicBezTo>
                  <a:cubicBezTo>
                    <a:pt x="0" y="3073"/>
                    <a:pt x="132" y="3173"/>
                    <a:pt x="253" y="3173"/>
                  </a:cubicBezTo>
                  <a:cubicBezTo>
                    <a:pt x="330" y="3173"/>
                    <a:pt x="402" y="3133"/>
                    <a:pt x="422" y="3035"/>
                  </a:cubicBezTo>
                  <a:cubicBezTo>
                    <a:pt x="622" y="2083"/>
                    <a:pt x="898" y="1156"/>
                    <a:pt x="1249" y="228"/>
                  </a:cubicBezTo>
                  <a:cubicBezTo>
                    <a:pt x="1310" y="92"/>
                    <a:pt x="1196" y="1"/>
                    <a:pt x="10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29"/>
            <p:cNvSpPr/>
            <p:nvPr/>
          </p:nvSpPr>
          <p:spPr>
            <a:xfrm>
              <a:off x="6142878" y="1919314"/>
              <a:ext cx="12125" cy="24732"/>
            </a:xfrm>
            <a:custGeom>
              <a:rect b="b" l="l" r="r" t="t"/>
              <a:pathLst>
                <a:path extrusionOk="0" h="1230" w="603">
                  <a:moveTo>
                    <a:pt x="220" y="1"/>
                  </a:moveTo>
                  <a:cubicBezTo>
                    <a:pt x="184" y="1"/>
                    <a:pt x="151" y="9"/>
                    <a:pt x="126" y="26"/>
                  </a:cubicBezTo>
                  <a:cubicBezTo>
                    <a:pt x="26" y="76"/>
                    <a:pt x="1" y="201"/>
                    <a:pt x="51" y="302"/>
                  </a:cubicBezTo>
                  <a:cubicBezTo>
                    <a:pt x="51" y="327"/>
                    <a:pt x="76" y="327"/>
                    <a:pt x="76" y="352"/>
                  </a:cubicBezTo>
                  <a:cubicBezTo>
                    <a:pt x="76" y="352"/>
                    <a:pt x="92" y="384"/>
                    <a:pt x="85" y="384"/>
                  </a:cubicBezTo>
                  <a:cubicBezTo>
                    <a:pt x="84" y="384"/>
                    <a:pt x="81" y="382"/>
                    <a:pt x="76" y="377"/>
                  </a:cubicBezTo>
                  <a:lnTo>
                    <a:pt x="76" y="377"/>
                  </a:lnTo>
                  <a:cubicBezTo>
                    <a:pt x="101" y="402"/>
                    <a:pt x="101" y="427"/>
                    <a:pt x="126" y="452"/>
                  </a:cubicBezTo>
                  <a:cubicBezTo>
                    <a:pt x="151" y="527"/>
                    <a:pt x="151" y="602"/>
                    <a:pt x="176" y="653"/>
                  </a:cubicBezTo>
                  <a:cubicBezTo>
                    <a:pt x="176" y="703"/>
                    <a:pt x="201" y="728"/>
                    <a:pt x="201" y="753"/>
                  </a:cubicBezTo>
                  <a:cubicBezTo>
                    <a:pt x="201" y="778"/>
                    <a:pt x="201" y="803"/>
                    <a:pt x="201" y="828"/>
                  </a:cubicBezTo>
                  <a:cubicBezTo>
                    <a:pt x="201" y="903"/>
                    <a:pt x="226" y="978"/>
                    <a:pt x="226" y="1029"/>
                  </a:cubicBezTo>
                  <a:cubicBezTo>
                    <a:pt x="226" y="1154"/>
                    <a:pt x="301" y="1229"/>
                    <a:pt x="402" y="1229"/>
                  </a:cubicBezTo>
                  <a:cubicBezTo>
                    <a:pt x="527" y="1229"/>
                    <a:pt x="602" y="1129"/>
                    <a:pt x="602" y="1029"/>
                  </a:cubicBezTo>
                  <a:cubicBezTo>
                    <a:pt x="602" y="703"/>
                    <a:pt x="527" y="402"/>
                    <a:pt x="402" y="101"/>
                  </a:cubicBezTo>
                  <a:cubicBezTo>
                    <a:pt x="368" y="34"/>
                    <a:pt x="290"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29"/>
            <p:cNvSpPr/>
            <p:nvPr/>
          </p:nvSpPr>
          <p:spPr>
            <a:xfrm>
              <a:off x="6132301" y="1923275"/>
              <a:ext cx="7581" cy="20771"/>
            </a:xfrm>
            <a:custGeom>
              <a:rect b="b" l="l" r="r" t="t"/>
              <a:pathLst>
                <a:path extrusionOk="0" h="1033" w="377">
                  <a:moveTo>
                    <a:pt x="163" y="1"/>
                  </a:moveTo>
                  <a:cubicBezTo>
                    <a:pt x="60" y="1"/>
                    <a:pt x="0" y="90"/>
                    <a:pt x="0" y="180"/>
                  </a:cubicBezTo>
                  <a:lnTo>
                    <a:pt x="0" y="832"/>
                  </a:lnTo>
                  <a:cubicBezTo>
                    <a:pt x="0" y="957"/>
                    <a:pt x="76" y="1032"/>
                    <a:pt x="201" y="1032"/>
                  </a:cubicBezTo>
                  <a:cubicBezTo>
                    <a:pt x="301" y="1032"/>
                    <a:pt x="376" y="932"/>
                    <a:pt x="376" y="832"/>
                  </a:cubicBezTo>
                  <a:lnTo>
                    <a:pt x="376" y="180"/>
                  </a:lnTo>
                  <a:cubicBezTo>
                    <a:pt x="376" y="80"/>
                    <a:pt x="301" y="4"/>
                    <a:pt x="201" y="4"/>
                  </a:cubicBezTo>
                  <a:cubicBezTo>
                    <a:pt x="188" y="2"/>
                    <a:pt x="175" y="1"/>
                    <a:pt x="16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29"/>
            <p:cNvSpPr/>
            <p:nvPr/>
          </p:nvSpPr>
          <p:spPr>
            <a:xfrm>
              <a:off x="7097863" y="1945252"/>
              <a:ext cx="12125" cy="24571"/>
            </a:xfrm>
            <a:custGeom>
              <a:rect b="b" l="l" r="r" t="t"/>
              <a:pathLst>
                <a:path extrusionOk="0" h="1222" w="603">
                  <a:moveTo>
                    <a:pt x="213" y="0"/>
                  </a:moveTo>
                  <a:cubicBezTo>
                    <a:pt x="182" y="0"/>
                    <a:pt x="151" y="6"/>
                    <a:pt x="126" y="14"/>
                  </a:cubicBezTo>
                  <a:cubicBezTo>
                    <a:pt x="26" y="89"/>
                    <a:pt x="1" y="190"/>
                    <a:pt x="51" y="290"/>
                  </a:cubicBezTo>
                  <a:cubicBezTo>
                    <a:pt x="51" y="315"/>
                    <a:pt x="51" y="340"/>
                    <a:pt x="76" y="340"/>
                  </a:cubicBezTo>
                  <a:cubicBezTo>
                    <a:pt x="76" y="358"/>
                    <a:pt x="88" y="375"/>
                    <a:pt x="87" y="375"/>
                  </a:cubicBezTo>
                  <a:cubicBezTo>
                    <a:pt x="86" y="375"/>
                    <a:pt x="83" y="372"/>
                    <a:pt x="76" y="365"/>
                  </a:cubicBezTo>
                  <a:lnTo>
                    <a:pt x="76" y="365"/>
                  </a:lnTo>
                  <a:cubicBezTo>
                    <a:pt x="101" y="390"/>
                    <a:pt x="101" y="415"/>
                    <a:pt x="101" y="465"/>
                  </a:cubicBezTo>
                  <a:cubicBezTo>
                    <a:pt x="126" y="515"/>
                    <a:pt x="151" y="591"/>
                    <a:pt x="176" y="666"/>
                  </a:cubicBezTo>
                  <a:cubicBezTo>
                    <a:pt x="176" y="691"/>
                    <a:pt x="176" y="716"/>
                    <a:pt x="176" y="741"/>
                  </a:cubicBezTo>
                  <a:cubicBezTo>
                    <a:pt x="201" y="766"/>
                    <a:pt x="201" y="791"/>
                    <a:pt x="201" y="816"/>
                  </a:cubicBezTo>
                  <a:cubicBezTo>
                    <a:pt x="201" y="891"/>
                    <a:pt x="201" y="967"/>
                    <a:pt x="201" y="1042"/>
                  </a:cubicBezTo>
                  <a:cubicBezTo>
                    <a:pt x="201" y="1142"/>
                    <a:pt x="301" y="1217"/>
                    <a:pt x="402" y="1217"/>
                  </a:cubicBezTo>
                  <a:cubicBezTo>
                    <a:pt x="412" y="1220"/>
                    <a:pt x="423" y="1221"/>
                    <a:pt x="433" y="1221"/>
                  </a:cubicBezTo>
                  <a:cubicBezTo>
                    <a:pt x="522" y="1221"/>
                    <a:pt x="602" y="1131"/>
                    <a:pt x="602" y="1042"/>
                  </a:cubicBezTo>
                  <a:cubicBezTo>
                    <a:pt x="602" y="716"/>
                    <a:pt x="527" y="390"/>
                    <a:pt x="377" y="89"/>
                  </a:cubicBezTo>
                  <a:cubicBezTo>
                    <a:pt x="343" y="23"/>
                    <a:pt x="276" y="0"/>
                    <a:pt x="2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4" name="Google Shape;2584;p29"/>
            <p:cNvSpPr/>
            <p:nvPr/>
          </p:nvSpPr>
          <p:spPr>
            <a:xfrm>
              <a:off x="7087287" y="1949053"/>
              <a:ext cx="7581" cy="20771"/>
            </a:xfrm>
            <a:custGeom>
              <a:rect b="b" l="l" r="r" t="t"/>
              <a:pathLst>
                <a:path extrusionOk="0" h="1033" w="377">
                  <a:moveTo>
                    <a:pt x="176" y="1"/>
                  </a:moveTo>
                  <a:cubicBezTo>
                    <a:pt x="76" y="1"/>
                    <a:pt x="0" y="76"/>
                    <a:pt x="0" y="201"/>
                  </a:cubicBezTo>
                  <a:lnTo>
                    <a:pt x="0" y="853"/>
                  </a:lnTo>
                  <a:cubicBezTo>
                    <a:pt x="0" y="953"/>
                    <a:pt x="76" y="1028"/>
                    <a:pt x="176" y="1028"/>
                  </a:cubicBezTo>
                  <a:cubicBezTo>
                    <a:pt x="189" y="1031"/>
                    <a:pt x="202" y="1032"/>
                    <a:pt x="214" y="1032"/>
                  </a:cubicBezTo>
                  <a:cubicBezTo>
                    <a:pt x="316" y="1032"/>
                    <a:pt x="376" y="942"/>
                    <a:pt x="376" y="853"/>
                  </a:cubicBezTo>
                  <a:lnTo>
                    <a:pt x="376" y="201"/>
                  </a:lnTo>
                  <a:cubicBezTo>
                    <a:pt x="376" y="76"/>
                    <a:pt x="301" y="1"/>
                    <a:pt x="1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5" name="Google Shape;2585;p29"/>
            <p:cNvSpPr/>
            <p:nvPr/>
          </p:nvSpPr>
          <p:spPr>
            <a:xfrm>
              <a:off x="6214219" y="1571896"/>
              <a:ext cx="126275" cy="105082"/>
            </a:xfrm>
            <a:custGeom>
              <a:rect b="b" l="l" r="r" t="t"/>
              <a:pathLst>
                <a:path extrusionOk="0" h="5226" w="6280">
                  <a:moveTo>
                    <a:pt x="6015" y="1"/>
                  </a:moveTo>
                  <a:cubicBezTo>
                    <a:pt x="5995" y="1"/>
                    <a:pt x="5974" y="4"/>
                    <a:pt x="5951" y="11"/>
                  </a:cubicBezTo>
                  <a:cubicBezTo>
                    <a:pt x="3320" y="612"/>
                    <a:pt x="1114" y="2517"/>
                    <a:pt x="62" y="4998"/>
                  </a:cubicBezTo>
                  <a:cubicBezTo>
                    <a:pt x="1" y="5135"/>
                    <a:pt x="124" y="5226"/>
                    <a:pt x="248" y="5226"/>
                  </a:cubicBezTo>
                  <a:cubicBezTo>
                    <a:pt x="328" y="5226"/>
                    <a:pt x="408" y="5187"/>
                    <a:pt x="438" y="5098"/>
                  </a:cubicBezTo>
                  <a:cubicBezTo>
                    <a:pt x="1440" y="2743"/>
                    <a:pt x="3570" y="963"/>
                    <a:pt x="6052" y="387"/>
                  </a:cubicBezTo>
                  <a:cubicBezTo>
                    <a:pt x="6280" y="318"/>
                    <a:pt x="6217" y="1"/>
                    <a:pt x="601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6" name="Google Shape;2586;p29"/>
            <p:cNvSpPr/>
            <p:nvPr/>
          </p:nvSpPr>
          <p:spPr>
            <a:xfrm>
              <a:off x="6892123" y="1608733"/>
              <a:ext cx="114150" cy="231236"/>
            </a:xfrm>
            <a:custGeom>
              <a:rect b="b" l="l" r="r" t="t"/>
              <a:pathLst>
                <a:path extrusionOk="0" h="11500" w="5677">
                  <a:moveTo>
                    <a:pt x="292" y="0"/>
                  </a:moveTo>
                  <a:cubicBezTo>
                    <a:pt x="145" y="0"/>
                    <a:pt x="1" y="142"/>
                    <a:pt x="107" y="284"/>
                  </a:cubicBezTo>
                  <a:cubicBezTo>
                    <a:pt x="659" y="986"/>
                    <a:pt x="1185" y="1738"/>
                    <a:pt x="1661" y="2515"/>
                  </a:cubicBezTo>
                  <a:cubicBezTo>
                    <a:pt x="3365" y="5221"/>
                    <a:pt x="4568" y="8229"/>
                    <a:pt x="5270" y="11362"/>
                  </a:cubicBezTo>
                  <a:cubicBezTo>
                    <a:pt x="5290" y="11459"/>
                    <a:pt x="5358" y="11500"/>
                    <a:pt x="5432" y="11500"/>
                  </a:cubicBezTo>
                  <a:cubicBezTo>
                    <a:pt x="5548" y="11500"/>
                    <a:pt x="5677" y="11399"/>
                    <a:pt x="5646" y="11261"/>
                  </a:cubicBezTo>
                  <a:cubicBezTo>
                    <a:pt x="5446" y="10359"/>
                    <a:pt x="5195" y="9482"/>
                    <a:pt x="4919" y="8605"/>
                  </a:cubicBezTo>
                  <a:cubicBezTo>
                    <a:pt x="3942" y="5522"/>
                    <a:pt x="2413" y="2640"/>
                    <a:pt x="458" y="83"/>
                  </a:cubicBezTo>
                  <a:cubicBezTo>
                    <a:pt x="414" y="25"/>
                    <a:pt x="353" y="0"/>
                    <a:pt x="29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7" name="Google Shape;2587;p29"/>
            <p:cNvSpPr/>
            <p:nvPr/>
          </p:nvSpPr>
          <p:spPr>
            <a:xfrm>
              <a:off x="6948203" y="1744459"/>
              <a:ext cx="22078" cy="43251"/>
            </a:xfrm>
            <a:custGeom>
              <a:rect b="b" l="l" r="r" t="t"/>
              <a:pathLst>
                <a:path extrusionOk="0" h="2151" w="1098">
                  <a:moveTo>
                    <a:pt x="218" y="0"/>
                  </a:moveTo>
                  <a:cubicBezTo>
                    <a:pt x="184" y="0"/>
                    <a:pt x="150" y="9"/>
                    <a:pt x="125" y="25"/>
                  </a:cubicBezTo>
                  <a:cubicBezTo>
                    <a:pt x="25" y="75"/>
                    <a:pt x="0" y="201"/>
                    <a:pt x="50" y="276"/>
                  </a:cubicBezTo>
                  <a:cubicBezTo>
                    <a:pt x="326" y="827"/>
                    <a:pt x="526" y="1404"/>
                    <a:pt x="677" y="2005"/>
                  </a:cubicBezTo>
                  <a:cubicBezTo>
                    <a:pt x="707" y="2106"/>
                    <a:pt x="786" y="2150"/>
                    <a:pt x="865" y="2150"/>
                  </a:cubicBezTo>
                  <a:cubicBezTo>
                    <a:pt x="982" y="2150"/>
                    <a:pt x="1097" y="2054"/>
                    <a:pt x="1053" y="1905"/>
                  </a:cubicBezTo>
                  <a:cubicBezTo>
                    <a:pt x="902" y="1278"/>
                    <a:pt x="677" y="677"/>
                    <a:pt x="376" y="100"/>
                  </a:cubicBezTo>
                  <a:cubicBezTo>
                    <a:pt x="359" y="34"/>
                    <a:pt x="287" y="0"/>
                    <a:pt x="2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8" name="Google Shape;2588;p29"/>
            <p:cNvSpPr/>
            <p:nvPr/>
          </p:nvSpPr>
          <p:spPr>
            <a:xfrm>
              <a:off x="6906862" y="1747877"/>
              <a:ext cx="14638" cy="24933"/>
            </a:xfrm>
            <a:custGeom>
              <a:rect b="b" l="l" r="r" t="t"/>
              <a:pathLst>
                <a:path extrusionOk="0" h="1240" w="728">
                  <a:moveTo>
                    <a:pt x="216" y="1"/>
                  </a:moveTo>
                  <a:cubicBezTo>
                    <a:pt x="203" y="1"/>
                    <a:pt x="189" y="2"/>
                    <a:pt x="176" y="6"/>
                  </a:cubicBezTo>
                  <a:cubicBezTo>
                    <a:pt x="76" y="31"/>
                    <a:pt x="1" y="156"/>
                    <a:pt x="26" y="256"/>
                  </a:cubicBezTo>
                  <a:cubicBezTo>
                    <a:pt x="126" y="532"/>
                    <a:pt x="226" y="808"/>
                    <a:pt x="327" y="1083"/>
                  </a:cubicBezTo>
                  <a:cubicBezTo>
                    <a:pt x="348" y="1188"/>
                    <a:pt x="421" y="1240"/>
                    <a:pt x="502" y="1240"/>
                  </a:cubicBezTo>
                  <a:cubicBezTo>
                    <a:pt x="519" y="1240"/>
                    <a:pt x="536" y="1238"/>
                    <a:pt x="552" y="1234"/>
                  </a:cubicBezTo>
                  <a:cubicBezTo>
                    <a:pt x="652" y="1209"/>
                    <a:pt x="728" y="1083"/>
                    <a:pt x="703" y="983"/>
                  </a:cubicBezTo>
                  <a:cubicBezTo>
                    <a:pt x="602" y="707"/>
                    <a:pt x="502" y="432"/>
                    <a:pt x="402" y="156"/>
                  </a:cubicBezTo>
                  <a:cubicBezTo>
                    <a:pt x="380" y="69"/>
                    <a:pt x="302" y="1"/>
                    <a:pt x="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9" name="Google Shape;2589;p29"/>
            <p:cNvSpPr/>
            <p:nvPr/>
          </p:nvSpPr>
          <p:spPr>
            <a:xfrm>
              <a:off x="6886714" y="1755417"/>
              <a:ext cx="12607" cy="26482"/>
            </a:xfrm>
            <a:custGeom>
              <a:rect b="b" l="l" r="r" t="t"/>
              <a:pathLst>
                <a:path extrusionOk="0" h="1317" w="627">
                  <a:moveTo>
                    <a:pt x="202" y="0"/>
                  </a:moveTo>
                  <a:cubicBezTo>
                    <a:pt x="185" y="0"/>
                    <a:pt x="167" y="2"/>
                    <a:pt x="151" y="7"/>
                  </a:cubicBezTo>
                  <a:cubicBezTo>
                    <a:pt x="50" y="32"/>
                    <a:pt x="0" y="157"/>
                    <a:pt x="25" y="257"/>
                  </a:cubicBezTo>
                  <a:cubicBezTo>
                    <a:pt x="76" y="558"/>
                    <a:pt x="151" y="859"/>
                    <a:pt x="226" y="1185"/>
                  </a:cubicBezTo>
                  <a:cubicBezTo>
                    <a:pt x="247" y="1268"/>
                    <a:pt x="319" y="1316"/>
                    <a:pt x="400" y="1316"/>
                  </a:cubicBezTo>
                  <a:cubicBezTo>
                    <a:pt x="417" y="1316"/>
                    <a:pt x="434" y="1314"/>
                    <a:pt x="451" y="1310"/>
                  </a:cubicBezTo>
                  <a:cubicBezTo>
                    <a:pt x="577" y="1285"/>
                    <a:pt x="627" y="1185"/>
                    <a:pt x="602" y="1084"/>
                  </a:cubicBezTo>
                  <a:lnTo>
                    <a:pt x="401" y="157"/>
                  </a:lnTo>
                  <a:cubicBezTo>
                    <a:pt x="380" y="53"/>
                    <a:pt x="290" y="0"/>
                    <a:pt x="2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0" name="Google Shape;2590;p29"/>
            <p:cNvSpPr/>
            <p:nvPr/>
          </p:nvSpPr>
          <p:spPr>
            <a:xfrm>
              <a:off x="7045222" y="1659806"/>
              <a:ext cx="45101" cy="153963"/>
            </a:xfrm>
            <a:custGeom>
              <a:rect b="b" l="l" r="r" t="t"/>
              <a:pathLst>
                <a:path extrusionOk="0" h="7657" w="2243">
                  <a:moveTo>
                    <a:pt x="269" y="1"/>
                  </a:moveTo>
                  <a:cubicBezTo>
                    <a:pt x="141" y="1"/>
                    <a:pt x="1" y="145"/>
                    <a:pt x="87" y="300"/>
                  </a:cubicBezTo>
                  <a:cubicBezTo>
                    <a:pt x="1290" y="2481"/>
                    <a:pt x="1842" y="4987"/>
                    <a:pt x="1716" y="7468"/>
                  </a:cubicBezTo>
                  <a:cubicBezTo>
                    <a:pt x="1716" y="7594"/>
                    <a:pt x="1810" y="7656"/>
                    <a:pt x="1907" y="7656"/>
                  </a:cubicBezTo>
                  <a:cubicBezTo>
                    <a:pt x="2005" y="7656"/>
                    <a:pt x="2105" y="7594"/>
                    <a:pt x="2117" y="7468"/>
                  </a:cubicBezTo>
                  <a:cubicBezTo>
                    <a:pt x="2243" y="4912"/>
                    <a:pt x="1666" y="2330"/>
                    <a:pt x="413" y="100"/>
                  </a:cubicBezTo>
                  <a:cubicBezTo>
                    <a:pt x="382" y="30"/>
                    <a:pt x="327" y="1"/>
                    <a:pt x="2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29"/>
            <p:cNvSpPr/>
            <p:nvPr/>
          </p:nvSpPr>
          <p:spPr>
            <a:xfrm>
              <a:off x="7093339" y="1830117"/>
              <a:ext cx="10094" cy="8083"/>
            </a:xfrm>
            <a:custGeom>
              <a:rect b="b" l="l" r="r" t="t"/>
              <a:pathLst>
                <a:path extrusionOk="0" h="402" w="502">
                  <a:moveTo>
                    <a:pt x="251" y="1"/>
                  </a:moveTo>
                  <a:cubicBezTo>
                    <a:pt x="0" y="1"/>
                    <a:pt x="0" y="402"/>
                    <a:pt x="251" y="402"/>
                  </a:cubicBezTo>
                  <a:cubicBezTo>
                    <a:pt x="501" y="402"/>
                    <a:pt x="501"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2" name="Google Shape;2592;p29"/>
            <p:cNvSpPr/>
            <p:nvPr/>
          </p:nvSpPr>
          <p:spPr>
            <a:xfrm>
              <a:off x="6960247" y="1487746"/>
              <a:ext cx="70819" cy="45684"/>
            </a:xfrm>
            <a:custGeom>
              <a:rect b="b" l="l" r="r" t="t"/>
              <a:pathLst>
                <a:path extrusionOk="0" h="2272" w="3522">
                  <a:moveTo>
                    <a:pt x="264" y="0"/>
                  </a:moveTo>
                  <a:cubicBezTo>
                    <a:pt x="62" y="0"/>
                    <a:pt x="0" y="318"/>
                    <a:pt x="228" y="386"/>
                  </a:cubicBezTo>
                  <a:cubicBezTo>
                    <a:pt x="1306" y="762"/>
                    <a:pt x="2308" y="1389"/>
                    <a:pt x="3110" y="2216"/>
                  </a:cubicBezTo>
                  <a:cubicBezTo>
                    <a:pt x="3150" y="2255"/>
                    <a:pt x="3195" y="2272"/>
                    <a:pt x="3238" y="2272"/>
                  </a:cubicBezTo>
                  <a:cubicBezTo>
                    <a:pt x="3387" y="2272"/>
                    <a:pt x="3522" y="2076"/>
                    <a:pt x="3386" y="1940"/>
                  </a:cubicBezTo>
                  <a:cubicBezTo>
                    <a:pt x="2534" y="1063"/>
                    <a:pt x="1481" y="411"/>
                    <a:pt x="328" y="10"/>
                  </a:cubicBezTo>
                  <a:cubicBezTo>
                    <a:pt x="306" y="3"/>
                    <a:pt x="284" y="0"/>
                    <a:pt x="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3" name="Google Shape;2593;p29"/>
            <p:cNvSpPr/>
            <p:nvPr/>
          </p:nvSpPr>
          <p:spPr>
            <a:xfrm>
              <a:off x="6937405" y="1538719"/>
              <a:ext cx="42045" cy="43110"/>
            </a:xfrm>
            <a:custGeom>
              <a:rect b="b" l="l" r="r" t="t"/>
              <a:pathLst>
                <a:path extrusionOk="0" h="2144" w="2091">
                  <a:moveTo>
                    <a:pt x="284" y="1"/>
                  </a:moveTo>
                  <a:cubicBezTo>
                    <a:pt x="135" y="1"/>
                    <a:pt x="0" y="197"/>
                    <a:pt x="136" y="332"/>
                  </a:cubicBezTo>
                  <a:cubicBezTo>
                    <a:pt x="712" y="884"/>
                    <a:pt x="1239" y="1460"/>
                    <a:pt x="1740" y="2087"/>
                  </a:cubicBezTo>
                  <a:cubicBezTo>
                    <a:pt x="1778" y="2124"/>
                    <a:pt x="1828" y="2143"/>
                    <a:pt x="1878" y="2143"/>
                  </a:cubicBezTo>
                  <a:cubicBezTo>
                    <a:pt x="1928" y="2143"/>
                    <a:pt x="1978" y="2124"/>
                    <a:pt x="2016" y="2087"/>
                  </a:cubicBezTo>
                  <a:cubicBezTo>
                    <a:pt x="2091" y="2012"/>
                    <a:pt x="2091" y="1886"/>
                    <a:pt x="2016" y="1811"/>
                  </a:cubicBezTo>
                  <a:cubicBezTo>
                    <a:pt x="1514" y="1185"/>
                    <a:pt x="988" y="608"/>
                    <a:pt x="412" y="57"/>
                  </a:cubicBezTo>
                  <a:cubicBezTo>
                    <a:pt x="372" y="17"/>
                    <a:pt x="327" y="1"/>
                    <a:pt x="2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p29"/>
            <p:cNvSpPr/>
            <p:nvPr/>
          </p:nvSpPr>
          <p:spPr>
            <a:xfrm>
              <a:off x="6852753" y="1332557"/>
              <a:ext cx="165505" cy="104117"/>
            </a:xfrm>
            <a:custGeom>
              <a:rect b="b" l="l" r="r" t="t"/>
              <a:pathLst>
                <a:path extrusionOk="0" h="5178" w="8231">
                  <a:moveTo>
                    <a:pt x="1516" y="0"/>
                  </a:moveTo>
                  <a:cubicBezTo>
                    <a:pt x="1089" y="0"/>
                    <a:pt x="660" y="42"/>
                    <a:pt x="236" y="134"/>
                  </a:cubicBezTo>
                  <a:cubicBezTo>
                    <a:pt x="1" y="181"/>
                    <a:pt x="96" y="515"/>
                    <a:pt x="295" y="515"/>
                  </a:cubicBezTo>
                  <a:cubicBezTo>
                    <a:pt x="308" y="515"/>
                    <a:pt x="322" y="513"/>
                    <a:pt x="336" y="510"/>
                  </a:cubicBezTo>
                  <a:cubicBezTo>
                    <a:pt x="722" y="432"/>
                    <a:pt x="1110" y="396"/>
                    <a:pt x="1496" y="396"/>
                  </a:cubicBezTo>
                  <a:cubicBezTo>
                    <a:pt x="2465" y="396"/>
                    <a:pt x="3425" y="621"/>
                    <a:pt x="4321" y="961"/>
                  </a:cubicBezTo>
                  <a:cubicBezTo>
                    <a:pt x="4973" y="1212"/>
                    <a:pt x="5599" y="1538"/>
                    <a:pt x="6201" y="1864"/>
                  </a:cubicBezTo>
                  <a:cubicBezTo>
                    <a:pt x="6476" y="2039"/>
                    <a:pt x="6777" y="2189"/>
                    <a:pt x="7053" y="2365"/>
                  </a:cubicBezTo>
                  <a:cubicBezTo>
                    <a:pt x="7203" y="2465"/>
                    <a:pt x="7354" y="2540"/>
                    <a:pt x="7479" y="2615"/>
                  </a:cubicBezTo>
                  <a:cubicBezTo>
                    <a:pt x="7527" y="2644"/>
                    <a:pt x="7589" y="2677"/>
                    <a:pt x="7648" y="2713"/>
                  </a:cubicBezTo>
                  <a:lnTo>
                    <a:pt x="7648" y="2713"/>
                  </a:lnTo>
                  <a:cubicBezTo>
                    <a:pt x="7519" y="2706"/>
                    <a:pt x="7389" y="2703"/>
                    <a:pt x="7259" y="2703"/>
                  </a:cubicBezTo>
                  <a:cubicBezTo>
                    <a:pt x="5217" y="2703"/>
                    <a:pt x="3229" y="3488"/>
                    <a:pt x="1714" y="4846"/>
                  </a:cubicBezTo>
                  <a:cubicBezTo>
                    <a:pt x="1559" y="4982"/>
                    <a:pt x="1704" y="5178"/>
                    <a:pt x="1859" y="5178"/>
                  </a:cubicBezTo>
                  <a:cubicBezTo>
                    <a:pt x="1905" y="5178"/>
                    <a:pt x="1951" y="5161"/>
                    <a:pt x="1990" y="5122"/>
                  </a:cubicBezTo>
                  <a:cubicBezTo>
                    <a:pt x="3441" y="3805"/>
                    <a:pt x="5350" y="3084"/>
                    <a:pt x="7308" y="3084"/>
                  </a:cubicBezTo>
                  <a:cubicBezTo>
                    <a:pt x="7548" y="3084"/>
                    <a:pt x="7789" y="3095"/>
                    <a:pt x="8030" y="3117"/>
                  </a:cubicBezTo>
                  <a:cubicBezTo>
                    <a:pt x="8039" y="3119"/>
                    <a:pt x="8048" y="3120"/>
                    <a:pt x="8056" y="3120"/>
                  </a:cubicBezTo>
                  <a:cubicBezTo>
                    <a:pt x="8143" y="3120"/>
                    <a:pt x="8206" y="3008"/>
                    <a:pt x="8206" y="2916"/>
                  </a:cubicBezTo>
                  <a:cubicBezTo>
                    <a:pt x="8231" y="2640"/>
                    <a:pt x="7980" y="2465"/>
                    <a:pt x="7755" y="2340"/>
                  </a:cubicBezTo>
                  <a:cubicBezTo>
                    <a:pt x="7429" y="2139"/>
                    <a:pt x="7078" y="1939"/>
                    <a:pt x="6752" y="1738"/>
                  </a:cubicBezTo>
                  <a:cubicBezTo>
                    <a:pt x="6075" y="1337"/>
                    <a:pt x="5399" y="986"/>
                    <a:pt x="4672" y="686"/>
                  </a:cubicBezTo>
                  <a:cubicBezTo>
                    <a:pt x="3683" y="272"/>
                    <a:pt x="2603" y="0"/>
                    <a:pt x="15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p29"/>
            <p:cNvSpPr/>
            <p:nvPr/>
          </p:nvSpPr>
          <p:spPr>
            <a:xfrm>
              <a:off x="6975489" y="1337423"/>
              <a:ext cx="77414" cy="43251"/>
            </a:xfrm>
            <a:custGeom>
              <a:rect b="b" l="l" r="r" t="t"/>
              <a:pathLst>
                <a:path extrusionOk="0" h="2151" w="3850">
                  <a:moveTo>
                    <a:pt x="241" y="1"/>
                  </a:moveTo>
                  <a:cubicBezTo>
                    <a:pt x="53" y="1"/>
                    <a:pt x="0" y="305"/>
                    <a:pt x="222" y="393"/>
                  </a:cubicBezTo>
                  <a:cubicBezTo>
                    <a:pt x="1375" y="820"/>
                    <a:pt x="2478" y="1396"/>
                    <a:pt x="3480" y="2123"/>
                  </a:cubicBezTo>
                  <a:cubicBezTo>
                    <a:pt x="3511" y="2142"/>
                    <a:pt x="3543" y="2151"/>
                    <a:pt x="3572" y="2151"/>
                  </a:cubicBezTo>
                  <a:cubicBezTo>
                    <a:pt x="3733" y="2151"/>
                    <a:pt x="3850" y="1899"/>
                    <a:pt x="3681" y="1772"/>
                  </a:cubicBezTo>
                  <a:cubicBezTo>
                    <a:pt x="2653" y="1045"/>
                    <a:pt x="1500" y="469"/>
                    <a:pt x="322" y="18"/>
                  </a:cubicBezTo>
                  <a:cubicBezTo>
                    <a:pt x="293" y="6"/>
                    <a:pt x="266" y="1"/>
                    <a:pt x="2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p29"/>
            <p:cNvSpPr/>
            <p:nvPr/>
          </p:nvSpPr>
          <p:spPr>
            <a:xfrm>
              <a:off x="6864536" y="1294935"/>
              <a:ext cx="10597" cy="8083"/>
            </a:xfrm>
            <a:custGeom>
              <a:rect b="b" l="l" r="r" t="t"/>
              <a:pathLst>
                <a:path extrusionOk="0" h="402" w="527">
                  <a:moveTo>
                    <a:pt x="251" y="0"/>
                  </a:moveTo>
                  <a:cubicBezTo>
                    <a:pt x="1" y="0"/>
                    <a:pt x="1" y="401"/>
                    <a:pt x="251" y="401"/>
                  </a:cubicBezTo>
                  <a:cubicBezTo>
                    <a:pt x="527" y="401"/>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29"/>
            <p:cNvSpPr/>
            <p:nvPr/>
          </p:nvSpPr>
          <p:spPr>
            <a:xfrm>
              <a:off x="6676691" y="1280317"/>
              <a:ext cx="87588" cy="82561"/>
            </a:xfrm>
            <a:custGeom>
              <a:rect b="b" l="l" r="r" t="t"/>
              <a:pathLst>
                <a:path extrusionOk="0" h="4106" w="4356">
                  <a:moveTo>
                    <a:pt x="4104" y="0"/>
                  </a:moveTo>
                  <a:cubicBezTo>
                    <a:pt x="2275" y="176"/>
                    <a:pt x="821" y="1554"/>
                    <a:pt x="69" y="3183"/>
                  </a:cubicBezTo>
                  <a:cubicBezTo>
                    <a:pt x="0" y="3339"/>
                    <a:pt x="146" y="3483"/>
                    <a:pt x="276" y="3483"/>
                  </a:cubicBezTo>
                  <a:cubicBezTo>
                    <a:pt x="334" y="3483"/>
                    <a:pt x="389" y="3454"/>
                    <a:pt x="420" y="3384"/>
                  </a:cubicBezTo>
                  <a:cubicBezTo>
                    <a:pt x="1045" y="1995"/>
                    <a:pt x="2226" y="755"/>
                    <a:pt x="3727" y="456"/>
                  </a:cubicBezTo>
                  <a:lnTo>
                    <a:pt x="3727" y="456"/>
                  </a:lnTo>
                  <a:cubicBezTo>
                    <a:pt x="3062" y="1519"/>
                    <a:pt x="2491" y="2699"/>
                    <a:pt x="2851" y="3960"/>
                  </a:cubicBezTo>
                  <a:cubicBezTo>
                    <a:pt x="2882" y="4061"/>
                    <a:pt x="2961" y="4105"/>
                    <a:pt x="3040" y="4105"/>
                  </a:cubicBezTo>
                  <a:cubicBezTo>
                    <a:pt x="3157" y="4105"/>
                    <a:pt x="3272" y="4009"/>
                    <a:pt x="3227" y="3860"/>
                  </a:cubicBezTo>
                  <a:cubicBezTo>
                    <a:pt x="2851" y="2557"/>
                    <a:pt x="3603" y="1354"/>
                    <a:pt x="4280" y="301"/>
                  </a:cubicBezTo>
                  <a:cubicBezTo>
                    <a:pt x="4355" y="201"/>
                    <a:pt x="4255" y="0"/>
                    <a:pt x="41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p29"/>
            <p:cNvSpPr/>
            <p:nvPr/>
          </p:nvSpPr>
          <p:spPr>
            <a:xfrm>
              <a:off x="6675565" y="1368871"/>
              <a:ext cx="16146" cy="14779"/>
            </a:xfrm>
            <a:custGeom>
              <a:rect b="b" l="l" r="r" t="t"/>
              <a:pathLst>
                <a:path extrusionOk="0" h="735" w="803">
                  <a:moveTo>
                    <a:pt x="172" y="1"/>
                  </a:moveTo>
                  <a:cubicBezTo>
                    <a:pt x="131" y="1"/>
                    <a:pt x="91" y="37"/>
                    <a:pt x="50" y="58"/>
                  </a:cubicBezTo>
                  <a:cubicBezTo>
                    <a:pt x="25" y="83"/>
                    <a:pt x="0" y="133"/>
                    <a:pt x="0" y="183"/>
                  </a:cubicBezTo>
                  <a:cubicBezTo>
                    <a:pt x="0" y="233"/>
                    <a:pt x="25" y="308"/>
                    <a:pt x="50" y="333"/>
                  </a:cubicBezTo>
                  <a:cubicBezTo>
                    <a:pt x="201" y="459"/>
                    <a:pt x="326" y="559"/>
                    <a:pt x="476" y="684"/>
                  </a:cubicBezTo>
                  <a:cubicBezTo>
                    <a:pt x="501" y="709"/>
                    <a:pt x="526" y="709"/>
                    <a:pt x="551" y="734"/>
                  </a:cubicBezTo>
                  <a:lnTo>
                    <a:pt x="602" y="734"/>
                  </a:lnTo>
                  <a:cubicBezTo>
                    <a:pt x="652" y="734"/>
                    <a:pt x="702" y="709"/>
                    <a:pt x="752" y="684"/>
                  </a:cubicBezTo>
                  <a:cubicBezTo>
                    <a:pt x="777" y="634"/>
                    <a:pt x="802" y="584"/>
                    <a:pt x="802" y="534"/>
                  </a:cubicBezTo>
                  <a:cubicBezTo>
                    <a:pt x="802" y="484"/>
                    <a:pt x="777" y="433"/>
                    <a:pt x="752" y="408"/>
                  </a:cubicBezTo>
                  <a:cubicBezTo>
                    <a:pt x="602" y="283"/>
                    <a:pt x="476" y="158"/>
                    <a:pt x="326" y="58"/>
                  </a:cubicBezTo>
                  <a:cubicBezTo>
                    <a:pt x="301" y="32"/>
                    <a:pt x="276" y="7"/>
                    <a:pt x="251" y="7"/>
                  </a:cubicBezTo>
                  <a:lnTo>
                    <a:pt x="201" y="7"/>
                  </a:lnTo>
                  <a:cubicBezTo>
                    <a:pt x="191" y="3"/>
                    <a:pt x="181" y="1"/>
                    <a:pt x="1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p29"/>
            <p:cNvSpPr/>
            <p:nvPr/>
          </p:nvSpPr>
          <p:spPr>
            <a:xfrm>
              <a:off x="6662958" y="1371525"/>
              <a:ext cx="15141" cy="14779"/>
            </a:xfrm>
            <a:custGeom>
              <a:rect b="b" l="l" r="r" t="t"/>
              <a:pathLst>
                <a:path extrusionOk="0" h="735" w="753">
                  <a:moveTo>
                    <a:pt x="201" y="1"/>
                  </a:moveTo>
                  <a:cubicBezTo>
                    <a:pt x="151" y="1"/>
                    <a:pt x="101" y="26"/>
                    <a:pt x="76" y="51"/>
                  </a:cubicBezTo>
                  <a:cubicBezTo>
                    <a:pt x="26" y="101"/>
                    <a:pt x="0" y="151"/>
                    <a:pt x="0" y="201"/>
                  </a:cubicBezTo>
                  <a:cubicBezTo>
                    <a:pt x="0" y="251"/>
                    <a:pt x="26" y="301"/>
                    <a:pt x="76" y="327"/>
                  </a:cubicBezTo>
                  <a:cubicBezTo>
                    <a:pt x="176" y="452"/>
                    <a:pt x="301" y="577"/>
                    <a:pt x="401" y="677"/>
                  </a:cubicBezTo>
                  <a:cubicBezTo>
                    <a:pt x="452" y="728"/>
                    <a:pt x="502" y="728"/>
                    <a:pt x="552" y="728"/>
                  </a:cubicBezTo>
                  <a:cubicBezTo>
                    <a:pt x="561" y="732"/>
                    <a:pt x="571" y="734"/>
                    <a:pt x="580" y="734"/>
                  </a:cubicBezTo>
                  <a:cubicBezTo>
                    <a:pt x="620" y="734"/>
                    <a:pt x="657" y="698"/>
                    <a:pt x="677" y="677"/>
                  </a:cubicBezTo>
                  <a:cubicBezTo>
                    <a:pt x="727" y="652"/>
                    <a:pt x="752" y="602"/>
                    <a:pt x="752" y="552"/>
                  </a:cubicBezTo>
                  <a:cubicBezTo>
                    <a:pt x="752" y="502"/>
                    <a:pt x="727" y="427"/>
                    <a:pt x="677" y="402"/>
                  </a:cubicBezTo>
                  <a:cubicBezTo>
                    <a:pt x="577" y="276"/>
                    <a:pt x="452" y="176"/>
                    <a:pt x="351" y="51"/>
                  </a:cubicBezTo>
                  <a:cubicBezTo>
                    <a:pt x="301" y="26"/>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p29"/>
            <p:cNvSpPr/>
            <p:nvPr/>
          </p:nvSpPr>
          <p:spPr>
            <a:xfrm>
              <a:off x="6638165" y="1428268"/>
              <a:ext cx="127260" cy="87307"/>
            </a:xfrm>
            <a:custGeom>
              <a:rect b="b" l="l" r="r" t="t"/>
              <a:pathLst>
                <a:path extrusionOk="0" h="4342" w="6329">
                  <a:moveTo>
                    <a:pt x="248" y="1"/>
                  </a:moveTo>
                  <a:cubicBezTo>
                    <a:pt x="65" y="1"/>
                    <a:pt x="1" y="318"/>
                    <a:pt x="206" y="387"/>
                  </a:cubicBezTo>
                  <a:cubicBezTo>
                    <a:pt x="2411" y="1214"/>
                    <a:pt x="4366" y="2542"/>
                    <a:pt x="5920" y="4271"/>
                  </a:cubicBezTo>
                  <a:cubicBezTo>
                    <a:pt x="5963" y="4321"/>
                    <a:pt x="6012" y="4341"/>
                    <a:pt x="6059" y="4341"/>
                  </a:cubicBezTo>
                  <a:cubicBezTo>
                    <a:pt x="6204" y="4341"/>
                    <a:pt x="6328" y="4147"/>
                    <a:pt x="6196" y="3996"/>
                  </a:cubicBezTo>
                  <a:cubicBezTo>
                    <a:pt x="4592" y="2216"/>
                    <a:pt x="2562" y="838"/>
                    <a:pt x="306" y="11"/>
                  </a:cubicBezTo>
                  <a:cubicBezTo>
                    <a:pt x="286" y="4"/>
                    <a:pt x="267" y="1"/>
                    <a:pt x="24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1" name="Google Shape;2601;p29"/>
            <p:cNvSpPr/>
            <p:nvPr/>
          </p:nvSpPr>
          <p:spPr>
            <a:xfrm>
              <a:off x="6637763" y="1453161"/>
              <a:ext cx="36294" cy="22199"/>
            </a:xfrm>
            <a:custGeom>
              <a:rect b="b" l="l" r="r" t="t"/>
              <a:pathLst>
                <a:path extrusionOk="0" h="1104" w="1805">
                  <a:moveTo>
                    <a:pt x="221" y="1"/>
                  </a:moveTo>
                  <a:cubicBezTo>
                    <a:pt x="151" y="1"/>
                    <a:pt x="84" y="34"/>
                    <a:pt x="50" y="101"/>
                  </a:cubicBezTo>
                  <a:cubicBezTo>
                    <a:pt x="0" y="201"/>
                    <a:pt x="25" y="327"/>
                    <a:pt x="126" y="377"/>
                  </a:cubicBezTo>
                  <a:cubicBezTo>
                    <a:pt x="577" y="602"/>
                    <a:pt x="1028" y="853"/>
                    <a:pt x="1479" y="1079"/>
                  </a:cubicBezTo>
                  <a:cubicBezTo>
                    <a:pt x="1512" y="1095"/>
                    <a:pt x="1549" y="1104"/>
                    <a:pt x="1584" y="1104"/>
                  </a:cubicBezTo>
                  <a:cubicBezTo>
                    <a:pt x="1654" y="1104"/>
                    <a:pt x="1721" y="1070"/>
                    <a:pt x="1755" y="1003"/>
                  </a:cubicBezTo>
                  <a:cubicBezTo>
                    <a:pt x="1805" y="928"/>
                    <a:pt x="1780" y="803"/>
                    <a:pt x="1680" y="753"/>
                  </a:cubicBezTo>
                  <a:cubicBezTo>
                    <a:pt x="1228" y="502"/>
                    <a:pt x="777" y="277"/>
                    <a:pt x="326" y="26"/>
                  </a:cubicBezTo>
                  <a:cubicBezTo>
                    <a:pt x="293" y="9"/>
                    <a:pt x="257" y="1"/>
                    <a:pt x="2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p29"/>
            <p:cNvSpPr/>
            <p:nvPr/>
          </p:nvSpPr>
          <p:spPr>
            <a:xfrm>
              <a:off x="6620632" y="1473007"/>
              <a:ext cx="42346" cy="25939"/>
            </a:xfrm>
            <a:custGeom>
              <a:rect b="b" l="l" r="r" t="t"/>
              <a:pathLst>
                <a:path extrusionOk="0" h="1290" w="2106">
                  <a:moveTo>
                    <a:pt x="211" y="0"/>
                  </a:moveTo>
                  <a:cubicBezTo>
                    <a:pt x="135" y="0"/>
                    <a:pt x="70" y="63"/>
                    <a:pt x="50" y="142"/>
                  </a:cubicBezTo>
                  <a:cubicBezTo>
                    <a:pt x="0" y="267"/>
                    <a:pt x="75" y="342"/>
                    <a:pt x="176" y="392"/>
                  </a:cubicBezTo>
                  <a:cubicBezTo>
                    <a:pt x="752" y="618"/>
                    <a:pt x="1278" y="919"/>
                    <a:pt x="1780" y="1270"/>
                  </a:cubicBezTo>
                  <a:cubicBezTo>
                    <a:pt x="1808" y="1284"/>
                    <a:pt x="1838" y="1290"/>
                    <a:pt x="1867" y="1290"/>
                  </a:cubicBezTo>
                  <a:cubicBezTo>
                    <a:pt x="1944" y="1290"/>
                    <a:pt x="2019" y="1249"/>
                    <a:pt x="2055" y="1194"/>
                  </a:cubicBezTo>
                  <a:cubicBezTo>
                    <a:pt x="2105" y="1094"/>
                    <a:pt x="2080" y="994"/>
                    <a:pt x="1980" y="919"/>
                  </a:cubicBezTo>
                  <a:cubicBezTo>
                    <a:pt x="1454" y="568"/>
                    <a:pt x="877" y="242"/>
                    <a:pt x="276" y="16"/>
                  </a:cubicBezTo>
                  <a:cubicBezTo>
                    <a:pt x="254" y="5"/>
                    <a:pt x="232" y="0"/>
                    <a:pt x="21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29"/>
            <p:cNvSpPr/>
            <p:nvPr/>
          </p:nvSpPr>
          <p:spPr>
            <a:xfrm>
              <a:off x="6576677" y="1274366"/>
              <a:ext cx="14739" cy="80309"/>
            </a:xfrm>
            <a:custGeom>
              <a:rect b="b" l="l" r="r" t="t"/>
              <a:pathLst>
                <a:path extrusionOk="0" h="3994" w="733">
                  <a:moveTo>
                    <a:pt x="236" y="1"/>
                  </a:moveTo>
                  <a:cubicBezTo>
                    <a:pt x="123" y="1"/>
                    <a:pt x="1" y="97"/>
                    <a:pt x="31" y="246"/>
                  </a:cubicBezTo>
                  <a:cubicBezTo>
                    <a:pt x="281" y="1424"/>
                    <a:pt x="357" y="2602"/>
                    <a:pt x="256" y="3805"/>
                  </a:cubicBezTo>
                  <a:cubicBezTo>
                    <a:pt x="244" y="3930"/>
                    <a:pt x="338" y="3993"/>
                    <a:pt x="435" y="3993"/>
                  </a:cubicBezTo>
                  <a:cubicBezTo>
                    <a:pt x="532" y="3993"/>
                    <a:pt x="632" y="3930"/>
                    <a:pt x="632" y="3805"/>
                  </a:cubicBezTo>
                  <a:cubicBezTo>
                    <a:pt x="733" y="2577"/>
                    <a:pt x="657" y="1349"/>
                    <a:pt x="407" y="146"/>
                  </a:cubicBezTo>
                  <a:cubicBezTo>
                    <a:pt x="386" y="45"/>
                    <a:pt x="313" y="1"/>
                    <a:pt x="2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29"/>
            <p:cNvSpPr/>
            <p:nvPr/>
          </p:nvSpPr>
          <p:spPr>
            <a:xfrm>
              <a:off x="6598453" y="1292462"/>
              <a:ext cx="17152" cy="26180"/>
            </a:xfrm>
            <a:custGeom>
              <a:rect b="b" l="l" r="r" t="t"/>
              <a:pathLst>
                <a:path extrusionOk="0" h="1302" w="853">
                  <a:moveTo>
                    <a:pt x="216" y="1"/>
                  </a:moveTo>
                  <a:cubicBezTo>
                    <a:pt x="174" y="1"/>
                    <a:pt x="135" y="14"/>
                    <a:pt x="101" y="48"/>
                  </a:cubicBezTo>
                  <a:cubicBezTo>
                    <a:pt x="25" y="123"/>
                    <a:pt x="0" y="274"/>
                    <a:pt x="101" y="349"/>
                  </a:cubicBezTo>
                  <a:cubicBezTo>
                    <a:pt x="126" y="374"/>
                    <a:pt x="151" y="399"/>
                    <a:pt x="201" y="424"/>
                  </a:cubicBezTo>
                  <a:cubicBezTo>
                    <a:pt x="201" y="424"/>
                    <a:pt x="226" y="449"/>
                    <a:pt x="226" y="474"/>
                  </a:cubicBezTo>
                  <a:cubicBezTo>
                    <a:pt x="226" y="474"/>
                    <a:pt x="251" y="499"/>
                    <a:pt x="276" y="499"/>
                  </a:cubicBezTo>
                  <a:cubicBezTo>
                    <a:pt x="259" y="499"/>
                    <a:pt x="254" y="488"/>
                    <a:pt x="259" y="488"/>
                  </a:cubicBezTo>
                  <a:cubicBezTo>
                    <a:pt x="262" y="488"/>
                    <a:pt x="268" y="491"/>
                    <a:pt x="276" y="499"/>
                  </a:cubicBezTo>
                  <a:cubicBezTo>
                    <a:pt x="276" y="524"/>
                    <a:pt x="276" y="524"/>
                    <a:pt x="276" y="524"/>
                  </a:cubicBezTo>
                  <a:cubicBezTo>
                    <a:pt x="301" y="549"/>
                    <a:pt x="301" y="574"/>
                    <a:pt x="326" y="574"/>
                  </a:cubicBezTo>
                  <a:cubicBezTo>
                    <a:pt x="326" y="624"/>
                    <a:pt x="351" y="649"/>
                    <a:pt x="376" y="700"/>
                  </a:cubicBezTo>
                  <a:cubicBezTo>
                    <a:pt x="376" y="700"/>
                    <a:pt x="376" y="700"/>
                    <a:pt x="376" y="725"/>
                  </a:cubicBezTo>
                  <a:cubicBezTo>
                    <a:pt x="376" y="725"/>
                    <a:pt x="401" y="750"/>
                    <a:pt x="401" y="775"/>
                  </a:cubicBezTo>
                  <a:cubicBezTo>
                    <a:pt x="426" y="800"/>
                    <a:pt x="426" y="850"/>
                    <a:pt x="426" y="900"/>
                  </a:cubicBezTo>
                  <a:cubicBezTo>
                    <a:pt x="426" y="900"/>
                    <a:pt x="426" y="900"/>
                    <a:pt x="426" y="925"/>
                  </a:cubicBezTo>
                  <a:cubicBezTo>
                    <a:pt x="440" y="925"/>
                    <a:pt x="439" y="933"/>
                    <a:pt x="435" y="935"/>
                  </a:cubicBezTo>
                  <a:lnTo>
                    <a:pt x="435" y="935"/>
                  </a:lnTo>
                  <a:cubicBezTo>
                    <a:pt x="430" y="929"/>
                    <a:pt x="427" y="925"/>
                    <a:pt x="426" y="925"/>
                  </a:cubicBezTo>
                  <a:lnTo>
                    <a:pt x="426" y="925"/>
                  </a:lnTo>
                  <a:cubicBezTo>
                    <a:pt x="426" y="934"/>
                    <a:pt x="429" y="936"/>
                    <a:pt x="432" y="936"/>
                  </a:cubicBezTo>
                  <a:cubicBezTo>
                    <a:pt x="433" y="936"/>
                    <a:pt x="434" y="936"/>
                    <a:pt x="435" y="935"/>
                  </a:cubicBezTo>
                  <a:lnTo>
                    <a:pt x="435" y="935"/>
                  </a:lnTo>
                  <a:cubicBezTo>
                    <a:pt x="442" y="945"/>
                    <a:pt x="452" y="960"/>
                    <a:pt x="452" y="975"/>
                  </a:cubicBezTo>
                  <a:cubicBezTo>
                    <a:pt x="452" y="1000"/>
                    <a:pt x="452" y="1050"/>
                    <a:pt x="452" y="1101"/>
                  </a:cubicBezTo>
                  <a:cubicBezTo>
                    <a:pt x="426" y="1201"/>
                    <a:pt x="527" y="1276"/>
                    <a:pt x="652" y="1301"/>
                  </a:cubicBezTo>
                  <a:cubicBezTo>
                    <a:pt x="752" y="1301"/>
                    <a:pt x="827" y="1201"/>
                    <a:pt x="827" y="1101"/>
                  </a:cubicBezTo>
                  <a:cubicBezTo>
                    <a:pt x="853" y="700"/>
                    <a:pt x="677" y="299"/>
                    <a:pt x="376" y="48"/>
                  </a:cubicBezTo>
                  <a:cubicBezTo>
                    <a:pt x="321" y="20"/>
                    <a:pt x="266" y="1"/>
                    <a:pt x="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p29"/>
            <p:cNvSpPr/>
            <p:nvPr/>
          </p:nvSpPr>
          <p:spPr>
            <a:xfrm>
              <a:off x="6507748" y="1418898"/>
              <a:ext cx="63701" cy="14739"/>
            </a:xfrm>
            <a:custGeom>
              <a:rect b="b" l="l" r="r" t="t"/>
              <a:pathLst>
                <a:path extrusionOk="0" h="733" w="3168">
                  <a:moveTo>
                    <a:pt x="251" y="1"/>
                  </a:moveTo>
                  <a:cubicBezTo>
                    <a:pt x="0" y="1"/>
                    <a:pt x="0" y="377"/>
                    <a:pt x="251" y="402"/>
                  </a:cubicBezTo>
                  <a:cubicBezTo>
                    <a:pt x="1128" y="427"/>
                    <a:pt x="1980" y="527"/>
                    <a:pt x="2832" y="727"/>
                  </a:cubicBezTo>
                  <a:cubicBezTo>
                    <a:pt x="2846" y="731"/>
                    <a:pt x="2860" y="732"/>
                    <a:pt x="2873" y="732"/>
                  </a:cubicBezTo>
                  <a:cubicBezTo>
                    <a:pt x="3072" y="732"/>
                    <a:pt x="3167" y="399"/>
                    <a:pt x="2932" y="351"/>
                  </a:cubicBezTo>
                  <a:cubicBezTo>
                    <a:pt x="2055" y="151"/>
                    <a:pt x="1153" y="26"/>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29"/>
            <p:cNvSpPr/>
            <p:nvPr/>
          </p:nvSpPr>
          <p:spPr>
            <a:xfrm>
              <a:off x="6266941" y="1462049"/>
              <a:ext cx="274588" cy="67119"/>
            </a:xfrm>
            <a:custGeom>
              <a:rect b="b" l="l" r="r" t="t"/>
              <a:pathLst>
                <a:path extrusionOk="0" h="3338" w="13656">
                  <a:moveTo>
                    <a:pt x="12653" y="1"/>
                  </a:moveTo>
                  <a:cubicBezTo>
                    <a:pt x="11901" y="1"/>
                    <a:pt x="11149" y="29"/>
                    <a:pt x="10397" y="85"/>
                  </a:cubicBezTo>
                  <a:cubicBezTo>
                    <a:pt x="6838" y="361"/>
                    <a:pt x="3380" y="1363"/>
                    <a:pt x="197" y="2967"/>
                  </a:cubicBezTo>
                  <a:cubicBezTo>
                    <a:pt x="0" y="3076"/>
                    <a:pt x="127" y="3337"/>
                    <a:pt x="311" y="3337"/>
                  </a:cubicBezTo>
                  <a:cubicBezTo>
                    <a:pt x="339" y="3337"/>
                    <a:pt x="368" y="3331"/>
                    <a:pt x="397" y="3318"/>
                  </a:cubicBezTo>
                  <a:cubicBezTo>
                    <a:pt x="1299" y="2842"/>
                    <a:pt x="2202" y="2441"/>
                    <a:pt x="3154" y="2090"/>
                  </a:cubicBezTo>
                  <a:cubicBezTo>
                    <a:pt x="6171" y="953"/>
                    <a:pt x="9402" y="375"/>
                    <a:pt x="12629" y="375"/>
                  </a:cubicBezTo>
                  <a:cubicBezTo>
                    <a:pt x="12888" y="375"/>
                    <a:pt x="13146" y="379"/>
                    <a:pt x="13405" y="386"/>
                  </a:cubicBezTo>
                  <a:cubicBezTo>
                    <a:pt x="13412" y="387"/>
                    <a:pt x="13420" y="387"/>
                    <a:pt x="13427" y="387"/>
                  </a:cubicBezTo>
                  <a:cubicBezTo>
                    <a:pt x="13655" y="387"/>
                    <a:pt x="13648" y="10"/>
                    <a:pt x="13405" y="10"/>
                  </a:cubicBezTo>
                  <a:cubicBezTo>
                    <a:pt x="13154" y="4"/>
                    <a:pt x="12903" y="1"/>
                    <a:pt x="126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7" name="Google Shape;2607;p29"/>
            <p:cNvSpPr/>
            <p:nvPr/>
          </p:nvSpPr>
          <p:spPr>
            <a:xfrm>
              <a:off x="6358571" y="1298977"/>
              <a:ext cx="133755" cy="58432"/>
            </a:xfrm>
            <a:custGeom>
              <a:rect b="b" l="l" r="r" t="t"/>
              <a:pathLst>
                <a:path extrusionOk="0" h="2906" w="6652">
                  <a:moveTo>
                    <a:pt x="1621" y="1"/>
                  </a:moveTo>
                  <a:cubicBezTo>
                    <a:pt x="1172" y="1"/>
                    <a:pt x="724" y="17"/>
                    <a:pt x="276" y="50"/>
                  </a:cubicBezTo>
                  <a:cubicBezTo>
                    <a:pt x="51" y="75"/>
                    <a:pt x="1" y="376"/>
                    <a:pt x="226" y="451"/>
                  </a:cubicBezTo>
                  <a:cubicBezTo>
                    <a:pt x="1379" y="802"/>
                    <a:pt x="2331" y="1679"/>
                    <a:pt x="2808" y="2807"/>
                  </a:cubicBezTo>
                  <a:cubicBezTo>
                    <a:pt x="2839" y="2877"/>
                    <a:pt x="2894" y="2906"/>
                    <a:pt x="2952" y="2906"/>
                  </a:cubicBezTo>
                  <a:cubicBezTo>
                    <a:pt x="3082" y="2906"/>
                    <a:pt x="3228" y="2762"/>
                    <a:pt x="3158" y="2606"/>
                  </a:cubicBezTo>
                  <a:cubicBezTo>
                    <a:pt x="2749" y="1670"/>
                    <a:pt x="2021" y="886"/>
                    <a:pt x="1128" y="407"/>
                  </a:cubicBezTo>
                  <a:lnTo>
                    <a:pt x="1128" y="407"/>
                  </a:lnTo>
                  <a:cubicBezTo>
                    <a:pt x="1312" y="401"/>
                    <a:pt x="1497" y="399"/>
                    <a:pt x="1681" y="399"/>
                  </a:cubicBezTo>
                  <a:cubicBezTo>
                    <a:pt x="3241" y="399"/>
                    <a:pt x="4793" y="592"/>
                    <a:pt x="6316" y="977"/>
                  </a:cubicBezTo>
                  <a:cubicBezTo>
                    <a:pt x="6332" y="980"/>
                    <a:pt x="6347" y="982"/>
                    <a:pt x="6361" y="982"/>
                  </a:cubicBezTo>
                  <a:cubicBezTo>
                    <a:pt x="6578" y="982"/>
                    <a:pt x="6652" y="648"/>
                    <a:pt x="6417" y="601"/>
                  </a:cubicBezTo>
                  <a:cubicBezTo>
                    <a:pt x="4848" y="209"/>
                    <a:pt x="3233" y="1"/>
                    <a:pt x="16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8" name="Google Shape;2608;p29"/>
            <p:cNvSpPr/>
            <p:nvPr/>
          </p:nvSpPr>
          <p:spPr>
            <a:xfrm>
              <a:off x="6428123" y="1327188"/>
              <a:ext cx="15141" cy="10798"/>
            </a:xfrm>
            <a:custGeom>
              <a:rect b="b" l="l" r="r" t="t"/>
              <a:pathLst>
                <a:path extrusionOk="0" h="537" w="753">
                  <a:moveTo>
                    <a:pt x="251" y="0"/>
                  </a:moveTo>
                  <a:cubicBezTo>
                    <a:pt x="201" y="0"/>
                    <a:pt x="151" y="0"/>
                    <a:pt x="100" y="25"/>
                  </a:cubicBezTo>
                  <a:cubicBezTo>
                    <a:pt x="50" y="50"/>
                    <a:pt x="25" y="100"/>
                    <a:pt x="25" y="151"/>
                  </a:cubicBezTo>
                  <a:cubicBezTo>
                    <a:pt x="0" y="201"/>
                    <a:pt x="0" y="251"/>
                    <a:pt x="25" y="301"/>
                  </a:cubicBezTo>
                  <a:cubicBezTo>
                    <a:pt x="50" y="326"/>
                    <a:pt x="75" y="326"/>
                    <a:pt x="75" y="351"/>
                  </a:cubicBezTo>
                  <a:cubicBezTo>
                    <a:pt x="100" y="376"/>
                    <a:pt x="126" y="376"/>
                    <a:pt x="151" y="376"/>
                  </a:cubicBezTo>
                  <a:cubicBezTo>
                    <a:pt x="276" y="426"/>
                    <a:pt x="376" y="476"/>
                    <a:pt x="501" y="527"/>
                  </a:cubicBezTo>
                  <a:cubicBezTo>
                    <a:pt x="516" y="534"/>
                    <a:pt x="531" y="537"/>
                    <a:pt x="546" y="537"/>
                  </a:cubicBezTo>
                  <a:cubicBezTo>
                    <a:pt x="581" y="537"/>
                    <a:pt x="616" y="519"/>
                    <a:pt x="652" y="501"/>
                  </a:cubicBezTo>
                  <a:cubicBezTo>
                    <a:pt x="702" y="476"/>
                    <a:pt x="727" y="426"/>
                    <a:pt x="727" y="376"/>
                  </a:cubicBezTo>
                  <a:cubicBezTo>
                    <a:pt x="752" y="351"/>
                    <a:pt x="752" y="276"/>
                    <a:pt x="727" y="226"/>
                  </a:cubicBezTo>
                  <a:cubicBezTo>
                    <a:pt x="702" y="226"/>
                    <a:pt x="677" y="201"/>
                    <a:pt x="677" y="176"/>
                  </a:cubicBezTo>
                  <a:cubicBezTo>
                    <a:pt x="652" y="176"/>
                    <a:pt x="627" y="151"/>
                    <a:pt x="602" y="151"/>
                  </a:cubicBezTo>
                  <a:cubicBezTo>
                    <a:pt x="476" y="100"/>
                    <a:pt x="376" y="5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29"/>
            <p:cNvSpPr/>
            <p:nvPr/>
          </p:nvSpPr>
          <p:spPr>
            <a:xfrm>
              <a:off x="6174808" y="1404602"/>
              <a:ext cx="180103" cy="88453"/>
            </a:xfrm>
            <a:custGeom>
              <a:rect b="b" l="l" r="r" t="t"/>
              <a:pathLst>
                <a:path extrusionOk="0" h="4399" w="8957">
                  <a:moveTo>
                    <a:pt x="7501" y="1"/>
                  </a:moveTo>
                  <a:cubicBezTo>
                    <a:pt x="4926" y="1"/>
                    <a:pt x="2447" y="1105"/>
                    <a:pt x="192" y="2341"/>
                  </a:cubicBezTo>
                  <a:cubicBezTo>
                    <a:pt x="0" y="2461"/>
                    <a:pt x="130" y="2718"/>
                    <a:pt x="317" y="2718"/>
                  </a:cubicBezTo>
                  <a:cubicBezTo>
                    <a:pt x="325" y="2718"/>
                    <a:pt x="334" y="2718"/>
                    <a:pt x="342" y="2717"/>
                  </a:cubicBezTo>
                  <a:cubicBezTo>
                    <a:pt x="564" y="2685"/>
                    <a:pt x="784" y="2670"/>
                    <a:pt x="1002" y="2670"/>
                  </a:cubicBezTo>
                  <a:cubicBezTo>
                    <a:pt x="2684" y="2670"/>
                    <a:pt x="4261" y="3550"/>
                    <a:pt x="5681" y="4371"/>
                  </a:cubicBezTo>
                  <a:cubicBezTo>
                    <a:pt x="5716" y="4390"/>
                    <a:pt x="5751" y="4399"/>
                    <a:pt x="5783" y="4399"/>
                  </a:cubicBezTo>
                  <a:cubicBezTo>
                    <a:pt x="5959" y="4399"/>
                    <a:pt x="6072" y="4151"/>
                    <a:pt x="5881" y="4045"/>
                  </a:cubicBezTo>
                  <a:cubicBezTo>
                    <a:pt x="4427" y="3190"/>
                    <a:pt x="2846" y="2334"/>
                    <a:pt x="1136" y="2288"/>
                  </a:cubicBezTo>
                  <a:lnTo>
                    <a:pt x="1136" y="2288"/>
                  </a:lnTo>
                  <a:cubicBezTo>
                    <a:pt x="3077" y="1265"/>
                    <a:pt x="5206" y="394"/>
                    <a:pt x="7401" y="394"/>
                  </a:cubicBezTo>
                  <a:cubicBezTo>
                    <a:pt x="7803" y="394"/>
                    <a:pt x="8207" y="423"/>
                    <a:pt x="8613" y="486"/>
                  </a:cubicBezTo>
                  <a:cubicBezTo>
                    <a:pt x="8621" y="487"/>
                    <a:pt x="8629" y="487"/>
                    <a:pt x="8637" y="487"/>
                  </a:cubicBezTo>
                  <a:cubicBezTo>
                    <a:pt x="8870" y="487"/>
                    <a:pt x="8956" y="134"/>
                    <a:pt x="8713" y="85"/>
                  </a:cubicBezTo>
                  <a:cubicBezTo>
                    <a:pt x="8307" y="28"/>
                    <a:pt x="7903" y="1"/>
                    <a:pt x="75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29"/>
            <p:cNvSpPr/>
            <p:nvPr/>
          </p:nvSpPr>
          <p:spPr>
            <a:xfrm>
              <a:off x="6329837" y="1437035"/>
              <a:ext cx="17674" cy="16146"/>
            </a:xfrm>
            <a:custGeom>
              <a:rect b="b" l="l" r="r" t="t"/>
              <a:pathLst>
                <a:path extrusionOk="0" h="803" w="879">
                  <a:moveTo>
                    <a:pt x="176" y="1"/>
                  </a:moveTo>
                  <a:cubicBezTo>
                    <a:pt x="126" y="1"/>
                    <a:pt x="76" y="26"/>
                    <a:pt x="51" y="51"/>
                  </a:cubicBezTo>
                  <a:cubicBezTo>
                    <a:pt x="1" y="76"/>
                    <a:pt x="1" y="151"/>
                    <a:pt x="1" y="201"/>
                  </a:cubicBezTo>
                  <a:cubicBezTo>
                    <a:pt x="1" y="226"/>
                    <a:pt x="1" y="302"/>
                    <a:pt x="51" y="327"/>
                  </a:cubicBezTo>
                  <a:cubicBezTo>
                    <a:pt x="201" y="477"/>
                    <a:pt x="377" y="602"/>
                    <a:pt x="527" y="753"/>
                  </a:cubicBezTo>
                  <a:cubicBezTo>
                    <a:pt x="577" y="778"/>
                    <a:pt x="628" y="803"/>
                    <a:pt x="678" y="803"/>
                  </a:cubicBezTo>
                  <a:cubicBezTo>
                    <a:pt x="728" y="803"/>
                    <a:pt x="778" y="778"/>
                    <a:pt x="803" y="753"/>
                  </a:cubicBezTo>
                  <a:cubicBezTo>
                    <a:pt x="853" y="703"/>
                    <a:pt x="878" y="653"/>
                    <a:pt x="878" y="602"/>
                  </a:cubicBezTo>
                  <a:cubicBezTo>
                    <a:pt x="878" y="552"/>
                    <a:pt x="853" y="502"/>
                    <a:pt x="803" y="477"/>
                  </a:cubicBezTo>
                  <a:cubicBezTo>
                    <a:pt x="653" y="327"/>
                    <a:pt x="477" y="201"/>
                    <a:pt x="327" y="51"/>
                  </a:cubicBezTo>
                  <a:cubicBezTo>
                    <a:pt x="277" y="26"/>
                    <a:pt x="252" y="1"/>
                    <a:pt x="1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29"/>
            <p:cNvSpPr/>
            <p:nvPr/>
          </p:nvSpPr>
          <p:spPr>
            <a:xfrm>
              <a:off x="6309689" y="1439911"/>
              <a:ext cx="25717" cy="22661"/>
            </a:xfrm>
            <a:custGeom>
              <a:rect b="b" l="l" r="r" t="t"/>
              <a:pathLst>
                <a:path extrusionOk="0" h="1127" w="1279">
                  <a:moveTo>
                    <a:pt x="727" y="554"/>
                  </a:moveTo>
                  <a:cubicBezTo>
                    <a:pt x="727" y="556"/>
                    <a:pt x="727" y="558"/>
                    <a:pt x="727" y="560"/>
                  </a:cubicBezTo>
                  <a:cubicBezTo>
                    <a:pt x="731" y="560"/>
                    <a:pt x="734" y="560"/>
                    <a:pt x="737" y="560"/>
                  </a:cubicBezTo>
                  <a:lnTo>
                    <a:pt x="737" y="560"/>
                  </a:lnTo>
                  <a:cubicBezTo>
                    <a:pt x="733" y="557"/>
                    <a:pt x="730" y="555"/>
                    <a:pt x="727" y="554"/>
                  </a:cubicBezTo>
                  <a:close/>
                  <a:moveTo>
                    <a:pt x="231" y="0"/>
                  </a:moveTo>
                  <a:cubicBezTo>
                    <a:pt x="188" y="0"/>
                    <a:pt x="142" y="13"/>
                    <a:pt x="101" y="33"/>
                  </a:cubicBezTo>
                  <a:cubicBezTo>
                    <a:pt x="0" y="83"/>
                    <a:pt x="0" y="209"/>
                    <a:pt x="51" y="284"/>
                  </a:cubicBezTo>
                  <a:cubicBezTo>
                    <a:pt x="226" y="685"/>
                    <a:pt x="577" y="986"/>
                    <a:pt x="1003" y="1111"/>
                  </a:cubicBezTo>
                  <a:cubicBezTo>
                    <a:pt x="1025" y="1122"/>
                    <a:pt x="1047" y="1127"/>
                    <a:pt x="1068" y="1127"/>
                  </a:cubicBezTo>
                  <a:cubicBezTo>
                    <a:pt x="1145" y="1127"/>
                    <a:pt x="1214" y="1064"/>
                    <a:pt x="1254" y="986"/>
                  </a:cubicBezTo>
                  <a:cubicBezTo>
                    <a:pt x="1279" y="885"/>
                    <a:pt x="1203" y="785"/>
                    <a:pt x="1103" y="735"/>
                  </a:cubicBezTo>
                  <a:cubicBezTo>
                    <a:pt x="1078" y="735"/>
                    <a:pt x="1053" y="735"/>
                    <a:pt x="1028" y="710"/>
                  </a:cubicBezTo>
                  <a:lnTo>
                    <a:pt x="1003" y="710"/>
                  </a:lnTo>
                  <a:cubicBezTo>
                    <a:pt x="1020" y="710"/>
                    <a:pt x="1003" y="699"/>
                    <a:pt x="997" y="699"/>
                  </a:cubicBezTo>
                  <a:cubicBezTo>
                    <a:pt x="995" y="699"/>
                    <a:pt x="995" y="702"/>
                    <a:pt x="1003" y="710"/>
                  </a:cubicBezTo>
                  <a:cubicBezTo>
                    <a:pt x="978" y="685"/>
                    <a:pt x="928" y="660"/>
                    <a:pt x="878" y="635"/>
                  </a:cubicBezTo>
                  <a:cubicBezTo>
                    <a:pt x="853" y="635"/>
                    <a:pt x="802" y="610"/>
                    <a:pt x="777" y="585"/>
                  </a:cubicBezTo>
                  <a:cubicBezTo>
                    <a:pt x="756" y="563"/>
                    <a:pt x="753" y="560"/>
                    <a:pt x="737" y="560"/>
                  </a:cubicBezTo>
                  <a:lnTo>
                    <a:pt x="737" y="560"/>
                  </a:lnTo>
                  <a:cubicBezTo>
                    <a:pt x="742" y="563"/>
                    <a:pt x="746" y="567"/>
                    <a:pt x="744" y="567"/>
                  </a:cubicBezTo>
                  <a:cubicBezTo>
                    <a:pt x="743" y="567"/>
                    <a:pt x="738" y="565"/>
                    <a:pt x="727" y="560"/>
                  </a:cubicBezTo>
                  <a:cubicBezTo>
                    <a:pt x="722" y="554"/>
                    <a:pt x="721" y="552"/>
                    <a:pt x="723" y="552"/>
                  </a:cubicBezTo>
                  <a:lnTo>
                    <a:pt x="723" y="552"/>
                  </a:lnTo>
                  <a:cubicBezTo>
                    <a:pt x="723" y="552"/>
                    <a:pt x="725" y="553"/>
                    <a:pt x="727" y="554"/>
                  </a:cubicBezTo>
                  <a:lnTo>
                    <a:pt x="727" y="554"/>
                  </a:lnTo>
                  <a:cubicBezTo>
                    <a:pt x="723" y="534"/>
                    <a:pt x="700" y="532"/>
                    <a:pt x="677" y="510"/>
                  </a:cubicBezTo>
                  <a:cubicBezTo>
                    <a:pt x="652" y="484"/>
                    <a:pt x="627" y="434"/>
                    <a:pt x="577" y="409"/>
                  </a:cubicBezTo>
                  <a:cubicBezTo>
                    <a:pt x="577" y="384"/>
                    <a:pt x="552" y="384"/>
                    <a:pt x="552" y="359"/>
                  </a:cubicBezTo>
                  <a:lnTo>
                    <a:pt x="527" y="334"/>
                  </a:lnTo>
                  <a:cubicBezTo>
                    <a:pt x="477" y="259"/>
                    <a:pt x="427" y="184"/>
                    <a:pt x="376" y="83"/>
                  </a:cubicBezTo>
                  <a:cubicBezTo>
                    <a:pt x="347" y="25"/>
                    <a:pt x="292" y="0"/>
                    <a:pt x="23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29"/>
            <p:cNvSpPr/>
            <p:nvPr/>
          </p:nvSpPr>
          <p:spPr>
            <a:xfrm>
              <a:off x="6149111" y="1558967"/>
              <a:ext cx="66697" cy="52581"/>
            </a:xfrm>
            <a:custGeom>
              <a:rect b="b" l="l" r="r" t="t"/>
              <a:pathLst>
                <a:path extrusionOk="0" h="2615" w="3317">
                  <a:moveTo>
                    <a:pt x="3021" y="1"/>
                  </a:moveTo>
                  <a:cubicBezTo>
                    <a:pt x="2990" y="1"/>
                    <a:pt x="2957" y="9"/>
                    <a:pt x="2924" y="27"/>
                  </a:cubicBezTo>
                  <a:cubicBezTo>
                    <a:pt x="1896" y="629"/>
                    <a:pt x="944" y="1406"/>
                    <a:pt x="117" y="2283"/>
                  </a:cubicBezTo>
                  <a:cubicBezTo>
                    <a:pt x="0" y="2419"/>
                    <a:pt x="139" y="2615"/>
                    <a:pt x="278" y="2615"/>
                  </a:cubicBezTo>
                  <a:cubicBezTo>
                    <a:pt x="318" y="2615"/>
                    <a:pt x="359" y="2598"/>
                    <a:pt x="392" y="2558"/>
                  </a:cubicBezTo>
                  <a:cubicBezTo>
                    <a:pt x="1194" y="1706"/>
                    <a:pt x="2122" y="954"/>
                    <a:pt x="3124" y="378"/>
                  </a:cubicBezTo>
                  <a:cubicBezTo>
                    <a:pt x="3317" y="271"/>
                    <a:pt x="3199" y="1"/>
                    <a:pt x="30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3" name="Google Shape;2613;p29"/>
            <p:cNvSpPr/>
            <p:nvPr/>
          </p:nvSpPr>
          <p:spPr>
            <a:xfrm>
              <a:off x="6176135" y="1646596"/>
              <a:ext cx="15644" cy="32956"/>
            </a:xfrm>
            <a:custGeom>
              <a:rect b="b" l="l" r="r" t="t"/>
              <a:pathLst>
                <a:path extrusionOk="0" h="1639" w="778">
                  <a:moveTo>
                    <a:pt x="587" y="0"/>
                  </a:moveTo>
                  <a:cubicBezTo>
                    <a:pt x="496" y="0"/>
                    <a:pt x="399" y="68"/>
                    <a:pt x="377" y="155"/>
                  </a:cubicBezTo>
                  <a:cubicBezTo>
                    <a:pt x="251" y="556"/>
                    <a:pt x="151" y="982"/>
                    <a:pt x="26" y="1383"/>
                  </a:cubicBezTo>
                  <a:cubicBezTo>
                    <a:pt x="1" y="1484"/>
                    <a:pt x="51" y="1584"/>
                    <a:pt x="151" y="1634"/>
                  </a:cubicBezTo>
                  <a:cubicBezTo>
                    <a:pt x="164" y="1637"/>
                    <a:pt x="178" y="1639"/>
                    <a:pt x="192" y="1639"/>
                  </a:cubicBezTo>
                  <a:cubicBezTo>
                    <a:pt x="283" y="1639"/>
                    <a:pt x="380" y="1571"/>
                    <a:pt x="402" y="1484"/>
                  </a:cubicBezTo>
                  <a:cubicBezTo>
                    <a:pt x="527" y="1083"/>
                    <a:pt x="627" y="657"/>
                    <a:pt x="753" y="256"/>
                  </a:cubicBezTo>
                  <a:cubicBezTo>
                    <a:pt x="778" y="130"/>
                    <a:pt x="728" y="30"/>
                    <a:pt x="627" y="5"/>
                  </a:cubicBezTo>
                  <a:cubicBezTo>
                    <a:pt x="614" y="2"/>
                    <a:pt x="601" y="0"/>
                    <a:pt x="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4" name="Google Shape;2614;p29"/>
            <p:cNvSpPr/>
            <p:nvPr/>
          </p:nvSpPr>
          <p:spPr>
            <a:xfrm>
              <a:off x="6138856" y="3082914"/>
              <a:ext cx="13613" cy="20228"/>
            </a:xfrm>
            <a:custGeom>
              <a:rect b="b" l="l" r="r" t="t"/>
              <a:pathLst>
                <a:path extrusionOk="0" h="1006" w="677">
                  <a:moveTo>
                    <a:pt x="194" y="1"/>
                  </a:moveTo>
                  <a:cubicBezTo>
                    <a:pt x="160" y="1"/>
                    <a:pt x="127" y="9"/>
                    <a:pt x="100" y="27"/>
                  </a:cubicBezTo>
                  <a:cubicBezTo>
                    <a:pt x="75" y="52"/>
                    <a:pt x="25" y="77"/>
                    <a:pt x="25" y="127"/>
                  </a:cubicBezTo>
                  <a:cubicBezTo>
                    <a:pt x="0" y="177"/>
                    <a:pt x="25" y="228"/>
                    <a:pt x="50" y="253"/>
                  </a:cubicBezTo>
                  <a:cubicBezTo>
                    <a:pt x="151" y="478"/>
                    <a:pt x="226" y="704"/>
                    <a:pt x="326" y="929"/>
                  </a:cubicBezTo>
                  <a:cubicBezTo>
                    <a:pt x="358" y="978"/>
                    <a:pt x="422" y="1005"/>
                    <a:pt x="483" y="1005"/>
                  </a:cubicBezTo>
                  <a:cubicBezTo>
                    <a:pt x="517" y="1005"/>
                    <a:pt x="550" y="997"/>
                    <a:pt x="577" y="979"/>
                  </a:cubicBezTo>
                  <a:cubicBezTo>
                    <a:pt x="602" y="954"/>
                    <a:pt x="652" y="929"/>
                    <a:pt x="652" y="879"/>
                  </a:cubicBezTo>
                  <a:cubicBezTo>
                    <a:pt x="677" y="829"/>
                    <a:pt x="652" y="779"/>
                    <a:pt x="627" y="754"/>
                  </a:cubicBezTo>
                  <a:cubicBezTo>
                    <a:pt x="552" y="528"/>
                    <a:pt x="451" y="303"/>
                    <a:pt x="351" y="77"/>
                  </a:cubicBezTo>
                  <a:cubicBezTo>
                    <a:pt x="319" y="29"/>
                    <a:pt x="255" y="1"/>
                    <a:pt x="19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5" name="Google Shape;2615;p29"/>
            <p:cNvSpPr/>
            <p:nvPr/>
          </p:nvSpPr>
          <p:spPr>
            <a:xfrm>
              <a:off x="6173401" y="3270035"/>
              <a:ext cx="97863" cy="38767"/>
            </a:xfrm>
            <a:custGeom>
              <a:rect b="b" l="l" r="r" t="t"/>
              <a:pathLst>
                <a:path extrusionOk="0" h="1928" w="4867">
                  <a:moveTo>
                    <a:pt x="948" y="1"/>
                  </a:moveTo>
                  <a:cubicBezTo>
                    <a:pt x="889" y="1"/>
                    <a:pt x="826" y="32"/>
                    <a:pt x="788" y="95"/>
                  </a:cubicBezTo>
                  <a:cubicBezTo>
                    <a:pt x="563" y="496"/>
                    <a:pt x="312" y="871"/>
                    <a:pt x="87" y="1272"/>
                  </a:cubicBezTo>
                  <a:cubicBezTo>
                    <a:pt x="0" y="1410"/>
                    <a:pt x="116" y="1536"/>
                    <a:pt x="237" y="1536"/>
                  </a:cubicBezTo>
                  <a:cubicBezTo>
                    <a:pt x="292" y="1536"/>
                    <a:pt x="348" y="1510"/>
                    <a:pt x="387" y="1448"/>
                  </a:cubicBezTo>
                  <a:cubicBezTo>
                    <a:pt x="558" y="1163"/>
                    <a:pt x="744" y="863"/>
                    <a:pt x="922" y="561"/>
                  </a:cubicBezTo>
                  <a:lnTo>
                    <a:pt x="922" y="561"/>
                  </a:lnTo>
                  <a:cubicBezTo>
                    <a:pt x="967" y="664"/>
                    <a:pt x="1012" y="768"/>
                    <a:pt x="1064" y="871"/>
                  </a:cubicBezTo>
                  <a:cubicBezTo>
                    <a:pt x="1114" y="997"/>
                    <a:pt x="1164" y="1172"/>
                    <a:pt x="1290" y="1247"/>
                  </a:cubicBezTo>
                  <a:cubicBezTo>
                    <a:pt x="1354" y="1300"/>
                    <a:pt x="1418" y="1321"/>
                    <a:pt x="1480" y="1321"/>
                  </a:cubicBezTo>
                  <a:cubicBezTo>
                    <a:pt x="1688" y="1321"/>
                    <a:pt x="1882" y="1087"/>
                    <a:pt x="2017" y="972"/>
                  </a:cubicBezTo>
                  <a:cubicBezTo>
                    <a:pt x="2167" y="821"/>
                    <a:pt x="2317" y="671"/>
                    <a:pt x="2468" y="546"/>
                  </a:cubicBezTo>
                  <a:cubicBezTo>
                    <a:pt x="2522" y="491"/>
                    <a:pt x="2550" y="450"/>
                    <a:pt x="2599" y="450"/>
                  </a:cubicBezTo>
                  <a:cubicBezTo>
                    <a:pt x="2618" y="450"/>
                    <a:pt x="2640" y="456"/>
                    <a:pt x="2668" y="470"/>
                  </a:cubicBezTo>
                  <a:cubicBezTo>
                    <a:pt x="2743" y="496"/>
                    <a:pt x="2793" y="646"/>
                    <a:pt x="2844" y="696"/>
                  </a:cubicBezTo>
                  <a:cubicBezTo>
                    <a:pt x="3019" y="1047"/>
                    <a:pt x="3169" y="1398"/>
                    <a:pt x="3220" y="1799"/>
                  </a:cubicBezTo>
                  <a:cubicBezTo>
                    <a:pt x="3235" y="1878"/>
                    <a:pt x="3322" y="1927"/>
                    <a:pt x="3402" y="1927"/>
                  </a:cubicBezTo>
                  <a:cubicBezTo>
                    <a:pt x="3448" y="1927"/>
                    <a:pt x="3493" y="1911"/>
                    <a:pt x="3520" y="1874"/>
                  </a:cubicBezTo>
                  <a:cubicBezTo>
                    <a:pt x="3921" y="1423"/>
                    <a:pt x="4322" y="997"/>
                    <a:pt x="4748" y="546"/>
                  </a:cubicBezTo>
                  <a:cubicBezTo>
                    <a:pt x="4866" y="428"/>
                    <a:pt x="4738" y="249"/>
                    <a:pt x="4605" y="249"/>
                  </a:cubicBezTo>
                  <a:cubicBezTo>
                    <a:pt x="4568" y="249"/>
                    <a:pt x="4530" y="262"/>
                    <a:pt x="4498" y="295"/>
                  </a:cubicBezTo>
                  <a:lnTo>
                    <a:pt x="4347" y="445"/>
                  </a:lnTo>
                  <a:cubicBezTo>
                    <a:pt x="4323" y="466"/>
                    <a:pt x="4307" y="489"/>
                    <a:pt x="4297" y="512"/>
                  </a:cubicBezTo>
                  <a:lnTo>
                    <a:pt x="4297" y="512"/>
                  </a:lnTo>
                  <a:lnTo>
                    <a:pt x="3494" y="1381"/>
                  </a:lnTo>
                  <a:lnTo>
                    <a:pt x="3494" y="1381"/>
                  </a:lnTo>
                  <a:cubicBezTo>
                    <a:pt x="3418" y="1112"/>
                    <a:pt x="3313" y="848"/>
                    <a:pt x="3169" y="596"/>
                  </a:cubicBezTo>
                  <a:cubicBezTo>
                    <a:pt x="3055" y="390"/>
                    <a:pt x="2879" y="60"/>
                    <a:pt x="2620" y="60"/>
                  </a:cubicBezTo>
                  <a:cubicBezTo>
                    <a:pt x="2595" y="60"/>
                    <a:pt x="2569" y="63"/>
                    <a:pt x="2543" y="69"/>
                  </a:cubicBezTo>
                  <a:cubicBezTo>
                    <a:pt x="2392" y="120"/>
                    <a:pt x="2267" y="245"/>
                    <a:pt x="2167" y="345"/>
                  </a:cubicBezTo>
                  <a:cubicBezTo>
                    <a:pt x="2017" y="496"/>
                    <a:pt x="1841" y="646"/>
                    <a:pt x="1666" y="796"/>
                  </a:cubicBezTo>
                  <a:cubicBezTo>
                    <a:pt x="1642" y="819"/>
                    <a:pt x="1555" y="949"/>
                    <a:pt x="1503" y="949"/>
                  </a:cubicBezTo>
                  <a:cubicBezTo>
                    <a:pt x="1498" y="949"/>
                    <a:pt x="1494" y="949"/>
                    <a:pt x="1490" y="947"/>
                  </a:cubicBezTo>
                  <a:cubicBezTo>
                    <a:pt x="1465" y="947"/>
                    <a:pt x="1365" y="721"/>
                    <a:pt x="1365" y="671"/>
                  </a:cubicBezTo>
                  <a:lnTo>
                    <a:pt x="1089" y="95"/>
                  </a:lnTo>
                  <a:cubicBezTo>
                    <a:pt x="1064" y="32"/>
                    <a:pt x="1008" y="1"/>
                    <a:pt x="94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6" name="Google Shape;2616;p29"/>
            <p:cNvSpPr/>
            <p:nvPr/>
          </p:nvSpPr>
          <p:spPr>
            <a:xfrm>
              <a:off x="6251860" y="2665965"/>
              <a:ext cx="90162" cy="34907"/>
            </a:xfrm>
            <a:custGeom>
              <a:rect b="b" l="l" r="r" t="t"/>
              <a:pathLst>
                <a:path extrusionOk="0" h="1736" w="4484">
                  <a:moveTo>
                    <a:pt x="4241" y="1"/>
                  </a:moveTo>
                  <a:cubicBezTo>
                    <a:pt x="4222" y="1"/>
                    <a:pt x="4201" y="4"/>
                    <a:pt x="4180" y="11"/>
                  </a:cubicBezTo>
                  <a:cubicBezTo>
                    <a:pt x="2826" y="387"/>
                    <a:pt x="1498" y="863"/>
                    <a:pt x="195" y="1415"/>
                  </a:cubicBezTo>
                  <a:cubicBezTo>
                    <a:pt x="1" y="1501"/>
                    <a:pt x="122" y="1735"/>
                    <a:pt x="287" y="1735"/>
                  </a:cubicBezTo>
                  <a:cubicBezTo>
                    <a:pt x="314" y="1735"/>
                    <a:pt x="342" y="1729"/>
                    <a:pt x="370" y="1715"/>
                  </a:cubicBezTo>
                  <a:cubicBezTo>
                    <a:pt x="1648" y="1189"/>
                    <a:pt x="2952" y="713"/>
                    <a:pt x="4280" y="337"/>
                  </a:cubicBezTo>
                  <a:cubicBezTo>
                    <a:pt x="4484" y="292"/>
                    <a:pt x="4422" y="1"/>
                    <a:pt x="424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7" name="Google Shape;2617;p29"/>
            <p:cNvSpPr/>
            <p:nvPr/>
          </p:nvSpPr>
          <p:spPr>
            <a:xfrm>
              <a:off x="6228053" y="2704471"/>
              <a:ext cx="9089" cy="7078"/>
            </a:xfrm>
            <a:custGeom>
              <a:rect b="b" l="l" r="r" t="t"/>
              <a:pathLst>
                <a:path extrusionOk="0" h="352" w="452">
                  <a:moveTo>
                    <a:pt x="226" y="1"/>
                  </a:moveTo>
                  <a:cubicBezTo>
                    <a:pt x="0" y="1"/>
                    <a:pt x="0" y="352"/>
                    <a:pt x="226" y="352"/>
                  </a:cubicBezTo>
                  <a:cubicBezTo>
                    <a:pt x="451" y="352"/>
                    <a:pt x="451" y="1"/>
                    <a:pt x="2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8" name="Google Shape;2618;p29"/>
            <p:cNvSpPr/>
            <p:nvPr/>
          </p:nvSpPr>
          <p:spPr>
            <a:xfrm>
              <a:off x="6554237" y="3449052"/>
              <a:ext cx="100457" cy="30262"/>
            </a:xfrm>
            <a:custGeom>
              <a:rect b="b" l="l" r="r" t="t"/>
              <a:pathLst>
                <a:path extrusionOk="0" h="1505" w="4996">
                  <a:moveTo>
                    <a:pt x="236" y="0"/>
                  </a:moveTo>
                  <a:cubicBezTo>
                    <a:pt x="121" y="0"/>
                    <a:pt x="0" y="126"/>
                    <a:pt x="69" y="264"/>
                  </a:cubicBezTo>
                  <a:cubicBezTo>
                    <a:pt x="219" y="640"/>
                    <a:pt x="395" y="1016"/>
                    <a:pt x="545" y="1392"/>
                  </a:cubicBezTo>
                  <a:cubicBezTo>
                    <a:pt x="568" y="1460"/>
                    <a:pt x="621" y="1487"/>
                    <a:pt x="677" y="1487"/>
                  </a:cubicBezTo>
                  <a:cubicBezTo>
                    <a:pt x="746" y="1487"/>
                    <a:pt x="819" y="1447"/>
                    <a:pt x="846" y="1392"/>
                  </a:cubicBezTo>
                  <a:cubicBezTo>
                    <a:pt x="946" y="1242"/>
                    <a:pt x="1072" y="1066"/>
                    <a:pt x="1172" y="891"/>
                  </a:cubicBezTo>
                  <a:cubicBezTo>
                    <a:pt x="1196" y="842"/>
                    <a:pt x="1361" y="489"/>
                    <a:pt x="1440" y="489"/>
                  </a:cubicBezTo>
                  <a:cubicBezTo>
                    <a:pt x="1443" y="489"/>
                    <a:pt x="1445" y="489"/>
                    <a:pt x="1448" y="490"/>
                  </a:cubicBezTo>
                  <a:cubicBezTo>
                    <a:pt x="1548" y="515"/>
                    <a:pt x="1698" y="866"/>
                    <a:pt x="1723" y="941"/>
                  </a:cubicBezTo>
                  <a:cubicBezTo>
                    <a:pt x="1823" y="1091"/>
                    <a:pt x="1899" y="1242"/>
                    <a:pt x="1974" y="1392"/>
                  </a:cubicBezTo>
                  <a:cubicBezTo>
                    <a:pt x="2011" y="1455"/>
                    <a:pt x="2074" y="1486"/>
                    <a:pt x="2137" y="1486"/>
                  </a:cubicBezTo>
                  <a:cubicBezTo>
                    <a:pt x="2199" y="1486"/>
                    <a:pt x="2262" y="1455"/>
                    <a:pt x="2300" y="1392"/>
                  </a:cubicBezTo>
                  <a:lnTo>
                    <a:pt x="2625" y="816"/>
                  </a:lnTo>
                  <a:cubicBezTo>
                    <a:pt x="2651" y="740"/>
                    <a:pt x="2701" y="665"/>
                    <a:pt x="2751" y="590"/>
                  </a:cubicBezTo>
                  <a:cubicBezTo>
                    <a:pt x="2795" y="502"/>
                    <a:pt x="2822" y="465"/>
                    <a:pt x="2862" y="465"/>
                  </a:cubicBezTo>
                  <a:cubicBezTo>
                    <a:pt x="2890" y="465"/>
                    <a:pt x="2924" y="484"/>
                    <a:pt x="2976" y="515"/>
                  </a:cubicBezTo>
                  <a:cubicBezTo>
                    <a:pt x="3127" y="615"/>
                    <a:pt x="3252" y="765"/>
                    <a:pt x="3377" y="916"/>
                  </a:cubicBezTo>
                  <a:cubicBezTo>
                    <a:pt x="3528" y="1066"/>
                    <a:pt x="3678" y="1242"/>
                    <a:pt x="3803" y="1417"/>
                  </a:cubicBezTo>
                  <a:cubicBezTo>
                    <a:pt x="3852" y="1466"/>
                    <a:pt x="3923" y="1504"/>
                    <a:pt x="3993" y="1504"/>
                  </a:cubicBezTo>
                  <a:cubicBezTo>
                    <a:pt x="4031" y="1504"/>
                    <a:pt x="4069" y="1493"/>
                    <a:pt x="4104" y="1467"/>
                  </a:cubicBezTo>
                  <a:lnTo>
                    <a:pt x="4881" y="465"/>
                  </a:lnTo>
                  <a:cubicBezTo>
                    <a:pt x="4995" y="331"/>
                    <a:pt x="4878" y="154"/>
                    <a:pt x="4749" y="154"/>
                  </a:cubicBezTo>
                  <a:cubicBezTo>
                    <a:pt x="4708" y="154"/>
                    <a:pt x="4667" y="172"/>
                    <a:pt x="4631" y="214"/>
                  </a:cubicBezTo>
                  <a:lnTo>
                    <a:pt x="3978" y="1057"/>
                  </a:lnTo>
                  <a:lnTo>
                    <a:pt x="3978" y="1057"/>
                  </a:lnTo>
                  <a:cubicBezTo>
                    <a:pt x="3828" y="877"/>
                    <a:pt x="3678" y="709"/>
                    <a:pt x="3528" y="540"/>
                  </a:cubicBezTo>
                  <a:cubicBezTo>
                    <a:pt x="3377" y="390"/>
                    <a:pt x="3152" y="114"/>
                    <a:pt x="2926" y="64"/>
                  </a:cubicBezTo>
                  <a:cubicBezTo>
                    <a:pt x="2900" y="58"/>
                    <a:pt x="2874" y="55"/>
                    <a:pt x="2849" y="55"/>
                  </a:cubicBezTo>
                  <a:cubicBezTo>
                    <a:pt x="2666" y="55"/>
                    <a:pt x="2538" y="210"/>
                    <a:pt x="2450" y="364"/>
                  </a:cubicBezTo>
                  <a:cubicBezTo>
                    <a:pt x="2349" y="549"/>
                    <a:pt x="2248" y="745"/>
                    <a:pt x="2140" y="938"/>
                  </a:cubicBezTo>
                  <a:lnTo>
                    <a:pt x="2140" y="938"/>
                  </a:lnTo>
                  <a:cubicBezTo>
                    <a:pt x="2053" y="780"/>
                    <a:pt x="1968" y="622"/>
                    <a:pt x="1874" y="465"/>
                  </a:cubicBezTo>
                  <a:cubicBezTo>
                    <a:pt x="1773" y="314"/>
                    <a:pt x="1648" y="139"/>
                    <a:pt x="1448" y="114"/>
                  </a:cubicBezTo>
                  <a:cubicBezTo>
                    <a:pt x="1197" y="114"/>
                    <a:pt x="1097" y="314"/>
                    <a:pt x="996" y="490"/>
                  </a:cubicBezTo>
                  <a:cubicBezTo>
                    <a:pt x="907" y="639"/>
                    <a:pt x="818" y="788"/>
                    <a:pt x="728" y="932"/>
                  </a:cubicBezTo>
                  <a:lnTo>
                    <a:pt x="728" y="932"/>
                  </a:lnTo>
                  <a:cubicBezTo>
                    <a:pt x="609" y="651"/>
                    <a:pt x="482" y="370"/>
                    <a:pt x="370" y="89"/>
                  </a:cubicBezTo>
                  <a:cubicBezTo>
                    <a:pt x="339" y="26"/>
                    <a:pt x="288" y="0"/>
                    <a:pt x="23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9" name="Google Shape;2619;p29"/>
            <p:cNvSpPr/>
            <p:nvPr/>
          </p:nvSpPr>
          <p:spPr>
            <a:xfrm>
              <a:off x="6330058" y="3590126"/>
              <a:ext cx="128608" cy="46247"/>
            </a:xfrm>
            <a:custGeom>
              <a:rect b="b" l="l" r="r" t="t"/>
              <a:pathLst>
                <a:path extrusionOk="0" h="2300" w="6396">
                  <a:moveTo>
                    <a:pt x="1051" y="1"/>
                  </a:moveTo>
                  <a:cubicBezTo>
                    <a:pt x="1010" y="1"/>
                    <a:pt x="970" y="20"/>
                    <a:pt x="942" y="65"/>
                  </a:cubicBezTo>
                  <a:cubicBezTo>
                    <a:pt x="667" y="391"/>
                    <a:pt x="391" y="742"/>
                    <a:pt x="115" y="1068"/>
                  </a:cubicBezTo>
                  <a:cubicBezTo>
                    <a:pt x="1" y="1201"/>
                    <a:pt x="118" y="1378"/>
                    <a:pt x="247" y="1378"/>
                  </a:cubicBezTo>
                  <a:cubicBezTo>
                    <a:pt x="288" y="1378"/>
                    <a:pt x="330" y="1361"/>
                    <a:pt x="366" y="1318"/>
                  </a:cubicBezTo>
                  <a:lnTo>
                    <a:pt x="1008" y="540"/>
                  </a:lnTo>
                  <a:lnTo>
                    <a:pt x="1008" y="540"/>
                  </a:lnTo>
                  <a:cubicBezTo>
                    <a:pt x="1079" y="733"/>
                    <a:pt x="1154" y="925"/>
                    <a:pt x="1218" y="1118"/>
                  </a:cubicBezTo>
                  <a:cubicBezTo>
                    <a:pt x="1293" y="1293"/>
                    <a:pt x="1343" y="1594"/>
                    <a:pt x="1544" y="1694"/>
                  </a:cubicBezTo>
                  <a:cubicBezTo>
                    <a:pt x="1587" y="1712"/>
                    <a:pt x="1627" y="1719"/>
                    <a:pt x="1665" y="1719"/>
                  </a:cubicBezTo>
                  <a:cubicBezTo>
                    <a:pt x="1846" y="1719"/>
                    <a:pt x="1971" y="1543"/>
                    <a:pt x="2095" y="1419"/>
                  </a:cubicBezTo>
                  <a:cubicBezTo>
                    <a:pt x="2242" y="1254"/>
                    <a:pt x="2388" y="1076"/>
                    <a:pt x="2534" y="904"/>
                  </a:cubicBezTo>
                  <a:lnTo>
                    <a:pt x="2534" y="904"/>
                  </a:lnTo>
                  <a:cubicBezTo>
                    <a:pt x="2690" y="1266"/>
                    <a:pt x="2781" y="1656"/>
                    <a:pt x="2822" y="2045"/>
                  </a:cubicBezTo>
                  <a:cubicBezTo>
                    <a:pt x="2822" y="2148"/>
                    <a:pt x="2905" y="2216"/>
                    <a:pt x="2997" y="2216"/>
                  </a:cubicBezTo>
                  <a:cubicBezTo>
                    <a:pt x="3039" y="2216"/>
                    <a:pt x="3083" y="2202"/>
                    <a:pt x="3123" y="2171"/>
                  </a:cubicBezTo>
                  <a:cubicBezTo>
                    <a:pt x="3447" y="1887"/>
                    <a:pt x="3739" y="1587"/>
                    <a:pt x="4011" y="1270"/>
                  </a:cubicBezTo>
                  <a:lnTo>
                    <a:pt x="4011" y="1270"/>
                  </a:lnTo>
                  <a:cubicBezTo>
                    <a:pt x="4144" y="1602"/>
                    <a:pt x="4308" y="1911"/>
                    <a:pt x="4501" y="2221"/>
                  </a:cubicBezTo>
                  <a:cubicBezTo>
                    <a:pt x="4542" y="2274"/>
                    <a:pt x="4596" y="2299"/>
                    <a:pt x="4650" y="2299"/>
                  </a:cubicBezTo>
                  <a:cubicBezTo>
                    <a:pt x="4696" y="2299"/>
                    <a:pt x="4742" y="2281"/>
                    <a:pt x="4777" y="2246"/>
                  </a:cubicBezTo>
                  <a:cubicBezTo>
                    <a:pt x="5353" y="1820"/>
                    <a:pt x="5855" y="1344"/>
                    <a:pt x="6281" y="792"/>
                  </a:cubicBezTo>
                  <a:cubicBezTo>
                    <a:pt x="6395" y="659"/>
                    <a:pt x="6278" y="482"/>
                    <a:pt x="6149" y="482"/>
                  </a:cubicBezTo>
                  <a:cubicBezTo>
                    <a:pt x="6108" y="482"/>
                    <a:pt x="6066" y="499"/>
                    <a:pt x="6030" y="542"/>
                  </a:cubicBezTo>
                  <a:cubicBezTo>
                    <a:pt x="5649" y="1035"/>
                    <a:pt x="5208" y="1467"/>
                    <a:pt x="4707" y="1858"/>
                  </a:cubicBezTo>
                  <a:lnTo>
                    <a:pt x="4707" y="1858"/>
                  </a:lnTo>
                  <a:cubicBezTo>
                    <a:pt x="4512" y="1543"/>
                    <a:pt x="4355" y="1223"/>
                    <a:pt x="4251" y="867"/>
                  </a:cubicBezTo>
                  <a:cubicBezTo>
                    <a:pt x="4217" y="800"/>
                    <a:pt x="4139" y="734"/>
                    <a:pt x="4061" y="734"/>
                  </a:cubicBezTo>
                  <a:cubicBezTo>
                    <a:pt x="4022" y="734"/>
                    <a:pt x="3983" y="750"/>
                    <a:pt x="3950" y="792"/>
                  </a:cubicBezTo>
                  <a:cubicBezTo>
                    <a:pt x="3694" y="1106"/>
                    <a:pt x="3424" y="1405"/>
                    <a:pt x="3125" y="1689"/>
                  </a:cubicBezTo>
                  <a:lnTo>
                    <a:pt x="3125" y="1689"/>
                  </a:lnTo>
                  <a:cubicBezTo>
                    <a:pt x="3052" y="1274"/>
                    <a:pt x="2917" y="883"/>
                    <a:pt x="2722" y="491"/>
                  </a:cubicBezTo>
                  <a:cubicBezTo>
                    <a:pt x="2693" y="448"/>
                    <a:pt x="2630" y="421"/>
                    <a:pt x="2567" y="421"/>
                  </a:cubicBezTo>
                  <a:cubicBezTo>
                    <a:pt x="2522" y="421"/>
                    <a:pt x="2478" y="435"/>
                    <a:pt x="2446" y="466"/>
                  </a:cubicBezTo>
                  <a:cubicBezTo>
                    <a:pt x="2296" y="642"/>
                    <a:pt x="2145" y="817"/>
                    <a:pt x="1995" y="993"/>
                  </a:cubicBezTo>
                  <a:cubicBezTo>
                    <a:pt x="1945" y="1043"/>
                    <a:pt x="1719" y="1344"/>
                    <a:pt x="1694" y="1344"/>
                  </a:cubicBezTo>
                  <a:cubicBezTo>
                    <a:pt x="1644" y="1318"/>
                    <a:pt x="1569" y="1068"/>
                    <a:pt x="1569" y="1018"/>
                  </a:cubicBezTo>
                  <a:cubicBezTo>
                    <a:pt x="1544" y="943"/>
                    <a:pt x="1494" y="867"/>
                    <a:pt x="1469" y="767"/>
                  </a:cubicBezTo>
                  <a:cubicBezTo>
                    <a:pt x="1393" y="567"/>
                    <a:pt x="1318" y="341"/>
                    <a:pt x="1218" y="141"/>
                  </a:cubicBezTo>
                  <a:cubicBezTo>
                    <a:pt x="1202" y="60"/>
                    <a:pt x="1125" y="1"/>
                    <a:pt x="10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p29"/>
            <p:cNvSpPr/>
            <p:nvPr/>
          </p:nvSpPr>
          <p:spPr>
            <a:xfrm>
              <a:off x="6611040" y="3713787"/>
              <a:ext cx="142864" cy="41401"/>
            </a:xfrm>
            <a:custGeom>
              <a:rect b="b" l="l" r="r" t="t"/>
              <a:pathLst>
                <a:path extrusionOk="0" h="2059" w="7105">
                  <a:moveTo>
                    <a:pt x="5257" y="705"/>
                  </a:moveTo>
                  <a:cubicBezTo>
                    <a:pt x="5260" y="705"/>
                    <a:pt x="5262" y="705"/>
                    <a:pt x="5264" y="707"/>
                  </a:cubicBezTo>
                  <a:cubicBezTo>
                    <a:pt x="5261" y="706"/>
                    <a:pt x="5258" y="705"/>
                    <a:pt x="5256" y="705"/>
                  </a:cubicBezTo>
                  <a:lnTo>
                    <a:pt x="5256" y="705"/>
                  </a:lnTo>
                  <a:cubicBezTo>
                    <a:pt x="5256" y="705"/>
                    <a:pt x="5257" y="705"/>
                    <a:pt x="5257" y="705"/>
                  </a:cubicBezTo>
                  <a:close/>
                  <a:moveTo>
                    <a:pt x="3105" y="0"/>
                  </a:moveTo>
                  <a:cubicBezTo>
                    <a:pt x="3043" y="0"/>
                    <a:pt x="2977" y="18"/>
                    <a:pt x="2908" y="56"/>
                  </a:cubicBezTo>
                  <a:cubicBezTo>
                    <a:pt x="2683" y="206"/>
                    <a:pt x="2557" y="507"/>
                    <a:pt x="2382" y="682"/>
                  </a:cubicBezTo>
                  <a:cubicBezTo>
                    <a:pt x="2181" y="908"/>
                    <a:pt x="1906" y="1209"/>
                    <a:pt x="1630" y="1309"/>
                  </a:cubicBezTo>
                  <a:cubicBezTo>
                    <a:pt x="1596" y="1320"/>
                    <a:pt x="1573" y="1331"/>
                    <a:pt x="1553" y="1331"/>
                  </a:cubicBezTo>
                  <a:cubicBezTo>
                    <a:pt x="1527" y="1331"/>
                    <a:pt x="1507" y="1314"/>
                    <a:pt x="1480" y="1259"/>
                  </a:cubicBezTo>
                  <a:cubicBezTo>
                    <a:pt x="1430" y="1209"/>
                    <a:pt x="1405" y="1083"/>
                    <a:pt x="1379" y="1008"/>
                  </a:cubicBezTo>
                  <a:cubicBezTo>
                    <a:pt x="1304" y="858"/>
                    <a:pt x="1229" y="682"/>
                    <a:pt x="1154" y="507"/>
                  </a:cubicBezTo>
                  <a:cubicBezTo>
                    <a:pt x="1084" y="320"/>
                    <a:pt x="992" y="25"/>
                    <a:pt x="758" y="25"/>
                  </a:cubicBezTo>
                  <a:cubicBezTo>
                    <a:pt x="740" y="25"/>
                    <a:pt x="722" y="27"/>
                    <a:pt x="703" y="31"/>
                  </a:cubicBezTo>
                  <a:cubicBezTo>
                    <a:pt x="603" y="56"/>
                    <a:pt x="527" y="131"/>
                    <a:pt x="477" y="206"/>
                  </a:cubicBezTo>
                  <a:cubicBezTo>
                    <a:pt x="432" y="260"/>
                    <a:pt x="390" y="315"/>
                    <a:pt x="349" y="369"/>
                  </a:cubicBezTo>
                  <a:lnTo>
                    <a:pt x="349" y="369"/>
                  </a:lnTo>
                  <a:cubicBezTo>
                    <a:pt x="319" y="331"/>
                    <a:pt x="271" y="313"/>
                    <a:pt x="220" y="313"/>
                  </a:cubicBezTo>
                  <a:cubicBezTo>
                    <a:pt x="133" y="313"/>
                    <a:pt x="39" y="369"/>
                    <a:pt x="26" y="482"/>
                  </a:cubicBezTo>
                  <a:cubicBezTo>
                    <a:pt x="1" y="632"/>
                    <a:pt x="51" y="757"/>
                    <a:pt x="151" y="883"/>
                  </a:cubicBezTo>
                  <a:cubicBezTo>
                    <a:pt x="191" y="912"/>
                    <a:pt x="234" y="926"/>
                    <a:pt x="276" y="926"/>
                  </a:cubicBezTo>
                  <a:cubicBezTo>
                    <a:pt x="339" y="926"/>
                    <a:pt x="397" y="893"/>
                    <a:pt x="427" y="833"/>
                  </a:cubicBezTo>
                  <a:cubicBezTo>
                    <a:pt x="527" y="707"/>
                    <a:pt x="628" y="582"/>
                    <a:pt x="728" y="457"/>
                  </a:cubicBezTo>
                  <a:cubicBezTo>
                    <a:pt x="733" y="452"/>
                    <a:pt x="737" y="447"/>
                    <a:pt x="742" y="443"/>
                  </a:cubicBezTo>
                  <a:lnTo>
                    <a:pt x="742" y="443"/>
                  </a:lnTo>
                  <a:cubicBezTo>
                    <a:pt x="751" y="454"/>
                    <a:pt x="763" y="467"/>
                    <a:pt x="778" y="482"/>
                  </a:cubicBezTo>
                  <a:cubicBezTo>
                    <a:pt x="803" y="557"/>
                    <a:pt x="828" y="632"/>
                    <a:pt x="878" y="707"/>
                  </a:cubicBezTo>
                  <a:cubicBezTo>
                    <a:pt x="978" y="958"/>
                    <a:pt x="1054" y="1259"/>
                    <a:pt x="1204" y="1484"/>
                  </a:cubicBezTo>
                  <a:cubicBezTo>
                    <a:pt x="1287" y="1628"/>
                    <a:pt x="1398" y="1683"/>
                    <a:pt x="1520" y="1683"/>
                  </a:cubicBezTo>
                  <a:cubicBezTo>
                    <a:pt x="1801" y="1683"/>
                    <a:pt x="2139" y="1391"/>
                    <a:pt x="2332" y="1234"/>
                  </a:cubicBezTo>
                  <a:cubicBezTo>
                    <a:pt x="2507" y="1083"/>
                    <a:pt x="2683" y="883"/>
                    <a:pt x="2858" y="682"/>
                  </a:cubicBezTo>
                  <a:cubicBezTo>
                    <a:pt x="2902" y="616"/>
                    <a:pt x="3005" y="394"/>
                    <a:pt x="3115" y="394"/>
                  </a:cubicBezTo>
                  <a:cubicBezTo>
                    <a:pt x="3129" y="394"/>
                    <a:pt x="3144" y="398"/>
                    <a:pt x="3159" y="407"/>
                  </a:cubicBezTo>
                  <a:cubicBezTo>
                    <a:pt x="3234" y="457"/>
                    <a:pt x="3284" y="657"/>
                    <a:pt x="3284" y="732"/>
                  </a:cubicBezTo>
                  <a:cubicBezTo>
                    <a:pt x="3410" y="1184"/>
                    <a:pt x="3435" y="1635"/>
                    <a:pt x="3760" y="2011"/>
                  </a:cubicBezTo>
                  <a:cubicBezTo>
                    <a:pt x="3783" y="2045"/>
                    <a:pt x="3821" y="2058"/>
                    <a:pt x="3863" y="2058"/>
                  </a:cubicBezTo>
                  <a:cubicBezTo>
                    <a:pt x="3913" y="2058"/>
                    <a:pt x="3970" y="2038"/>
                    <a:pt x="4011" y="2011"/>
                  </a:cubicBezTo>
                  <a:cubicBezTo>
                    <a:pt x="4362" y="1610"/>
                    <a:pt x="4738" y="1234"/>
                    <a:pt x="5114" y="858"/>
                  </a:cubicBezTo>
                  <a:cubicBezTo>
                    <a:pt x="5133" y="838"/>
                    <a:pt x="5199" y="742"/>
                    <a:pt x="5238" y="713"/>
                  </a:cubicBezTo>
                  <a:lnTo>
                    <a:pt x="5238" y="713"/>
                  </a:lnTo>
                  <a:cubicBezTo>
                    <a:pt x="5251" y="725"/>
                    <a:pt x="5276" y="745"/>
                    <a:pt x="5289" y="757"/>
                  </a:cubicBezTo>
                  <a:cubicBezTo>
                    <a:pt x="5339" y="883"/>
                    <a:pt x="5440" y="1008"/>
                    <a:pt x="5515" y="1133"/>
                  </a:cubicBezTo>
                  <a:lnTo>
                    <a:pt x="5941" y="1785"/>
                  </a:lnTo>
                  <a:cubicBezTo>
                    <a:pt x="5991" y="1848"/>
                    <a:pt x="6047" y="1879"/>
                    <a:pt x="6104" y="1879"/>
                  </a:cubicBezTo>
                  <a:cubicBezTo>
                    <a:pt x="6160" y="1879"/>
                    <a:pt x="6217" y="1848"/>
                    <a:pt x="6267" y="1785"/>
                  </a:cubicBezTo>
                  <a:cubicBezTo>
                    <a:pt x="6517" y="1459"/>
                    <a:pt x="6768" y="1108"/>
                    <a:pt x="7019" y="783"/>
                  </a:cubicBezTo>
                  <a:cubicBezTo>
                    <a:pt x="7105" y="645"/>
                    <a:pt x="6989" y="519"/>
                    <a:pt x="6868" y="519"/>
                  </a:cubicBezTo>
                  <a:cubicBezTo>
                    <a:pt x="6813" y="519"/>
                    <a:pt x="6757" y="545"/>
                    <a:pt x="6718" y="607"/>
                  </a:cubicBezTo>
                  <a:cubicBezTo>
                    <a:pt x="6524" y="859"/>
                    <a:pt x="6315" y="1126"/>
                    <a:pt x="6115" y="1385"/>
                  </a:cubicBezTo>
                  <a:lnTo>
                    <a:pt x="6115" y="1385"/>
                  </a:lnTo>
                  <a:cubicBezTo>
                    <a:pt x="5966" y="1167"/>
                    <a:pt x="5821" y="957"/>
                    <a:pt x="5690" y="732"/>
                  </a:cubicBezTo>
                  <a:cubicBezTo>
                    <a:pt x="5584" y="584"/>
                    <a:pt x="5461" y="328"/>
                    <a:pt x="5258" y="328"/>
                  </a:cubicBezTo>
                  <a:cubicBezTo>
                    <a:pt x="5221" y="328"/>
                    <a:pt x="5182" y="337"/>
                    <a:pt x="5139" y="356"/>
                  </a:cubicBezTo>
                  <a:cubicBezTo>
                    <a:pt x="5014" y="407"/>
                    <a:pt x="4913" y="532"/>
                    <a:pt x="4838" y="632"/>
                  </a:cubicBezTo>
                  <a:cubicBezTo>
                    <a:pt x="4713" y="757"/>
                    <a:pt x="4587" y="883"/>
                    <a:pt x="4462" y="1008"/>
                  </a:cubicBezTo>
                  <a:cubicBezTo>
                    <a:pt x="4283" y="1208"/>
                    <a:pt x="4087" y="1407"/>
                    <a:pt x="3901" y="1607"/>
                  </a:cubicBezTo>
                  <a:lnTo>
                    <a:pt x="3901" y="1607"/>
                  </a:lnTo>
                  <a:cubicBezTo>
                    <a:pt x="3658" y="1189"/>
                    <a:pt x="3726" y="631"/>
                    <a:pt x="3460" y="231"/>
                  </a:cubicBezTo>
                  <a:cubicBezTo>
                    <a:pt x="3372" y="91"/>
                    <a:pt x="3249" y="0"/>
                    <a:pt x="310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p29"/>
            <p:cNvSpPr/>
            <p:nvPr/>
          </p:nvSpPr>
          <p:spPr>
            <a:xfrm>
              <a:off x="6379141" y="3449997"/>
              <a:ext cx="17353" cy="42206"/>
            </a:xfrm>
            <a:custGeom>
              <a:rect b="b" l="l" r="r" t="t"/>
              <a:pathLst>
                <a:path extrusionOk="0" h="2099" w="863">
                  <a:moveTo>
                    <a:pt x="221" y="1"/>
                  </a:moveTo>
                  <a:cubicBezTo>
                    <a:pt x="114" y="1"/>
                    <a:pt x="0" y="82"/>
                    <a:pt x="30" y="217"/>
                  </a:cubicBezTo>
                  <a:cubicBezTo>
                    <a:pt x="181" y="794"/>
                    <a:pt x="331" y="1395"/>
                    <a:pt x="481" y="1972"/>
                  </a:cubicBezTo>
                  <a:cubicBezTo>
                    <a:pt x="511" y="2060"/>
                    <a:pt x="579" y="2099"/>
                    <a:pt x="649" y="2099"/>
                  </a:cubicBezTo>
                  <a:cubicBezTo>
                    <a:pt x="755" y="2099"/>
                    <a:pt x="863" y="2008"/>
                    <a:pt x="832" y="1871"/>
                  </a:cubicBezTo>
                  <a:cubicBezTo>
                    <a:pt x="682" y="1295"/>
                    <a:pt x="531" y="718"/>
                    <a:pt x="381" y="117"/>
                  </a:cubicBezTo>
                  <a:cubicBezTo>
                    <a:pt x="361" y="37"/>
                    <a:pt x="293" y="1"/>
                    <a:pt x="2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2" name="Google Shape;2622;p29"/>
            <p:cNvSpPr/>
            <p:nvPr/>
          </p:nvSpPr>
          <p:spPr>
            <a:xfrm>
              <a:off x="6367639" y="3458885"/>
              <a:ext cx="9089" cy="28874"/>
            </a:xfrm>
            <a:custGeom>
              <a:rect b="b" l="l" r="r" t="t"/>
              <a:pathLst>
                <a:path extrusionOk="0" h="1436" w="452">
                  <a:moveTo>
                    <a:pt x="201" y="1"/>
                  </a:moveTo>
                  <a:cubicBezTo>
                    <a:pt x="101" y="1"/>
                    <a:pt x="26" y="76"/>
                    <a:pt x="26" y="176"/>
                  </a:cubicBezTo>
                  <a:cubicBezTo>
                    <a:pt x="1" y="552"/>
                    <a:pt x="26" y="928"/>
                    <a:pt x="101" y="1304"/>
                  </a:cubicBezTo>
                  <a:cubicBezTo>
                    <a:pt x="122" y="1387"/>
                    <a:pt x="194" y="1436"/>
                    <a:pt x="275" y="1436"/>
                  </a:cubicBezTo>
                  <a:cubicBezTo>
                    <a:pt x="292" y="1436"/>
                    <a:pt x="309" y="1434"/>
                    <a:pt x="326" y="1429"/>
                  </a:cubicBezTo>
                  <a:cubicBezTo>
                    <a:pt x="427" y="1429"/>
                    <a:pt x="452" y="1304"/>
                    <a:pt x="452" y="1229"/>
                  </a:cubicBezTo>
                  <a:cubicBezTo>
                    <a:pt x="377" y="878"/>
                    <a:pt x="352" y="527"/>
                    <a:pt x="377" y="176"/>
                  </a:cubicBezTo>
                  <a:cubicBezTo>
                    <a:pt x="377" y="76"/>
                    <a:pt x="301"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3" name="Google Shape;2623;p29"/>
            <p:cNvSpPr/>
            <p:nvPr/>
          </p:nvSpPr>
          <p:spPr>
            <a:xfrm>
              <a:off x="6491622" y="3725490"/>
              <a:ext cx="11099" cy="26341"/>
            </a:xfrm>
            <a:custGeom>
              <a:rect b="b" l="l" r="r" t="t"/>
              <a:pathLst>
                <a:path extrusionOk="0" h="1310" w="552">
                  <a:moveTo>
                    <a:pt x="201" y="0"/>
                  </a:moveTo>
                  <a:cubicBezTo>
                    <a:pt x="100" y="0"/>
                    <a:pt x="25" y="100"/>
                    <a:pt x="25" y="175"/>
                  </a:cubicBezTo>
                  <a:cubicBezTo>
                    <a:pt x="0" y="526"/>
                    <a:pt x="50" y="877"/>
                    <a:pt x="176" y="1178"/>
                  </a:cubicBezTo>
                  <a:cubicBezTo>
                    <a:pt x="196" y="1261"/>
                    <a:pt x="251" y="1310"/>
                    <a:pt x="327" y="1310"/>
                  </a:cubicBezTo>
                  <a:cubicBezTo>
                    <a:pt x="342" y="1310"/>
                    <a:pt x="359" y="1308"/>
                    <a:pt x="376" y="1303"/>
                  </a:cubicBezTo>
                  <a:cubicBezTo>
                    <a:pt x="476" y="1278"/>
                    <a:pt x="551" y="1178"/>
                    <a:pt x="501" y="1078"/>
                  </a:cubicBezTo>
                  <a:cubicBezTo>
                    <a:pt x="451" y="927"/>
                    <a:pt x="401" y="777"/>
                    <a:pt x="376" y="627"/>
                  </a:cubicBezTo>
                  <a:cubicBezTo>
                    <a:pt x="376" y="627"/>
                    <a:pt x="376" y="611"/>
                    <a:pt x="376" y="602"/>
                  </a:cubicBezTo>
                  <a:cubicBezTo>
                    <a:pt x="376" y="576"/>
                    <a:pt x="376" y="551"/>
                    <a:pt x="376" y="526"/>
                  </a:cubicBezTo>
                  <a:cubicBezTo>
                    <a:pt x="376" y="501"/>
                    <a:pt x="376" y="476"/>
                    <a:pt x="376" y="426"/>
                  </a:cubicBezTo>
                  <a:cubicBezTo>
                    <a:pt x="351" y="351"/>
                    <a:pt x="376" y="276"/>
                    <a:pt x="376" y="175"/>
                  </a:cubicBezTo>
                  <a:cubicBezTo>
                    <a:pt x="376" y="75"/>
                    <a:pt x="276"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4" name="Google Shape;2624;p29"/>
            <p:cNvSpPr/>
            <p:nvPr/>
          </p:nvSpPr>
          <p:spPr>
            <a:xfrm>
              <a:off x="6475496" y="3734558"/>
              <a:ext cx="11099" cy="24813"/>
            </a:xfrm>
            <a:custGeom>
              <a:rect b="b" l="l" r="r" t="t"/>
              <a:pathLst>
                <a:path extrusionOk="0" h="1234" w="552">
                  <a:moveTo>
                    <a:pt x="176" y="0"/>
                  </a:moveTo>
                  <a:cubicBezTo>
                    <a:pt x="100" y="0"/>
                    <a:pt x="0" y="75"/>
                    <a:pt x="0" y="176"/>
                  </a:cubicBezTo>
                  <a:cubicBezTo>
                    <a:pt x="0" y="476"/>
                    <a:pt x="50" y="802"/>
                    <a:pt x="176" y="1103"/>
                  </a:cubicBezTo>
                  <a:cubicBezTo>
                    <a:pt x="197" y="1168"/>
                    <a:pt x="257" y="1233"/>
                    <a:pt x="337" y="1233"/>
                  </a:cubicBezTo>
                  <a:cubicBezTo>
                    <a:pt x="350" y="1233"/>
                    <a:pt x="363" y="1232"/>
                    <a:pt x="376" y="1228"/>
                  </a:cubicBezTo>
                  <a:cubicBezTo>
                    <a:pt x="476" y="1203"/>
                    <a:pt x="551" y="1078"/>
                    <a:pt x="501" y="1003"/>
                  </a:cubicBezTo>
                  <a:cubicBezTo>
                    <a:pt x="451" y="877"/>
                    <a:pt x="426" y="727"/>
                    <a:pt x="401" y="577"/>
                  </a:cubicBezTo>
                  <a:cubicBezTo>
                    <a:pt x="376" y="552"/>
                    <a:pt x="376" y="552"/>
                    <a:pt x="376" y="526"/>
                  </a:cubicBezTo>
                  <a:cubicBezTo>
                    <a:pt x="376" y="526"/>
                    <a:pt x="376" y="501"/>
                    <a:pt x="376" y="501"/>
                  </a:cubicBezTo>
                  <a:cubicBezTo>
                    <a:pt x="376" y="451"/>
                    <a:pt x="376" y="426"/>
                    <a:pt x="376" y="401"/>
                  </a:cubicBezTo>
                  <a:cubicBezTo>
                    <a:pt x="351" y="326"/>
                    <a:pt x="351" y="251"/>
                    <a:pt x="351" y="176"/>
                  </a:cubicBezTo>
                  <a:cubicBezTo>
                    <a:pt x="351" y="75"/>
                    <a:pt x="276" y="0"/>
                    <a:pt x="1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5" name="Google Shape;2625;p29"/>
            <p:cNvSpPr/>
            <p:nvPr/>
          </p:nvSpPr>
          <p:spPr>
            <a:xfrm>
              <a:off x="6689661" y="3840505"/>
              <a:ext cx="8586" cy="9973"/>
            </a:xfrm>
            <a:custGeom>
              <a:rect b="b" l="l" r="r" t="t"/>
              <a:pathLst>
                <a:path extrusionOk="0" h="496" w="427">
                  <a:moveTo>
                    <a:pt x="239" y="1"/>
                  </a:moveTo>
                  <a:cubicBezTo>
                    <a:pt x="226" y="1"/>
                    <a:pt x="214" y="7"/>
                    <a:pt x="201" y="19"/>
                  </a:cubicBezTo>
                  <a:cubicBezTo>
                    <a:pt x="176" y="19"/>
                    <a:pt x="151" y="19"/>
                    <a:pt x="126" y="44"/>
                  </a:cubicBezTo>
                  <a:cubicBezTo>
                    <a:pt x="126" y="44"/>
                    <a:pt x="101" y="70"/>
                    <a:pt x="101" y="95"/>
                  </a:cubicBezTo>
                  <a:cubicBezTo>
                    <a:pt x="76" y="145"/>
                    <a:pt x="51" y="195"/>
                    <a:pt x="26" y="245"/>
                  </a:cubicBezTo>
                  <a:cubicBezTo>
                    <a:pt x="1" y="270"/>
                    <a:pt x="1" y="295"/>
                    <a:pt x="1" y="320"/>
                  </a:cubicBezTo>
                  <a:cubicBezTo>
                    <a:pt x="1" y="345"/>
                    <a:pt x="1" y="370"/>
                    <a:pt x="1" y="370"/>
                  </a:cubicBezTo>
                  <a:cubicBezTo>
                    <a:pt x="1" y="395"/>
                    <a:pt x="26" y="420"/>
                    <a:pt x="51" y="445"/>
                  </a:cubicBezTo>
                  <a:cubicBezTo>
                    <a:pt x="51" y="471"/>
                    <a:pt x="76" y="471"/>
                    <a:pt x="76" y="471"/>
                  </a:cubicBezTo>
                  <a:cubicBezTo>
                    <a:pt x="101" y="496"/>
                    <a:pt x="126" y="496"/>
                    <a:pt x="151" y="496"/>
                  </a:cubicBezTo>
                  <a:lnTo>
                    <a:pt x="226" y="496"/>
                  </a:lnTo>
                  <a:cubicBezTo>
                    <a:pt x="226" y="496"/>
                    <a:pt x="251" y="471"/>
                    <a:pt x="276" y="471"/>
                  </a:cubicBezTo>
                  <a:cubicBezTo>
                    <a:pt x="302" y="445"/>
                    <a:pt x="302" y="445"/>
                    <a:pt x="327" y="420"/>
                  </a:cubicBezTo>
                  <a:lnTo>
                    <a:pt x="402" y="270"/>
                  </a:lnTo>
                  <a:cubicBezTo>
                    <a:pt x="402" y="245"/>
                    <a:pt x="427" y="220"/>
                    <a:pt x="427" y="170"/>
                  </a:cubicBezTo>
                  <a:lnTo>
                    <a:pt x="402" y="145"/>
                  </a:lnTo>
                  <a:cubicBezTo>
                    <a:pt x="402" y="95"/>
                    <a:pt x="377" y="70"/>
                    <a:pt x="377" y="44"/>
                  </a:cubicBezTo>
                  <a:cubicBezTo>
                    <a:pt x="352" y="44"/>
                    <a:pt x="352" y="44"/>
                    <a:pt x="327" y="19"/>
                  </a:cubicBezTo>
                  <a:lnTo>
                    <a:pt x="276" y="19"/>
                  </a:lnTo>
                  <a:cubicBezTo>
                    <a:pt x="264" y="7"/>
                    <a:pt x="251" y="1"/>
                    <a:pt x="2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p29"/>
            <p:cNvSpPr/>
            <p:nvPr/>
          </p:nvSpPr>
          <p:spPr>
            <a:xfrm>
              <a:off x="6305366" y="3798480"/>
              <a:ext cx="96556" cy="36757"/>
            </a:xfrm>
            <a:custGeom>
              <a:rect b="b" l="l" r="r" t="t"/>
              <a:pathLst>
                <a:path extrusionOk="0" h="1828" w="4802">
                  <a:moveTo>
                    <a:pt x="1222" y="1"/>
                  </a:moveTo>
                  <a:cubicBezTo>
                    <a:pt x="1176" y="1"/>
                    <a:pt x="1129" y="17"/>
                    <a:pt x="1093" y="54"/>
                  </a:cubicBezTo>
                  <a:cubicBezTo>
                    <a:pt x="767" y="455"/>
                    <a:pt x="441" y="856"/>
                    <a:pt x="115" y="1257"/>
                  </a:cubicBezTo>
                  <a:cubicBezTo>
                    <a:pt x="1" y="1391"/>
                    <a:pt x="118" y="1568"/>
                    <a:pt x="247" y="1568"/>
                  </a:cubicBezTo>
                  <a:cubicBezTo>
                    <a:pt x="288" y="1568"/>
                    <a:pt x="330" y="1550"/>
                    <a:pt x="366" y="1508"/>
                  </a:cubicBezTo>
                  <a:cubicBezTo>
                    <a:pt x="631" y="1182"/>
                    <a:pt x="896" y="855"/>
                    <a:pt x="1161" y="529"/>
                  </a:cubicBezTo>
                  <a:lnTo>
                    <a:pt x="1161" y="529"/>
                  </a:lnTo>
                  <a:cubicBezTo>
                    <a:pt x="1255" y="832"/>
                    <a:pt x="1349" y="1138"/>
                    <a:pt x="1444" y="1458"/>
                  </a:cubicBezTo>
                  <a:cubicBezTo>
                    <a:pt x="1459" y="1536"/>
                    <a:pt x="1524" y="1575"/>
                    <a:pt x="1595" y="1575"/>
                  </a:cubicBezTo>
                  <a:cubicBezTo>
                    <a:pt x="1637" y="1575"/>
                    <a:pt x="1682" y="1561"/>
                    <a:pt x="1719" y="1533"/>
                  </a:cubicBezTo>
                  <a:cubicBezTo>
                    <a:pt x="1845" y="1408"/>
                    <a:pt x="1970" y="1282"/>
                    <a:pt x="2095" y="1157"/>
                  </a:cubicBezTo>
                  <a:lnTo>
                    <a:pt x="2271" y="982"/>
                  </a:lnTo>
                  <a:cubicBezTo>
                    <a:pt x="2313" y="939"/>
                    <a:pt x="2410" y="878"/>
                    <a:pt x="2438" y="830"/>
                  </a:cubicBezTo>
                  <a:lnTo>
                    <a:pt x="2438" y="830"/>
                  </a:lnTo>
                  <a:cubicBezTo>
                    <a:pt x="2463" y="862"/>
                    <a:pt x="2479" y="890"/>
                    <a:pt x="2496" y="906"/>
                  </a:cubicBezTo>
                  <a:cubicBezTo>
                    <a:pt x="2546" y="982"/>
                    <a:pt x="2596" y="1057"/>
                    <a:pt x="2647" y="1132"/>
                  </a:cubicBezTo>
                  <a:cubicBezTo>
                    <a:pt x="2747" y="1282"/>
                    <a:pt x="2822" y="1433"/>
                    <a:pt x="2922" y="1558"/>
                  </a:cubicBezTo>
                  <a:cubicBezTo>
                    <a:pt x="2968" y="1619"/>
                    <a:pt x="3032" y="1652"/>
                    <a:pt x="3092" y="1652"/>
                  </a:cubicBezTo>
                  <a:cubicBezTo>
                    <a:pt x="3131" y="1652"/>
                    <a:pt x="3168" y="1638"/>
                    <a:pt x="3198" y="1608"/>
                  </a:cubicBezTo>
                  <a:lnTo>
                    <a:pt x="3649" y="1207"/>
                  </a:lnTo>
                  <a:cubicBezTo>
                    <a:pt x="3749" y="1107"/>
                    <a:pt x="3900" y="906"/>
                    <a:pt x="4050" y="881"/>
                  </a:cubicBezTo>
                  <a:cubicBezTo>
                    <a:pt x="4071" y="877"/>
                    <a:pt x="4091" y="875"/>
                    <a:pt x="4110" y="875"/>
                  </a:cubicBezTo>
                  <a:cubicBezTo>
                    <a:pt x="4426" y="875"/>
                    <a:pt x="4426" y="1445"/>
                    <a:pt x="4426" y="1658"/>
                  </a:cubicBezTo>
                  <a:cubicBezTo>
                    <a:pt x="4426" y="1771"/>
                    <a:pt x="4514" y="1827"/>
                    <a:pt x="4601" y="1827"/>
                  </a:cubicBezTo>
                  <a:cubicBezTo>
                    <a:pt x="4689" y="1827"/>
                    <a:pt x="4777" y="1771"/>
                    <a:pt x="4777" y="1658"/>
                  </a:cubicBezTo>
                  <a:cubicBezTo>
                    <a:pt x="4802" y="1207"/>
                    <a:pt x="4727" y="656"/>
                    <a:pt x="4225" y="530"/>
                  </a:cubicBezTo>
                  <a:cubicBezTo>
                    <a:pt x="4186" y="522"/>
                    <a:pt x="4146" y="517"/>
                    <a:pt x="4108" y="517"/>
                  </a:cubicBezTo>
                  <a:cubicBezTo>
                    <a:pt x="3930" y="517"/>
                    <a:pt x="3768" y="607"/>
                    <a:pt x="3624" y="731"/>
                  </a:cubicBezTo>
                  <a:cubicBezTo>
                    <a:pt x="3452" y="884"/>
                    <a:pt x="3280" y="1051"/>
                    <a:pt x="3108" y="1211"/>
                  </a:cubicBezTo>
                  <a:lnTo>
                    <a:pt x="3108" y="1211"/>
                  </a:lnTo>
                  <a:cubicBezTo>
                    <a:pt x="2996" y="1042"/>
                    <a:pt x="2884" y="874"/>
                    <a:pt x="2772" y="706"/>
                  </a:cubicBezTo>
                  <a:cubicBezTo>
                    <a:pt x="2697" y="581"/>
                    <a:pt x="2621" y="430"/>
                    <a:pt x="2446" y="430"/>
                  </a:cubicBezTo>
                  <a:cubicBezTo>
                    <a:pt x="2271" y="430"/>
                    <a:pt x="2120" y="656"/>
                    <a:pt x="1995" y="756"/>
                  </a:cubicBezTo>
                  <a:lnTo>
                    <a:pt x="1681" y="1070"/>
                  </a:lnTo>
                  <a:lnTo>
                    <a:pt x="1681" y="1070"/>
                  </a:lnTo>
                  <a:cubicBezTo>
                    <a:pt x="1585" y="757"/>
                    <a:pt x="1489" y="436"/>
                    <a:pt x="1393" y="129"/>
                  </a:cubicBezTo>
                  <a:cubicBezTo>
                    <a:pt x="1378" y="50"/>
                    <a:pt x="1301" y="1"/>
                    <a:pt x="12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p29"/>
            <p:cNvSpPr/>
            <p:nvPr/>
          </p:nvSpPr>
          <p:spPr>
            <a:xfrm>
              <a:off x="6794481" y="2777542"/>
              <a:ext cx="86704" cy="384536"/>
            </a:xfrm>
            <a:custGeom>
              <a:rect b="b" l="l" r="r" t="t"/>
              <a:pathLst>
                <a:path extrusionOk="0" h="19124" w="4312">
                  <a:moveTo>
                    <a:pt x="402" y="1"/>
                  </a:moveTo>
                  <a:lnTo>
                    <a:pt x="1" y="76"/>
                  </a:lnTo>
                  <a:lnTo>
                    <a:pt x="3911" y="19124"/>
                  </a:lnTo>
                  <a:lnTo>
                    <a:pt x="4312" y="19049"/>
                  </a:lnTo>
                  <a:lnTo>
                    <a:pt x="402"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8" name="Google Shape;2628;p29"/>
            <p:cNvSpPr/>
            <p:nvPr/>
          </p:nvSpPr>
          <p:spPr>
            <a:xfrm>
              <a:off x="6833289" y="2835009"/>
              <a:ext cx="25717" cy="156235"/>
            </a:xfrm>
            <a:custGeom>
              <a:rect b="b" l="l" r="r" t="t"/>
              <a:pathLst>
                <a:path extrusionOk="0" h="7770" w="1279">
                  <a:moveTo>
                    <a:pt x="878" y="0"/>
                  </a:moveTo>
                  <a:cubicBezTo>
                    <a:pt x="1" y="3559"/>
                    <a:pt x="226" y="7719"/>
                    <a:pt x="226" y="7770"/>
                  </a:cubicBezTo>
                  <a:lnTo>
                    <a:pt x="652" y="7744"/>
                  </a:lnTo>
                  <a:cubicBezTo>
                    <a:pt x="652" y="7694"/>
                    <a:pt x="427" y="3584"/>
                    <a:pt x="1279" y="100"/>
                  </a:cubicBezTo>
                  <a:lnTo>
                    <a:pt x="878"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9" name="Google Shape;2629;p29"/>
            <p:cNvSpPr/>
            <p:nvPr/>
          </p:nvSpPr>
          <p:spPr>
            <a:xfrm>
              <a:off x="6105598" y="2687842"/>
              <a:ext cx="80651" cy="406212"/>
            </a:xfrm>
            <a:custGeom>
              <a:rect b="b" l="l" r="r" t="t"/>
              <a:pathLst>
                <a:path extrusionOk="0" h="20202" w="4011">
                  <a:moveTo>
                    <a:pt x="3584" y="1"/>
                  </a:moveTo>
                  <a:cubicBezTo>
                    <a:pt x="3559" y="176"/>
                    <a:pt x="977" y="16567"/>
                    <a:pt x="0" y="20101"/>
                  </a:cubicBezTo>
                  <a:lnTo>
                    <a:pt x="401" y="20201"/>
                  </a:lnTo>
                  <a:cubicBezTo>
                    <a:pt x="1378" y="16667"/>
                    <a:pt x="3985" y="251"/>
                    <a:pt x="4010" y="76"/>
                  </a:cubicBezTo>
                  <a:lnTo>
                    <a:pt x="3584"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p29"/>
            <p:cNvSpPr/>
            <p:nvPr/>
          </p:nvSpPr>
          <p:spPr>
            <a:xfrm>
              <a:off x="5983123" y="2247388"/>
              <a:ext cx="8586" cy="46388"/>
            </a:xfrm>
            <a:custGeom>
              <a:rect b="b" l="l" r="r" t="t"/>
              <a:pathLst>
                <a:path extrusionOk="0" h="2307" w="427">
                  <a:moveTo>
                    <a:pt x="1" y="1"/>
                  </a:moveTo>
                  <a:lnTo>
                    <a:pt x="427" y="2307"/>
                  </a:lnTo>
                  <a:cubicBezTo>
                    <a:pt x="302" y="1530"/>
                    <a:pt x="151" y="778"/>
                    <a:pt x="1"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1" name="Google Shape;2631;p29"/>
            <p:cNvSpPr/>
            <p:nvPr/>
          </p:nvSpPr>
          <p:spPr>
            <a:xfrm>
              <a:off x="5979042" y="2243949"/>
              <a:ext cx="16971" cy="53184"/>
            </a:xfrm>
            <a:custGeom>
              <a:rect b="b" l="l" r="r" t="t"/>
              <a:pathLst>
                <a:path extrusionOk="0" h="2645" w="844">
                  <a:moveTo>
                    <a:pt x="206" y="1"/>
                  </a:moveTo>
                  <a:cubicBezTo>
                    <a:pt x="104" y="1"/>
                    <a:pt x="0" y="72"/>
                    <a:pt x="28" y="197"/>
                  </a:cubicBezTo>
                  <a:cubicBezTo>
                    <a:pt x="179" y="949"/>
                    <a:pt x="304" y="1726"/>
                    <a:pt x="454" y="2478"/>
                  </a:cubicBezTo>
                  <a:cubicBezTo>
                    <a:pt x="477" y="2593"/>
                    <a:pt x="564" y="2645"/>
                    <a:pt x="649" y="2645"/>
                  </a:cubicBezTo>
                  <a:cubicBezTo>
                    <a:pt x="748" y="2645"/>
                    <a:pt x="844" y="2574"/>
                    <a:pt x="830" y="2453"/>
                  </a:cubicBezTo>
                  <a:cubicBezTo>
                    <a:pt x="680" y="1676"/>
                    <a:pt x="530" y="924"/>
                    <a:pt x="379" y="147"/>
                  </a:cubicBezTo>
                  <a:cubicBezTo>
                    <a:pt x="368" y="46"/>
                    <a:pt x="287" y="1"/>
                    <a:pt x="20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2" name="Google Shape;2632;p29"/>
            <p:cNvSpPr/>
            <p:nvPr/>
          </p:nvSpPr>
          <p:spPr>
            <a:xfrm>
              <a:off x="6214440" y="2105791"/>
              <a:ext cx="8083" cy="58975"/>
            </a:xfrm>
            <a:custGeom>
              <a:rect b="b" l="l" r="r" t="t"/>
              <a:pathLst>
                <a:path extrusionOk="0" h="2933" w="402">
                  <a:moveTo>
                    <a:pt x="402" y="0"/>
                  </a:moveTo>
                  <a:lnTo>
                    <a:pt x="201" y="1466"/>
                  </a:lnTo>
                  <a:lnTo>
                    <a:pt x="201" y="1466"/>
                  </a:lnTo>
                  <a:cubicBezTo>
                    <a:pt x="270" y="978"/>
                    <a:pt x="339" y="489"/>
                    <a:pt x="402" y="0"/>
                  </a:cubicBezTo>
                  <a:close/>
                  <a:moveTo>
                    <a:pt x="201" y="1466"/>
                  </a:moveTo>
                  <a:lnTo>
                    <a:pt x="201" y="1466"/>
                  </a:lnTo>
                  <a:cubicBezTo>
                    <a:pt x="132" y="1955"/>
                    <a:pt x="63" y="2444"/>
                    <a:pt x="1" y="2933"/>
                  </a:cubicBezTo>
                  <a:lnTo>
                    <a:pt x="201" y="1466"/>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3" name="Google Shape;2633;p29"/>
            <p:cNvSpPr/>
            <p:nvPr/>
          </p:nvSpPr>
          <p:spPr>
            <a:xfrm>
              <a:off x="6210338" y="2102030"/>
              <a:ext cx="16006" cy="65973"/>
            </a:xfrm>
            <a:custGeom>
              <a:rect b="b" l="l" r="r" t="t"/>
              <a:pathLst>
                <a:path extrusionOk="0" h="3281" w="796">
                  <a:moveTo>
                    <a:pt x="582" y="1"/>
                  </a:moveTo>
                  <a:cubicBezTo>
                    <a:pt x="508" y="1"/>
                    <a:pt x="441" y="43"/>
                    <a:pt x="430" y="137"/>
                  </a:cubicBezTo>
                  <a:cubicBezTo>
                    <a:pt x="280" y="1115"/>
                    <a:pt x="154" y="2092"/>
                    <a:pt x="29" y="3069"/>
                  </a:cubicBezTo>
                  <a:cubicBezTo>
                    <a:pt x="0" y="3201"/>
                    <a:pt x="115" y="3281"/>
                    <a:pt x="221" y="3281"/>
                  </a:cubicBezTo>
                  <a:cubicBezTo>
                    <a:pt x="297" y="3281"/>
                    <a:pt x="370" y="3239"/>
                    <a:pt x="380" y="3145"/>
                  </a:cubicBezTo>
                  <a:cubicBezTo>
                    <a:pt x="505" y="2167"/>
                    <a:pt x="656" y="1190"/>
                    <a:pt x="781" y="212"/>
                  </a:cubicBezTo>
                  <a:cubicBezTo>
                    <a:pt x="796" y="81"/>
                    <a:pt x="683" y="1"/>
                    <a:pt x="58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4" name="Google Shape;2634;p29"/>
            <p:cNvSpPr/>
            <p:nvPr/>
          </p:nvSpPr>
          <p:spPr>
            <a:xfrm>
              <a:off x="6072320" y="2065475"/>
              <a:ext cx="14136" cy="114412"/>
            </a:xfrm>
            <a:custGeom>
              <a:rect b="b" l="l" r="r" t="t"/>
              <a:pathLst>
                <a:path extrusionOk="0" h="5690" w="703">
                  <a:moveTo>
                    <a:pt x="703" y="0"/>
                  </a:moveTo>
                  <a:lnTo>
                    <a:pt x="1" y="5689"/>
                  </a:lnTo>
                  <a:cubicBezTo>
                    <a:pt x="377" y="3810"/>
                    <a:pt x="602" y="1905"/>
                    <a:pt x="703"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5" name="Google Shape;2635;p29"/>
            <p:cNvSpPr/>
            <p:nvPr/>
          </p:nvSpPr>
          <p:spPr>
            <a:xfrm>
              <a:off x="6068178" y="2062137"/>
              <a:ext cx="22319" cy="121530"/>
            </a:xfrm>
            <a:custGeom>
              <a:rect b="b" l="l" r="r" t="t"/>
              <a:pathLst>
                <a:path extrusionOk="0" h="6044" w="1110">
                  <a:moveTo>
                    <a:pt x="923" y="0"/>
                  </a:moveTo>
                  <a:cubicBezTo>
                    <a:pt x="835" y="0"/>
                    <a:pt x="745" y="56"/>
                    <a:pt x="733" y="166"/>
                  </a:cubicBezTo>
                  <a:cubicBezTo>
                    <a:pt x="633" y="2071"/>
                    <a:pt x="382" y="3951"/>
                    <a:pt x="31" y="5805"/>
                  </a:cubicBezTo>
                  <a:cubicBezTo>
                    <a:pt x="1" y="5943"/>
                    <a:pt x="120" y="6044"/>
                    <a:pt x="229" y="6044"/>
                  </a:cubicBezTo>
                  <a:cubicBezTo>
                    <a:pt x="298" y="6044"/>
                    <a:pt x="363" y="6003"/>
                    <a:pt x="382" y="5906"/>
                  </a:cubicBezTo>
                  <a:cubicBezTo>
                    <a:pt x="758" y="4026"/>
                    <a:pt x="984" y="2096"/>
                    <a:pt x="1109" y="191"/>
                  </a:cubicBezTo>
                  <a:cubicBezTo>
                    <a:pt x="1109" y="63"/>
                    <a:pt x="1017" y="0"/>
                    <a:pt x="9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6" name="Google Shape;2636;p29"/>
            <p:cNvSpPr/>
            <p:nvPr/>
          </p:nvSpPr>
          <p:spPr>
            <a:xfrm>
              <a:off x="6468941" y="2120409"/>
              <a:ext cx="16649" cy="113909"/>
            </a:xfrm>
            <a:custGeom>
              <a:rect b="b" l="l" r="r" t="t"/>
              <a:pathLst>
                <a:path extrusionOk="0" h="5665" w="828">
                  <a:moveTo>
                    <a:pt x="0" y="0"/>
                  </a:moveTo>
                  <a:lnTo>
                    <a:pt x="827" y="5664"/>
                  </a:lnTo>
                  <a:cubicBezTo>
                    <a:pt x="677" y="3759"/>
                    <a:pt x="401" y="1855"/>
                    <a:pt x="0"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7" name="Google Shape;2637;p29"/>
            <p:cNvSpPr/>
            <p:nvPr/>
          </p:nvSpPr>
          <p:spPr>
            <a:xfrm>
              <a:off x="6464819" y="2116649"/>
              <a:ext cx="24531" cy="121248"/>
            </a:xfrm>
            <a:custGeom>
              <a:rect b="b" l="l" r="r" t="t"/>
              <a:pathLst>
                <a:path extrusionOk="0" h="6030" w="1220">
                  <a:moveTo>
                    <a:pt x="211" y="1"/>
                  </a:moveTo>
                  <a:cubicBezTo>
                    <a:pt x="107" y="1"/>
                    <a:pt x="1" y="81"/>
                    <a:pt x="30" y="212"/>
                  </a:cubicBezTo>
                  <a:cubicBezTo>
                    <a:pt x="431" y="2067"/>
                    <a:pt x="707" y="3946"/>
                    <a:pt x="832" y="5851"/>
                  </a:cubicBezTo>
                  <a:cubicBezTo>
                    <a:pt x="845" y="5967"/>
                    <a:pt x="950" y="6030"/>
                    <a:pt x="1046" y="6030"/>
                  </a:cubicBezTo>
                  <a:cubicBezTo>
                    <a:pt x="1137" y="6030"/>
                    <a:pt x="1220" y="5973"/>
                    <a:pt x="1208" y="5851"/>
                  </a:cubicBezTo>
                  <a:cubicBezTo>
                    <a:pt x="1057" y="3921"/>
                    <a:pt x="782" y="2017"/>
                    <a:pt x="381" y="137"/>
                  </a:cubicBezTo>
                  <a:cubicBezTo>
                    <a:pt x="360" y="42"/>
                    <a:pt x="286" y="1"/>
                    <a:pt x="21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8" name="Google Shape;2638;p29"/>
            <p:cNvSpPr/>
            <p:nvPr/>
          </p:nvSpPr>
          <p:spPr>
            <a:xfrm>
              <a:off x="6613071" y="2053873"/>
              <a:ext cx="9591" cy="114934"/>
            </a:xfrm>
            <a:custGeom>
              <a:rect b="b" l="l" r="r" t="t"/>
              <a:pathLst>
                <a:path extrusionOk="0" h="5716" w="477">
                  <a:moveTo>
                    <a:pt x="0" y="1"/>
                  </a:moveTo>
                  <a:lnTo>
                    <a:pt x="476" y="5715"/>
                  </a:lnTo>
                  <a:cubicBezTo>
                    <a:pt x="451" y="3810"/>
                    <a:pt x="276" y="1906"/>
                    <a:pt x="0"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9" name="Google Shape;2639;p29"/>
            <p:cNvSpPr/>
            <p:nvPr/>
          </p:nvSpPr>
          <p:spPr>
            <a:xfrm>
              <a:off x="6608748" y="2050475"/>
              <a:ext cx="17674" cy="121992"/>
            </a:xfrm>
            <a:custGeom>
              <a:rect b="b" l="l" r="r" t="t"/>
              <a:pathLst>
                <a:path extrusionOk="0" h="6067" w="879">
                  <a:moveTo>
                    <a:pt x="210" y="1"/>
                  </a:moveTo>
                  <a:cubicBezTo>
                    <a:pt x="106" y="1"/>
                    <a:pt x="1" y="78"/>
                    <a:pt x="15" y="220"/>
                  </a:cubicBezTo>
                  <a:cubicBezTo>
                    <a:pt x="315" y="2075"/>
                    <a:pt x="491" y="3979"/>
                    <a:pt x="516" y="5884"/>
                  </a:cubicBezTo>
                  <a:cubicBezTo>
                    <a:pt x="516" y="6003"/>
                    <a:pt x="621" y="6066"/>
                    <a:pt x="716" y="6066"/>
                  </a:cubicBezTo>
                  <a:cubicBezTo>
                    <a:pt x="801" y="6066"/>
                    <a:pt x="879" y="6016"/>
                    <a:pt x="867" y="5909"/>
                  </a:cubicBezTo>
                  <a:cubicBezTo>
                    <a:pt x="842" y="3979"/>
                    <a:pt x="691" y="2049"/>
                    <a:pt x="391" y="145"/>
                  </a:cubicBezTo>
                  <a:cubicBezTo>
                    <a:pt x="369" y="47"/>
                    <a:pt x="290" y="1"/>
                    <a:pt x="21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p29"/>
            <p:cNvSpPr/>
            <p:nvPr/>
          </p:nvSpPr>
          <p:spPr>
            <a:xfrm>
              <a:off x="6135317" y="2503396"/>
              <a:ext cx="10094" cy="4564"/>
            </a:xfrm>
            <a:custGeom>
              <a:rect b="b" l="l" r="r" t="t"/>
              <a:pathLst>
                <a:path extrusionOk="0" h="227" w="502">
                  <a:moveTo>
                    <a:pt x="502" y="1"/>
                  </a:moveTo>
                  <a:cubicBezTo>
                    <a:pt x="414" y="38"/>
                    <a:pt x="333" y="76"/>
                    <a:pt x="251" y="114"/>
                  </a:cubicBezTo>
                  <a:lnTo>
                    <a:pt x="502" y="1"/>
                  </a:lnTo>
                  <a:close/>
                  <a:moveTo>
                    <a:pt x="251" y="114"/>
                  </a:moveTo>
                  <a:lnTo>
                    <a:pt x="1" y="226"/>
                  </a:lnTo>
                  <a:cubicBezTo>
                    <a:pt x="88" y="189"/>
                    <a:pt x="170" y="151"/>
                    <a:pt x="251" y="114"/>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1" name="Google Shape;2641;p29"/>
            <p:cNvSpPr/>
            <p:nvPr/>
          </p:nvSpPr>
          <p:spPr>
            <a:xfrm>
              <a:off x="6131296" y="2499656"/>
              <a:ext cx="18157" cy="12044"/>
            </a:xfrm>
            <a:custGeom>
              <a:rect b="b" l="l" r="r" t="t"/>
              <a:pathLst>
                <a:path extrusionOk="0" h="599" w="903">
                  <a:moveTo>
                    <a:pt x="702" y="0"/>
                  </a:moveTo>
                  <a:cubicBezTo>
                    <a:pt x="685" y="0"/>
                    <a:pt x="669" y="3"/>
                    <a:pt x="652" y="11"/>
                  </a:cubicBezTo>
                  <a:cubicBezTo>
                    <a:pt x="476" y="86"/>
                    <a:pt x="301" y="162"/>
                    <a:pt x="151" y="237"/>
                  </a:cubicBezTo>
                  <a:cubicBezTo>
                    <a:pt x="100" y="262"/>
                    <a:pt x="50" y="287"/>
                    <a:pt x="25" y="337"/>
                  </a:cubicBezTo>
                  <a:cubicBezTo>
                    <a:pt x="0" y="362"/>
                    <a:pt x="0" y="437"/>
                    <a:pt x="25" y="462"/>
                  </a:cubicBezTo>
                  <a:cubicBezTo>
                    <a:pt x="50" y="513"/>
                    <a:pt x="75" y="563"/>
                    <a:pt x="126" y="588"/>
                  </a:cubicBezTo>
                  <a:cubicBezTo>
                    <a:pt x="142" y="588"/>
                    <a:pt x="170" y="599"/>
                    <a:pt x="202" y="599"/>
                  </a:cubicBezTo>
                  <a:cubicBezTo>
                    <a:pt x="217" y="599"/>
                    <a:pt x="234" y="596"/>
                    <a:pt x="251" y="588"/>
                  </a:cubicBezTo>
                  <a:cubicBezTo>
                    <a:pt x="426" y="513"/>
                    <a:pt x="602" y="437"/>
                    <a:pt x="777" y="362"/>
                  </a:cubicBezTo>
                  <a:cubicBezTo>
                    <a:pt x="802" y="337"/>
                    <a:pt x="852" y="312"/>
                    <a:pt x="877" y="262"/>
                  </a:cubicBezTo>
                  <a:cubicBezTo>
                    <a:pt x="902" y="212"/>
                    <a:pt x="902" y="162"/>
                    <a:pt x="877" y="137"/>
                  </a:cubicBezTo>
                  <a:cubicBezTo>
                    <a:pt x="877" y="86"/>
                    <a:pt x="827" y="36"/>
                    <a:pt x="802" y="11"/>
                  </a:cubicBezTo>
                  <a:cubicBezTo>
                    <a:pt x="769" y="11"/>
                    <a:pt x="735" y="0"/>
                    <a:pt x="70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2" name="Google Shape;2642;p29"/>
            <p:cNvSpPr/>
            <p:nvPr/>
          </p:nvSpPr>
          <p:spPr>
            <a:xfrm>
              <a:off x="6132301" y="2495333"/>
              <a:ext cx="8083" cy="4062"/>
            </a:xfrm>
            <a:custGeom>
              <a:rect b="b" l="l" r="r" t="t"/>
              <a:pathLst>
                <a:path extrusionOk="0" h="202" w="402">
                  <a:moveTo>
                    <a:pt x="401" y="1"/>
                  </a:moveTo>
                  <a:cubicBezTo>
                    <a:pt x="251" y="76"/>
                    <a:pt x="126" y="126"/>
                    <a:pt x="0" y="201"/>
                  </a:cubicBezTo>
                  <a:lnTo>
                    <a:pt x="401"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29"/>
            <p:cNvSpPr/>
            <p:nvPr/>
          </p:nvSpPr>
          <p:spPr>
            <a:xfrm>
              <a:off x="6128259" y="2491814"/>
              <a:ext cx="15644" cy="11321"/>
            </a:xfrm>
            <a:custGeom>
              <a:rect b="b" l="l" r="r" t="t"/>
              <a:pathLst>
                <a:path extrusionOk="0" h="563" w="778">
                  <a:moveTo>
                    <a:pt x="627" y="0"/>
                  </a:moveTo>
                  <a:cubicBezTo>
                    <a:pt x="577" y="0"/>
                    <a:pt x="552" y="0"/>
                    <a:pt x="502" y="25"/>
                  </a:cubicBezTo>
                  <a:cubicBezTo>
                    <a:pt x="352" y="101"/>
                    <a:pt x="226" y="151"/>
                    <a:pt x="101" y="226"/>
                  </a:cubicBezTo>
                  <a:cubicBezTo>
                    <a:pt x="51" y="251"/>
                    <a:pt x="26" y="301"/>
                    <a:pt x="26" y="351"/>
                  </a:cubicBezTo>
                  <a:cubicBezTo>
                    <a:pt x="1" y="376"/>
                    <a:pt x="26" y="451"/>
                    <a:pt x="51" y="476"/>
                  </a:cubicBezTo>
                  <a:cubicBezTo>
                    <a:pt x="76" y="527"/>
                    <a:pt x="101" y="552"/>
                    <a:pt x="151" y="552"/>
                  </a:cubicBezTo>
                  <a:cubicBezTo>
                    <a:pt x="166" y="559"/>
                    <a:pt x="181" y="562"/>
                    <a:pt x="195" y="562"/>
                  </a:cubicBezTo>
                  <a:cubicBezTo>
                    <a:pt x="231" y="562"/>
                    <a:pt x="266" y="544"/>
                    <a:pt x="302" y="527"/>
                  </a:cubicBezTo>
                  <a:cubicBezTo>
                    <a:pt x="427" y="476"/>
                    <a:pt x="552" y="401"/>
                    <a:pt x="703" y="326"/>
                  </a:cubicBezTo>
                  <a:cubicBezTo>
                    <a:pt x="728" y="301"/>
                    <a:pt x="753" y="251"/>
                    <a:pt x="778" y="201"/>
                  </a:cubicBezTo>
                  <a:cubicBezTo>
                    <a:pt x="778" y="176"/>
                    <a:pt x="778" y="126"/>
                    <a:pt x="753" y="75"/>
                  </a:cubicBezTo>
                  <a:cubicBezTo>
                    <a:pt x="728" y="50"/>
                    <a:pt x="678" y="0"/>
                    <a:pt x="6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4" name="Google Shape;2644;p29"/>
            <p:cNvSpPr/>
            <p:nvPr/>
          </p:nvSpPr>
          <p:spPr>
            <a:xfrm>
              <a:off x="6154982" y="2055884"/>
              <a:ext cx="14618" cy="110893"/>
            </a:xfrm>
            <a:custGeom>
              <a:rect b="b" l="l" r="r" t="t"/>
              <a:pathLst>
                <a:path extrusionOk="0" h="5515" w="727">
                  <a:moveTo>
                    <a:pt x="727" y="1"/>
                  </a:moveTo>
                  <a:cubicBezTo>
                    <a:pt x="628" y="732"/>
                    <a:pt x="533" y="1459"/>
                    <a:pt x="439" y="2184"/>
                  </a:cubicBezTo>
                  <a:lnTo>
                    <a:pt x="439" y="2184"/>
                  </a:lnTo>
                  <a:lnTo>
                    <a:pt x="727" y="1"/>
                  </a:lnTo>
                  <a:close/>
                  <a:moveTo>
                    <a:pt x="439" y="2184"/>
                  </a:moveTo>
                  <a:lnTo>
                    <a:pt x="0" y="5515"/>
                  </a:lnTo>
                  <a:cubicBezTo>
                    <a:pt x="152" y="4406"/>
                    <a:pt x="295" y="3298"/>
                    <a:pt x="439" y="2184"/>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29"/>
            <p:cNvSpPr/>
            <p:nvPr/>
          </p:nvSpPr>
          <p:spPr>
            <a:xfrm>
              <a:off x="6151162" y="2052284"/>
              <a:ext cx="22259" cy="118252"/>
            </a:xfrm>
            <a:custGeom>
              <a:rect b="b" l="l" r="r" t="t"/>
              <a:pathLst>
                <a:path extrusionOk="0" h="5881" w="1107">
                  <a:moveTo>
                    <a:pt x="897" y="0"/>
                  </a:moveTo>
                  <a:cubicBezTo>
                    <a:pt x="822" y="0"/>
                    <a:pt x="752" y="48"/>
                    <a:pt x="742" y="155"/>
                  </a:cubicBezTo>
                  <a:cubicBezTo>
                    <a:pt x="491" y="1985"/>
                    <a:pt x="265" y="3839"/>
                    <a:pt x="15" y="5669"/>
                  </a:cubicBezTo>
                  <a:cubicBezTo>
                    <a:pt x="0" y="5800"/>
                    <a:pt x="113" y="5880"/>
                    <a:pt x="214" y="5880"/>
                  </a:cubicBezTo>
                  <a:cubicBezTo>
                    <a:pt x="287" y="5880"/>
                    <a:pt x="355" y="5838"/>
                    <a:pt x="366" y="5744"/>
                  </a:cubicBezTo>
                  <a:cubicBezTo>
                    <a:pt x="616" y="3914"/>
                    <a:pt x="867" y="2060"/>
                    <a:pt x="1092" y="230"/>
                  </a:cubicBezTo>
                  <a:cubicBezTo>
                    <a:pt x="1107" y="86"/>
                    <a:pt x="998" y="0"/>
                    <a:pt x="89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6" name="Google Shape;2646;p29"/>
            <p:cNvSpPr/>
            <p:nvPr/>
          </p:nvSpPr>
          <p:spPr>
            <a:xfrm>
              <a:off x="6532943" y="2050354"/>
              <a:ext cx="14638" cy="110893"/>
            </a:xfrm>
            <a:custGeom>
              <a:rect b="b" l="l" r="r" t="t"/>
              <a:pathLst>
                <a:path extrusionOk="0" h="5515" w="728">
                  <a:moveTo>
                    <a:pt x="0" y="0"/>
                  </a:moveTo>
                  <a:lnTo>
                    <a:pt x="439" y="3331"/>
                  </a:lnTo>
                  <a:lnTo>
                    <a:pt x="439" y="3331"/>
                  </a:lnTo>
                  <a:cubicBezTo>
                    <a:pt x="295" y="2217"/>
                    <a:pt x="152" y="1109"/>
                    <a:pt x="0" y="0"/>
                  </a:cubicBezTo>
                  <a:close/>
                  <a:moveTo>
                    <a:pt x="439" y="3331"/>
                  </a:moveTo>
                  <a:cubicBezTo>
                    <a:pt x="533" y="4056"/>
                    <a:pt x="628" y="4783"/>
                    <a:pt x="727" y="5514"/>
                  </a:cubicBezTo>
                  <a:lnTo>
                    <a:pt x="439" y="333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7" name="Google Shape;2647;p29"/>
            <p:cNvSpPr/>
            <p:nvPr/>
          </p:nvSpPr>
          <p:spPr>
            <a:xfrm>
              <a:off x="6528881" y="2046695"/>
              <a:ext cx="22742" cy="117890"/>
            </a:xfrm>
            <a:custGeom>
              <a:rect b="b" l="l" r="r" t="t"/>
              <a:pathLst>
                <a:path extrusionOk="0" h="5863" w="1131">
                  <a:moveTo>
                    <a:pt x="189" y="0"/>
                  </a:moveTo>
                  <a:cubicBezTo>
                    <a:pt x="93" y="0"/>
                    <a:pt x="0" y="63"/>
                    <a:pt x="27" y="182"/>
                  </a:cubicBezTo>
                  <a:lnTo>
                    <a:pt x="754" y="5696"/>
                  </a:lnTo>
                  <a:cubicBezTo>
                    <a:pt x="766" y="5806"/>
                    <a:pt x="861" y="5862"/>
                    <a:pt x="950" y="5862"/>
                  </a:cubicBezTo>
                  <a:cubicBezTo>
                    <a:pt x="1044" y="5862"/>
                    <a:pt x="1130" y="5800"/>
                    <a:pt x="1105" y="5671"/>
                  </a:cubicBezTo>
                  <a:cubicBezTo>
                    <a:pt x="879" y="3841"/>
                    <a:pt x="628" y="1987"/>
                    <a:pt x="378" y="157"/>
                  </a:cubicBezTo>
                  <a:cubicBezTo>
                    <a:pt x="366" y="51"/>
                    <a:pt x="276" y="0"/>
                    <a:pt x="18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29"/>
            <p:cNvSpPr/>
            <p:nvPr/>
          </p:nvSpPr>
          <p:spPr>
            <a:xfrm>
              <a:off x="6229400" y="2167581"/>
              <a:ext cx="10536" cy="7460"/>
            </a:xfrm>
            <a:custGeom>
              <a:rect b="b" l="l" r="r" t="t"/>
              <a:pathLst>
                <a:path extrusionOk="0" h="371" w="524">
                  <a:moveTo>
                    <a:pt x="256" y="0"/>
                  </a:moveTo>
                  <a:cubicBezTo>
                    <a:pt x="213" y="0"/>
                    <a:pt x="170" y="18"/>
                    <a:pt x="134" y="60"/>
                  </a:cubicBezTo>
                  <a:cubicBezTo>
                    <a:pt x="0" y="193"/>
                    <a:pt x="128" y="370"/>
                    <a:pt x="274" y="370"/>
                  </a:cubicBezTo>
                  <a:cubicBezTo>
                    <a:pt x="320" y="370"/>
                    <a:pt x="367" y="353"/>
                    <a:pt x="409" y="311"/>
                  </a:cubicBezTo>
                  <a:cubicBezTo>
                    <a:pt x="524" y="177"/>
                    <a:pt x="392" y="0"/>
                    <a:pt x="25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29"/>
            <p:cNvSpPr/>
            <p:nvPr/>
          </p:nvSpPr>
          <p:spPr>
            <a:xfrm>
              <a:off x="6091483" y="2301819"/>
              <a:ext cx="9089" cy="9591"/>
            </a:xfrm>
            <a:custGeom>
              <a:rect b="b" l="l" r="r" t="t"/>
              <a:pathLst>
                <a:path extrusionOk="0" h="477" w="452">
                  <a:moveTo>
                    <a:pt x="451" y="1"/>
                  </a:moveTo>
                  <a:lnTo>
                    <a:pt x="0" y="477"/>
                  </a:lnTo>
                  <a:cubicBezTo>
                    <a:pt x="151" y="326"/>
                    <a:pt x="301" y="176"/>
                    <a:pt x="451"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p29"/>
            <p:cNvSpPr/>
            <p:nvPr/>
          </p:nvSpPr>
          <p:spPr>
            <a:xfrm>
              <a:off x="6086938" y="2298340"/>
              <a:ext cx="17654" cy="16729"/>
            </a:xfrm>
            <a:custGeom>
              <a:rect b="b" l="l" r="r" t="t"/>
              <a:pathLst>
                <a:path extrusionOk="0" h="832" w="878">
                  <a:moveTo>
                    <a:pt x="690" y="1"/>
                  </a:moveTo>
                  <a:cubicBezTo>
                    <a:pt x="642" y="1"/>
                    <a:pt x="593" y="21"/>
                    <a:pt x="552" y="48"/>
                  </a:cubicBezTo>
                  <a:cubicBezTo>
                    <a:pt x="402" y="224"/>
                    <a:pt x="226" y="374"/>
                    <a:pt x="76" y="525"/>
                  </a:cubicBezTo>
                  <a:cubicBezTo>
                    <a:pt x="1" y="600"/>
                    <a:pt x="26" y="725"/>
                    <a:pt x="101" y="775"/>
                  </a:cubicBezTo>
                  <a:cubicBezTo>
                    <a:pt x="139" y="813"/>
                    <a:pt x="182" y="832"/>
                    <a:pt x="226" y="832"/>
                  </a:cubicBezTo>
                  <a:cubicBezTo>
                    <a:pt x="270" y="832"/>
                    <a:pt x="314" y="813"/>
                    <a:pt x="352" y="775"/>
                  </a:cubicBezTo>
                  <a:cubicBezTo>
                    <a:pt x="502" y="625"/>
                    <a:pt x="652" y="449"/>
                    <a:pt x="828" y="299"/>
                  </a:cubicBezTo>
                  <a:cubicBezTo>
                    <a:pt x="878" y="224"/>
                    <a:pt x="878" y="98"/>
                    <a:pt x="803" y="48"/>
                  </a:cubicBezTo>
                  <a:cubicBezTo>
                    <a:pt x="769" y="14"/>
                    <a:pt x="730" y="1"/>
                    <a:pt x="69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29"/>
            <p:cNvSpPr/>
            <p:nvPr/>
          </p:nvSpPr>
          <p:spPr>
            <a:xfrm>
              <a:off x="6083420" y="2294258"/>
              <a:ext cx="7078" cy="7581"/>
            </a:xfrm>
            <a:custGeom>
              <a:rect b="b" l="l" r="r" t="t"/>
              <a:pathLst>
                <a:path extrusionOk="0" h="377" w="352">
                  <a:moveTo>
                    <a:pt x="351" y="1"/>
                  </a:moveTo>
                  <a:lnTo>
                    <a:pt x="351" y="1"/>
                  </a:lnTo>
                  <a:cubicBezTo>
                    <a:pt x="226" y="126"/>
                    <a:pt x="100" y="251"/>
                    <a:pt x="0" y="377"/>
                  </a:cubicBezTo>
                  <a:lnTo>
                    <a:pt x="351"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2" name="Google Shape;2652;p29"/>
            <p:cNvSpPr/>
            <p:nvPr/>
          </p:nvSpPr>
          <p:spPr>
            <a:xfrm>
              <a:off x="6079378" y="2290538"/>
              <a:ext cx="15141" cy="14960"/>
            </a:xfrm>
            <a:custGeom>
              <a:rect b="b" l="l" r="r" t="t"/>
              <a:pathLst>
                <a:path extrusionOk="0" h="744" w="753">
                  <a:moveTo>
                    <a:pt x="557" y="0"/>
                  </a:moveTo>
                  <a:cubicBezTo>
                    <a:pt x="505" y="0"/>
                    <a:pt x="454" y="19"/>
                    <a:pt x="427" y="60"/>
                  </a:cubicBezTo>
                  <a:cubicBezTo>
                    <a:pt x="301" y="186"/>
                    <a:pt x="176" y="311"/>
                    <a:pt x="51" y="436"/>
                  </a:cubicBezTo>
                  <a:cubicBezTo>
                    <a:pt x="1" y="512"/>
                    <a:pt x="1" y="637"/>
                    <a:pt x="76" y="687"/>
                  </a:cubicBezTo>
                  <a:cubicBezTo>
                    <a:pt x="114" y="725"/>
                    <a:pt x="157" y="743"/>
                    <a:pt x="201" y="743"/>
                  </a:cubicBezTo>
                  <a:cubicBezTo>
                    <a:pt x="245" y="743"/>
                    <a:pt x="289" y="725"/>
                    <a:pt x="327" y="687"/>
                  </a:cubicBezTo>
                  <a:cubicBezTo>
                    <a:pt x="452" y="562"/>
                    <a:pt x="577" y="436"/>
                    <a:pt x="677" y="311"/>
                  </a:cubicBezTo>
                  <a:cubicBezTo>
                    <a:pt x="753" y="236"/>
                    <a:pt x="753" y="111"/>
                    <a:pt x="677" y="35"/>
                  </a:cubicBezTo>
                  <a:cubicBezTo>
                    <a:pt x="644" y="13"/>
                    <a:pt x="600" y="0"/>
                    <a:pt x="55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3" name="Google Shape;2653;p29"/>
            <p:cNvSpPr/>
            <p:nvPr/>
          </p:nvSpPr>
          <p:spPr>
            <a:xfrm>
              <a:off x="6064257" y="2408147"/>
              <a:ext cx="2051" cy="1548"/>
            </a:xfrm>
            <a:custGeom>
              <a:rect b="b" l="l" r="r" t="t"/>
              <a:pathLst>
                <a:path extrusionOk="0" h="77" w="102">
                  <a:moveTo>
                    <a:pt x="101" y="1"/>
                  </a:moveTo>
                  <a:lnTo>
                    <a:pt x="51" y="38"/>
                  </a:lnTo>
                  <a:lnTo>
                    <a:pt x="51" y="38"/>
                  </a:lnTo>
                  <a:cubicBezTo>
                    <a:pt x="70" y="26"/>
                    <a:pt x="89" y="13"/>
                    <a:pt x="101" y="1"/>
                  </a:cubicBezTo>
                  <a:close/>
                  <a:moveTo>
                    <a:pt x="51" y="38"/>
                  </a:moveTo>
                  <a:cubicBezTo>
                    <a:pt x="32" y="51"/>
                    <a:pt x="13" y="64"/>
                    <a:pt x="1" y="76"/>
                  </a:cubicBezTo>
                  <a:lnTo>
                    <a:pt x="51" y="38"/>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29"/>
            <p:cNvSpPr/>
            <p:nvPr/>
          </p:nvSpPr>
          <p:spPr>
            <a:xfrm>
              <a:off x="6060236" y="2404628"/>
              <a:ext cx="10094" cy="8586"/>
            </a:xfrm>
            <a:custGeom>
              <a:rect b="b" l="l" r="r" t="t"/>
              <a:pathLst>
                <a:path extrusionOk="0" h="427" w="502">
                  <a:moveTo>
                    <a:pt x="301" y="0"/>
                  </a:moveTo>
                  <a:cubicBezTo>
                    <a:pt x="276" y="0"/>
                    <a:pt x="226" y="0"/>
                    <a:pt x="201" y="26"/>
                  </a:cubicBezTo>
                  <a:cubicBezTo>
                    <a:pt x="176" y="51"/>
                    <a:pt x="126" y="76"/>
                    <a:pt x="101" y="101"/>
                  </a:cubicBezTo>
                  <a:cubicBezTo>
                    <a:pt x="76" y="126"/>
                    <a:pt x="50" y="126"/>
                    <a:pt x="50" y="151"/>
                  </a:cubicBezTo>
                  <a:cubicBezTo>
                    <a:pt x="25" y="176"/>
                    <a:pt x="25" y="201"/>
                    <a:pt x="25" y="226"/>
                  </a:cubicBezTo>
                  <a:cubicBezTo>
                    <a:pt x="0" y="251"/>
                    <a:pt x="0" y="276"/>
                    <a:pt x="25" y="276"/>
                  </a:cubicBezTo>
                  <a:cubicBezTo>
                    <a:pt x="25" y="301"/>
                    <a:pt x="25" y="326"/>
                    <a:pt x="50" y="351"/>
                  </a:cubicBezTo>
                  <a:cubicBezTo>
                    <a:pt x="50" y="376"/>
                    <a:pt x="76" y="376"/>
                    <a:pt x="76" y="401"/>
                  </a:cubicBezTo>
                  <a:cubicBezTo>
                    <a:pt x="101" y="401"/>
                    <a:pt x="126" y="427"/>
                    <a:pt x="151" y="427"/>
                  </a:cubicBezTo>
                  <a:lnTo>
                    <a:pt x="201" y="427"/>
                  </a:lnTo>
                  <a:cubicBezTo>
                    <a:pt x="226" y="427"/>
                    <a:pt x="276" y="427"/>
                    <a:pt x="301" y="401"/>
                  </a:cubicBezTo>
                  <a:cubicBezTo>
                    <a:pt x="326" y="376"/>
                    <a:pt x="376" y="351"/>
                    <a:pt x="401" y="326"/>
                  </a:cubicBezTo>
                  <a:cubicBezTo>
                    <a:pt x="426" y="301"/>
                    <a:pt x="451" y="301"/>
                    <a:pt x="451" y="276"/>
                  </a:cubicBezTo>
                  <a:cubicBezTo>
                    <a:pt x="477" y="251"/>
                    <a:pt x="477" y="226"/>
                    <a:pt x="477" y="201"/>
                  </a:cubicBezTo>
                  <a:cubicBezTo>
                    <a:pt x="502" y="176"/>
                    <a:pt x="502" y="151"/>
                    <a:pt x="477" y="151"/>
                  </a:cubicBezTo>
                  <a:cubicBezTo>
                    <a:pt x="477" y="126"/>
                    <a:pt x="477" y="101"/>
                    <a:pt x="451" y="76"/>
                  </a:cubicBezTo>
                  <a:cubicBezTo>
                    <a:pt x="451" y="51"/>
                    <a:pt x="426" y="51"/>
                    <a:pt x="426" y="26"/>
                  </a:cubicBezTo>
                  <a:cubicBezTo>
                    <a:pt x="401" y="26"/>
                    <a:pt x="376" y="0"/>
                    <a:pt x="3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29"/>
            <p:cNvSpPr/>
            <p:nvPr/>
          </p:nvSpPr>
          <p:spPr>
            <a:xfrm>
              <a:off x="6527896" y="2379936"/>
              <a:ext cx="2534" cy="2031"/>
            </a:xfrm>
            <a:custGeom>
              <a:rect b="b" l="l" r="r" t="t"/>
              <a:pathLst>
                <a:path extrusionOk="0" h="101" w="126">
                  <a:moveTo>
                    <a:pt x="126" y="0"/>
                  </a:moveTo>
                  <a:lnTo>
                    <a:pt x="126" y="0"/>
                  </a:lnTo>
                  <a:cubicBezTo>
                    <a:pt x="76" y="25"/>
                    <a:pt x="51" y="50"/>
                    <a:pt x="1" y="101"/>
                  </a:cubicBezTo>
                  <a:lnTo>
                    <a:pt x="126" y="0"/>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p29"/>
            <p:cNvSpPr/>
            <p:nvPr/>
          </p:nvSpPr>
          <p:spPr>
            <a:xfrm>
              <a:off x="6524377" y="2376397"/>
              <a:ext cx="9591" cy="9109"/>
            </a:xfrm>
            <a:custGeom>
              <a:rect b="b" l="l" r="r" t="t"/>
              <a:pathLst>
                <a:path extrusionOk="0" h="453" w="477">
                  <a:moveTo>
                    <a:pt x="276" y="1"/>
                  </a:moveTo>
                  <a:cubicBezTo>
                    <a:pt x="251" y="1"/>
                    <a:pt x="226" y="1"/>
                    <a:pt x="201" y="26"/>
                  </a:cubicBezTo>
                  <a:cubicBezTo>
                    <a:pt x="151" y="51"/>
                    <a:pt x="126" y="76"/>
                    <a:pt x="75" y="101"/>
                  </a:cubicBezTo>
                  <a:cubicBezTo>
                    <a:pt x="50" y="126"/>
                    <a:pt x="50" y="151"/>
                    <a:pt x="25" y="151"/>
                  </a:cubicBezTo>
                  <a:cubicBezTo>
                    <a:pt x="25" y="176"/>
                    <a:pt x="0" y="201"/>
                    <a:pt x="0" y="226"/>
                  </a:cubicBezTo>
                  <a:cubicBezTo>
                    <a:pt x="0" y="252"/>
                    <a:pt x="0" y="277"/>
                    <a:pt x="0" y="302"/>
                  </a:cubicBezTo>
                  <a:cubicBezTo>
                    <a:pt x="0" y="327"/>
                    <a:pt x="25" y="352"/>
                    <a:pt x="25" y="352"/>
                  </a:cubicBezTo>
                  <a:cubicBezTo>
                    <a:pt x="50" y="377"/>
                    <a:pt x="50" y="377"/>
                    <a:pt x="50" y="402"/>
                  </a:cubicBezTo>
                  <a:cubicBezTo>
                    <a:pt x="75" y="427"/>
                    <a:pt x="100" y="427"/>
                    <a:pt x="151" y="452"/>
                  </a:cubicBezTo>
                  <a:lnTo>
                    <a:pt x="201" y="452"/>
                  </a:lnTo>
                  <a:cubicBezTo>
                    <a:pt x="226" y="452"/>
                    <a:pt x="251" y="427"/>
                    <a:pt x="276" y="427"/>
                  </a:cubicBezTo>
                  <a:cubicBezTo>
                    <a:pt x="326" y="402"/>
                    <a:pt x="351" y="352"/>
                    <a:pt x="401" y="327"/>
                  </a:cubicBezTo>
                  <a:cubicBezTo>
                    <a:pt x="401" y="327"/>
                    <a:pt x="426" y="302"/>
                    <a:pt x="451" y="277"/>
                  </a:cubicBezTo>
                  <a:cubicBezTo>
                    <a:pt x="451" y="277"/>
                    <a:pt x="476" y="252"/>
                    <a:pt x="476" y="226"/>
                  </a:cubicBezTo>
                  <a:cubicBezTo>
                    <a:pt x="476" y="201"/>
                    <a:pt x="476" y="176"/>
                    <a:pt x="476" y="151"/>
                  </a:cubicBezTo>
                  <a:cubicBezTo>
                    <a:pt x="476" y="126"/>
                    <a:pt x="451" y="101"/>
                    <a:pt x="451" y="76"/>
                  </a:cubicBezTo>
                  <a:cubicBezTo>
                    <a:pt x="426" y="76"/>
                    <a:pt x="426" y="51"/>
                    <a:pt x="401" y="51"/>
                  </a:cubicBezTo>
                  <a:cubicBezTo>
                    <a:pt x="401" y="26"/>
                    <a:pt x="351" y="1"/>
                    <a:pt x="3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p29"/>
            <p:cNvSpPr/>
            <p:nvPr/>
          </p:nvSpPr>
          <p:spPr>
            <a:xfrm>
              <a:off x="5996736" y="2323494"/>
              <a:ext cx="8083" cy="49404"/>
            </a:xfrm>
            <a:custGeom>
              <a:rect b="b" l="l" r="r" t="t"/>
              <a:pathLst>
                <a:path extrusionOk="0" h="2457" w="402">
                  <a:moveTo>
                    <a:pt x="0" y="0"/>
                  </a:moveTo>
                  <a:lnTo>
                    <a:pt x="301" y="2456"/>
                  </a:lnTo>
                  <a:cubicBezTo>
                    <a:pt x="401" y="1629"/>
                    <a:pt x="301" y="777"/>
                    <a:pt x="0"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p29"/>
            <p:cNvSpPr/>
            <p:nvPr/>
          </p:nvSpPr>
          <p:spPr>
            <a:xfrm>
              <a:off x="5993217" y="2319956"/>
              <a:ext cx="15121" cy="56281"/>
            </a:xfrm>
            <a:custGeom>
              <a:rect b="b" l="l" r="r" t="t"/>
              <a:pathLst>
                <a:path extrusionOk="0" h="2799" w="752">
                  <a:moveTo>
                    <a:pt x="193" y="1"/>
                  </a:moveTo>
                  <a:cubicBezTo>
                    <a:pt x="159" y="1"/>
                    <a:pt x="125" y="9"/>
                    <a:pt x="100" y="26"/>
                  </a:cubicBezTo>
                  <a:cubicBezTo>
                    <a:pt x="0" y="76"/>
                    <a:pt x="0" y="176"/>
                    <a:pt x="25" y="277"/>
                  </a:cubicBezTo>
                  <a:cubicBezTo>
                    <a:pt x="301" y="1003"/>
                    <a:pt x="376" y="1830"/>
                    <a:pt x="276" y="2607"/>
                  </a:cubicBezTo>
                  <a:cubicBezTo>
                    <a:pt x="263" y="2736"/>
                    <a:pt x="356" y="2799"/>
                    <a:pt x="452" y="2799"/>
                  </a:cubicBezTo>
                  <a:cubicBezTo>
                    <a:pt x="544" y="2799"/>
                    <a:pt x="639" y="2742"/>
                    <a:pt x="652" y="2632"/>
                  </a:cubicBezTo>
                  <a:cubicBezTo>
                    <a:pt x="752" y="1780"/>
                    <a:pt x="652" y="903"/>
                    <a:pt x="351" y="101"/>
                  </a:cubicBezTo>
                  <a:cubicBezTo>
                    <a:pt x="334" y="34"/>
                    <a:pt x="262" y="1"/>
                    <a:pt x="1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9" name="Google Shape;2659;p29"/>
            <p:cNvSpPr/>
            <p:nvPr/>
          </p:nvSpPr>
          <p:spPr>
            <a:xfrm>
              <a:off x="6719902" y="2295263"/>
              <a:ext cx="8083" cy="48901"/>
            </a:xfrm>
            <a:custGeom>
              <a:rect b="b" l="l" r="r" t="t"/>
              <a:pathLst>
                <a:path extrusionOk="0" h="2432" w="402">
                  <a:moveTo>
                    <a:pt x="402" y="1"/>
                  </a:moveTo>
                  <a:lnTo>
                    <a:pt x="402" y="1"/>
                  </a:lnTo>
                  <a:cubicBezTo>
                    <a:pt x="126" y="778"/>
                    <a:pt x="1" y="1630"/>
                    <a:pt x="101" y="2432"/>
                  </a:cubicBezTo>
                  <a:lnTo>
                    <a:pt x="402"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0" name="Google Shape;2660;p29"/>
            <p:cNvSpPr/>
            <p:nvPr/>
          </p:nvSpPr>
          <p:spPr>
            <a:xfrm>
              <a:off x="6716384" y="2291704"/>
              <a:ext cx="16347" cy="56120"/>
            </a:xfrm>
            <a:custGeom>
              <a:rect b="b" l="l" r="r" t="t"/>
              <a:pathLst>
                <a:path extrusionOk="0" h="2791" w="813">
                  <a:moveTo>
                    <a:pt x="593" y="1"/>
                  </a:moveTo>
                  <a:cubicBezTo>
                    <a:pt x="519" y="1"/>
                    <a:pt x="441" y="39"/>
                    <a:pt x="401" y="128"/>
                  </a:cubicBezTo>
                  <a:cubicBezTo>
                    <a:pt x="100" y="930"/>
                    <a:pt x="0" y="1807"/>
                    <a:pt x="100" y="2659"/>
                  </a:cubicBezTo>
                  <a:cubicBezTo>
                    <a:pt x="121" y="2742"/>
                    <a:pt x="211" y="2791"/>
                    <a:pt x="284" y="2791"/>
                  </a:cubicBezTo>
                  <a:cubicBezTo>
                    <a:pt x="299" y="2791"/>
                    <a:pt x="313" y="2789"/>
                    <a:pt x="326" y="2784"/>
                  </a:cubicBezTo>
                  <a:cubicBezTo>
                    <a:pt x="426" y="2759"/>
                    <a:pt x="476" y="2684"/>
                    <a:pt x="451" y="2584"/>
                  </a:cubicBezTo>
                  <a:cubicBezTo>
                    <a:pt x="376" y="1782"/>
                    <a:pt x="476" y="980"/>
                    <a:pt x="752" y="228"/>
                  </a:cubicBezTo>
                  <a:cubicBezTo>
                    <a:pt x="813" y="91"/>
                    <a:pt x="708" y="1"/>
                    <a:pt x="5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p29"/>
            <p:cNvSpPr/>
            <p:nvPr/>
          </p:nvSpPr>
          <p:spPr>
            <a:xfrm>
              <a:off x="6183193" y="2316939"/>
              <a:ext cx="9089" cy="5570"/>
            </a:xfrm>
            <a:custGeom>
              <a:rect b="b" l="l" r="r" t="t"/>
              <a:pathLst>
                <a:path extrusionOk="0" h="277" w="452">
                  <a:moveTo>
                    <a:pt x="452" y="1"/>
                  </a:moveTo>
                  <a:lnTo>
                    <a:pt x="1" y="276"/>
                  </a:lnTo>
                  <a:cubicBezTo>
                    <a:pt x="151" y="201"/>
                    <a:pt x="301" y="101"/>
                    <a:pt x="452"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p29"/>
            <p:cNvSpPr/>
            <p:nvPr/>
          </p:nvSpPr>
          <p:spPr>
            <a:xfrm>
              <a:off x="6178669" y="2313400"/>
              <a:ext cx="17654" cy="13010"/>
            </a:xfrm>
            <a:custGeom>
              <a:rect b="b" l="l" r="r" t="t"/>
              <a:pathLst>
                <a:path extrusionOk="0" h="647" w="878">
                  <a:moveTo>
                    <a:pt x="670" y="0"/>
                  </a:moveTo>
                  <a:cubicBezTo>
                    <a:pt x="636" y="0"/>
                    <a:pt x="603" y="8"/>
                    <a:pt x="577" y="26"/>
                  </a:cubicBezTo>
                  <a:cubicBezTo>
                    <a:pt x="426" y="126"/>
                    <a:pt x="276" y="227"/>
                    <a:pt x="125" y="302"/>
                  </a:cubicBezTo>
                  <a:cubicBezTo>
                    <a:pt x="50" y="352"/>
                    <a:pt x="0" y="477"/>
                    <a:pt x="75" y="552"/>
                  </a:cubicBezTo>
                  <a:cubicBezTo>
                    <a:pt x="106" y="613"/>
                    <a:pt x="154" y="646"/>
                    <a:pt x="210" y="646"/>
                  </a:cubicBezTo>
                  <a:cubicBezTo>
                    <a:pt x="247" y="646"/>
                    <a:pt x="286" y="632"/>
                    <a:pt x="326" y="603"/>
                  </a:cubicBezTo>
                  <a:cubicBezTo>
                    <a:pt x="476" y="527"/>
                    <a:pt x="627" y="427"/>
                    <a:pt x="777" y="327"/>
                  </a:cubicBezTo>
                  <a:cubicBezTo>
                    <a:pt x="852" y="277"/>
                    <a:pt x="877" y="177"/>
                    <a:pt x="827" y="76"/>
                  </a:cubicBezTo>
                  <a:cubicBezTo>
                    <a:pt x="795" y="28"/>
                    <a:pt x="731" y="0"/>
                    <a:pt x="67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29"/>
            <p:cNvSpPr/>
            <p:nvPr/>
          </p:nvSpPr>
          <p:spPr>
            <a:xfrm>
              <a:off x="6171611" y="2304855"/>
              <a:ext cx="11602" cy="11099"/>
            </a:xfrm>
            <a:custGeom>
              <a:rect b="b" l="l" r="r" t="t"/>
              <a:pathLst>
                <a:path extrusionOk="0" h="552" w="577">
                  <a:moveTo>
                    <a:pt x="577" y="0"/>
                  </a:moveTo>
                  <a:lnTo>
                    <a:pt x="0" y="551"/>
                  </a:lnTo>
                  <a:cubicBezTo>
                    <a:pt x="251" y="426"/>
                    <a:pt x="451" y="251"/>
                    <a:pt x="577"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29"/>
            <p:cNvSpPr/>
            <p:nvPr/>
          </p:nvSpPr>
          <p:spPr>
            <a:xfrm>
              <a:off x="6167570" y="2301416"/>
              <a:ext cx="20188" cy="18217"/>
            </a:xfrm>
            <a:custGeom>
              <a:rect b="b" l="l" r="r" t="t"/>
              <a:pathLst>
                <a:path extrusionOk="0" h="906" w="1004">
                  <a:moveTo>
                    <a:pt x="795" y="0"/>
                  </a:moveTo>
                  <a:cubicBezTo>
                    <a:pt x="726" y="0"/>
                    <a:pt x="663" y="42"/>
                    <a:pt x="627" y="96"/>
                  </a:cubicBezTo>
                  <a:cubicBezTo>
                    <a:pt x="627" y="121"/>
                    <a:pt x="602" y="121"/>
                    <a:pt x="602" y="146"/>
                  </a:cubicBezTo>
                  <a:cubicBezTo>
                    <a:pt x="587" y="146"/>
                    <a:pt x="581" y="164"/>
                    <a:pt x="584" y="168"/>
                  </a:cubicBezTo>
                  <a:lnTo>
                    <a:pt x="584" y="168"/>
                  </a:lnTo>
                  <a:cubicBezTo>
                    <a:pt x="565" y="194"/>
                    <a:pt x="546" y="227"/>
                    <a:pt x="527" y="246"/>
                  </a:cubicBezTo>
                  <a:cubicBezTo>
                    <a:pt x="502" y="271"/>
                    <a:pt x="452" y="321"/>
                    <a:pt x="402" y="372"/>
                  </a:cubicBezTo>
                  <a:cubicBezTo>
                    <a:pt x="402" y="372"/>
                    <a:pt x="377" y="397"/>
                    <a:pt x="377" y="397"/>
                  </a:cubicBezTo>
                  <a:cubicBezTo>
                    <a:pt x="352" y="397"/>
                    <a:pt x="352" y="422"/>
                    <a:pt x="352" y="422"/>
                  </a:cubicBezTo>
                  <a:cubicBezTo>
                    <a:pt x="327" y="422"/>
                    <a:pt x="301" y="447"/>
                    <a:pt x="276" y="472"/>
                  </a:cubicBezTo>
                  <a:cubicBezTo>
                    <a:pt x="226" y="522"/>
                    <a:pt x="176" y="547"/>
                    <a:pt x="101" y="572"/>
                  </a:cubicBezTo>
                  <a:cubicBezTo>
                    <a:pt x="26" y="622"/>
                    <a:pt x="1" y="747"/>
                    <a:pt x="51" y="823"/>
                  </a:cubicBezTo>
                  <a:cubicBezTo>
                    <a:pt x="95" y="881"/>
                    <a:pt x="148" y="906"/>
                    <a:pt x="199" y="906"/>
                  </a:cubicBezTo>
                  <a:cubicBezTo>
                    <a:pt x="235" y="906"/>
                    <a:pt x="270" y="894"/>
                    <a:pt x="301" y="873"/>
                  </a:cubicBezTo>
                  <a:cubicBezTo>
                    <a:pt x="577" y="747"/>
                    <a:pt x="803" y="522"/>
                    <a:pt x="953" y="271"/>
                  </a:cubicBezTo>
                  <a:cubicBezTo>
                    <a:pt x="1003" y="171"/>
                    <a:pt x="953" y="46"/>
                    <a:pt x="878" y="21"/>
                  </a:cubicBezTo>
                  <a:cubicBezTo>
                    <a:pt x="850" y="7"/>
                    <a:pt x="822" y="0"/>
                    <a:pt x="79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5" name="Google Shape;2665;p29"/>
            <p:cNvSpPr/>
            <p:nvPr/>
          </p:nvSpPr>
          <p:spPr>
            <a:xfrm>
              <a:off x="6595940" y="2305860"/>
              <a:ext cx="523" cy="10094"/>
            </a:xfrm>
            <a:custGeom>
              <a:rect b="b" l="l" r="r" t="t"/>
              <a:pathLst>
                <a:path extrusionOk="0" h="502" w="26">
                  <a:moveTo>
                    <a:pt x="25" y="0"/>
                  </a:moveTo>
                  <a:lnTo>
                    <a:pt x="25" y="0"/>
                  </a:lnTo>
                  <a:cubicBezTo>
                    <a:pt x="0" y="151"/>
                    <a:pt x="0" y="326"/>
                    <a:pt x="0" y="501"/>
                  </a:cubicBezTo>
                  <a:lnTo>
                    <a:pt x="25" y="0"/>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p29"/>
            <p:cNvSpPr/>
            <p:nvPr/>
          </p:nvSpPr>
          <p:spPr>
            <a:xfrm>
              <a:off x="6591898" y="2301819"/>
              <a:ext cx="8083" cy="18157"/>
            </a:xfrm>
            <a:custGeom>
              <a:rect b="b" l="l" r="r" t="t"/>
              <a:pathLst>
                <a:path extrusionOk="0" h="903" w="402">
                  <a:moveTo>
                    <a:pt x="226" y="1"/>
                  </a:moveTo>
                  <a:cubicBezTo>
                    <a:pt x="126" y="1"/>
                    <a:pt x="51" y="76"/>
                    <a:pt x="51" y="176"/>
                  </a:cubicBezTo>
                  <a:cubicBezTo>
                    <a:pt x="26" y="352"/>
                    <a:pt x="26" y="527"/>
                    <a:pt x="1" y="702"/>
                  </a:cubicBezTo>
                  <a:cubicBezTo>
                    <a:pt x="1" y="803"/>
                    <a:pt x="101" y="903"/>
                    <a:pt x="176" y="903"/>
                  </a:cubicBezTo>
                  <a:cubicBezTo>
                    <a:pt x="276" y="903"/>
                    <a:pt x="377" y="828"/>
                    <a:pt x="377" y="727"/>
                  </a:cubicBezTo>
                  <a:cubicBezTo>
                    <a:pt x="377" y="552"/>
                    <a:pt x="402" y="377"/>
                    <a:pt x="402" y="201"/>
                  </a:cubicBezTo>
                  <a:cubicBezTo>
                    <a:pt x="402" y="101"/>
                    <a:pt x="326" y="1"/>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29"/>
            <p:cNvSpPr/>
            <p:nvPr/>
          </p:nvSpPr>
          <p:spPr>
            <a:xfrm>
              <a:off x="6581322" y="2305860"/>
              <a:ext cx="3036" cy="15644"/>
            </a:xfrm>
            <a:custGeom>
              <a:rect b="b" l="l" r="r" t="t"/>
              <a:pathLst>
                <a:path extrusionOk="0" h="778" w="151">
                  <a:moveTo>
                    <a:pt x="0" y="0"/>
                  </a:moveTo>
                  <a:lnTo>
                    <a:pt x="126" y="777"/>
                  </a:lnTo>
                  <a:cubicBezTo>
                    <a:pt x="151" y="526"/>
                    <a:pt x="126" y="251"/>
                    <a:pt x="0"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p29"/>
            <p:cNvSpPr/>
            <p:nvPr/>
          </p:nvSpPr>
          <p:spPr>
            <a:xfrm>
              <a:off x="6577280" y="2302301"/>
              <a:ext cx="11119" cy="23224"/>
            </a:xfrm>
            <a:custGeom>
              <a:rect b="b" l="l" r="r" t="t"/>
              <a:pathLst>
                <a:path extrusionOk="0" h="1155" w="553">
                  <a:moveTo>
                    <a:pt x="219" y="1"/>
                  </a:moveTo>
                  <a:cubicBezTo>
                    <a:pt x="186" y="1"/>
                    <a:pt x="153" y="9"/>
                    <a:pt x="126" y="27"/>
                  </a:cubicBezTo>
                  <a:cubicBezTo>
                    <a:pt x="26" y="77"/>
                    <a:pt x="1" y="177"/>
                    <a:pt x="51" y="252"/>
                  </a:cubicBezTo>
                  <a:cubicBezTo>
                    <a:pt x="51" y="277"/>
                    <a:pt x="51" y="302"/>
                    <a:pt x="76" y="328"/>
                  </a:cubicBezTo>
                  <a:cubicBezTo>
                    <a:pt x="76" y="353"/>
                    <a:pt x="101" y="378"/>
                    <a:pt x="101" y="428"/>
                  </a:cubicBezTo>
                  <a:cubicBezTo>
                    <a:pt x="126" y="478"/>
                    <a:pt x="126" y="553"/>
                    <a:pt x="151" y="603"/>
                  </a:cubicBezTo>
                  <a:cubicBezTo>
                    <a:pt x="151" y="628"/>
                    <a:pt x="151" y="628"/>
                    <a:pt x="151" y="653"/>
                  </a:cubicBezTo>
                  <a:cubicBezTo>
                    <a:pt x="151" y="703"/>
                    <a:pt x="151" y="729"/>
                    <a:pt x="151" y="754"/>
                  </a:cubicBezTo>
                  <a:cubicBezTo>
                    <a:pt x="151" y="829"/>
                    <a:pt x="151" y="904"/>
                    <a:pt x="151" y="954"/>
                  </a:cubicBezTo>
                  <a:cubicBezTo>
                    <a:pt x="126" y="1054"/>
                    <a:pt x="226" y="1155"/>
                    <a:pt x="327" y="1155"/>
                  </a:cubicBezTo>
                  <a:cubicBezTo>
                    <a:pt x="427" y="1155"/>
                    <a:pt x="502" y="1079"/>
                    <a:pt x="502" y="979"/>
                  </a:cubicBezTo>
                  <a:cubicBezTo>
                    <a:pt x="552" y="678"/>
                    <a:pt x="502" y="353"/>
                    <a:pt x="377" y="77"/>
                  </a:cubicBezTo>
                  <a:cubicBezTo>
                    <a:pt x="344" y="28"/>
                    <a:pt x="281" y="1"/>
                    <a:pt x="21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9" name="Google Shape;2669;p29"/>
            <p:cNvSpPr/>
            <p:nvPr/>
          </p:nvSpPr>
          <p:spPr>
            <a:xfrm>
              <a:off x="6670518" y="2431331"/>
              <a:ext cx="523" cy="10617"/>
            </a:xfrm>
            <a:custGeom>
              <a:rect b="b" l="l" r="r" t="t"/>
              <a:pathLst>
                <a:path extrusionOk="0" h="528" w="26">
                  <a:moveTo>
                    <a:pt x="25" y="1"/>
                  </a:moveTo>
                  <a:lnTo>
                    <a:pt x="25" y="1"/>
                  </a:lnTo>
                  <a:cubicBezTo>
                    <a:pt x="0" y="176"/>
                    <a:pt x="0" y="352"/>
                    <a:pt x="0" y="527"/>
                  </a:cubicBezTo>
                  <a:lnTo>
                    <a:pt x="25"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p29"/>
            <p:cNvSpPr/>
            <p:nvPr/>
          </p:nvSpPr>
          <p:spPr>
            <a:xfrm>
              <a:off x="6666477" y="2427812"/>
              <a:ext cx="8083" cy="17654"/>
            </a:xfrm>
            <a:custGeom>
              <a:rect b="b" l="l" r="r" t="t"/>
              <a:pathLst>
                <a:path extrusionOk="0" h="878" w="402">
                  <a:moveTo>
                    <a:pt x="226" y="0"/>
                  </a:moveTo>
                  <a:cubicBezTo>
                    <a:pt x="126" y="0"/>
                    <a:pt x="51" y="76"/>
                    <a:pt x="26" y="176"/>
                  </a:cubicBezTo>
                  <a:cubicBezTo>
                    <a:pt x="26" y="351"/>
                    <a:pt x="26" y="527"/>
                    <a:pt x="1" y="702"/>
                  </a:cubicBezTo>
                  <a:cubicBezTo>
                    <a:pt x="1" y="802"/>
                    <a:pt x="76" y="878"/>
                    <a:pt x="176" y="878"/>
                  </a:cubicBezTo>
                  <a:cubicBezTo>
                    <a:pt x="277" y="878"/>
                    <a:pt x="377" y="827"/>
                    <a:pt x="377" y="702"/>
                  </a:cubicBezTo>
                  <a:cubicBezTo>
                    <a:pt x="377" y="527"/>
                    <a:pt x="402" y="376"/>
                    <a:pt x="402" y="201"/>
                  </a:cubicBezTo>
                  <a:cubicBezTo>
                    <a:pt x="402" y="101"/>
                    <a:pt x="327" y="0"/>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1" name="Google Shape;2671;p29"/>
            <p:cNvSpPr/>
            <p:nvPr/>
          </p:nvSpPr>
          <p:spPr>
            <a:xfrm>
              <a:off x="6655900" y="2431834"/>
              <a:ext cx="3036" cy="15644"/>
            </a:xfrm>
            <a:custGeom>
              <a:rect b="b" l="l" r="r" t="t"/>
              <a:pathLst>
                <a:path extrusionOk="0" h="778" w="151">
                  <a:moveTo>
                    <a:pt x="1" y="1"/>
                  </a:moveTo>
                  <a:lnTo>
                    <a:pt x="126" y="778"/>
                  </a:lnTo>
                  <a:cubicBezTo>
                    <a:pt x="151" y="527"/>
                    <a:pt x="126" y="226"/>
                    <a:pt x="1" y="1"/>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2" name="Google Shape;2672;p29"/>
            <p:cNvSpPr/>
            <p:nvPr/>
          </p:nvSpPr>
          <p:spPr>
            <a:xfrm>
              <a:off x="6651879" y="2427913"/>
              <a:ext cx="11099" cy="23184"/>
            </a:xfrm>
            <a:custGeom>
              <a:rect b="b" l="l" r="r" t="t"/>
              <a:pathLst>
                <a:path extrusionOk="0" h="1153" w="552">
                  <a:moveTo>
                    <a:pt x="197" y="0"/>
                  </a:moveTo>
                  <a:cubicBezTo>
                    <a:pt x="171" y="0"/>
                    <a:pt x="146" y="6"/>
                    <a:pt x="125" y="20"/>
                  </a:cubicBezTo>
                  <a:cubicBezTo>
                    <a:pt x="25" y="71"/>
                    <a:pt x="0" y="171"/>
                    <a:pt x="50" y="271"/>
                  </a:cubicBezTo>
                  <a:cubicBezTo>
                    <a:pt x="50" y="296"/>
                    <a:pt x="50" y="321"/>
                    <a:pt x="75" y="321"/>
                  </a:cubicBezTo>
                  <a:cubicBezTo>
                    <a:pt x="75" y="339"/>
                    <a:pt x="88" y="357"/>
                    <a:pt x="86" y="357"/>
                  </a:cubicBezTo>
                  <a:cubicBezTo>
                    <a:pt x="86" y="357"/>
                    <a:pt x="83" y="354"/>
                    <a:pt x="75" y="346"/>
                  </a:cubicBezTo>
                  <a:lnTo>
                    <a:pt x="75" y="346"/>
                  </a:lnTo>
                  <a:cubicBezTo>
                    <a:pt x="75" y="371"/>
                    <a:pt x="100" y="396"/>
                    <a:pt x="100" y="421"/>
                  </a:cubicBezTo>
                  <a:cubicBezTo>
                    <a:pt x="125" y="497"/>
                    <a:pt x="125" y="547"/>
                    <a:pt x="150" y="622"/>
                  </a:cubicBezTo>
                  <a:cubicBezTo>
                    <a:pt x="150" y="622"/>
                    <a:pt x="150" y="647"/>
                    <a:pt x="150" y="647"/>
                  </a:cubicBezTo>
                  <a:cubicBezTo>
                    <a:pt x="150" y="672"/>
                    <a:pt x="150" y="672"/>
                    <a:pt x="150" y="697"/>
                  </a:cubicBezTo>
                  <a:cubicBezTo>
                    <a:pt x="150" y="723"/>
                    <a:pt x="150" y="754"/>
                    <a:pt x="150" y="772"/>
                  </a:cubicBezTo>
                  <a:cubicBezTo>
                    <a:pt x="150" y="847"/>
                    <a:pt x="150" y="898"/>
                    <a:pt x="150" y="973"/>
                  </a:cubicBezTo>
                  <a:cubicBezTo>
                    <a:pt x="128" y="1062"/>
                    <a:pt x="206" y="1152"/>
                    <a:pt x="294" y="1152"/>
                  </a:cubicBezTo>
                  <a:cubicBezTo>
                    <a:pt x="305" y="1152"/>
                    <a:pt x="315" y="1151"/>
                    <a:pt x="326" y="1148"/>
                  </a:cubicBezTo>
                  <a:cubicBezTo>
                    <a:pt x="426" y="1148"/>
                    <a:pt x="501" y="1098"/>
                    <a:pt x="501" y="998"/>
                  </a:cubicBezTo>
                  <a:cubicBezTo>
                    <a:pt x="551" y="672"/>
                    <a:pt x="501" y="371"/>
                    <a:pt x="376" y="96"/>
                  </a:cubicBezTo>
                  <a:cubicBezTo>
                    <a:pt x="340" y="41"/>
                    <a:pt x="265" y="0"/>
                    <a:pt x="19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29"/>
            <p:cNvSpPr/>
            <p:nvPr/>
          </p:nvSpPr>
          <p:spPr>
            <a:xfrm>
              <a:off x="6558640" y="2483751"/>
              <a:ext cx="1025" cy="10597"/>
            </a:xfrm>
            <a:custGeom>
              <a:rect b="b" l="l" r="r" t="t"/>
              <a:pathLst>
                <a:path extrusionOk="0" h="527" w="51">
                  <a:moveTo>
                    <a:pt x="51" y="0"/>
                  </a:moveTo>
                  <a:cubicBezTo>
                    <a:pt x="38" y="88"/>
                    <a:pt x="32" y="176"/>
                    <a:pt x="26" y="263"/>
                  </a:cubicBezTo>
                  <a:lnTo>
                    <a:pt x="26" y="263"/>
                  </a:lnTo>
                  <a:lnTo>
                    <a:pt x="51" y="0"/>
                  </a:lnTo>
                  <a:close/>
                  <a:moveTo>
                    <a:pt x="26" y="263"/>
                  </a:moveTo>
                  <a:lnTo>
                    <a:pt x="0" y="527"/>
                  </a:lnTo>
                  <a:cubicBezTo>
                    <a:pt x="13" y="439"/>
                    <a:pt x="19" y="351"/>
                    <a:pt x="26" y="263"/>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4" name="Google Shape;2674;p29"/>
            <p:cNvSpPr/>
            <p:nvPr/>
          </p:nvSpPr>
          <p:spPr>
            <a:xfrm>
              <a:off x="6555122" y="2479710"/>
              <a:ext cx="8083" cy="18177"/>
            </a:xfrm>
            <a:custGeom>
              <a:rect b="b" l="l" r="r" t="t"/>
              <a:pathLst>
                <a:path extrusionOk="0" h="904" w="402">
                  <a:moveTo>
                    <a:pt x="226" y="1"/>
                  </a:moveTo>
                  <a:cubicBezTo>
                    <a:pt x="125" y="26"/>
                    <a:pt x="50" y="76"/>
                    <a:pt x="25" y="176"/>
                  </a:cubicBezTo>
                  <a:cubicBezTo>
                    <a:pt x="25" y="352"/>
                    <a:pt x="25" y="527"/>
                    <a:pt x="0" y="703"/>
                  </a:cubicBezTo>
                  <a:cubicBezTo>
                    <a:pt x="0" y="803"/>
                    <a:pt x="75" y="903"/>
                    <a:pt x="175" y="903"/>
                  </a:cubicBezTo>
                  <a:cubicBezTo>
                    <a:pt x="276" y="903"/>
                    <a:pt x="376" y="828"/>
                    <a:pt x="376" y="728"/>
                  </a:cubicBezTo>
                  <a:cubicBezTo>
                    <a:pt x="376" y="552"/>
                    <a:pt x="376" y="377"/>
                    <a:pt x="401" y="201"/>
                  </a:cubicBezTo>
                  <a:cubicBezTo>
                    <a:pt x="401" y="101"/>
                    <a:pt x="326" y="1"/>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5" name="Google Shape;2675;p29"/>
            <p:cNvSpPr/>
            <p:nvPr/>
          </p:nvSpPr>
          <p:spPr>
            <a:xfrm>
              <a:off x="6544525" y="2483751"/>
              <a:ext cx="3056" cy="16146"/>
            </a:xfrm>
            <a:custGeom>
              <a:rect b="b" l="l" r="r" t="t"/>
              <a:pathLst>
                <a:path extrusionOk="0" h="803" w="152">
                  <a:moveTo>
                    <a:pt x="1" y="0"/>
                  </a:moveTo>
                  <a:lnTo>
                    <a:pt x="126" y="802"/>
                  </a:lnTo>
                  <a:cubicBezTo>
                    <a:pt x="151" y="527"/>
                    <a:pt x="126" y="251"/>
                    <a:pt x="1" y="0"/>
                  </a:cubicBez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6" name="Google Shape;2676;p29"/>
            <p:cNvSpPr/>
            <p:nvPr/>
          </p:nvSpPr>
          <p:spPr>
            <a:xfrm>
              <a:off x="6540503" y="2480212"/>
              <a:ext cx="11099" cy="23204"/>
            </a:xfrm>
            <a:custGeom>
              <a:rect b="b" l="l" r="r" t="t"/>
              <a:pathLst>
                <a:path extrusionOk="0" h="1154" w="552">
                  <a:moveTo>
                    <a:pt x="212" y="1"/>
                  </a:moveTo>
                  <a:cubicBezTo>
                    <a:pt x="181" y="1"/>
                    <a:pt x="151" y="9"/>
                    <a:pt x="126" y="26"/>
                  </a:cubicBezTo>
                  <a:cubicBezTo>
                    <a:pt x="25" y="76"/>
                    <a:pt x="0" y="176"/>
                    <a:pt x="50" y="277"/>
                  </a:cubicBezTo>
                  <a:cubicBezTo>
                    <a:pt x="50" y="277"/>
                    <a:pt x="50" y="302"/>
                    <a:pt x="75" y="327"/>
                  </a:cubicBezTo>
                  <a:cubicBezTo>
                    <a:pt x="75" y="352"/>
                    <a:pt x="100" y="402"/>
                    <a:pt x="100" y="427"/>
                  </a:cubicBezTo>
                  <a:cubicBezTo>
                    <a:pt x="126" y="477"/>
                    <a:pt x="126" y="552"/>
                    <a:pt x="151" y="602"/>
                  </a:cubicBezTo>
                  <a:cubicBezTo>
                    <a:pt x="151" y="627"/>
                    <a:pt x="151" y="627"/>
                    <a:pt x="151" y="652"/>
                  </a:cubicBezTo>
                  <a:cubicBezTo>
                    <a:pt x="151" y="652"/>
                    <a:pt x="151" y="678"/>
                    <a:pt x="151" y="678"/>
                  </a:cubicBezTo>
                  <a:cubicBezTo>
                    <a:pt x="151" y="703"/>
                    <a:pt x="151" y="728"/>
                    <a:pt x="151" y="753"/>
                  </a:cubicBezTo>
                  <a:cubicBezTo>
                    <a:pt x="151" y="828"/>
                    <a:pt x="151" y="903"/>
                    <a:pt x="151" y="953"/>
                  </a:cubicBezTo>
                  <a:cubicBezTo>
                    <a:pt x="126" y="1053"/>
                    <a:pt x="226" y="1154"/>
                    <a:pt x="326" y="1154"/>
                  </a:cubicBezTo>
                  <a:cubicBezTo>
                    <a:pt x="426" y="1154"/>
                    <a:pt x="501" y="1079"/>
                    <a:pt x="501" y="978"/>
                  </a:cubicBezTo>
                  <a:cubicBezTo>
                    <a:pt x="552" y="678"/>
                    <a:pt x="476" y="377"/>
                    <a:pt x="351" y="101"/>
                  </a:cubicBezTo>
                  <a:cubicBezTo>
                    <a:pt x="334" y="34"/>
                    <a:pt x="273" y="1"/>
                    <a:pt x="21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7" name="Google Shape;2677;p29"/>
            <p:cNvSpPr/>
            <p:nvPr/>
          </p:nvSpPr>
          <p:spPr>
            <a:xfrm>
              <a:off x="6173119" y="4064140"/>
              <a:ext cx="9591" cy="35791"/>
            </a:xfrm>
            <a:custGeom>
              <a:rect b="b" l="l" r="r" t="t"/>
              <a:pathLst>
                <a:path extrusionOk="0" h="1780" w="477">
                  <a:moveTo>
                    <a:pt x="276" y="0"/>
                  </a:moveTo>
                  <a:cubicBezTo>
                    <a:pt x="151" y="0"/>
                    <a:pt x="76" y="75"/>
                    <a:pt x="76" y="176"/>
                  </a:cubicBezTo>
                  <a:cubicBezTo>
                    <a:pt x="51" y="652"/>
                    <a:pt x="25" y="1128"/>
                    <a:pt x="0" y="1604"/>
                  </a:cubicBezTo>
                  <a:cubicBezTo>
                    <a:pt x="0" y="1704"/>
                    <a:pt x="101" y="1780"/>
                    <a:pt x="201" y="1780"/>
                  </a:cubicBezTo>
                  <a:cubicBezTo>
                    <a:pt x="301" y="1780"/>
                    <a:pt x="376" y="1704"/>
                    <a:pt x="376" y="1604"/>
                  </a:cubicBezTo>
                  <a:cubicBezTo>
                    <a:pt x="401" y="1128"/>
                    <a:pt x="426" y="652"/>
                    <a:pt x="452" y="176"/>
                  </a:cubicBezTo>
                  <a:cubicBezTo>
                    <a:pt x="477" y="75"/>
                    <a:pt x="376" y="0"/>
                    <a:pt x="2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8" name="Google Shape;2678;p29"/>
            <p:cNvSpPr/>
            <p:nvPr/>
          </p:nvSpPr>
          <p:spPr>
            <a:xfrm>
              <a:off x="6188240" y="4068665"/>
              <a:ext cx="9591" cy="26743"/>
            </a:xfrm>
            <a:custGeom>
              <a:rect b="b" l="l" r="r" t="t"/>
              <a:pathLst>
                <a:path extrusionOk="0" h="1330" w="477">
                  <a:moveTo>
                    <a:pt x="276" y="1"/>
                  </a:moveTo>
                  <a:cubicBezTo>
                    <a:pt x="176" y="1"/>
                    <a:pt x="101" y="76"/>
                    <a:pt x="101" y="201"/>
                  </a:cubicBezTo>
                  <a:cubicBezTo>
                    <a:pt x="75" y="502"/>
                    <a:pt x="50" y="828"/>
                    <a:pt x="25" y="1129"/>
                  </a:cubicBezTo>
                  <a:cubicBezTo>
                    <a:pt x="0" y="1229"/>
                    <a:pt x="101" y="1329"/>
                    <a:pt x="201" y="1329"/>
                  </a:cubicBezTo>
                  <a:cubicBezTo>
                    <a:pt x="326" y="1329"/>
                    <a:pt x="401" y="1229"/>
                    <a:pt x="401" y="1129"/>
                  </a:cubicBezTo>
                  <a:lnTo>
                    <a:pt x="477" y="201"/>
                  </a:lnTo>
                  <a:cubicBezTo>
                    <a:pt x="477" y="101"/>
                    <a:pt x="376" y="1"/>
                    <a:pt x="2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p29"/>
            <p:cNvSpPr/>
            <p:nvPr/>
          </p:nvSpPr>
          <p:spPr>
            <a:xfrm>
              <a:off x="6679084" y="4131159"/>
              <a:ext cx="9591" cy="25215"/>
            </a:xfrm>
            <a:custGeom>
              <a:rect b="b" l="l" r="r" t="t"/>
              <a:pathLst>
                <a:path extrusionOk="0" h="1254" w="477">
                  <a:moveTo>
                    <a:pt x="276" y="1"/>
                  </a:moveTo>
                  <a:cubicBezTo>
                    <a:pt x="176" y="1"/>
                    <a:pt x="101" y="76"/>
                    <a:pt x="76" y="176"/>
                  </a:cubicBezTo>
                  <a:cubicBezTo>
                    <a:pt x="51" y="477"/>
                    <a:pt x="26" y="752"/>
                    <a:pt x="0" y="1053"/>
                  </a:cubicBezTo>
                  <a:cubicBezTo>
                    <a:pt x="0" y="1153"/>
                    <a:pt x="101" y="1254"/>
                    <a:pt x="201" y="1254"/>
                  </a:cubicBezTo>
                  <a:cubicBezTo>
                    <a:pt x="301" y="1229"/>
                    <a:pt x="376" y="1153"/>
                    <a:pt x="376" y="1053"/>
                  </a:cubicBezTo>
                  <a:cubicBezTo>
                    <a:pt x="401" y="752"/>
                    <a:pt x="452" y="477"/>
                    <a:pt x="477" y="176"/>
                  </a:cubicBezTo>
                  <a:cubicBezTo>
                    <a:pt x="477" y="76"/>
                    <a:pt x="376" y="1"/>
                    <a:pt x="2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0" name="Google Shape;2680;p29"/>
            <p:cNvSpPr/>
            <p:nvPr/>
          </p:nvSpPr>
          <p:spPr>
            <a:xfrm>
              <a:off x="6698729" y="4132546"/>
              <a:ext cx="11622" cy="20309"/>
            </a:xfrm>
            <a:custGeom>
              <a:rect b="b" l="l" r="r" t="t"/>
              <a:pathLst>
                <a:path extrusionOk="0" h="1010" w="578">
                  <a:moveTo>
                    <a:pt x="452" y="358"/>
                  </a:moveTo>
                  <a:cubicBezTo>
                    <a:pt x="452" y="358"/>
                    <a:pt x="452" y="358"/>
                    <a:pt x="452" y="383"/>
                  </a:cubicBezTo>
                  <a:cubicBezTo>
                    <a:pt x="452" y="358"/>
                    <a:pt x="477" y="358"/>
                    <a:pt x="477" y="358"/>
                  </a:cubicBezTo>
                  <a:close/>
                  <a:moveTo>
                    <a:pt x="364" y="0"/>
                  </a:moveTo>
                  <a:cubicBezTo>
                    <a:pt x="314" y="0"/>
                    <a:pt x="264" y="19"/>
                    <a:pt x="226" y="57"/>
                  </a:cubicBezTo>
                  <a:cubicBezTo>
                    <a:pt x="126" y="157"/>
                    <a:pt x="51" y="282"/>
                    <a:pt x="26" y="433"/>
                  </a:cubicBezTo>
                  <a:cubicBezTo>
                    <a:pt x="1" y="508"/>
                    <a:pt x="1" y="583"/>
                    <a:pt x="1" y="658"/>
                  </a:cubicBezTo>
                  <a:cubicBezTo>
                    <a:pt x="26" y="759"/>
                    <a:pt x="26" y="834"/>
                    <a:pt x="76" y="909"/>
                  </a:cubicBezTo>
                  <a:cubicBezTo>
                    <a:pt x="101" y="959"/>
                    <a:pt x="151" y="984"/>
                    <a:pt x="176" y="1009"/>
                  </a:cubicBezTo>
                  <a:cubicBezTo>
                    <a:pt x="226" y="1009"/>
                    <a:pt x="302" y="1009"/>
                    <a:pt x="327" y="984"/>
                  </a:cubicBezTo>
                  <a:cubicBezTo>
                    <a:pt x="377" y="959"/>
                    <a:pt x="402" y="909"/>
                    <a:pt x="427" y="859"/>
                  </a:cubicBezTo>
                  <a:cubicBezTo>
                    <a:pt x="427" y="822"/>
                    <a:pt x="427" y="785"/>
                    <a:pt x="417" y="749"/>
                  </a:cubicBezTo>
                  <a:lnTo>
                    <a:pt x="417" y="749"/>
                  </a:lnTo>
                  <a:cubicBezTo>
                    <a:pt x="420" y="752"/>
                    <a:pt x="423" y="755"/>
                    <a:pt x="427" y="759"/>
                  </a:cubicBezTo>
                  <a:cubicBezTo>
                    <a:pt x="410" y="725"/>
                    <a:pt x="405" y="702"/>
                    <a:pt x="395" y="676"/>
                  </a:cubicBezTo>
                  <a:lnTo>
                    <a:pt x="395" y="676"/>
                  </a:lnTo>
                  <a:cubicBezTo>
                    <a:pt x="397" y="678"/>
                    <a:pt x="399" y="681"/>
                    <a:pt x="402" y="683"/>
                  </a:cubicBezTo>
                  <a:cubicBezTo>
                    <a:pt x="377" y="633"/>
                    <a:pt x="377" y="583"/>
                    <a:pt x="402" y="533"/>
                  </a:cubicBezTo>
                  <a:cubicBezTo>
                    <a:pt x="397" y="533"/>
                    <a:pt x="394" y="534"/>
                    <a:pt x="391" y="535"/>
                  </a:cubicBezTo>
                  <a:lnTo>
                    <a:pt x="391" y="535"/>
                  </a:lnTo>
                  <a:cubicBezTo>
                    <a:pt x="403" y="486"/>
                    <a:pt x="408" y="452"/>
                    <a:pt x="427" y="433"/>
                  </a:cubicBezTo>
                  <a:lnTo>
                    <a:pt x="427" y="433"/>
                  </a:lnTo>
                  <a:cubicBezTo>
                    <a:pt x="426" y="434"/>
                    <a:pt x="402" y="458"/>
                    <a:pt x="402" y="458"/>
                  </a:cubicBezTo>
                  <a:cubicBezTo>
                    <a:pt x="427" y="433"/>
                    <a:pt x="427" y="408"/>
                    <a:pt x="452" y="358"/>
                  </a:cubicBezTo>
                  <a:cubicBezTo>
                    <a:pt x="477" y="333"/>
                    <a:pt x="477" y="333"/>
                    <a:pt x="502" y="308"/>
                  </a:cubicBezTo>
                  <a:cubicBezTo>
                    <a:pt x="577" y="257"/>
                    <a:pt x="577" y="107"/>
                    <a:pt x="502" y="57"/>
                  </a:cubicBezTo>
                  <a:cubicBezTo>
                    <a:pt x="465" y="19"/>
                    <a:pt x="414" y="0"/>
                    <a:pt x="36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1" name="Google Shape;2681;p29"/>
            <p:cNvSpPr/>
            <p:nvPr/>
          </p:nvSpPr>
          <p:spPr>
            <a:xfrm>
              <a:off x="6457841" y="4057585"/>
              <a:ext cx="10617" cy="201799"/>
            </a:xfrm>
            <a:custGeom>
              <a:rect b="b" l="l" r="r" t="t"/>
              <a:pathLst>
                <a:path extrusionOk="0" h="10036" w="528">
                  <a:moveTo>
                    <a:pt x="214" y="0"/>
                  </a:moveTo>
                  <a:cubicBezTo>
                    <a:pt x="107" y="0"/>
                    <a:pt x="1" y="51"/>
                    <a:pt x="1" y="151"/>
                  </a:cubicBezTo>
                  <a:cubicBezTo>
                    <a:pt x="51" y="3384"/>
                    <a:pt x="76" y="6642"/>
                    <a:pt x="101" y="9875"/>
                  </a:cubicBezTo>
                  <a:cubicBezTo>
                    <a:pt x="101" y="9978"/>
                    <a:pt x="214" y="10035"/>
                    <a:pt x="324" y="10035"/>
                  </a:cubicBezTo>
                  <a:cubicBezTo>
                    <a:pt x="427" y="10035"/>
                    <a:pt x="527" y="9985"/>
                    <a:pt x="527" y="9875"/>
                  </a:cubicBezTo>
                  <a:cubicBezTo>
                    <a:pt x="502" y="6642"/>
                    <a:pt x="477" y="3384"/>
                    <a:pt x="427" y="151"/>
                  </a:cubicBezTo>
                  <a:cubicBezTo>
                    <a:pt x="427" y="51"/>
                    <a:pt x="320" y="0"/>
                    <a:pt x="2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29"/>
            <p:cNvSpPr/>
            <p:nvPr/>
          </p:nvSpPr>
          <p:spPr>
            <a:xfrm>
              <a:off x="6949208" y="4063135"/>
              <a:ext cx="11099" cy="37802"/>
            </a:xfrm>
            <a:custGeom>
              <a:rect b="b" l="l" r="r" t="t"/>
              <a:pathLst>
                <a:path extrusionOk="0" h="1880" w="552">
                  <a:moveTo>
                    <a:pt x="351" y="0"/>
                  </a:moveTo>
                  <a:cubicBezTo>
                    <a:pt x="226" y="0"/>
                    <a:pt x="176" y="75"/>
                    <a:pt x="151" y="201"/>
                  </a:cubicBezTo>
                  <a:cubicBezTo>
                    <a:pt x="100" y="677"/>
                    <a:pt x="50" y="1178"/>
                    <a:pt x="0" y="1679"/>
                  </a:cubicBezTo>
                  <a:cubicBezTo>
                    <a:pt x="0" y="1780"/>
                    <a:pt x="100" y="1880"/>
                    <a:pt x="201" y="1880"/>
                  </a:cubicBezTo>
                  <a:cubicBezTo>
                    <a:pt x="301" y="1880"/>
                    <a:pt x="376" y="1780"/>
                    <a:pt x="376" y="1679"/>
                  </a:cubicBezTo>
                  <a:cubicBezTo>
                    <a:pt x="426" y="1178"/>
                    <a:pt x="476" y="677"/>
                    <a:pt x="552" y="201"/>
                  </a:cubicBezTo>
                  <a:cubicBezTo>
                    <a:pt x="552" y="75"/>
                    <a:pt x="451" y="0"/>
                    <a:pt x="3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3" name="Google Shape;2683;p29"/>
            <p:cNvSpPr/>
            <p:nvPr/>
          </p:nvSpPr>
          <p:spPr>
            <a:xfrm>
              <a:off x="6949208" y="4137211"/>
              <a:ext cx="8083" cy="19162"/>
            </a:xfrm>
            <a:custGeom>
              <a:rect b="b" l="l" r="r" t="t"/>
              <a:pathLst>
                <a:path extrusionOk="0" h="953" w="402">
                  <a:moveTo>
                    <a:pt x="201" y="0"/>
                  </a:moveTo>
                  <a:cubicBezTo>
                    <a:pt x="100" y="25"/>
                    <a:pt x="0" y="101"/>
                    <a:pt x="0" y="201"/>
                  </a:cubicBezTo>
                  <a:lnTo>
                    <a:pt x="0" y="752"/>
                  </a:lnTo>
                  <a:cubicBezTo>
                    <a:pt x="0" y="852"/>
                    <a:pt x="100" y="953"/>
                    <a:pt x="201" y="953"/>
                  </a:cubicBezTo>
                  <a:cubicBezTo>
                    <a:pt x="301" y="928"/>
                    <a:pt x="401" y="852"/>
                    <a:pt x="401" y="752"/>
                  </a:cubicBezTo>
                  <a:lnTo>
                    <a:pt x="401" y="201"/>
                  </a:lnTo>
                  <a:cubicBezTo>
                    <a:pt x="401" y="101"/>
                    <a:pt x="301" y="0"/>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4" name="Google Shape;2684;p29"/>
            <p:cNvSpPr/>
            <p:nvPr/>
          </p:nvSpPr>
          <p:spPr>
            <a:xfrm>
              <a:off x="6944664" y="4208271"/>
              <a:ext cx="9591" cy="36294"/>
            </a:xfrm>
            <a:custGeom>
              <a:rect b="b" l="l" r="r" t="t"/>
              <a:pathLst>
                <a:path extrusionOk="0" h="1805" w="477">
                  <a:moveTo>
                    <a:pt x="276" y="0"/>
                  </a:moveTo>
                  <a:cubicBezTo>
                    <a:pt x="151" y="0"/>
                    <a:pt x="76" y="100"/>
                    <a:pt x="76" y="201"/>
                  </a:cubicBezTo>
                  <a:cubicBezTo>
                    <a:pt x="51" y="677"/>
                    <a:pt x="26" y="1153"/>
                    <a:pt x="1" y="1629"/>
                  </a:cubicBezTo>
                  <a:cubicBezTo>
                    <a:pt x="1" y="1730"/>
                    <a:pt x="101" y="1805"/>
                    <a:pt x="201" y="1805"/>
                  </a:cubicBezTo>
                  <a:cubicBezTo>
                    <a:pt x="301" y="1805"/>
                    <a:pt x="377" y="1730"/>
                    <a:pt x="377" y="1629"/>
                  </a:cubicBezTo>
                  <a:cubicBezTo>
                    <a:pt x="402" y="1153"/>
                    <a:pt x="427" y="677"/>
                    <a:pt x="452" y="201"/>
                  </a:cubicBezTo>
                  <a:cubicBezTo>
                    <a:pt x="477" y="100"/>
                    <a:pt x="377" y="0"/>
                    <a:pt x="2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5" name="Google Shape;2685;p29"/>
            <p:cNvSpPr/>
            <p:nvPr/>
          </p:nvSpPr>
          <p:spPr>
            <a:xfrm>
              <a:off x="5862438" y="3182688"/>
              <a:ext cx="71422" cy="33600"/>
            </a:xfrm>
            <a:custGeom>
              <a:rect b="b" l="l" r="r" t="t"/>
              <a:pathLst>
                <a:path extrusionOk="0" h="1671" w="3552">
                  <a:moveTo>
                    <a:pt x="3327" y="1"/>
                  </a:moveTo>
                  <a:cubicBezTo>
                    <a:pt x="3257" y="1"/>
                    <a:pt x="3190" y="39"/>
                    <a:pt x="3171" y="128"/>
                  </a:cubicBezTo>
                  <a:cubicBezTo>
                    <a:pt x="3093" y="477"/>
                    <a:pt x="2956" y="811"/>
                    <a:pt x="2770" y="1107"/>
                  </a:cubicBezTo>
                  <a:lnTo>
                    <a:pt x="2770" y="1107"/>
                  </a:lnTo>
                  <a:cubicBezTo>
                    <a:pt x="2718" y="989"/>
                    <a:pt x="2659" y="872"/>
                    <a:pt x="2594" y="754"/>
                  </a:cubicBezTo>
                  <a:cubicBezTo>
                    <a:pt x="2544" y="654"/>
                    <a:pt x="2469" y="554"/>
                    <a:pt x="2394" y="454"/>
                  </a:cubicBezTo>
                  <a:cubicBezTo>
                    <a:pt x="2319" y="353"/>
                    <a:pt x="2268" y="253"/>
                    <a:pt x="2168" y="203"/>
                  </a:cubicBezTo>
                  <a:cubicBezTo>
                    <a:pt x="2124" y="181"/>
                    <a:pt x="2083" y="171"/>
                    <a:pt x="2044" y="171"/>
                  </a:cubicBezTo>
                  <a:cubicBezTo>
                    <a:pt x="1865" y="171"/>
                    <a:pt x="1745" y="380"/>
                    <a:pt x="1642" y="504"/>
                  </a:cubicBezTo>
                  <a:cubicBezTo>
                    <a:pt x="1544" y="630"/>
                    <a:pt x="1446" y="756"/>
                    <a:pt x="1347" y="878"/>
                  </a:cubicBezTo>
                  <a:lnTo>
                    <a:pt x="1347" y="878"/>
                  </a:lnTo>
                  <a:cubicBezTo>
                    <a:pt x="1331" y="780"/>
                    <a:pt x="1313" y="679"/>
                    <a:pt x="1291" y="579"/>
                  </a:cubicBezTo>
                  <a:cubicBezTo>
                    <a:pt x="1266" y="428"/>
                    <a:pt x="1216" y="278"/>
                    <a:pt x="1090" y="203"/>
                  </a:cubicBezTo>
                  <a:cubicBezTo>
                    <a:pt x="1040" y="169"/>
                    <a:pt x="987" y="156"/>
                    <a:pt x="934" y="156"/>
                  </a:cubicBezTo>
                  <a:cubicBezTo>
                    <a:pt x="829" y="156"/>
                    <a:pt x="723" y="211"/>
                    <a:pt x="639" y="278"/>
                  </a:cubicBezTo>
                  <a:cubicBezTo>
                    <a:pt x="464" y="428"/>
                    <a:pt x="313" y="554"/>
                    <a:pt x="138" y="704"/>
                  </a:cubicBezTo>
                  <a:cubicBezTo>
                    <a:pt x="1" y="822"/>
                    <a:pt x="125" y="1001"/>
                    <a:pt x="269" y="1001"/>
                  </a:cubicBezTo>
                  <a:cubicBezTo>
                    <a:pt x="309" y="1001"/>
                    <a:pt x="351" y="987"/>
                    <a:pt x="389" y="955"/>
                  </a:cubicBezTo>
                  <a:cubicBezTo>
                    <a:pt x="514" y="855"/>
                    <a:pt x="614" y="754"/>
                    <a:pt x="740" y="654"/>
                  </a:cubicBezTo>
                  <a:cubicBezTo>
                    <a:pt x="790" y="629"/>
                    <a:pt x="840" y="579"/>
                    <a:pt x="890" y="529"/>
                  </a:cubicBezTo>
                  <a:cubicBezTo>
                    <a:pt x="909" y="510"/>
                    <a:pt x="917" y="501"/>
                    <a:pt x="921" y="501"/>
                  </a:cubicBezTo>
                  <a:cubicBezTo>
                    <a:pt x="928" y="501"/>
                    <a:pt x="925" y="523"/>
                    <a:pt x="940" y="554"/>
                  </a:cubicBezTo>
                  <a:cubicBezTo>
                    <a:pt x="990" y="804"/>
                    <a:pt x="1040" y="1080"/>
                    <a:pt x="1065" y="1331"/>
                  </a:cubicBezTo>
                  <a:cubicBezTo>
                    <a:pt x="1081" y="1410"/>
                    <a:pt x="1167" y="1459"/>
                    <a:pt x="1248" y="1459"/>
                  </a:cubicBezTo>
                  <a:cubicBezTo>
                    <a:pt x="1294" y="1459"/>
                    <a:pt x="1339" y="1443"/>
                    <a:pt x="1366" y="1406"/>
                  </a:cubicBezTo>
                  <a:cubicBezTo>
                    <a:pt x="1491" y="1256"/>
                    <a:pt x="1642" y="1080"/>
                    <a:pt x="1767" y="905"/>
                  </a:cubicBezTo>
                  <a:cubicBezTo>
                    <a:pt x="1842" y="829"/>
                    <a:pt x="1892" y="754"/>
                    <a:pt x="1943" y="679"/>
                  </a:cubicBezTo>
                  <a:cubicBezTo>
                    <a:pt x="1986" y="635"/>
                    <a:pt x="2011" y="611"/>
                    <a:pt x="2033" y="571"/>
                  </a:cubicBezTo>
                  <a:lnTo>
                    <a:pt x="2033" y="571"/>
                  </a:lnTo>
                  <a:cubicBezTo>
                    <a:pt x="2073" y="643"/>
                    <a:pt x="2173" y="759"/>
                    <a:pt x="2193" y="779"/>
                  </a:cubicBezTo>
                  <a:cubicBezTo>
                    <a:pt x="2243" y="855"/>
                    <a:pt x="2293" y="930"/>
                    <a:pt x="2319" y="1005"/>
                  </a:cubicBezTo>
                  <a:cubicBezTo>
                    <a:pt x="2419" y="1180"/>
                    <a:pt x="2494" y="1356"/>
                    <a:pt x="2544" y="1531"/>
                  </a:cubicBezTo>
                  <a:cubicBezTo>
                    <a:pt x="2560" y="1611"/>
                    <a:pt x="2637" y="1671"/>
                    <a:pt x="2717" y="1671"/>
                  </a:cubicBezTo>
                  <a:cubicBezTo>
                    <a:pt x="2763" y="1671"/>
                    <a:pt x="2809" y="1652"/>
                    <a:pt x="2845" y="1606"/>
                  </a:cubicBezTo>
                  <a:cubicBezTo>
                    <a:pt x="3171" y="1205"/>
                    <a:pt x="3396" y="729"/>
                    <a:pt x="3522" y="228"/>
                  </a:cubicBezTo>
                  <a:cubicBezTo>
                    <a:pt x="3552" y="91"/>
                    <a:pt x="3435" y="1"/>
                    <a:pt x="3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p29"/>
            <p:cNvSpPr/>
            <p:nvPr/>
          </p:nvSpPr>
          <p:spPr>
            <a:xfrm>
              <a:off x="6621396" y="2749934"/>
              <a:ext cx="134660" cy="49706"/>
            </a:xfrm>
            <a:custGeom>
              <a:rect b="b" l="l" r="r" t="t"/>
              <a:pathLst>
                <a:path extrusionOk="0" h="2472" w="6697">
                  <a:moveTo>
                    <a:pt x="1321" y="1"/>
                  </a:moveTo>
                  <a:cubicBezTo>
                    <a:pt x="1151" y="1"/>
                    <a:pt x="1008" y="123"/>
                    <a:pt x="864" y="246"/>
                  </a:cubicBezTo>
                  <a:cubicBezTo>
                    <a:pt x="614" y="422"/>
                    <a:pt x="388" y="622"/>
                    <a:pt x="138" y="823"/>
                  </a:cubicBezTo>
                  <a:cubicBezTo>
                    <a:pt x="0" y="940"/>
                    <a:pt x="124" y="1120"/>
                    <a:pt x="269" y="1120"/>
                  </a:cubicBezTo>
                  <a:cubicBezTo>
                    <a:pt x="309" y="1120"/>
                    <a:pt x="350" y="1106"/>
                    <a:pt x="388" y="1073"/>
                  </a:cubicBezTo>
                  <a:cubicBezTo>
                    <a:pt x="564" y="948"/>
                    <a:pt x="714" y="797"/>
                    <a:pt x="890" y="672"/>
                  </a:cubicBezTo>
                  <a:cubicBezTo>
                    <a:pt x="978" y="606"/>
                    <a:pt x="1183" y="384"/>
                    <a:pt x="1317" y="384"/>
                  </a:cubicBezTo>
                  <a:cubicBezTo>
                    <a:pt x="1334" y="384"/>
                    <a:pt x="1351" y="388"/>
                    <a:pt x="1366" y="396"/>
                  </a:cubicBezTo>
                  <a:cubicBezTo>
                    <a:pt x="1466" y="447"/>
                    <a:pt x="1516" y="747"/>
                    <a:pt x="1566" y="873"/>
                  </a:cubicBezTo>
                  <a:cubicBezTo>
                    <a:pt x="1641" y="1098"/>
                    <a:pt x="1692" y="1299"/>
                    <a:pt x="1767" y="1524"/>
                  </a:cubicBezTo>
                  <a:cubicBezTo>
                    <a:pt x="1798" y="1604"/>
                    <a:pt x="1870" y="1653"/>
                    <a:pt x="1944" y="1653"/>
                  </a:cubicBezTo>
                  <a:cubicBezTo>
                    <a:pt x="1987" y="1653"/>
                    <a:pt x="2031" y="1636"/>
                    <a:pt x="2067" y="1599"/>
                  </a:cubicBezTo>
                  <a:cubicBezTo>
                    <a:pt x="2243" y="1449"/>
                    <a:pt x="2393" y="1274"/>
                    <a:pt x="2569" y="1123"/>
                  </a:cubicBezTo>
                  <a:lnTo>
                    <a:pt x="2819" y="898"/>
                  </a:lnTo>
                  <a:cubicBezTo>
                    <a:pt x="2895" y="823"/>
                    <a:pt x="2995" y="697"/>
                    <a:pt x="3070" y="647"/>
                  </a:cubicBezTo>
                  <a:cubicBezTo>
                    <a:pt x="3085" y="618"/>
                    <a:pt x="3099" y="606"/>
                    <a:pt x="3114" y="606"/>
                  </a:cubicBezTo>
                  <a:cubicBezTo>
                    <a:pt x="3124" y="606"/>
                    <a:pt x="3135" y="612"/>
                    <a:pt x="3145" y="622"/>
                  </a:cubicBezTo>
                  <a:cubicBezTo>
                    <a:pt x="3145" y="672"/>
                    <a:pt x="3170" y="697"/>
                    <a:pt x="3170" y="747"/>
                  </a:cubicBezTo>
                  <a:cubicBezTo>
                    <a:pt x="3220" y="848"/>
                    <a:pt x="3245" y="948"/>
                    <a:pt x="3270" y="1048"/>
                  </a:cubicBezTo>
                  <a:cubicBezTo>
                    <a:pt x="3321" y="1224"/>
                    <a:pt x="3396" y="1399"/>
                    <a:pt x="3471" y="1549"/>
                  </a:cubicBezTo>
                  <a:cubicBezTo>
                    <a:pt x="3580" y="1789"/>
                    <a:pt x="3708" y="2124"/>
                    <a:pt x="3971" y="2124"/>
                  </a:cubicBezTo>
                  <a:cubicBezTo>
                    <a:pt x="4010" y="2124"/>
                    <a:pt x="4052" y="2117"/>
                    <a:pt x="4098" y="2101"/>
                  </a:cubicBezTo>
                  <a:cubicBezTo>
                    <a:pt x="4298" y="2026"/>
                    <a:pt x="4473" y="1825"/>
                    <a:pt x="4649" y="1700"/>
                  </a:cubicBezTo>
                  <a:cubicBezTo>
                    <a:pt x="4764" y="1617"/>
                    <a:pt x="4879" y="1524"/>
                    <a:pt x="5001" y="1435"/>
                  </a:cubicBezTo>
                  <a:lnTo>
                    <a:pt x="5001" y="1435"/>
                  </a:lnTo>
                  <a:cubicBezTo>
                    <a:pt x="5110" y="1757"/>
                    <a:pt x="5235" y="2079"/>
                    <a:pt x="5376" y="2401"/>
                  </a:cubicBezTo>
                  <a:cubicBezTo>
                    <a:pt x="5405" y="2445"/>
                    <a:pt x="5468" y="2472"/>
                    <a:pt x="5530" y="2472"/>
                  </a:cubicBezTo>
                  <a:cubicBezTo>
                    <a:pt x="5575" y="2472"/>
                    <a:pt x="5620" y="2458"/>
                    <a:pt x="5651" y="2427"/>
                  </a:cubicBezTo>
                  <a:cubicBezTo>
                    <a:pt x="5952" y="2076"/>
                    <a:pt x="6253" y="1725"/>
                    <a:pt x="6579" y="1374"/>
                  </a:cubicBezTo>
                  <a:cubicBezTo>
                    <a:pt x="6697" y="1256"/>
                    <a:pt x="6568" y="1077"/>
                    <a:pt x="6435" y="1077"/>
                  </a:cubicBezTo>
                  <a:cubicBezTo>
                    <a:pt x="6398" y="1077"/>
                    <a:pt x="6361" y="1091"/>
                    <a:pt x="6328" y="1123"/>
                  </a:cubicBezTo>
                  <a:cubicBezTo>
                    <a:pt x="6064" y="1408"/>
                    <a:pt x="5817" y="1692"/>
                    <a:pt x="5572" y="1976"/>
                  </a:cubicBezTo>
                  <a:lnTo>
                    <a:pt x="5572" y="1976"/>
                  </a:lnTo>
                  <a:cubicBezTo>
                    <a:pt x="5449" y="1692"/>
                    <a:pt x="5355" y="1395"/>
                    <a:pt x="5275" y="1098"/>
                  </a:cubicBezTo>
                  <a:cubicBezTo>
                    <a:pt x="5258" y="1026"/>
                    <a:pt x="5175" y="967"/>
                    <a:pt x="5102" y="967"/>
                  </a:cubicBezTo>
                  <a:cubicBezTo>
                    <a:pt x="5074" y="967"/>
                    <a:pt x="5046" y="977"/>
                    <a:pt x="5025" y="998"/>
                  </a:cubicBezTo>
                  <a:cubicBezTo>
                    <a:pt x="4824" y="1148"/>
                    <a:pt x="4624" y="1299"/>
                    <a:pt x="4423" y="1424"/>
                  </a:cubicBezTo>
                  <a:cubicBezTo>
                    <a:pt x="4323" y="1499"/>
                    <a:pt x="4223" y="1599"/>
                    <a:pt x="4123" y="1675"/>
                  </a:cubicBezTo>
                  <a:cubicBezTo>
                    <a:pt x="4058" y="1707"/>
                    <a:pt x="4025" y="1749"/>
                    <a:pt x="3990" y="1749"/>
                  </a:cubicBezTo>
                  <a:cubicBezTo>
                    <a:pt x="3970" y="1749"/>
                    <a:pt x="3949" y="1736"/>
                    <a:pt x="3922" y="1700"/>
                  </a:cubicBezTo>
                  <a:cubicBezTo>
                    <a:pt x="3671" y="1374"/>
                    <a:pt x="3621" y="923"/>
                    <a:pt x="3496" y="547"/>
                  </a:cubicBezTo>
                  <a:cubicBezTo>
                    <a:pt x="3418" y="359"/>
                    <a:pt x="3281" y="259"/>
                    <a:pt x="3129" y="259"/>
                  </a:cubicBezTo>
                  <a:cubicBezTo>
                    <a:pt x="3037" y="259"/>
                    <a:pt x="2939" y="296"/>
                    <a:pt x="2844" y="371"/>
                  </a:cubicBezTo>
                  <a:cubicBezTo>
                    <a:pt x="2566" y="630"/>
                    <a:pt x="2303" y="889"/>
                    <a:pt x="2030" y="1148"/>
                  </a:cubicBezTo>
                  <a:lnTo>
                    <a:pt x="2030" y="1148"/>
                  </a:lnTo>
                  <a:cubicBezTo>
                    <a:pt x="1958" y="923"/>
                    <a:pt x="1881" y="704"/>
                    <a:pt x="1792" y="472"/>
                  </a:cubicBezTo>
                  <a:cubicBezTo>
                    <a:pt x="1717" y="296"/>
                    <a:pt x="1641" y="96"/>
                    <a:pt x="1441" y="21"/>
                  </a:cubicBezTo>
                  <a:cubicBezTo>
                    <a:pt x="1400" y="7"/>
                    <a:pt x="1360" y="1"/>
                    <a:pt x="13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p29"/>
            <p:cNvSpPr/>
            <p:nvPr/>
          </p:nvSpPr>
          <p:spPr>
            <a:xfrm>
              <a:off x="6724447" y="3182085"/>
              <a:ext cx="13613" cy="27507"/>
            </a:xfrm>
            <a:custGeom>
              <a:rect b="b" l="l" r="r" t="t"/>
              <a:pathLst>
                <a:path extrusionOk="0" h="1368" w="677">
                  <a:moveTo>
                    <a:pt x="200" y="1"/>
                  </a:moveTo>
                  <a:cubicBezTo>
                    <a:pt x="184" y="1"/>
                    <a:pt x="168" y="3"/>
                    <a:pt x="150" y="7"/>
                  </a:cubicBezTo>
                  <a:cubicBezTo>
                    <a:pt x="50" y="32"/>
                    <a:pt x="0" y="133"/>
                    <a:pt x="25" y="233"/>
                  </a:cubicBezTo>
                  <a:cubicBezTo>
                    <a:pt x="125" y="559"/>
                    <a:pt x="226" y="885"/>
                    <a:pt x="301" y="1235"/>
                  </a:cubicBezTo>
                  <a:cubicBezTo>
                    <a:pt x="342" y="1318"/>
                    <a:pt x="401" y="1367"/>
                    <a:pt x="477" y="1367"/>
                  </a:cubicBezTo>
                  <a:cubicBezTo>
                    <a:pt x="493" y="1367"/>
                    <a:pt x="509" y="1365"/>
                    <a:pt x="526" y="1361"/>
                  </a:cubicBezTo>
                  <a:cubicBezTo>
                    <a:pt x="627" y="1336"/>
                    <a:pt x="677" y="1235"/>
                    <a:pt x="652" y="1135"/>
                  </a:cubicBezTo>
                  <a:cubicBezTo>
                    <a:pt x="552" y="809"/>
                    <a:pt x="451" y="458"/>
                    <a:pt x="351" y="133"/>
                  </a:cubicBezTo>
                  <a:cubicBezTo>
                    <a:pt x="330" y="50"/>
                    <a:pt x="275" y="1"/>
                    <a:pt x="20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p29"/>
            <p:cNvSpPr/>
            <p:nvPr/>
          </p:nvSpPr>
          <p:spPr>
            <a:xfrm>
              <a:off x="6711839" y="3196844"/>
              <a:ext cx="7078" cy="20168"/>
            </a:xfrm>
            <a:custGeom>
              <a:rect b="b" l="l" r="r" t="t"/>
              <a:pathLst>
                <a:path extrusionOk="0" h="1003" w="352">
                  <a:moveTo>
                    <a:pt x="176" y="0"/>
                  </a:moveTo>
                  <a:cubicBezTo>
                    <a:pt x="76" y="0"/>
                    <a:pt x="1" y="75"/>
                    <a:pt x="1" y="176"/>
                  </a:cubicBezTo>
                  <a:lnTo>
                    <a:pt x="1" y="827"/>
                  </a:lnTo>
                  <a:cubicBezTo>
                    <a:pt x="1" y="927"/>
                    <a:pt x="76" y="1003"/>
                    <a:pt x="176" y="1003"/>
                  </a:cubicBezTo>
                  <a:cubicBezTo>
                    <a:pt x="276" y="1003"/>
                    <a:pt x="351" y="902"/>
                    <a:pt x="351" y="827"/>
                  </a:cubicBezTo>
                  <a:lnTo>
                    <a:pt x="351" y="176"/>
                  </a:lnTo>
                  <a:cubicBezTo>
                    <a:pt x="351" y="75"/>
                    <a:pt x="276" y="0"/>
                    <a:pt x="1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89" name="Google Shape;2689;p29"/>
            <p:cNvGrpSpPr/>
            <p:nvPr/>
          </p:nvGrpSpPr>
          <p:grpSpPr>
            <a:xfrm rot="407901">
              <a:off x="4911479" y="1767216"/>
              <a:ext cx="865819" cy="762316"/>
              <a:chOff x="5411513" y="965725"/>
              <a:chExt cx="908615" cy="799996"/>
            </a:xfrm>
          </p:grpSpPr>
          <p:grpSp>
            <p:nvGrpSpPr>
              <p:cNvPr id="2690" name="Google Shape;2690;p29"/>
              <p:cNvGrpSpPr/>
              <p:nvPr/>
            </p:nvGrpSpPr>
            <p:grpSpPr>
              <a:xfrm>
                <a:off x="5411513" y="965725"/>
                <a:ext cx="908615" cy="799996"/>
                <a:chOff x="1582850" y="576925"/>
                <a:chExt cx="1297650" cy="1142525"/>
              </a:xfrm>
            </p:grpSpPr>
            <p:sp>
              <p:nvSpPr>
                <p:cNvPr id="2691" name="Google Shape;2691;p29"/>
                <p:cNvSpPr/>
                <p:nvPr/>
              </p:nvSpPr>
              <p:spPr>
                <a:xfrm>
                  <a:off x="1582850" y="580825"/>
                  <a:ext cx="1276975" cy="1133500"/>
                </a:xfrm>
                <a:custGeom>
                  <a:rect b="b" l="l" r="r" t="t"/>
                  <a:pathLst>
                    <a:path extrusionOk="0" h="45340" w="51079">
                      <a:moveTo>
                        <a:pt x="39045" y="0"/>
                      </a:moveTo>
                      <a:cubicBezTo>
                        <a:pt x="36843" y="0"/>
                        <a:pt x="34665" y="720"/>
                        <a:pt x="32883" y="2207"/>
                      </a:cubicBezTo>
                      <a:lnTo>
                        <a:pt x="4612" y="25791"/>
                      </a:lnTo>
                      <a:cubicBezTo>
                        <a:pt x="376" y="29325"/>
                        <a:pt x="0" y="35841"/>
                        <a:pt x="3735" y="40327"/>
                      </a:cubicBezTo>
                      <a:cubicBezTo>
                        <a:pt x="5908" y="42936"/>
                        <a:pt x="8987" y="44296"/>
                        <a:pt x="12016" y="44296"/>
                      </a:cubicBezTo>
                      <a:cubicBezTo>
                        <a:pt x="14226" y="44296"/>
                        <a:pt x="16409" y="43572"/>
                        <a:pt x="18196" y="42082"/>
                      </a:cubicBezTo>
                      <a:lnTo>
                        <a:pt x="20552" y="40127"/>
                      </a:lnTo>
                      <a:lnTo>
                        <a:pt x="29374" y="45340"/>
                      </a:lnTo>
                      <a:cubicBezTo>
                        <a:pt x="28246" y="41982"/>
                        <a:pt x="27319" y="38548"/>
                        <a:pt x="26567" y="35114"/>
                      </a:cubicBezTo>
                      <a:lnTo>
                        <a:pt x="46467" y="18498"/>
                      </a:lnTo>
                      <a:cubicBezTo>
                        <a:pt x="50702" y="14989"/>
                        <a:pt x="51078" y="8473"/>
                        <a:pt x="47319" y="3961"/>
                      </a:cubicBezTo>
                      <a:cubicBezTo>
                        <a:pt x="45156" y="1363"/>
                        <a:pt x="42077" y="0"/>
                        <a:pt x="390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2" name="Google Shape;2692;p29"/>
                <p:cNvSpPr/>
                <p:nvPr/>
              </p:nvSpPr>
              <p:spPr>
                <a:xfrm>
                  <a:off x="1600400" y="576925"/>
                  <a:ext cx="1280100" cy="1142525"/>
                </a:xfrm>
                <a:custGeom>
                  <a:rect b="b" l="l" r="r" t="t"/>
                  <a:pathLst>
                    <a:path extrusionOk="0" h="45701" w="51204">
                      <a:moveTo>
                        <a:pt x="19775" y="40483"/>
                      </a:moveTo>
                      <a:cubicBezTo>
                        <a:pt x="19780" y="40486"/>
                        <a:pt x="19785" y="40488"/>
                        <a:pt x="19790" y="40491"/>
                      </a:cubicBezTo>
                      <a:lnTo>
                        <a:pt x="19790" y="40491"/>
                      </a:lnTo>
                      <a:cubicBezTo>
                        <a:pt x="19785" y="40489"/>
                        <a:pt x="19780" y="40486"/>
                        <a:pt x="19775" y="40483"/>
                      </a:cubicBezTo>
                      <a:close/>
                      <a:moveTo>
                        <a:pt x="19927" y="40505"/>
                      </a:moveTo>
                      <a:cubicBezTo>
                        <a:pt x="19932" y="40505"/>
                        <a:pt x="19924" y="40511"/>
                        <a:pt x="19904" y="40513"/>
                      </a:cubicBezTo>
                      <a:lnTo>
                        <a:pt x="19904" y="40513"/>
                      </a:lnTo>
                      <a:cubicBezTo>
                        <a:pt x="19916" y="40507"/>
                        <a:pt x="19924" y="40505"/>
                        <a:pt x="19927" y="40505"/>
                      </a:cubicBezTo>
                      <a:close/>
                      <a:moveTo>
                        <a:pt x="38333" y="373"/>
                      </a:moveTo>
                      <a:cubicBezTo>
                        <a:pt x="44871" y="373"/>
                        <a:pt x="50220" y="6880"/>
                        <a:pt x="48747" y="13365"/>
                      </a:cubicBezTo>
                      <a:cubicBezTo>
                        <a:pt x="47970" y="16799"/>
                        <a:pt x="45414" y="18679"/>
                        <a:pt x="42883" y="20784"/>
                      </a:cubicBezTo>
                      <a:lnTo>
                        <a:pt x="26115" y="34769"/>
                      </a:lnTo>
                      <a:cubicBezTo>
                        <a:pt x="25990" y="34894"/>
                        <a:pt x="25840" y="35020"/>
                        <a:pt x="25714" y="35120"/>
                      </a:cubicBezTo>
                      <a:cubicBezTo>
                        <a:pt x="25639" y="35170"/>
                        <a:pt x="25639" y="35270"/>
                        <a:pt x="25639" y="35320"/>
                      </a:cubicBezTo>
                      <a:cubicBezTo>
                        <a:pt x="26375" y="38596"/>
                        <a:pt x="27246" y="41826"/>
                        <a:pt x="28294" y="45012"/>
                      </a:cubicBezTo>
                      <a:lnTo>
                        <a:pt x="28294" y="45012"/>
                      </a:lnTo>
                      <a:lnTo>
                        <a:pt x="19975" y="40082"/>
                      </a:lnTo>
                      <a:cubicBezTo>
                        <a:pt x="19940" y="40065"/>
                        <a:pt x="19904" y="40056"/>
                        <a:pt x="19870" y="40056"/>
                      </a:cubicBezTo>
                      <a:cubicBezTo>
                        <a:pt x="19807" y="40056"/>
                        <a:pt x="19748" y="40084"/>
                        <a:pt x="19699" y="40133"/>
                      </a:cubicBezTo>
                      <a:cubicBezTo>
                        <a:pt x="18922" y="40784"/>
                        <a:pt x="18120" y="41436"/>
                        <a:pt x="17344" y="42087"/>
                      </a:cubicBezTo>
                      <a:cubicBezTo>
                        <a:pt x="15547" y="43545"/>
                        <a:pt x="13475" y="44198"/>
                        <a:pt x="11416" y="44198"/>
                      </a:cubicBezTo>
                      <a:cubicBezTo>
                        <a:pt x="6928" y="44198"/>
                        <a:pt x="2502" y="41095"/>
                        <a:pt x="1128" y="36473"/>
                      </a:cubicBezTo>
                      <a:cubicBezTo>
                        <a:pt x="150" y="33265"/>
                        <a:pt x="777" y="29656"/>
                        <a:pt x="3008" y="27125"/>
                      </a:cubicBezTo>
                      <a:cubicBezTo>
                        <a:pt x="3559" y="26473"/>
                        <a:pt x="4236" y="25947"/>
                        <a:pt x="4862" y="25421"/>
                      </a:cubicBezTo>
                      <a:cubicBezTo>
                        <a:pt x="10476" y="20734"/>
                        <a:pt x="16065" y="16072"/>
                        <a:pt x="21679" y="11385"/>
                      </a:cubicBezTo>
                      <a:cubicBezTo>
                        <a:pt x="24436" y="9080"/>
                        <a:pt x="27218" y="6774"/>
                        <a:pt x="29975" y="4468"/>
                      </a:cubicBezTo>
                      <a:cubicBezTo>
                        <a:pt x="32181" y="2639"/>
                        <a:pt x="34211" y="759"/>
                        <a:pt x="37243" y="433"/>
                      </a:cubicBezTo>
                      <a:cubicBezTo>
                        <a:pt x="37610" y="392"/>
                        <a:pt x="37973" y="373"/>
                        <a:pt x="38333" y="373"/>
                      </a:cubicBezTo>
                      <a:close/>
                      <a:moveTo>
                        <a:pt x="38491" y="0"/>
                      </a:moveTo>
                      <a:cubicBezTo>
                        <a:pt x="36070" y="0"/>
                        <a:pt x="33661" y="850"/>
                        <a:pt x="31654" y="2513"/>
                      </a:cubicBezTo>
                      <a:cubicBezTo>
                        <a:pt x="29298" y="4493"/>
                        <a:pt x="26943" y="6448"/>
                        <a:pt x="24612" y="8403"/>
                      </a:cubicBezTo>
                      <a:cubicBezTo>
                        <a:pt x="18095" y="13842"/>
                        <a:pt x="11579" y="19280"/>
                        <a:pt x="5063" y="24694"/>
                      </a:cubicBezTo>
                      <a:cubicBezTo>
                        <a:pt x="4561" y="25145"/>
                        <a:pt x="4035" y="25546"/>
                        <a:pt x="3534" y="25997"/>
                      </a:cubicBezTo>
                      <a:cubicBezTo>
                        <a:pt x="1153" y="28102"/>
                        <a:pt x="0" y="31285"/>
                        <a:pt x="301" y="34418"/>
                      </a:cubicBezTo>
                      <a:cubicBezTo>
                        <a:pt x="806" y="40067"/>
                        <a:pt x="5784" y="44675"/>
                        <a:pt x="11346" y="44675"/>
                      </a:cubicBezTo>
                      <a:cubicBezTo>
                        <a:pt x="12126" y="44675"/>
                        <a:pt x="12917" y="44584"/>
                        <a:pt x="13709" y="44393"/>
                      </a:cubicBezTo>
                      <a:cubicBezTo>
                        <a:pt x="15158" y="44043"/>
                        <a:pt x="16483" y="43345"/>
                        <a:pt x="17633" y="42397"/>
                      </a:cubicBezTo>
                      <a:lnTo>
                        <a:pt x="17633" y="42397"/>
                      </a:lnTo>
                      <a:cubicBezTo>
                        <a:pt x="17637" y="42394"/>
                        <a:pt x="17641" y="42391"/>
                        <a:pt x="17644" y="42388"/>
                      </a:cubicBezTo>
                      <a:lnTo>
                        <a:pt x="17644" y="42388"/>
                      </a:lnTo>
                      <a:cubicBezTo>
                        <a:pt x="17644" y="42388"/>
                        <a:pt x="17644" y="42388"/>
                        <a:pt x="17644" y="42388"/>
                      </a:cubicBezTo>
                      <a:cubicBezTo>
                        <a:pt x="17658" y="42379"/>
                        <a:pt x="17669" y="42369"/>
                        <a:pt x="17679" y="42359"/>
                      </a:cubicBezTo>
                      <a:lnTo>
                        <a:pt x="17679" y="42359"/>
                      </a:lnTo>
                      <a:cubicBezTo>
                        <a:pt x="18094" y="42019"/>
                        <a:pt x="18507" y="41702"/>
                        <a:pt x="18897" y="41361"/>
                      </a:cubicBezTo>
                      <a:cubicBezTo>
                        <a:pt x="19173" y="41135"/>
                        <a:pt x="19474" y="40909"/>
                        <a:pt x="19724" y="40659"/>
                      </a:cubicBezTo>
                      <a:cubicBezTo>
                        <a:pt x="19791" y="40592"/>
                        <a:pt x="19841" y="40553"/>
                        <a:pt x="19874" y="40531"/>
                      </a:cubicBezTo>
                      <a:lnTo>
                        <a:pt x="19874" y="40531"/>
                      </a:lnTo>
                      <a:cubicBezTo>
                        <a:pt x="20689" y="40929"/>
                        <a:pt x="21461" y="41479"/>
                        <a:pt x="22256" y="41937"/>
                      </a:cubicBezTo>
                      <a:lnTo>
                        <a:pt x="28572" y="45671"/>
                      </a:lnTo>
                      <a:cubicBezTo>
                        <a:pt x="28602" y="45692"/>
                        <a:pt x="28635" y="45701"/>
                        <a:pt x="28667" y="45701"/>
                      </a:cubicBezTo>
                      <a:cubicBezTo>
                        <a:pt x="28793" y="45701"/>
                        <a:pt x="28912" y="45561"/>
                        <a:pt x="28872" y="45421"/>
                      </a:cubicBezTo>
                      <a:cubicBezTo>
                        <a:pt x="28095" y="43115"/>
                        <a:pt x="27419" y="40759"/>
                        <a:pt x="26817" y="38378"/>
                      </a:cubicBezTo>
                      <a:cubicBezTo>
                        <a:pt x="26667" y="37852"/>
                        <a:pt x="26542" y="37325"/>
                        <a:pt x="26416" y="36799"/>
                      </a:cubicBezTo>
                      <a:cubicBezTo>
                        <a:pt x="26391" y="36624"/>
                        <a:pt x="25990" y="35496"/>
                        <a:pt x="26015" y="35421"/>
                      </a:cubicBezTo>
                      <a:cubicBezTo>
                        <a:pt x="26040" y="35371"/>
                        <a:pt x="26166" y="35320"/>
                        <a:pt x="26216" y="35270"/>
                      </a:cubicBezTo>
                      <a:cubicBezTo>
                        <a:pt x="26441" y="34919"/>
                        <a:pt x="26943" y="34644"/>
                        <a:pt x="27243" y="34393"/>
                      </a:cubicBezTo>
                      <a:lnTo>
                        <a:pt x="29023" y="32914"/>
                      </a:lnTo>
                      <a:cubicBezTo>
                        <a:pt x="32557" y="29957"/>
                        <a:pt x="36090" y="27000"/>
                        <a:pt x="39649" y="24042"/>
                      </a:cubicBezTo>
                      <a:cubicBezTo>
                        <a:pt x="41805" y="22238"/>
                        <a:pt x="44035" y="20508"/>
                        <a:pt x="46141" y="18629"/>
                      </a:cubicBezTo>
                      <a:cubicBezTo>
                        <a:pt x="51203" y="14092"/>
                        <a:pt x="50000" y="5947"/>
                        <a:pt x="44762" y="2087"/>
                      </a:cubicBezTo>
                      <a:cubicBezTo>
                        <a:pt x="42852" y="687"/>
                        <a:pt x="40667" y="0"/>
                        <a:pt x="3849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93" name="Google Shape;2693;p29"/>
              <p:cNvSpPr/>
              <p:nvPr/>
            </p:nvSpPr>
            <p:spPr>
              <a:xfrm rot="-2399379">
                <a:off x="5516375" y="1232327"/>
                <a:ext cx="716148" cy="262073"/>
              </a:xfrm>
              <a:prstGeom prst="rect">
                <a:avLst/>
              </a:prstGeom>
            </p:spPr>
            <p:txBody>
              <a:bodyPr>
                <a:prstTxWarp prst="textPlain"/>
              </a:bodyPr>
              <a:lstStyle/>
              <a:p>
                <a:pPr lvl="0" algn="ctr"/>
                <a:r>
                  <a:rPr b="0" i="0">
                    <a:ln>
                      <a:noFill/>
                    </a:ln>
                    <a:solidFill>
                      <a:schemeClr val="lt2"/>
                    </a:solidFill>
                    <a:latin typeface="Oswald"/>
                  </a:rPr>
                  <a:t>@#&amp;!*</a:t>
                </a:r>
              </a:p>
            </p:txBody>
          </p:sp>
        </p:grpSp>
        <p:grpSp>
          <p:nvGrpSpPr>
            <p:cNvPr id="2694" name="Google Shape;2694;p29"/>
            <p:cNvGrpSpPr/>
            <p:nvPr/>
          </p:nvGrpSpPr>
          <p:grpSpPr>
            <a:xfrm>
              <a:off x="7196139" y="3895595"/>
              <a:ext cx="1001265" cy="521867"/>
              <a:chOff x="5727391" y="3005023"/>
              <a:chExt cx="1050755" cy="547661"/>
            </a:xfrm>
          </p:grpSpPr>
          <p:grpSp>
            <p:nvGrpSpPr>
              <p:cNvPr id="2695" name="Google Shape;2695;p29"/>
              <p:cNvGrpSpPr/>
              <p:nvPr/>
            </p:nvGrpSpPr>
            <p:grpSpPr>
              <a:xfrm>
                <a:off x="5727391" y="3005023"/>
                <a:ext cx="1050755" cy="547661"/>
                <a:chOff x="2033975" y="3489375"/>
                <a:chExt cx="1500650" cy="782150"/>
              </a:xfrm>
            </p:grpSpPr>
            <p:sp>
              <p:nvSpPr>
                <p:cNvPr id="2696" name="Google Shape;2696;p29"/>
                <p:cNvSpPr/>
                <p:nvPr/>
              </p:nvSpPr>
              <p:spPr>
                <a:xfrm>
                  <a:off x="2068425" y="3494400"/>
                  <a:ext cx="1418600" cy="771950"/>
                </a:xfrm>
                <a:custGeom>
                  <a:rect b="b" l="l" r="r" t="t"/>
                  <a:pathLst>
                    <a:path extrusionOk="0" h="30878" w="56744">
                      <a:moveTo>
                        <a:pt x="40277" y="0"/>
                      </a:moveTo>
                      <a:cubicBezTo>
                        <a:pt x="38999" y="3309"/>
                        <a:pt x="37520" y="6517"/>
                        <a:pt x="35891" y="9650"/>
                      </a:cubicBezTo>
                      <a:lnTo>
                        <a:pt x="9951" y="9650"/>
                      </a:lnTo>
                      <a:cubicBezTo>
                        <a:pt x="4462" y="9650"/>
                        <a:pt x="1" y="14386"/>
                        <a:pt x="1" y="20251"/>
                      </a:cubicBezTo>
                      <a:cubicBezTo>
                        <a:pt x="1" y="26116"/>
                        <a:pt x="4462" y="30878"/>
                        <a:pt x="9951" y="30878"/>
                      </a:cubicBezTo>
                      <a:lnTo>
                        <a:pt x="46793" y="30878"/>
                      </a:lnTo>
                      <a:cubicBezTo>
                        <a:pt x="52282" y="30878"/>
                        <a:pt x="56743" y="26116"/>
                        <a:pt x="56743" y="20251"/>
                      </a:cubicBezTo>
                      <a:cubicBezTo>
                        <a:pt x="56743" y="14386"/>
                        <a:pt x="52282" y="9650"/>
                        <a:pt x="46793" y="9650"/>
                      </a:cubicBezTo>
                      <a:lnTo>
                        <a:pt x="43710" y="9650"/>
                      </a:lnTo>
                      <a:lnTo>
                        <a:pt x="40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29"/>
                <p:cNvSpPr/>
                <p:nvPr/>
              </p:nvSpPr>
              <p:spPr>
                <a:xfrm>
                  <a:off x="2033975" y="3489375"/>
                  <a:ext cx="1500650" cy="782150"/>
                </a:xfrm>
                <a:custGeom>
                  <a:rect b="b" l="l" r="r" t="t"/>
                  <a:pathLst>
                    <a:path extrusionOk="0" h="31286" w="60026">
                      <a:moveTo>
                        <a:pt x="41642" y="789"/>
                      </a:moveTo>
                      <a:cubicBezTo>
                        <a:pt x="42710" y="3840"/>
                        <a:pt x="43799" y="6870"/>
                        <a:pt x="44888" y="9901"/>
                      </a:cubicBezTo>
                      <a:cubicBezTo>
                        <a:pt x="44913" y="10001"/>
                        <a:pt x="44988" y="10051"/>
                        <a:pt x="45088" y="10051"/>
                      </a:cubicBezTo>
                      <a:lnTo>
                        <a:pt x="48171" y="10051"/>
                      </a:lnTo>
                      <a:cubicBezTo>
                        <a:pt x="55289" y="10151"/>
                        <a:pt x="59600" y="17846"/>
                        <a:pt x="57244" y="24262"/>
                      </a:cubicBezTo>
                      <a:cubicBezTo>
                        <a:pt x="56116" y="27344"/>
                        <a:pt x="53535" y="29826"/>
                        <a:pt x="50327" y="30603"/>
                      </a:cubicBezTo>
                      <a:cubicBezTo>
                        <a:pt x="49299" y="30853"/>
                        <a:pt x="48271" y="30853"/>
                        <a:pt x="47244" y="30853"/>
                      </a:cubicBezTo>
                      <a:lnTo>
                        <a:pt x="14412" y="30853"/>
                      </a:lnTo>
                      <a:cubicBezTo>
                        <a:pt x="13964" y="30853"/>
                        <a:pt x="13521" y="30857"/>
                        <a:pt x="13081" y="30857"/>
                      </a:cubicBezTo>
                      <a:cubicBezTo>
                        <a:pt x="10736" y="30857"/>
                        <a:pt x="8498" y="30750"/>
                        <a:pt x="6366" y="29399"/>
                      </a:cubicBezTo>
                      <a:cubicBezTo>
                        <a:pt x="527" y="25715"/>
                        <a:pt x="26" y="16818"/>
                        <a:pt x="5214" y="12357"/>
                      </a:cubicBezTo>
                      <a:cubicBezTo>
                        <a:pt x="7018" y="10828"/>
                        <a:pt x="9224" y="10076"/>
                        <a:pt x="11554" y="10051"/>
                      </a:cubicBezTo>
                      <a:lnTo>
                        <a:pt x="37269" y="10051"/>
                      </a:lnTo>
                      <a:cubicBezTo>
                        <a:pt x="37344" y="10051"/>
                        <a:pt x="37419" y="10026"/>
                        <a:pt x="37469" y="9951"/>
                      </a:cubicBezTo>
                      <a:cubicBezTo>
                        <a:pt x="39010" y="6964"/>
                        <a:pt x="40394" y="3910"/>
                        <a:pt x="41642" y="789"/>
                      </a:cubicBezTo>
                      <a:close/>
                      <a:moveTo>
                        <a:pt x="41655" y="1"/>
                      </a:moveTo>
                      <a:cubicBezTo>
                        <a:pt x="41573" y="1"/>
                        <a:pt x="41492" y="51"/>
                        <a:pt x="41454" y="151"/>
                      </a:cubicBezTo>
                      <a:cubicBezTo>
                        <a:pt x="40552" y="2432"/>
                        <a:pt x="39575" y="4713"/>
                        <a:pt x="38497" y="6943"/>
                      </a:cubicBezTo>
                      <a:cubicBezTo>
                        <a:pt x="38246" y="7470"/>
                        <a:pt x="37971" y="7996"/>
                        <a:pt x="37720" y="8522"/>
                      </a:cubicBezTo>
                      <a:cubicBezTo>
                        <a:pt x="37645" y="8647"/>
                        <a:pt x="37344" y="9575"/>
                        <a:pt x="37269" y="9625"/>
                      </a:cubicBezTo>
                      <a:cubicBezTo>
                        <a:pt x="37256" y="9638"/>
                        <a:pt x="37236" y="9643"/>
                        <a:pt x="37213" y="9643"/>
                      </a:cubicBezTo>
                      <a:cubicBezTo>
                        <a:pt x="37160" y="9643"/>
                        <a:pt x="37092" y="9620"/>
                        <a:pt x="37047" y="9620"/>
                      </a:cubicBezTo>
                      <a:cubicBezTo>
                        <a:pt x="37036" y="9620"/>
                        <a:pt x="37026" y="9621"/>
                        <a:pt x="37018" y="9625"/>
                      </a:cubicBezTo>
                      <a:cubicBezTo>
                        <a:pt x="36893" y="9667"/>
                        <a:pt x="36737" y="9681"/>
                        <a:pt x="36570" y="9681"/>
                      </a:cubicBezTo>
                      <a:cubicBezTo>
                        <a:pt x="36236" y="9681"/>
                        <a:pt x="35857" y="9625"/>
                        <a:pt x="35590" y="9625"/>
                      </a:cubicBezTo>
                      <a:lnTo>
                        <a:pt x="19324" y="9625"/>
                      </a:lnTo>
                      <a:cubicBezTo>
                        <a:pt x="17519" y="9625"/>
                        <a:pt x="15676" y="9538"/>
                        <a:pt x="13842" y="9538"/>
                      </a:cubicBezTo>
                      <a:cubicBezTo>
                        <a:pt x="12722" y="9538"/>
                        <a:pt x="11605" y="9570"/>
                        <a:pt x="10502" y="9675"/>
                      </a:cubicBezTo>
                      <a:cubicBezTo>
                        <a:pt x="3986" y="10252"/>
                        <a:pt x="1" y="17044"/>
                        <a:pt x="1479" y="23134"/>
                      </a:cubicBezTo>
                      <a:cubicBezTo>
                        <a:pt x="2657" y="28021"/>
                        <a:pt x="6843" y="31279"/>
                        <a:pt x="11830" y="31279"/>
                      </a:cubicBezTo>
                      <a:lnTo>
                        <a:pt x="46592" y="31279"/>
                      </a:lnTo>
                      <a:cubicBezTo>
                        <a:pt x="46993" y="31279"/>
                        <a:pt x="47401" y="31285"/>
                        <a:pt x="47805" y="31285"/>
                      </a:cubicBezTo>
                      <a:cubicBezTo>
                        <a:pt x="48209" y="31285"/>
                        <a:pt x="48610" y="31279"/>
                        <a:pt x="48998" y="31254"/>
                      </a:cubicBezTo>
                      <a:cubicBezTo>
                        <a:pt x="52031" y="30978"/>
                        <a:pt x="54738" y="29274"/>
                        <a:pt x="56417" y="26793"/>
                      </a:cubicBezTo>
                      <a:cubicBezTo>
                        <a:pt x="60026" y="21505"/>
                        <a:pt x="58347" y="13585"/>
                        <a:pt x="52507" y="10678"/>
                      </a:cubicBezTo>
                      <a:cubicBezTo>
                        <a:pt x="51156" y="9977"/>
                        <a:pt x="49681" y="9651"/>
                        <a:pt x="48180" y="9625"/>
                      </a:cubicBezTo>
                      <a:lnTo>
                        <a:pt x="48180" y="9625"/>
                      </a:lnTo>
                      <a:cubicBezTo>
                        <a:pt x="48177" y="9625"/>
                        <a:pt x="48174" y="9625"/>
                        <a:pt x="48171" y="9625"/>
                      </a:cubicBezTo>
                      <a:lnTo>
                        <a:pt x="46517" y="9625"/>
                      </a:lnTo>
                      <a:cubicBezTo>
                        <a:pt x="46283" y="9625"/>
                        <a:pt x="46038" y="9614"/>
                        <a:pt x="45804" y="9614"/>
                      </a:cubicBezTo>
                      <a:cubicBezTo>
                        <a:pt x="45687" y="9614"/>
                        <a:pt x="45573" y="9617"/>
                        <a:pt x="45464" y="9625"/>
                      </a:cubicBezTo>
                      <a:cubicBezTo>
                        <a:pt x="45386" y="9635"/>
                        <a:pt x="45328" y="9638"/>
                        <a:pt x="45285" y="9638"/>
                      </a:cubicBezTo>
                      <a:cubicBezTo>
                        <a:pt x="45254" y="9638"/>
                        <a:pt x="45232" y="9637"/>
                        <a:pt x="45216" y="9635"/>
                      </a:cubicBezTo>
                      <a:lnTo>
                        <a:pt x="45216" y="9635"/>
                      </a:lnTo>
                      <a:cubicBezTo>
                        <a:pt x="44815" y="8834"/>
                        <a:pt x="44619" y="7872"/>
                        <a:pt x="44312" y="7043"/>
                      </a:cubicBezTo>
                      <a:lnTo>
                        <a:pt x="41855" y="151"/>
                      </a:lnTo>
                      <a:cubicBezTo>
                        <a:pt x="41818" y="51"/>
                        <a:pt x="41736" y="1"/>
                        <a:pt x="416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98" name="Google Shape;2698;p29"/>
              <p:cNvSpPr/>
              <p:nvPr/>
            </p:nvSpPr>
            <p:spPr>
              <a:xfrm>
                <a:off x="5868576" y="3282175"/>
                <a:ext cx="761329" cy="157575"/>
              </a:xfrm>
              <a:prstGeom prst="rect">
                <a:avLst/>
              </a:prstGeom>
            </p:spPr>
            <p:txBody>
              <a:bodyPr>
                <a:prstTxWarp prst="textPlain"/>
              </a:bodyPr>
              <a:lstStyle/>
              <a:p>
                <a:pPr lvl="0" algn="ctr"/>
                <a:r>
                  <a:rPr b="0" i="0">
                    <a:ln>
                      <a:noFill/>
                    </a:ln>
                    <a:solidFill>
                      <a:schemeClr val="lt2"/>
                    </a:solidFill>
                    <a:latin typeface="Oswald"/>
                  </a:rPr>
                  <a:t>YOU CAN'T</a:t>
                </a:r>
              </a:p>
            </p:txBody>
          </p:sp>
        </p:grpSp>
        <p:grpSp>
          <p:nvGrpSpPr>
            <p:cNvPr id="2699" name="Google Shape;2699;p29"/>
            <p:cNvGrpSpPr/>
            <p:nvPr/>
          </p:nvGrpSpPr>
          <p:grpSpPr>
            <a:xfrm>
              <a:off x="7408100" y="2146500"/>
              <a:ext cx="1008784" cy="781101"/>
              <a:chOff x="8187850" y="284825"/>
              <a:chExt cx="1008784" cy="781101"/>
            </a:xfrm>
          </p:grpSpPr>
          <p:sp>
            <p:nvSpPr>
              <p:cNvPr id="2700" name="Google Shape;2700;p29"/>
              <p:cNvSpPr/>
              <p:nvPr/>
            </p:nvSpPr>
            <p:spPr>
              <a:xfrm>
                <a:off x="8194317" y="289902"/>
                <a:ext cx="984861" cy="770461"/>
              </a:xfrm>
              <a:custGeom>
                <a:rect b="b" l="l" r="r" t="t"/>
                <a:pathLst>
                  <a:path extrusionOk="0" h="11079" w="14162">
                    <a:moveTo>
                      <a:pt x="7620" y="1"/>
                    </a:moveTo>
                    <a:cubicBezTo>
                      <a:pt x="4663" y="1"/>
                      <a:pt x="2257" y="2407"/>
                      <a:pt x="2257" y="5364"/>
                    </a:cubicBezTo>
                    <a:cubicBezTo>
                      <a:pt x="2257" y="6141"/>
                      <a:pt x="2407" y="6868"/>
                      <a:pt x="2708" y="7544"/>
                    </a:cubicBezTo>
                    <a:cubicBezTo>
                      <a:pt x="1806" y="8722"/>
                      <a:pt x="903" y="9900"/>
                      <a:pt x="1" y="11078"/>
                    </a:cubicBezTo>
                    <a:cubicBezTo>
                      <a:pt x="1379" y="10527"/>
                      <a:pt x="2758" y="10001"/>
                      <a:pt x="4136" y="9449"/>
                    </a:cubicBezTo>
                    <a:cubicBezTo>
                      <a:pt x="5039" y="10226"/>
                      <a:pt x="6217" y="10702"/>
                      <a:pt x="7495" y="10727"/>
                    </a:cubicBezTo>
                    <a:lnTo>
                      <a:pt x="8698" y="10753"/>
                    </a:lnTo>
                    <a:cubicBezTo>
                      <a:pt x="8743" y="10754"/>
                      <a:pt x="8788" y="10754"/>
                      <a:pt x="8834" y="10754"/>
                    </a:cubicBezTo>
                    <a:cubicBezTo>
                      <a:pt x="11779" y="10754"/>
                      <a:pt x="14161" y="8351"/>
                      <a:pt x="14161" y="5389"/>
                    </a:cubicBezTo>
                    <a:lnTo>
                      <a:pt x="14161" y="5364"/>
                    </a:lnTo>
                    <a:cubicBezTo>
                      <a:pt x="14161" y="2432"/>
                      <a:pt x="11806" y="51"/>
                      <a:pt x="8873" y="26"/>
                    </a:cubicBezTo>
                    <a:cubicBezTo>
                      <a:pt x="8472" y="1"/>
                      <a:pt x="8046" y="1"/>
                      <a:pt x="762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1" name="Google Shape;2701;p29"/>
              <p:cNvSpPr/>
              <p:nvPr/>
            </p:nvSpPr>
            <p:spPr>
              <a:xfrm>
                <a:off x="8187850" y="284825"/>
                <a:ext cx="1008784" cy="781101"/>
              </a:xfrm>
              <a:custGeom>
                <a:rect b="b" l="l" r="r" t="t"/>
                <a:pathLst>
                  <a:path extrusionOk="0" h="11232" w="14506">
                    <a:moveTo>
                      <a:pt x="7914" y="138"/>
                    </a:moveTo>
                    <a:cubicBezTo>
                      <a:pt x="8264" y="138"/>
                      <a:pt x="8615" y="149"/>
                      <a:pt x="8966" y="149"/>
                    </a:cubicBezTo>
                    <a:cubicBezTo>
                      <a:pt x="10420" y="174"/>
                      <a:pt x="11823" y="800"/>
                      <a:pt x="12801" y="1878"/>
                    </a:cubicBezTo>
                    <a:cubicBezTo>
                      <a:pt x="13778" y="2956"/>
                      <a:pt x="14280" y="4384"/>
                      <a:pt x="14179" y="5838"/>
                    </a:cubicBezTo>
                    <a:cubicBezTo>
                      <a:pt x="14079" y="7267"/>
                      <a:pt x="13377" y="8620"/>
                      <a:pt x="12275" y="9522"/>
                    </a:cubicBezTo>
                    <a:cubicBezTo>
                      <a:pt x="11723" y="9998"/>
                      <a:pt x="11097" y="10324"/>
                      <a:pt x="10420" y="10525"/>
                    </a:cubicBezTo>
                    <a:cubicBezTo>
                      <a:pt x="9843" y="10700"/>
                      <a:pt x="9242" y="10750"/>
                      <a:pt x="8640" y="10750"/>
                    </a:cubicBezTo>
                    <a:cubicBezTo>
                      <a:pt x="8164" y="10750"/>
                      <a:pt x="7688" y="10750"/>
                      <a:pt x="7237" y="10700"/>
                    </a:cubicBezTo>
                    <a:cubicBezTo>
                      <a:pt x="6360" y="10625"/>
                      <a:pt x="5508" y="10324"/>
                      <a:pt x="4781" y="9848"/>
                    </a:cubicBezTo>
                    <a:cubicBezTo>
                      <a:pt x="4605" y="9723"/>
                      <a:pt x="4430" y="9597"/>
                      <a:pt x="4279" y="9472"/>
                    </a:cubicBezTo>
                    <a:cubicBezTo>
                      <a:pt x="4254" y="9447"/>
                      <a:pt x="4229" y="9447"/>
                      <a:pt x="4204" y="9447"/>
                    </a:cubicBezTo>
                    <a:cubicBezTo>
                      <a:pt x="2911" y="9964"/>
                      <a:pt x="1618" y="10482"/>
                      <a:pt x="324" y="10999"/>
                    </a:cubicBezTo>
                    <a:lnTo>
                      <a:pt x="324" y="10999"/>
                    </a:lnTo>
                    <a:cubicBezTo>
                      <a:pt x="1175" y="9889"/>
                      <a:pt x="2025" y="8778"/>
                      <a:pt x="2876" y="7668"/>
                    </a:cubicBezTo>
                    <a:cubicBezTo>
                      <a:pt x="2876" y="7643"/>
                      <a:pt x="2876" y="7592"/>
                      <a:pt x="2876" y="7592"/>
                    </a:cubicBezTo>
                    <a:cubicBezTo>
                      <a:pt x="2199" y="6089"/>
                      <a:pt x="2274" y="4334"/>
                      <a:pt x="3051" y="2906"/>
                    </a:cubicBezTo>
                    <a:cubicBezTo>
                      <a:pt x="3728" y="1703"/>
                      <a:pt x="4856" y="750"/>
                      <a:pt x="6184" y="374"/>
                    </a:cubicBezTo>
                    <a:cubicBezTo>
                      <a:pt x="6585" y="249"/>
                      <a:pt x="6986" y="174"/>
                      <a:pt x="7387" y="149"/>
                    </a:cubicBezTo>
                    <a:cubicBezTo>
                      <a:pt x="7563" y="140"/>
                      <a:pt x="7738" y="138"/>
                      <a:pt x="7914" y="138"/>
                    </a:cubicBezTo>
                    <a:close/>
                    <a:moveTo>
                      <a:pt x="7959" y="1"/>
                    </a:moveTo>
                    <a:cubicBezTo>
                      <a:pt x="7423" y="1"/>
                      <a:pt x="6894" y="35"/>
                      <a:pt x="6385" y="174"/>
                    </a:cubicBezTo>
                    <a:cubicBezTo>
                      <a:pt x="5683" y="349"/>
                      <a:pt x="5006" y="650"/>
                      <a:pt x="4430" y="1101"/>
                    </a:cubicBezTo>
                    <a:cubicBezTo>
                      <a:pt x="3302" y="1953"/>
                      <a:pt x="2525" y="3257"/>
                      <a:pt x="2325" y="4685"/>
                    </a:cubicBezTo>
                    <a:cubicBezTo>
                      <a:pt x="2177" y="5671"/>
                      <a:pt x="2320" y="6681"/>
                      <a:pt x="2730" y="7620"/>
                    </a:cubicBezTo>
                    <a:lnTo>
                      <a:pt x="2730" y="7620"/>
                    </a:lnTo>
                    <a:cubicBezTo>
                      <a:pt x="1834" y="8789"/>
                      <a:pt x="939" y="9957"/>
                      <a:pt x="44" y="11126"/>
                    </a:cubicBezTo>
                    <a:cubicBezTo>
                      <a:pt x="1" y="11170"/>
                      <a:pt x="51" y="11232"/>
                      <a:pt x="97" y="11232"/>
                    </a:cubicBezTo>
                    <a:cubicBezTo>
                      <a:pt x="105" y="11232"/>
                      <a:pt x="112" y="11230"/>
                      <a:pt x="119" y="11227"/>
                    </a:cubicBezTo>
                    <a:cubicBezTo>
                      <a:pt x="1493" y="10677"/>
                      <a:pt x="2866" y="10128"/>
                      <a:pt x="4215" y="9603"/>
                    </a:cubicBezTo>
                    <a:lnTo>
                      <a:pt x="4215" y="9603"/>
                    </a:lnTo>
                    <a:cubicBezTo>
                      <a:pt x="4884" y="10163"/>
                      <a:pt x="5673" y="10553"/>
                      <a:pt x="6535" y="10750"/>
                    </a:cubicBezTo>
                    <a:cubicBezTo>
                      <a:pt x="7112" y="10876"/>
                      <a:pt x="7713" y="10876"/>
                      <a:pt x="8290" y="10876"/>
                    </a:cubicBezTo>
                    <a:cubicBezTo>
                      <a:pt x="8482" y="10884"/>
                      <a:pt x="8671" y="10890"/>
                      <a:pt x="8859" y="10890"/>
                    </a:cubicBezTo>
                    <a:cubicBezTo>
                      <a:pt x="9234" y="10890"/>
                      <a:pt x="9601" y="10867"/>
                      <a:pt x="9969" y="10800"/>
                    </a:cubicBezTo>
                    <a:cubicBezTo>
                      <a:pt x="10670" y="10650"/>
                      <a:pt x="11372" y="10349"/>
                      <a:pt x="11974" y="9948"/>
                    </a:cubicBezTo>
                    <a:cubicBezTo>
                      <a:pt x="13177" y="9121"/>
                      <a:pt x="14029" y="7818"/>
                      <a:pt x="14254" y="6364"/>
                    </a:cubicBezTo>
                    <a:cubicBezTo>
                      <a:pt x="14505" y="4886"/>
                      <a:pt x="14129" y="3357"/>
                      <a:pt x="13227" y="2154"/>
                    </a:cubicBezTo>
                    <a:cubicBezTo>
                      <a:pt x="12350" y="1001"/>
                      <a:pt x="10996" y="224"/>
                      <a:pt x="9543" y="49"/>
                    </a:cubicBezTo>
                    <a:cubicBezTo>
                      <a:pt x="9342" y="23"/>
                      <a:pt x="9167" y="23"/>
                      <a:pt x="8966" y="23"/>
                    </a:cubicBezTo>
                    <a:cubicBezTo>
                      <a:pt x="8630" y="14"/>
                      <a:pt x="8293" y="1"/>
                      <a:pt x="7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29"/>
              <p:cNvSpPr/>
              <p:nvPr/>
            </p:nvSpPr>
            <p:spPr>
              <a:xfrm>
                <a:off x="8494115" y="431977"/>
                <a:ext cx="507313" cy="448271"/>
              </a:xfrm>
              <a:custGeom>
                <a:rect b="b" l="l" r="r" t="t"/>
                <a:pathLst>
                  <a:path extrusionOk="0" h="6446" w="7295">
                    <a:moveTo>
                      <a:pt x="3557" y="1"/>
                    </a:moveTo>
                    <a:cubicBezTo>
                      <a:pt x="3154" y="1"/>
                      <a:pt x="2754" y="76"/>
                      <a:pt x="2382" y="238"/>
                    </a:cubicBezTo>
                    <a:cubicBezTo>
                      <a:pt x="803" y="915"/>
                      <a:pt x="1" y="2995"/>
                      <a:pt x="703" y="4549"/>
                    </a:cubicBezTo>
                    <a:cubicBezTo>
                      <a:pt x="1214" y="5705"/>
                      <a:pt x="2499" y="6445"/>
                      <a:pt x="3757" y="6445"/>
                    </a:cubicBezTo>
                    <a:cubicBezTo>
                      <a:pt x="4162" y="6445"/>
                      <a:pt x="4565" y="6368"/>
                      <a:pt x="4938" y="6203"/>
                    </a:cubicBezTo>
                    <a:cubicBezTo>
                      <a:pt x="6492" y="5527"/>
                      <a:pt x="7294" y="3522"/>
                      <a:pt x="6642" y="1968"/>
                    </a:cubicBezTo>
                    <a:cubicBezTo>
                      <a:pt x="6147" y="767"/>
                      <a:pt x="4839" y="1"/>
                      <a:pt x="355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p29"/>
              <p:cNvSpPr/>
              <p:nvPr/>
            </p:nvSpPr>
            <p:spPr>
              <a:xfrm>
                <a:off x="8502877" y="427804"/>
                <a:ext cx="479356" cy="457729"/>
              </a:xfrm>
              <a:custGeom>
                <a:rect b="b" l="l" r="r" t="t"/>
                <a:pathLst>
                  <a:path extrusionOk="0" h="6582" w="6893">
                    <a:moveTo>
                      <a:pt x="3458" y="135"/>
                    </a:moveTo>
                    <a:cubicBezTo>
                      <a:pt x="3619" y="135"/>
                      <a:pt x="3778" y="148"/>
                      <a:pt x="3935" y="173"/>
                    </a:cubicBezTo>
                    <a:cubicBezTo>
                      <a:pt x="5213" y="373"/>
                      <a:pt x="6366" y="1301"/>
                      <a:pt x="6617" y="2604"/>
                    </a:cubicBezTo>
                    <a:cubicBezTo>
                      <a:pt x="6867" y="3857"/>
                      <a:pt x="6291" y="5286"/>
                      <a:pt x="5188" y="5988"/>
                    </a:cubicBezTo>
                    <a:cubicBezTo>
                      <a:pt x="5067" y="6060"/>
                      <a:pt x="4947" y="6132"/>
                      <a:pt x="4804" y="6205"/>
                    </a:cubicBezTo>
                    <a:lnTo>
                      <a:pt x="4804" y="6205"/>
                    </a:lnTo>
                    <a:cubicBezTo>
                      <a:pt x="4798" y="6207"/>
                      <a:pt x="4793" y="6209"/>
                      <a:pt x="4787" y="6213"/>
                    </a:cubicBezTo>
                    <a:cubicBezTo>
                      <a:pt x="4787" y="6213"/>
                      <a:pt x="4787" y="6213"/>
                      <a:pt x="4787" y="6213"/>
                    </a:cubicBezTo>
                    <a:lnTo>
                      <a:pt x="4787" y="6213"/>
                    </a:lnTo>
                    <a:cubicBezTo>
                      <a:pt x="4777" y="6216"/>
                      <a:pt x="4769" y="6219"/>
                      <a:pt x="4762" y="6223"/>
                    </a:cubicBezTo>
                    <a:lnTo>
                      <a:pt x="4762" y="6223"/>
                    </a:lnTo>
                    <a:cubicBezTo>
                      <a:pt x="4405" y="6368"/>
                      <a:pt x="4025" y="6436"/>
                      <a:pt x="3642" y="6436"/>
                    </a:cubicBezTo>
                    <a:cubicBezTo>
                      <a:pt x="2742" y="6436"/>
                      <a:pt x="1832" y="6058"/>
                      <a:pt x="1203" y="5411"/>
                    </a:cubicBezTo>
                    <a:cubicBezTo>
                      <a:pt x="752" y="4935"/>
                      <a:pt x="476" y="4333"/>
                      <a:pt x="401" y="3707"/>
                    </a:cubicBezTo>
                    <a:cubicBezTo>
                      <a:pt x="351" y="3055"/>
                      <a:pt x="476" y="2429"/>
                      <a:pt x="752" y="1852"/>
                    </a:cubicBezTo>
                    <a:cubicBezTo>
                      <a:pt x="1053" y="1276"/>
                      <a:pt x="1504" y="774"/>
                      <a:pt x="2055" y="474"/>
                    </a:cubicBezTo>
                    <a:cubicBezTo>
                      <a:pt x="2488" y="248"/>
                      <a:pt x="2976" y="135"/>
                      <a:pt x="3458" y="135"/>
                    </a:cubicBezTo>
                    <a:close/>
                    <a:moveTo>
                      <a:pt x="3441" y="1"/>
                    </a:moveTo>
                    <a:cubicBezTo>
                      <a:pt x="3096" y="1"/>
                      <a:pt x="2754" y="57"/>
                      <a:pt x="2431" y="173"/>
                    </a:cubicBezTo>
                    <a:cubicBezTo>
                      <a:pt x="1780" y="399"/>
                      <a:pt x="1253" y="825"/>
                      <a:pt x="877" y="1376"/>
                    </a:cubicBezTo>
                    <a:cubicBezTo>
                      <a:pt x="100" y="2479"/>
                      <a:pt x="0" y="4033"/>
                      <a:pt x="802" y="5160"/>
                    </a:cubicBezTo>
                    <a:cubicBezTo>
                      <a:pt x="1450" y="6051"/>
                      <a:pt x="2538" y="6582"/>
                      <a:pt x="3620" y="6582"/>
                    </a:cubicBezTo>
                    <a:cubicBezTo>
                      <a:pt x="3878" y="6582"/>
                      <a:pt x="4135" y="6552"/>
                      <a:pt x="4386" y="6489"/>
                    </a:cubicBezTo>
                    <a:cubicBezTo>
                      <a:pt x="4562" y="6439"/>
                      <a:pt x="4712" y="6389"/>
                      <a:pt x="4862" y="6313"/>
                    </a:cubicBezTo>
                    <a:cubicBezTo>
                      <a:pt x="4865" y="6312"/>
                      <a:pt x="4868" y="6311"/>
                      <a:pt x="4871" y="6310"/>
                    </a:cubicBezTo>
                    <a:lnTo>
                      <a:pt x="4871" y="6310"/>
                    </a:lnTo>
                    <a:cubicBezTo>
                      <a:pt x="6119" y="5781"/>
                      <a:pt x="6892" y="4380"/>
                      <a:pt x="6817" y="3055"/>
                    </a:cubicBezTo>
                    <a:cubicBezTo>
                      <a:pt x="6792" y="2353"/>
                      <a:pt x="6541" y="1702"/>
                      <a:pt x="6090" y="1201"/>
                    </a:cubicBezTo>
                    <a:cubicBezTo>
                      <a:pt x="5639" y="699"/>
                      <a:pt x="5063" y="323"/>
                      <a:pt x="4411" y="148"/>
                    </a:cubicBezTo>
                    <a:cubicBezTo>
                      <a:pt x="4095" y="51"/>
                      <a:pt x="3767" y="1"/>
                      <a:pt x="34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p29"/>
              <p:cNvSpPr/>
              <p:nvPr/>
            </p:nvSpPr>
            <p:spPr>
              <a:xfrm>
                <a:off x="8802605" y="565289"/>
                <a:ext cx="36718" cy="69821"/>
              </a:xfrm>
              <a:custGeom>
                <a:rect b="b" l="l" r="r" t="t"/>
                <a:pathLst>
                  <a:path extrusionOk="0" h="1004" w="528">
                    <a:moveTo>
                      <a:pt x="277" y="1"/>
                    </a:moveTo>
                    <a:cubicBezTo>
                      <a:pt x="126" y="1"/>
                      <a:pt x="1" y="226"/>
                      <a:pt x="1" y="502"/>
                    </a:cubicBezTo>
                    <a:cubicBezTo>
                      <a:pt x="1" y="777"/>
                      <a:pt x="126" y="1003"/>
                      <a:pt x="277" y="1003"/>
                    </a:cubicBezTo>
                    <a:cubicBezTo>
                      <a:pt x="427" y="1003"/>
                      <a:pt x="527" y="777"/>
                      <a:pt x="527" y="502"/>
                    </a:cubicBezTo>
                    <a:cubicBezTo>
                      <a:pt x="527" y="226"/>
                      <a:pt x="4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p29"/>
              <p:cNvSpPr/>
              <p:nvPr/>
            </p:nvSpPr>
            <p:spPr>
              <a:xfrm>
                <a:off x="8784315" y="533717"/>
                <a:ext cx="89362" cy="51601"/>
              </a:xfrm>
              <a:custGeom>
                <a:rect b="b" l="l" r="r" t="t"/>
                <a:pathLst>
                  <a:path extrusionOk="0" h="742" w="1285">
                    <a:moveTo>
                      <a:pt x="1161" y="0"/>
                    </a:moveTo>
                    <a:cubicBezTo>
                      <a:pt x="1155" y="0"/>
                      <a:pt x="1148" y="1"/>
                      <a:pt x="1141" y="3"/>
                    </a:cubicBezTo>
                    <a:lnTo>
                      <a:pt x="63" y="605"/>
                    </a:lnTo>
                    <a:cubicBezTo>
                      <a:pt x="0" y="647"/>
                      <a:pt x="43" y="742"/>
                      <a:pt x="103" y="742"/>
                    </a:cubicBezTo>
                    <a:cubicBezTo>
                      <a:pt x="114" y="742"/>
                      <a:pt x="126" y="738"/>
                      <a:pt x="139" y="730"/>
                    </a:cubicBezTo>
                    <a:cubicBezTo>
                      <a:pt x="515" y="530"/>
                      <a:pt x="865" y="329"/>
                      <a:pt x="1216" y="129"/>
                    </a:cubicBezTo>
                    <a:cubicBezTo>
                      <a:pt x="1285" y="106"/>
                      <a:pt x="1229" y="0"/>
                      <a:pt x="11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p29"/>
              <p:cNvSpPr/>
              <p:nvPr/>
            </p:nvSpPr>
            <p:spPr>
              <a:xfrm>
                <a:off x="8657956" y="565289"/>
                <a:ext cx="36718" cy="69821"/>
              </a:xfrm>
              <a:custGeom>
                <a:rect b="b" l="l" r="r" t="t"/>
                <a:pathLst>
                  <a:path extrusionOk="0" h="1004" w="528">
                    <a:moveTo>
                      <a:pt x="251" y="1"/>
                    </a:moveTo>
                    <a:cubicBezTo>
                      <a:pt x="101" y="1"/>
                      <a:pt x="1" y="226"/>
                      <a:pt x="1" y="502"/>
                    </a:cubicBezTo>
                    <a:cubicBezTo>
                      <a:pt x="1" y="777"/>
                      <a:pt x="101" y="1003"/>
                      <a:pt x="251" y="1003"/>
                    </a:cubicBezTo>
                    <a:cubicBezTo>
                      <a:pt x="402" y="1003"/>
                      <a:pt x="527" y="777"/>
                      <a:pt x="527" y="502"/>
                    </a:cubicBezTo>
                    <a:cubicBezTo>
                      <a:pt x="527" y="226"/>
                      <a:pt x="402"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p29"/>
              <p:cNvSpPr/>
              <p:nvPr/>
            </p:nvSpPr>
            <p:spPr>
              <a:xfrm>
                <a:off x="8623603" y="533717"/>
                <a:ext cx="89362" cy="51601"/>
              </a:xfrm>
              <a:custGeom>
                <a:rect b="b" l="l" r="r" t="t"/>
                <a:pathLst>
                  <a:path extrusionOk="0" h="742" w="1285">
                    <a:moveTo>
                      <a:pt x="124" y="0"/>
                    </a:moveTo>
                    <a:cubicBezTo>
                      <a:pt x="56" y="0"/>
                      <a:pt x="0" y="106"/>
                      <a:pt x="69" y="129"/>
                    </a:cubicBezTo>
                    <a:cubicBezTo>
                      <a:pt x="420" y="329"/>
                      <a:pt x="795" y="530"/>
                      <a:pt x="1146" y="730"/>
                    </a:cubicBezTo>
                    <a:cubicBezTo>
                      <a:pt x="1158" y="738"/>
                      <a:pt x="1171" y="742"/>
                      <a:pt x="1182" y="742"/>
                    </a:cubicBezTo>
                    <a:cubicBezTo>
                      <a:pt x="1242" y="742"/>
                      <a:pt x="1285" y="647"/>
                      <a:pt x="1222" y="605"/>
                    </a:cubicBezTo>
                    <a:cubicBezTo>
                      <a:pt x="846" y="404"/>
                      <a:pt x="495" y="204"/>
                      <a:pt x="144" y="3"/>
                    </a:cubicBezTo>
                    <a:cubicBezTo>
                      <a:pt x="137" y="1"/>
                      <a:pt x="130" y="0"/>
                      <a:pt x="1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8" name="Google Shape;2708;p29"/>
              <p:cNvSpPr/>
              <p:nvPr/>
            </p:nvSpPr>
            <p:spPr>
              <a:xfrm>
                <a:off x="8686956" y="464592"/>
                <a:ext cx="99446" cy="21419"/>
              </a:xfrm>
              <a:custGeom>
                <a:rect b="b" l="l" r="r" t="t"/>
                <a:pathLst>
                  <a:path extrusionOk="0" h="308" w="1430">
                    <a:moveTo>
                      <a:pt x="857" y="0"/>
                    </a:moveTo>
                    <a:cubicBezTo>
                      <a:pt x="594" y="0"/>
                      <a:pt x="335" y="61"/>
                      <a:pt x="85" y="170"/>
                    </a:cubicBezTo>
                    <a:cubicBezTo>
                      <a:pt x="1" y="212"/>
                      <a:pt x="40" y="307"/>
                      <a:pt x="114" y="307"/>
                    </a:cubicBezTo>
                    <a:cubicBezTo>
                      <a:pt x="128" y="307"/>
                      <a:pt x="144" y="304"/>
                      <a:pt x="160" y="296"/>
                    </a:cubicBezTo>
                    <a:cubicBezTo>
                      <a:pt x="387" y="199"/>
                      <a:pt x="634" y="143"/>
                      <a:pt x="889" y="143"/>
                    </a:cubicBezTo>
                    <a:cubicBezTo>
                      <a:pt x="1029" y="143"/>
                      <a:pt x="1171" y="160"/>
                      <a:pt x="1313" y="195"/>
                    </a:cubicBezTo>
                    <a:cubicBezTo>
                      <a:pt x="1320" y="198"/>
                      <a:pt x="1326" y="199"/>
                      <a:pt x="1333" y="199"/>
                    </a:cubicBezTo>
                    <a:cubicBezTo>
                      <a:pt x="1396" y="199"/>
                      <a:pt x="1429" y="93"/>
                      <a:pt x="1338" y="70"/>
                    </a:cubicBezTo>
                    <a:cubicBezTo>
                      <a:pt x="1177" y="23"/>
                      <a:pt x="1016" y="0"/>
                      <a:pt x="8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9" name="Google Shape;2709;p29"/>
              <p:cNvSpPr/>
              <p:nvPr/>
            </p:nvSpPr>
            <p:spPr>
              <a:xfrm>
                <a:off x="8668457" y="483368"/>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p29"/>
              <p:cNvSpPr/>
              <p:nvPr/>
            </p:nvSpPr>
            <p:spPr>
              <a:xfrm>
                <a:off x="8908935" y="662927"/>
                <a:ext cx="36718" cy="81504"/>
              </a:xfrm>
              <a:custGeom>
                <a:rect b="b" l="l" r="r" t="t"/>
                <a:pathLst>
                  <a:path extrusionOk="0" h="1172" w="528">
                    <a:moveTo>
                      <a:pt x="452" y="0"/>
                    </a:moveTo>
                    <a:cubicBezTo>
                      <a:pt x="414" y="0"/>
                      <a:pt x="377" y="25"/>
                      <a:pt x="377" y="75"/>
                    </a:cubicBezTo>
                    <a:cubicBezTo>
                      <a:pt x="377" y="426"/>
                      <a:pt x="251" y="777"/>
                      <a:pt x="26" y="1053"/>
                    </a:cubicBezTo>
                    <a:cubicBezTo>
                      <a:pt x="1" y="1078"/>
                      <a:pt x="1" y="1128"/>
                      <a:pt x="26" y="1153"/>
                    </a:cubicBezTo>
                    <a:cubicBezTo>
                      <a:pt x="38" y="1165"/>
                      <a:pt x="57" y="1172"/>
                      <a:pt x="76" y="1172"/>
                    </a:cubicBezTo>
                    <a:cubicBezTo>
                      <a:pt x="95" y="1172"/>
                      <a:pt x="114" y="1165"/>
                      <a:pt x="126" y="1153"/>
                    </a:cubicBezTo>
                    <a:cubicBezTo>
                      <a:pt x="377" y="827"/>
                      <a:pt x="502" y="451"/>
                      <a:pt x="527" y="75"/>
                    </a:cubicBezTo>
                    <a:cubicBezTo>
                      <a:pt x="527" y="25"/>
                      <a:pt x="489" y="0"/>
                      <a:pt x="4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29"/>
              <p:cNvSpPr/>
              <p:nvPr/>
            </p:nvSpPr>
            <p:spPr>
              <a:xfrm>
                <a:off x="8935083" y="617585"/>
                <a:ext cx="14048" cy="10501"/>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2" name="Google Shape;2712;p29"/>
              <p:cNvSpPr/>
              <p:nvPr/>
            </p:nvSpPr>
            <p:spPr>
              <a:xfrm>
                <a:off x="8565604" y="704722"/>
                <a:ext cx="21002" cy="43047"/>
              </a:xfrm>
              <a:custGeom>
                <a:rect b="b" l="l" r="r" t="t"/>
                <a:pathLst>
                  <a:path extrusionOk="0" h="619" w="302">
                    <a:moveTo>
                      <a:pt x="76" y="1"/>
                    </a:moveTo>
                    <a:cubicBezTo>
                      <a:pt x="25" y="1"/>
                      <a:pt x="0" y="51"/>
                      <a:pt x="0" y="76"/>
                    </a:cubicBezTo>
                    <a:cubicBezTo>
                      <a:pt x="0" y="251"/>
                      <a:pt x="50" y="427"/>
                      <a:pt x="151" y="577"/>
                    </a:cubicBezTo>
                    <a:cubicBezTo>
                      <a:pt x="165" y="606"/>
                      <a:pt x="180" y="618"/>
                      <a:pt x="200" y="618"/>
                    </a:cubicBezTo>
                    <a:cubicBezTo>
                      <a:pt x="214" y="618"/>
                      <a:pt x="230" y="612"/>
                      <a:pt x="251" y="602"/>
                    </a:cubicBezTo>
                    <a:cubicBezTo>
                      <a:pt x="276" y="602"/>
                      <a:pt x="301" y="552"/>
                      <a:pt x="276" y="502"/>
                    </a:cubicBezTo>
                    <a:cubicBezTo>
                      <a:pt x="226" y="452"/>
                      <a:pt x="201" y="376"/>
                      <a:pt x="176" y="301"/>
                    </a:cubicBezTo>
                    <a:cubicBezTo>
                      <a:pt x="176" y="276"/>
                      <a:pt x="151" y="226"/>
                      <a:pt x="151" y="201"/>
                    </a:cubicBezTo>
                    <a:cubicBezTo>
                      <a:pt x="151" y="151"/>
                      <a:pt x="151" y="126"/>
                      <a:pt x="151" y="76"/>
                    </a:cubicBezTo>
                    <a:cubicBezTo>
                      <a:pt x="126" y="51"/>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3" name="Google Shape;2713;p29"/>
              <p:cNvSpPr/>
              <p:nvPr/>
            </p:nvSpPr>
            <p:spPr>
              <a:xfrm>
                <a:off x="8553365" y="654165"/>
                <a:ext cx="10570" cy="12309"/>
              </a:xfrm>
              <a:custGeom>
                <a:rect b="b" l="l" r="r" t="t"/>
                <a:pathLst>
                  <a:path extrusionOk="0" h="177" w="152">
                    <a:moveTo>
                      <a:pt x="76" y="1"/>
                    </a:moveTo>
                    <a:cubicBezTo>
                      <a:pt x="76" y="1"/>
                      <a:pt x="76" y="26"/>
                      <a:pt x="76" y="26"/>
                    </a:cubicBezTo>
                    <a:lnTo>
                      <a:pt x="26" y="26"/>
                    </a:lnTo>
                    <a:cubicBezTo>
                      <a:pt x="26" y="51"/>
                      <a:pt x="26" y="51"/>
                      <a:pt x="26" y="51"/>
                    </a:cubicBezTo>
                    <a:cubicBezTo>
                      <a:pt x="26" y="51"/>
                      <a:pt x="1" y="76"/>
                      <a:pt x="1" y="76"/>
                    </a:cubicBezTo>
                    <a:lnTo>
                      <a:pt x="1" y="101"/>
                    </a:lnTo>
                    <a:cubicBezTo>
                      <a:pt x="1" y="126"/>
                      <a:pt x="26" y="126"/>
                      <a:pt x="26" y="126"/>
                    </a:cubicBezTo>
                    <a:cubicBezTo>
                      <a:pt x="26" y="151"/>
                      <a:pt x="26" y="151"/>
                      <a:pt x="26" y="151"/>
                    </a:cubicBezTo>
                    <a:cubicBezTo>
                      <a:pt x="51" y="176"/>
                      <a:pt x="51" y="176"/>
                      <a:pt x="51" y="176"/>
                    </a:cubicBezTo>
                    <a:lnTo>
                      <a:pt x="101" y="176"/>
                    </a:lnTo>
                    <a:cubicBezTo>
                      <a:pt x="126" y="176"/>
                      <a:pt x="126" y="176"/>
                      <a:pt x="126" y="151"/>
                    </a:cubicBezTo>
                    <a:lnTo>
                      <a:pt x="151" y="151"/>
                    </a:lnTo>
                    <a:cubicBezTo>
                      <a:pt x="151" y="126"/>
                      <a:pt x="151" y="126"/>
                      <a:pt x="151" y="101"/>
                    </a:cubicBezTo>
                    <a:lnTo>
                      <a:pt x="151" y="76"/>
                    </a:lnTo>
                    <a:cubicBezTo>
                      <a:pt x="151" y="76"/>
                      <a:pt x="151" y="76"/>
                      <a:pt x="151" y="51"/>
                    </a:cubicBezTo>
                    <a:cubicBezTo>
                      <a:pt x="151" y="51"/>
                      <a:pt x="151" y="51"/>
                      <a:pt x="126" y="26"/>
                    </a:cubicBezTo>
                    <a:lnTo>
                      <a:pt x="101" y="26"/>
                    </a:lnTo>
                    <a:cubicBezTo>
                      <a:pt x="101" y="26"/>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4" name="Google Shape;2714;p29"/>
              <p:cNvSpPr/>
              <p:nvPr/>
            </p:nvSpPr>
            <p:spPr>
              <a:xfrm>
                <a:off x="8586536" y="615847"/>
                <a:ext cx="317253" cy="202230"/>
              </a:xfrm>
              <a:custGeom>
                <a:rect b="b" l="l" r="r" t="t"/>
                <a:pathLst>
                  <a:path extrusionOk="0" h="2908" w="4562">
                    <a:moveTo>
                      <a:pt x="276" y="0"/>
                    </a:moveTo>
                    <a:lnTo>
                      <a:pt x="276" y="0"/>
                    </a:lnTo>
                    <a:cubicBezTo>
                      <a:pt x="276" y="0"/>
                      <a:pt x="0" y="2908"/>
                      <a:pt x="2281" y="2908"/>
                    </a:cubicBezTo>
                    <a:cubicBezTo>
                      <a:pt x="4561" y="2908"/>
                      <a:pt x="4386" y="226"/>
                      <a:pt x="4386" y="226"/>
                    </a:cubicBezTo>
                    <a:lnTo>
                      <a:pt x="4386" y="226"/>
                    </a:lnTo>
                    <a:cubicBezTo>
                      <a:pt x="3855" y="688"/>
                      <a:pt x="3152" y="959"/>
                      <a:pt x="2457" y="959"/>
                    </a:cubicBezTo>
                    <a:cubicBezTo>
                      <a:pt x="2398" y="959"/>
                      <a:pt x="2339" y="957"/>
                      <a:pt x="2281" y="953"/>
                    </a:cubicBezTo>
                    <a:cubicBezTo>
                      <a:pt x="1529" y="903"/>
                      <a:pt x="777" y="552"/>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5" name="Google Shape;2715;p29"/>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6" name="Google Shape;2716;p29"/>
              <p:cNvSpPr/>
              <p:nvPr/>
            </p:nvSpPr>
            <p:spPr>
              <a:xfrm>
                <a:off x="8630070" y="717587"/>
                <a:ext cx="237140" cy="106678"/>
              </a:xfrm>
              <a:custGeom>
                <a:rect b="b" l="l" r="r" t="t"/>
                <a:pathLst>
                  <a:path extrusionOk="0" h="1534" w="3410">
                    <a:moveTo>
                      <a:pt x="814" y="251"/>
                    </a:moveTo>
                    <a:cubicBezTo>
                      <a:pt x="957" y="251"/>
                      <a:pt x="1099" y="323"/>
                      <a:pt x="1179" y="442"/>
                    </a:cubicBezTo>
                    <a:cubicBezTo>
                      <a:pt x="1204" y="492"/>
                      <a:pt x="1179" y="517"/>
                      <a:pt x="1154" y="542"/>
                    </a:cubicBezTo>
                    <a:cubicBezTo>
                      <a:pt x="1146" y="550"/>
                      <a:pt x="1137" y="553"/>
                      <a:pt x="1126" y="553"/>
                    </a:cubicBezTo>
                    <a:cubicBezTo>
                      <a:pt x="1101" y="553"/>
                      <a:pt x="1071" y="535"/>
                      <a:pt x="1053" y="517"/>
                    </a:cubicBezTo>
                    <a:cubicBezTo>
                      <a:pt x="1053" y="492"/>
                      <a:pt x="1028" y="492"/>
                      <a:pt x="1028" y="492"/>
                    </a:cubicBezTo>
                    <a:cubicBezTo>
                      <a:pt x="1028" y="492"/>
                      <a:pt x="1028" y="467"/>
                      <a:pt x="1003" y="467"/>
                    </a:cubicBezTo>
                    <a:cubicBezTo>
                      <a:pt x="978" y="442"/>
                      <a:pt x="978" y="442"/>
                      <a:pt x="953" y="442"/>
                    </a:cubicBezTo>
                    <a:cubicBezTo>
                      <a:pt x="953" y="417"/>
                      <a:pt x="953" y="417"/>
                      <a:pt x="953" y="417"/>
                    </a:cubicBezTo>
                    <a:lnTo>
                      <a:pt x="928" y="417"/>
                    </a:lnTo>
                    <a:cubicBezTo>
                      <a:pt x="903" y="417"/>
                      <a:pt x="878" y="417"/>
                      <a:pt x="878" y="392"/>
                    </a:cubicBezTo>
                    <a:lnTo>
                      <a:pt x="778" y="392"/>
                    </a:lnTo>
                    <a:cubicBezTo>
                      <a:pt x="778" y="392"/>
                      <a:pt x="753" y="417"/>
                      <a:pt x="728" y="417"/>
                    </a:cubicBezTo>
                    <a:cubicBezTo>
                      <a:pt x="702" y="417"/>
                      <a:pt x="652" y="392"/>
                      <a:pt x="652" y="367"/>
                    </a:cubicBezTo>
                    <a:cubicBezTo>
                      <a:pt x="627" y="317"/>
                      <a:pt x="652" y="292"/>
                      <a:pt x="702" y="267"/>
                    </a:cubicBezTo>
                    <a:cubicBezTo>
                      <a:pt x="739" y="256"/>
                      <a:pt x="777" y="251"/>
                      <a:pt x="814" y="251"/>
                    </a:cubicBezTo>
                    <a:close/>
                    <a:moveTo>
                      <a:pt x="2567" y="352"/>
                    </a:moveTo>
                    <a:cubicBezTo>
                      <a:pt x="2614" y="352"/>
                      <a:pt x="2661" y="357"/>
                      <a:pt x="2707" y="367"/>
                    </a:cubicBezTo>
                    <a:cubicBezTo>
                      <a:pt x="2758" y="367"/>
                      <a:pt x="2758" y="417"/>
                      <a:pt x="2758" y="442"/>
                    </a:cubicBezTo>
                    <a:cubicBezTo>
                      <a:pt x="2758" y="479"/>
                      <a:pt x="2731" y="502"/>
                      <a:pt x="2707" y="502"/>
                    </a:cubicBezTo>
                    <a:cubicBezTo>
                      <a:pt x="2698" y="502"/>
                      <a:pt x="2689" y="499"/>
                      <a:pt x="2682" y="492"/>
                    </a:cubicBezTo>
                    <a:cubicBezTo>
                      <a:pt x="2657" y="489"/>
                      <a:pt x="2631" y="487"/>
                      <a:pt x="2606" y="487"/>
                    </a:cubicBezTo>
                    <a:cubicBezTo>
                      <a:pt x="2437" y="487"/>
                      <a:pt x="2290" y="559"/>
                      <a:pt x="2181" y="668"/>
                    </a:cubicBezTo>
                    <a:cubicBezTo>
                      <a:pt x="2162" y="686"/>
                      <a:pt x="2142" y="694"/>
                      <a:pt x="2123" y="694"/>
                    </a:cubicBezTo>
                    <a:cubicBezTo>
                      <a:pt x="2067" y="694"/>
                      <a:pt x="2025" y="624"/>
                      <a:pt x="2081" y="567"/>
                    </a:cubicBezTo>
                    <a:cubicBezTo>
                      <a:pt x="2201" y="428"/>
                      <a:pt x="2384" y="352"/>
                      <a:pt x="2567" y="352"/>
                    </a:cubicBezTo>
                    <a:close/>
                    <a:moveTo>
                      <a:pt x="1905" y="643"/>
                    </a:moveTo>
                    <a:cubicBezTo>
                      <a:pt x="2006" y="643"/>
                      <a:pt x="2006" y="793"/>
                      <a:pt x="1905" y="793"/>
                    </a:cubicBezTo>
                    <a:cubicBezTo>
                      <a:pt x="1805" y="793"/>
                      <a:pt x="1805" y="643"/>
                      <a:pt x="1905" y="643"/>
                    </a:cubicBezTo>
                    <a:close/>
                    <a:moveTo>
                      <a:pt x="963" y="0"/>
                    </a:moveTo>
                    <a:cubicBezTo>
                      <a:pt x="849" y="0"/>
                      <a:pt x="735" y="26"/>
                      <a:pt x="627" y="66"/>
                    </a:cubicBezTo>
                    <a:cubicBezTo>
                      <a:pt x="352" y="191"/>
                      <a:pt x="151" y="392"/>
                      <a:pt x="1" y="668"/>
                    </a:cubicBezTo>
                    <a:cubicBezTo>
                      <a:pt x="126" y="843"/>
                      <a:pt x="276" y="1019"/>
                      <a:pt x="452" y="1144"/>
                    </a:cubicBezTo>
                    <a:cubicBezTo>
                      <a:pt x="788" y="1407"/>
                      <a:pt x="1227" y="1534"/>
                      <a:pt x="1669" y="1534"/>
                    </a:cubicBezTo>
                    <a:cubicBezTo>
                      <a:pt x="1984" y="1534"/>
                      <a:pt x="2301" y="1470"/>
                      <a:pt x="2582" y="1344"/>
                    </a:cubicBezTo>
                    <a:cubicBezTo>
                      <a:pt x="2933" y="1194"/>
                      <a:pt x="3209" y="918"/>
                      <a:pt x="3409" y="592"/>
                    </a:cubicBezTo>
                    <a:cubicBezTo>
                      <a:pt x="3409" y="592"/>
                      <a:pt x="3409" y="592"/>
                      <a:pt x="3409" y="567"/>
                    </a:cubicBezTo>
                    <a:cubicBezTo>
                      <a:pt x="3209" y="317"/>
                      <a:pt x="2908" y="166"/>
                      <a:pt x="2582" y="166"/>
                    </a:cubicBezTo>
                    <a:cubicBezTo>
                      <a:pt x="2231" y="166"/>
                      <a:pt x="1931" y="317"/>
                      <a:pt x="1705" y="567"/>
                    </a:cubicBezTo>
                    <a:cubicBezTo>
                      <a:pt x="1687" y="594"/>
                      <a:pt x="1667" y="605"/>
                      <a:pt x="1648" y="605"/>
                    </a:cubicBezTo>
                    <a:cubicBezTo>
                      <a:pt x="1612" y="605"/>
                      <a:pt x="1580" y="566"/>
                      <a:pt x="1580" y="517"/>
                    </a:cubicBezTo>
                    <a:cubicBezTo>
                      <a:pt x="1580" y="317"/>
                      <a:pt x="1429" y="141"/>
                      <a:pt x="1254" y="66"/>
                    </a:cubicBezTo>
                    <a:cubicBezTo>
                      <a:pt x="1161" y="20"/>
                      <a:pt x="1062" y="0"/>
                      <a:pt x="9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29"/>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29"/>
              <p:cNvSpPr/>
              <p:nvPr/>
            </p:nvSpPr>
            <p:spPr>
              <a:xfrm>
                <a:off x="8624854" y="707364"/>
                <a:ext cx="247571" cy="56677"/>
              </a:xfrm>
              <a:custGeom>
                <a:rect b="b" l="l" r="r" t="t"/>
                <a:pathLst>
                  <a:path extrusionOk="0" h="815" w="3560">
                    <a:moveTo>
                      <a:pt x="1024" y="1"/>
                    </a:moveTo>
                    <a:cubicBezTo>
                      <a:pt x="941" y="1"/>
                      <a:pt x="858" y="13"/>
                      <a:pt x="777" y="38"/>
                    </a:cubicBezTo>
                    <a:cubicBezTo>
                      <a:pt x="427" y="138"/>
                      <a:pt x="201" y="364"/>
                      <a:pt x="1" y="664"/>
                    </a:cubicBezTo>
                    <a:cubicBezTo>
                      <a:pt x="26" y="714"/>
                      <a:pt x="51" y="765"/>
                      <a:pt x="76" y="815"/>
                    </a:cubicBezTo>
                    <a:cubicBezTo>
                      <a:pt x="226" y="539"/>
                      <a:pt x="427" y="338"/>
                      <a:pt x="702" y="213"/>
                    </a:cubicBezTo>
                    <a:cubicBezTo>
                      <a:pt x="810" y="173"/>
                      <a:pt x="924" y="147"/>
                      <a:pt x="1038" y="147"/>
                    </a:cubicBezTo>
                    <a:cubicBezTo>
                      <a:pt x="1137" y="147"/>
                      <a:pt x="1236" y="167"/>
                      <a:pt x="1329" y="213"/>
                    </a:cubicBezTo>
                    <a:cubicBezTo>
                      <a:pt x="1504" y="288"/>
                      <a:pt x="1655" y="464"/>
                      <a:pt x="1655" y="664"/>
                    </a:cubicBezTo>
                    <a:cubicBezTo>
                      <a:pt x="1655" y="718"/>
                      <a:pt x="1694" y="760"/>
                      <a:pt x="1734" y="760"/>
                    </a:cubicBezTo>
                    <a:cubicBezTo>
                      <a:pt x="1750" y="760"/>
                      <a:pt x="1766" y="753"/>
                      <a:pt x="1780" y="739"/>
                    </a:cubicBezTo>
                    <a:cubicBezTo>
                      <a:pt x="2006" y="464"/>
                      <a:pt x="2306" y="313"/>
                      <a:pt x="2657" y="313"/>
                    </a:cubicBezTo>
                    <a:cubicBezTo>
                      <a:pt x="2983" y="313"/>
                      <a:pt x="3284" y="464"/>
                      <a:pt x="3484" y="714"/>
                    </a:cubicBezTo>
                    <a:cubicBezTo>
                      <a:pt x="3484" y="739"/>
                      <a:pt x="3484" y="739"/>
                      <a:pt x="3484" y="739"/>
                    </a:cubicBezTo>
                    <a:cubicBezTo>
                      <a:pt x="3509" y="689"/>
                      <a:pt x="3559" y="639"/>
                      <a:pt x="3559" y="589"/>
                    </a:cubicBezTo>
                    <a:cubicBezTo>
                      <a:pt x="3359" y="364"/>
                      <a:pt x="3058" y="188"/>
                      <a:pt x="2732" y="163"/>
                    </a:cubicBezTo>
                    <a:cubicBezTo>
                      <a:pt x="2707" y="161"/>
                      <a:pt x="2681" y="160"/>
                      <a:pt x="2656" y="160"/>
                    </a:cubicBezTo>
                    <a:cubicBezTo>
                      <a:pt x="2331" y="160"/>
                      <a:pt x="2012" y="305"/>
                      <a:pt x="1780" y="514"/>
                    </a:cubicBezTo>
                    <a:cubicBezTo>
                      <a:pt x="1680" y="193"/>
                      <a:pt x="1355" y="1"/>
                      <a:pt x="10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29"/>
              <p:cNvSpPr/>
              <p:nvPr/>
            </p:nvSpPr>
            <p:spPr>
              <a:xfrm>
                <a:off x="8770824" y="741997"/>
                <a:ext cx="51044" cy="23923"/>
              </a:xfrm>
              <a:custGeom>
                <a:rect b="b" l="l" r="r" t="t"/>
                <a:pathLst>
                  <a:path extrusionOk="0" h="344" w="734">
                    <a:moveTo>
                      <a:pt x="543" y="1"/>
                    </a:moveTo>
                    <a:cubicBezTo>
                      <a:pt x="360" y="1"/>
                      <a:pt x="177" y="77"/>
                      <a:pt x="57" y="216"/>
                    </a:cubicBezTo>
                    <a:cubicBezTo>
                      <a:pt x="1" y="273"/>
                      <a:pt x="43" y="343"/>
                      <a:pt x="99" y="343"/>
                    </a:cubicBezTo>
                    <a:cubicBezTo>
                      <a:pt x="118" y="343"/>
                      <a:pt x="138" y="335"/>
                      <a:pt x="157" y="317"/>
                    </a:cubicBezTo>
                    <a:cubicBezTo>
                      <a:pt x="266" y="208"/>
                      <a:pt x="413" y="136"/>
                      <a:pt x="582" y="136"/>
                    </a:cubicBezTo>
                    <a:cubicBezTo>
                      <a:pt x="607" y="136"/>
                      <a:pt x="633" y="138"/>
                      <a:pt x="658" y="141"/>
                    </a:cubicBezTo>
                    <a:cubicBezTo>
                      <a:pt x="665" y="148"/>
                      <a:pt x="674" y="151"/>
                      <a:pt x="683" y="151"/>
                    </a:cubicBezTo>
                    <a:cubicBezTo>
                      <a:pt x="707" y="151"/>
                      <a:pt x="734" y="128"/>
                      <a:pt x="734" y="91"/>
                    </a:cubicBezTo>
                    <a:cubicBezTo>
                      <a:pt x="734" y="66"/>
                      <a:pt x="734" y="16"/>
                      <a:pt x="683" y="16"/>
                    </a:cubicBezTo>
                    <a:cubicBezTo>
                      <a:pt x="637" y="6"/>
                      <a:pt x="590" y="1"/>
                      <a:pt x="5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p29"/>
              <p:cNvSpPr/>
              <p:nvPr/>
            </p:nvSpPr>
            <p:spPr>
              <a:xfrm>
                <a:off x="8755594" y="762233"/>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29"/>
              <p:cNvSpPr/>
              <p:nvPr/>
            </p:nvSpPr>
            <p:spPr>
              <a:xfrm>
                <a:off x="8673673" y="735042"/>
                <a:ext cx="40126" cy="21002"/>
              </a:xfrm>
              <a:custGeom>
                <a:rect b="b" l="l" r="r" t="t"/>
                <a:pathLst>
                  <a:path extrusionOk="0" h="302" w="577">
                    <a:moveTo>
                      <a:pt x="187" y="0"/>
                    </a:moveTo>
                    <a:cubicBezTo>
                      <a:pt x="150" y="0"/>
                      <a:pt x="112" y="5"/>
                      <a:pt x="75" y="16"/>
                    </a:cubicBezTo>
                    <a:cubicBezTo>
                      <a:pt x="25" y="41"/>
                      <a:pt x="0" y="66"/>
                      <a:pt x="25" y="116"/>
                    </a:cubicBezTo>
                    <a:cubicBezTo>
                      <a:pt x="25" y="141"/>
                      <a:pt x="75" y="166"/>
                      <a:pt x="101" y="166"/>
                    </a:cubicBezTo>
                    <a:cubicBezTo>
                      <a:pt x="126" y="166"/>
                      <a:pt x="151" y="141"/>
                      <a:pt x="151" y="141"/>
                    </a:cubicBezTo>
                    <a:lnTo>
                      <a:pt x="251" y="141"/>
                    </a:lnTo>
                    <a:cubicBezTo>
                      <a:pt x="251" y="166"/>
                      <a:pt x="276" y="166"/>
                      <a:pt x="301" y="166"/>
                    </a:cubicBezTo>
                    <a:lnTo>
                      <a:pt x="326" y="166"/>
                    </a:lnTo>
                    <a:cubicBezTo>
                      <a:pt x="326" y="166"/>
                      <a:pt x="326" y="166"/>
                      <a:pt x="326" y="191"/>
                    </a:cubicBezTo>
                    <a:cubicBezTo>
                      <a:pt x="351" y="191"/>
                      <a:pt x="351" y="191"/>
                      <a:pt x="376" y="216"/>
                    </a:cubicBezTo>
                    <a:cubicBezTo>
                      <a:pt x="401" y="216"/>
                      <a:pt x="401" y="241"/>
                      <a:pt x="401" y="241"/>
                    </a:cubicBezTo>
                    <a:cubicBezTo>
                      <a:pt x="401" y="241"/>
                      <a:pt x="426" y="241"/>
                      <a:pt x="426" y="266"/>
                    </a:cubicBezTo>
                    <a:cubicBezTo>
                      <a:pt x="444" y="284"/>
                      <a:pt x="474" y="302"/>
                      <a:pt x="499" y="302"/>
                    </a:cubicBezTo>
                    <a:cubicBezTo>
                      <a:pt x="510" y="302"/>
                      <a:pt x="519" y="299"/>
                      <a:pt x="527" y="291"/>
                    </a:cubicBezTo>
                    <a:cubicBezTo>
                      <a:pt x="552" y="266"/>
                      <a:pt x="577" y="241"/>
                      <a:pt x="552" y="191"/>
                    </a:cubicBezTo>
                    <a:cubicBezTo>
                      <a:pt x="472" y="72"/>
                      <a:pt x="330" y="0"/>
                      <a:pt x="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2" name="Google Shape;2722;p29"/>
            <p:cNvGrpSpPr/>
            <p:nvPr/>
          </p:nvGrpSpPr>
          <p:grpSpPr>
            <a:xfrm flipH="1" rot="575087">
              <a:off x="4493237" y="2990297"/>
              <a:ext cx="914356" cy="713331"/>
              <a:chOff x="3845050" y="297847"/>
              <a:chExt cx="914393" cy="713360"/>
            </a:xfrm>
          </p:grpSpPr>
          <p:sp>
            <p:nvSpPr>
              <p:cNvPr id="2723" name="Google Shape;2723;p29"/>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29"/>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p29"/>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29"/>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p29"/>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8" name="Google Shape;2728;p29"/>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p29"/>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p29"/>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p29"/>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29"/>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29"/>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29"/>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5" name="Google Shape;2735;p29"/>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29"/>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29"/>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8" name="Google Shape;2738;p29"/>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29"/>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p29"/>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29"/>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29"/>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3" name="Google Shape;2743;p29"/>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44" name="Google Shape;2744;p29"/>
          <p:cNvGrpSpPr/>
          <p:nvPr/>
        </p:nvGrpSpPr>
        <p:grpSpPr>
          <a:xfrm rot="1896696">
            <a:off x="2901536" y="491467"/>
            <a:ext cx="847408" cy="946780"/>
            <a:chOff x="-7776150" y="-789500"/>
            <a:chExt cx="926525" cy="1035175"/>
          </a:xfrm>
        </p:grpSpPr>
        <p:sp>
          <p:nvSpPr>
            <p:cNvPr id="2745" name="Google Shape;2745;p29"/>
            <p:cNvSpPr/>
            <p:nvPr/>
          </p:nvSpPr>
          <p:spPr>
            <a:xfrm>
              <a:off x="-7776150" y="-784475"/>
              <a:ext cx="919825" cy="1025125"/>
            </a:xfrm>
            <a:custGeom>
              <a:rect b="b" l="l" r="r" t="t"/>
              <a:pathLst>
                <a:path extrusionOk="0" h="41005" w="36793">
                  <a:moveTo>
                    <a:pt x="13746" y="1"/>
                  </a:moveTo>
                  <a:cubicBezTo>
                    <a:pt x="12184" y="1"/>
                    <a:pt x="10585" y="465"/>
                    <a:pt x="9148" y="1129"/>
                  </a:cubicBezTo>
                  <a:cubicBezTo>
                    <a:pt x="7118" y="2082"/>
                    <a:pt x="5263" y="3485"/>
                    <a:pt x="3935" y="5290"/>
                  </a:cubicBezTo>
                  <a:cubicBezTo>
                    <a:pt x="2782" y="6894"/>
                    <a:pt x="2081" y="8799"/>
                    <a:pt x="1629" y="10728"/>
                  </a:cubicBezTo>
                  <a:cubicBezTo>
                    <a:pt x="0" y="17946"/>
                    <a:pt x="2306" y="26067"/>
                    <a:pt x="7945" y="30854"/>
                  </a:cubicBezTo>
                  <a:cubicBezTo>
                    <a:pt x="9599" y="32257"/>
                    <a:pt x="11454" y="33335"/>
                    <a:pt x="13384" y="34338"/>
                  </a:cubicBezTo>
                  <a:cubicBezTo>
                    <a:pt x="20627" y="38097"/>
                    <a:pt x="28647" y="40378"/>
                    <a:pt x="36792" y="41004"/>
                  </a:cubicBezTo>
                  <a:cubicBezTo>
                    <a:pt x="33359" y="39977"/>
                    <a:pt x="29975" y="38774"/>
                    <a:pt x="26943" y="36919"/>
                  </a:cubicBezTo>
                  <a:cubicBezTo>
                    <a:pt x="23033" y="34563"/>
                    <a:pt x="19650" y="31004"/>
                    <a:pt x="18421" y="26593"/>
                  </a:cubicBezTo>
                  <a:cubicBezTo>
                    <a:pt x="17845" y="24538"/>
                    <a:pt x="17820" y="22157"/>
                    <a:pt x="19148" y="20478"/>
                  </a:cubicBezTo>
                  <a:cubicBezTo>
                    <a:pt x="20025" y="19325"/>
                    <a:pt x="21404" y="18648"/>
                    <a:pt x="22356" y="17571"/>
                  </a:cubicBezTo>
                  <a:cubicBezTo>
                    <a:pt x="23534" y="16217"/>
                    <a:pt x="23935" y="14212"/>
                    <a:pt x="23359" y="12508"/>
                  </a:cubicBezTo>
                  <a:lnTo>
                    <a:pt x="23359" y="12508"/>
                  </a:lnTo>
                  <a:cubicBezTo>
                    <a:pt x="23008" y="13385"/>
                    <a:pt x="22607" y="14262"/>
                    <a:pt x="22181" y="15089"/>
                  </a:cubicBezTo>
                  <a:cubicBezTo>
                    <a:pt x="21705" y="14312"/>
                    <a:pt x="21228" y="13485"/>
                    <a:pt x="20777" y="12658"/>
                  </a:cubicBezTo>
                  <a:cubicBezTo>
                    <a:pt x="20502" y="13560"/>
                    <a:pt x="20101" y="14438"/>
                    <a:pt x="19650" y="15290"/>
                  </a:cubicBezTo>
                  <a:cubicBezTo>
                    <a:pt x="18948" y="14438"/>
                    <a:pt x="18221" y="13586"/>
                    <a:pt x="17469" y="12758"/>
                  </a:cubicBezTo>
                  <a:cubicBezTo>
                    <a:pt x="16767" y="13761"/>
                    <a:pt x="16166" y="14814"/>
                    <a:pt x="15665" y="15916"/>
                  </a:cubicBezTo>
                  <a:cubicBezTo>
                    <a:pt x="15188" y="15089"/>
                    <a:pt x="14737" y="14262"/>
                    <a:pt x="14261" y="13435"/>
                  </a:cubicBezTo>
                  <a:cubicBezTo>
                    <a:pt x="13609" y="13987"/>
                    <a:pt x="12983" y="14563"/>
                    <a:pt x="12331" y="15114"/>
                  </a:cubicBezTo>
                  <a:cubicBezTo>
                    <a:pt x="12281" y="15165"/>
                    <a:pt x="12206" y="15240"/>
                    <a:pt x="12106" y="15240"/>
                  </a:cubicBezTo>
                  <a:cubicBezTo>
                    <a:pt x="12056" y="15240"/>
                    <a:pt x="11980" y="15215"/>
                    <a:pt x="11930" y="15165"/>
                  </a:cubicBezTo>
                  <a:cubicBezTo>
                    <a:pt x="10777" y="14463"/>
                    <a:pt x="9675" y="13661"/>
                    <a:pt x="8672" y="12733"/>
                  </a:cubicBezTo>
                  <a:cubicBezTo>
                    <a:pt x="9524" y="12633"/>
                    <a:pt x="10376" y="12533"/>
                    <a:pt x="11228" y="12433"/>
                  </a:cubicBezTo>
                  <a:cubicBezTo>
                    <a:pt x="11053" y="11480"/>
                    <a:pt x="10903" y="10553"/>
                    <a:pt x="10727" y="9601"/>
                  </a:cubicBezTo>
                  <a:lnTo>
                    <a:pt x="10727" y="9601"/>
                  </a:lnTo>
                  <a:cubicBezTo>
                    <a:pt x="12056" y="10052"/>
                    <a:pt x="13334" y="10603"/>
                    <a:pt x="14587" y="11255"/>
                  </a:cubicBezTo>
                  <a:cubicBezTo>
                    <a:pt x="14612" y="10352"/>
                    <a:pt x="14612" y="9425"/>
                    <a:pt x="14637" y="8498"/>
                  </a:cubicBezTo>
                  <a:cubicBezTo>
                    <a:pt x="15815" y="8974"/>
                    <a:pt x="17043" y="9375"/>
                    <a:pt x="18271" y="9726"/>
                  </a:cubicBezTo>
                  <a:cubicBezTo>
                    <a:pt x="18321" y="8723"/>
                    <a:pt x="18472" y="7746"/>
                    <a:pt x="18672" y="6794"/>
                  </a:cubicBezTo>
                  <a:cubicBezTo>
                    <a:pt x="18697" y="6794"/>
                    <a:pt x="18697" y="6819"/>
                    <a:pt x="18722" y="6819"/>
                  </a:cubicBezTo>
                  <a:cubicBezTo>
                    <a:pt x="20000" y="7370"/>
                    <a:pt x="21329" y="7746"/>
                    <a:pt x="22682" y="7997"/>
                  </a:cubicBezTo>
                  <a:cubicBezTo>
                    <a:pt x="21930" y="6468"/>
                    <a:pt x="21053" y="5014"/>
                    <a:pt x="20025" y="3686"/>
                  </a:cubicBezTo>
                  <a:cubicBezTo>
                    <a:pt x="19073" y="2433"/>
                    <a:pt x="17970" y="1255"/>
                    <a:pt x="16567" y="603"/>
                  </a:cubicBezTo>
                  <a:cubicBezTo>
                    <a:pt x="15673" y="180"/>
                    <a:pt x="14717" y="1"/>
                    <a:pt x="1374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29"/>
            <p:cNvSpPr/>
            <p:nvPr/>
          </p:nvSpPr>
          <p:spPr>
            <a:xfrm>
              <a:off x="-7763625" y="-789500"/>
              <a:ext cx="914000" cy="1035175"/>
            </a:xfrm>
            <a:custGeom>
              <a:rect b="b" l="l" r="r" t="t"/>
              <a:pathLst>
                <a:path extrusionOk="0" h="41407" w="36560">
                  <a:moveTo>
                    <a:pt x="13212" y="399"/>
                  </a:moveTo>
                  <a:cubicBezTo>
                    <a:pt x="13903" y="399"/>
                    <a:pt x="14592" y="493"/>
                    <a:pt x="15264" y="704"/>
                  </a:cubicBezTo>
                  <a:cubicBezTo>
                    <a:pt x="16542" y="1105"/>
                    <a:pt x="17595" y="1957"/>
                    <a:pt x="18497" y="2959"/>
                  </a:cubicBezTo>
                  <a:cubicBezTo>
                    <a:pt x="19449" y="4012"/>
                    <a:pt x="20276" y="5215"/>
                    <a:pt x="21003" y="6443"/>
                  </a:cubicBezTo>
                  <a:cubicBezTo>
                    <a:pt x="21282" y="6921"/>
                    <a:pt x="21545" y="7415"/>
                    <a:pt x="21805" y="7912"/>
                  </a:cubicBezTo>
                  <a:lnTo>
                    <a:pt x="21805" y="7912"/>
                  </a:lnTo>
                  <a:cubicBezTo>
                    <a:pt x="20622" y="7665"/>
                    <a:pt x="19446" y="7316"/>
                    <a:pt x="18330" y="6848"/>
                  </a:cubicBezTo>
                  <a:lnTo>
                    <a:pt x="18330" y="6848"/>
                  </a:lnTo>
                  <a:cubicBezTo>
                    <a:pt x="18327" y="6846"/>
                    <a:pt x="18324" y="6845"/>
                    <a:pt x="18321" y="6844"/>
                  </a:cubicBezTo>
                  <a:lnTo>
                    <a:pt x="18321" y="6844"/>
                  </a:lnTo>
                  <a:cubicBezTo>
                    <a:pt x="18321" y="6844"/>
                    <a:pt x="18321" y="6844"/>
                    <a:pt x="18321" y="6844"/>
                  </a:cubicBezTo>
                  <a:cubicBezTo>
                    <a:pt x="18315" y="6842"/>
                    <a:pt x="18309" y="6839"/>
                    <a:pt x="18303" y="6837"/>
                  </a:cubicBezTo>
                  <a:lnTo>
                    <a:pt x="18303" y="6837"/>
                  </a:lnTo>
                  <a:cubicBezTo>
                    <a:pt x="18293" y="6830"/>
                    <a:pt x="18288" y="6819"/>
                    <a:pt x="18271" y="6819"/>
                  </a:cubicBezTo>
                  <a:cubicBezTo>
                    <a:pt x="18241" y="6804"/>
                    <a:pt x="18204" y="6796"/>
                    <a:pt x="18166" y="6796"/>
                  </a:cubicBezTo>
                  <a:cubicBezTo>
                    <a:pt x="18079" y="6796"/>
                    <a:pt x="17988" y="6840"/>
                    <a:pt x="17971" y="6944"/>
                  </a:cubicBezTo>
                  <a:cubicBezTo>
                    <a:pt x="17789" y="7828"/>
                    <a:pt x="17649" y="8732"/>
                    <a:pt x="17587" y="9638"/>
                  </a:cubicBezTo>
                  <a:lnTo>
                    <a:pt x="17587" y="9638"/>
                  </a:lnTo>
                  <a:cubicBezTo>
                    <a:pt x="16439" y="9324"/>
                    <a:pt x="15313" y="8944"/>
                    <a:pt x="14186" y="8498"/>
                  </a:cubicBezTo>
                  <a:cubicBezTo>
                    <a:pt x="14167" y="8491"/>
                    <a:pt x="14147" y="8487"/>
                    <a:pt x="14128" y="8487"/>
                  </a:cubicBezTo>
                  <a:cubicBezTo>
                    <a:pt x="14025" y="8487"/>
                    <a:pt x="13935" y="8593"/>
                    <a:pt x="13935" y="8699"/>
                  </a:cubicBezTo>
                  <a:cubicBezTo>
                    <a:pt x="13913" y="9514"/>
                    <a:pt x="13891" y="10329"/>
                    <a:pt x="13886" y="11127"/>
                  </a:cubicBezTo>
                  <a:lnTo>
                    <a:pt x="13886" y="11127"/>
                  </a:lnTo>
                  <a:cubicBezTo>
                    <a:pt x="12726" y="10541"/>
                    <a:pt x="11522" y="10039"/>
                    <a:pt x="10276" y="9601"/>
                  </a:cubicBezTo>
                  <a:cubicBezTo>
                    <a:pt x="10258" y="9595"/>
                    <a:pt x="10241" y="9592"/>
                    <a:pt x="10224" y="9592"/>
                  </a:cubicBezTo>
                  <a:cubicBezTo>
                    <a:pt x="10098" y="9592"/>
                    <a:pt x="10004" y="9741"/>
                    <a:pt x="10026" y="9852"/>
                  </a:cubicBezTo>
                  <a:cubicBezTo>
                    <a:pt x="10187" y="10728"/>
                    <a:pt x="10327" y="11605"/>
                    <a:pt x="10485" y="12462"/>
                  </a:cubicBezTo>
                  <a:lnTo>
                    <a:pt x="10485" y="12462"/>
                  </a:lnTo>
                  <a:lnTo>
                    <a:pt x="8171" y="12734"/>
                  </a:lnTo>
                  <a:cubicBezTo>
                    <a:pt x="7996" y="12759"/>
                    <a:pt x="7870" y="12959"/>
                    <a:pt x="8021" y="13085"/>
                  </a:cubicBezTo>
                  <a:cubicBezTo>
                    <a:pt x="8973" y="13937"/>
                    <a:pt x="9976" y="14689"/>
                    <a:pt x="11028" y="15366"/>
                  </a:cubicBezTo>
                  <a:cubicBezTo>
                    <a:pt x="11207" y="15477"/>
                    <a:pt x="11406" y="15649"/>
                    <a:pt x="11625" y="15649"/>
                  </a:cubicBezTo>
                  <a:cubicBezTo>
                    <a:pt x="11651" y="15649"/>
                    <a:pt x="11678" y="15647"/>
                    <a:pt x="11705" y="15641"/>
                  </a:cubicBezTo>
                  <a:cubicBezTo>
                    <a:pt x="11930" y="15591"/>
                    <a:pt x="12156" y="15315"/>
                    <a:pt x="12331" y="15165"/>
                  </a:cubicBezTo>
                  <a:cubicBezTo>
                    <a:pt x="12790" y="14750"/>
                    <a:pt x="13249" y="14354"/>
                    <a:pt x="13707" y="13961"/>
                  </a:cubicBezTo>
                  <a:lnTo>
                    <a:pt x="13707" y="13961"/>
                  </a:lnTo>
                  <a:cubicBezTo>
                    <a:pt x="14122" y="14713"/>
                    <a:pt x="14555" y="15465"/>
                    <a:pt x="14988" y="16218"/>
                  </a:cubicBezTo>
                  <a:cubicBezTo>
                    <a:pt x="15027" y="16283"/>
                    <a:pt x="15101" y="16321"/>
                    <a:pt x="15173" y="16321"/>
                  </a:cubicBezTo>
                  <a:cubicBezTo>
                    <a:pt x="15239" y="16321"/>
                    <a:pt x="15303" y="16289"/>
                    <a:pt x="15339" y="16218"/>
                  </a:cubicBezTo>
                  <a:cubicBezTo>
                    <a:pt x="15802" y="15200"/>
                    <a:pt x="16350" y="14225"/>
                    <a:pt x="16983" y="13293"/>
                  </a:cubicBezTo>
                  <a:lnTo>
                    <a:pt x="16983" y="13293"/>
                  </a:lnTo>
                  <a:cubicBezTo>
                    <a:pt x="17676" y="14062"/>
                    <a:pt x="18348" y="14852"/>
                    <a:pt x="18998" y="15641"/>
                  </a:cubicBezTo>
                  <a:cubicBezTo>
                    <a:pt x="19036" y="15679"/>
                    <a:pt x="19086" y="15696"/>
                    <a:pt x="19135" y="15696"/>
                  </a:cubicBezTo>
                  <a:cubicBezTo>
                    <a:pt x="19214" y="15696"/>
                    <a:pt x="19293" y="15653"/>
                    <a:pt x="19324" y="15591"/>
                  </a:cubicBezTo>
                  <a:cubicBezTo>
                    <a:pt x="19722" y="14879"/>
                    <a:pt x="20050" y="14132"/>
                    <a:pt x="20322" y="13379"/>
                  </a:cubicBezTo>
                  <a:lnTo>
                    <a:pt x="20322" y="13379"/>
                  </a:lnTo>
                  <a:cubicBezTo>
                    <a:pt x="20701" y="14056"/>
                    <a:pt x="21085" y="14745"/>
                    <a:pt x="21504" y="15416"/>
                  </a:cubicBezTo>
                  <a:cubicBezTo>
                    <a:pt x="21542" y="15478"/>
                    <a:pt x="21611" y="15510"/>
                    <a:pt x="21680" y="15510"/>
                  </a:cubicBezTo>
                  <a:cubicBezTo>
                    <a:pt x="21749" y="15510"/>
                    <a:pt x="21818" y="15478"/>
                    <a:pt x="21855" y="15416"/>
                  </a:cubicBezTo>
                  <a:cubicBezTo>
                    <a:pt x="22188" y="14730"/>
                    <a:pt x="22506" y="14045"/>
                    <a:pt x="22808" y="13359"/>
                  </a:cubicBezTo>
                  <a:lnTo>
                    <a:pt x="22808" y="13359"/>
                  </a:lnTo>
                  <a:cubicBezTo>
                    <a:pt x="23023" y="14431"/>
                    <a:pt x="22895" y="15571"/>
                    <a:pt x="22407" y="16569"/>
                  </a:cubicBezTo>
                  <a:cubicBezTo>
                    <a:pt x="21805" y="17797"/>
                    <a:pt x="20727" y="18523"/>
                    <a:pt x="19675" y="19351"/>
                  </a:cubicBezTo>
                  <a:cubicBezTo>
                    <a:pt x="18672" y="20178"/>
                    <a:pt x="17895" y="21130"/>
                    <a:pt x="17570" y="22383"/>
                  </a:cubicBezTo>
                  <a:cubicBezTo>
                    <a:pt x="17244" y="23611"/>
                    <a:pt x="17294" y="24914"/>
                    <a:pt x="17545" y="26143"/>
                  </a:cubicBezTo>
                  <a:cubicBezTo>
                    <a:pt x="18597" y="31180"/>
                    <a:pt x="22582" y="35165"/>
                    <a:pt x="26893" y="37646"/>
                  </a:cubicBezTo>
                  <a:cubicBezTo>
                    <a:pt x="29238" y="38989"/>
                    <a:pt x="31744" y="39980"/>
                    <a:pt x="34308" y="40810"/>
                  </a:cubicBezTo>
                  <a:lnTo>
                    <a:pt x="34308" y="40810"/>
                  </a:lnTo>
                  <a:cubicBezTo>
                    <a:pt x="29203" y="40226"/>
                    <a:pt x="24193" y="39018"/>
                    <a:pt x="19399" y="37220"/>
                  </a:cubicBezTo>
                  <a:cubicBezTo>
                    <a:pt x="16692" y="36193"/>
                    <a:pt x="14061" y="34990"/>
                    <a:pt x="11529" y="33586"/>
                  </a:cubicBezTo>
                  <a:cubicBezTo>
                    <a:pt x="9224" y="32283"/>
                    <a:pt x="7093" y="30729"/>
                    <a:pt x="5389" y="28674"/>
                  </a:cubicBezTo>
                  <a:cubicBezTo>
                    <a:pt x="2356" y="25015"/>
                    <a:pt x="803" y="20228"/>
                    <a:pt x="828" y="15491"/>
                  </a:cubicBezTo>
                  <a:cubicBezTo>
                    <a:pt x="828" y="12985"/>
                    <a:pt x="1279" y="10428"/>
                    <a:pt x="2231" y="8097"/>
                  </a:cubicBezTo>
                  <a:cubicBezTo>
                    <a:pt x="2757" y="6844"/>
                    <a:pt x="3484" y="5666"/>
                    <a:pt x="4412" y="4664"/>
                  </a:cubicBezTo>
                  <a:cubicBezTo>
                    <a:pt x="5289" y="3686"/>
                    <a:pt x="6341" y="2859"/>
                    <a:pt x="7469" y="2182"/>
                  </a:cubicBezTo>
                  <a:cubicBezTo>
                    <a:pt x="9167" y="1193"/>
                    <a:pt x="11199" y="399"/>
                    <a:pt x="13212" y="399"/>
                  </a:cubicBezTo>
                  <a:close/>
                  <a:moveTo>
                    <a:pt x="13203" y="1"/>
                  </a:moveTo>
                  <a:cubicBezTo>
                    <a:pt x="11889" y="1"/>
                    <a:pt x="10554" y="309"/>
                    <a:pt x="9324" y="804"/>
                  </a:cubicBezTo>
                  <a:cubicBezTo>
                    <a:pt x="6868" y="1781"/>
                    <a:pt x="4612" y="3411"/>
                    <a:pt x="3108" y="5616"/>
                  </a:cubicBezTo>
                  <a:cubicBezTo>
                    <a:pt x="1580" y="7847"/>
                    <a:pt x="828" y="10579"/>
                    <a:pt x="552" y="13235"/>
                  </a:cubicBezTo>
                  <a:cubicBezTo>
                    <a:pt x="1" y="18047"/>
                    <a:pt x="1128" y="23085"/>
                    <a:pt x="3760" y="27170"/>
                  </a:cubicBezTo>
                  <a:cubicBezTo>
                    <a:pt x="5163" y="29300"/>
                    <a:pt x="6943" y="31105"/>
                    <a:pt x="9048" y="32534"/>
                  </a:cubicBezTo>
                  <a:cubicBezTo>
                    <a:pt x="11504" y="34213"/>
                    <a:pt x="14236" y="35541"/>
                    <a:pt x="16993" y="36694"/>
                  </a:cubicBezTo>
                  <a:cubicBezTo>
                    <a:pt x="22432" y="39000"/>
                    <a:pt x="28221" y="40529"/>
                    <a:pt x="34111" y="41205"/>
                  </a:cubicBezTo>
                  <a:cubicBezTo>
                    <a:pt x="34816" y="41278"/>
                    <a:pt x="35521" y="41351"/>
                    <a:pt x="36226" y="41401"/>
                  </a:cubicBezTo>
                  <a:lnTo>
                    <a:pt x="36226" y="41401"/>
                  </a:lnTo>
                  <a:cubicBezTo>
                    <a:pt x="36231" y="41403"/>
                    <a:pt x="36236" y="41404"/>
                    <a:pt x="36241" y="41406"/>
                  </a:cubicBezTo>
                  <a:cubicBezTo>
                    <a:pt x="36241" y="41405"/>
                    <a:pt x="36241" y="41403"/>
                    <a:pt x="36241" y="41402"/>
                  </a:cubicBezTo>
                  <a:lnTo>
                    <a:pt x="36241" y="41402"/>
                  </a:lnTo>
                  <a:cubicBezTo>
                    <a:pt x="36258" y="41403"/>
                    <a:pt x="36275" y="41405"/>
                    <a:pt x="36291" y="41406"/>
                  </a:cubicBezTo>
                  <a:cubicBezTo>
                    <a:pt x="36299" y="41407"/>
                    <a:pt x="36306" y="41407"/>
                    <a:pt x="36313" y="41407"/>
                  </a:cubicBezTo>
                  <a:cubicBezTo>
                    <a:pt x="36520" y="41407"/>
                    <a:pt x="36560" y="41053"/>
                    <a:pt x="36342" y="41005"/>
                  </a:cubicBezTo>
                  <a:cubicBezTo>
                    <a:pt x="31003" y="39426"/>
                    <a:pt x="25615" y="37270"/>
                    <a:pt x="21780" y="33085"/>
                  </a:cubicBezTo>
                  <a:cubicBezTo>
                    <a:pt x="20101" y="31255"/>
                    <a:pt x="18773" y="29075"/>
                    <a:pt x="18096" y="26669"/>
                  </a:cubicBezTo>
                  <a:cubicBezTo>
                    <a:pt x="17770" y="25441"/>
                    <a:pt x="17620" y="24112"/>
                    <a:pt x="17895" y="22859"/>
                  </a:cubicBezTo>
                  <a:cubicBezTo>
                    <a:pt x="18021" y="22233"/>
                    <a:pt x="18246" y="21631"/>
                    <a:pt x="18572" y="21105"/>
                  </a:cubicBezTo>
                  <a:cubicBezTo>
                    <a:pt x="18948" y="20554"/>
                    <a:pt x="19424" y="20102"/>
                    <a:pt x="19925" y="19701"/>
                  </a:cubicBezTo>
                  <a:cubicBezTo>
                    <a:pt x="21028" y="18799"/>
                    <a:pt x="22206" y="18022"/>
                    <a:pt x="22833" y="16669"/>
                  </a:cubicBezTo>
                  <a:cubicBezTo>
                    <a:pt x="23384" y="15416"/>
                    <a:pt x="23509" y="13962"/>
                    <a:pt x="23058" y="12659"/>
                  </a:cubicBezTo>
                  <a:cubicBezTo>
                    <a:pt x="23022" y="12562"/>
                    <a:pt x="22945" y="12518"/>
                    <a:pt x="22866" y="12518"/>
                  </a:cubicBezTo>
                  <a:cubicBezTo>
                    <a:pt x="22782" y="12518"/>
                    <a:pt x="22696" y="12568"/>
                    <a:pt x="22657" y="12659"/>
                  </a:cubicBezTo>
                  <a:cubicBezTo>
                    <a:pt x="22352" y="13399"/>
                    <a:pt x="22010" y="14140"/>
                    <a:pt x="21662" y="14864"/>
                  </a:cubicBezTo>
                  <a:lnTo>
                    <a:pt x="21662" y="14864"/>
                  </a:lnTo>
                  <a:cubicBezTo>
                    <a:pt x="21251" y="14170"/>
                    <a:pt x="20842" y="13474"/>
                    <a:pt x="20452" y="12759"/>
                  </a:cubicBezTo>
                  <a:cubicBezTo>
                    <a:pt x="20420" y="12696"/>
                    <a:pt x="20358" y="12668"/>
                    <a:pt x="20293" y="12668"/>
                  </a:cubicBezTo>
                  <a:cubicBezTo>
                    <a:pt x="20202" y="12668"/>
                    <a:pt x="20105" y="12722"/>
                    <a:pt x="20076" y="12809"/>
                  </a:cubicBezTo>
                  <a:cubicBezTo>
                    <a:pt x="19828" y="13619"/>
                    <a:pt x="19500" y="14389"/>
                    <a:pt x="19109" y="15118"/>
                  </a:cubicBezTo>
                  <a:lnTo>
                    <a:pt x="19109" y="15118"/>
                  </a:lnTo>
                  <a:cubicBezTo>
                    <a:pt x="18446" y="14340"/>
                    <a:pt x="17782" y="13564"/>
                    <a:pt x="17118" y="12809"/>
                  </a:cubicBezTo>
                  <a:cubicBezTo>
                    <a:pt x="17080" y="12771"/>
                    <a:pt x="17035" y="12754"/>
                    <a:pt x="16989" y="12754"/>
                  </a:cubicBezTo>
                  <a:cubicBezTo>
                    <a:pt x="16914" y="12754"/>
                    <a:pt x="16839" y="12797"/>
                    <a:pt x="16793" y="12859"/>
                  </a:cubicBezTo>
                  <a:cubicBezTo>
                    <a:pt x="16163" y="13759"/>
                    <a:pt x="15614" y="14699"/>
                    <a:pt x="15146" y="15679"/>
                  </a:cubicBezTo>
                  <a:lnTo>
                    <a:pt x="15146" y="15679"/>
                  </a:lnTo>
                  <a:cubicBezTo>
                    <a:pt x="14739" y="14965"/>
                    <a:pt x="14347" y="14250"/>
                    <a:pt x="13935" y="13536"/>
                  </a:cubicBezTo>
                  <a:cubicBezTo>
                    <a:pt x="13892" y="13463"/>
                    <a:pt x="13822" y="13424"/>
                    <a:pt x="13752" y="13424"/>
                  </a:cubicBezTo>
                  <a:cubicBezTo>
                    <a:pt x="13702" y="13424"/>
                    <a:pt x="13651" y="13444"/>
                    <a:pt x="13610" y="13486"/>
                  </a:cubicBezTo>
                  <a:cubicBezTo>
                    <a:pt x="13159" y="13887"/>
                    <a:pt x="12707" y="14263"/>
                    <a:pt x="12256" y="14664"/>
                  </a:cubicBezTo>
                  <a:cubicBezTo>
                    <a:pt x="12156" y="14764"/>
                    <a:pt x="12031" y="14864"/>
                    <a:pt x="11930" y="14965"/>
                  </a:cubicBezTo>
                  <a:cubicBezTo>
                    <a:pt x="11855" y="15015"/>
                    <a:pt x="11705" y="15215"/>
                    <a:pt x="11630" y="15215"/>
                  </a:cubicBezTo>
                  <a:cubicBezTo>
                    <a:pt x="11621" y="15217"/>
                    <a:pt x="11612" y="15218"/>
                    <a:pt x="11602" y="15218"/>
                  </a:cubicBezTo>
                  <a:cubicBezTo>
                    <a:pt x="11507" y="15218"/>
                    <a:pt x="11397" y="15110"/>
                    <a:pt x="11329" y="15065"/>
                  </a:cubicBezTo>
                  <a:cubicBezTo>
                    <a:pt x="11204" y="14990"/>
                    <a:pt x="11078" y="14914"/>
                    <a:pt x="10978" y="14839"/>
                  </a:cubicBezTo>
                  <a:cubicBezTo>
                    <a:pt x="10153" y="14318"/>
                    <a:pt x="9384" y="13721"/>
                    <a:pt x="8655" y="13098"/>
                  </a:cubicBezTo>
                  <a:lnTo>
                    <a:pt x="8655" y="13098"/>
                  </a:lnTo>
                  <a:lnTo>
                    <a:pt x="10727" y="12834"/>
                  </a:lnTo>
                  <a:cubicBezTo>
                    <a:pt x="10853" y="12809"/>
                    <a:pt x="10953" y="12709"/>
                    <a:pt x="10928" y="12584"/>
                  </a:cubicBezTo>
                  <a:cubicBezTo>
                    <a:pt x="10775" y="11752"/>
                    <a:pt x="10641" y="10940"/>
                    <a:pt x="10493" y="10114"/>
                  </a:cubicBezTo>
                  <a:lnTo>
                    <a:pt x="10493" y="10114"/>
                  </a:lnTo>
                  <a:cubicBezTo>
                    <a:pt x="11686" y="10543"/>
                    <a:pt x="12857" y="11055"/>
                    <a:pt x="13986" y="11631"/>
                  </a:cubicBezTo>
                  <a:cubicBezTo>
                    <a:pt x="14018" y="11651"/>
                    <a:pt x="14055" y="11660"/>
                    <a:pt x="14090" y="11660"/>
                  </a:cubicBezTo>
                  <a:cubicBezTo>
                    <a:pt x="14191" y="11660"/>
                    <a:pt x="14286" y="11585"/>
                    <a:pt x="14286" y="11456"/>
                  </a:cubicBezTo>
                  <a:cubicBezTo>
                    <a:pt x="14309" y="10651"/>
                    <a:pt x="14331" y="9826"/>
                    <a:pt x="14336" y="8999"/>
                  </a:cubicBezTo>
                  <a:lnTo>
                    <a:pt x="14336" y="8999"/>
                  </a:lnTo>
                  <a:cubicBezTo>
                    <a:pt x="15437" y="9432"/>
                    <a:pt x="16578" y="9801"/>
                    <a:pt x="17720" y="10127"/>
                  </a:cubicBezTo>
                  <a:cubicBezTo>
                    <a:pt x="17733" y="10130"/>
                    <a:pt x="17746" y="10131"/>
                    <a:pt x="17759" y="10131"/>
                  </a:cubicBezTo>
                  <a:cubicBezTo>
                    <a:pt x="17870" y="10131"/>
                    <a:pt x="17971" y="10039"/>
                    <a:pt x="17971" y="9927"/>
                  </a:cubicBezTo>
                  <a:cubicBezTo>
                    <a:pt x="18040" y="9030"/>
                    <a:pt x="18151" y="8155"/>
                    <a:pt x="18323" y="7281"/>
                  </a:cubicBezTo>
                  <a:lnTo>
                    <a:pt x="18323" y="7281"/>
                  </a:lnTo>
                  <a:cubicBezTo>
                    <a:pt x="19542" y="7788"/>
                    <a:pt x="20825" y="8161"/>
                    <a:pt x="22131" y="8398"/>
                  </a:cubicBezTo>
                  <a:cubicBezTo>
                    <a:pt x="22142" y="8400"/>
                    <a:pt x="22154" y="8400"/>
                    <a:pt x="22165" y="8400"/>
                  </a:cubicBezTo>
                  <a:cubicBezTo>
                    <a:pt x="22325" y="8400"/>
                    <a:pt x="22450" y="8238"/>
                    <a:pt x="22357" y="8097"/>
                  </a:cubicBezTo>
                  <a:cubicBezTo>
                    <a:pt x="21680" y="6719"/>
                    <a:pt x="20903" y="5416"/>
                    <a:pt x="20001" y="4188"/>
                  </a:cubicBezTo>
                  <a:cubicBezTo>
                    <a:pt x="19199" y="3085"/>
                    <a:pt x="18321" y="2032"/>
                    <a:pt x="17219" y="1230"/>
                  </a:cubicBezTo>
                  <a:cubicBezTo>
                    <a:pt x="16010" y="359"/>
                    <a:pt x="14619" y="1"/>
                    <a:pt x="13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29"/>
            <p:cNvSpPr/>
            <p:nvPr/>
          </p:nvSpPr>
          <p:spPr>
            <a:xfrm>
              <a:off x="-7435925" y="-701175"/>
              <a:ext cx="73325" cy="82225"/>
            </a:xfrm>
            <a:custGeom>
              <a:rect b="b" l="l" r="r" t="t"/>
              <a:pathLst>
                <a:path extrusionOk="0" h="3289" w="2933">
                  <a:moveTo>
                    <a:pt x="1206" y="1"/>
                  </a:moveTo>
                  <a:cubicBezTo>
                    <a:pt x="1103" y="1"/>
                    <a:pt x="1001" y="18"/>
                    <a:pt x="903" y="53"/>
                  </a:cubicBezTo>
                  <a:cubicBezTo>
                    <a:pt x="251" y="279"/>
                    <a:pt x="0" y="1181"/>
                    <a:pt x="301" y="2058"/>
                  </a:cubicBezTo>
                  <a:cubicBezTo>
                    <a:pt x="576" y="2798"/>
                    <a:pt x="1154" y="3288"/>
                    <a:pt x="1719" y="3288"/>
                  </a:cubicBezTo>
                  <a:cubicBezTo>
                    <a:pt x="1824" y="3288"/>
                    <a:pt x="1928" y="3271"/>
                    <a:pt x="2030" y="3236"/>
                  </a:cubicBezTo>
                  <a:cubicBezTo>
                    <a:pt x="2657" y="3010"/>
                    <a:pt x="2933" y="2133"/>
                    <a:pt x="2632" y="1231"/>
                  </a:cubicBezTo>
                  <a:cubicBezTo>
                    <a:pt x="2357" y="491"/>
                    <a:pt x="1761" y="1"/>
                    <a:pt x="1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29"/>
            <p:cNvSpPr/>
            <p:nvPr/>
          </p:nvSpPr>
          <p:spPr>
            <a:xfrm>
              <a:off x="-7478525" y="-706150"/>
              <a:ext cx="104600" cy="12200"/>
            </a:xfrm>
            <a:custGeom>
              <a:rect b="b" l="l" r="r" t="t"/>
              <a:pathLst>
                <a:path extrusionOk="0" h="488" w="4184">
                  <a:moveTo>
                    <a:pt x="253" y="0"/>
                  </a:moveTo>
                  <a:cubicBezTo>
                    <a:pt x="0" y="0"/>
                    <a:pt x="8" y="403"/>
                    <a:pt x="276" y="427"/>
                  </a:cubicBezTo>
                  <a:cubicBezTo>
                    <a:pt x="938" y="469"/>
                    <a:pt x="1600" y="487"/>
                    <a:pt x="2267" y="487"/>
                  </a:cubicBezTo>
                  <a:cubicBezTo>
                    <a:pt x="2811" y="487"/>
                    <a:pt x="3358" y="475"/>
                    <a:pt x="3910" y="453"/>
                  </a:cubicBezTo>
                  <a:cubicBezTo>
                    <a:pt x="4153" y="453"/>
                    <a:pt x="4184" y="50"/>
                    <a:pt x="3933" y="50"/>
                  </a:cubicBezTo>
                  <a:cubicBezTo>
                    <a:pt x="3925" y="50"/>
                    <a:pt x="3918" y="51"/>
                    <a:pt x="3910" y="52"/>
                  </a:cubicBezTo>
                  <a:cubicBezTo>
                    <a:pt x="3475" y="69"/>
                    <a:pt x="3043" y="78"/>
                    <a:pt x="2613" y="78"/>
                  </a:cubicBezTo>
                  <a:cubicBezTo>
                    <a:pt x="1830" y="78"/>
                    <a:pt x="1053" y="50"/>
                    <a:pt x="276" y="1"/>
                  </a:cubicBezTo>
                  <a:cubicBezTo>
                    <a:pt x="268" y="1"/>
                    <a:pt x="260" y="0"/>
                    <a:pt x="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29"/>
            <p:cNvSpPr/>
            <p:nvPr/>
          </p:nvSpPr>
          <p:spPr>
            <a:xfrm>
              <a:off x="-7709750" y="-418075"/>
              <a:ext cx="161150" cy="367775"/>
            </a:xfrm>
            <a:custGeom>
              <a:rect b="b" l="l" r="r" t="t"/>
              <a:pathLst>
                <a:path extrusionOk="0" h="14711" w="6446">
                  <a:moveTo>
                    <a:pt x="264" y="1"/>
                  </a:moveTo>
                  <a:cubicBezTo>
                    <a:pt x="158" y="1"/>
                    <a:pt x="51" y="70"/>
                    <a:pt x="51" y="208"/>
                  </a:cubicBezTo>
                  <a:cubicBezTo>
                    <a:pt x="1" y="4393"/>
                    <a:pt x="1304" y="8554"/>
                    <a:pt x="3735" y="11987"/>
                  </a:cubicBezTo>
                  <a:cubicBezTo>
                    <a:pt x="4412" y="12940"/>
                    <a:pt x="5164" y="13842"/>
                    <a:pt x="5991" y="14644"/>
                  </a:cubicBezTo>
                  <a:cubicBezTo>
                    <a:pt x="6038" y="14691"/>
                    <a:pt x="6090" y="14710"/>
                    <a:pt x="6139" y="14710"/>
                  </a:cubicBezTo>
                  <a:cubicBezTo>
                    <a:pt x="6304" y="14710"/>
                    <a:pt x="6446" y="14497"/>
                    <a:pt x="6292" y="14343"/>
                  </a:cubicBezTo>
                  <a:cubicBezTo>
                    <a:pt x="3384" y="11486"/>
                    <a:pt x="1430" y="7702"/>
                    <a:pt x="728" y="3691"/>
                  </a:cubicBezTo>
                  <a:cubicBezTo>
                    <a:pt x="552" y="2539"/>
                    <a:pt x="452" y="1386"/>
                    <a:pt x="477" y="208"/>
                  </a:cubicBezTo>
                  <a:cubicBezTo>
                    <a:pt x="477" y="70"/>
                    <a:pt x="371" y="1"/>
                    <a:pt x="2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p29"/>
            <p:cNvSpPr/>
            <p:nvPr/>
          </p:nvSpPr>
          <p:spPr>
            <a:xfrm>
              <a:off x="-7523025" y="-26925"/>
              <a:ext cx="13825" cy="10675"/>
            </a:xfrm>
            <a:custGeom>
              <a:rect b="b" l="l" r="r" t="t"/>
              <a:pathLst>
                <a:path extrusionOk="0" h="427" w="553">
                  <a:moveTo>
                    <a:pt x="276" y="0"/>
                  </a:moveTo>
                  <a:cubicBezTo>
                    <a:pt x="1" y="0"/>
                    <a:pt x="1" y="427"/>
                    <a:pt x="276" y="427"/>
                  </a:cubicBezTo>
                  <a:cubicBezTo>
                    <a:pt x="552" y="427"/>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p29"/>
            <p:cNvSpPr/>
            <p:nvPr/>
          </p:nvSpPr>
          <p:spPr>
            <a:xfrm>
              <a:off x="-7598450" y="-258000"/>
              <a:ext cx="335350" cy="367500"/>
            </a:xfrm>
            <a:custGeom>
              <a:rect b="b" l="l" r="r" t="t"/>
              <a:pathLst>
                <a:path extrusionOk="0" h="14700" w="13414">
                  <a:moveTo>
                    <a:pt x="246" y="0"/>
                  </a:moveTo>
                  <a:cubicBezTo>
                    <a:pt x="119" y="0"/>
                    <a:pt x="0" y="96"/>
                    <a:pt x="60" y="246"/>
                  </a:cubicBezTo>
                  <a:cubicBezTo>
                    <a:pt x="1689" y="5158"/>
                    <a:pt x="4948" y="9469"/>
                    <a:pt x="9158" y="12477"/>
                  </a:cubicBezTo>
                  <a:cubicBezTo>
                    <a:pt x="10361" y="13329"/>
                    <a:pt x="11639" y="14055"/>
                    <a:pt x="12993" y="14682"/>
                  </a:cubicBezTo>
                  <a:cubicBezTo>
                    <a:pt x="13023" y="14694"/>
                    <a:pt x="13053" y="14700"/>
                    <a:pt x="13082" y="14700"/>
                  </a:cubicBezTo>
                  <a:cubicBezTo>
                    <a:pt x="13286" y="14700"/>
                    <a:pt x="13413" y="14416"/>
                    <a:pt x="13193" y="14306"/>
                  </a:cubicBezTo>
                  <a:cubicBezTo>
                    <a:pt x="8557" y="12176"/>
                    <a:pt x="4647" y="8542"/>
                    <a:pt x="2166" y="4055"/>
                  </a:cubicBezTo>
                  <a:cubicBezTo>
                    <a:pt x="1489" y="2802"/>
                    <a:pt x="912" y="1499"/>
                    <a:pt x="461" y="146"/>
                  </a:cubicBezTo>
                  <a:cubicBezTo>
                    <a:pt x="421" y="44"/>
                    <a:pt x="331" y="0"/>
                    <a:pt x="2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p29"/>
            <p:cNvSpPr/>
            <p:nvPr/>
          </p:nvSpPr>
          <p:spPr>
            <a:xfrm>
              <a:off x="-7399875" y="-68525"/>
              <a:ext cx="115825" cy="135500"/>
            </a:xfrm>
            <a:custGeom>
              <a:rect b="b" l="l" r="r" t="t"/>
              <a:pathLst>
                <a:path extrusionOk="0" h="5420" w="4633">
                  <a:moveTo>
                    <a:pt x="288" y="1"/>
                  </a:moveTo>
                  <a:cubicBezTo>
                    <a:pt x="152" y="1"/>
                    <a:pt x="1" y="156"/>
                    <a:pt x="87" y="311"/>
                  </a:cubicBezTo>
                  <a:cubicBezTo>
                    <a:pt x="1015" y="2341"/>
                    <a:pt x="2443" y="4070"/>
                    <a:pt x="4248" y="5374"/>
                  </a:cubicBezTo>
                  <a:cubicBezTo>
                    <a:pt x="4284" y="5406"/>
                    <a:pt x="4322" y="5419"/>
                    <a:pt x="4357" y="5419"/>
                  </a:cubicBezTo>
                  <a:cubicBezTo>
                    <a:pt x="4515" y="5419"/>
                    <a:pt x="4633" y="5146"/>
                    <a:pt x="4448" y="5023"/>
                  </a:cubicBezTo>
                  <a:cubicBezTo>
                    <a:pt x="2719" y="3745"/>
                    <a:pt x="1340" y="2065"/>
                    <a:pt x="438" y="111"/>
                  </a:cubicBezTo>
                  <a:cubicBezTo>
                    <a:pt x="407" y="32"/>
                    <a:pt x="349" y="1"/>
                    <a:pt x="2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29"/>
            <p:cNvSpPr/>
            <p:nvPr/>
          </p:nvSpPr>
          <p:spPr>
            <a:xfrm>
              <a:off x="-7450975" y="-124050"/>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29"/>
            <p:cNvSpPr/>
            <p:nvPr/>
          </p:nvSpPr>
          <p:spPr>
            <a:xfrm>
              <a:off x="-7386425" y="-294975"/>
              <a:ext cx="29700" cy="114100"/>
            </a:xfrm>
            <a:custGeom>
              <a:rect b="b" l="l" r="r" t="t"/>
              <a:pathLst>
                <a:path extrusionOk="0" h="4564" w="1188">
                  <a:moveTo>
                    <a:pt x="943" y="1"/>
                  </a:moveTo>
                  <a:cubicBezTo>
                    <a:pt x="857" y="1"/>
                    <a:pt x="768" y="45"/>
                    <a:pt x="727" y="146"/>
                  </a:cubicBezTo>
                  <a:cubicBezTo>
                    <a:pt x="226" y="1499"/>
                    <a:pt x="0" y="2928"/>
                    <a:pt x="76" y="4356"/>
                  </a:cubicBezTo>
                  <a:cubicBezTo>
                    <a:pt x="76" y="4494"/>
                    <a:pt x="182" y="4563"/>
                    <a:pt x="285" y="4563"/>
                  </a:cubicBezTo>
                  <a:cubicBezTo>
                    <a:pt x="389" y="4563"/>
                    <a:pt x="489" y="4494"/>
                    <a:pt x="477" y="4356"/>
                  </a:cubicBezTo>
                  <a:cubicBezTo>
                    <a:pt x="426" y="2953"/>
                    <a:pt x="627" y="1575"/>
                    <a:pt x="1128" y="246"/>
                  </a:cubicBezTo>
                  <a:cubicBezTo>
                    <a:pt x="1188" y="97"/>
                    <a:pt x="1070" y="1"/>
                    <a:pt x="9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5" name="Google Shape;2755;p29"/>
            <p:cNvSpPr/>
            <p:nvPr/>
          </p:nvSpPr>
          <p:spPr>
            <a:xfrm>
              <a:off x="-7353850" y="-318275"/>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6" name="Google Shape;2756;p29"/>
            <p:cNvSpPr/>
            <p:nvPr/>
          </p:nvSpPr>
          <p:spPr>
            <a:xfrm>
              <a:off x="-7510500" y="-350625"/>
              <a:ext cx="18825" cy="31125"/>
            </a:xfrm>
            <a:custGeom>
              <a:rect b="b" l="l" r="r" t="t"/>
              <a:pathLst>
                <a:path extrusionOk="0" h="1245" w="753">
                  <a:moveTo>
                    <a:pt x="515" y="0"/>
                  </a:moveTo>
                  <a:cubicBezTo>
                    <a:pt x="463" y="0"/>
                    <a:pt x="412" y="20"/>
                    <a:pt x="377" y="66"/>
                  </a:cubicBezTo>
                  <a:cubicBezTo>
                    <a:pt x="151" y="317"/>
                    <a:pt x="1" y="668"/>
                    <a:pt x="26" y="1044"/>
                  </a:cubicBezTo>
                  <a:cubicBezTo>
                    <a:pt x="26" y="1144"/>
                    <a:pt x="126" y="1244"/>
                    <a:pt x="226" y="1244"/>
                  </a:cubicBezTo>
                  <a:cubicBezTo>
                    <a:pt x="352" y="1244"/>
                    <a:pt x="452" y="1144"/>
                    <a:pt x="452" y="1044"/>
                  </a:cubicBezTo>
                  <a:cubicBezTo>
                    <a:pt x="452" y="993"/>
                    <a:pt x="452" y="968"/>
                    <a:pt x="452" y="918"/>
                  </a:cubicBezTo>
                  <a:cubicBezTo>
                    <a:pt x="452" y="918"/>
                    <a:pt x="452" y="893"/>
                    <a:pt x="452" y="868"/>
                  </a:cubicBezTo>
                  <a:cubicBezTo>
                    <a:pt x="452" y="843"/>
                    <a:pt x="452" y="818"/>
                    <a:pt x="452" y="793"/>
                  </a:cubicBezTo>
                  <a:cubicBezTo>
                    <a:pt x="452" y="793"/>
                    <a:pt x="477" y="768"/>
                    <a:pt x="477" y="743"/>
                  </a:cubicBezTo>
                  <a:cubicBezTo>
                    <a:pt x="477" y="718"/>
                    <a:pt x="477" y="693"/>
                    <a:pt x="502" y="643"/>
                  </a:cubicBezTo>
                  <a:cubicBezTo>
                    <a:pt x="502" y="643"/>
                    <a:pt x="502" y="618"/>
                    <a:pt x="502" y="618"/>
                  </a:cubicBezTo>
                  <a:cubicBezTo>
                    <a:pt x="527" y="592"/>
                    <a:pt x="527" y="592"/>
                    <a:pt x="527" y="592"/>
                  </a:cubicBezTo>
                  <a:cubicBezTo>
                    <a:pt x="527" y="567"/>
                    <a:pt x="552" y="517"/>
                    <a:pt x="577" y="492"/>
                  </a:cubicBezTo>
                  <a:cubicBezTo>
                    <a:pt x="577" y="467"/>
                    <a:pt x="602" y="442"/>
                    <a:pt x="627" y="417"/>
                  </a:cubicBezTo>
                  <a:cubicBezTo>
                    <a:pt x="627" y="392"/>
                    <a:pt x="627" y="392"/>
                    <a:pt x="653" y="392"/>
                  </a:cubicBezTo>
                  <a:cubicBezTo>
                    <a:pt x="653" y="379"/>
                    <a:pt x="653" y="373"/>
                    <a:pt x="649" y="373"/>
                  </a:cubicBezTo>
                  <a:cubicBezTo>
                    <a:pt x="646" y="373"/>
                    <a:pt x="640" y="379"/>
                    <a:pt x="627" y="392"/>
                  </a:cubicBezTo>
                  <a:cubicBezTo>
                    <a:pt x="627" y="392"/>
                    <a:pt x="653" y="367"/>
                    <a:pt x="678" y="342"/>
                  </a:cubicBezTo>
                  <a:cubicBezTo>
                    <a:pt x="753" y="267"/>
                    <a:pt x="753" y="141"/>
                    <a:pt x="678" y="66"/>
                  </a:cubicBezTo>
                  <a:cubicBezTo>
                    <a:pt x="637" y="26"/>
                    <a:pt x="576" y="0"/>
                    <a:pt x="5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p29"/>
            <p:cNvSpPr/>
            <p:nvPr/>
          </p:nvSpPr>
          <p:spPr>
            <a:xfrm>
              <a:off x="-7489175" y="-344125"/>
              <a:ext cx="20075" cy="26650"/>
            </a:xfrm>
            <a:custGeom>
              <a:rect b="b" l="l" r="r" t="t"/>
              <a:pathLst>
                <a:path extrusionOk="0" h="1066" w="803">
                  <a:moveTo>
                    <a:pt x="577" y="0"/>
                  </a:moveTo>
                  <a:cubicBezTo>
                    <a:pt x="520" y="0"/>
                    <a:pt x="464" y="19"/>
                    <a:pt x="426" y="57"/>
                  </a:cubicBezTo>
                  <a:cubicBezTo>
                    <a:pt x="226" y="257"/>
                    <a:pt x="100" y="533"/>
                    <a:pt x="25" y="809"/>
                  </a:cubicBezTo>
                  <a:cubicBezTo>
                    <a:pt x="0" y="909"/>
                    <a:pt x="50" y="1034"/>
                    <a:pt x="175" y="1059"/>
                  </a:cubicBezTo>
                  <a:cubicBezTo>
                    <a:pt x="193" y="1064"/>
                    <a:pt x="211" y="1066"/>
                    <a:pt x="229" y="1066"/>
                  </a:cubicBezTo>
                  <a:cubicBezTo>
                    <a:pt x="316" y="1066"/>
                    <a:pt x="405" y="1017"/>
                    <a:pt x="426" y="934"/>
                  </a:cubicBezTo>
                  <a:cubicBezTo>
                    <a:pt x="447" y="850"/>
                    <a:pt x="468" y="784"/>
                    <a:pt x="489" y="721"/>
                  </a:cubicBezTo>
                  <a:lnTo>
                    <a:pt x="489" y="721"/>
                  </a:lnTo>
                  <a:cubicBezTo>
                    <a:pt x="486" y="724"/>
                    <a:pt x="482" y="728"/>
                    <a:pt x="476" y="733"/>
                  </a:cubicBezTo>
                  <a:cubicBezTo>
                    <a:pt x="484" y="719"/>
                    <a:pt x="491" y="704"/>
                    <a:pt x="500" y="688"/>
                  </a:cubicBezTo>
                  <a:lnTo>
                    <a:pt x="500" y="688"/>
                  </a:lnTo>
                  <a:cubicBezTo>
                    <a:pt x="496" y="699"/>
                    <a:pt x="493" y="710"/>
                    <a:pt x="489" y="721"/>
                  </a:cubicBezTo>
                  <a:lnTo>
                    <a:pt x="489" y="721"/>
                  </a:lnTo>
                  <a:cubicBezTo>
                    <a:pt x="501" y="708"/>
                    <a:pt x="501" y="703"/>
                    <a:pt x="501" y="685"/>
                  </a:cubicBezTo>
                  <a:lnTo>
                    <a:pt x="501" y="685"/>
                  </a:lnTo>
                  <a:cubicBezTo>
                    <a:pt x="501" y="686"/>
                    <a:pt x="500" y="687"/>
                    <a:pt x="500" y="688"/>
                  </a:cubicBezTo>
                  <a:lnTo>
                    <a:pt x="500" y="688"/>
                  </a:lnTo>
                  <a:cubicBezTo>
                    <a:pt x="500" y="687"/>
                    <a:pt x="501" y="685"/>
                    <a:pt x="501" y="683"/>
                  </a:cubicBezTo>
                  <a:lnTo>
                    <a:pt x="501" y="683"/>
                  </a:lnTo>
                  <a:cubicBezTo>
                    <a:pt x="501" y="684"/>
                    <a:pt x="501" y="685"/>
                    <a:pt x="501" y="685"/>
                  </a:cubicBezTo>
                  <a:lnTo>
                    <a:pt x="501" y="685"/>
                  </a:lnTo>
                  <a:cubicBezTo>
                    <a:pt x="550" y="596"/>
                    <a:pt x="613" y="496"/>
                    <a:pt x="677" y="433"/>
                  </a:cubicBezTo>
                  <a:cubicBezTo>
                    <a:pt x="652" y="433"/>
                    <a:pt x="652" y="458"/>
                    <a:pt x="627" y="458"/>
                  </a:cubicBezTo>
                  <a:cubicBezTo>
                    <a:pt x="652" y="433"/>
                    <a:pt x="702" y="383"/>
                    <a:pt x="727" y="358"/>
                  </a:cubicBezTo>
                  <a:cubicBezTo>
                    <a:pt x="802" y="282"/>
                    <a:pt x="802" y="132"/>
                    <a:pt x="727" y="57"/>
                  </a:cubicBezTo>
                  <a:cubicBezTo>
                    <a:pt x="689" y="19"/>
                    <a:pt x="633"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p29"/>
            <p:cNvSpPr/>
            <p:nvPr/>
          </p:nvSpPr>
          <p:spPr>
            <a:xfrm>
              <a:off x="-7638925" y="-617650"/>
              <a:ext cx="55325" cy="219325"/>
            </a:xfrm>
            <a:custGeom>
              <a:rect b="b" l="l" r="r" t="t"/>
              <a:pathLst>
                <a:path extrusionOk="0" h="8773" w="2213">
                  <a:moveTo>
                    <a:pt x="1922" y="1"/>
                  </a:moveTo>
                  <a:cubicBezTo>
                    <a:pt x="1873" y="1"/>
                    <a:pt x="1823" y="21"/>
                    <a:pt x="1780" y="70"/>
                  </a:cubicBezTo>
                  <a:cubicBezTo>
                    <a:pt x="1328" y="547"/>
                    <a:pt x="1028" y="1148"/>
                    <a:pt x="802" y="1775"/>
                  </a:cubicBezTo>
                  <a:cubicBezTo>
                    <a:pt x="551" y="2527"/>
                    <a:pt x="376" y="3278"/>
                    <a:pt x="251" y="4030"/>
                  </a:cubicBezTo>
                  <a:cubicBezTo>
                    <a:pt x="0" y="5559"/>
                    <a:pt x="25" y="7113"/>
                    <a:pt x="251" y="8617"/>
                  </a:cubicBezTo>
                  <a:cubicBezTo>
                    <a:pt x="271" y="8727"/>
                    <a:pt x="346" y="8773"/>
                    <a:pt x="427" y="8773"/>
                  </a:cubicBezTo>
                  <a:cubicBezTo>
                    <a:pt x="549" y="8773"/>
                    <a:pt x="682" y="8667"/>
                    <a:pt x="652" y="8517"/>
                  </a:cubicBezTo>
                  <a:cubicBezTo>
                    <a:pt x="426" y="7063"/>
                    <a:pt x="426" y="5584"/>
                    <a:pt x="652" y="4156"/>
                  </a:cubicBezTo>
                  <a:cubicBezTo>
                    <a:pt x="777" y="3454"/>
                    <a:pt x="927" y="2777"/>
                    <a:pt x="1153" y="2101"/>
                  </a:cubicBezTo>
                  <a:cubicBezTo>
                    <a:pt x="1353" y="1474"/>
                    <a:pt x="1629" y="847"/>
                    <a:pt x="2080" y="346"/>
                  </a:cubicBezTo>
                  <a:cubicBezTo>
                    <a:pt x="2213" y="195"/>
                    <a:pt x="2074"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p29"/>
            <p:cNvSpPr/>
            <p:nvPr/>
          </p:nvSpPr>
          <p:spPr>
            <a:xfrm>
              <a:off x="-7690825" y="-666425"/>
              <a:ext cx="88975" cy="147800"/>
            </a:xfrm>
            <a:custGeom>
              <a:rect b="b" l="l" r="r" t="t"/>
              <a:pathLst>
                <a:path extrusionOk="0" h="5912" w="3559">
                  <a:moveTo>
                    <a:pt x="3263" y="0"/>
                  </a:moveTo>
                  <a:cubicBezTo>
                    <a:pt x="3217" y="0"/>
                    <a:pt x="3169" y="20"/>
                    <a:pt x="3129" y="67"/>
                  </a:cubicBezTo>
                  <a:cubicBezTo>
                    <a:pt x="1600" y="1620"/>
                    <a:pt x="547" y="3550"/>
                    <a:pt x="46" y="5656"/>
                  </a:cubicBezTo>
                  <a:cubicBezTo>
                    <a:pt x="1" y="5806"/>
                    <a:pt x="137" y="5912"/>
                    <a:pt x="264" y="5912"/>
                  </a:cubicBezTo>
                  <a:cubicBezTo>
                    <a:pt x="347" y="5912"/>
                    <a:pt x="427" y="5866"/>
                    <a:pt x="447" y="5756"/>
                  </a:cubicBezTo>
                  <a:cubicBezTo>
                    <a:pt x="923" y="3726"/>
                    <a:pt x="1951" y="1871"/>
                    <a:pt x="3404" y="367"/>
                  </a:cubicBezTo>
                  <a:cubicBezTo>
                    <a:pt x="3558" y="213"/>
                    <a:pt x="341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29"/>
            <p:cNvSpPr/>
            <p:nvPr/>
          </p:nvSpPr>
          <p:spPr>
            <a:xfrm>
              <a:off x="-7544950" y="-607625"/>
              <a:ext cx="23825" cy="26375"/>
            </a:xfrm>
            <a:custGeom>
              <a:rect b="b" l="l" r="r" t="t"/>
              <a:pathLst>
                <a:path extrusionOk="0" h="1055" w="953">
                  <a:moveTo>
                    <a:pt x="679" y="0"/>
                  </a:moveTo>
                  <a:cubicBezTo>
                    <a:pt x="650" y="0"/>
                    <a:pt x="623" y="6"/>
                    <a:pt x="602" y="20"/>
                  </a:cubicBezTo>
                  <a:cubicBezTo>
                    <a:pt x="326" y="196"/>
                    <a:pt x="126" y="471"/>
                    <a:pt x="26" y="797"/>
                  </a:cubicBezTo>
                  <a:cubicBezTo>
                    <a:pt x="0" y="897"/>
                    <a:pt x="51" y="1023"/>
                    <a:pt x="176" y="1048"/>
                  </a:cubicBezTo>
                  <a:cubicBezTo>
                    <a:pt x="193" y="1052"/>
                    <a:pt x="210" y="1054"/>
                    <a:pt x="228" y="1054"/>
                  </a:cubicBezTo>
                  <a:cubicBezTo>
                    <a:pt x="315" y="1054"/>
                    <a:pt x="406" y="1002"/>
                    <a:pt x="427" y="897"/>
                  </a:cubicBezTo>
                  <a:cubicBezTo>
                    <a:pt x="427" y="873"/>
                    <a:pt x="451" y="823"/>
                    <a:pt x="476" y="774"/>
                  </a:cubicBezTo>
                  <a:lnTo>
                    <a:pt x="476" y="774"/>
                  </a:lnTo>
                  <a:lnTo>
                    <a:pt x="452" y="822"/>
                  </a:lnTo>
                  <a:cubicBezTo>
                    <a:pt x="474" y="755"/>
                    <a:pt x="516" y="669"/>
                    <a:pt x="578" y="598"/>
                  </a:cubicBezTo>
                  <a:lnTo>
                    <a:pt x="578" y="598"/>
                  </a:lnTo>
                  <a:cubicBezTo>
                    <a:pt x="577" y="605"/>
                    <a:pt x="577" y="613"/>
                    <a:pt x="577" y="622"/>
                  </a:cubicBezTo>
                  <a:cubicBezTo>
                    <a:pt x="619" y="559"/>
                    <a:pt x="678" y="497"/>
                    <a:pt x="740" y="434"/>
                  </a:cubicBezTo>
                  <a:lnTo>
                    <a:pt x="740" y="434"/>
                  </a:lnTo>
                  <a:cubicBezTo>
                    <a:pt x="761" y="414"/>
                    <a:pt x="782" y="396"/>
                    <a:pt x="802" y="396"/>
                  </a:cubicBezTo>
                  <a:cubicBezTo>
                    <a:pt x="903" y="321"/>
                    <a:pt x="953" y="196"/>
                    <a:pt x="878" y="95"/>
                  </a:cubicBezTo>
                  <a:cubicBezTo>
                    <a:pt x="842" y="41"/>
                    <a:pt x="753" y="0"/>
                    <a:pt x="6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29"/>
            <p:cNvSpPr/>
            <p:nvPr/>
          </p:nvSpPr>
          <p:spPr>
            <a:xfrm>
              <a:off x="-7519250" y="-603225"/>
              <a:ext cx="17550" cy="19775"/>
            </a:xfrm>
            <a:custGeom>
              <a:rect b="b" l="l" r="r" t="t"/>
              <a:pathLst>
                <a:path extrusionOk="0" h="791" w="702">
                  <a:moveTo>
                    <a:pt x="526" y="1"/>
                  </a:moveTo>
                  <a:cubicBezTo>
                    <a:pt x="501" y="1"/>
                    <a:pt x="476" y="7"/>
                    <a:pt x="451" y="20"/>
                  </a:cubicBezTo>
                  <a:lnTo>
                    <a:pt x="401" y="20"/>
                  </a:lnTo>
                  <a:cubicBezTo>
                    <a:pt x="351" y="45"/>
                    <a:pt x="326" y="70"/>
                    <a:pt x="326" y="95"/>
                  </a:cubicBezTo>
                  <a:cubicBezTo>
                    <a:pt x="226" y="220"/>
                    <a:pt x="125" y="346"/>
                    <a:pt x="50" y="471"/>
                  </a:cubicBezTo>
                  <a:cubicBezTo>
                    <a:pt x="25" y="496"/>
                    <a:pt x="25" y="521"/>
                    <a:pt x="25" y="546"/>
                  </a:cubicBezTo>
                  <a:cubicBezTo>
                    <a:pt x="0" y="571"/>
                    <a:pt x="0" y="621"/>
                    <a:pt x="25" y="646"/>
                  </a:cubicBezTo>
                  <a:cubicBezTo>
                    <a:pt x="25" y="696"/>
                    <a:pt x="75" y="747"/>
                    <a:pt x="125" y="772"/>
                  </a:cubicBezTo>
                  <a:cubicBezTo>
                    <a:pt x="150" y="784"/>
                    <a:pt x="175" y="790"/>
                    <a:pt x="201" y="790"/>
                  </a:cubicBezTo>
                  <a:cubicBezTo>
                    <a:pt x="226" y="790"/>
                    <a:pt x="251" y="784"/>
                    <a:pt x="276" y="772"/>
                  </a:cubicBezTo>
                  <a:lnTo>
                    <a:pt x="326" y="772"/>
                  </a:lnTo>
                  <a:cubicBezTo>
                    <a:pt x="351" y="747"/>
                    <a:pt x="376" y="721"/>
                    <a:pt x="401" y="696"/>
                  </a:cubicBezTo>
                  <a:cubicBezTo>
                    <a:pt x="501" y="571"/>
                    <a:pt x="576" y="446"/>
                    <a:pt x="677" y="320"/>
                  </a:cubicBezTo>
                  <a:cubicBezTo>
                    <a:pt x="702" y="295"/>
                    <a:pt x="702" y="270"/>
                    <a:pt x="702" y="245"/>
                  </a:cubicBezTo>
                  <a:cubicBezTo>
                    <a:pt x="702" y="220"/>
                    <a:pt x="702" y="195"/>
                    <a:pt x="702" y="145"/>
                  </a:cubicBezTo>
                  <a:cubicBezTo>
                    <a:pt x="677" y="95"/>
                    <a:pt x="652" y="45"/>
                    <a:pt x="602" y="20"/>
                  </a:cubicBezTo>
                  <a:cubicBezTo>
                    <a:pt x="576" y="7"/>
                    <a:pt x="551" y="1"/>
                    <a:pt x="5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29"/>
            <p:cNvSpPr/>
            <p:nvPr/>
          </p:nvSpPr>
          <p:spPr>
            <a:xfrm>
              <a:off x="-7578150" y="-357750"/>
              <a:ext cx="14425" cy="42775"/>
            </a:xfrm>
            <a:custGeom>
              <a:rect b="b" l="l" r="r" t="t"/>
              <a:pathLst>
                <a:path extrusionOk="0" h="1711" w="577">
                  <a:moveTo>
                    <a:pt x="276" y="0"/>
                  </a:moveTo>
                  <a:cubicBezTo>
                    <a:pt x="151" y="0"/>
                    <a:pt x="75" y="101"/>
                    <a:pt x="50" y="201"/>
                  </a:cubicBezTo>
                  <a:cubicBezTo>
                    <a:pt x="0" y="652"/>
                    <a:pt x="50" y="1128"/>
                    <a:pt x="151" y="1554"/>
                  </a:cubicBezTo>
                  <a:cubicBezTo>
                    <a:pt x="171" y="1659"/>
                    <a:pt x="262" y="1711"/>
                    <a:pt x="350" y="1711"/>
                  </a:cubicBezTo>
                  <a:cubicBezTo>
                    <a:pt x="367" y="1711"/>
                    <a:pt x="384" y="1709"/>
                    <a:pt x="401" y="1705"/>
                  </a:cubicBezTo>
                  <a:cubicBezTo>
                    <a:pt x="526" y="1679"/>
                    <a:pt x="577" y="1554"/>
                    <a:pt x="552" y="1454"/>
                  </a:cubicBezTo>
                  <a:cubicBezTo>
                    <a:pt x="451" y="1053"/>
                    <a:pt x="426" y="627"/>
                    <a:pt x="476" y="201"/>
                  </a:cubicBezTo>
                  <a:cubicBezTo>
                    <a:pt x="476" y="101"/>
                    <a:pt x="37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p29"/>
            <p:cNvSpPr/>
            <p:nvPr/>
          </p:nvSpPr>
          <p:spPr>
            <a:xfrm>
              <a:off x="-7481675" y="-228325"/>
              <a:ext cx="13200" cy="22225"/>
            </a:xfrm>
            <a:custGeom>
              <a:rect b="b" l="l" r="r" t="t"/>
              <a:pathLst>
                <a:path extrusionOk="0" h="889" w="528">
                  <a:moveTo>
                    <a:pt x="211" y="1"/>
                  </a:moveTo>
                  <a:cubicBezTo>
                    <a:pt x="193" y="1"/>
                    <a:pt x="173" y="4"/>
                    <a:pt x="151" y="11"/>
                  </a:cubicBezTo>
                  <a:cubicBezTo>
                    <a:pt x="101" y="36"/>
                    <a:pt x="76" y="61"/>
                    <a:pt x="51" y="112"/>
                  </a:cubicBezTo>
                  <a:cubicBezTo>
                    <a:pt x="1" y="162"/>
                    <a:pt x="1" y="212"/>
                    <a:pt x="26" y="262"/>
                  </a:cubicBezTo>
                  <a:cubicBezTo>
                    <a:pt x="51" y="412"/>
                    <a:pt x="76" y="588"/>
                    <a:pt x="101" y="738"/>
                  </a:cubicBezTo>
                  <a:cubicBezTo>
                    <a:pt x="126" y="788"/>
                    <a:pt x="176" y="838"/>
                    <a:pt x="201" y="863"/>
                  </a:cubicBezTo>
                  <a:cubicBezTo>
                    <a:pt x="251" y="888"/>
                    <a:pt x="327" y="888"/>
                    <a:pt x="377" y="888"/>
                  </a:cubicBezTo>
                  <a:cubicBezTo>
                    <a:pt x="427" y="863"/>
                    <a:pt x="477" y="838"/>
                    <a:pt x="502" y="788"/>
                  </a:cubicBezTo>
                  <a:cubicBezTo>
                    <a:pt x="527" y="738"/>
                    <a:pt x="527" y="688"/>
                    <a:pt x="502" y="613"/>
                  </a:cubicBezTo>
                  <a:cubicBezTo>
                    <a:pt x="477" y="462"/>
                    <a:pt x="452" y="312"/>
                    <a:pt x="427" y="162"/>
                  </a:cubicBezTo>
                  <a:cubicBezTo>
                    <a:pt x="402" y="112"/>
                    <a:pt x="377" y="61"/>
                    <a:pt x="327" y="36"/>
                  </a:cubicBezTo>
                  <a:cubicBezTo>
                    <a:pt x="291" y="19"/>
                    <a:pt x="256" y="1"/>
                    <a:pt x="2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29"/>
            <p:cNvSpPr/>
            <p:nvPr/>
          </p:nvSpPr>
          <p:spPr>
            <a:xfrm>
              <a:off x="-7209725" y="114675"/>
              <a:ext cx="39500" cy="25875"/>
            </a:xfrm>
            <a:custGeom>
              <a:rect b="b" l="l" r="r" t="t"/>
              <a:pathLst>
                <a:path extrusionOk="0" h="1035" w="1580">
                  <a:moveTo>
                    <a:pt x="229" y="1"/>
                  </a:moveTo>
                  <a:cubicBezTo>
                    <a:pt x="176" y="1"/>
                    <a:pt x="125" y="26"/>
                    <a:pt x="100" y="76"/>
                  </a:cubicBezTo>
                  <a:cubicBezTo>
                    <a:pt x="0" y="151"/>
                    <a:pt x="25" y="276"/>
                    <a:pt x="100" y="352"/>
                  </a:cubicBezTo>
                  <a:cubicBezTo>
                    <a:pt x="401" y="727"/>
                    <a:pt x="852" y="978"/>
                    <a:pt x="1303" y="1028"/>
                  </a:cubicBezTo>
                  <a:cubicBezTo>
                    <a:pt x="1321" y="1033"/>
                    <a:pt x="1338" y="1035"/>
                    <a:pt x="1357" y="1035"/>
                  </a:cubicBezTo>
                  <a:cubicBezTo>
                    <a:pt x="1444" y="1035"/>
                    <a:pt x="1533" y="986"/>
                    <a:pt x="1554" y="903"/>
                  </a:cubicBezTo>
                  <a:cubicBezTo>
                    <a:pt x="1579" y="803"/>
                    <a:pt x="1529" y="652"/>
                    <a:pt x="1429" y="627"/>
                  </a:cubicBezTo>
                  <a:cubicBezTo>
                    <a:pt x="1303" y="627"/>
                    <a:pt x="1203" y="602"/>
                    <a:pt x="1103" y="552"/>
                  </a:cubicBezTo>
                  <a:cubicBezTo>
                    <a:pt x="1078" y="552"/>
                    <a:pt x="1053" y="552"/>
                    <a:pt x="1028" y="527"/>
                  </a:cubicBezTo>
                  <a:lnTo>
                    <a:pt x="1003" y="527"/>
                  </a:lnTo>
                  <a:cubicBezTo>
                    <a:pt x="952" y="502"/>
                    <a:pt x="902" y="477"/>
                    <a:pt x="852" y="452"/>
                  </a:cubicBezTo>
                  <a:cubicBezTo>
                    <a:pt x="802" y="427"/>
                    <a:pt x="752" y="402"/>
                    <a:pt x="727" y="377"/>
                  </a:cubicBezTo>
                  <a:cubicBezTo>
                    <a:pt x="702" y="352"/>
                    <a:pt x="677" y="326"/>
                    <a:pt x="652" y="326"/>
                  </a:cubicBezTo>
                  <a:cubicBezTo>
                    <a:pt x="652" y="326"/>
                    <a:pt x="627" y="301"/>
                    <a:pt x="627" y="301"/>
                  </a:cubicBezTo>
                  <a:cubicBezTo>
                    <a:pt x="526" y="226"/>
                    <a:pt x="451" y="151"/>
                    <a:pt x="376" y="76"/>
                  </a:cubicBezTo>
                  <a:cubicBezTo>
                    <a:pt x="338" y="26"/>
                    <a:pt x="282" y="1"/>
                    <a:pt x="2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29"/>
            <p:cNvSpPr/>
            <p:nvPr/>
          </p:nvSpPr>
          <p:spPr>
            <a:xfrm>
              <a:off x="-7286800" y="-374050"/>
              <a:ext cx="13800" cy="10675"/>
            </a:xfrm>
            <a:custGeom>
              <a:rect b="b" l="l" r="r" t="t"/>
              <a:pathLst>
                <a:path extrusionOk="0" h="427"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6" name="Google Shape;2766;p29"/>
          <p:cNvGrpSpPr/>
          <p:nvPr/>
        </p:nvGrpSpPr>
        <p:grpSpPr>
          <a:xfrm flipH="1" rot="-698520">
            <a:off x="3562772" y="4126954"/>
            <a:ext cx="506819" cy="954290"/>
            <a:chOff x="15707400" y="-1187712"/>
            <a:chExt cx="734200" cy="1382425"/>
          </a:xfrm>
        </p:grpSpPr>
        <p:sp>
          <p:nvSpPr>
            <p:cNvPr id="2767" name="Google Shape;2767;p29"/>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29"/>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29"/>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29"/>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29"/>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29"/>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29"/>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29"/>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5" name="Google Shape;2775;p29"/>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29"/>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29"/>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29"/>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29"/>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0" name="Google Shape;2780;p29"/>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1" name="Google Shape;2781;p29"/>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29"/>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3" name="Google Shape;2783;p29"/>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p29"/>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29"/>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29"/>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p29"/>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p29"/>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29"/>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0" name="Google Shape;2790;p29"/>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p29"/>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29"/>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p29"/>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4" name="Google Shape;2794;p29"/>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29"/>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p29"/>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p29"/>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p29"/>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9" name="Google Shape;2799;p29"/>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0" name="Google Shape;2800;p29"/>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01" name="Google Shape;2801;p29"/>
          <p:cNvSpPr txBox="1"/>
          <p:nvPr/>
        </p:nvSpPr>
        <p:spPr>
          <a:xfrm>
            <a:off x="346229" y="3449052"/>
            <a:ext cx="445173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chemeClr val="lt2"/>
                </a:solidFill>
                <a:latin typeface="Rubik"/>
                <a:ea typeface="Rubik"/>
                <a:cs typeface="Rubik"/>
                <a:sym typeface="Rubik"/>
              </a:rPr>
              <a:t>is a dangerous form of cyberbullying in which attackers harass victims through online communications like email or social media it also refers to adults using the internet to contact and meet young people for abusive purposes.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5" name="Shape 2805"/>
        <p:cNvGrpSpPr/>
        <p:nvPr/>
      </p:nvGrpSpPr>
      <p:grpSpPr>
        <a:xfrm>
          <a:off x="0" y="0"/>
          <a:ext cx="0" cy="0"/>
          <a:chOff x="0" y="0"/>
          <a:chExt cx="0" cy="0"/>
        </a:xfrm>
      </p:grpSpPr>
      <p:sp>
        <p:nvSpPr>
          <p:cNvPr id="2806" name="Google Shape;2806;p30"/>
          <p:cNvSpPr txBox="1"/>
          <p:nvPr>
            <p:ph type="title"/>
          </p:nvPr>
        </p:nvSpPr>
        <p:spPr>
          <a:xfrm>
            <a:off x="640101" y="107673"/>
            <a:ext cx="7704000" cy="939892"/>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fr-FR"/>
              <a:t>DIFFERENCE BETWEEN CYBERBULLYING AND ONLINE HARRASSMENT</a:t>
            </a:r>
            <a:endParaRPr/>
          </a:p>
        </p:txBody>
      </p:sp>
      <p:sp>
        <p:nvSpPr>
          <p:cNvPr id="2807" name="Google Shape;2807;p30"/>
          <p:cNvSpPr txBox="1"/>
          <p:nvPr>
            <p:ph idx="4" type="subTitle"/>
          </p:nvPr>
        </p:nvSpPr>
        <p:spPr>
          <a:xfrm>
            <a:off x="949457" y="1784928"/>
            <a:ext cx="6479100" cy="1573500"/>
          </a:xfrm>
          <a:prstGeom prst="rect">
            <a:avLst/>
          </a:prstGeom>
          <a:noFill/>
          <a:ln>
            <a:noFill/>
          </a:ln>
        </p:spPr>
        <p:txBody>
          <a:bodyPr anchorCtr="0" anchor="ctr" bIns="91425" lIns="91425" spcFirstLastPara="1" rIns="91425" wrap="square" tIns="91425">
            <a:noAutofit/>
          </a:bodyPr>
          <a:lstStyle/>
          <a:p>
            <a:pPr indent="-317500" lvl="0" marL="457200" rtl="0" algn="ctr">
              <a:lnSpc>
                <a:spcPct val="100000"/>
              </a:lnSpc>
              <a:spcBef>
                <a:spcPts val="0"/>
              </a:spcBef>
              <a:spcAft>
                <a:spcPts val="0"/>
              </a:spcAft>
              <a:buSzPts val="2800"/>
              <a:buNone/>
            </a:pPr>
            <a:r>
              <a:rPr i="1" lang="fr-FR"/>
              <a:t>In law, a distinction is often drawn between the two: </a:t>
            </a:r>
            <a:r>
              <a:rPr lang="fr-FR" u="sng"/>
              <a:t> </a:t>
            </a:r>
            <a:r>
              <a:rPr lang="fr-FR" u="sng">
                <a:solidFill>
                  <a:schemeClr val="hlink"/>
                </a:solidFill>
                <a:hlinkClick r:id="rId3"/>
              </a:rPr>
              <a:t>according to the National Conference</a:t>
            </a:r>
            <a:r>
              <a:rPr i="1" lang="fr-FR" u="sng">
                <a:solidFill>
                  <a:schemeClr val="hlink"/>
                </a:solidFill>
                <a:hlinkClick r:id="rId4"/>
              </a:rPr>
              <a:t> of State Legislatures</a:t>
            </a:r>
            <a:r>
              <a:rPr i="1" lang="fr-FR"/>
              <a:t>, online harassment is typically defined as “not involving a credible threat”, whereas threat is present in cyberstalking. </a:t>
            </a:r>
            <a:r>
              <a:rPr b="1" i="1" lang="fr-FR"/>
              <a:t>                  </a:t>
            </a:r>
            <a:endParaRPr/>
          </a:p>
        </p:txBody>
      </p:sp>
      <p:grpSp>
        <p:nvGrpSpPr>
          <p:cNvPr id="2808" name="Google Shape;2808;p30"/>
          <p:cNvGrpSpPr/>
          <p:nvPr/>
        </p:nvGrpSpPr>
        <p:grpSpPr>
          <a:xfrm>
            <a:off x="1262197" y="921007"/>
            <a:ext cx="733341" cy="696165"/>
            <a:chOff x="2155375" y="-71225"/>
            <a:chExt cx="733341" cy="696165"/>
          </a:xfrm>
        </p:grpSpPr>
        <p:grpSp>
          <p:nvGrpSpPr>
            <p:cNvPr id="2809" name="Google Shape;2809;p30"/>
            <p:cNvGrpSpPr/>
            <p:nvPr/>
          </p:nvGrpSpPr>
          <p:grpSpPr>
            <a:xfrm>
              <a:off x="2155375" y="-71225"/>
              <a:ext cx="733341" cy="696165"/>
              <a:chOff x="1503750" y="154675"/>
              <a:chExt cx="733341" cy="696165"/>
            </a:xfrm>
          </p:grpSpPr>
          <p:sp>
            <p:nvSpPr>
              <p:cNvPr id="2810" name="Google Shape;2810;p30"/>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30"/>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12" name="Google Shape;2812;p30"/>
            <p:cNvGrpSpPr/>
            <p:nvPr/>
          </p:nvGrpSpPr>
          <p:grpSpPr>
            <a:xfrm rot="-965331">
              <a:off x="2325062" y="89521"/>
              <a:ext cx="377871" cy="386176"/>
              <a:chOff x="9295375" y="2920038"/>
              <a:chExt cx="782650" cy="799850"/>
            </a:xfrm>
          </p:grpSpPr>
          <p:sp>
            <p:nvSpPr>
              <p:cNvPr id="2813" name="Google Shape;2813;p30"/>
              <p:cNvSpPr/>
              <p:nvPr/>
            </p:nvSpPr>
            <p:spPr>
              <a:xfrm>
                <a:off x="9296625" y="2956988"/>
                <a:ext cx="574600" cy="757925"/>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30"/>
              <p:cNvSpPr/>
              <p:nvPr/>
            </p:nvSpPr>
            <p:spPr>
              <a:xfrm>
                <a:off x="9295375" y="2951738"/>
                <a:ext cx="580850" cy="768150"/>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p30"/>
              <p:cNvSpPr/>
              <p:nvPr/>
            </p:nvSpPr>
            <p:spPr>
              <a:xfrm>
                <a:off x="9346125" y="3101763"/>
                <a:ext cx="115950" cy="111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30"/>
              <p:cNvSpPr/>
              <p:nvPr/>
            </p:nvSpPr>
            <p:spPr>
              <a:xfrm>
                <a:off x="9341100" y="3232088"/>
                <a:ext cx="104675" cy="111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p30"/>
              <p:cNvSpPr/>
              <p:nvPr/>
            </p:nvSpPr>
            <p:spPr>
              <a:xfrm>
                <a:off x="9360550" y="3353238"/>
                <a:ext cx="82100" cy="11725"/>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30"/>
              <p:cNvSpPr/>
              <p:nvPr/>
            </p:nvSpPr>
            <p:spPr>
              <a:xfrm>
                <a:off x="9415100" y="2991338"/>
                <a:ext cx="179800" cy="20675"/>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p30"/>
              <p:cNvSpPr/>
              <p:nvPr/>
            </p:nvSpPr>
            <p:spPr>
              <a:xfrm>
                <a:off x="9623075" y="2995888"/>
                <a:ext cx="13800" cy="10050"/>
              </a:xfrm>
              <a:custGeom>
                <a:rect b="b" l="l" r="r" t="t"/>
                <a:pathLst>
                  <a:path extrusionOk="0" h="402" w="552">
                    <a:moveTo>
                      <a:pt x="276" y="0"/>
                    </a:moveTo>
                    <a:cubicBezTo>
                      <a:pt x="0" y="0"/>
                      <a:pt x="0"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30"/>
              <p:cNvSpPr/>
              <p:nvPr/>
            </p:nvSpPr>
            <p:spPr>
              <a:xfrm>
                <a:off x="9755275" y="3087363"/>
                <a:ext cx="28225" cy="35100"/>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30"/>
              <p:cNvSpPr/>
              <p:nvPr/>
            </p:nvSpPr>
            <p:spPr>
              <a:xfrm>
                <a:off x="9779075" y="3103663"/>
                <a:ext cx="22600" cy="29450"/>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p30"/>
              <p:cNvSpPr/>
              <p:nvPr/>
            </p:nvSpPr>
            <p:spPr>
              <a:xfrm>
                <a:off x="9641250" y="3529263"/>
                <a:ext cx="25925" cy="14310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p30"/>
              <p:cNvSpPr/>
              <p:nvPr/>
            </p:nvSpPr>
            <p:spPr>
              <a:xfrm>
                <a:off x="9680725" y="3646263"/>
                <a:ext cx="11300" cy="11300"/>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30"/>
              <p:cNvSpPr/>
              <p:nvPr/>
            </p:nvSpPr>
            <p:spPr>
              <a:xfrm>
                <a:off x="9505275" y="3378088"/>
                <a:ext cx="18200" cy="31975"/>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p30"/>
              <p:cNvSpPr/>
              <p:nvPr/>
            </p:nvSpPr>
            <p:spPr>
              <a:xfrm>
                <a:off x="9524700" y="3379213"/>
                <a:ext cx="16950" cy="31975"/>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6" name="Google Shape;2826;p30"/>
              <p:cNvSpPr/>
              <p:nvPr/>
            </p:nvSpPr>
            <p:spPr>
              <a:xfrm>
                <a:off x="9355525" y="3264088"/>
                <a:ext cx="23825" cy="5637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30"/>
              <p:cNvSpPr/>
              <p:nvPr/>
            </p:nvSpPr>
            <p:spPr>
              <a:xfrm>
                <a:off x="9398125" y="3310413"/>
                <a:ext cx="13200" cy="10050"/>
              </a:xfrm>
              <a:custGeom>
                <a:rect b="b" l="l" r="r" t="t"/>
                <a:pathLst>
                  <a:path extrusionOk="0" h="402" w="528">
                    <a:moveTo>
                      <a:pt x="276" y="1"/>
                    </a:moveTo>
                    <a:cubicBezTo>
                      <a:pt x="1" y="1"/>
                      <a:pt x="1" y="402"/>
                      <a:pt x="276" y="402"/>
                    </a:cubicBezTo>
                    <a:cubicBezTo>
                      <a:pt x="527" y="402"/>
                      <a:pt x="527"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30"/>
              <p:cNvSpPr/>
              <p:nvPr/>
            </p:nvSpPr>
            <p:spPr>
              <a:xfrm>
                <a:off x="9403150" y="3130988"/>
                <a:ext cx="125950" cy="12825"/>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30"/>
              <p:cNvSpPr/>
              <p:nvPr/>
            </p:nvSpPr>
            <p:spPr>
              <a:xfrm>
                <a:off x="9570425" y="3131213"/>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30"/>
              <p:cNvSpPr/>
              <p:nvPr/>
            </p:nvSpPr>
            <p:spPr>
              <a:xfrm>
                <a:off x="9744000" y="3325463"/>
                <a:ext cx="27600" cy="32600"/>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p30"/>
              <p:cNvSpPr/>
              <p:nvPr/>
            </p:nvSpPr>
            <p:spPr>
              <a:xfrm>
                <a:off x="9771575" y="3332988"/>
                <a:ext cx="24450" cy="35100"/>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p30"/>
              <p:cNvSpPr/>
              <p:nvPr/>
            </p:nvSpPr>
            <p:spPr>
              <a:xfrm>
                <a:off x="9858650"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p30"/>
              <p:cNvSpPr/>
              <p:nvPr/>
            </p:nvSpPr>
            <p:spPr>
              <a:xfrm>
                <a:off x="9853650" y="2920038"/>
                <a:ext cx="117850" cy="590375"/>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p30"/>
              <p:cNvSpPr/>
              <p:nvPr/>
            </p:nvSpPr>
            <p:spPr>
              <a:xfrm>
                <a:off x="9878075" y="2970888"/>
                <a:ext cx="69575" cy="55650"/>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p30"/>
              <p:cNvSpPr/>
              <p:nvPr/>
            </p:nvSpPr>
            <p:spPr>
              <a:xfrm>
                <a:off x="9870475" y="3000638"/>
                <a:ext cx="85775" cy="65850"/>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6" name="Google Shape;2836;p30"/>
              <p:cNvSpPr/>
              <p:nvPr/>
            </p:nvSpPr>
            <p:spPr>
              <a:xfrm>
                <a:off x="9879950" y="3041538"/>
                <a:ext cx="64750" cy="50500"/>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7" name="Google Shape;2837;p30"/>
              <p:cNvSpPr/>
              <p:nvPr/>
            </p:nvSpPr>
            <p:spPr>
              <a:xfrm>
                <a:off x="9886225" y="3074963"/>
                <a:ext cx="57050" cy="4540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30"/>
              <p:cNvSpPr/>
              <p:nvPr/>
            </p:nvSpPr>
            <p:spPr>
              <a:xfrm>
                <a:off x="9892500" y="3195588"/>
                <a:ext cx="35725" cy="26800"/>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9" name="Google Shape;2839;p30"/>
              <p:cNvSpPr/>
              <p:nvPr/>
            </p:nvSpPr>
            <p:spPr>
              <a:xfrm>
                <a:off x="9889575" y="3207738"/>
                <a:ext cx="59950" cy="42600"/>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0" name="Google Shape;2840;p30"/>
              <p:cNvSpPr/>
              <p:nvPr/>
            </p:nvSpPr>
            <p:spPr>
              <a:xfrm>
                <a:off x="9878700" y="3241088"/>
                <a:ext cx="64575" cy="51575"/>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30"/>
              <p:cNvSpPr/>
              <p:nvPr/>
            </p:nvSpPr>
            <p:spPr>
              <a:xfrm>
                <a:off x="9881500" y="3279938"/>
                <a:ext cx="61775" cy="43900"/>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2" name="Google Shape;2842;p30"/>
              <p:cNvSpPr/>
              <p:nvPr/>
            </p:nvSpPr>
            <p:spPr>
              <a:xfrm>
                <a:off x="9868825" y="3312213"/>
                <a:ext cx="86525" cy="58200"/>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p30"/>
              <p:cNvSpPr/>
              <p:nvPr/>
            </p:nvSpPr>
            <p:spPr>
              <a:xfrm>
                <a:off x="9891250" y="3346888"/>
                <a:ext cx="60175" cy="47175"/>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4" name="Google Shape;2844;p30"/>
              <p:cNvSpPr/>
              <p:nvPr/>
            </p:nvSpPr>
            <p:spPr>
              <a:xfrm>
                <a:off x="9881850" y="3388463"/>
                <a:ext cx="58925" cy="38525"/>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5" name="Google Shape;2845;p30"/>
              <p:cNvSpPr/>
              <p:nvPr/>
            </p:nvSpPr>
            <p:spPr>
              <a:xfrm>
                <a:off x="9898750" y="3427088"/>
                <a:ext cx="42025" cy="3212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6" name="Google Shape;2846;p30"/>
              <p:cNvSpPr/>
              <p:nvPr/>
            </p:nvSpPr>
            <p:spPr>
              <a:xfrm>
                <a:off x="9965175"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7" name="Google Shape;2847;p30"/>
              <p:cNvSpPr/>
              <p:nvPr/>
            </p:nvSpPr>
            <p:spPr>
              <a:xfrm>
                <a:off x="9960175" y="2920038"/>
                <a:ext cx="117850" cy="590375"/>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8" name="Google Shape;2848;p30"/>
              <p:cNvSpPr/>
              <p:nvPr/>
            </p:nvSpPr>
            <p:spPr>
              <a:xfrm>
                <a:off x="10002150" y="2958588"/>
                <a:ext cx="11925" cy="294375"/>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9" name="Google Shape;2849;p30"/>
              <p:cNvSpPr/>
              <p:nvPr/>
            </p:nvSpPr>
            <p:spPr>
              <a:xfrm>
                <a:off x="10030025" y="3009513"/>
                <a:ext cx="14750" cy="125175"/>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0" name="Google Shape;2850;p30"/>
              <p:cNvSpPr/>
              <p:nvPr/>
            </p:nvSpPr>
            <p:spPr>
              <a:xfrm>
                <a:off x="10040375" y="3158163"/>
                <a:ext cx="13175" cy="10050"/>
              </a:xfrm>
              <a:custGeom>
                <a:rect b="b" l="l" r="r" t="t"/>
                <a:pathLst>
                  <a:path extrusionOk="0" h="402" w="527">
                    <a:moveTo>
                      <a:pt x="276" y="0"/>
                    </a:moveTo>
                    <a:cubicBezTo>
                      <a:pt x="0" y="0"/>
                      <a:pt x="0" y="402"/>
                      <a:pt x="276" y="402"/>
                    </a:cubicBezTo>
                    <a:cubicBezTo>
                      <a:pt x="526" y="402"/>
                      <a:pt x="52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1" name="Google Shape;2851;p30"/>
              <p:cNvSpPr/>
              <p:nvPr/>
            </p:nvSpPr>
            <p:spPr>
              <a:xfrm>
                <a:off x="9994300" y="3307138"/>
                <a:ext cx="14125" cy="142550"/>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2" name="Google Shape;2852;p30"/>
              <p:cNvSpPr/>
              <p:nvPr/>
            </p:nvSpPr>
            <p:spPr>
              <a:xfrm>
                <a:off x="9988350" y="3272188"/>
                <a:ext cx="10675" cy="1132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3" name="Google Shape;2853;p30"/>
              <p:cNvSpPr/>
              <p:nvPr/>
            </p:nvSpPr>
            <p:spPr>
              <a:xfrm>
                <a:off x="10028150" y="3355388"/>
                <a:ext cx="12250" cy="82400"/>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4" name="Google Shape;2854;p30"/>
              <p:cNvSpPr/>
              <p:nvPr/>
            </p:nvSpPr>
            <p:spPr>
              <a:xfrm>
                <a:off x="10028450" y="3322963"/>
                <a:ext cx="13200" cy="10675"/>
              </a:xfrm>
              <a:custGeom>
                <a:rect b="b" l="l" r="r" t="t"/>
                <a:pathLst>
                  <a:path extrusionOk="0" h="427" w="528">
                    <a:moveTo>
                      <a:pt x="251" y="0"/>
                    </a:moveTo>
                    <a:cubicBezTo>
                      <a:pt x="1" y="0"/>
                      <a:pt x="1" y="426"/>
                      <a:pt x="251" y="426"/>
                    </a:cubicBezTo>
                    <a:cubicBezTo>
                      <a:pt x="527" y="426"/>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855" name="Google Shape;2855;p30"/>
          <p:cNvGrpSpPr/>
          <p:nvPr/>
        </p:nvGrpSpPr>
        <p:grpSpPr>
          <a:xfrm flipH="1" rot="284654">
            <a:off x="7632929" y="1249809"/>
            <a:ext cx="791539" cy="751413"/>
            <a:chOff x="4741369" y="4178435"/>
            <a:chExt cx="896803" cy="851340"/>
          </a:xfrm>
        </p:grpSpPr>
        <p:grpSp>
          <p:nvGrpSpPr>
            <p:cNvPr id="2856" name="Google Shape;2856;p30"/>
            <p:cNvGrpSpPr/>
            <p:nvPr/>
          </p:nvGrpSpPr>
          <p:grpSpPr>
            <a:xfrm>
              <a:off x="4741369" y="4178435"/>
              <a:ext cx="896803" cy="851340"/>
              <a:chOff x="1503750" y="154675"/>
              <a:chExt cx="733341" cy="696165"/>
            </a:xfrm>
          </p:grpSpPr>
          <p:sp>
            <p:nvSpPr>
              <p:cNvPr id="2857" name="Google Shape;2857;p30"/>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p30"/>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9" name="Google Shape;2859;p30"/>
            <p:cNvGrpSpPr/>
            <p:nvPr/>
          </p:nvGrpSpPr>
          <p:grpSpPr>
            <a:xfrm rot="728027">
              <a:off x="4896064" y="4371944"/>
              <a:ext cx="522241" cy="452053"/>
              <a:chOff x="-3687125" y="3130813"/>
              <a:chExt cx="848975" cy="734875"/>
            </a:xfrm>
          </p:grpSpPr>
          <p:sp>
            <p:nvSpPr>
              <p:cNvPr id="2860" name="Google Shape;2860;p30"/>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1" name="Google Shape;2861;p30"/>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2" name="Google Shape;2862;p30"/>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30"/>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p30"/>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5" name="Google Shape;2865;p30"/>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6" name="Google Shape;2866;p30"/>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7" name="Google Shape;2867;p30"/>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p30"/>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p30"/>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0" name="Google Shape;2870;p30"/>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1" name="Google Shape;2871;p30"/>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2" name="Google Shape;2872;p30"/>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3" name="Google Shape;2873;p30"/>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4" name="Google Shape;2874;p30"/>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5" name="Google Shape;2875;p30"/>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30"/>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30"/>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p30"/>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30"/>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30"/>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p30"/>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2" name="Google Shape;2882;p30"/>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3" name="Google Shape;2883;p30"/>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4" name="Google Shape;2884;p30"/>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5" name="Google Shape;2885;p30"/>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6" name="Google Shape;2886;p30"/>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p30"/>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p30"/>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9" name="Google Shape;2889;p30"/>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0" name="Google Shape;2890;p30"/>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1" name="Google Shape;2891;p30"/>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2" name="Google Shape;2892;p30"/>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3" name="Google Shape;2893;p30"/>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4" name="Google Shape;2894;p30"/>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5" name="Google Shape;2895;p30"/>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30"/>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30"/>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8" name="Google Shape;2898;p30"/>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p30"/>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p30"/>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30"/>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30"/>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sp>
        <p:nvSpPr>
          <p:cNvPr id="2907" name="Google Shape;2907;p31"/>
          <p:cNvSpPr/>
          <p:nvPr/>
        </p:nvSpPr>
        <p:spPr>
          <a:xfrm>
            <a:off x="4094850" y="1329863"/>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8" name="Google Shape;2908;p31"/>
          <p:cNvSpPr txBox="1"/>
          <p:nvPr>
            <p:ph type="title"/>
          </p:nvPr>
        </p:nvSpPr>
        <p:spPr>
          <a:xfrm>
            <a:off x="2459100" y="2456450"/>
            <a:ext cx="42258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fr-FR"/>
              <a:t>DATA REPORTING</a:t>
            </a:r>
            <a:endParaRPr/>
          </a:p>
        </p:txBody>
      </p:sp>
      <p:sp>
        <p:nvSpPr>
          <p:cNvPr id="2909" name="Google Shape;2909;p31"/>
          <p:cNvSpPr txBox="1"/>
          <p:nvPr>
            <p:ph idx="2" type="title"/>
          </p:nvPr>
        </p:nvSpPr>
        <p:spPr>
          <a:xfrm>
            <a:off x="4114800" y="1442363"/>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3" name="Shape 2913"/>
        <p:cNvGrpSpPr/>
        <p:nvPr/>
      </p:nvGrpSpPr>
      <p:grpSpPr>
        <a:xfrm>
          <a:off x="0" y="0"/>
          <a:ext cx="0" cy="0"/>
          <a:chOff x="0" y="0"/>
          <a:chExt cx="0" cy="0"/>
        </a:xfrm>
      </p:grpSpPr>
      <p:sp>
        <p:nvSpPr>
          <p:cNvPr id="2914" name="Google Shape;2914;p32"/>
          <p:cNvSpPr txBox="1"/>
          <p:nvPr>
            <p:ph idx="2" type="title"/>
          </p:nvPr>
        </p:nvSpPr>
        <p:spPr>
          <a:xfrm>
            <a:off x="535850" y="970700"/>
            <a:ext cx="6837000" cy="841800"/>
          </a:xfrm>
          <a:prstGeom prst="rect">
            <a:avLst/>
          </a:prstGeom>
        </p:spPr>
        <p:txBody>
          <a:bodyPr anchorCtr="0" anchor="ctr" bIns="91425" lIns="91425" spcFirstLastPara="1" rIns="91425" wrap="square" tIns="91425">
            <a:noAutofit/>
          </a:bodyPr>
          <a:lstStyle/>
          <a:p>
            <a:pPr indent="0" lvl="0" marL="0" rtl="0" algn="l">
              <a:lnSpc>
                <a:spcPct val="183333"/>
              </a:lnSpc>
              <a:spcBef>
                <a:spcPts val="1400"/>
              </a:spcBef>
              <a:spcAft>
                <a:spcPts val="0"/>
              </a:spcAft>
              <a:buNone/>
            </a:pPr>
            <a:r>
              <a:rPr b="1" lang="fr-FR" sz="2500">
                <a:solidFill>
                  <a:srgbClr val="7B7BAD"/>
                </a:solidFill>
                <a:latin typeface="Arial"/>
                <a:ea typeface="Arial"/>
                <a:cs typeface="Arial"/>
                <a:sym typeface="Arial"/>
              </a:rPr>
              <a:t>How Often Does Cyberstalking Occur?</a:t>
            </a:r>
            <a:endParaRPr b="1" sz="2500">
              <a:solidFill>
                <a:srgbClr val="7B7BAD"/>
              </a:solidFill>
              <a:latin typeface="Arial"/>
              <a:ea typeface="Arial"/>
              <a:cs typeface="Arial"/>
              <a:sym typeface="Arial"/>
            </a:endParaRPr>
          </a:p>
          <a:p>
            <a:pPr indent="0" lvl="0" marL="0" rtl="0" algn="ctr">
              <a:spcBef>
                <a:spcPts val="2600"/>
              </a:spcBef>
              <a:spcAft>
                <a:spcPts val="0"/>
              </a:spcAft>
              <a:buNone/>
            </a:pPr>
            <a:r>
              <a:t/>
            </a:r>
            <a:endParaRPr/>
          </a:p>
        </p:txBody>
      </p:sp>
      <p:sp>
        <p:nvSpPr>
          <p:cNvPr id="2915" name="Google Shape;2915;p32"/>
          <p:cNvSpPr txBox="1"/>
          <p:nvPr>
            <p:ph idx="1" type="subTitle"/>
          </p:nvPr>
        </p:nvSpPr>
        <p:spPr>
          <a:xfrm>
            <a:off x="1412250" y="1812500"/>
            <a:ext cx="6319500" cy="196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FR" sz="2000">
                <a:solidFill>
                  <a:srgbClr val="19234F"/>
                </a:solidFill>
                <a:latin typeface="Arial"/>
                <a:ea typeface="Arial"/>
                <a:cs typeface="Arial"/>
                <a:sym typeface="Arial"/>
              </a:rPr>
              <a:t>T</a:t>
            </a:r>
            <a:r>
              <a:rPr lang="fr-FR" sz="2000">
                <a:solidFill>
                  <a:srgbClr val="19234F"/>
                </a:solidFill>
                <a:latin typeface="Arial"/>
                <a:ea typeface="Arial"/>
                <a:cs typeface="Arial"/>
                <a:sym typeface="Arial"/>
              </a:rPr>
              <a:t>he Pew Research Center identified that 7% of Americans have been stalked online. Young people under the age of thirty, and particularly women between the ages of 18-24, seemed vulnerable to the most “severe” forms, including physical threats and sexual harassment.</a:t>
            </a:r>
            <a:endParaRPr sz="2000">
              <a:solidFill>
                <a:srgbClr val="19234F"/>
              </a:solidFill>
            </a:endParaRPr>
          </a:p>
          <a:p>
            <a:pPr indent="0" lvl="0" marL="0" rtl="0" algn="ctr">
              <a:spcBef>
                <a:spcPts val="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9" name="Shape 2919"/>
        <p:cNvGrpSpPr/>
        <p:nvPr/>
      </p:nvGrpSpPr>
      <p:grpSpPr>
        <a:xfrm>
          <a:off x="0" y="0"/>
          <a:ext cx="0" cy="0"/>
          <a:chOff x="0" y="0"/>
          <a:chExt cx="0" cy="0"/>
        </a:xfrm>
      </p:grpSpPr>
      <p:pic>
        <p:nvPicPr>
          <p:cNvPr id="2920" name="Google Shape;2920;p33"/>
          <p:cNvPicPr preferRelativeResize="0"/>
          <p:nvPr/>
        </p:nvPicPr>
        <p:blipFill>
          <a:blip r:embed="rId3">
            <a:alphaModFix/>
          </a:blip>
          <a:stretch>
            <a:fillRect/>
          </a:stretch>
        </p:blipFill>
        <p:spPr>
          <a:xfrm>
            <a:off x="939338" y="110500"/>
            <a:ext cx="7265315"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4" name="Shape 2924"/>
        <p:cNvGrpSpPr/>
        <p:nvPr/>
      </p:nvGrpSpPr>
      <p:grpSpPr>
        <a:xfrm>
          <a:off x="0" y="0"/>
          <a:ext cx="0" cy="0"/>
          <a:chOff x="0" y="0"/>
          <a:chExt cx="0" cy="0"/>
        </a:xfrm>
      </p:grpSpPr>
      <p:pic>
        <p:nvPicPr>
          <p:cNvPr id="2925" name="Google Shape;2925;p34"/>
          <p:cNvPicPr preferRelativeResize="0"/>
          <p:nvPr/>
        </p:nvPicPr>
        <p:blipFill>
          <a:blip r:embed="rId3">
            <a:alphaModFix/>
          </a:blip>
          <a:stretch>
            <a:fillRect/>
          </a:stretch>
        </p:blipFill>
        <p:spPr>
          <a:xfrm>
            <a:off x="1076888" y="602550"/>
            <a:ext cx="6990225" cy="4655500"/>
          </a:xfrm>
          <a:prstGeom prst="rect">
            <a:avLst/>
          </a:prstGeom>
          <a:noFill/>
          <a:ln>
            <a:noFill/>
          </a:ln>
        </p:spPr>
      </p:pic>
      <p:sp>
        <p:nvSpPr>
          <p:cNvPr id="2926" name="Google Shape;2926;p34"/>
          <p:cNvSpPr txBox="1"/>
          <p:nvPr/>
        </p:nvSpPr>
        <p:spPr>
          <a:xfrm>
            <a:off x="2758650" y="124525"/>
            <a:ext cx="6727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3200">
                <a:solidFill>
                  <a:srgbClr val="8E7CC3"/>
                </a:solidFill>
                <a:latin typeface="Calibri"/>
                <a:ea typeface="Calibri"/>
                <a:cs typeface="Calibri"/>
                <a:sym typeface="Calibri"/>
              </a:rPr>
              <a:t>Gender of Pursuer</a:t>
            </a:r>
            <a:endParaRPr sz="3200">
              <a:solidFill>
                <a:srgbClr val="8E7CC3"/>
              </a:solidFill>
              <a:latin typeface="Calibri"/>
              <a:ea typeface="Calibri"/>
              <a:cs typeface="Calibri"/>
              <a:sym typeface="Calibri"/>
            </a:endParaRPr>
          </a:p>
        </p:txBody>
      </p:sp>
      <p:sp>
        <p:nvSpPr>
          <p:cNvPr id="2927" name="Google Shape;2927;p34"/>
          <p:cNvSpPr txBox="1"/>
          <p:nvPr/>
        </p:nvSpPr>
        <p:spPr>
          <a:xfrm>
            <a:off x="107475" y="1239625"/>
            <a:ext cx="2349000" cy="14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fr-FR" sz="1500">
                <a:solidFill>
                  <a:srgbClr val="333333"/>
                </a:solidFill>
                <a:latin typeface="Roboto"/>
                <a:ea typeface="Roboto"/>
                <a:cs typeface="Roboto"/>
                <a:sym typeface="Roboto"/>
              </a:rPr>
              <a:t>200,000 people are real stalkers in America, approximately 1 in 1250 persons. 95% of stalkers are men</a:t>
            </a:r>
            <a:endParaRPr sz="1800">
              <a:latin typeface="Rubik"/>
              <a:ea typeface="Rubik"/>
              <a:cs typeface="Rubik"/>
              <a:sym typeface="Rubi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pic>
        <p:nvPicPr>
          <p:cNvPr id="2932" name="Google Shape;2932;p35"/>
          <p:cNvPicPr preferRelativeResize="0"/>
          <p:nvPr/>
        </p:nvPicPr>
        <p:blipFill>
          <a:blip r:embed="rId3">
            <a:alphaModFix/>
          </a:blip>
          <a:stretch>
            <a:fillRect/>
          </a:stretch>
        </p:blipFill>
        <p:spPr>
          <a:xfrm>
            <a:off x="-122025" y="181700"/>
            <a:ext cx="10349952" cy="4780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6" name="Shape 2936"/>
        <p:cNvGrpSpPr/>
        <p:nvPr/>
      </p:nvGrpSpPr>
      <p:grpSpPr>
        <a:xfrm>
          <a:off x="0" y="0"/>
          <a:ext cx="0" cy="0"/>
          <a:chOff x="0" y="0"/>
          <a:chExt cx="0" cy="0"/>
        </a:xfrm>
      </p:grpSpPr>
      <p:sp>
        <p:nvSpPr>
          <p:cNvPr id="2937" name="Google Shape;2937;p36"/>
          <p:cNvSpPr txBox="1"/>
          <p:nvPr/>
        </p:nvSpPr>
        <p:spPr>
          <a:xfrm>
            <a:off x="-45250" y="609450"/>
            <a:ext cx="8796300" cy="515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fr-FR" sz="2150">
                <a:solidFill>
                  <a:srgbClr val="7B7BAD"/>
                </a:solidFill>
              </a:rPr>
              <a:t>C</a:t>
            </a:r>
            <a:r>
              <a:rPr b="1" lang="fr-FR" sz="2150">
                <a:solidFill>
                  <a:srgbClr val="7B7BAD"/>
                </a:solidFill>
              </a:rPr>
              <a:t>yberstalk</a:t>
            </a:r>
            <a:r>
              <a:rPr b="1" lang="fr-FR" sz="2150">
                <a:solidFill>
                  <a:srgbClr val="7B7BAD"/>
                </a:solidFill>
              </a:rPr>
              <a:t>ing</a:t>
            </a:r>
            <a:r>
              <a:rPr b="1" lang="fr-FR" sz="2150">
                <a:solidFill>
                  <a:srgbClr val="7B7BAD"/>
                </a:solidFill>
              </a:rPr>
              <a:t> victims by type of staking behavior</a:t>
            </a:r>
            <a:endParaRPr b="1" sz="2150">
              <a:solidFill>
                <a:srgbClr val="7B7BAD"/>
              </a:solidFill>
            </a:endParaRPr>
          </a:p>
        </p:txBody>
      </p:sp>
      <p:pic>
        <p:nvPicPr>
          <p:cNvPr id="2938" name="Google Shape;2938;p36"/>
          <p:cNvPicPr preferRelativeResize="0"/>
          <p:nvPr/>
        </p:nvPicPr>
        <p:blipFill>
          <a:blip r:embed="rId3">
            <a:alphaModFix/>
          </a:blip>
          <a:stretch>
            <a:fillRect/>
          </a:stretch>
        </p:blipFill>
        <p:spPr>
          <a:xfrm>
            <a:off x="152400" y="1277550"/>
            <a:ext cx="8796400" cy="2549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2" name="Shape 2942"/>
        <p:cNvGrpSpPr/>
        <p:nvPr/>
      </p:nvGrpSpPr>
      <p:grpSpPr>
        <a:xfrm>
          <a:off x="0" y="0"/>
          <a:ext cx="0" cy="0"/>
          <a:chOff x="0" y="0"/>
          <a:chExt cx="0" cy="0"/>
        </a:xfrm>
      </p:grpSpPr>
      <p:sp>
        <p:nvSpPr>
          <p:cNvPr id="2943" name="Google Shape;2943;p37"/>
          <p:cNvSpPr txBox="1"/>
          <p:nvPr/>
        </p:nvSpPr>
        <p:spPr>
          <a:xfrm>
            <a:off x="944300" y="80375"/>
            <a:ext cx="7092300" cy="515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fr-FR" sz="2150">
                <a:solidFill>
                  <a:srgbClr val="7B7BAD"/>
                </a:solidFill>
              </a:rPr>
              <a:t>Effect of cyberstalking</a:t>
            </a:r>
            <a:endParaRPr b="1" sz="2150">
              <a:solidFill>
                <a:srgbClr val="7B7BAD"/>
              </a:solidFill>
            </a:endParaRPr>
          </a:p>
        </p:txBody>
      </p:sp>
      <p:pic>
        <p:nvPicPr>
          <p:cNvPr id="2944" name="Google Shape;2944;p37"/>
          <p:cNvPicPr preferRelativeResize="0"/>
          <p:nvPr/>
        </p:nvPicPr>
        <p:blipFill>
          <a:blip r:embed="rId3">
            <a:alphaModFix/>
          </a:blip>
          <a:stretch>
            <a:fillRect/>
          </a:stretch>
        </p:blipFill>
        <p:spPr>
          <a:xfrm>
            <a:off x="371700" y="869025"/>
            <a:ext cx="7914601" cy="3973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8" name="Shape 2948"/>
        <p:cNvGrpSpPr/>
        <p:nvPr/>
      </p:nvGrpSpPr>
      <p:grpSpPr>
        <a:xfrm>
          <a:off x="0" y="0"/>
          <a:ext cx="0" cy="0"/>
          <a:chOff x="0" y="0"/>
          <a:chExt cx="0" cy="0"/>
        </a:xfrm>
      </p:grpSpPr>
      <p:sp>
        <p:nvSpPr>
          <p:cNvPr id="2949" name="Google Shape;2949;p38"/>
          <p:cNvSpPr/>
          <p:nvPr/>
        </p:nvSpPr>
        <p:spPr>
          <a:xfrm>
            <a:off x="6394971" y="1366153"/>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38"/>
          <p:cNvSpPr txBox="1"/>
          <p:nvPr>
            <p:ph type="title"/>
          </p:nvPr>
        </p:nvSpPr>
        <p:spPr>
          <a:xfrm>
            <a:off x="4228996" y="2456450"/>
            <a:ext cx="5243478" cy="105617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fr-FR"/>
              <a:t>SURVEY REPORTING </a:t>
            </a:r>
            <a:endParaRPr/>
          </a:p>
        </p:txBody>
      </p:sp>
      <p:sp>
        <p:nvSpPr>
          <p:cNvPr id="2951" name="Google Shape;2951;p38"/>
          <p:cNvSpPr txBox="1"/>
          <p:nvPr>
            <p:ph idx="2" type="title"/>
          </p:nvPr>
        </p:nvSpPr>
        <p:spPr>
          <a:xfrm>
            <a:off x="6414921" y="1476493"/>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04</a:t>
            </a:r>
            <a:endParaRPr/>
          </a:p>
        </p:txBody>
      </p:sp>
      <p:grpSp>
        <p:nvGrpSpPr>
          <p:cNvPr id="2952" name="Google Shape;2952;p38"/>
          <p:cNvGrpSpPr/>
          <p:nvPr/>
        </p:nvGrpSpPr>
        <p:grpSpPr>
          <a:xfrm>
            <a:off x="713100" y="886850"/>
            <a:ext cx="3441297" cy="3369860"/>
            <a:chOff x="713100" y="886850"/>
            <a:chExt cx="3441297" cy="3369860"/>
          </a:xfrm>
        </p:grpSpPr>
        <p:sp>
          <p:nvSpPr>
            <p:cNvPr id="2953" name="Google Shape;2953;p38"/>
            <p:cNvSpPr/>
            <p:nvPr/>
          </p:nvSpPr>
          <p:spPr>
            <a:xfrm>
              <a:off x="794402" y="1126373"/>
              <a:ext cx="3359995" cy="3126862"/>
            </a:xfrm>
            <a:custGeom>
              <a:rect b="b" l="l" r="r" t="t"/>
              <a:pathLst>
                <a:path extrusionOk="0" h="175420" w="188499">
                  <a:moveTo>
                    <a:pt x="93576" y="1"/>
                  </a:moveTo>
                  <a:cubicBezTo>
                    <a:pt x="51247" y="1"/>
                    <a:pt x="10923" y="34518"/>
                    <a:pt x="5590" y="76779"/>
                  </a:cubicBezTo>
                  <a:cubicBezTo>
                    <a:pt x="1" y="121116"/>
                    <a:pt x="33861" y="166780"/>
                    <a:pt x="77921" y="174324"/>
                  </a:cubicBezTo>
                  <a:cubicBezTo>
                    <a:pt x="82269" y="175063"/>
                    <a:pt x="86647" y="175420"/>
                    <a:pt x="91015" y="175420"/>
                  </a:cubicBezTo>
                  <a:cubicBezTo>
                    <a:pt x="130910" y="175420"/>
                    <a:pt x="170007" y="145677"/>
                    <a:pt x="178523" y="106303"/>
                  </a:cubicBezTo>
                  <a:cubicBezTo>
                    <a:pt x="188498" y="60138"/>
                    <a:pt x="154713" y="8659"/>
                    <a:pt x="107445" y="1265"/>
                  </a:cubicBezTo>
                  <a:cubicBezTo>
                    <a:pt x="102827" y="411"/>
                    <a:pt x="98189" y="1"/>
                    <a:pt x="9357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38"/>
            <p:cNvSpPr/>
            <p:nvPr/>
          </p:nvSpPr>
          <p:spPr>
            <a:xfrm>
              <a:off x="876168" y="1122505"/>
              <a:ext cx="3142868" cy="3134205"/>
            </a:xfrm>
            <a:custGeom>
              <a:rect b="b" l="l" r="r" t="t"/>
              <a:pathLst>
                <a:path extrusionOk="0" h="175832" w="176318">
                  <a:moveTo>
                    <a:pt x="88986" y="422"/>
                  </a:moveTo>
                  <a:cubicBezTo>
                    <a:pt x="92342" y="422"/>
                    <a:pt x="95697" y="638"/>
                    <a:pt x="99023" y="1081"/>
                  </a:cubicBezTo>
                  <a:cubicBezTo>
                    <a:pt x="107820" y="2234"/>
                    <a:pt x="116392" y="4590"/>
                    <a:pt x="124387" y="8450"/>
                  </a:cubicBezTo>
                  <a:cubicBezTo>
                    <a:pt x="132182" y="12209"/>
                    <a:pt x="139324" y="17197"/>
                    <a:pt x="145640" y="23061"/>
                  </a:cubicBezTo>
                  <a:cubicBezTo>
                    <a:pt x="152006" y="28976"/>
                    <a:pt x="157495" y="35793"/>
                    <a:pt x="162006" y="43212"/>
                  </a:cubicBezTo>
                  <a:cubicBezTo>
                    <a:pt x="166518" y="50655"/>
                    <a:pt x="170026" y="58726"/>
                    <a:pt x="172332" y="67122"/>
                  </a:cubicBezTo>
                  <a:cubicBezTo>
                    <a:pt x="174638" y="75443"/>
                    <a:pt x="175716" y="84089"/>
                    <a:pt x="175440" y="92711"/>
                  </a:cubicBezTo>
                  <a:cubicBezTo>
                    <a:pt x="175139" y="101533"/>
                    <a:pt x="173310" y="110255"/>
                    <a:pt x="170102" y="118475"/>
                  </a:cubicBezTo>
                  <a:cubicBezTo>
                    <a:pt x="166818" y="126796"/>
                    <a:pt x="162157" y="134566"/>
                    <a:pt x="156467" y="141458"/>
                  </a:cubicBezTo>
                  <a:cubicBezTo>
                    <a:pt x="150778" y="148350"/>
                    <a:pt x="144086" y="154390"/>
                    <a:pt x="136718" y="159403"/>
                  </a:cubicBezTo>
                  <a:cubicBezTo>
                    <a:pt x="129299" y="164441"/>
                    <a:pt x="121179" y="168476"/>
                    <a:pt x="112633" y="171208"/>
                  </a:cubicBezTo>
                  <a:cubicBezTo>
                    <a:pt x="104186" y="173939"/>
                    <a:pt x="95314" y="175418"/>
                    <a:pt x="86442" y="175418"/>
                  </a:cubicBezTo>
                  <a:cubicBezTo>
                    <a:pt x="82056" y="175418"/>
                    <a:pt x="77695" y="175067"/>
                    <a:pt x="73384" y="174315"/>
                  </a:cubicBezTo>
                  <a:cubicBezTo>
                    <a:pt x="64512" y="172786"/>
                    <a:pt x="55966" y="169729"/>
                    <a:pt x="48071" y="165368"/>
                  </a:cubicBezTo>
                  <a:cubicBezTo>
                    <a:pt x="40151" y="160982"/>
                    <a:pt x="32958" y="155368"/>
                    <a:pt x="26692" y="148852"/>
                  </a:cubicBezTo>
                  <a:cubicBezTo>
                    <a:pt x="20401" y="142360"/>
                    <a:pt x="15063" y="134942"/>
                    <a:pt x="10853" y="126947"/>
                  </a:cubicBezTo>
                  <a:cubicBezTo>
                    <a:pt x="6667" y="118952"/>
                    <a:pt x="3609" y="110330"/>
                    <a:pt x="1955" y="101458"/>
                  </a:cubicBezTo>
                  <a:cubicBezTo>
                    <a:pt x="326" y="92535"/>
                    <a:pt x="126" y="83362"/>
                    <a:pt x="1579" y="74415"/>
                  </a:cubicBezTo>
                  <a:cubicBezTo>
                    <a:pt x="2983" y="65643"/>
                    <a:pt x="5940" y="57122"/>
                    <a:pt x="10126" y="49277"/>
                  </a:cubicBezTo>
                  <a:cubicBezTo>
                    <a:pt x="14336" y="41357"/>
                    <a:pt x="19750" y="34114"/>
                    <a:pt x="26066" y="27748"/>
                  </a:cubicBezTo>
                  <a:cubicBezTo>
                    <a:pt x="32381" y="21407"/>
                    <a:pt x="39574" y="15944"/>
                    <a:pt x="47394" y="11608"/>
                  </a:cubicBezTo>
                  <a:cubicBezTo>
                    <a:pt x="55214" y="7247"/>
                    <a:pt x="63660" y="4014"/>
                    <a:pt x="72407" y="2159"/>
                  </a:cubicBezTo>
                  <a:cubicBezTo>
                    <a:pt x="77849" y="1017"/>
                    <a:pt x="83418" y="422"/>
                    <a:pt x="88986" y="422"/>
                  </a:cubicBezTo>
                  <a:close/>
                  <a:moveTo>
                    <a:pt x="88849" y="1"/>
                  </a:moveTo>
                  <a:cubicBezTo>
                    <a:pt x="87678" y="1"/>
                    <a:pt x="86507" y="26"/>
                    <a:pt x="85339" y="79"/>
                  </a:cubicBezTo>
                  <a:cubicBezTo>
                    <a:pt x="76392" y="505"/>
                    <a:pt x="67520" y="2460"/>
                    <a:pt x="59149" y="5643"/>
                  </a:cubicBezTo>
                  <a:cubicBezTo>
                    <a:pt x="50727" y="8876"/>
                    <a:pt x="42808" y="13337"/>
                    <a:pt x="35640" y="18801"/>
                  </a:cubicBezTo>
                  <a:cubicBezTo>
                    <a:pt x="28497" y="24264"/>
                    <a:pt x="22106" y="30706"/>
                    <a:pt x="16767" y="37949"/>
                  </a:cubicBezTo>
                  <a:cubicBezTo>
                    <a:pt x="11479" y="45142"/>
                    <a:pt x="7218" y="53112"/>
                    <a:pt x="4361" y="61558"/>
                  </a:cubicBezTo>
                  <a:cubicBezTo>
                    <a:pt x="1429" y="70179"/>
                    <a:pt x="0" y="79252"/>
                    <a:pt x="201" y="88350"/>
                  </a:cubicBezTo>
                  <a:cubicBezTo>
                    <a:pt x="401" y="97398"/>
                    <a:pt x="2131" y="106395"/>
                    <a:pt x="5138" y="114942"/>
                  </a:cubicBezTo>
                  <a:cubicBezTo>
                    <a:pt x="8196" y="123513"/>
                    <a:pt x="12507" y="131633"/>
                    <a:pt x="17870" y="138977"/>
                  </a:cubicBezTo>
                  <a:cubicBezTo>
                    <a:pt x="23183" y="146295"/>
                    <a:pt x="29524" y="152862"/>
                    <a:pt x="36692" y="158375"/>
                  </a:cubicBezTo>
                  <a:cubicBezTo>
                    <a:pt x="43860" y="163914"/>
                    <a:pt x="51880" y="168350"/>
                    <a:pt x="60427" y="171383"/>
                  </a:cubicBezTo>
                  <a:cubicBezTo>
                    <a:pt x="64587" y="172862"/>
                    <a:pt x="68898" y="173964"/>
                    <a:pt x="73284" y="174741"/>
                  </a:cubicBezTo>
                  <a:cubicBezTo>
                    <a:pt x="77645" y="175474"/>
                    <a:pt x="82054" y="175832"/>
                    <a:pt x="86468" y="175832"/>
                  </a:cubicBezTo>
                  <a:cubicBezTo>
                    <a:pt x="90958" y="175832"/>
                    <a:pt x="95452" y="175462"/>
                    <a:pt x="99901" y="174741"/>
                  </a:cubicBezTo>
                  <a:cubicBezTo>
                    <a:pt x="108748" y="173288"/>
                    <a:pt x="117369" y="170431"/>
                    <a:pt x="125415" y="166471"/>
                  </a:cubicBezTo>
                  <a:cubicBezTo>
                    <a:pt x="133510" y="162486"/>
                    <a:pt x="141029" y="157348"/>
                    <a:pt x="147695" y="151283"/>
                  </a:cubicBezTo>
                  <a:cubicBezTo>
                    <a:pt x="154312" y="145217"/>
                    <a:pt x="160101" y="138225"/>
                    <a:pt x="164663" y="130506"/>
                  </a:cubicBezTo>
                  <a:cubicBezTo>
                    <a:pt x="169249" y="122761"/>
                    <a:pt x="172608" y="114265"/>
                    <a:pt x="174362" y="105443"/>
                  </a:cubicBezTo>
                  <a:cubicBezTo>
                    <a:pt x="176092" y="96896"/>
                    <a:pt x="176317" y="88074"/>
                    <a:pt x="175239" y="79428"/>
                  </a:cubicBezTo>
                  <a:cubicBezTo>
                    <a:pt x="174137" y="70831"/>
                    <a:pt x="171756" y="62410"/>
                    <a:pt x="168297" y="54465"/>
                  </a:cubicBezTo>
                  <a:cubicBezTo>
                    <a:pt x="164813" y="46445"/>
                    <a:pt x="160202" y="38901"/>
                    <a:pt x="154663" y="32109"/>
                  </a:cubicBezTo>
                  <a:cubicBezTo>
                    <a:pt x="149149" y="25342"/>
                    <a:pt x="142708" y="19327"/>
                    <a:pt x="135515" y="14415"/>
                  </a:cubicBezTo>
                  <a:cubicBezTo>
                    <a:pt x="128322" y="9477"/>
                    <a:pt x="120352" y="5668"/>
                    <a:pt x="111981" y="3262"/>
                  </a:cubicBezTo>
                  <a:cubicBezTo>
                    <a:pt x="104507" y="1148"/>
                    <a:pt x="96653" y="1"/>
                    <a:pt x="888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38"/>
            <p:cNvSpPr/>
            <p:nvPr/>
          </p:nvSpPr>
          <p:spPr>
            <a:xfrm>
              <a:off x="1477941" y="3888012"/>
              <a:ext cx="149677" cy="29055"/>
            </a:xfrm>
            <a:custGeom>
              <a:rect b="b" l="l" r="r" t="t"/>
              <a:pathLst>
                <a:path extrusionOk="0" h="1630" w="8397">
                  <a:moveTo>
                    <a:pt x="8397" y="0"/>
                  </a:moveTo>
                  <a:lnTo>
                    <a:pt x="8397" y="0"/>
                  </a:lnTo>
                  <a:cubicBezTo>
                    <a:pt x="5590" y="276"/>
                    <a:pt x="2808" y="577"/>
                    <a:pt x="1" y="877"/>
                  </a:cubicBezTo>
                  <a:cubicBezTo>
                    <a:pt x="302" y="1128"/>
                    <a:pt x="602" y="1379"/>
                    <a:pt x="903" y="1629"/>
                  </a:cubicBezTo>
                  <a:cubicBezTo>
                    <a:pt x="1555" y="1554"/>
                    <a:pt x="2181" y="1479"/>
                    <a:pt x="2833" y="1404"/>
                  </a:cubicBezTo>
                  <a:cubicBezTo>
                    <a:pt x="4688" y="928"/>
                    <a:pt x="6542" y="476"/>
                    <a:pt x="839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38"/>
            <p:cNvSpPr/>
            <p:nvPr/>
          </p:nvSpPr>
          <p:spPr>
            <a:xfrm>
              <a:off x="1609743" y="1239156"/>
              <a:ext cx="1455055" cy="148785"/>
            </a:xfrm>
            <a:custGeom>
              <a:rect b="b" l="l" r="r" t="t"/>
              <a:pathLst>
                <a:path extrusionOk="0" h="8347" w="81630">
                  <a:moveTo>
                    <a:pt x="80026" y="1"/>
                  </a:moveTo>
                  <a:cubicBezTo>
                    <a:pt x="77871" y="151"/>
                    <a:pt x="75690" y="327"/>
                    <a:pt x="73535" y="502"/>
                  </a:cubicBezTo>
                  <a:cubicBezTo>
                    <a:pt x="59349" y="1605"/>
                    <a:pt x="45189" y="2858"/>
                    <a:pt x="31028" y="4237"/>
                  </a:cubicBezTo>
                  <a:cubicBezTo>
                    <a:pt x="21204" y="5189"/>
                    <a:pt x="11379" y="6217"/>
                    <a:pt x="1579" y="7344"/>
                  </a:cubicBezTo>
                  <a:cubicBezTo>
                    <a:pt x="1028" y="7670"/>
                    <a:pt x="502" y="8021"/>
                    <a:pt x="0" y="8347"/>
                  </a:cubicBezTo>
                  <a:lnTo>
                    <a:pt x="0" y="8347"/>
                  </a:lnTo>
                  <a:cubicBezTo>
                    <a:pt x="8722" y="7369"/>
                    <a:pt x="17469" y="6417"/>
                    <a:pt x="26241" y="5540"/>
                  </a:cubicBezTo>
                  <a:cubicBezTo>
                    <a:pt x="40377" y="4136"/>
                    <a:pt x="54562" y="2858"/>
                    <a:pt x="68723" y="1705"/>
                  </a:cubicBezTo>
                  <a:cubicBezTo>
                    <a:pt x="73033" y="1354"/>
                    <a:pt x="77344" y="1029"/>
                    <a:pt x="81630" y="703"/>
                  </a:cubicBezTo>
                  <a:cubicBezTo>
                    <a:pt x="81104" y="452"/>
                    <a:pt x="80552" y="227"/>
                    <a:pt x="8002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7" name="Google Shape;2957;p38"/>
            <p:cNvSpPr/>
            <p:nvPr/>
          </p:nvSpPr>
          <p:spPr>
            <a:xfrm>
              <a:off x="1315782" y="1426807"/>
              <a:ext cx="2058609" cy="205522"/>
            </a:xfrm>
            <a:custGeom>
              <a:rect b="b" l="l" r="r" t="t"/>
              <a:pathLst>
                <a:path extrusionOk="0" h="11530" w="115490">
                  <a:moveTo>
                    <a:pt x="114512" y="0"/>
                  </a:moveTo>
                  <a:cubicBezTo>
                    <a:pt x="105790" y="577"/>
                    <a:pt x="97068" y="1228"/>
                    <a:pt x="88372" y="1905"/>
                  </a:cubicBezTo>
                  <a:cubicBezTo>
                    <a:pt x="74186" y="3033"/>
                    <a:pt x="60000" y="4286"/>
                    <a:pt x="45865" y="5665"/>
                  </a:cubicBezTo>
                  <a:cubicBezTo>
                    <a:pt x="32156" y="6993"/>
                    <a:pt x="18446" y="8472"/>
                    <a:pt x="4787" y="10101"/>
                  </a:cubicBezTo>
                  <a:cubicBezTo>
                    <a:pt x="3509" y="10251"/>
                    <a:pt x="2206" y="10426"/>
                    <a:pt x="927" y="10577"/>
                  </a:cubicBezTo>
                  <a:cubicBezTo>
                    <a:pt x="627" y="10878"/>
                    <a:pt x="326" y="11203"/>
                    <a:pt x="0" y="11529"/>
                  </a:cubicBezTo>
                  <a:cubicBezTo>
                    <a:pt x="176" y="11504"/>
                    <a:pt x="326" y="11479"/>
                    <a:pt x="501" y="11454"/>
                  </a:cubicBezTo>
                  <a:cubicBezTo>
                    <a:pt x="13985" y="9800"/>
                    <a:pt x="27519" y="8321"/>
                    <a:pt x="41053" y="6968"/>
                  </a:cubicBezTo>
                  <a:cubicBezTo>
                    <a:pt x="55213" y="5564"/>
                    <a:pt x="69374" y="4286"/>
                    <a:pt x="83559" y="3133"/>
                  </a:cubicBezTo>
                  <a:cubicBezTo>
                    <a:pt x="94186" y="2281"/>
                    <a:pt x="104838" y="1479"/>
                    <a:pt x="115489" y="752"/>
                  </a:cubicBezTo>
                  <a:cubicBezTo>
                    <a:pt x="115164" y="502"/>
                    <a:pt x="114838" y="251"/>
                    <a:pt x="1145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38"/>
            <p:cNvSpPr/>
            <p:nvPr/>
          </p:nvSpPr>
          <p:spPr>
            <a:xfrm>
              <a:off x="1129024" y="1623834"/>
              <a:ext cx="2455786" cy="241244"/>
            </a:xfrm>
            <a:custGeom>
              <a:rect b="b" l="l" r="r" t="t"/>
              <a:pathLst>
                <a:path extrusionOk="0" h="13534" w="137772">
                  <a:moveTo>
                    <a:pt x="137044" y="0"/>
                  </a:moveTo>
                  <a:cubicBezTo>
                    <a:pt x="123736" y="802"/>
                    <a:pt x="110453" y="1754"/>
                    <a:pt x="97169" y="2807"/>
                  </a:cubicBezTo>
                  <a:cubicBezTo>
                    <a:pt x="82984" y="3935"/>
                    <a:pt x="68823" y="5163"/>
                    <a:pt x="54663" y="6541"/>
                  </a:cubicBezTo>
                  <a:cubicBezTo>
                    <a:pt x="40953" y="7895"/>
                    <a:pt x="27269" y="9348"/>
                    <a:pt x="13610" y="11003"/>
                  </a:cubicBezTo>
                  <a:cubicBezTo>
                    <a:pt x="9274" y="11529"/>
                    <a:pt x="4938" y="12055"/>
                    <a:pt x="602" y="12632"/>
                  </a:cubicBezTo>
                  <a:cubicBezTo>
                    <a:pt x="402" y="12932"/>
                    <a:pt x="201" y="13233"/>
                    <a:pt x="1" y="13534"/>
                  </a:cubicBezTo>
                  <a:cubicBezTo>
                    <a:pt x="3109" y="13133"/>
                    <a:pt x="6216" y="12732"/>
                    <a:pt x="9299" y="12356"/>
                  </a:cubicBezTo>
                  <a:cubicBezTo>
                    <a:pt x="22808" y="10702"/>
                    <a:pt x="36342" y="9223"/>
                    <a:pt x="49876" y="7870"/>
                  </a:cubicBezTo>
                  <a:cubicBezTo>
                    <a:pt x="64011" y="6441"/>
                    <a:pt x="78197" y="5163"/>
                    <a:pt x="92357" y="4035"/>
                  </a:cubicBezTo>
                  <a:cubicBezTo>
                    <a:pt x="105991" y="2907"/>
                    <a:pt x="119626" y="1930"/>
                    <a:pt x="133285" y="1078"/>
                  </a:cubicBezTo>
                  <a:cubicBezTo>
                    <a:pt x="134764" y="977"/>
                    <a:pt x="136267" y="877"/>
                    <a:pt x="137771" y="802"/>
                  </a:cubicBezTo>
                  <a:cubicBezTo>
                    <a:pt x="137520" y="526"/>
                    <a:pt x="137295" y="276"/>
                    <a:pt x="13704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38"/>
            <p:cNvSpPr/>
            <p:nvPr/>
          </p:nvSpPr>
          <p:spPr>
            <a:xfrm>
              <a:off x="1005279" y="1825763"/>
              <a:ext cx="2734088" cy="264933"/>
            </a:xfrm>
            <a:custGeom>
              <a:rect b="b" l="l" r="r" t="t"/>
              <a:pathLst>
                <a:path extrusionOk="0" h="14863" w="153385">
                  <a:moveTo>
                    <a:pt x="152858" y="0"/>
                  </a:moveTo>
                  <a:cubicBezTo>
                    <a:pt x="149675" y="176"/>
                    <a:pt x="146493" y="376"/>
                    <a:pt x="143310" y="552"/>
                  </a:cubicBezTo>
                  <a:cubicBezTo>
                    <a:pt x="129675" y="1379"/>
                    <a:pt x="116066" y="2356"/>
                    <a:pt x="102457" y="3434"/>
                  </a:cubicBezTo>
                  <a:cubicBezTo>
                    <a:pt x="88272" y="4537"/>
                    <a:pt x="74086" y="5790"/>
                    <a:pt x="59951" y="7168"/>
                  </a:cubicBezTo>
                  <a:cubicBezTo>
                    <a:pt x="46241" y="8497"/>
                    <a:pt x="32532" y="9975"/>
                    <a:pt x="18873" y="11604"/>
                  </a:cubicBezTo>
                  <a:cubicBezTo>
                    <a:pt x="12707" y="12356"/>
                    <a:pt x="6542" y="13133"/>
                    <a:pt x="401" y="13960"/>
                  </a:cubicBezTo>
                  <a:cubicBezTo>
                    <a:pt x="251" y="14261"/>
                    <a:pt x="126" y="14562"/>
                    <a:pt x="0" y="14863"/>
                  </a:cubicBezTo>
                  <a:cubicBezTo>
                    <a:pt x="4863" y="14211"/>
                    <a:pt x="9725" y="13584"/>
                    <a:pt x="14587" y="12983"/>
                  </a:cubicBezTo>
                  <a:cubicBezTo>
                    <a:pt x="28071" y="11304"/>
                    <a:pt x="41605" y="9825"/>
                    <a:pt x="55139" y="8472"/>
                  </a:cubicBezTo>
                  <a:cubicBezTo>
                    <a:pt x="69299" y="7068"/>
                    <a:pt x="83460" y="5790"/>
                    <a:pt x="97645" y="4637"/>
                  </a:cubicBezTo>
                  <a:cubicBezTo>
                    <a:pt x="111279" y="3534"/>
                    <a:pt x="124913" y="2557"/>
                    <a:pt x="138548" y="1680"/>
                  </a:cubicBezTo>
                  <a:cubicBezTo>
                    <a:pt x="143510" y="1379"/>
                    <a:pt x="148447" y="1078"/>
                    <a:pt x="153385" y="827"/>
                  </a:cubicBezTo>
                  <a:cubicBezTo>
                    <a:pt x="153209" y="552"/>
                    <a:pt x="153034" y="276"/>
                    <a:pt x="1528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38"/>
            <p:cNvSpPr/>
            <p:nvPr/>
          </p:nvSpPr>
          <p:spPr>
            <a:xfrm>
              <a:off x="927096" y="2030829"/>
              <a:ext cx="2927525" cy="279229"/>
            </a:xfrm>
            <a:custGeom>
              <a:rect b="b" l="l" r="r" t="t"/>
              <a:pathLst>
                <a:path extrusionOk="0" h="15665" w="164237">
                  <a:moveTo>
                    <a:pt x="163836" y="0"/>
                  </a:moveTo>
                  <a:cubicBezTo>
                    <a:pt x="157896" y="301"/>
                    <a:pt x="151956" y="652"/>
                    <a:pt x="146041" y="1003"/>
                  </a:cubicBezTo>
                  <a:cubicBezTo>
                    <a:pt x="132407" y="1830"/>
                    <a:pt x="118773" y="2782"/>
                    <a:pt x="105164" y="3860"/>
                  </a:cubicBezTo>
                  <a:cubicBezTo>
                    <a:pt x="90978" y="4988"/>
                    <a:pt x="76818" y="6241"/>
                    <a:pt x="62657" y="7619"/>
                  </a:cubicBezTo>
                  <a:cubicBezTo>
                    <a:pt x="48948" y="8948"/>
                    <a:pt x="35264" y="10401"/>
                    <a:pt x="21580" y="12055"/>
                  </a:cubicBezTo>
                  <a:cubicBezTo>
                    <a:pt x="14462" y="12908"/>
                    <a:pt x="7369" y="13810"/>
                    <a:pt x="251" y="14787"/>
                  </a:cubicBezTo>
                  <a:cubicBezTo>
                    <a:pt x="176" y="15088"/>
                    <a:pt x="101" y="15389"/>
                    <a:pt x="0" y="15664"/>
                  </a:cubicBezTo>
                  <a:cubicBezTo>
                    <a:pt x="5765" y="14862"/>
                    <a:pt x="11529" y="14136"/>
                    <a:pt x="17294" y="13409"/>
                  </a:cubicBezTo>
                  <a:cubicBezTo>
                    <a:pt x="30803" y="11755"/>
                    <a:pt x="44337" y="10276"/>
                    <a:pt x="57870" y="8923"/>
                  </a:cubicBezTo>
                  <a:cubicBezTo>
                    <a:pt x="72006" y="7519"/>
                    <a:pt x="86191" y="6241"/>
                    <a:pt x="100352" y="5088"/>
                  </a:cubicBezTo>
                  <a:cubicBezTo>
                    <a:pt x="113986" y="3985"/>
                    <a:pt x="127620" y="2983"/>
                    <a:pt x="141279" y="2131"/>
                  </a:cubicBezTo>
                  <a:cubicBezTo>
                    <a:pt x="148924" y="1654"/>
                    <a:pt x="156568" y="1203"/>
                    <a:pt x="164237" y="827"/>
                  </a:cubicBezTo>
                  <a:cubicBezTo>
                    <a:pt x="164112" y="552"/>
                    <a:pt x="163961" y="276"/>
                    <a:pt x="1638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1" name="Google Shape;2961;p38"/>
            <p:cNvSpPr/>
            <p:nvPr/>
          </p:nvSpPr>
          <p:spPr>
            <a:xfrm>
              <a:off x="887327" y="2238569"/>
              <a:ext cx="3049055" cy="285931"/>
            </a:xfrm>
            <a:custGeom>
              <a:rect b="b" l="l" r="r" t="t"/>
              <a:pathLst>
                <a:path extrusionOk="0" h="16041" w="171055">
                  <a:moveTo>
                    <a:pt x="170779" y="0"/>
                  </a:moveTo>
                  <a:cubicBezTo>
                    <a:pt x="162734" y="376"/>
                    <a:pt x="154663" y="802"/>
                    <a:pt x="146593" y="1304"/>
                  </a:cubicBezTo>
                  <a:cubicBezTo>
                    <a:pt x="132959" y="2106"/>
                    <a:pt x="119350" y="3083"/>
                    <a:pt x="105741" y="4161"/>
                  </a:cubicBezTo>
                  <a:cubicBezTo>
                    <a:pt x="91555" y="5289"/>
                    <a:pt x="77370" y="6517"/>
                    <a:pt x="63234" y="7895"/>
                  </a:cubicBezTo>
                  <a:cubicBezTo>
                    <a:pt x="49525" y="9249"/>
                    <a:pt x="35816" y="10702"/>
                    <a:pt x="22156" y="12356"/>
                  </a:cubicBezTo>
                  <a:cubicBezTo>
                    <a:pt x="14788" y="13234"/>
                    <a:pt x="7445" y="14186"/>
                    <a:pt x="101" y="15188"/>
                  </a:cubicBezTo>
                  <a:cubicBezTo>
                    <a:pt x="51" y="15464"/>
                    <a:pt x="26" y="15765"/>
                    <a:pt x="1" y="16041"/>
                  </a:cubicBezTo>
                  <a:cubicBezTo>
                    <a:pt x="5941" y="15214"/>
                    <a:pt x="11906" y="14437"/>
                    <a:pt x="17871" y="13710"/>
                  </a:cubicBezTo>
                  <a:cubicBezTo>
                    <a:pt x="31354" y="12031"/>
                    <a:pt x="44888" y="10577"/>
                    <a:pt x="58422" y="9224"/>
                  </a:cubicBezTo>
                  <a:cubicBezTo>
                    <a:pt x="72583" y="7795"/>
                    <a:pt x="86743" y="6517"/>
                    <a:pt x="100929" y="5364"/>
                  </a:cubicBezTo>
                  <a:cubicBezTo>
                    <a:pt x="114563" y="4261"/>
                    <a:pt x="128197" y="3284"/>
                    <a:pt x="141831" y="2432"/>
                  </a:cubicBezTo>
                  <a:cubicBezTo>
                    <a:pt x="151581" y="1805"/>
                    <a:pt x="161305" y="1279"/>
                    <a:pt x="171054" y="828"/>
                  </a:cubicBezTo>
                  <a:cubicBezTo>
                    <a:pt x="170979" y="552"/>
                    <a:pt x="170879" y="276"/>
                    <a:pt x="1707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2" name="Google Shape;2962;p38"/>
            <p:cNvSpPr/>
            <p:nvPr/>
          </p:nvSpPr>
          <p:spPr>
            <a:xfrm>
              <a:off x="880625" y="2447646"/>
              <a:ext cx="3107575" cy="286394"/>
            </a:xfrm>
            <a:custGeom>
              <a:rect b="b" l="l" r="r" t="t"/>
              <a:pathLst>
                <a:path extrusionOk="0" h="16067" w="174338">
                  <a:moveTo>
                    <a:pt x="174187" y="1"/>
                  </a:moveTo>
                  <a:cubicBezTo>
                    <a:pt x="164563" y="427"/>
                    <a:pt x="154939" y="928"/>
                    <a:pt x="145315" y="1505"/>
                  </a:cubicBezTo>
                  <a:cubicBezTo>
                    <a:pt x="131681" y="2332"/>
                    <a:pt x="118047" y="3309"/>
                    <a:pt x="104438" y="4362"/>
                  </a:cubicBezTo>
                  <a:cubicBezTo>
                    <a:pt x="90252" y="5490"/>
                    <a:pt x="76092" y="6743"/>
                    <a:pt x="61931" y="8121"/>
                  </a:cubicBezTo>
                  <a:cubicBezTo>
                    <a:pt x="48222" y="9450"/>
                    <a:pt x="34537" y="10928"/>
                    <a:pt x="20853" y="12557"/>
                  </a:cubicBezTo>
                  <a:cubicBezTo>
                    <a:pt x="13911" y="13409"/>
                    <a:pt x="6943" y="14287"/>
                    <a:pt x="1" y="15239"/>
                  </a:cubicBezTo>
                  <a:cubicBezTo>
                    <a:pt x="1" y="15515"/>
                    <a:pt x="1" y="15790"/>
                    <a:pt x="26" y="16066"/>
                  </a:cubicBezTo>
                  <a:cubicBezTo>
                    <a:pt x="5540" y="15314"/>
                    <a:pt x="11054" y="14612"/>
                    <a:pt x="16567" y="13936"/>
                  </a:cubicBezTo>
                  <a:cubicBezTo>
                    <a:pt x="30076" y="12257"/>
                    <a:pt x="43610" y="10778"/>
                    <a:pt x="57144" y="9424"/>
                  </a:cubicBezTo>
                  <a:cubicBezTo>
                    <a:pt x="71280" y="8021"/>
                    <a:pt x="85465" y="6743"/>
                    <a:pt x="99626" y="5590"/>
                  </a:cubicBezTo>
                  <a:cubicBezTo>
                    <a:pt x="113260" y="4487"/>
                    <a:pt x="126894" y="3485"/>
                    <a:pt x="140553" y="2632"/>
                  </a:cubicBezTo>
                  <a:cubicBezTo>
                    <a:pt x="151806" y="1931"/>
                    <a:pt x="163059" y="1329"/>
                    <a:pt x="174338" y="828"/>
                  </a:cubicBezTo>
                  <a:cubicBezTo>
                    <a:pt x="174288" y="552"/>
                    <a:pt x="174237" y="277"/>
                    <a:pt x="1741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3" name="Google Shape;2963;p38"/>
            <p:cNvSpPr/>
            <p:nvPr/>
          </p:nvSpPr>
          <p:spPr>
            <a:xfrm>
              <a:off x="902532" y="2658524"/>
              <a:ext cx="3107557" cy="281475"/>
            </a:xfrm>
            <a:custGeom>
              <a:rect b="b" l="l" r="r" t="t"/>
              <a:pathLst>
                <a:path extrusionOk="0" h="15791" w="174337">
                  <a:moveTo>
                    <a:pt x="174312" y="0"/>
                  </a:moveTo>
                  <a:cubicBezTo>
                    <a:pt x="163685" y="427"/>
                    <a:pt x="153033" y="978"/>
                    <a:pt x="142407" y="1630"/>
                  </a:cubicBezTo>
                  <a:cubicBezTo>
                    <a:pt x="128773" y="2457"/>
                    <a:pt x="115164" y="3409"/>
                    <a:pt x="101554" y="4487"/>
                  </a:cubicBezTo>
                  <a:cubicBezTo>
                    <a:pt x="87369" y="5615"/>
                    <a:pt x="73183" y="6868"/>
                    <a:pt x="59023" y="8246"/>
                  </a:cubicBezTo>
                  <a:cubicBezTo>
                    <a:pt x="45339" y="9574"/>
                    <a:pt x="31629" y="11028"/>
                    <a:pt x="17970" y="12682"/>
                  </a:cubicBezTo>
                  <a:cubicBezTo>
                    <a:pt x="11980" y="13409"/>
                    <a:pt x="5990" y="14161"/>
                    <a:pt x="0" y="14963"/>
                  </a:cubicBezTo>
                  <a:cubicBezTo>
                    <a:pt x="50" y="15239"/>
                    <a:pt x="100" y="15514"/>
                    <a:pt x="150" y="15790"/>
                  </a:cubicBezTo>
                  <a:cubicBezTo>
                    <a:pt x="4662" y="15163"/>
                    <a:pt x="9173" y="14587"/>
                    <a:pt x="13684" y="14036"/>
                  </a:cubicBezTo>
                  <a:cubicBezTo>
                    <a:pt x="27168" y="12381"/>
                    <a:pt x="40702" y="10903"/>
                    <a:pt x="54236" y="9549"/>
                  </a:cubicBezTo>
                  <a:cubicBezTo>
                    <a:pt x="68396" y="8121"/>
                    <a:pt x="82557" y="6868"/>
                    <a:pt x="96742" y="5715"/>
                  </a:cubicBezTo>
                  <a:cubicBezTo>
                    <a:pt x="110377" y="4612"/>
                    <a:pt x="124011" y="3610"/>
                    <a:pt x="137645" y="2757"/>
                  </a:cubicBezTo>
                  <a:cubicBezTo>
                    <a:pt x="149876" y="1980"/>
                    <a:pt x="162106" y="1329"/>
                    <a:pt x="174337" y="828"/>
                  </a:cubicBezTo>
                  <a:cubicBezTo>
                    <a:pt x="174337" y="552"/>
                    <a:pt x="174337" y="276"/>
                    <a:pt x="17431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p38"/>
            <p:cNvSpPr/>
            <p:nvPr/>
          </p:nvSpPr>
          <p:spPr>
            <a:xfrm>
              <a:off x="953460" y="2870738"/>
              <a:ext cx="3049483" cy="271190"/>
            </a:xfrm>
            <a:custGeom>
              <a:rect b="b" l="l" r="r" t="t"/>
              <a:pathLst>
                <a:path extrusionOk="0" h="15214" w="171079">
                  <a:moveTo>
                    <a:pt x="171079" y="0"/>
                  </a:moveTo>
                  <a:lnTo>
                    <a:pt x="171079" y="0"/>
                  </a:lnTo>
                  <a:cubicBezTo>
                    <a:pt x="160001" y="426"/>
                    <a:pt x="148948" y="1003"/>
                    <a:pt x="137896" y="1654"/>
                  </a:cubicBezTo>
                  <a:cubicBezTo>
                    <a:pt x="124262" y="2482"/>
                    <a:pt x="110627" y="3459"/>
                    <a:pt x="97018" y="4537"/>
                  </a:cubicBezTo>
                  <a:cubicBezTo>
                    <a:pt x="82833" y="5639"/>
                    <a:pt x="68672" y="6893"/>
                    <a:pt x="54512" y="8271"/>
                  </a:cubicBezTo>
                  <a:cubicBezTo>
                    <a:pt x="40802" y="9624"/>
                    <a:pt x="27118" y="11078"/>
                    <a:pt x="13434" y="12732"/>
                  </a:cubicBezTo>
                  <a:cubicBezTo>
                    <a:pt x="8948" y="13259"/>
                    <a:pt x="4486" y="13835"/>
                    <a:pt x="0" y="14411"/>
                  </a:cubicBezTo>
                  <a:cubicBezTo>
                    <a:pt x="75" y="14687"/>
                    <a:pt x="151" y="14938"/>
                    <a:pt x="251" y="15213"/>
                  </a:cubicBezTo>
                  <a:cubicBezTo>
                    <a:pt x="3208" y="14812"/>
                    <a:pt x="6191" y="14436"/>
                    <a:pt x="9148" y="14086"/>
                  </a:cubicBezTo>
                  <a:cubicBezTo>
                    <a:pt x="22657" y="12406"/>
                    <a:pt x="36191" y="10928"/>
                    <a:pt x="49725" y="9574"/>
                  </a:cubicBezTo>
                  <a:cubicBezTo>
                    <a:pt x="63860" y="8171"/>
                    <a:pt x="78046" y="6893"/>
                    <a:pt x="92206" y="5740"/>
                  </a:cubicBezTo>
                  <a:cubicBezTo>
                    <a:pt x="105840" y="4637"/>
                    <a:pt x="119475" y="3659"/>
                    <a:pt x="133134" y="2807"/>
                  </a:cubicBezTo>
                  <a:cubicBezTo>
                    <a:pt x="145415" y="2030"/>
                    <a:pt x="157695" y="1354"/>
                    <a:pt x="170001" y="852"/>
                  </a:cubicBezTo>
                  <a:cubicBezTo>
                    <a:pt x="170327" y="852"/>
                    <a:pt x="170653" y="827"/>
                    <a:pt x="170979" y="827"/>
                  </a:cubicBezTo>
                  <a:cubicBezTo>
                    <a:pt x="171029" y="552"/>
                    <a:pt x="171054" y="276"/>
                    <a:pt x="1710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38"/>
            <p:cNvSpPr/>
            <p:nvPr/>
          </p:nvSpPr>
          <p:spPr>
            <a:xfrm>
              <a:off x="1032088" y="3112436"/>
              <a:ext cx="2369103" cy="228303"/>
            </a:xfrm>
            <a:custGeom>
              <a:rect b="b" l="l" r="r" t="t"/>
              <a:pathLst>
                <a:path extrusionOk="0" h="12808" w="132909">
                  <a:moveTo>
                    <a:pt x="132908" y="0"/>
                  </a:moveTo>
                  <a:cubicBezTo>
                    <a:pt x="132557" y="0"/>
                    <a:pt x="132181" y="25"/>
                    <a:pt x="131805" y="50"/>
                  </a:cubicBezTo>
                  <a:cubicBezTo>
                    <a:pt x="118171" y="877"/>
                    <a:pt x="104562" y="1830"/>
                    <a:pt x="90953" y="2908"/>
                  </a:cubicBezTo>
                  <a:cubicBezTo>
                    <a:pt x="76768" y="4035"/>
                    <a:pt x="62582" y="5289"/>
                    <a:pt x="48422" y="6667"/>
                  </a:cubicBezTo>
                  <a:cubicBezTo>
                    <a:pt x="34737" y="7995"/>
                    <a:pt x="21028" y="9474"/>
                    <a:pt x="7369" y="11103"/>
                  </a:cubicBezTo>
                  <a:cubicBezTo>
                    <a:pt x="4913" y="11404"/>
                    <a:pt x="2456" y="11705"/>
                    <a:pt x="0" y="12005"/>
                  </a:cubicBezTo>
                  <a:cubicBezTo>
                    <a:pt x="126" y="12281"/>
                    <a:pt x="251" y="12532"/>
                    <a:pt x="376" y="12807"/>
                  </a:cubicBezTo>
                  <a:cubicBezTo>
                    <a:pt x="1278" y="12682"/>
                    <a:pt x="2181" y="12582"/>
                    <a:pt x="3083" y="12482"/>
                  </a:cubicBezTo>
                  <a:cubicBezTo>
                    <a:pt x="16567" y="10802"/>
                    <a:pt x="30101" y="9324"/>
                    <a:pt x="43635" y="7970"/>
                  </a:cubicBezTo>
                  <a:cubicBezTo>
                    <a:pt x="57795" y="6567"/>
                    <a:pt x="71956" y="5289"/>
                    <a:pt x="86141" y="4136"/>
                  </a:cubicBezTo>
                  <a:cubicBezTo>
                    <a:pt x="99775" y="3033"/>
                    <a:pt x="113409" y="2030"/>
                    <a:pt x="127044" y="1178"/>
                  </a:cubicBezTo>
                  <a:cubicBezTo>
                    <a:pt x="127770" y="1128"/>
                    <a:pt x="128472" y="1103"/>
                    <a:pt x="129199" y="1053"/>
                  </a:cubicBezTo>
                  <a:cubicBezTo>
                    <a:pt x="129675" y="903"/>
                    <a:pt x="130176" y="777"/>
                    <a:pt x="130653" y="627"/>
                  </a:cubicBezTo>
                  <a:cubicBezTo>
                    <a:pt x="131404" y="426"/>
                    <a:pt x="132156" y="201"/>
                    <a:pt x="1329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38"/>
            <p:cNvSpPr/>
            <p:nvPr/>
          </p:nvSpPr>
          <p:spPr>
            <a:xfrm>
              <a:off x="3550019" y="3083844"/>
              <a:ext cx="413700" cy="33065"/>
            </a:xfrm>
            <a:custGeom>
              <a:rect b="b" l="l" r="r" t="t"/>
              <a:pathLst>
                <a:path extrusionOk="0" h="1855" w="23209">
                  <a:moveTo>
                    <a:pt x="23208" y="0"/>
                  </a:moveTo>
                  <a:lnTo>
                    <a:pt x="23208" y="0"/>
                  </a:lnTo>
                  <a:cubicBezTo>
                    <a:pt x="15489" y="301"/>
                    <a:pt x="7745" y="677"/>
                    <a:pt x="0" y="1103"/>
                  </a:cubicBezTo>
                  <a:cubicBezTo>
                    <a:pt x="476" y="1329"/>
                    <a:pt x="953" y="1554"/>
                    <a:pt x="1429" y="1780"/>
                  </a:cubicBezTo>
                  <a:cubicBezTo>
                    <a:pt x="1454" y="1780"/>
                    <a:pt x="1454" y="1805"/>
                    <a:pt x="1454" y="1805"/>
                  </a:cubicBezTo>
                  <a:cubicBezTo>
                    <a:pt x="1454" y="1805"/>
                    <a:pt x="1479" y="1830"/>
                    <a:pt x="1479" y="1830"/>
                  </a:cubicBezTo>
                  <a:cubicBezTo>
                    <a:pt x="1504" y="1855"/>
                    <a:pt x="1504" y="1855"/>
                    <a:pt x="1529" y="1855"/>
                  </a:cubicBezTo>
                  <a:cubicBezTo>
                    <a:pt x="8572" y="1479"/>
                    <a:pt x="15614" y="1128"/>
                    <a:pt x="22682" y="852"/>
                  </a:cubicBezTo>
                  <a:lnTo>
                    <a:pt x="23008" y="852"/>
                  </a:lnTo>
                  <a:cubicBezTo>
                    <a:pt x="23083" y="552"/>
                    <a:pt x="23158" y="276"/>
                    <a:pt x="232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p38"/>
            <p:cNvSpPr/>
            <p:nvPr/>
          </p:nvSpPr>
          <p:spPr>
            <a:xfrm>
              <a:off x="3577720" y="3298732"/>
              <a:ext cx="310939" cy="29500"/>
            </a:xfrm>
            <a:custGeom>
              <a:rect b="b" l="l" r="r" t="t"/>
              <a:pathLst>
                <a:path extrusionOk="0" h="1655" w="17444">
                  <a:moveTo>
                    <a:pt x="17444" y="0"/>
                  </a:moveTo>
                  <a:lnTo>
                    <a:pt x="17444" y="0"/>
                  </a:lnTo>
                  <a:cubicBezTo>
                    <a:pt x="11629" y="251"/>
                    <a:pt x="5815" y="527"/>
                    <a:pt x="0" y="828"/>
                  </a:cubicBezTo>
                  <a:lnTo>
                    <a:pt x="0" y="1655"/>
                  </a:lnTo>
                  <a:cubicBezTo>
                    <a:pt x="5689" y="1354"/>
                    <a:pt x="11379" y="1078"/>
                    <a:pt x="17068" y="853"/>
                  </a:cubicBezTo>
                  <a:cubicBezTo>
                    <a:pt x="17193" y="577"/>
                    <a:pt x="17318" y="276"/>
                    <a:pt x="1744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38"/>
            <p:cNvSpPr/>
            <p:nvPr/>
          </p:nvSpPr>
          <p:spPr>
            <a:xfrm>
              <a:off x="1141537" y="3386737"/>
              <a:ext cx="1364379" cy="149677"/>
            </a:xfrm>
            <a:custGeom>
              <a:rect b="b" l="l" r="r" t="t"/>
              <a:pathLst>
                <a:path extrusionOk="0" h="8397" w="76543">
                  <a:moveTo>
                    <a:pt x="76542" y="1"/>
                  </a:moveTo>
                  <a:cubicBezTo>
                    <a:pt x="64562" y="1003"/>
                    <a:pt x="52582" y="2056"/>
                    <a:pt x="40627" y="3234"/>
                  </a:cubicBezTo>
                  <a:cubicBezTo>
                    <a:pt x="27068" y="4537"/>
                    <a:pt x="13509" y="5991"/>
                    <a:pt x="1" y="7620"/>
                  </a:cubicBezTo>
                  <a:cubicBezTo>
                    <a:pt x="151" y="7871"/>
                    <a:pt x="326" y="8146"/>
                    <a:pt x="502" y="8397"/>
                  </a:cubicBezTo>
                  <a:cubicBezTo>
                    <a:pt x="12256" y="6993"/>
                    <a:pt x="24036" y="5715"/>
                    <a:pt x="35840" y="4537"/>
                  </a:cubicBezTo>
                  <a:cubicBezTo>
                    <a:pt x="49399" y="3184"/>
                    <a:pt x="62958" y="1956"/>
                    <a:pt x="76542" y="853"/>
                  </a:cubicBezTo>
                  <a:lnTo>
                    <a:pt x="7654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p38"/>
            <p:cNvSpPr/>
            <p:nvPr/>
          </p:nvSpPr>
          <p:spPr>
            <a:xfrm>
              <a:off x="1286281" y="3597614"/>
              <a:ext cx="1219640" cy="130907"/>
            </a:xfrm>
            <a:custGeom>
              <a:rect b="b" l="l" r="r" t="t"/>
              <a:pathLst>
                <a:path extrusionOk="0" h="7344" w="68423">
                  <a:moveTo>
                    <a:pt x="68422" y="0"/>
                  </a:moveTo>
                  <a:cubicBezTo>
                    <a:pt x="55891" y="1003"/>
                    <a:pt x="43360" y="2106"/>
                    <a:pt x="30828" y="3334"/>
                  </a:cubicBezTo>
                  <a:cubicBezTo>
                    <a:pt x="20552" y="4336"/>
                    <a:pt x="10252" y="5414"/>
                    <a:pt x="1" y="6592"/>
                  </a:cubicBezTo>
                  <a:cubicBezTo>
                    <a:pt x="201" y="6843"/>
                    <a:pt x="427" y="7093"/>
                    <a:pt x="653" y="7344"/>
                  </a:cubicBezTo>
                  <a:cubicBezTo>
                    <a:pt x="9124" y="6391"/>
                    <a:pt x="17570" y="5489"/>
                    <a:pt x="26041" y="4637"/>
                  </a:cubicBezTo>
                  <a:cubicBezTo>
                    <a:pt x="40152" y="3234"/>
                    <a:pt x="54287" y="1980"/>
                    <a:pt x="68422" y="828"/>
                  </a:cubicBezTo>
                  <a:lnTo>
                    <a:pt x="68422" y="702"/>
                  </a:lnTo>
                  <a:lnTo>
                    <a:pt x="6842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0" name="Google Shape;2970;p38"/>
            <p:cNvSpPr/>
            <p:nvPr/>
          </p:nvSpPr>
          <p:spPr>
            <a:xfrm>
              <a:off x="1644146" y="2837939"/>
              <a:ext cx="1247768" cy="1271190"/>
            </a:xfrm>
            <a:custGeom>
              <a:rect b="b" l="l" r="r" t="t"/>
              <a:pathLst>
                <a:path extrusionOk="0" h="71315" w="70001">
                  <a:moveTo>
                    <a:pt x="34951" y="0"/>
                  </a:moveTo>
                  <a:cubicBezTo>
                    <a:pt x="34915" y="0"/>
                    <a:pt x="34871" y="3"/>
                    <a:pt x="34812" y="11"/>
                  </a:cubicBezTo>
                  <a:cubicBezTo>
                    <a:pt x="34336" y="36"/>
                    <a:pt x="33860" y="61"/>
                    <a:pt x="33409" y="86"/>
                  </a:cubicBezTo>
                  <a:cubicBezTo>
                    <a:pt x="30176" y="261"/>
                    <a:pt x="26943" y="437"/>
                    <a:pt x="23710" y="612"/>
                  </a:cubicBezTo>
                  <a:cubicBezTo>
                    <a:pt x="23559" y="612"/>
                    <a:pt x="23384" y="612"/>
                    <a:pt x="23233" y="637"/>
                  </a:cubicBezTo>
                  <a:cubicBezTo>
                    <a:pt x="22983" y="662"/>
                    <a:pt x="22807" y="788"/>
                    <a:pt x="22582" y="888"/>
                  </a:cubicBezTo>
                  <a:cubicBezTo>
                    <a:pt x="21003" y="1590"/>
                    <a:pt x="19399" y="2291"/>
                    <a:pt x="17845" y="3068"/>
                  </a:cubicBezTo>
                  <a:cubicBezTo>
                    <a:pt x="14888" y="4572"/>
                    <a:pt x="12005" y="6276"/>
                    <a:pt x="9474" y="8457"/>
                  </a:cubicBezTo>
                  <a:cubicBezTo>
                    <a:pt x="7093" y="10487"/>
                    <a:pt x="5038" y="12918"/>
                    <a:pt x="3659" y="15725"/>
                  </a:cubicBezTo>
                  <a:cubicBezTo>
                    <a:pt x="2131" y="18783"/>
                    <a:pt x="1429" y="22191"/>
                    <a:pt x="1003" y="25550"/>
                  </a:cubicBezTo>
                  <a:cubicBezTo>
                    <a:pt x="75" y="32818"/>
                    <a:pt x="0" y="40186"/>
                    <a:pt x="276" y="47505"/>
                  </a:cubicBezTo>
                  <a:cubicBezTo>
                    <a:pt x="502" y="54247"/>
                    <a:pt x="1078" y="60963"/>
                    <a:pt x="1705" y="67680"/>
                  </a:cubicBezTo>
                  <a:cubicBezTo>
                    <a:pt x="3835" y="68984"/>
                    <a:pt x="6015" y="70187"/>
                    <a:pt x="8271" y="71314"/>
                  </a:cubicBezTo>
                  <a:cubicBezTo>
                    <a:pt x="9123" y="71139"/>
                    <a:pt x="9975" y="70963"/>
                    <a:pt x="10827" y="70788"/>
                  </a:cubicBezTo>
                  <a:cubicBezTo>
                    <a:pt x="13384" y="70237"/>
                    <a:pt x="15965" y="69710"/>
                    <a:pt x="18547" y="69159"/>
                  </a:cubicBezTo>
                  <a:cubicBezTo>
                    <a:pt x="21604" y="68532"/>
                    <a:pt x="24662" y="67881"/>
                    <a:pt x="27720" y="67254"/>
                  </a:cubicBezTo>
                  <a:cubicBezTo>
                    <a:pt x="30978" y="66577"/>
                    <a:pt x="34261" y="65876"/>
                    <a:pt x="37544" y="65199"/>
                  </a:cubicBezTo>
                  <a:cubicBezTo>
                    <a:pt x="40777" y="64522"/>
                    <a:pt x="44011" y="63846"/>
                    <a:pt x="47244" y="63169"/>
                  </a:cubicBezTo>
                  <a:cubicBezTo>
                    <a:pt x="50226" y="62567"/>
                    <a:pt x="53184" y="61941"/>
                    <a:pt x="56141" y="61314"/>
                  </a:cubicBezTo>
                  <a:cubicBezTo>
                    <a:pt x="58572" y="60813"/>
                    <a:pt x="61003" y="60312"/>
                    <a:pt x="63409" y="59811"/>
                  </a:cubicBezTo>
                  <a:cubicBezTo>
                    <a:pt x="65063" y="59460"/>
                    <a:pt x="66692" y="59134"/>
                    <a:pt x="68347" y="58783"/>
                  </a:cubicBezTo>
                  <a:cubicBezTo>
                    <a:pt x="68898" y="58658"/>
                    <a:pt x="69449" y="58557"/>
                    <a:pt x="70001" y="58432"/>
                  </a:cubicBezTo>
                  <a:cubicBezTo>
                    <a:pt x="70001" y="56803"/>
                    <a:pt x="69976" y="55174"/>
                    <a:pt x="69900" y="53520"/>
                  </a:cubicBezTo>
                  <a:cubicBezTo>
                    <a:pt x="69650" y="46803"/>
                    <a:pt x="68898" y="40111"/>
                    <a:pt x="67570" y="33520"/>
                  </a:cubicBezTo>
                  <a:cubicBezTo>
                    <a:pt x="66442" y="27906"/>
                    <a:pt x="64888" y="22317"/>
                    <a:pt x="62557" y="17078"/>
                  </a:cubicBezTo>
                  <a:cubicBezTo>
                    <a:pt x="61630" y="14998"/>
                    <a:pt x="60577" y="12943"/>
                    <a:pt x="59274" y="11063"/>
                  </a:cubicBezTo>
                  <a:cubicBezTo>
                    <a:pt x="58221" y="9510"/>
                    <a:pt x="57018" y="8056"/>
                    <a:pt x="55539" y="6903"/>
                  </a:cubicBezTo>
                  <a:cubicBezTo>
                    <a:pt x="54863" y="6377"/>
                    <a:pt x="54136" y="5951"/>
                    <a:pt x="53359" y="5575"/>
                  </a:cubicBezTo>
                  <a:cubicBezTo>
                    <a:pt x="51755" y="4798"/>
                    <a:pt x="50101" y="4096"/>
                    <a:pt x="48397" y="3469"/>
                  </a:cubicBezTo>
                  <a:cubicBezTo>
                    <a:pt x="45589" y="2442"/>
                    <a:pt x="42732" y="1590"/>
                    <a:pt x="39800" y="913"/>
                  </a:cubicBezTo>
                  <a:cubicBezTo>
                    <a:pt x="38296" y="562"/>
                    <a:pt x="36742" y="236"/>
                    <a:pt x="35188" y="36"/>
                  </a:cubicBezTo>
                  <a:cubicBezTo>
                    <a:pt x="35082" y="18"/>
                    <a:pt x="35038" y="0"/>
                    <a:pt x="3495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1" name="Google Shape;2971;p38"/>
            <p:cNvSpPr/>
            <p:nvPr/>
          </p:nvSpPr>
          <p:spPr>
            <a:xfrm>
              <a:off x="1638781" y="2830488"/>
              <a:ext cx="1260727" cy="1284006"/>
            </a:xfrm>
            <a:custGeom>
              <a:rect b="b" l="l" r="r" t="t"/>
              <a:pathLst>
                <a:path extrusionOk="0" h="72034" w="70728">
                  <a:moveTo>
                    <a:pt x="35210" y="0"/>
                  </a:moveTo>
                  <a:cubicBezTo>
                    <a:pt x="35170" y="0"/>
                    <a:pt x="35129" y="1"/>
                    <a:pt x="35088" y="3"/>
                  </a:cubicBezTo>
                  <a:cubicBezTo>
                    <a:pt x="31981" y="178"/>
                    <a:pt x="28873" y="354"/>
                    <a:pt x="25765" y="504"/>
                  </a:cubicBezTo>
                  <a:cubicBezTo>
                    <a:pt x="25139" y="554"/>
                    <a:pt x="24537" y="579"/>
                    <a:pt x="23910" y="604"/>
                  </a:cubicBezTo>
                  <a:cubicBezTo>
                    <a:pt x="23760" y="629"/>
                    <a:pt x="23610" y="629"/>
                    <a:pt x="23459" y="629"/>
                  </a:cubicBezTo>
                  <a:cubicBezTo>
                    <a:pt x="23159" y="679"/>
                    <a:pt x="22833" y="855"/>
                    <a:pt x="22557" y="980"/>
                  </a:cubicBezTo>
                  <a:cubicBezTo>
                    <a:pt x="19349" y="2409"/>
                    <a:pt x="16166" y="3887"/>
                    <a:pt x="13234" y="5792"/>
                  </a:cubicBezTo>
                  <a:cubicBezTo>
                    <a:pt x="10577" y="7496"/>
                    <a:pt x="8121" y="9552"/>
                    <a:pt x="6141" y="12008"/>
                  </a:cubicBezTo>
                  <a:cubicBezTo>
                    <a:pt x="4111" y="14514"/>
                    <a:pt x="2732" y="17421"/>
                    <a:pt x="1905" y="20529"/>
                  </a:cubicBezTo>
                  <a:cubicBezTo>
                    <a:pt x="1003" y="23938"/>
                    <a:pt x="677" y="27446"/>
                    <a:pt x="402" y="30930"/>
                  </a:cubicBezTo>
                  <a:cubicBezTo>
                    <a:pt x="126" y="34664"/>
                    <a:pt x="1" y="38424"/>
                    <a:pt x="26" y="42158"/>
                  </a:cubicBezTo>
                  <a:cubicBezTo>
                    <a:pt x="76" y="49702"/>
                    <a:pt x="627" y="57246"/>
                    <a:pt x="1279" y="64765"/>
                  </a:cubicBezTo>
                  <a:cubicBezTo>
                    <a:pt x="1379" y="65792"/>
                    <a:pt x="1454" y="66820"/>
                    <a:pt x="1554" y="67848"/>
                  </a:cubicBezTo>
                  <a:cubicBezTo>
                    <a:pt x="1705" y="67923"/>
                    <a:pt x="1855" y="68023"/>
                    <a:pt x="2006" y="68098"/>
                  </a:cubicBezTo>
                  <a:cubicBezTo>
                    <a:pt x="1379" y="61381"/>
                    <a:pt x="803" y="54665"/>
                    <a:pt x="577" y="47923"/>
                  </a:cubicBezTo>
                  <a:cubicBezTo>
                    <a:pt x="301" y="40604"/>
                    <a:pt x="376" y="33236"/>
                    <a:pt x="1304" y="25968"/>
                  </a:cubicBezTo>
                  <a:cubicBezTo>
                    <a:pt x="1730" y="22609"/>
                    <a:pt x="2432" y="19201"/>
                    <a:pt x="3960" y="16143"/>
                  </a:cubicBezTo>
                  <a:cubicBezTo>
                    <a:pt x="5339" y="13336"/>
                    <a:pt x="7394" y="10905"/>
                    <a:pt x="9775" y="8875"/>
                  </a:cubicBezTo>
                  <a:cubicBezTo>
                    <a:pt x="12306" y="6694"/>
                    <a:pt x="15189" y="4990"/>
                    <a:pt x="18146" y="3486"/>
                  </a:cubicBezTo>
                  <a:cubicBezTo>
                    <a:pt x="19700" y="2709"/>
                    <a:pt x="21304" y="2008"/>
                    <a:pt x="22883" y="1306"/>
                  </a:cubicBezTo>
                  <a:cubicBezTo>
                    <a:pt x="23108" y="1206"/>
                    <a:pt x="23284" y="1080"/>
                    <a:pt x="23534" y="1055"/>
                  </a:cubicBezTo>
                  <a:cubicBezTo>
                    <a:pt x="23685" y="1030"/>
                    <a:pt x="23860" y="1030"/>
                    <a:pt x="24011" y="1030"/>
                  </a:cubicBezTo>
                  <a:cubicBezTo>
                    <a:pt x="27244" y="855"/>
                    <a:pt x="30477" y="679"/>
                    <a:pt x="33710" y="504"/>
                  </a:cubicBezTo>
                  <a:cubicBezTo>
                    <a:pt x="34161" y="479"/>
                    <a:pt x="34637" y="454"/>
                    <a:pt x="35113" y="429"/>
                  </a:cubicBezTo>
                  <a:cubicBezTo>
                    <a:pt x="35172" y="421"/>
                    <a:pt x="35216" y="418"/>
                    <a:pt x="35252" y="418"/>
                  </a:cubicBezTo>
                  <a:cubicBezTo>
                    <a:pt x="35339" y="418"/>
                    <a:pt x="35383" y="436"/>
                    <a:pt x="35489" y="454"/>
                  </a:cubicBezTo>
                  <a:cubicBezTo>
                    <a:pt x="37043" y="654"/>
                    <a:pt x="38597" y="980"/>
                    <a:pt x="40101" y="1331"/>
                  </a:cubicBezTo>
                  <a:cubicBezTo>
                    <a:pt x="43033" y="2008"/>
                    <a:pt x="45890" y="2860"/>
                    <a:pt x="48698" y="3887"/>
                  </a:cubicBezTo>
                  <a:cubicBezTo>
                    <a:pt x="50402" y="4514"/>
                    <a:pt x="52056" y="5216"/>
                    <a:pt x="53660" y="5993"/>
                  </a:cubicBezTo>
                  <a:cubicBezTo>
                    <a:pt x="54437" y="6369"/>
                    <a:pt x="55164" y="6795"/>
                    <a:pt x="55840" y="7321"/>
                  </a:cubicBezTo>
                  <a:cubicBezTo>
                    <a:pt x="57319" y="8474"/>
                    <a:pt x="58522" y="9928"/>
                    <a:pt x="59575" y="11481"/>
                  </a:cubicBezTo>
                  <a:cubicBezTo>
                    <a:pt x="60878" y="13361"/>
                    <a:pt x="61931" y="15416"/>
                    <a:pt x="62858" y="17496"/>
                  </a:cubicBezTo>
                  <a:cubicBezTo>
                    <a:pt x="65189" y="22735"/>
                    <a:pt x="66743" y="28324"/>
                    <a:pt x="67871" y="33938"/>
                  </a:cubicBezTo>
                  <a:cubicBezTo>
                    <a:pt x="69199" y="40529"/>
                    <a:pt x="69951" y="47221"/>
                    <a:pt x="70201" y="53938"/>
                  </a:cubicBezTo>
                  <a:cubicBezTo>
                    <a:pt x="70277" y="55592"/>
                    <a:pt x="70302" y="57221"/>
                    <a:pt x="70302" y="58850"/>
                  </a:cubicBezTo>
                  <a:cubicBezTo>
                    <a:pt x="69750" y="58975"/>
                    <a:pt x="69199" y="59076"/>
                    <a:pt x="68648" y="59201"/>
                  </a:cubicBezTo>
                  <a:cubicBezTo>
                    <a:pt x="66993" y="59552"/>
                    <a:pt x="65364" y="59878"/>
                    <a:pt x="63710" y="60229"/>
                  </a:cubicBezTo>
                  <a:cubicBezTo>
                    <a:pt x="61304" y="60730"/>
                    <a:pt x="58873" y="61231"/>
                    <a:pt x="56442" y="61757"/>
                  </a:cubicBezTo>
                  <a:cubicBezTo>
                    <a:pt x="53485" y="62359"/>
                    <a:pt x="50527" y="62985"/>
                    <a:pt x="47545" y="63587"/>
                  </a:cubicBezTo>
                  <a:cubicBezTo>
                    <a:pt x="44312" y="64264"/>
                    <a:pt x="41078" y="64940"/>
                    <a:pt x="37845" y="65617"/>
                  </a:cubicBezTo>
                  <a:cubicBezTo>
                    <a:pt x="34562" y="66319"/>
                    <a:pt x="31279" y="66995"/>
                    <a:pt x="28021" y="67672"/>
                  </a:cubicBezTo>
                  <a:cubicBezTo>
                    <a:pt x="24963" y="68299"/>
                    <a:pt x="21905" y="68950"/>
                    <a:pt x="18848" y="69577"/>
                  </a:cubicBezTo>
                  <a:cubicBezTo>
                    <a:pt x="16266" y="70128"/>
                    <a:pt x="13685" y="70655"/>
                    <a:pt x="11128" y="71206"/>
                  </a:cubicBezTo>
                  <a:cubicBezTo>
                    <a:pt x="10276" y="71381"/>
                    <a:pt x="9424" y="71557"/>
                    <a:pt x="8572" y="71732"/>
                  </a:cubicBezTo>
                  <a:cubicBezTo>
                    <a:pt x="8773" y="71833"/>
                    <a:pt x="8973" y="71933"/>
                    <a:pt x="9174" y="72033"/>
                  </a:cubicBezTo>
                  <a:cubicBezTo>
                    <a:pt x="9349" y="71983"/>
                    <a:pt x="9499" y="71958"/>
                    <a:pt x="9650" y="71933"/>
                  </a:cubicBezTo>
                  <a:cubicBezTo>
                    <a:pt x="12081" y="71407"/>
                    <a:pt x="14512" y="70905"/>
                    <a:pt x="16918" y="70404"/>
                  </a:cubicBezTo>
                  <a:cubicBezTo>
                    <a:pt x="19900" y="69803"/>
                    <a:pt x="22858" y="69176"/>
                    <a:pt x="25815" y="68549"/>
                  </a:cubicBezTo>
                  <a:cubicBezTo>
                    <a:pt x="29048" y="67873"/>
                    <a:pt x="32281" y="67196"/>
                    <a:pt x="35540" y="66519"/>
                  </a:cubicBezTo>
                  <a:cubicBezTo>
                    <a:pt x="38798" y="65843"/>
                    <a:pt x="42081" y="65166"/>
                    <a:pt x="45364" y="64489"/>
                  </a:cubicBezTo>
                  <a:cubicBezTo>
                    <a:pt x="48422" y="63838"/>
                    <a:pt x="51480" y="63211"/>
                    <a:pt x="54537" y="62559"/>
                  </a:cubicBezTo>
                  <a:cubicBezTo>
                    <a:pt x="57119" y="62033"/>
                    <a:pt x="59675" y="61507"/>
                    <a:pt x="62257" y="60955"/>
                  </a:cubicBezTo>
                  <a:cubicBezTo>
                    <a:pt x="64111" y="60579"/>
                    <a:pt x="65966" y="60178"/>
                    <a:pt x="67820" y="59802"/>
                  </a:cubicBezTo>
                  <a:cubicBezTo>
                    <a:pt x="68698" y="59627"/>
                    <a:pt x="69600" y="59452"/>
                    <a:pt x="70452" y="59251"/>
                  </a:cubicBezTo>
                  <a:cubicBezTo>
                    <a:pt x="70502" y="59251"/>
                    <a:pt x="70527" y="59226"/>
                    <a:pt x="70577" y="59226"/>
                  </a:cubicBezTo>
                  <a:cubicBezTo>
                    <a:pt x="70653" y="59201"/>
                    <a:pt x="70728" y="59101"/>
                    <a:pt x="70728" y="59026"/>
                  </a:cubicBezTo>
                  <a:cubicBezTo>
                    <a:pt x="70728" y="52108"/>
                    <a:pt x="70201" y="45191"/>
                    <a:pt x="69099" y="38374"/>
                  </a:cubicBezTo>
                  <a:cubicBezTo>
                    <a:pt x="68121" y="32359"/>
                    <a:pt x="66743" y="26369"/>
                    <a:pt x="64587" y="20654"/>
                  </a:cubicBezTo>
                  <a:cubicBezTo>
                    <a:pt x="63008" y="16419"/>
                    <a:pt x="61028" y="12108"/>
                    <a:pt x="57946" y="8724"/>
                  </a:cubicBezTo>
                  <a:cubicBezTo>
                    <a:pt x="56743" y="7421"/>
                    <a:pt x="55364" y="6344"/>
                    <a:pt x="53760" y="5567"/>
                  </a:cubicBezTo>
                  <a:cubicBezTo>
                    <a:pt x="50652" y="4113"/>
                    <a:pt x="47444" y="2910"/>
                    <a:pt x="44186" y="1958"/>
                  </a:cubicBezTo>
                  <a:cubicBezTo>
                    <a:pt x="41880" y="1281"/>
                    <a:pt x="39550" y="729"/>
                    <a:pt x="37194" y="303"/>
                  </a:cubicBezTo>
                  <a:cubicBezTo>
                    <a:pt x="36556" y="185"/>
                    <a:pt x="35874" y="0"/>
                    <a:pt x="352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2" name="Google Shape;2972;p38"/>
            <p:cNvSpPr/>
            <p:nvPr/>
          </p:nvSpPr>
          <p:spPr>
            <a:xfrm>
              <a:off x="2030586" y="2995999"/>
              <a:ext cx="497692" cy="383594"/>
            </a:xfrm>
            <a:custGeom>
              <a:rect b="b" l="l" r="r" t="t"/>
              <a:pathLst>
                <a:path extrusionOk="0" h="21520" w="27921">
                  <a:moveTo>
                    <a:pt x="20602" y="0"/>
                  </a:moveTo>
                  <a:cubicBezTo>
                    <a:pt x="20013" y="0"/>
                    <a:pt x="19424" y="76"/>
                    <a:pt x="18848" y="216"/>
                  </a:cubicBezTo>
                  <a:cubicBezTo>
                    <a:pt x="17795" y="467"/>
                    <a:pt x="16793" y="943"/>
                    <a:pt x="15991" y="1695"/>
                  </a:cubicBezTo>
                  <a:cubicBezTo>
                    <a:pt x="15139" y="2472"/>
                    <a:pt x="14562" y="3525"/>
                    <a:pt x="14136" y="4627"/>
                  </a:cubicBezTo>
                  <a:cubicBezTo>
                    <a:pt x="13885" y="5229"/>
                    <a:pt x="13685" y="5856"/>
                    <a:pt x="13509" y="6482"/>
                  </a:cubicBezTo>
                  <a:cubicBezTo>
                    <a:pt x="13108" y="5956"/>
                    <a:pt x="12682" y="5455"/>
                    <a:pt x="12231" y="4978"/>
                  </a:cubicBezTo>
                  <a:cubicBezTo>
                    <a:pt x="11429" y="4151"/>
                    <a:pt x="10477" y="3374"/>
                    <a:pt x="9399" y="2973"/>
                  </a:cubicBezTo>
                  <a:cubicBezTo>
                    <a:pt x="8714" y="2706"/>
                    <a:pt x="7996" y="2595"/>
                    <a:pt x="7273" y="2595"/>
                  </a:cubicBezTo>
                  <a:cubicBezTo>
                    <a:pt x="6912" y="2595"/>
                    <a:pt x="6550" y="2622"/>
                    <a:pt x="6191" y="2673"/>
                  </a:cubicBezTo>
                  <a:cubicBezTo>
                    <a:pt x="5063" y="2848"/>
                    <a:pt x="3935" y="3274"/>
                    <a:pt x="3033" y="3951"/>
                  </a:cubicBezTo>
                  <a:cubicBezTo>
                    <a:pt x="928" y="5530"/>
                    <a:pt x="1" y="8362"/>
                    <a:pt x="402" y="10968"/>
                  </a:cubicBezTo>
                  <a:cubicBezTo>
                    <a:pt x="803" y="13550"/>
                    <a:pt x="2407" y="15856"/>
                    <a:pt x="4462" y="17460"/>
                  </a:cubicBezTo>
                  <a:cubicBezTo>
                    <a:pt x="6517" y="19089"/>
                    <a:pt x="9023" y="20066"/>
                    <a:pt x="11555" y="20693"/>
                  </a:cubicBezTo>
                  <a:cubicBezTo>
                    <a:pt x="13159" y="21094"/>
                    <a:pt x="14788" y="21369"/>
                    <a:pt x="16442" y="21520"/>
                  </a:cubicBezTo>
                  <a:cubicBezTo>
                    <a:pt x="17895" y="20768"/>
                    <a:pt x="19299" y="19891"/>
                    <a:pt x="20652" y="18938"/>
                  </a:cubicBezTo>
                  <a:cubicBezTo>
                    <a:pt x="22758" y="17384"/>
                    <a:pt x="24687" y="15530"/>
                    <a:pt x="25991" y="13274"/>
                  </a:cubicBezTo>
                  <a:cubicBezTo>
                    <a:pt x="27294" y="10993"/>
                    <a:pt x="27921" y="8262"/>
                    <a:pt x="27319" y="5730"/>
                  </a:cubicBezTo>
                  <a:cubicBezTo>
                    <a:pt x="26743" y="3174"/>
                    <a:pt x="24813" y="893"/>
                    <a:pt x="22281" y="216"/>
                  </a:cubicBezTo>
                  <a:cubicBezTo>
                    <a:pt x="21730" y="69"/>
                    <a:pt x="21166" y="0"/>
                    <a:pt x="2060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3" name="Google Shape;2973;p38"/>
            <p:cNvSpPr/>
            <p:nvPr/>
          </p:nvSpPr>
          <p:spPr>
            <a:xfrm>
              <a:off x="2026112" y="2992166"/>
              <a:ext cx="504840" cy="391134"/>
            </a:xfrm>
            <a:custGeom>
              <a:rect b="b" l="l" r="r" t="t"/>
              <a:pathLst>
                <a:path extrusionOk="0" h="21943" w="28322">
                  <a:moveTo>
                    <a:pt x="20822" y="422"/>
                  </a:moveTo>
                  <a:cubicBezTo>
                    <a:pt x="21501" y="422"/>
                    <a:pt x="22179" y="522"/>
                    <a:pt x="22833" y="732"/>
                  </a:cubicBezTo>
                  <a:cubicBezTo>
                    <a:pt x="23886" y="1083"/>
                    <a:pt x="24838" y="1760"/>
                    <a:pt x="25590" y="2562"/>
                  </a:cubicBezTo>
                  <a:cubicBezTo>
                    <a:pt x="27244" y="4391"/>
                    <a:pt x="27846" y="6898"/>
                    <a:pt x="27495" y="9329"/>
                  </a:cubicBezTo>
                  <a:cubicBezTo>
                    <a:pt x="27119" y="11935"/>
                    <a:pt x="25766" y="14291"/>
                    <a:pt x="23961" y="16196"/>
                  </a:cubicBezTo>
                  <a:cubicBezTo>
                    <a:pt x="22156" y="18126"/>
                    <a:pt x="19926" y="19705"/>
                    <a:pt x="17595" y="21008"/>
                  </a:cubicBezTo>
                  <a:cubicBezTo>
                    <a:pt x="17445" y="21108"/>
                    <a:pt x="17269" y="21183"/>
                    <a:pt x="17094" y="21284"/>
                  </a:cubicBezTo>
                  <a:cubicBezTo>
                    <a:pt x="16968" y="21359"/>
                    <a:pt x="16818" y="21484"/>
                    <a:pt x="16668" y="21509"/>
                  </a:cubicBezTo>
                  <a:cubicBezTo>
                    <a:pt x="16638" y="21514"/>
                    <a:pt x="16606" y="21516"/>
                    <a:pt x="16572" y="21516"/>
                  </a:cubicBezTo>
                  <a:cubicBezTo>
                    <a:pt x="16440" y="21516"/>
                    <a:pt x="16292" y="21484"/>
                    <a:pt x="16192" y="21484"/>
                  </a:cubicBezTo>
                  <a:cubicBezTo>
                    <a:pt x="15991" y="21459"/>
                    <a:pt x="15791" y="21434"/>
                    <a:pt x="15590" y="21409"/>
                  </a:cubicBezTo>
                  <a:cubicBezTo>
                    <a:pt x="14838" y="21309"/>
                    <a:pt x="14086" y="21183"/>
                    <a:pt x="13334" y="21033"/>
                  </a:cubicBezTo>
                  <a:cubicBezTo>
                    <a:pt x="11981" y="20782"/>
                    <a:pt x="10653" y="20406"/>
                    <a:pt x="9349" y="19955"/>
                  </a:cubicBezTo>
                  <a:cubicBezTo>
                    <a:pt x="6918" y="19053"/>
                    <a:pt x="4638" y="17700"/>
                    <a:pt x="2958" y="15670"/>
                  </a:cubicBezTo>
                  <a:cubicBezTo>
                    <a:pt x="1455" y="13815"/>
                    <a:pt x="527" y="11434"/>
                    <a:pt x="828" y="9028"/>
                  </a:cubicBezTo>
                  <a:cubicBezTo>
                    <a:pt x="1129" y="6647"/>
                    <a:pt x="2532" y="4492"/>
                    <a:pt x="4788" y="3564"/>
                  </a:cubicBezTo>
                  <a:cubicBezTo>
                    <a:pt x="5627" y="3212"/>
                    <a:pt x="6557" y="3017"/>
                    <a:pt x="7478" y="3017"/>
                  </a:cubicBezTo>
                  <a:cubicBezTo>
                    <a:pt x="7932" y="3017"/>
                    <a:pt x="8385" y="3064"/>
                    <a:pt x="8823" y="3163"/>
                  </a:cubicBezTo>
                  <a:cubicBezTo>
                    <a:pt x="10126" y="3439"/>
                    <a:pt x="11204" y="4241"/>
                    <a:pt x="12156" y="5168"/>
                  </a:cubicBezTo>
                  <a:cubicBezTo>
                    <a:pt x="12654" y="5666"/>
                    <a:pt x="13127" y="6213"/>
                    <a:pt x="13576" y="6786"/>
                  </a:cubicBezTo>
                  <a:lnTo>
                    <a:pt x="13576" y="6786"/>
                  </a:lnTo>
                  <a:cubicBezTo>
                    <a:pt x="13614" y="6853"/>
                    <a:pt x="13692" y="6891"/>
                    <a:pt x="13768" y="6891"/>
                  </a:cubicBezTo>
                  <a:cubicBezTo>
                    <a:pt x="13834" y="6891"/>
                    <a:pt x="13899" y="6862"/>
                    <a:pt x="13938" y="6800"/>
                  </a:cubicBezTo>
                  <a:lnTo>
                    <a:pt x="13938" y="6800"/>
                  </a:lnTo>
                  <a:cubicBezTo>
                    <a:pt x="13968" y="6765"/>
                    <a:pt x="13986" y="6722"/>
                    <a:pt x="13981" y="6674"/>
                  </a:cubicBezTo>
                  <a:lnTo>
                    <a:pt x="13981" y="6674"/>
                  </a:lnTo>
                  <a:cubicBezTo>
                    <a:pt x="14330" y="5395"/>
                    <a:pt x="14803" y="4095"/>
                    <a:pt x="15590" y="2988"/>
                  </a:cubicBezTo>
                  <a:cubicBezTo>
                    <a:pt x="16342" y="1885"/>
                    <a:pt x="17470" y="1133"/>
                    <a:pt x="18748" y="732"/>
                  </a:cubicBezTo>
                  <a:cubicBezTo>
                    <a:pt x="19422" y="529"/>
                    <a:pt x="20122" y="422"/>
                    <a:pt x="20822" y="422"/>
                  </a:cubicBezTo>
                  <a:close/>
                  <a:moveTo>
                    <a:pt x="20793" y="0"/>
                  </a:moveTo>
                  <a:cubicBezTo>
                    <a:pt x="20705" y="0"/>
                    <a:pt x="20616" y="2"/>
                    <a:pt x="20527" y="5"/>
                  </a:cubicBezTo>
                  <a:cubicBezTo>
                    <a:pt x="19149" y="81"/>
                    <a:pt x="17745" y="507"/>
                    <a:pt x="16618" y="1334"/>
                  </a:cubicBezTo>
                  <a:cubicBezTo>
                    <a:pt x="15515" y="2136"/>
                    <a:pt x="14788" y="3314"/>
                    <a:pt x="14262" y="4567"/>
                  </a:cubicBezTo>
                  <a:cubicBezTo>
                    <a:pt x="14038" y="5115"/>
                    <a:pt x="13831" y="5663"/>
                    <a:pt x="13668" y="6225"/>
                  </a:cubicBezTo>
                  <a:lnTo>
                    <a:pt x="13668" y="6225"/>
                  </a:lnTo>
                  <a:cubicBezTo>
                    <a:pt x="12875" y="5225"/>
                    <a:pt x="11957" y="4286"/>
                    <a:pt x="10878" y="3589"/>
                  </a:cubicBezTo>
                  <a:cubicBezTo>
                    <a:pt x="9853" y="2920"/>
                    <a:pt x="8670" y="2600"/>
                    <a:pt x="7447" y="2600"/>
                  </a:cubicBezTo>
                  <a:cubicBezTo>
                    <a:pt x="7206" y="2600"/>
                    <a:pt x="6962" y="2612"/>
                    <a:pt x="6718" y="2637"/>
                  </a:cubicBezTo>
                  <a:cubicBezTo>
                    <a:pt x="5389" y="2787"/>
                    <a:pt x="4086" y="3289"/>
                    <a:pt x="3009" y="4116"/>
                  </a:cubicBezTo>
                  <a:cubicBezTo>
                    <a:pt x="2081" y="4868"/>
                    <a:pt x="1379" y="5845"/>
                    <a:pt x="928" y="6948"/>
                  </a:cubicBezTo>
                  <a:cubicBezTo>
                    <a:pt x="1" y="9279"/>
                    <a:pt x="277" y="11885"/>
                    <a:pt x="1404" y="14066"/>
                  </a:cubicBezTo>
                  <a:cubicBezTo>
                    <a:pt x="2658" y="16447"/>
                    <a:pt x="4763" y="18251"/>
                    <a:pt x="7119" y="19429"/>
                  </a:cubicBezTo>
                  <a:cubicBezTo>
                    <a:pt x="9750" y="20757"/>
                    <a:pt x="12683" y="21459"/>
                    <a:pt x="15590" y="21835"/>
                  </a:cubicBezTo>
                  <a:cubicBezTo>
                    <a:pt x="15791" y="21860"/>
                    <a:pt x="15991" y="21860"/>
                    <a:pt x="16192" y="21885"/>
                  </a:cubicBezTo>
                  <a:cubicBezTo>
                    <a:pt x="16313" y="21905"/>
                    <a:pt x="16468" y="21942"/>
                    <a:pt x="16615" y="21942"/>
                  </a:cubicBezTo>
                  <a:cubicBezTo>
                    <a:pt x="16650" y="21942"/>
                    <a:pt x="16684" y="21940"/>
                    <a:pt x="16718" y="21935"/>
                  </a:cubicBezTo>
                  <a:cubicBezTo>
                    <a:pt x="16843" y="21910"/>
                    <a:pt x="17019" y="21810"/>
                    <a:pt x="17144" y="21735"/>
                  </a:cubicBezTo>
                  <a:cubicBezTo>
                    <a:pt x="17344" y="21635"/>
                    <a:pt x="17520" y="21509"/>
                    <a:pt x="17720" y="21409"/>
                  </a:cubicBezTo>
                  <a:cubicBezTo>
                    <a:pt x="18372" y="21058"/>
                    <a:pt x="19024" y="20657"/>
                    <a:pt x="19650" y="20256"/>
                  </a:cubicBezTo>
                  <a:cubicBezTo>
                    <a:pt x="20828" y="19479"/>
                    <a:pt x="21956" y="18652"/>
                    <a:pt x="23009" y="17700"/>
                  </a:cubicBezTo>
                  <a:cubicBezTo>
                    <a:pt x="25039" y="15870"/>
                    <a:pt x="26768" y="13640"/>
                    <a:pt x="27545" y="11008"/>
                  </a:cubicBezTo>
                  <a:cubicBezTo>
                    <a:pt x="28322" y="8477"/>
                    <a:pt x="28172" y="5670"/>
                    <a:pt x="26743" y="3389"/>
                  </a:cubicBezTo>
                  <a:cubicBezTo>
                    <a:pt x="25437" y="1333"/>
                    <a:pt x="23243" y="0"/>
                    <a:pt x="2079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38"/>
            <p:cNvSpPr/>
            <p:nvPr/>
          </p:nvSpPr>
          <p:spPr>
            <a:xfrm>
              <a:off x="2248165" y="3105823"/>
              <a:ext cx="104098" cy="275895"/>
            </a:xfrm>
            <a:custGeom>
              <a:rect b="b" l="l" r="r" t="t"/>
              <a:pathLst>
                <a:path extrusionOk="0" h="15478" w="5840">
                  <a:moveTo>
                    <a:pt x="1345" y="1"/>
                  </a:moveTo>
                  <a:cubicBezTo>
                    <a:pt x="1258" y="1"/>
                    <a:pt x="1168" y="45"/>
                    <a:pt x="1128" y="146"/>
                  </a:cubicBezTo>
                  <a:cubicBezTo>
                    <a:pt x="777" y="1148"/>
                    <a:pt x="401" y="2151"/>
                    <a:pt x="50" y="3178"/>
                  </a:cubicBezTo>
                  <a:cubicBezTo>
                    <a:pt x="0" y="3304"/>
                    <a:pt x="125" y="3429"/>
                    <a:pt x="251" y="3429"/>
                  </a:cubicBezTo>
                  <a:cubicBezTo>
                    <a:pt x="1547" y="3585"/>
                    <a:pt x="2843" y="3742"/>
                    <a:pt x="4139" y="3898"/>
                  </a:cubicBezTo>
                  <a:lnTo>
                    <a:pt x="4139" y="3898"/>
                  </a:lnTo>
                  <a:cubicBezTo>
                    <a:pt x="2931" y="4983"/>
                    <a:pt x="1656" y="5961"/>
                    <a:pt x="276" y="6812"/>
                  </a:cubicBezTo>
                  <a:cubicBezTo>
                    <a:pt x="125" y="6913"/>
                    <a:pt x="151" y="7163"/>
                    <a:pt x="326" y="7213"/>
                  </a:cubicBezTo>
                  <a:cubicBezTo>
                    <a:pt x="1910" y="7627"/>
                    <a:pt x="3494" y="7956"/>
                    <a:pt x="5078" y="8278"/>
                  </a:cubicBezTo>
                  <a:lnTo>
                    <a:pt x="5078" y="8278"/>
                  </a:lnTo>
                  <a:cubicBezTo>
                    <a:pt x="3878" y="9206"/>
                    <a:pt x="2637" y="10070"/>
                    <a:pt x="1354" y="10873"/>
                  </a:cubicBezTo>
                  <a:cubicBezTo>
                    <a:pt x="1203" y="10973"/>
                    <a:pt x="1228" y="11198"/>
                    <a:pt x="1404" y="11249"/>
                  </a:cubicBezTo>
                  <a:cubicBezTo>
                    <a:pt x="2508" y="11525"/>
                    <a:pt x="3612" y="11822"/>
                    <a:pt x="4716" y="12101"/>
                  </a:cubicBezTo>
                  <a:lnTo>
                    <a:pt x="4716" y="12101"/>
                  </a:lnTo>
                  <a:cubicBezTo>
                    <a:pt x="4297" y="12652"/>
                    <a:pt x="3881" y="13204"/>
                    <a:pt x="3484" y="13755"/>
                  </a:cubicBezTo>
                  <a:cubicBezTo>
                    <a:pt x="3308" y="13980"/>
                    <a:pt x="3183" y="14206"/>
                    <a:pt x="3334" y="14482"/>
                  </a:cubicBezTo>
                  <a:cubicBezTo>
                    <a:pt x="3509" y="14807"/>
                    <a:pt x="3785" y="15083"/>
                    <a:pt x="4010" y="15384"/>
                  </a:cubicBezTo>
                  <a:cubicBezTo>
                    <a:pt x="4062" y="15451"/>
                    <a:pt x="4130" y="15478"/>
                    <a:pt x="4195" y="15478"/>
                  </a:cubicBezTo>
                  <a:cubicBezTo>
                    <a:pt x="4350" y="15478"/>
                    <a:pt x="4492" y="15324"/>
                    <a:pt x="4386" y="15183"/>
                  </a:cubicBezTo>
                  <a:cubicBezTo>
                    <a:pt x="4186" y="14933"/>
                    <a:pt x="3985" y="14657"/>
                    <a:pt x="3785" y="14406"/>
                  </a:cubicBezTo>
                  <a:cubicBezTo>
                    <a:pt x="3760" y="14381"/>
                    <a:pt x="3709" y="14306"/>
                    <a:pt x="3684" y="14256"/>
                  </a:cubicBezTo>
                  <a:cubicBezTo>
                    <a:pt x="3684" y="14181"/>
                    <a:pt x="3735" y="14106"/>
                    <a:pt x="3785" y="14056"/>
                  </a:cubicBezTo>
                  <a:cubicBezTo>
                    <a:pt x="3860" y="13905"/>
                    <a:pt x="3985" y="13780"/>
                    <a:pt x="4085" y="13629"/>
                  </a:cubicBezTo>
                  <a:cubicBezTo>
                    <a:pt x="4461" y="13103"/>
                    <a:pt x="4862" y="12602"/>
                    <a:pt x="5238" y="12076"/>
                  </a:cubicBezTo>
                  <a:cubicBezTo>
                    <a:pt x="5339" y="11975"/>
                    <a:pt x="5238" y="11800"/>
                    <a:pt x="5113" y="11775"/>
                  </a:cubicBezTo>
                  <a:cubicBezTo>
                    <a:pt x="4063" y="11512"/>
                    <a:pt x="3032" y="11231"/>
                    <a:pt x="1987" y="10963"/>
                  </a:cubicBezTo>
                  <a:lnTo>
                    <a:pt x="1987" y="10963"/>
                  </a:lnTo>
                  <a:cubicBezTo>
                    <a:pt x="3270" y="10134"/>
                    <a:pt x="4513" y="9246"/>
                    <a:pt x="5714" y="8316"/>
                  </a:cubicBezTo>
                  <a:cubicBezTo>
                    <a:pt x="5840" y="8216"/>
                    <a:pt x="5765" y="7990"/>
                    <a:pt x="5614" y="7965"/>
                  </a:cubicBezTo>
                  <a:cubicBezTo>
                    <a:pt x="4037" y="7645"/>
                    <a:pt x="2460" y="7304"/>
                    <a:pt x="902" y="6924"/>
                  </a:cubicBezTo>
                  <a:lnTo>
                    <a:pt x="902" y="6924"/>
                  </a:lnTo>
                  <a:cubicBezTo>
                    <a:pt x="2259" y="6013"/>
                    <a:pt x="3552" y="5001"/>
                    <a:pt x="4762" y="3905"/>
                  </a:cubicBezTo>
                  <a:cubicBezTo>
                    <a:pt x="4912" y="3780"/>
                    <a:pt x="4787" y="3579"/>
                    <a:pt x="4612" y="3554"/>
                  </a:cubicBezTo>
                  <a:cubicBezTo>
                    <a:pt x="3250" y="3390"/>
                    <a:pt x="1889" y="3226"/>
                    <a:pt x="528" y="3061"/>
                  </a:cubicBezTo>
                  <a:lnTo>
                    <a:pt x="528" y="3061"/>
                  </a:lnTo>
                  <a:cubicBezTo>
                    <a:pt x="856" y="2131"/>
                    <a:pt x="1205" y="1199"/>
                    <a:pt x="1554" y="246"/>
                  </a:cubicBezTo>
                  <a:cubicBezTo>
                    <a:pt x="1599" y="97"/>
                    <a:pt x="1474" y="1"/>
                    <a:pt x="134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5" name="Google Shape;2975;p38"/>
            <p:cNvSpPr/>
            <p:nvPr/>
          </p:nvSpPr>
          <p:spPr>
            <a:xfrm>
              <a:off x="2070801" y="3109655"/>
              <a:ext cx="91300" cy="163705"/>
            </a:xfrm>
            <a:custGeom>
              <a:rect b="b" l="l" r="r" t="t"/>
              <a:pathLst>
                <a:path extrusionOk="0" h="9184" w="5122">
                  <a:moveTo>
                    <a:pt x="1190" y="0"/>
                  </a:moveTo>
                  <a:cubicBezTo>
                    <a:pt x="1105" y="0"/>
                    <a:pt x="1018" y="46"/>
                    <a:pt x="978" y="156"/>
                  </a:cubicBezTo>
                  <a:cubicBezTo>
                    <a:pt x="0" y="2938"/>
                    <a:pt x="301" y="6322"/>
                    <a:pt x="2782" y="8226"/>
                  </a:cubicBezTo>
                  <a:cubicBezTo>
                    <a:pt x="3359" y="8678"/>
                    <a:pt x="4035" y="9003"/>
                    <a:pt x="4762" y="9179"/>
                  </a:cubicBezTo>
                  <a:cubicBezTo>
                    <a:pt x="4777" y="9182"/>
                    <a:pt x="4791" y="9183"/>
                    <a:pt x="4805" y="9183"/>
                  </a:cubicBezTo>
                  <a:cubicBezTo>
                    <a:pt x="5026" y="9183"/>
                    <a:pt x="5122" y="8825"/>
                    <a:pt x="4862" y="8778"/>
                  </a:cubicBezTo>
                  <a:cubicBezTo>
                    <a:pt x="3309" y="8427"/>
                    <a:pt x="2030" y="7249"/>
                    <a:pt x="1379" y="5795"/>
                  </a:cubicBezTo>
                  <a:cubicBezTo>
                    <a:pt x="602" y="4041"/>
                    <a:pt x="752" y="2011"/>
                    <a:pt x="1379" y="257"/>
                  </a:cubicBezTo>
                  <a:cubicBezTo>
                    <a:pt x="1439" y="106"/>
                    <a:pt x="1318" y="0"/>
                    <a:pt x="119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6" name="Google Shape;2976;p38"/>
            <p:cNvSpPr/>
            <p:nvPr/>
          </p:nvSpPr>
          <p:spPr>
            <a:xfrm>
              <a:off x="2058287" y="3141866"/>
              <a:ext cx="48716" cy="8378"/>
            </a:xfrm>
            <a:custGeom>
              <a:rect b="b" l="l" r="r" t="t"/>
              <a:pathLst>
                <a:path extrusionOk="0" h="470" w="2733">
                  <a:moveTo>
                    <a:pt x="194" y="0"/>
                  </a:moveTo>
                  <a:cubicBezTo>
                    <a:pt x="84" y="0"/>
                    <a:pt x="0" y="112"/>
                    <a:pt x="0" y="204"/>
                  </a:cubicBezTo>
                  <a:cubicBezTo>
                    <a:pt x="0" y="329"/>
                    <a:pt x="101" y="404"/>
                    <a:pt x="226" y="404"/>
                  </a:cubicBezTo>
                  <a:cubicBezTo>
                    <a:pt x="687" y="452"/>
                    <a:pt x="1158" y="470"/>
                    <a:pt x="1632" y="470"/>
                  </a:cubicBezTo>
                  <a:cubicBezTo>
                    <a:pt x="1906" y="470"/>
                    <a:pt x="2181" y="464"/>
                    <a:pt x="2457" y="455"/>
                  </a:cubicBezTo>
                  <a:cubicBezTo>
                    <a:pt x="2732" y="429"/>
                    <a:pt x="2732" y="28"/>
                    <a:pt x="2457" y="28"/>
                  </a:cubicBezTo>
                  <a:cubicBezTo>
                    <a:pt x="2169" y="48"/>
                    <a:pt x="1882" y="56"/>
                    <a:pt x="1596" y="56"/>
                  </a:cubicBezTo>
                  <a:cubicBezTo>
                    <a:pt x="1134" y="56"/>
                    <a:pt x="675" y="34"/>
                    <a:pt x="226" y="3"/>
                  </a:cubicBezTo>
                  <a:cubicBezTo>
                    <a:pt x="215" y="1"/>
                    <a:pt x="204" y="0"/>
                    <a:pt x="1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7" name="Google Shape;2977;p38"/>
            <p:cNvSpPr/>
            <p:nvPr/>
          </p:nvSpPr>
          <p:spPr>
            <a:xfrm>
              <a:off x="2058287" y="3173400"/>
              <a:ext cx="43796" cy="11836"/>
            </a:xfrm>
            <a:custGeom>
              <a:rect b="b" l="l" r="r" t="t"/>
              <a:pathLst>
                <a:path extrusionOk="0" h="664" w="2457">
                  <a:moveTo>
                    <a:pt x="2213" y="1"/>
                  </a:moveTo>
                  <a:cubicBezTo>
                    <a:pt x="2194" y="1"/>
                    <a:pt x="2174" y="5"/>
                    <a:pt x="2156" y="14"/>
                  </a:cubicBezTo>
                  <a:cubicBezTo>
                    <a:pt x="1716" y="161"/>
                    <a:pt x="1248" y="254"/>
                    <a:pt x="784" y="254"/>
                  </a:cubicBezTo>
                  <a:cubicBezTo>
                    <a:pt x="614" y="254"/>
                    <a:pt x="444" y="241"/>
                    <a:pt x="276" y="214"/>
                  </a:cubicBezTo>
                  <a:cubicBezTo>
                    <a:pt x="151" y="214"/>
                    <a:pt x="51" y="239"/>
                    <a:pt x="26" y="365"/>
                  </a:cubicBezTo>
                  <a:cubicBezTo>
                    <a:pt x="0" y="465"/>
                    <a:pt x="51" y="615"/>
                    <a:pt x="151" y="615"/>
                  </a:cubicBezTo>
                  <a:cubicBezTo>
                    <a:pt x="381" y="647"/>
                    <a:pt x="609" y="664"/>
                    <a:pt x="834" y="664"/>
                  </a:cubicBezTo>
                  <a:cubicBezTo>
                    <a:pt x="1320" y="664"/>
                    <a:pt x="1794" y="586"/>
                    <a:pt x="2256" y="415"/>
                  </a:cubicBezTo>
                  <a:cubicBezTo>
                    <a:pt x="2381" y="365"/>
                    <a:pt x="2457" y="264"/>
                    <a:pt x="2407" y="164"/>
                  </a:cubicBezTo>
                  <a:cubicBezTo>
                    <a:pt x="2386" y="82"/>
                    <a:pt x="2299" y="1"/>
                    <a:pt x="22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8" name="Google Shape;2978;p38"/>
            <p:cNvSpPr/>
            <p:nvPr/>
          </p:nvSpPr>
          <p:spPr>
            <a:xfrm>
              <a:off x="2068555" y="3204915"/>
              <a:ext cx="37557" cy="19911"/>
            </a:xfrm>
            <a:custGeom>
              <a:rect b="b" l="l" r="r" t="t"/>
              <a:pathLst>
                <a:path extrusionOk="0" h="1117" w="2107">
                  <a:moveTo>
                    <a:pt x="1880" y="0"/>
                  </a:moveTo>
                  <a:cubicBezTo>
                    <a:pt x="1847" y="0"/>
                    <a:pt x="1814" y="9"/>
                    <a:pt x="1780" y="25"/>
                  </a:cubicBezTo>
                  <a:cubicBezTo>
                    <a:pt x="1229" y="251"/>
                    <a:pt x="678" y="502"/>
                    <a:pt x="126" y="727"/>
                  </a:cubicBezTo>
                  <a:cubicBezTo>
                    <a:pt x="1" y="777"/>
                    <a:pt x="1" y="928"/>
                    <a:pt x="51" y="1028"/>
                  </a:cubicBezTo>
                  <a:cubicBezTo>
                    <a:pt x="84" y="1095"/>
                    <a:pt x="151" y="1117"/>
                    <a:pt x="222" y="1117"/>
                  </a:cubicBezTo>
                  <a:cubicBezTo>
                    <a:pt x="257" y="1117"/>
                    <a:pt x="293" y="1111"/>
                    <a:pt x="327" y="1103"/>
                  </a:cubicBezTo>
                  <a:cubicBezTo>
                    <a:pt x="878" y="852"/>
                    <a:pt x="1430" y="627"/>
                    <a:pt x="1981" y="376"/>
                  </a:cubicBezTo>
                  <a:cubicBezTo>
                    <a:pt x="2081" y="351"/>
                    <a:pt x="2106" y="201"/>
                    <a:pt x="2056" y="101"/>
                  </a:cubicBezTo>
                  <a:cubicBezTo>
                    <a:pt x="2006" y="34"/>
                    <a:pt x="1945" y="0"/>
                    <a:pt x="188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38"/>
            <p:cNvSpPr/>
            <p:nvPr/>
          </p:nvSpPr>
          <p:spPr>
            <a:xfrm>
              <a:off x="2088216" y="3225058"/>
              <a:ext cx="40677" cy="27023"/>
            </a:xfrm>
            <a:custGeom>
              <a:rect b="b" l="l" r="r" t="t"/>
              <a:pathLst>
                <a:path extrusionOk="0" h="1516" w="2282">
                  <a:moveTo>
                    <a:pt x="2062" y="1"/>
                  </a:moveTo>
                  <a:cubicBezTo>
                    <a:pt x="2003" y="1"/>
                    <a:pt x="1947" y="21"/>
                    <a:pt x="1905" y="48"/>
                  </a:cubicBezTo>
                  <a:cubicBezTo>
                    <a:pt x="1354" y="474"/>
                    <a:pt x="753" y="825"/>
                    <a:pt x="151" y="1126"/>
                  </a:cubicBezTo>
                  <a:cubicBezTo>
                    <a:pt x="26" y="1176"/>
                    <a:pt x="1" y="1326"/>
                    <a:pt x="76" y="1427"/>
                  </a:cubicBezTo>
                  <a:cubicBezTo>
                    <a:pt x="109" y="1494"/>
                    <a:pt x="176" y="1516"/>
                    <a:pt x="247" y="1516"/>
                  </a:cubicBezTo>
                  <a:cubicBezTo>
                    <a:pt x="282" y="1516"/>
                    <a:pt x="318" y="1510"/>
                    <a:pt x="352" y="1502"/>
                  </a:cubicBezTo>
                  <a:cubicBezTo>
                    <a:pt x="1003" y="1176"/>
                    <a:pt x="1630" y="800"/>
                    <a:pt x="2206" y="349"/>
                  </a:cubicBezTo>
                  <a:cubicBezTo>
                    <a:pt x="2281" y="274"/>
                    <a:pt x="2281" y="123"/>
                    <a:pt x="2206" y="48"/>
                  </a:cubicBezTo>
                  <a:cubicBezTo>
                    <a:pt x="2161" y="14"/>
                    <a:pt x="2111" y="1"/>
                    <a:pt x="20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p38"/>
            <p:cNvSpPr/>
            <p:nvPr/>
          </p:nvSpPr>
          <p:spPr>
            <a:xfrm>
              <a:off x="2113689" y="3255398"/>
              <a:ext cx="23689" cy="21657"/>
            </a:xfrm>
            <a:custGeom>
              <a:rect b="b" l="l" r="r" t="t"/>
              <a:pathLst>
                <a:path extrusionOk="0" h="1215" w="1329">
                  <a:moveTo>
                    <a:pt x="401" y="627"/>
                  </a:moveTo>
                  <a:lnTo>
                    <a:pt x="401" y="627"/>
                  </a:lnTo>
                  <a:cubicBezTo>
                    <a:pt x="385" y="643"/>
                    <a:pt x="380" y="649"/>
                    <a:pt x="384" y="651"/>
                  </a:cubicBezTo>
                  <a:lnTo>
                    <a:pt x="384" y="651"/>
                  </a:lnTo>
                  <a:cubicBezTo>
                    <a:pt x="391" y="649"/>
                    <a:pt x="401" y="643"/>
                    <a:pt x="401" y="627"/>
                  </a:cubicBezTo>
                  <a:close/>
                  <a:moveTo>
                    <a:pt x="1111" y="0"/>
                  </a:moveTo>
                  <a:cubicBezTo>
                    <a:pt x="1039" y="0"/>
                    <a:pt x="978" y="34"/>
                    <a:pt x="928" y="101"/>
                  </a:cubicBezTo>
                  <a:lnTo>
                    <a:pt x="903" y="126"/>
                  </a:lnTo>
                  <a:cubicBezTo>
                    <a:pt x="903" y="151"/>
                    <a:pt x="877" y="176"/>
                    <a:pt x="877" y="176"/>
                  </a:cubicBezTo>
                  <a:cubicBezTo>
                    <a:pt x="827" y="226"/>
                    <a:pt x="802" y="251"/>
                    <a:pt x="777" y="301"/>
                  </a:cubicBezTo>
                  <a:cubicBezTo>
                    <a:pt x="702" y="376"/>
                    <a:pt x="652" y="426"/>
                    <a:pt x="577" y="502"/>
                  </a:cubicBezTo>
                  <a:cubicBezTo>
                    <a:pt x="527" y="527"/>
                    <a:pt x="502" y="552"/>
                    <a:pt x="451" y="602"/>
                  </a:cubicBezTo>
                  <a:cubicBezTo>
                    <a:pt x="451" y="602"/>
                    <a:pt x="426" y="627"/>
                    <a:pt x="401" y="652"/>
                  </a:cubicBezTo>
                  <a:cubicBezTo>
                    <a:pt x="392" y="652"/>
                    <a:pt x="386" y="652"/>
                    <a:pt x="384" y="651"/>
                  </a:cubicBezTo>
                  <a:lnTo>
                    <a:pt x="384" y="651"/>
                  </a:lnTo>
                  <a:cubicBezTo>
                    <a:pt x="380" y="652"/>
                    <a:pt x="376" y="652"/>
                    <a:pt x="376" y="652"/>
                  </a:cubicBezTo>
                  <a:cubicBezTo>
                    <a:pt x="301" y="727"/>
                    <a:pt x="226" y="777"/>
                    <a:pt x="126" y="827"/>
                  </a:cubicBezTo>
                  <a:cubicBezTo>
                    <a:pt x="25" y="878"/>
                    <a:pt x="0" y="1003"/>
                    <a:pt x="50" y="1103"/>
                  </a:cubicBezTo>
                  <a:cubicBezTo>
                    <a:pt x="101" y="1170"/>
                    <a:pt x="173" y="1215"/>
                    <a:pt x="245" y="1215"/>
                  </a:cubicBezTo>
                  <a:cubicBezTo>
                    <a:pt x="282" y="1215"/>
                    <a:pt x="318" y="1203"/>
                    <a:pt x="351" y="1178"/>
                  </a:cubicBezTo>
                  <a:cubicBezTo>
                    <a:pt x="727" y="953"/>
                    <a:pt x="1028" y="652"/>
                    <a:pt x="1304" y="301"/>
                  </a:cubicBezTo>
                  <a:cubicBezTo>
                    <a:pt x="1329" y="276"/>
                    <a:pt x="1329" y="201"/>
                    <a:pt x="1329" y="151"/>
                  </a:cubicBezTo>
                  <a:cubicBezTo>
                    <a:pt x="1304" y="101"/>
                    <a:pt x="1278" y="50"/>
                    <a:pt x="1228" y="25"/>
                  </a:cubicBezTo>
                  <a:cubicBezTo>
                    <a:pt x="1187" y="9"/>
                    <a:pt x="1148" y="0"/>
                    <a:pt x="111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p38"/>
            <p:cNvSpPr/>
            <p:nvPr/>
          </p:nvSpPr>
          <p:spPr>
            <a:xfrm>
              <a:off x="2411162" y="3037657"/>
              <a:ext cx="69767" cy="115096"/>
            </a:xfrm>
            <a:custGeom>
              <a:rect b="b" l="l" r="r" t="t"/>
              <a:pathLst>
                <a:path extrusionOk="0" h="6457" w="3914">
                  <a:moveTo>
                    <a:pt x="294" y="0"/>
                  </a:moveTo>
                  <a:cubicBezTo>
                    <a:pt x="86" y="0"/>
                    <a:pt x="0" y="342"/>
                    <a:pt x="230" y="411"/>
                  </a:cubicBezTo>
                  <a:cubicBezTo>
                    <a:pt x="1383" y="787"/>
                    <a:pt x="2535" y="1388"/>
                    <a:pt x="3012" y="2566"/>
                  </a:cubicBezTo>
                  <a:cubicBezTo>
                    <a:pt x="3488" y="3719"/>
                    <a:pt x="3262" y="5047"/>
                    <a:pt x="2962" y="6200"/>
                  </a:cubicBezTo>
                  <a:cubicBezTo>
                    <a:pt x="2916" y="6351"/>
                    <a:pt x="3043" y="6457"/>
                    <a:pt x="3168" y="6457"/>
                  </a:cubicBezTo>
                  <a:cubicBezTo>
                    <a:pt x="3251" y="6457"/>
                    <a:pt x="3333" y="6410"/>
                    <a:pt x="3363" y="6301"/>
                  </a:cubicBezTo>
                  <a:cubicBezTo>
                    <a:pt x="3688" y="5022"/>
                    <a:pt x="3914" y="3594"/>
                    <a:pt x="3363" y="2341"/>
                  </a:cubicBezTo>
                  <a:cubicBezTo>
                    <a:pt x="2836" y="1087"/>
                    <a:pt x="1583" y="436"/>
                    <a:pt x="355" y="10"/>
                  </a:cubicBezTo>
                  <a:cubicBezTo>
                    <a:pt x="334" y="3"/>
                    <a:pt x="313" y="0"/>
                    <a:pt x="2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p38"/>
            <p:cNvSpPr/>
            <p:nvPr/>
          </p:nvSpPr>
          <p:spPr>
            <a:xfrm>
              <a:off x="2417936" y="3034859"/>
              <a:ext cx="34402" cy="33921"/>
            </a:xfrm>
            <a:custGeom>
              <a:rect b="b" l="l" r="r" t="t"/>
              <a:pathLst>
                <a:path extrusionOk="0" h="1903" w="1930">
                  <a:moveTo>
                    <a:pt x="1716" y="0"/>
                  </a:moveTo>
                  <a:cubicBezTo>
                    <a:pt x="1656" y="0"/>
                    <a:pt x="1594" y="26"/>
                    <a:pt x="1554" y="67"/>
                  </a:cubicBezTo>
                  <a:cubicBezTo>
                    <a:pt x="1053" y="543"/>
                    <a:pt x="551" y="1044"/>
                    <a:pt x="75" y="1545"/>
                  </a:cubicBezTo>
                  <a:cubicBezTo>
                    <a:pt x="0" y="1645"/>
                    <a:pt x="0" y="1771"/>
                    <a:pt x="75" y="1846"/>
                  </a:cubicBezTo>
                  <a:cubicBezTo>
                    <a:pt x="125" y="1884"/>
                    <a:pt x="182" y="1902"/>
                    <a:pt x="235" y="1902"/>
                  </a:cubicBezTo>
                  <a:cubicBezTo>
                    <a:pt x="288" y="1902"/>
                    <a:pt x="338" y="1884"/>
                    <a:pt x="376" y="1846"/>
                  </a:cubicBezTo>
                  <a:cubicBezTo>
                    <a:pt x="852" y="1320"/>
                    <a:pt x="1353" y="843"/>
                    <a:pt x="1855" y="367"/>
                  </a:cubicBezTo>
                  <a:cubicBezTo>
                    <a:pt x="1930" y="267"/>
                    <a:pt x="1930" y="142"/>
                    <a:pt x="1855" y="67"/>
                  </a:cubicBezTo>
                  <a:cubicBezTo>
                    <a:pt x="1820" y="20"/>
                    <a:pt x="1769" y="0"/>
                    <a:pt x="17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p38"/>
            <p:cNvSpPr/>
            <p:nvPr/>
          </p:nvSpPr>
          <p:spPr>
            <a:xfrm>
              <a:off x="2437579" y="3055786"/>
              <a:ext cx="37094" cy="25828"/>
            </a:xfrm>
            <a:custGeom>
              <a:rect b="b" l="l" r="r" t="t"/>
              <a:pathLst>
                <a:path extrusionOk="0" h="1449" w="2081">
                  <a:moveTo>
                    <a:pt x="1832" y="0"/>
                  </a:moveTo>
                  <a:cubicBezTo>
                    <a:pt x="1803" y="0"/>
                    <a:pt x="1776" y="6"/>
                    <a:pt x="1755" y="20"/>
                  </a:cubicBezTo>
                  <a:cubicBezTo>
                    <a:pt x="1204" y="371"/>
                    <a:pt x="677" y="722"/>
                    <a:pt x="151" y="1073"/>
                  </a:cubicBezTo>
                  <a:cubicBezTo>
                    <a:pt x="51" y="1123"/>
                    <a:pt x="1" y="1248"/>
                    <a:pt x="76" y="1349"/>
                  </a:cubicBezTo>
                  <a:cubicBezTo>
                    <a:pt x="109" y="1416"/>
                    <a:pt x="176" y="1449"/>
                    <a:pt x="247" y="1449"/>
                  </a:cubicBezTo>
                  <a:cubicBezTo>
                    <a:pt x="282" y="1449"/>
                    <a:pt x="318" y="1441"/>
                    <a:pt x="352" y="1424"/>
                  </a:cubicBezTo>
                  <a:cubicBezTo>
                    <a:pt x="878" y="1073"/>
                    <a:pt x="1429" y="747"/>
                    <a:pt x="1956" y="396"/>
                  </a:cubicBezTo>
                  <a:cubicBezTo>
                    <a:pt x="2056" y="321"/>
                    <a:pt x="2081" y="196"/>
                    <a:pt x="2031" y="96"/>
                  </a:cubicBezTo>
                  <a:cubicBezTo>
                    <a:pt x="1995" y="41"/>
                    <a:pt x="1907" y="0"/>
                    <a:pt x="18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p38"/>
            <p:cNvSpPr/>
            <p:nvPr/>
          </p:nvSpPr>
          <p:spPr>
            <a:xfrm>
              <a:off x="2445173" y="3091330"/>
              <a:ext cx="38003" cy="13137"/>
            </a:xfrm>
            <a:custGeom>
              <a:rect b="b" l="l" r="r" t="t"/>
              <a:pathLst>
                <a:path extrusionOk="0" h="737" w="2132">
                  <a:moveTo>
                    <a:pt x="1904" y="0"/>
                  </a:moveTo>
                  <a:cubicBezTo>
                    <a:pt x="1862" y="0"/>
                    <a:pt x="1819" y="12"/>
                    <a:pt x="1780" y="31"/>
                  </a:cubicBezTo>
                  <a:cubicBezTo>
                    <a:pt x="1352" y="212"/>
                    <a:pt x="863" y="311"/>
                    <a:pt x="368" y="311"/>
                  </a:cubicBezTo>
                  <a:cubicBezTo>
                    <a:pt x="313" y="311"/>
                    <a:pt x="257" y="310"/>
                    <a:pt x="201" y="307"/>
                  </a:cubicBezTo>
                  <a:cubicBezTo>
                    <a:pt x="101" y="307"/>
                    <a:pt x="1" y="407"/>
                    <a:pt x="1" y="508"/>
                  </a:cubicBezTo>
                  <a:cubicBezTo>
                    <a:pt x="1" y="633"/>
                    <a:pt x="101" y="733"/>
                    <a:pt x="201" y="733"/>
                  </a:cubicBezTo>
                  <a:cubicBezTo>
                    <a:pt x="254" y="735"/>
                    <a:pt x="306" y="736"/>
                    <a:pt x="359" y="736"/>
                  </a:cubicBezTo>
                  <a:cubicBezTo>
                    <a:pt x="929" y="736"/>
                    <a:pt x="1478" y="612"/>
                    <a:pt x="2006" y="382"/>
                  </a:cubicBezTo>
                  <a:cubicBezTo>
                    <a:pt x="2106" y="332"/>
                    <a:pt x="2131" y="182"/>
                    <a:pt x="2081" y="107"/>
                  </a:cubicBezTo>
                  <a:cubicBezTo>
                    <a:pt x="2035" y="30"/>
                    <a:pt x="1970" y="0"/>
                    <a:pt x="19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p38"/>
            <p:cNvSpPr/>
            <p:nvPr/>
          </p:nvSpPr>
          <p:spPr>
            <a:xfrm>
              <a:off x="2448310" y="3122258"/>
              <a:ext cx="41586" cy="12691"/>
            </a:xfrm>
            <a:custGeom>
              <a:rect b="b" l="l" r="r" t="t"/>
              <a:pathLst>
                <a:path extrusionOk="0" h="712" w="2333">
                  <a:moveTo>
                    <a:pt x="201" y="1"/>
                  </a:moveTo>
                  <a:cubicBezTo>
                    <a:pt x="75" y="1"/>
                    <a:pt x="0" y="101"/>
                    <a:pt x="0" y="201"/>
                  </a:cubicBezTo>
                  <a:cubicBezTo>
                    <a:pt x="0" y="326"/>
                    <a:pt x="75" y="402"/>
                    <a:pt x="201" y="427"/>
                  </a:cubicBezTo>
                  <a:cubicBezTo>
                    <a:pt x="802" y="452"/>
                    <a:pt x="1404" y="552"/>
                    <a:pt x="1980" y="702"/>
                  </a:cubicBezTo>
                  <a:cubicBezTo>
                    <a:pt x="2002" y="709"/>
                    <a:pt x="2022" y="712"/>
                    <a:pt x="2041" y="712"/>
                  </a:cubicBezTo>
                  <a:cubicBezTo>
                    <a:pt x="2249" y="712"/>
                    <a:pt x="2333" y="370"/>
                    <a:pt x="2081" y="301"/>
                  </a:cubicBezTo>
                  <a:cubicBezTo>
                    <a:pt x="1479" y="151"/>
                    <a:pt x="827" y="5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6" name="Google Shape;2986;p38"/>
            <p:cNvSpPr/>
            <p:nvPr/>
          </p:nvSpPr>
          <p:spPr>
            <a:xfrm>
              <a:off x="2393354" y="3231155"/>
              <a:ext cx="13868" cy="22923"/>
            </a:xfrm>
            <a:custGeom>
              <a:rect b="b" l="l" r="r" t="t"/>
              <a:pathLst>
                <a:path extrusionOk="0" h="1286" w="778">
                  <a:moveTo>
                    <a:pt x="550" y="1"/>
                  </a:moveTo>
                  <a:cubicBezTo>
                    <a:pt x="463" y="1"/>
                    <a:pt x="372" y="53"/>
                    <a:pt x="351" y="157"/>
                  </a:cubicBezTo>
                  <a:cubicBezTo>
                    <a:pt x="326" y="308"/>
                    <a:pt x="301" y="458"/>
                    <a:pt x="251" y="583"/>
                  </a:cubicBezTo>
                  <a:cubicBezTo>
                    <a:pt x="226" y="634"/>
                    <a:pt x="226" y="659"/>
                    <a:pt x="201" y="709"/>
                  </a:cubicBezTo>
                  <a:cubicBezTo>
                    <a:pt x="176" y="734"/>
                    <a:pt x="176" y="759"/>
                    <a:pt x="176" y="759"/>
                  </a:cubicBezTo>
                  <a:cubicBezTo>
                    <a:pt x="126" y="834"/>
                    <a:pt x="101" y="909"/>
                    <a:pt x="51" y="984"/>
                  </a:cubicBezTo>
                  <a:cubicBezTo>
                    <a:pt x="1" y="1060"/>
                    <a:pt x="26" y="1210"/>
                    <a:pt x="126" y="1260"/>
                  </a:cubicBezTo>
                  <a:cubicBezTo>
                    <a:pt x="159" y="1277"/>
                    <a:pt x="196" y="1285"/>
                    <a:pt x="232" y="1285"/>
                  </a:cubicBezTo>
                  <a:cubicBezTo>
                    <a:pt x="304" y="1285"/>
                    <a:pt x="377" y="1252"/>
                    <a:pt x="427" y="1185"/>
                  </a:cubicBezTo>
                  <a:cubicBezTo>
                    <a:pt x="577" y="909"/>
                    <a:pt x="702" y="583"/>
                    <a:pt x="752" y="258"/>
                  </a:cubicBezTo>
                  <a:cubicBezTo>
                    <a:pt x="778" y="207"/>
                    <a:pt x="778" y="157"/>
                    <a:pt x="727" y="107"/>
                  </a:cubicBezTo>
                  <a:cubicBezTo>
                    <a:pt x="702" y="57"/>
                    <a:pt x="652" y="7"/>
                    <a:pt x="602" y="7"/>
                  </a:cubicBezTo>
                  <a:cubicBezTo>
                    <a:pt x="585" y="3"/>
                    <a:pt x="568" y="1"/>
                    <a:pt x="5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38"/>
            <p:cNvSpPr/>
            <p:nvPr/>
          </p:nvSpPr>
          <p:spPr>
            <a:xfrm>
              <a:off x="2410788" y="3236788"/>
              <a:ext cx="16542" cy="23172"/>
            </a:xfrm>
            <a:custGeom>
              <a:rect b="b" l="l" r="r" t="t"/>
              <a:pathLst>
                <a:path extrusionOk="0" h="1300" w="928">
                  <a:moveTo>
                    <a:pt x="690" y="1"/>
                  </a:moveTo>
                  <a:cubicBezTo>
                    <a:pt x="638" y="1"/>
                    <a:pt x="586" y="20"/>
                    <a:pt x="551" y="67"/>
                  </a:cubicBezTo>
                  <a:cubicBezTo>
                    <a:pt x="301" y="318"/>
                    <a:pt x="100" y="668"/>
                    <a:pt x="25" y="1044"/>
                  </a:cubicBezTo>
                  <a:cubicBezTo>
                    <a:pt x="0" y="1145"/>
                    <a:pt x="50" y="1270"/>
                    <a:pt x="175" y="1295"/>
                  </a:cubicBezTo>
                  <a:cubicBezTo>
                    <a:pt x="189" y="1298"/>
                    <a:pt x="202" y="1300"/>
                    <a:pt x="216" y="1300"/>
                  </a:cubicBezTo>
                  <a:cubicBezTo>
                    <a:pt x="307" y="1300"/>
                    <a:pt x="404" y="1232"/>
                    <a:pt x="426" y="1145"/>
                  </a:cubicBezTo>
                  <a:cubicBezTo>
                    <a:pt x="451" y="1069"/>
                    <a:pt x="476" y="994"/>
                    <a:pt x="501" y="919"/>
                  </a:cubicBezTo>
                  <a:cubicBezTo>
                    <a:pt x="501" y="901"/>
                    <a:pt x="501" y="883"/>
                    <a:pt x="510" y="865"/>
                  </a:cubicBezTo>
                  <a:lnTo>
                    <a:pt x="510" y="865"/>
                  </a:lnTo>
                  <a:cubicBezTo>
                    <a:pt x="506" y="873"/>
                    <a:pt x="507" y="879"/>
                    <a:pt x="511" y="879"/>
                  </a:cubicBezTo>
                  <a:cubicBezTo>
                    <a:pt x="514" y="879"/>
                    <a:pt x="519" y="876"/>
                    <a:pt x="526" y="869"/>
                  </a:cubicBezTo>
                  <a:cubicBezTo>
                    <a:pt x="526" y="844"/>
                    <a:pt x="526" y="844"/>
                    <a:pt x="526" y="844"/>
                  </a:cubicBezTo>
                  <a:cubicBezTo>
                    <a:pt x="551" y="794"/>
                    <a:pt x="551" y="769"/>
                    <a:pt x="576" y="719"/>
                  </a:cubicBezTo>
                  <a:cubicBezTo>
                    <a:pt x="627" y="643"/>
                    <a:pt x="652" y="568"/>
                    <a:pt x="702" y="518"/>
                  </a:cubicBezTo>
                  <a:cubicBezTo>
                    <a:pt x="727" y="493"/>
                    <a:pt x="752" y="493"/>
                    <a:pt x="752" y="468"/>
                  </a:cubicBezTo>
                  <a:cubicBezTo>
                    <a:pt x="752" y="468"/>
                    <a:pt x="752" y="468"/>
                    <a:pt x="752" y="443"/>
                  </a:cubicBezTo>
                  <a:cubicBezTo>
                    <a:pt x="777" y="418"/>
                    <a:pt x="827" y="393"/>
                    <a:pt x="852" y="343"/>
                  </a:cubicBezTo>
                  <a:cubicBezTo>
                    <a:pt x="927" y="267"/>
                    <a:pt x="927" y="142"/>
                    <a:pt x="852" y="67"/>
                  </a:cubicBezTo>
                  <a:cubicBezTo>
                    <a:pt x="812" y="27"/>
                    <a:pt x="750" y="1"/>
                    <a:pt x="6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p38"/>
            <p:cNvSpPr/>
            <p:nvPr/>
          </p:nvSpPr>
          <p:spPr>
            <a:xfrm>
              <a:off x="2337507" y="3028441"/>
              <a:ext cx="18788" cy="27272"/>
            </a:xfrm>
            <a:custGeom>
              <a:rect b="b" l="l" r="r" t="t"/>
              <a:pathLst>
                <a:path extrusionOk="0" h="1530" w="1054">
                  <a:moveTo>
                    <a:pt x="817" y="0"/>
                  </a:moveTo>
                  <a:cubicBezTo>
                    <a:pt x="739" y="0"/>
                    <a:pt x="661" y="34"/>
                    <a:pt x="627" y="101"/>
                  </a:cubicBezTo>
                  <a:cubicBezTo>
                    <a:pt x="452" y="477"/>
                    <a:pt x="251" y="853"/>
                    <a:pt x="51" y="1203"/>
                  </a:cubicBezTo>
                  <a:cubicBezTo>
                    <a:pt x="1" y="1304"/>
                    <a:pt x="26" y="1454"/>
                    <a:pt x="126" y="1504"/>
                  </a:cubicBezTo>
                  <a:cubicBezTo>
                    <a:pt x="159" y="1521"/>
                    <a:pt x="196" y="1529"/>
                    <a:pt x="231" y="1529"/>
                  </a:cubicBezTo>
                  <a:cubicBezTo>
                    <a:pt x="301" y="1529"/>
                    <a:pt x="368" y="1496"/>
                    <a:pt x="402" y="1429"/>
                  </a:cubicBezTo>
                  <a:cubicBezTo>
                    <a:pt x="602" y="1053"/>
                    <a:pt x="803" y="677"/>
                    <a:pt x="1003" y="301"/>
                  </a:cubicBezTo>
                  <a:cubicBezTo>
                    <a:pt x="1053" y="226"/>
                    <a:pt x="1028" y="76"/>
                    <a:pt x="928" y="26"/>
                  </a:cubicBezTo>
                  <a:cubicBezTo>
                    <a:pt x="895" y="9"/>
                    <a:pt x="856" y="0"/>
                    <a:pt x="8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9" name="Google Shape;2989;p38"/>
            <p:cNvSpPr/>
            <p:nvPr/>
          </p:nvSpPr>
          <p:spPr>
            <a:xfrm>
              <a:off x="2352249" y="3041704"/>
              <a:ext cx="14313" cy="21158"/>
            </a:xfrm>
            <a:custGeom>
              <a:rect b="b" l="l" r="r" t="t"/>
              <a:pathLst>
                <a:path extrusionOk="0" h="1187" w="803">
                  <a:moveTo>
                    <a:pt x="558" y="0"/>
                  </a:moveTo>
                  <a:cubicBezTo>
                    <a:pt x="495" y="0"/>
                    <a:pt x="431" y="25"/>
                    <a:pt x="402" y="84"/>
                  </a:cubicBezTo>
                  <a:cubicBezTo>
                    <a:pt x="276" y="359"/>
                    <a:pt x="151" y="610"/>
                    <a:pt x="26" y="860"/>
                  </a:cubicBezTo>
                  <a:cubicBezTo>
                    <a:pt x="1" y="911"/>
                    <a:pt x="1" y="986"/>
                    <a:pt x="1" y="1036"/>
                  </a:cubicBezTo>
                  <a:cubicBezTo>
                    <a:pt x="26" y="1086"/>
                    <a:pt x="51" y="1136"/>
                    <a:pt x="101" y="1161"/>
                  </a:cubicBezTo>
                  <a:cubicBezTo>
                    <a:pt x="134" y="1178"/>
                    <a:pt x="173" y="1186"/>
                    <a:pt x="212" y="1186"/>
                  </a:cubicBezTo>
                  <a:cubicBezTo>
                    <a:pt x="290" y="1186"/>
                    <a:pt x="368" y="1153"/>
                    <a:pt x="402" y="1086"/>
                  </a:cubicBezTo>
                  <a:cubicBezTo>
                    <a:pt x="527" y="835"/>
                    <a:pt x="627" y="560"/>
                    <a:pt x="753" y="309"/>
                  </a:cubicBezTo>
                  <a:cubicBezTo>
                    <a:pt x="778" y="259"/>
                    <a:pt x="803" y="209"/>
                    <a:pt x="778" y="134"/>
                  </a:cubicBezTo>
                  <a:cubicBezTo>
                    <a:pt x="778" y="109"/>
                    <a:pt x="728" y="33"/>
                    <a:pt x="678" y="33"/>
                  </a:cubicBezTo>
                  <a:cubicBezTo>
                    <a:pt x="646" y="13"/>
                    <a:pt x="602" y="0"/>
                    <a:pt x="5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38"/>
            <p:cNvSpPr/>
            <p:nvPr/>
          </p:nvSpPr>
          <p:spPr>
            <a:xfrm>
              <a:off x="2173993" y="3095341"/>
              <a:ext cx="12085" cy="18894"/>
            </a:xfrm>
            <a:custGeom>
              <a:rect b="b" l="l" r="r" t="t"/>
              <a:pathLst>
                <a:path extrusionOk="0" h="1060" w="678">
                  <a:moveTo>
                    <a:pt x="461" y="1"/>
                  </a:moveTo>
                  <a:cubicBezTo>
                    <a:pt x="408" y="1"/>
                    <a:pt x="352" y="19"/>
                    <a:pt x="302" y="57"/>
                  </a:cubicBezTo>
                  <a:cubicBezTo>
                    <a:pt x="101" y="283"/>
                    <a:pt x="1" y="558"/>
                    <a:pt x="1" y="859"/>
                  </a:cubicBezTo>
                  <a:cubicBezTo>
                    <a:pt x="1" y="959"/>
                    <a:pt x="101" y="1060"/>
                    <a:pt x="226" y="1060"/>
                  </a:cubicBezTo>
                  <a:cubicBezTo>
                    <a:pt x="327" y="1060"/>
                    <a:pt x="427" y="984"/>
                    <a:pt x="427" y="859"/>
                  </a:cubicBezTo>
                  <a:cubicBezTo>
                    <a:pt x="427" y="826"/>
                    <a:pt x="427" y="792"/>
                    <a:pt x="427" y="759"/>
                  </a:cubicBezTo>
                  <a:cubicBezTo>
                    <a:pt x="427" y="696"/>
                    <a:pt x="444" y="633"/>
                    <a:pt x="465" y="570"/>
                  </a:cubicBezTo>
                  <a:lnTo>
                    <a:pt x="465" y="570"/>
                  </a:lnTo>
                  <a:cubicBezTo>
                    <a:pt x="461" y="574"/>
                    <a:pt x="457" y="578"/>
                    <a:pt x="452" y="583"/>
                  </a:cubicBezTo>
                  <a:cubicBezTo>
                    <a:pt x="458" y="574"/>
                    <a:pt x="464" y="566"/>
                    <a:pt x="469" y="557"/>
                  </a:cubicBezTo>
                  <a:lnTo>
                    <a:pt x="469" y="557"/>
                  </a:lnTo>
                  <a:cubicBezTo>
                    <a:pt x="468" y="562"/>
                    <a:pt x="466" y="566"/>
                    <a:pt x="465" y="570"/>
                  </a:cubicBezTo>
                  <a:lnTo>
                    <a:pt x="465" y="570"/>
                  </a:lnTo>
                  <a:cubicBezTo>
                    <a:pt x="474" y="560"/>
                    <a:pt x="476" y="555"/>
                    <a:pt x="477" y="545"/>
                  </a:cubicBezTo>
                  <a:lnTo>
                    <a:pt x="477" y="545"/>
                  </a:lnTo>
                  <a:cubicBezTo>
                    <a:pt x="474" y="549"/>
                    <a:pt x="472" y="553"/>
                    <a:pt x="469" y="557"/>
                  </a:cubicBezTo>
                  <a:lnTo>
                    <a:pt x="469" y="557"/>
                  </a:lnTo>
                  <a:cubicBezTo>
                    <a:pt x="472" y="549"/>
                    <a:pt x="474" y="541"/>
                    <a:pt x="477" y="533"/>
                  </a:cubicBezTo>
                  <a:lnTo>
                    <a:pt x="477" y="533"/>
                  </a:lnTo>
                  <a:cubicBezTo>
                    <a:pt x="477" y="538"/>
                    <a:pt x="477" y="542"/>
                    <a:pt x="477" y="545"/>
                  </a:cubicBezTo>
                  <a:lnTo>
                    <a:pt x="477" y="545"/>
                  </a:lnTo>
                  <a:cubicBezTo>
                    <a:pt x="512" y="490"/>
                    <a:pt x="536" y="449"/>
                    <a:pt x="577" y="408"/>
                  </a:cubicBezTo>
                  <a:cubicBezTo>
                    <a:pt x="552" y="408"/>
                    <a:pt x="552" y="433"/>
                    <a:pt x="527" y="433"/>
                  </a:cubicBezTo>
                  <a:cubicBezTo>
                    <a:pt x="552" y="408"/>
                    <a:pt x="577" y="383"/>
                    <a:pt x="602" y="358"/>
                  </a:cubicBezTo>
                  <a:cubicBezTo>
                    <a:pt x="677" y="283"/>
                    <a:pt x="677" y="157"/>
                    <a:pt x="602" y="57"/>
                  </a:cubicBezTo>
                  <a:cubicBezTo>
                    <a:pt x="565" y="19"/>
                    <a:pt x="515" y="1"/>
                    <a:pt x="4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1" name="Google Shape;2991;p38"/>
            <p:cNvSpPr/>
            <p:nvPr/>
          </p:nvSpPr>
          <p:spPr>
            <a:xfrm>
              <a:off x="2188735" y="3095698"/>
              <a:ext cx="17896" cy="27112"/>
            </a:xfrm>
            <a:custGeom>
              <a:rect b="b" l="l" r="r" t="t"/>
              <a:pathLst>
                <a:path extrusionOk="0" h="1521" w="1004">
                  <a:moveTo>
                    <a:pt x="772" y="1"/>
                  </a:moveTo>
                  <a:cubicBezTo>
                    <a:pt x="700" y="1"/>
                    <a:pt x="627" y="45"/>
                    <a:pt x="577" y="112"/>
                  </a:cubicBezTo>
                  <a:cubicBezTo>
                    <a:pt x="352" y="463"/>
                    <a:pt x="176" y="839"/>
                    <a:pt x="26" y="1240"/>
                  </a:cubicBezTo>
                  <a:cubicBezTo>
                    <a:pt x="1" y="1340"/>
                    <a:pt x="76" y="1491"/>
                    <a:pt x="176" y="1516"/>
                  </a:cubicBezTo>
                  <a:cubicBezTo>
                    <a:pt x="193" y="1519"/>
                    <a:pt x="209" y="1521"/>
                    <a:pt x="224" y="1521"/>
                  </a:cubicBezTo>
                  <a:cubicBezTo>
                    <a:pt x="327" y="1521"/>
                    <a:pt x="405" y="1452"/>
                    <a:pt x="427" y="1365"/>
                  </a:cubicBezTo>
                  <a:cubicBezTo>
                    <a:pt x="477" y="1265"/>
                    <a:pt x="502" y="1165"/>
                    <a:pt x="552" y="1090"/>
                  </a:cubicBezTo>
                  <a:lnTo>
                    <a:pt x="552" y="1090"/>
                  </a:lnTo>
                  <a:cubicBezTo>
                    <a:pt x="549" y="1093"/>
                    <a:pt x="546" y="1095"/>
                    <a:pt x="544" y="1095"/>
                  </a:cubicBezTo>
                  <a:cubicBezTo>
                    <a:pt x="534" y="1095"/>
                    <a:pt x="552" y="1040"/>
                    <a:pt x="552" y="1040"/>
                  </a:cubicBezTo>
                  <a:cubicBezTo>
                    <a:pt x="577" y="1014"/>
                    <a:pt x="577" y="989"/>
                    <a:pt x="602" y="964"/>
                  </a:cubicBezTo>
                  <a:cubicBezTo>
                    <a:pt x="602" y="914"/>
                    <a:pt x="627" y="889"/>
                    <a:pt x="652" y="839"/>
                  </a:cubicBezTo>
                  <a:cubicBezTo>
                    <a:pt x="753" y="664"/>
                    <a:pt x="828" y="488"/>
                    <a:pt x="953" y="313"/>
                  </a:cubicBezTo>
                  <a:cubicBezTo>
                    <a:pt x="1003" y="212"/>
                    <a:pt x="978" y="87"/>
                    <a:pt x="878" y="37"/>
                  </a:cubicBezTo>
                  <a:cubicBezTo>
                    <a:pt x="845" y="12"/>
                    <a:pt x="808" y="1"/>
                    <a:pt x="77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38"/>
            <p:cNvSpPr/>
            <p:nvPr/>
          </p:nvSpPr>
          <p:spPr>
            <a:xfrm>
              <a:off x="2168467" y="3202384"/>
              <a:ext cx="44473" cy="29073"/>
            </a:xfrm>
            <a:custGeom>
              <a:rect b="b" l="l" r="r" t="t"/>
              <a:pathLst>
                <a:path extrusionOk="0" h="1631" w="2495">
                  <a:moveTo>
                    <a:pt x="301" y="1"/>
                  </a:moveTo>
                  <a:cubicBezTo>
                    <a:pt x="147" y="1"/>
                    <a:pt x="1" y="214"/>
                    <a:pt x="135" y="368"/>
                  </a:cubicBezTo>
                  <a:cubicBezTo>
                    <a:pt x="687" y="944"/>
                    <a:pt x="1388" y="1395"/>
                    <a:pt x="2140" y="1621"/>
                  </a:cubicBezTo>
                  <a:cubicBezTo>
                    <a:pt x="2164" y="1627"/>
                    <a:pt x="2186" y="1630"/>
                    <a:pt x="2207" y="1630"/>
                  </a:cubicBezTo>
                  <a:cubicBezTo>
                    <a:pt x="2431" y="1630"/>
                    <a:pt x="2495" y="1289"/>
                    <a:pt x="2266" y="1220"/>
                  </a:cubicBezTo>
                  <a:cubicBezTo>
                    <a:pt x="1564" y="1019"/>
                    <a:pt x="937" y="593"/>
                    <a:pt x="436" y="67"/>
                  </a:cubicBezTo>
                  <a:cubicBezTo>
                    <a:pt x="395" y="20"/>
                    <a:pt x="348" y="1"/>
                    <a:pt x="3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38"/>
            <p:cNvSpPr/>
            <p:nvPr/>
          </p:nvSpPr>
          <p:spPr>
            <a:xfrm>
              <a:off x="2173102" y="3205165"/>
              <a:ext cx="16096" cy="19091"/>
            </a:xfrm>
            <a:custGeom>
              <a:rect b="b" l="l" r="r" t="t"/>
              <a:pathLst>
                <a:path extrusionOk="0" h="1071" w="903">
                  <a:moveTo>
                    <a:pt x="680" y="447"/>
                  </a:moveTo>
                  <a:cubicBezTo>
                    <a:pt x="673" y="454"/>
                    <a:pt x="667" y="462"/>
                    <a:pt x="652" y="462"/>
                  </a:cubicBezTo>
                  <a:cubicBezTo>
                    <a:pt x="662" y="457"/>
                    <a:pt x="672" y="452"/>
                    <a:pt x="680" y="447"/>
                  </a:cubicBezTo>
                  <a:close/>
                  <a:moveTo>
                    <a:pt x="546" y="585"/>
                  </a:moveTo>
                  <a:cubicBezTo>
                    <a:pt x="540" y="594"/>
                    <a:pt x="533" y="603"/>
                    <a:pt x="527" y="613"/>
                  </a:cubicBezTo>
                  <a:cubicBezTo>
                    <a:pt x="537" y="603"/>
                    <a:pt x="543" y="593"/>
                    <a:pt x="546" y="585"/>
                  </a:cubicBezTo>
                  <a:close/>
                  <a:moveTo>
                    <a:pt x="658" y="0"/>
                  </a:moveTo>
                  <a:cubicBezTo>
                    <a:pt x="622" y="0"/>
                    <a:pt x="585" y="11"/>
                    <a:pt x="552" y="36"/>
                  </a:cubicBezTo>
                  <a:cubicBezTo>
                    <a:pt x="276" y="187"/>
                    <a:pt x="51" y="488"/>
                    <a:pt x="1" y="813"/>
                  </a:cubicBezTo>
                  <a:cubicBezTo>
                    <a:pt x="1" y="863"/>
                    <a:pt x="1" y="914"/>
                    <a:pt x="26" y="964"/>
                  </a:cubicBezTo>
                  <a:cubicBezTo>
                    <a:pt x="51" y="1014"/>
                    <a:pt x="101" y="1064"/>
                    <a:pt x="151" y="1064"/>
                  </a:cubicBezTo>
                  <a:cubicBezTo>
                    <a:pt x="168" y="1068"/>
                    <a:pt x="185" y="1070"/>
                    <a:pt x="203" y="1070"/>
                  </a:cubicBezTo>
                  <a:cubicBezTo>
                    <a:pt x="290" y="1070"/>
                    <a:pt x="381" y="1018"/>
                    <a:pt x="402" y="914"/>
                  </a:cubicBezTo>
                  <a:cubicBezTo>
                    <a:pt x="427" y="838"/>
                    <a:pt x="427" y="788"/>
                    <a:pt x="452" y="713"/>
                  </a:cubicBezTo>
                  <a:cubicBezTo>
                    <a:pt x="452" y="738"/>
                    <a:pt x="452" y="763"/>
                    <a:pt x="452" y="763"/>
                  </a:cubicBezTo>
                  <a:cubicBezTo>
                    <a:pt x="477" y="688"/>
                    <a:pt x="502" y="613"/>
                    <a:pt x="552" y="563"/>
                  </a:cubicBezTo>
                  <a:lnTo>
                    <a:pt x="552" y="563"/>
                  </a:lnTo>
                  <a:cubicBezTo>
                    <a:pt x="552" y="563"/>
                    <a:pt x="552" y="572"/>
                    <a:pt x="546" y="585"/>
                  </a:cubicBezTo>
                  <a:lnTo>
                    <a:pt x="546" y="585"/>
                  </a:lnTo>
                  <a:cubicBezTo>
                    <a:pt x="590" y="525"/>
                    <a:pt x="637" y="481"/>
                    <a:pt x="702" y="437"/>
                  </a:cubicBezTo>
                  <a:cubicBezTo>
                    <a:pt x="699" y="437"/>
                    <a:pt x="697" y="438"/>
                    <a:pt x="694" y="438"/>
                  </a:cubicBezTo>
                  <a:lnTo>
                    <a:pt x="694" y="438"/>
                  </a:lnTo>
                  <a:cubicBezTo>
                    <a:pt x="721" y="421"/>
                    <a:pt x="743" y="404"/>
                    <a:pt x="778" y="387"/>
                  </a:cubicBezTo>
                  <a:cubicBezTo>
                    <a:pt x="853" y="337"/>
                    <a:pt x="903" y="212"/>
                    <a:pt x="853" y="112"/>
                  </a:cubicBezTo>
                  <a:cubicBezTo>
                    <a:pt x="803" y="45"/>
                    <a:pt x="730" y="0"/>
                    <a:pt x="6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p38"/>
            <p:cNvSpPr/>
            <p:nvPr/>
          </p:nvSpPr>
          <p:spPr>
            <a:xfrm>
              <a:off x="2185170" y="3213846"/>
              <a:ext cx="19233" cy="22994"/>
            </a:xfrm>
            <a:custGeom>
              <a:rect b="b" l="l" r="r" t="t"/>
              <a:pathLst>
                <a:path extrusionOk="0" h="1290" w="1079">
                  <a:moveTo>
                    <a:pt x="802" y="1"/>
                  </a:moveTo>
                  <a:cubicBezTo>
                    <a:pt x="752" y="26"/>
                    <a:pt x="727" y="51"/>
                    <a:pt x="677" y="101"/>
                  </a:cubicBezTo>
                  <a:cubicBezTo>
                    <a:pt x="477" y="402"/>
                    <a:pt x="251" y="677"/>
                    <a:pt x="25" y="978"/>
                  </a:cubicBezTo>
                  <a:cubicBezTo>
                    <a:pt x="0" y="1003"/>
                    <a:pt x="0" y="1078"/>
                    <a:pt x="0" y="1128"/>
                  </a:cubicBezTo>
                  <a:cubicBezTo>
                    <a:pt x="25" y="1178"/>
                    <a:pt x="50" y="1229"/>
                    <a:pt x="101" y="1254"/>
                  </a:cubicBezTo>
                  <a:cubicBezTo>
                    <a:pt x="136" y="1271"/>
                    <a:pt x="171" y="1289"/>
                    <a:pt x="216" y="1289"/>
                  </a:cubicBezTo>
                  <a:cubicBezTo>
                    <a:pt x="234" y="1289"/>
                    <a:pt x="254" y="1286"/>
                    <a:pt x="276" y="1279"/>
                  </a:cubicBezTo>
                  <a:cubicBezTo>
                    <a:pt x="326" y="1254"/>
                    <a:pt x="351" y="1229"/>
                    <a:pt x="401" y="1178"/>
                  </a:cubicBezTo>
                  <a:cubicBezTo>
                    <a:pt x="602" y="903"/>
                    <a:pt x="827" y="602"/>
                    <a:pt x="1053" y="326"/>
                  </a:cubicBezTo>
                  <a:cubicBezTo>
                    <a:pt x="1078" y="276"/>
                    <a:pt x="1078" y="201"/>
                    <a:pt x="1078" y="151"/>
                  </a:cubicBezTo>
                  <a:cubicBezTo>
                    <a:pt x="1053" y="101"/>
                    <a:pt x="1003" y="51"/>
                    <a:pt x="978" y="26"/>
                  </a:cubicBezTo>
                  <a:cubicBezTo>
                    <a:pt x="928" y="1"/>
                    <a:pt x="852" y="1"/>
                    <a:pt x="8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p38"/>
            <p:cNvSpPr/>
            <p:nvPr/>
          </p:nvSpPr>
          <p:spPr>
            <a:xfrm>
              <a:off x="2216881" y="3303973"/>
              <a:ext cx="12085" cy="20321"/>
            </a:xfrm>
            <a:custGeom>
              <a:rect b="b" l="l" r="r" t="t"/>
              <a:pathLst>
                <a:path extrusionOk="0" h="1140" w="678">
                  <a:moveTo>
                    <a:pt x="450" y="1"/>
                  </a:moveTo>
                  <a:cubicBezTo>
                    <a:pt x="363" y="1"/>
                    <a:pt x="272" y="53"/>
                    <a:pt x="251" y="158"/>
                  </a:cubicBezTo>
                  <a:cubicBezTo>
                    <a:pt x="176" y="383"/>
                    <a:pt x="101" y="634"/>
                    <a:pt x="26" y="884"/>
                  </a:cubicBezTo>
                  <a:cubicBezTo>
                    <a:pt x="1" y="985"/>
                    <a:pt x="76" y="1110"/>
                    <a:pt x="176" y="1135"/>
                  </a:cubicBezTo>
                  <a:cubicBezTo>
                    <a:pt x="193" y="1138"/>
                    <a:pt x="209" y="1140"/>
                    <a:pt x="224" y="1140"/>
                  </a:cubicBezTo>
                  <a:cubicBezTo>
                    <a:pt x="327" y="1140"/>
                    <a:pt x="405" y="1072"/>
                    <a:pt x="427" y="985"/>
                  </a:cubicBezTo>
                  <a:cubicBezTo>
                    <a:pt x="502" y="734"/>
                    <a:pt x="577" y="508"/>
                    <a:pt x="652" y="258"/>
                  </a:cubicBezTo>
                  <a:cubicBezTo>
                    <a:pt x="677" y="158"/>
                    <a:pt x="627" y="32"/>
                    <a:pt x="502" y="7"/>
                  </a:cubicBezTo>
                  <a:cubicBezTo>
                    <a:pt x="485" y="3"/>
                    <a:pt x="468" y="1"/>
                    <a:pt x="4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38"/>
            <p:cNvSpPr/>
            <p:nvPr/>
          </p:nvSpPr>
          <p:spPr>
            <a:xfrm>
              <a:off x="2232514" y="3308108"/>
              <a:ext cx="10303" cy="20124"/>
            </a:xfrm>
            <a:custGeom>
              <a:rect b="b" l="l" r="r" t="t"/>
              <a:pathLst>
                <a:path extrusionOk="0" h="1129" w="578">
                  <a:moveTo>
                    <a:pt x="377" y="1"/>
                  </a:moveTo>
                  <a:cubicBezTo>
                    <a:pt x="277" y="1"/>
                    <a:pt x="176" y="101"/>
                    <a:pt x="176" y="201"/>
                  </a:cubicBezTo>
                  <a:cubicBezTo>
                    <a:pt x="176" y="276"/>
                    <a:pt x="176" y="352"/>
                    <a:pt x="151" y="427"/>
                  </a:cubicBezTo>
                  <a:cubicBezTo>
                    <a:pt x="151" y="402"/>
                    <a:pt x="151" y="402"/>
                    <a:pt x="151" y="377"/>
                  </a:cubicBezTo>
                  <a:cubicBezTo>
                    <a:pt x="151" y="452"/>
                    <a:pt x="126" y="552"/>
                    <a:pt x="101" y="627"/>
                  </a:cubicBezTo>
                  <a:cubicBezTo>
                    <a:pt x="101" y="652"/>
                    <a:pt x="76" y="703"/>
                    <a:pt x="76" y="753"/>
                  </a:cubicBezTo>
                  <a:cubicBezTo>
                    <a:pt x="76" y="753"/>
                    <a:pt x="69" y="753"/>
                    <a:pt x="62" y="757"/>
                  </a:cubicBezTo>
                  <a:lnTo>
                    <a:pt x="62" y="757"/>
                  </a:lnTo>
                  <a:cubicBezTo>
                    <a:pt x="63" y="751"/>
                    <a:pt x="62" y="747"/>
                    <a:pt x="59" y="747"/>
                  </a:cubicBezTo>
                  <a:cubicBezTo>
                    <a:pt x="57" y="747"/>
                    <a:pt x="55" y="749"/>
                    <a:pt x="51" y="753"/>
                  </a:cubicBezTo>
                  <a:cubicBezTo>
                    <a:pt x="51" y="778"/>
                    <a:pt x="51" y="803"/>
                    <a:pt x="26" y="828"/>
                  </a:cubicBezTo>
                  <a:cubicBezTo>
                    <a:pt x="1" y="878"/>
                    <a:pt x="1" y="928"/>
                    <a:pt x="1" y="978"/>
                  </a:cubicBezTo>
                  <a:cubicBezTo>
                    <a:pt x="26" y="1028"/>
                    <a:pt x="51" y="1078"/>
                    <a:pt x="101" y="1104"/>
                  </a:cubicBezTo>
                  <a:cubicBezTo>
                    <a:pt x="135" y="1120"/>
                    <a:pt x="174" y="1129"/>
                    <a:pt x="213" y="1129"/>
                  </a:cubicBezTo>
                  <a:cubicBezTo>
                    <a:pt x="291" y="1129"/>
                    <a:pt x="369" y="1095"/>
                    <a:pt x="402" y="1028"/>
                  </a:cubicBezTo>
                  <a:cubicBezTo>
                    <a:pt x="527" y="778"/>
                    <a:pt x="577" y="502"/>
                    <a:pt x="577" y="201"/>
                  </a:cubicBezTo>
                  <a:cubicBezTo>
                    <a:pt x="577" y="101"/>
                    <a:pt x="502" y="1"/>
                    <a:pt x="3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38"/>
            <p:cNvSpPr/>
            <p:nvPr/>
          </p:nvSpPr>
          <p:spPr>
            <a:xfrm>
              <a:off x="2351357" y="3132543"/>
              <a:ext cx="9857" cy="7611"/>
            </a:xfrm>
            <a:custGeom>
              <a:rect b="b" l="l" r="r" t="t"/>
              <a:pathLst>
                <a:path extrusionOk="0" h="427" w="553">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38"/>
            <p:cNvSpPr/>
            <p:nvPr/>
          </p:nvSpPr>
          <p:spPr>
            <a:xfrm>
              <a:off x="2456795" y="3188373"/>
              <a:ext cx="8948" cy="8520"/>
            </a:xfrm>
            <a:custGeom>
              <a:rect b="b" l="l" r="r" t="t"/>
              <a:pathLst>
                <a:path extrusionOk="0" h="478" w="502">
                  <a:moveTo>
                    <a:pt x="226" y="1"/>
                  </a:moveTo>
                  <a:cubicBezTo>
                    <a:pt x="201" y="1"/>
                    <a:pt x="151" y="26"/>
                    <a:pt x="126" y="51"/>
                  </a:cubicBezTo>
                  <a:cubicBezTo>
                    <a:pt x="101" y="76"/>
                    <a:pt x="76" y="101"/>
                    <a:pt x="51" y="126"/>
                  </a:cubicBezTo>
                  <a:cubicBezTo>
                    <a:pt x="26" y="151"/>
                    <a:pt x="26" y="176"/>
                    <a:pt x="0" y="201"/>
                  </a:cubicBezTo>
                  <a:cubicBezTo>
                    <a:pt x="0" y="227"/>
                    <a:pt x="0" y="252"/>
                    <a:pt x="0" y="277"/>
                  </a:cubicBezTo>
                  <a:cubicBezTo>
                    <a:pt x="0" y="302"/>
                    <a:pt x="0" y="327"/>
                    <a:pt x="0" y="352"/>
                  </a:cubicBezTo>
                  <a:cubicBezTo>
                    <a:pt x="26" y="377"/>
                    <a:pt x="26" y="402"/>
                    <a:pt x="51" y="427"/>
                  </a:cubicBezTo>
                  <a:cubicBezTo>
                    <a:pt x="76" y="427"/>
                    <a:pt x="76" y="452"/>
                    <a:pt x="101" y="452"/>
                  </a:cubicBezTo>
                  <a:cubicBezTo>
                    <a:pt x="126" y="477"/>
                    <a:pt x="176" y="477"/>
                    <a:pt x="201" y="477"/>
                  </a:cubicBezTo>
                  <a:lnTo>
                    <a:pt x="251" y="477"/>
                  </a:lnTo>
                  <a:cubicBezTo>
                    <a:pt x="301" y="477"/>
                    <a:pt x="326" y="452"/>
                    <a:pt x="351" y="427"/>
                  </a:cubicBezTo>
                  <a:cubicBezTo>
                    <a:pt x="376" y="402"/>
                    <a:pt x="402" y="377"/>
                    <a:pt x="427" y="352"/>
                  </a:cubicBezTo>
                  <a:cubicBezTo>
                    <a:pt x="452" y="327"/>
                    <a:pt x="477" y="302"/>
                    <a:pt x="477" y="277"/>
                  </a:cubicBezTo>
                  <a:cubicBezTo>
                    <a:pt x="477" y="252"/>
                    <a:pt x="502" y="227"/>
                    <a:pt x="502" y="201"/>
                  </a:cubicBezTo>
                  <a:cubicBezTo>
                    <a:pt x="502" y="176"/>
                    <a:pt x="477" y="151"/>
                    <a:pt x="477" y="126"/>
                  </a:cubicBezTo>
                  <a:cubicBezTo>
                    <a:pt x="477" y="101"/>
                    <a:pt x="452" y="76"/>
                    <a:pt x="427" y="51"/>
                  </a:cubicBezTo>
                  <a:cubicBezTo>
                    <a:pt x="427" y="51"/>
                    <a:pt x="402" y="26"/>
                    <a:pt x="376" y="26"/>
                  </a:cubicBezTo>
                  <a:cubicBezTo>
                    <a:pt x="351" y="1"/>
                    <a:pt x="326"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38"/>
            <p:cNvSpPr/>
            <p:nvPr/>
          </p:nvSpPr>
          <p:spPr>
            <a:xfrm>
              <a:off x="2127540" y="3149513"/>
              <a:ext cx="9394" cy="7611"/>
            </a:xfrm>
            <a:custGeom>
              <a:rect b="b" l="l" r="r" t="t"/>
              <a:pathLst>
                <a:path extrusionOk="0" h="427" w="527">
                  <a:moveTo>
                    <a:pt x="251" y="0"/>
                  </a:moveTo>
                  <a:cubicBezTo>
                    <a:pt x="0" y="0"/>
                    <a:pt x="0" y="427"/>
                    <a:pt x="251" y="427"/>
                  </a:cubicBezTo>
                  <a:cubicBezTo>
                    <a:pt x="527" y="427"/>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0" name="Google Shape;3000;p38"/>
            <p:cNvSpPr/>
            <p:nvPr/>
          </p:nvSpPr>
          <p:spPr>
            <a:xfrm>
              <a:off x="2136025" y="3078478"/>
              <a:ext cx="9394" cy="7166"/>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38"/>
            <p:cNvSpPr/>
            <p:nvPr/>
          </p:nvSpPr>
          <p:spPr>
            <a:xfrm>
              <a:off x="1962582" y="3119031"/>
              <a:ext cx="116486" cy="930804"/>
            </a:xfrm>
            <a:custGeom>
              <a:rect b="b" l="l" r="r" t="t"/>
              <a:pathLst>
                <a:path extrusionOk="0" h="52219" w="6535">
                  <a:moveTo>
                    <a:pt x="256" y="1"/>
                  </a:moveTo>
                  <a:cubicBezTo>
                    <a:pt x="134" y="1"/>
                    <a:pt x="1" y="106"/>
                    <a:pt x="31" y="257"/>
                  </a:cubicBezTo>
                  <a:cubicBezTo>
                    <a:pt x="1259" y="6974"/>
                    <a:pt x="2337" y="13741"/>
                    <a:pt x="3239" y="20508"/>
                  </a:cubicBezTo>
                  <a:cubicBezTo>
                    <a:pt x="4141" y="27199"/>
                    <a:pt x="4843" y="33916"/>
                    <a:pt x="5395" y="40658"/>
                  </a:cubicBezTo>
                  <a:cubicBezTo>
                    <a:pt x="5695" y="44443"/>
                    <a:pt x="5921" y="48227"/>
                    <a:pt x="6121" y="52012"/>
                  </a:cubicBezTo>
                  <a:cubicBezTo>
                    <a:pt x="6121" y="52149"/>
                    <a:pt x="6228" y="52218"/>
                    <a:pt x="6331" y="52218"/>
                  </a:cubicBezTo>
                  <a:cubicBezTo>
                    <a:pt x="6435" y="52218"/>
                    <a:pt x="6535" y="52149"/>
                    <a:pt x="6522" y="52012"/>
                  </a:cubicBezTo>
                  <a:cubicBezTo>
                    <a:pt x="6197" y="45219"/>
                    <a:pt x="5695" y="38453"/>
                    <a:pt x="4994" y="31686"/>
                  </a:cubicBezTo>
                  <a:cubicBezTo>
                    <a:pt x="4292" y="24969"/>
                    <a:pt x="3415" y="18252"/>
                    <a:pt x="2362" y="11585"/>
                  </a:cubicBezTo>
                  <a:cubicBezTo>
                    <a:pt x="1786" y="7776"/>
                    <a:pt x="1134" y="3966"/>
                    <a:pt x="432" y="157"/>
                  </a:cubicBezTo>
                  <a:cubicBezTo>
                    <a:pt x="412" y="47"/>
                    <a:pt x="337"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p38"/>
            <p:cNvSpPr/>
            <p:nvPr/>
          </p:nvSpPr>
          <p:spPr>
            <a:xfrm>
              <a:off x="2582572" y="3064628"/>
              <a:ext cx="140283" cy="861892"/>
            </a:xfrm>
            <a:custGeom>
              <a:rect b="b" l="l" r="r" t="t"/>
              <a:pathLst>
                <a:path extrusionOk="0" h="48353" w="7870">
                  <a:moveTo>
                    <a:pt x="259" y="0"/>
                  </a:moveTo>
                  <a:cubicBezTo>
                    <a:pt x="128" y="0"/>
                    <a:pt x="1" y="97"/>
                    <a:pt x="62" y="251"/>
                  </a:cubicBezTo>
                  <a:cubicBezTo>
                    <a:pt x="2318" y="6066"/>
                    <a:pt x="3722" y="12181"/>
                    <a:pt x="4649" y="18321"/>
                  </a:cubicBezTo>
                  <a:cubicBezTo>
                    <a:pt x="5576" y="24512"/>
                    <a:pt x="6077" y="30753"/>
                    <a:pt x="6529" y="36968"/>
                  </a:cubicBezTo>
                  <a:cubicBezTo>
                    <a:pt x="6804" y="40703"/>
                    <a:pt x="7080" y="44437"/>
                    <a:pt x="7431" y="48146"/>
                  </a:cubicBezTo>
                  <a:cubicBezTo>
                    <a:pt x="7443" y="48284"/>
                    <a:pt x="7556" y="48353"/>
                    <a:pt x="7663" y="48353"/>
                  </a:cubicBezTo>
                  <a:cubicBezTo>
                    <a:pt x="7769" y="48353"/>
                    <a:pt x="7869" y="48284"/>
                    <a:pt x="7857" y="48146"/>
                  </a:cubicBezTo>
                  <a:cubicBezTo>
                    <a:pt x="7230" y="41680"/>
                    <a:pt x="6879" y="35164"/>
                    <a:pt x="6278" y="28672"/>
                  </a:cubicBezTo>
                  <a:cubicBezTo>
                    <a:pt x="5727" y="22482"/>
                    <a:pt x="4950" y="16291"/>
                    <a:pt x="3546" y="10226"/>
                  </a:cubicBezTo>
                  <a:cubicBezTo>
                    <a:pt x="2744" y="6818"/>
                    <a:pt x="1742" y="3434"/>
                    <a:pt x="463" y="126"/>
                  </a:cubicBezTo>
                  <a:cubicBezTo>
                    <a:pt x="425" y="39"/>
                    <a:pt x="341" y="0"/>
                    <a:pt x="2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3" name="Google Shape;3003;p38"/>
            <p:cNvSpPr/>
            <p:nvPr/>
          </p:nvSpPr>
          <p:spPr>
            <a:xfrm>
              <a:off x="1642399" y="3567667"/>
              <a:ext cx="400153" cy="92690"/>
            </a:xfrm>
            <a:custGeom>
              <a:rect b="b" l="l" r="r" t="t"/>
              <a:pathLst>
                <a:path extrusionOk="0" h="5200" w="22449">
                  <a:moveTo>
                    <a:pt x="17200" y="1"/>
                  </a:moveTo>
                  <a:cubicBezTo>
                    <a:pt x="15374" y="1"/>
                    <a:pt x="14526" y="1639"/>
                    <a:pt x="13382" y="2758"/>
                  </a:cubicBezTo>
                  <a:cubicBezTo>
                    <a:pt x="12852" y="3311"/>
                    <a:pt x="12195" y="3695"/>
                    <a:pt x="11411" y="3695"/>
                  </a:cubicBezTo>
                  <a:cubicBezTo>
                    <a:pt x="11342" y="3695"/>
                    <a:pt x="11272" y="3692"/>
                    <a:pt x="11201" y="3685"/>
                  </a:cubicBezTo>
                  <a:cubicBezTo>
                    <a:pt x="10399" y="3585"/>
                    <a:pt x="9672" y="3084"/>
                    <a:pt x="9021" y="2633"/>
                  </a:cubicBezTo>
                  <a:cubicBezTo>
                    <a:pt x="8369" y="2207"/>
                    <a:pt x="7667" y="1731"/>
                    <a:pt x="6865" y="1605"/>
                  </a:cubicBezTo>
                  <a:cubicBezTo>
                    <a:pt x="6717" y="1578"/>
                    <a:pt x="6570" y="1564"/>
                    <a:pt x="6425" y="1564"/>
                  </a:cubicBezTo>
                  <a:cubicBezTo>
                    <a:pt x="5782" y="1564"/>
                    <a:pt x="5171" y="1823"/>
                    <a:pt x="4660" y="2232"/>
                  </a:cubicBezTo>
                  <a:cubicBezTo>
                    <a:pt x="3933" y="2783"/>
                    <a:pt x="3407" y="3485"/>
                    <a:pt x="2755" y="4086"/>
                  </a:cubicBezTo>
                  <a:cubicBezTo>
                    <a:pt x="2429" y="4337"/>
                    <a:pt x="2103" y="4588"/>
                    <a:pt x="1702" y="4713"/>
                  </a:cubicBezTo>
                  <a:cubicBezTo>
                    <a:pt x="1526" y="4762"/>
                    <a:pt x="1347" y="4784"/>
                    <a:pt x="1168" y="4784"/>
                  </a:cubicBezTo>
                  <a:cubicBezTo>
                    <a:pt x="888" y="4784"/>
                    <a:pt x="609" y="4730"/>
                    <a:pt x="349" y="4638"/>
                  </a:cubicBezTo>
                  <a:cubicBezTo>
                    <a:pt x="321" y="4627"/>
                    <a:pt x="295" y="4622"/>
                    <a:pt x="271" y="4622"/>
                  </a:cubicBezTo>
                  <a:cubicBezTo>
                    <a:pt x="75" y="4622"/>
                    <a:pt x="0" y="4950"/>
                    <a:pt x="224" y="5039"/>
                  </a:cubicBezTo>
                  <a:cubicBezTo>
                    <a:pt x="525" y="5146"/>
                    <a:pt x="826" y="5200"/>
                    <a:pt x="1122" y="5200"/>
                  </a:cubicBezTo>
                  <a:cubicBezTo>
                    <a:pt x="1591" y="5200"/>
                    <a:pt x="2049" y="5065"/>
                    <a:pt x="2479" y="4788"/>
                  </a:cubicBezTo>
                  <a:cubicBezTo>
                    <a:pt x="3131" y="4387"/>
                    <a:pt x="3632" y="3786"/>
                    <a:pt x="4158" y="3234"/>
                  </a:cubicBezTo>
                  <a:cubicBezTo>
                    <a:pt x="4710" y="2683"/>
                    <a:pt x="5311" y="2132"/>
                    <a:pt x="6113" y="2006"/>
                  </a:cubicBezTo>
                  <a:cubicBezTo>
                    <a:pt x="6229" y="1985"/>
                    <a:pt x="6344" y="1975"/>
                    <a:pt x="6458" y="1975"/>
                  </a:cubicBezTo>
                  <a:cubicBezTo>
                    <a:pt x="7156" y="1975"/>
                    <a:pt x="7809" y="2342"/>
                    <a:pt x="8369" y="2708"/>
                  </a:cubicBezTo>
                  <a:cubicBezTo>
                    <a:pt x="9046" y="3159"/>
                    <a:pt x="9722" y="3660"/>
                    <a:pt x="10474" y="3936"/>
                  </a:cubicBezTo>
                  <a:cubicBezTo>
                    <a:pt x="10789" y="4048"/>
                    <a:pt x="11111" y="4102"/>
                    <a:pt x="11432" y="4102"/>
                  </a:cubicBezTo>
                  <a:cubicBezTo>
                    <a:pt x="11904" y="4102"/>
                    <a:pt x="12372" y="3985"/>
                    <a:pt x="12805" y="3761"/>
                  </a:cubicBezTo>
                  <a:cubicBezTo>
                    <a:pt x="14209" y="2984"/>
                    <a:pt x="14785" y="1154"/>
                    <a:pt x="16339" y="578"/>
                  </a:cubicBezTo>
                  <a:cubicBezTo>
                    <a:pt x="16649" y="461"/>
                    <a:pt x="16950" y="410"/>
                    <a:pt x="17242" y="410"/>
                  </a:cubicBezTo>
                  <a:cubicBezTo>
                    <a:pt x="19031" y="410"/>
                    <a:pt x="20520" y="2330"/>
                    <a:pt x="22028" y="3084"/>
                  </a:cubicBezTo>
                  <a:cubicBezTo>
                    <a:pt x="22059" y="3096"/>
                    <a:pt x="22089" y="3102"/>
                    <a:pt x="22117" y="3102"/>
                  </a:cubicBezTo>
                  <a:cubicBezTo>
                    <a:pt x="22321" y="3102"/>
                    <a:pt x="22449" y="2818"/>
                    <a:pt x="22229" y="2708"/>
                  </a:cubicBezTo>
                  <a:cubicBezTo>
                    <a:pt x="20575" y="1881"/>
                    <a:pt x="19246" y="1"/>
                    <a:pt x="17241" y="1"/>
                  </a:cubicBezTo>
                  <a:cubicBezTo>
                    <a:pt x="17227" y="1"/>
                    <a:pt x="17213" y="1"/>
                    <a:pt x="1720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4" name="Google Shape;3004;p38"/>
            <p:cNvSpPr/>
            <p:nvPr/>
          </p:nvSpPr>
          <p:spPr>
            <a:xfrm>
              <a:off x="1640724" y="3628417"/>
              <a:ext cx="409315" cy="92619"/>
            </a:xfrm>
            <a:custGeom>
              <a:rect b="b" l="l" r="r" t="t"/>
              <a:pathLst>
                <a:path extrusionOk="0" h="5196" w="22963">
                  <a:moveTo>
                    <a:pt x="17856" y="1"/>
                  </a:moveTo>
                  <a:cubicBezTo>
                    <a:pt x="17036" y="1"/>
                    <a:pt x="16289" y="371"/>
                    <a:pt x="15706" y="929"/>
                  </a:cubicBezTo>
                  <a:cubicBezTo>
                    <a:pt x="15155" y="1480"/>
                    <a:pt x="14704" y="2107"/>
                    <a:pt x="14177" y="2658"/>
                  </a:cubicBezTo>
                  <a:cubicBezTo>
                    <a:pt x="13619" y="3241"/>
                    <a:pt x="12967" y="3612"/>
                    <a:pt x="12175" y="3612"/>
                  </a:cubicBezTo>
                  <a:cubicBezTo>
                    <a:pt x="12149" y="3612"/>
                    <a:pt x="12123" y="3612"/>
                    <a:pt x="12097" y="3611"/>
                  </a:cubicBezTo>
                  <a:cubicBezTo>
                    <a:pt x="11195" y="3586"/>
                    <a:pt x="10418" y="3085"/>
                    <a:pt x="9666" y="2658"/>
                  </a:cubicBezTo>
                  <a:cubicBezTo>
                    <a:pt x="8939" y="2232"/>
                    <a:pt x="8162" y="1806"/>
                    <a:pt x="7310" y="1731"/>
                  </a:cubicBezTo>
                  <a:cubicBezTo>
                    <a:pt x="7262" y="1728"/>
                    <a:pt x="7214" y="1727"/>
                    <a:pt x="7166" y="1727"/>
                  </a:cubicBezTo>
                  <a:cubicBezTo>
                    <a:pt x="6373" y="1727"/>
                    <a:pt x="5669" y="2110"/>
                    <a:pt x="5054" y="2583"/>
                  </a:cubicBezTo>
                  <a:cubicBezTo>
                    <a:pt x="4328" y="3160"/>
                    <a:pt x="3726" y="3836"/>
                    <a:pt x="2974" y="4338"/>
                  </a:cubicBezTo>
                  <a:cubicBezTo>
                    <a:pt x="2623" y="4563"/>
                    <a:pt x="2222" y="4739"/>
                    <a:pt x="1796" y="4789"/>
                  </a:cubicBezTo>
                  <a:cubicBezTo>
                    <a:pt x="1764" y="4790"/>
                    <a:pt x="1732" y="4791"/>
                    <a:pt x="1701" y="4791"/>
                  </a:cubicBezTo>
                  <a:cubicBezTo>
                    <a:pt x="1235" y="4791"/>
                    <a:pt x="792" y="4622"/>
                    <a:pt x="393" y="4388"/>
                  </a:cubicBezTo>
                  <a:cubicBezTo>
                    <a:pt x="359" y="4369"/>
                    <a:pt x="327" y="4361"/>
                    <a:pt x="296" y="4361"/>
                  </a:cubicBezTo>
                  <a:cubicBezTo>
                    <a:pt x="117" y="4361"/>
                    <a:pt x="0" y="4632"/>
                    <a:pt x="192" y="4739"/>
                  </a:cubicBezTo>
                  <a:cubicBezTo>
                    <a:pt x="662" y="5030"/>
                    <a:pt x="1173" y="5196"/>
                    <a:pt x="1692" y="5196"/>
                  </a:cubicBezTo>
                  <a:cubicBezTo>
                    <a:pt x="1977" y="5196"/>
                    <a:pt x="2264" y="5146"/>
                    <a:pt x="2548" y="5039"/>
                  </a:cubicBezTo>
                  <a:cubicBezTo>
                    <a:pt x="3275" y="4739"/>
                    <a:pt x="3851" y="4212"/>
                    <a:pt x="4428" y="3686"/>
                  </a:cubicBezTo>
                  <a:cubicBezTo>
                    <a:pt x="5029" y="3135"/>
                    <a:pt x="5656" y="2508"/>
                    <a:pt x="6458" y="2257"/>
                  </a:cubicBezTo>
                  <a:cubicBezTo>
                    <a:pt x="6678" y="2186"/>
                    <a:pt x="6897" y="2155"/>
                    <a:pt x="7113" y="2155"/>
                  </a:cubicBezTo>
                  <a:cubicBezTo>
                    <a:pt x="7732" y="2155"/>
                    <a:pt x="8331" y="2411"/>
                    <a:pt x="8889" y="2709"/>
                  </a:cubicBezTo>
                  <a:cubicBezTo>
                    <a:pt x="9641" y="3110"/>
                    <a:pt x="10393" y="3611"/>
                    <a:pt x="11220" y="3887"/>
                  </a:cubicBezTo>
                  <a:cubicBezTo>
                    <a:pt x="11531" y="3974"/>
                    <a:pt x="11851" y="4020"/>
                    <a:pt x="12167" y="4020"/>
                  </a:cubicBezTo>
                  <a:cubicBezTo>
                    <a:pt x="12665" y="4020"/>
                    <a:pt x="13156" y="3906"/>
                    <a:pt x="13601" y="3661"/>
                  </a:cubicBezTo>
                  <a:cubicBezTo>
                    <a:pt x="14954" y="2884"/>
                    <a:pt x="15506" y="1130"/>
                    <a:pt x="17009" y="578"/>
                  </a:cubicBezTo>
                  <a:cubicBezTo>
                    <a:pt x="17279" y="480"/>
                    <a:pt x="17547" y="436"/>
                    <a:pt x="17811" y="436"/>
                  </a:cubicBezTo>
                  <a:cubicBezTo>
                    <a:pt x="18554" y="436"/>
                    <a:pt x="19270" y="780"/>
                    <a:pt x="19917" y="1205"/>
                  </a:cubicBezTo>
                  <a:cubicBezTo>
                    <a:pt x="20819" y="1781"/>
                    <a:pt x="21596" y="2533"/>
                    <a:pt x="22548" y="3034"/>
                  </a:cubicBezTo>
                  <a:cubicBezTo>
                    <a:pt x="22582" y="3053"/>
                    <a:pt x="22615" y="3061"/>
                    <a:pt x="22647" y="3061"/>
                  </a:cubicBezTo>
                  <a:cubicBezTo>
                    <a:pt x="22830" y="3061"/>
                    <a:pt x="22962" y="2790"/>
                    <a:pt x="22749" y="2684"/>
                  </a:cubicBezTo>
                  <a:cubicBezTo>
                    <a:pt x="21145" y="1856"/>
                    <a:pt x="19867" y="77"/>
                    <a:pt x="17937" y="2"/>
                  </a:cubicBezTo>
                  <a:cubicBezTo>
                    <a:pt x="17910" y="1"/>
                    <a:pt x="17883" y="1"/>
                    <a:pt x="178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5" name="Google Shape;3005;p38"/>
            <p:cNvSpPr/>
            <p:nvPr/>
          </p:nvSpPr>
          <p:spPr>
            <a:xfrm>
              <a:off x="1647480" y="3693071"/>
              <a:ext cx="408442" cy="85720"/>
            </a:xfrm>
            <a:custGeom>
              <a:rect b="b" l="l" r="r" t="t"/>
              <a:pathLst>
                <a:path extrusionOk="0" h="4809" w="22914">
                  <a:moveTo>
                    <a:pt x="18158" y="1"/>
                  </a:moveTo>
                  <a:cubicBezTo>
                    <a:pt x="17593" y="1"/>
                    <a:pt x="17039" y="142"/>
                    <a:pt x="16530" y="435"/>
                  </a:cubicBezTo>
                  <a:cubicBezTo>
                    <a:pt x="15929" y="811"/>
                    <a:pt x="15427" y="1337"/>
                    <a:pt x="14951" y="1838"/>
                  </a:cubicBezTo>
                  <a:cubicBezTo>
                    <a:pt x="14350" y="2440"/>
                    <a:pt x="13748" y="3016"/>
                    <a:pt x="12921" y="3192"/>
                  </a:cubicBezTo>
                  <a:cubicBezTo>
                    <a:pt x="12685" y="3253"/>
                    <a:pt x="12447" y="3279"/>
                    <a:pt x="12209" y="3279"/>
                  </a:cubicBezTo>
                  <a:cubicBezTo>
                    <a:pt x="11565" y="3279"/>
                    <a:pt x="10926" y="3086"/>
                    <a:pt x="10340" y="2866"/>
                  </a:cubicBezTo>
                  <a:cubicBezTo>
                    <a:pt x="9488" y="2590"/>
                    <a:pt x="8686" y="2214"/>
                    <a:pt x="7808" y="2139"/>
                  </a:cubicBezTo>
                  <a:cubicBezTo>
                    <a:pt x="7666" y="2125"/>
                    <a:pt x="7524" y="2118"/>
                    <a:pt x="7383" y="2118"/>
                  </a:cubicBezTo>
                  <a:cubicBezTo>
                    <a:pt x="6781" y="2118"/>
                    <a:pt x="6196" y="2246"/>
                    <a:pt x="5628" y="2490"/>
                  </a:cubicBezTo>
                  <a:cubicBezTo>
                    <a:pt x="4776" y="2841"/>
                    <a:pt x="4024" y="3417"/>
                    <a:pt x="3197" y="3869"/>
                  </a:cubicBezTo>
                  <a:cubicBezTo>
                    <a:pt x="2654" y="4163"/>
                    <a:pt x="2073" y="4391"/>
                    <a:pt x="1489" y="4391"/>
                  </a:cubicBezTo>
                  <a:cubicBezTo>
                    <a:pt x="1129" y="4391"/>
                    <a:pt x="768" y="4304"/>
                    <a:pt x="415" y="4094"/>
                  </a:cubicBezTo>
                  <a:cubicBezTo>
                    <a:pt x="374" y="4070"/>
                    <a:pt x="335" y="4059"/>
                    <a:pt x="298" y="4059"/>
                  </a:cubicBezTo>
                  <a:cubicBezTo>
                    <a:pt x="110" y="4059"/>
                    <a:pt x="0" y="4340"/>
                    <a:pt x="189" y="4445"/>
                  </a:cubicBezTo>
                  <a:cubicBezTo>
                    <a:pt x="624" y="4703"/>
                    <a:pt x="1055" y="4808"/>
                    <a:pt x="1479" y="4808"/>
                  </a:cubicBezTo>
                  <a:cubicBezTo>
                    <a:pt x="2620" y="4808"/>
                    <a:pt x="3714" y="4045"/>
                    <a:pt x="4701" y="3442"/>
                  </a:cubicBezTo>
                  <a:cubicBezTo>
                    <a:pt x="5377" y="3016"/>
                    <a:pt x="6129" y="2666"/>
                    <a:pt x="6931" y="2565"/>
                  </a:cubicBezTo>
                  <a:cubicBezTo>
                    <a:pt x="7078" y="2548"/>
                    <a:pt x="7223" y="2539"/>
                    <a:pt x="7368" y="2539"/>
                  </a:cubicBezTo>
                  <a:cubicBezTo>
                    <a:pt x="8042" y="2539"/>
                    <a:pt x="8698" y="2719"/>
                    <a:pt x="9337" y="2966"/>
                  </a:cubicBezTo>
                  <a:cubicBezTo>
                    <a:pt x="10189" y="3267"/>
                    <a:pt x="11016" y="3618"/>
                    <a:pt x="11919" y="3693"/>
                  </a:cubicBezTo>
                  <a:cubicBezTo>
                    <a:pt x="12018" y="3702"/>
                    <a:pt x="12118" y="3706"/>
                    <a:pt x="12216" y="3706"/>
                  </a:cubicBezTo>
                  <a:cubicBezTo>
                    <a:pt x="12962" y="3706"/>
                    <a:pt x="13677" y="3459"/>
                    <a:pt x="14275" y="3016"/>
                  </a:cubicBezTo>
                  <a:cubicBezTo>
                    <a:pt x="15427" y="2139"/>
                    <a:pt x="16229" y="661"/>
                    <a:pt x="17783" y="435"/>
                  </a:cubicBezTo>
                  <a:cubicBezTo>
                    <a:pt x="17911" y="419"/>
                    <a:pt x="18037" y="411"/>
                    <a:pt x="18162" y="411"/>
                  </a:cubicBezTo>
                  <a:cubicBezTo>
                    <a:pt x="19778" y="411"/>
                    <a:pt x="21169" y="1697"/>
                    <a:pt x="22495" y="2465"/>
                  </a:cubicBezTo>
                  <a:cubicBezTo>
                    <a:pt x="22532" y="2483"/>
                    <a:pt x="22568" y="2492"/>
                    <a:pt x="22601" y="2492"/>
                  </a:cubicBezTo>
                  <a:cubicBezTo>
                    <a:pt x="22795" y="2492"/>
                    <a:pt x="22913" y="2217"/>
                    <a:pt x="22721" y="2089"/>
                  </a:cubicBezTo>
                  <a:cubicBezTo>
                    <a:pt x="21392" y="1362"/>
                    <a:pt x="20189" y="260"/>
                    <a:pt x="18635" y="34"/>
                  </a:cubicBezTo>
                  <a:cubicBezTo>
                    <a:pt x="18476" y="12"/>
                    <a:pt x="18316" y="1"/>
                    <a:pt x="181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p38"/>
            <p:cNvSpPr/>
            <p:nvPr/>
          </p:nvSpPr>
          <p:spPr>
            <a:xfrm>
              <a:off x="1652471" y="3752430"/>
              <a:ext cx="410528" cy="89072"/>
            </a:xfrm>
            <a:custGeom>
              <a:rect b="b" l="l" r="r" t="t"/>
              <a:pathLst>
                <a:path extrusionOk="0" h="4997" w="23031">
                  <a:moveTo>
                    <a:pt x="18372" y="1"/>
                  </a:moveTo>
                  <a:cubicBezTo>
                    <a:pt x="17746" y="1"/>
                    <a:pt x="17129" y="201"/>
                    <a:pt x="16626" y="564"/>
                  </a:cubicBezTo>
                  <a:cubicBezTo>
                    <a:pt x="16000" y="1015"/>
                    <a:pt x="15523" y="1641"/>
                    <a:pt x="15022" y="2218"/>
                  </a:cubicBezTo>
                  <a:cubicBezTo>
                    <a:pt x="14446" y="2844"/>
                    <a:pt x="13794" y="3396"/>
                    <a:pt x="12917" y="3496"/>
                  </a:cubicBezTo>
                  <a:cubicBezTo>
                    <a:pt x="12848" y="3502"/>
                    <a:pt x="12780" y="3505"/>
                    <a:pt x="12712" y="3505"/>
                  </a:cubicBezTo>
                  <a:cubicBezTo>
                    <a:pt x="11911" y="3505"/>
                    <a:pt x="11154" y="3114"/>
                    <a:pt x="10461" y="2744"/>
                  </a:cubicBezTo>
                  <a:cubicBezTo>
                    <a:pt x="9709" y="2318"/>
                    <a:pt x="8932" y="1867"/>
                    <a:pt x="8030" y="1767"/>
                  </a:cubicBezTo>
                  <a:cubicBezTo>
                    <a:pt x="7941" y="1758"/>
                    <a:pt x="7853" y="1754"/>
                    <a:pt x="7765" y="1754"/>
                  </a:cubicBezTo>
                  <a:cubicBezTo>
                    <a:pt x="7062" y="1754"/>
                    <a:pt x="6401" y="2014"/>
                    <a:pt x="5799" y="2393"/>
                  </a:cubicBezTo>
                  <a:cubicBezTo>
                    <a:pt x="4947" y="2920"/>
                    <a:pt x="4220" y="3671"/>
                    <a:pt x="3318" y="4173"/>
                  </a:cubicBezTo>
                  <a:cubicBezTo>
                    <a:pt x="2892" y="4398"/>
                    <a:pt x="2415" y="4574"/>
                    <a:pt x="1939" y="4574"/>
                  </a:cubicBezTo>
                  <a:cubicBezTo>
                    <a:pt x="1913" y="4575"/>
                    <a:pt x="1886" y="4575"/>
                    <a:pt x="1860" y="4575"/>
                  </a:cubicBezTo>
                  <a:cubicBezTo>
                    <a:pt x="1314" y="4575"/>
                    <a:pt x="816" y="4332"/>
                    <a:pt x="385" y="3997"/>
                  </a:cubicBezTo>
                  <a:cubicBezTo>
                    <a:pt x="349" y="3965"/>
                    <a:pt x="311" y="3952"/>
                    <a:pt x="276" y="3952"/>
                  </a:cubicBezTo>
                  <a:cubicBezTo>
                    <a:pt x="118" y="3952"/>
                    <a:pt x="1" y="4225"/>
                    <a:pt x="185" y="4348"/>
                  </a:cubicBezTo>
                  <a:cubicBezTo>
                    <a:pt x="720" y="4754"/>
                    <a:pt x="1323" y="4997"/>
                    <a:pt x="1964" y="4997"/>
                  </a:cubicBezTo>
                  <a:cubicBezTo>
                    <a:pt x="2193" y="4997"/>
                    <a:pt x="2428" y="4966"/>
                    <a:pt x="2666" y="4899"/>
                  </a:cubicBezTo>
                  <a:cubicBezTo>
                    <a:pt x="3518" y="4649"/>
                    <a:pt x="4220" y="4097"/>
                    <a:pt x="4897" y="3571"/>
                  </a:cubicBezTo>
                  <a:cubicBezTo>
                    <a:pt x="5573" y="3020"/>
                    <a:pt x="6300" y="2468"/>
                    <a:pt x="7152" y="2268"/>
                  </a:cubicBezTo>
                  <a:cubicBezTo>
                    <a:pt x="7356" y="2217"/>
                    <a:pt x="7556" y="2194"/>
                    <a:pt x="7754" y="2194"/>
                  </a:cubicBezTo>
                  <a:cubicBezTo>
                    <a:pt x="8435" y="2194"/>
                    <a:pt x="9082" y="2464"/>
                    <a:pt x="9684" y="2794"/>
                  </a:cubicBezTo>
                  <a:cubicBezTo>
                    <a:pt x="10436" y="3195"/>
                    <a:pt x="11187" y="3646"/>
                    <a:pt x="12015" y="3847"/>
                  </a:cubicBezTo>
                  <a:cubicBezTo>
                    <a:pt x="12225" y="3892"/>
                    <a:pt x="12437" y="3913"/>
                    <a:pt x="12648" y="3913"/>
                  </a:cubicBezTo>
                  <a:cubicBezTo>
                    <a:pt x="13264" y="3913"/>
                    <a:pt x="13866" y="3726"/>
                    <a:pt x="14370" y="3371"/>
                  </a:cubicBezTo>
                  <a:cubicBezTo>
                    <a:pt x="15649" y="2493"/>
                    <a:pt x="16325" y="739"/>
                    <a:pt x="17954" y="438"/>
                  </a:cubicBezTo>
                  <a:cubicBezTo>
                    <a:pt x="18081" y="417"/>
                    <a:pt x="18206" y="408"/>
                    <a:pt x="18330" y="408"/>
                  </a:cubicBezTo>
                  <a:cubicBezTo>
                    <a:pt x="19092" y="408"/>
                    <a:pt x="19810" y="777"/>
                    <a:pt x="20436" y="1165"/>
                  </a:cubicBezTo>
                  <a:cubicBezTo>
                    <a:pt x="21188" y="1666"/>
                    <a:pt x="21864" y="2268"/>
                    <a:pt x="22641" y="2744"/>
                  </a:cubicBezTo>
                  <a:cubicBezTo>
                    <a:pt x="22678" y="2768"/>
                    <a:pt x="22713" y="2779"/>
                    <a:pt x="22747" y="2779"/>
                  </a:cubicBezTo>
                  <a:cubicBezTo>
                    <a:pt x="22920" y="2779"/>
                    <a:pt x="23031" y="2494"/>
                    <a:pt x="22842" y="2368"/>
                  </a:cubicBezTo>
                  <a:cubicBezTo>
                    <a:pt x="21563" y="1566"/>
                    <a:pt x="20411" y="288"/>
                    <a:pt x="18832" y="37"/>
                  </a:cubicBezTo>
                  <a:cubicBezTo>
                    <a:pt x="18679" y="13"/>
                    <a:pt x="18525" y="1"/>
                    <a:pt x="1837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7" name="Google Shape;3007;p38"/>
            <p:cNvSpPr/>
            <p:nvPr/>
          </p:nvSpPr>
          <p:spPr>
            <a:xfrm>
              <a:off x="1652560" y="3813733"/>
              <a:ext cx="413986" cy="87253"/>
            </a:xfrm>
            <a:custGeom>
              <a:rect b="b" l="l" r="r" t="t"/>
              <a:pathLst>
                <a:path extrusionOk="0" h="4895" w="23225">
                  <a:moveTo>
                    <a:pt x="18887" y="1"/>
                  </a:moveTo>
                  <a:cubicBezTo>
                    <a:pt x="18669" y="1"/>
                    <a:pt x="18448" y="26"/>
                    <a:pt x="18225" y="82"/>
                  </a:cubicBezTo>
                  <a:cubicBezTo>
                    <a:pt x="16596" y="483"/>
                    <a:pt x="15869" y="2212"/>
                    <a:pt x="14541" y="3039"/>
                  </a:cubicBezTo>
                  <a:cubicBezTo>
                    <a:pt x="14128" y="3306"/>
                    <a:pt x="13714" y="3411"/>
                    <a:pt x="13301" y="3411"/>
                  </a:cubicBezTo>
                  <a:cubicBezTo>
                    <a:pt x="12159" y="3411"/>
                    <a:pt x="11029" y="2604"/>
                    <a:pt x="9979" y="2162"/>
                  </a:cubicBezTo>
                  <a:cubicBezTo>
                    <a:pt x="9488" y="1954"/>
                    <a:pt x="8988" y="1834"/>
                    <a:pt x="8484" y="1834"/>
                  </a:cubicBezTo>
                  <a:cubicBezTo>
                    <a:pt x="8140" y="1834"/>
                    <a:pt x="7794" y="1890"/>
                    <a:pt x="7448" y="2012"/>
                  </a:cubicBezTo>
                  <a:cubicBezTo>
                    <a:pt x="6671" y="2288"/>
                    <a:pt x="5969" y="2764"/>
                    <a:pt x="5293" y="3190"/>
                  </a:cubicBezTo>
                  <a:cubicBezTo>
                    <a:pt x="4566" y="3666"/>
                    <a:pt x="3839" y="4192"/>
                    <a:pt x="2987" y="4393"/>
                  </a:cubicBezTo>
                  <a:cubicBezTo>
                    <a:pt x="2801" y="4436"/>
                    <a:pt x="2619" y="4456"/>
                    <a:pt x="2441" y="4456"/>
                  </a:cubicBezTo>
                  <a:cubicBezTo>
                    <a:pt x="1682" y="4456"/>
                    <a:pt x="999" y="4089"/>
                    <a:pt x="431" y="3541"/>
                  </a:cubicBezTo>
                  <a:cubicBezTo>
                    <a:pt x="390" y="3494"/>
                    <a:pt x="342" y="3475"/>
                    <a:pt x="296" y="3475"/>
                  </a:cubicBezTo>
                  <a:cubicBezTo>
                    <a:pt x="142" y="3475"/>
                    <a:pt x="1" y="3688"/>
                    <a:pt x="155" y="3841"/>
                  </a:cubicBezTo>
                  <a:cubicBezTo>
                    <a:pt x="756" y="4418"/>
                    <a:pt x="1483" y="4869"/>
                    <a:pt x="2360" y="4894"/>
                  </a:cubicBezTo>
                  <a:cubicBezTo>
                    <a:pt x="3087" y="4894"/>
                    <a:pt x="3789" y="4593"/>
                    <a:pt x="4441" y="4242"/>
                  </a:cubicBezTo>
                  <a:cubicBezTo>
                    <a:pt x="5142" y="3841"/>
                    <a:pt x="5794" y="3340"/>
                    <a:pt x="6521" y="2914"/>
                  </a:cubicBezTo>
                  <a:cubicBezTo>
                    <a:pt x="7158" y="2544"/>
                    <a:pt x="7829" y="2241"/>
                    <a:pt x="8562" y="2241"/>
                  </a:cubicBezTo>
                  <a:cubicBezTo>
                    <a:pt x="8722" y="2241"/>
                    <a:pt x="8885" y="2256"/>
                    <a:pt x="9052" y="2288"/>
                  </a:cubicBezTo>
                  <a:cubicBezTo>
                    <a:pt x="10530" y="2579"/>
                    <a:pt x="11787" y="3850"/>
                    <a:pt x="13307" y="3850"/>
                  </a:cubicBezTo>
                  <a:cubicBezTo>
                    <a:pt x="13489" y="3850"/>
                    <a:pt x="13674" y="3831"/>
                    <a:pt x="13864" y="3791"/>
                  </a:cubicBezTo>
                  <a:cubicBezTo>
                    <a:pt x="15293" y="3491"/>
                    <a:pt x="16145" y="2037"/>
                    <a:pt x="17172" y="1135"/>
                  </a:cubicBezTo>
                  <a:cubicBezTo>
                    <a:pt x="17599" y="759"/>
                    <a:pt x="18100" y="458"/>
                    <a:pt x="18676" y="433"/>
                  </a:cubicBezTo>
                  <a:cubicBezTo>
                    <a:pt x="18745" y="426"/>
                    <a:pt x="18814" y="423"/>
                    <a:pt x="18882" y="423"/>
                  </a:cubicBezTo>
                  <a:cubicBezTo>
                    <a:pt x="19334" y="423"/>
                    <a:pt x="19763" y="560"/>
                    <a:pt x="20155" y="734"/>
                  </a:cubicBezTo>
                  <a:cubicBezTo>
                    <a:pt x="21132" y="1185"/>
                    <a:pt x="21959" y="1887"/>
                    <a:pt x="22812" y="2488"/>
                  </a:cubicBezTo>
                  <a:cubicBezTo>
                    <a:pt x="22850" y="2514"/>
                    <a:pt x="22888" y="2525"/>
                    <a:pt x="22925" y="2525"/>
                  </a:cubicBezTo>
                  <a:cubicBezTo>
                    <a:pt x="23101" y="2525"/>
                    <a:pt x="23224" y="2262"/>
                    <a:pt x="23037" y="2137"/>
                  </a:cubicBezTo>
                  <a:cubicBezTo>
                    <a:pt x="21829" y="1281"/>
                    <a:pt x="20429" y="1"/>
                    <a:pt x="1888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38"/>
            <p:cNvSpPr/>
            <p:nvPr/>
          </p:nvSpPr>
          <p:spPr>
            <a:xfrm>
              <a:off x="1683897" y="3089066"/>
              <a:ext cx="81888" cy="329174"/>
            </a:xfrm>
            <a:custGeom>
              <a:rect b="b" l="l" r="r" t="t"/>
              <a:pathLst>
                <a:path extrusionOk="0" h="18467" w="4594">
                  <a:moveTo>
                    <a:pt x="4280" y="1"/>
                  </a:moveTo>
                  <a:cubicBezTo>
                    <a:pt x="4217" y="1"/>
                    <a:pt x="4155" y="25"/>
                    <a:pt x="4111" y="83"/>
                  </a:cubicBezTo>
                  <a:cubicBezTo>
                    <a:pt x="1404" y="4219"/>
                    <a:pt x="577" y="9231"/>
                    <a:pt x="226" y="14068"/>
                  </a:cubicBezTo>
                  <a:cubicBezTo>
                    <a:pt x="126" y="15472"/>
                    <a:pt x="76" y="16875"/>
                    <a:pt x="1" y="18279"/>
                  </a:cubicBezTo>
                  <a:cubicBezTo>
                    <a:pt x="1" y="18404"/>
                    <a:pt x="101" y="18467"/>
                    <a:pt x="205" y="18467"/>
                  </a:cubicBezTo>
                  <a:cubicBezTo>
                    <a:pt x="308" y="18467"/>
                    <a:pt x="414" y="18404"/>
                    <a:pt x="427" y="18279"/>
                  </a:cubicBezTo>
                  <a:cubicBezTo>
                    <a:pt x="627" y="13467"/>
                    <a:pt x="853" y="8504"/>
                    <a:pt x="2607" y="3968"/>
                  </a:cubicBezTo>
                  <a:cubicBezTo>
                    <a:pt x="3109" y="2690"/>
                    <a:pt x="3735" y="1462"/>
                    <a:pt x="4487" y="309"/>
                  </a:cubicBezTo>
                  <a:cubicBezTo>
                    <a:pt x="4594" y="148"/>
                    <a:pt x="4435" y="1"/>
                    <a:pt x="428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9" name="Google Shape;3009;p38"/>
            <p:cNvSpPr/>
            <p:nvPr/>
          </p:nvSpPr>
          <p:spPr>
            <a:xfrm>
              <a:off x="1678995" y="3451070"/>
              <a:ext cx="8948" cy="8966"/>
            </a:xfrm>
            <a:custGeom>
              <a:rect b="b" l="l" r="r" t="t"/>
              <a:pathLst>
                <a:path extrusionOk="0" h="503" w="502">
                  <a:moveTo>
                    <a:pt x="251" y="1"/>
                  </a:moveTo>
                  <a:cubicBezTo>
                    <a:pt x="201" y="26"/>
                    <a:pt x="176" y="51"/>
                    <a:pt x="151" y="76"/>
                  </a:cubicBezTo>
                  <a:cubicBezTo>
                    <a:pt x="125" y="101"/>
                    <a:pt x="100" y="126"/>
                    <a:pt x="75" y="151"/>
                  </a:cubicBezTo>
                  <a:cubicBezTo>
                    <a:pt x="50" y="176"/>
                    <a:pt x="25" y="201"/>
                    <a:pt x="25" y="226"/>
                  </a:cubicBezTo>
                  <a:cubicBezTo>
                    <a:pt x="0" y="251"/>
                    <a:pt x="0" y="277"/>
                    <a:pt x="0" y="302"/>
                  </a:cubicBezTo>
                  <a:cubicBezTo>
                    <a:pt x="0" y="327"/>
                    <a:pt x="0" y="352"/>
                    <a:pt x="25" y="377"/>
                  </a:cubicBezTo>
                  <a:cubicBezTo>
                    <a:pt x="25" y="402"/>
                    <a:pt x="50" y="427"/>
                    <a:pt x="75" y="452"/>
                  </a:cubicBezTo>
                  <a:cubicBezTo>
                    <a:pt x="75" y="452"/>
                    <a:pt x="100" y="477"/>
                    <a:pt x="100" y="477"/>
                  </a:cubicBezTo>
                  <a:cubicBezTo>
                    <a:pt x="151" y="502"/>
                    <a:pt x="176" y="502"/>
                    <a:pt x="201" y="502"/>
                  </a:cubicBezTo>
                  <a:lnTo>
                    <a:pt x="276" y="502"/>
                  </a:lnTo>
                  <a:cubicBezTo>
                    <a:pt x="301" y="477"/>
                    <a:pt x="326" y="477"/>
                    <a:pt x="351" y="452"/>
                  </a:cubicBezTo>
                  <a:cubicBezTo>
                    <a:pt x="401" y="427"/>
                    <a:pt x="426" y="402"/>
                    <a:pt x="451" y="352"/>
                  </a:cubicBezTo>
                  <a:cubicBezTo>
                    <a:pt x="476" y="352"/>
                    <a:pt x="476" y="327"/>
                    <a:pt x="501" y="302"/>
                  </a:cubicBezTo>
                  <a:cubicBezTo>
                    <a:pt x="501" y="277"/>
                    <a:pt x="501" y="251"/>
                    <a:pt x="501" y="226"/>
                  </a:cubicBezTo>
                  <a:cubicBezTo>
                    <a:pt x="501" y="176"/>
                    <a:pt x="501" y="151"/>
                    <a:pt x="501" y="126"/>
                  </a:cubicBezTo>
                  <a:cubicBezTo>
                    <a:pt x="476" y="101"/>
                    <a:pt x="476" y="76"/>
                    <a:pt x="451" y="76"/>
                  </a:cubicBezTo>
                  <a:cubicBezTo>
                    <a:pt x="426" y="51"/>
                    <a:pt x="426" y="51"/>
                    <a:pt x="401" y="26"/>
                  </a:cubicBezTo>
                  <a:cubicBezTo>
                    <a:pt x="376" y="26"/>
                    <a:pt x="351" y="1"/>
                    <a:pt x="3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0" name="Google Shape;3010;p38"/>
            <p:cNvSpPr/>
            <p:nvPr/>
          </p:nvSpPr>
          <p:spPr>
            <a:xfrm>
              <a:off x="1913098" y="3314811"/>
              <a:ext cx="13868" cy="21461"/>
            </a:xfrm>
            <a:custGeom>
              <a:rect b="b" l="l" r="r" t="t"/>
              <a:pathLst>
                <a:path extrusionOk="0" h="1204" w="778">
                  <a:moveTo>
                    <a:pt x="565" y="1"/>
                  </a:moveTo>
                  <a:cubicBezTo>
                    <a:pt x="487" y="1"/>
                    <a:pt x="409" y="34"/>
                    <a:pt x="376" y="101"/>
                  </a:cubicBezTo>
                  <a:cubicBezTo>
                    <a:pt x="276" y="377"/>
                    <a:pt x="150" y="627"/>
                    <a:pt x="25" y="878"/>
                  </a:cubicBezTo>
                  <a:cubicBezTo>
                    <a:pt x="0" y="928"/>
                    <a:pt x="0" y="978"/>
                    <a:pt x="0" y="1053"/>
                  </a:cubicBezTo>
                  <a:cubicBezTo>
                    <a:pt x="25" y="1103"/>
                    <a:pt x="50" y="1154"/>
                    <a:pt x="100" y="1179"/>
                  </a:cubicBezTo>
                  <a:cubicBezTo>
                    <a:pt x="134" y="1195"/>
                    <a:pt x="173" y="1204"/>
                    <a:pt x="212" y="1204"/>
                  </a:cubicBezTo>
                  <a:cubicBezTo>
                    <a:pt x="290" y="1204"/>
                    <a:pt x="368" y="1170"/>
                    <a:pt x="401" y="1103"/>
                  </a:cubicBezTo>
                  <a:cubicBezTo>
                    <a:pt x="501" y="828"/>
                    <a:pt x="627" y="577"/>
                    <a:pt x="752" y="327"/>
                  </a:cubicBezTo>
                  <a:cubicBezTo>
                    <a:pt x="777" y="251"/>
                    <a:pt x="777" y="201"/>
                    <a:pt x="752" y="151"/>
                  </a:cubicBezTo>
                  <a:cubicBezTo>
                    <a:pt x="752" y="101"/>
                    <a:pt x="702" y="51"/>
                    <a:pt x="677" y="26"/>
                  </a:cubicBezTo>
                  <a:cubicBezTo>
                    <a:pt x="643" y="9"/>
                    <a:pt x="604" y="1"/>
                    <a:pt x="56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1" name="Google Shape;3011;p38"/>
            <p:cNvSpPr/>
            <p:nvPr/>
          </p:nvSpPr>
          <p:spPr>
            <a:xfrm>
              <a:off x="1928286" y="3320960"/>
              <a:ext cx="14313" cy="29251"/>
            </a:xfrm>
            <a:custGeom>
              <a:rect b="b" l="l" r="r" t="t"/>
              <a:pathLst>
                <a:path extrusionOk="0" h="1641" w="803">
                  <a:moveTo>
                    <a:pt x="566" y="0"/>
                  </a:moveTo>
                  <a:cubicBezTo>
                    <a:pt x="469" y="0"/>
                    <a:pt x="393" y="53"/>
                    <a:pt x="351" y="157"/>
                  </a:cubicBezTo>
                  <a:cubicBezTo>
                    <a:pt x="251" y="558"/>
                    <a:pt x="126" y="959"/>
                    <a:pt x="25" y="1385"/>
                  </a:cubicBezTo>
                  <a:cubicBezTo>
                    <a:pt x="0" y="1485"/>
                    <a:pt x="50" y="1611"/>
                    <a:pt x="176" y="1636"/>
                  </a:cubicBezTo>
                  <a:cubicBezTo>
                    <a:pt x="189" y="1639"/>
                    <a:pt x="202" y="1641"/>
                    <a:pt x="216" y="1641"/>
                  </a:cubicBezTo>
                  <a:cubicBezTo>
                    <a:pt x="307" y="1641"/>
                    <a:pt x="405" y="1572"/>
                    <a:pt x="426" y="1485"/>
                  </a:cubicBezTo>
                  <a:cubicBezTo>
                    <a:pt x="527" y="1084"/>
                    <a:pt x="652" y="658"/>
                    <a:pt x="752" y="257"/>
                  </a:cubicBezTo>
                  <a:cubicBezTo>
                    <a:pt x="802" y="157"/>
                    <a:pt x="727" y="32"/>
                    <a:pt x="627" y="7"/>
                  </a:cubicBezTo>
                  <a:cubicBezTo>
                    <a:pt x="606" y="2"/>
                    <a:pt x="586" y="0"/>
                    <a:pt x="5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p38"/>
            <p:cNvSpPr/>
            <p:nvPr/>
          </p:nvSpPr>
          <p:spPr>
            <a:xfrm>
              <a:off x="2210054" y="3496828"/>
              <a:ext cx="105453" cy="31853"/>
            </a:xfrm>
            <a:custGeom>
              <a:rect b="b" l="l" r="r" t="t"/>
              <a:pathLst>
                <a:path extrusionOk="0" h="1787" w="5916">
                  <a:moveTo>
                    <a:pt x="5631" y="0"/>
                  </a:moveTo>
                  <a:cubicBezTo>
                    <a:pt x="5566" y="0"/>
                    <a:pt x="5504" y="34"/>
                    <a:pt x="5472" y="116"/>
                  </a:cubicBezTo>
                  <a:cubicBezTo>
                    <a:pt x="5342" y="449"/>
                    <a:pt x="5199" y="768"/>
                    <a:pt x="5052" y="1094"/>
                  </a:cubicBezTo>
                  <a:lnTo>
                    <a:pt x="5052" y="1094"/>
                  </a:lnTo>
                  <a:cubicBezTo>
                    <a:pt x="4947" y="924"/>
                    <a:pt x="4837" y="754"/>
                    <a:pt x="4720" y="592"/>
                  </a:cubicBezTo>
                  <a:cubicBezTo>
                    <a:pt x="4594" y="391"/>
                    <a:pt x="4469" y="141"/>
                    <a:pt x="4193" y="141"/>
                  </a:cubicBezTo>
                  <a:cubicBezTo>
                    <a:pt x="3968" y="166"/>
                    <a:pt x="3817" y="366"/>
                    <a:pt x="3692" y="567"/>
                  </a:cubicBezTo>
                  <a:cubicBezTo>
                    <a:pt x="3581" y="757"/>
                    <a:pt x="3480" y="937"/>
                    <a:pt x="3377" y="1119"/>
                  </a:cubicBezTo>
                  <a:lnTo>
                    <a:pt x="3377" y="1119"/>
                  </a:lnTo>
                  <a:cubicBezTo>
                    <a:pt x="3249" y="892"/>
                    <a:pt x="3125" y="661"/>
                    <a:pt x="2990" y="441"/>
                  </a:cubicBezTo>
                  <a:cubicBezTo>
                    <a:pt x="2905" y="249"/>
                    <a:pt x="2764" y="74"/>
                    <a:pt x="2553" y="74"/>
                  </a:cubicBezTo>
                  <a:cubicBezTo>
                    <a:pt x="2517" y="74"/>
                    <a:pt x="2479" y="80"/>
                    <a:pt x="2439" y="91"/>
                  </a:cubicBezTo>
                  <a:cubicBezTo>
                    <a:pt x="2163" y="141"/>
                    <a:pt x="1913" y="466"/>
                    <a:pt x="1737" y="642"/>
                  </a:cubicBezTo>
                  <a:cubicBezTo>
                    <a:pt x="1553" y="826"/>
                    <a:pt x="1382" y="1038"/>
                    <a:pt x="1215" y="1246"/>
                  </a:cubicBezTo>
                  <a:lnTo>
                    <a:pt x="1215" y="1246"/>
                  </a:lnTo>
                  <a:cubicBezTo>
                    <a:pt x="944" y="922"/>
                    <a:pt x="689" y="585"/>
                    <a:pt x="434" y="266"/>
                  </a:cubicBezTo>
                  <a:cubicBezTo>
                    <a:pt x="391" y="217"/>
                    <a:pt x="341" y="197"/>
                    <a:pt x="292" y="197"/>
                  </a:cubicBezTo>
                  <a:cubicBezTo>
                    <a:pt x="140" y="197"/>
                    <a:pt x="0" y="396"/>
                    <a:pt x="133" y="567"/>
                  </a:cubicBezTo>
                  <a:cubicBezTo>
                    <a:pt x="434" y="943"/>
                    <a:pt x="760" y="1344"/>
                    <a:pt x="1060" y="1720"/>
                  </a:cubicBezTo>
                  <a:cubicBezTo>
                    <a:pt x="1099" y="1768"/>
                    <a:pt x="1146" y="1787"/>
                    <a:pt x="1192" y="1787"/>
                  </a:cubicBezTo>
                  <a:cubicBezTo>
                    <a:pt x="1266" y="1787"/>
                    <a:pt x="1340" y="1741"/>
                    <a:pt x="1386" y="1695"/>
                  </a:cubicBezTo>
                  <a:cubicBezTo>
                    <a:pt x="1562" y="1469"/>
                    <a:pt x="1712" y="1268"/>
                    <a:pt x="1913" y="1068"/>
                  </a:cubicBezTo>
                  <a:cubicBezTo>
                    <a:pt x="2038" y="918"/>
                    <a:pt x="2213" y="717"/>
                    <a:pt x="2389" y="617"/>
                  </a:cubicBezTo>
                  <a:cubicBezTo>
                    <a:pt x="2454" y="574"/>
                    <a:pt x="2495" y="549"/>
                    <a:pt x="2529" y="549"/>
                  </a:cubicBezTo>
                  <a:cubicBezTo>
                    <a:pt x="2575" y="549"/>
                    <a:pt x="2607" y="592"/>
                    <a:pt x="2664" y="692"/>
                  </a:cubicBezTo>
                  <a:cubicBezTo>
                    <a:pt x="2715" y="767"/>
                    <a:pt x="2765" y="867"/>
                    <a:pt x="2815" y="943"/>
                  </a:cubicBezTo>
                  <a:cubicBezTo>
                    <a:pt x="2940" y="1193"/>
                    <a:pt x="3065" y="1419"/>
                    <a:pt x="3191" y="1669"/>
                  </a:cubicBezTo>
                  <a:cubicBezTo>
                    <a:pt x="3228" y="1732"/>
                    <a:pt x="3304" y="1763"/>
                    <a:pt x="3379" y="1763"/>
                  </a:cubicBezTo>
                  <a:cubicBezTo>
                    <a:pt x="3454" y="1763"/>
                    <a:pt x="3529" y="1732"/>
                    <a:pt x="3567" y="1669"/>
                  </a:cubicBezTo>
                  <a:cubicBezTo>
                    <a:pt x="3667" y="1469"/>
                    <a:pt x="3767" y="1294"/>
                    <a:pt x="3868" y="1118"/>
                  </a:cubicBezTo>
                  <a:cubicBezTo>
                    <a:pt x="3918" y="1043"/>
                    <a:pt x="4093" y="617"/>
                    <a:pt x="4193" y="592"/>
                  </a:cubicBezTo>
                  <a:cubicBezTo>
                    <a:pt x="4196" y="591"/>
                    <a:pt x="4199" y="591"/>
                    <a:pt x="4202" y="591"/>
                  </a:cubicBezTo>
                  <a:cubicBezTo>
                    <a:pt x="4305" y="591"/>
                    <a:pt x="4495" y="995"/>
                    <a:pt x="4519" y="1068"/>
                  </a:cubicBezTo>
                  <a:cubicBezTo>
                    <a:pt x="4644" y="1268"/>
                    <a:pt x="4770" y="1469"/>
                    <a:pt x="4895" y="1669"/>
                  </a:cubicBezTo>
                  <a:cubicBezTo>
                    <a:pt x="4934" y="1735"/>
                    <a:pt x="5015" y="1773"/>
                    <a:pt x="5093" y="1773"/>
                  </a:cubicBezTo>
                  <a:cubicBezTo>
                    <a:pt x="5165" y="1773"/>
                    <a:pt x="5235" y="1741"/>
                    <a:pt x="5271" y="1669"/>
                  </a:cubicBezTo>
                  <a:cubicBezTo>
                    <a:pt x="5446" y="1218"/>
                    <a:pt x="5647" y="767"/>
                    <a:pt x="5847" y="316"/>
                  </a:cubicBezTo>
                  <a:cubicBezTo>
                    <a:pt x="5915" y="147"/>
                    <a:pt x="5766" y="0"/>
                    <a:pt x="563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3" name="Google Shape;3013;p38"/>
            <p:cNvSpPr/>
            <p:nvPr/>
          </p:nvSpPr>
          <p:spPr>
            <a:xfrm>
              <a:off x="2415975" y="3645191"/>
              <a:ext cx="135274" cy="48520"/>
            </a:xfrm>
            <a:custGeom>
              <a:rect b="b" l="l" r="r" t="t"/>
              <a:pathLst>
                <a:path extrusionOk="0" h="2722" w="7589">
                  <a:moveTo>
                    <a:pt x="6344" y="0"/>
                  </a:moveTo>
                  <a:cubicBezTo>
                    <a:pt x="6254" y="0"/>
                    <a:pt x="6158" y="66"/>
                    <a:pt x="6125" y="164"/>
                  </a:cubicBezTo>
                  <a:cubicBezTo>
                    <a:pt x="6025" y="414"/>
                    <a:pt x="5925" y="665"/>
                    <a:pt x="5824" y="915"/>
                  </a:cubicBezTo>
                  <a:cubicBezTo>
                    <a:pt x="5799" y="1016"/>
                    <a:pt x="5774" y="1116"/>
                    <a:pt x="5724" y="1191"/>
                  </a:cubicBezTo>
                  <a:cubicBezTo>
                    <a:pt x="5699" y="1241"/>
                    <a:pt x="5624" y="1567"/>
                    <a:pt x="5574" y="1592"/>
                  </a:cubicBezTo>
                  <a:cubicBezTo>
                    <a:pt x="5549" y="1592"/>
                    <a:pt x="5273" y="1241"/>
                    <a:pt x="5198" y="1166"/>
                  </a:cubicBezTo>
                  <a:cubicBezTo>
                    <a:pt x="5022" y="966"/>
                    <a:pt x="4847" y="740"/>
                    <a:pt x="4697" y="539"/>
                  </a:cubicBezTo>
                  <a:cubicBezTo>
                    <a:pt x="4658" y="501"/>
                    <a:pt x="4609" y="485"/>
                    <a:pt x="4559" y="485"/>
                  </a:cubicBezTo>
                  <a:cubicBezTo>
                    <a:pt x="4477" y="485"/>
                    <a:pt x="4392" y="528"/>
                    <a:pt x="4346" y="590"/>
                  </a:cubicBezTo>
                  <a:cubicBezTo>
                    <a:pt x="4112" y="1038"/>
                    <a:pt x="3969" y="1501"/>
                    <a:pt x="3882" y="1991"/>
                  </a:cubicBezTo>
                  <a:lnTo>
                    <a:pt x="3882" y="1991"/>
                  </a:lnTo>
                  <a:cubicBezTo>
                    <a:pt x="3529" y="1664"/>
                    <a:pt x="3203" y="1310"/>
                    <a:pt x="2892" y="940"/>
                  </a:cubicBezTo>
                  <a:cubicBezTo>
                    <a:pt x="2856" y="887"/>
                    <a:pt x="2808" y="865"/>
                    <a:pt x="2757" y="865"/>
                  </a:cubicBezTo>
                  <a:cubicBezTo>
                    <a:pt x="2668" y="865"/>
                    <a:pt x="2573" y="935"/>
                    <a:pt x="2541" y="1016"/>
                  </a:cubicBezTo>
                  <a:cubicBezTo>
                    <a:pt x="2414" y="1439"/>
                    <a:pt x="2233" y="1845"/>
                    <a:pt x="1998" y="2218"/>
                  </a:cubicBezTo>
                  <a:lnTo>
                    <a:pt x="1998" y="2218"/>
                  </a:lnTo>
                  <a:cubicBezTo>
                    <a:pt x="1420" y="1753"/>
                    <a:pt x="885" y="1227"/>
                    <a:pt x="411" y="640"/>
                  </a:cubicBezTo>
                  <a:cubicBezTo>
                    <a:pt x="370" y="593"/>
                    <a:pt x="324" y="574"/>
                    <a:pt x="279" y="574"/>
                  </a:cubicBezTo>
                  <a:cubicBezTo>
                    <a:pt x="132" y="574"/>
                    <a:pt x="0" y="787"/>
                    <a:pt x="135" y="940"/>
                  </a:cubicBezTo>
                  <a:cubicBezTo>
                    <a:pt x="661" y="1592"/>
                    <a:pt x="1238" y="2169"/>
                    <a:pt x="1915" y="2670"/>
                  </a:cubicBezTo>
                  <a:cubicBezTo>
                    <a:pt x="1958" y="2703"/>
                    <a:pt x="2007" y="2721"/>
                    <a:pt x="2056" y="2721"/>
                  </a:cubicBezTo>
                  <a:cubicBezTo>
                    <a:pt x="2119" y="2721"/>
                    <a:pt x="2184" y="2690"/>
                    <a:pt x="2240" y="2620"/>
                  </a:cubicBezTo>
                  <a:cubicBezTo>
                    <a:pt x="2474" y="2269"/>
                    <a:pt x="2662" y="1889"/>
                    <a:pt x="2817" y="1490"/>
                  </a:cubicBezTo>
                  <a:lnTo>
                    <a:pt x="2817" y="1490"/>
                  </a:lnTo>
                  <a:cubicBezTo>
                    <a:pt x="3152" y="1883"/>
                    <a:pt x="3507" y="2243"/>
                    <a:pt x="3895" y="2570"/>
                  </a:cubicBezTo>
                  <a:cubicBezTo>
                    <a:pt x="3940" y="2600"/>
                    <a:pt x="3989" y="2614"/>
                    <a:pt x="4034" y="2614"/>
                  </a:cubicBezTo>
                  <a:cubicBezTo>
                    <a:pt x="4138" y="2614"/>
                    <a:pt x="4228" y="2541"/>
                    <a:pt x="4245" y="2419"/>
                  </a:cubicBezTo>
                  <a:cubicBezTo>
                    <a:pt x="4286" y="1948"/>
                    <a:pt x="4394" y="1493"/>
                    <a:pt x="4583" y="1069"/>
                  </a:cubicBezTo>
                  <a:lnTo>
                    <a:pt x="4583" y="1069"/>
                  </a:lnTo>
                  <a:cubicBezTo>
                    <a:pt x="4755" y="1277"/>
                    <a:pt x="4933" y="1491"/>
                    <a:pt x="5098" y="1692"/>
                  </a:cubicBezTo>
                  <a:cubicBezTo>
                    <a:pt x="5240" y="1835"/>
                    <a:pt x="5399" y="2027"/>
                    <a:pt x="5601" y="2027"/>
                  </a:cubicBezTo>
                  <a:cubicBezTo>
                    <a:pt x="5648" y="2027"/>
                    <a:pt x="5697" y="2017"/>
                    <a:pt x="5749" y="1993"/>
                  </a:cubicBezTo>
                  <a:cubicBezTo>
                    <a:pt x="5975" y="1893"/>
                    <a:pt x="6050" y="1542"/>
                    <a:pt x="6125" y="1316"/>
                  </a:cubicBezTo>
                  <a:cubicBezTo>
                    <a:pt x="6223" y="1088"/>
                    <a:pt x="6310" y="860"/>
                    <a:pt x="6393" y="633"/>
                  </a:cubicBezTo>
                  <a:lnTo>
                    <a:pt x="6393" y="633"/>
                  </a:lnTo>
                  <a:cubicBezTo>
                    <a:pt x="6646" y="944"/>
                    <a:pt x="6900" y="1256"/>
                    <a:pt x="7153" y="1567"/>
                  </a:cubicBezTo>
                  <a:cubicBezTo>
                    <a:pt x="7193" y="1614"/>
                    <a:pt x="7241" y="1633"/>
                    <a:pt x="7288" y="1633"/>
                  </a:cubicBezTo>
                  <a:cubicBezTo>
                    <a:pt x="7442" y="1633"/>
                    <a:pt x="7588" y="1420"/>
                    <a:pt x="7453" y="1266"/>
                  </a:cubicBezTo>
                  <a:cubicBezTo>
                    <a:pt x="7128" y="865"/>
                    <a:pt x="6802" y="464"/>
                    <a:pt x="6476" y="63"/>
                  </a:cubicBezTo>
                  <a:cubicBezTo>
                    <a:pt x="6441" y="19"/>
                    <a:pt x="6393" y="0"/>
                    <a:pt x="63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4" name="Google Shape;3014;p38"/>
            <p:cNvSpPr/>
            <p:nvPr/>
          </p:nvSpPr>
          <p:spPr>
            <a:xfrm>
              <a:off x="2105579" y="3775140"/>
              <a:ext cx="150193" cy="43475"/>
            </a:xfrm>
            <a:custGeom>
              <a:rect b="b" l="l" r="r" t="t"/>
              <a:pathLst>
                <a:path extrusionOk="0" h="2439" w="8426">
                  <a:moveTo>
                    <a:pt x="4742" y="1"/>
                  </a:moveTo>
                  <a:cubicBezTo>
                    <a:pt x="4574" y="1"/>
                    <a:pt x="4420" y="110"/>
                    <a:pt x="4315" y="267"/>
                  </a:cubicBezTo>
                  <a:cubicBezTo>
                    <a:pt x="4004" y="756"/>
                    <a:pt x="4087" y="1423"/>
                    <a:pt x="3812" y="1917"/>
                  </a:cubicBezTo>
                  <a:lnTo>
                    <a:pt x="3812" y="1917"/>
                  </a:lnTo>
                  <a:cubicBezTo>
                    <a:pt x="3578" y="1676"/>
                    <a:pt x="3353" y="1435"/>
                    <a:pt x="3112" y="1194"/>
                  </a:cubicBezTo>
                  <a:cubicBezTo>
                    <a:pt x="2987" y="1044"/>
                    <a:pt x="2836" y="894"/>
                    <a:pt x="2686" y="743"/>
                  </a:cubicBezTo>
                  <a:cubicBezTo>
                    <a:pt x="2586" y="643"/>
                    <a:pt x="2485" y="493"/>
                    <a:pt x="2335" y="417"/>
                  </a:cubicBezTo>
                  <a:cubicBezTo>
                    <a:pt x="2290" y="400"/>
                    <a:pt x="2248" y="392"/>
                    <a:pt x="2209" y="392"/>
                  </a:cubicBezTo>
                  <a:cubicBezTo>
                    <a:pt x="1961" y="392"/>
                    <a:pt x="1813" y="696"/>
                    <a:pt x="1683" y="869"/>
                  </a:cubicBezTo>
                  <a:cubicBezTo>
                    <a:pt x="1512" y="1135"/>
                    <a:pt x="1341" y="1401"/>
                    <a:pt x="1170" y="1667"/>
                  </a:cubicBezTo>
                  <a:lnTo>
                    <a:pt x="1170" y="1667"/>
                  </a:lnTo>
                  <a:cubicBezTo>
                    <a:pt x="939" y="1351"/>
                    <a:pt x="718" y="1035"/>
                    <a:pt x="480" y="718"/>
                  </a:cubicBezTo>
                  <a:cubicBezTo>
                    <a:pt x="426" y="648"/>
                    <a:pt x="355" y="619"/>
                    <a:pt x="287" y="619"/>
                  </a:cubicBezTo>
                  <a:cubicBezTo>
                    <a:pt x="136" y="619"/>
                    <a:pt x="1" y="763"/>
                    <a:pt x="104" y="919"/>
                  </a:cubicBezTo>
                  <a:cubicBezTo>
                    <a:pt x="405" y="1320"/>
                    <a:pt x="706" y="1721"/>
                    <a:pt x="1007" y="2122"/>
                  </a:cubicBezTo>
                  <a:cubicBezTo>
                    <a:pt x="1059" y="2187"/>
                    <a:pt x="1132" y="2225"/>
                    <a:pt x="1200" y="2225"/>
                  </a:cubicBezTo>
                  <a:cubicBezTo>
                    <a:pt x="1263" y="2225"/>
                    <a:pt x="1322" y="2194"/>
                    <a:pt x="1358" y="2122"/>
                  </a:cubicBezTo>
                  <a:cubicBezTo>
                    <a:pt x="1533" y="1871"/>
                    <a:pt x="1708" y="1595"/>
                    <a:pt x="1884" y="1345"/>
                  </a:cubicBezTo>
                  <a:cubicBezTo>
                    <a:pt x="1984" y="1194"/>
                    <a:pt x="2084" y="1069"/>
                    <a:pt x="2160" y="919"/>
                  </a:cubicBezTo>
                  <a:cubicBezTo>
                    <a:pt x="2174" y="890"/>
                    <a:pt x="2205" y="861"/>
                    <a:pt x="2215" y="841"/>
                  </a:cubicBezTo>
                  <a:lnTo>
                    <a:pt x="2215" y="841"/>
                  </a:lnTo>
                  <a:cubicBezTo>
                    <a:pt x="2261" y="890"/>
                    <a:pt x="2341" y="1000"/>
                    <a:pt x="2360" y="1019"/>
                  </a:cubicBezTo>
                  <a:cubicBezTo>
                    <a:pt x="2811" y="1470"/>
                    <a:pt x="3237" y="1921"/>
                    <a:pt x="3688" y="2372"/>
                  </a:cubicBezTo>
                  <a:cubicBezTo>
                    <a:pt x="3729" y="2413"/>
                    <a:pt x="3790" y="2438"/>
                    <a:pt x="3851" y="2438"/>
                  </a:cubicBezTo>
                  <a:cubicBezTo>
                    <a:pt x="3903" y="2438"/>
                    <a:pt x="3954" y="2419"/>
                    <a:pt x="3989" y="2372"/>
                  </a:cubicBezTo>
                  <a:cubicBezTo>
                    <a:pt x="4365" y="1946"/>
                    <a:pt x="4365" y="1395"/>
                    <a:pt x="4515" y="869"/>
                  </a:cubicBezTo>
                  <a:cubicBezTo>
                    <a:pt x="4541" y="768"/>
                    <a:pt x="4591" y="518"/>
                    <a:pt x="4666" y="468"/>
                  </a:cubicBezTo>
                  <a:cubicBezTo>
                    <a:pt x="4681" y="460"/>
                    <a:pt x="4696" y="456"/>
                    <a:pt x="4712" y="456"/>
                  </a:cubicBezTo>
                  <a:cubicBezTo>
                    <a:pt x="4846" y="456"/>
                    <a:pt x="4974" y="728"/>
                    <a:pt x="5042" y="818"/>
                  </a:cubicBezTo>
                  <a:cubicBezTo>
                    <a:pt x="5242" y="1044"/>
                    <a:pt x="5443" y="1270"/>
                    <a:pt x="5668" y="1470"/>
                  </a:cubicBezTo>
                  <a:cubicBezTo>
                    <a:pt x="5896" y="1662"/>
                    <a:pt x="6282" y="2001"/>
                    <a:pt x="6613" y="2001"/>
                  </a:cubicBezTo>
                  <a:cubicBezTo>
                    <a:pt x="6757" y="2001"/>
                    <a:pt x="6891" y="1938"/>
                    <a:pt x="6997" y="1771"/>
                  </a:cubicBezTo>
                  <a:cubicBezTo>
                    <a:pt x="7172" y="1495"/>
                    <a:pt x="7272" y="1144"/>
                    <a:pt x="7398" y="844"/>
                  </a:cubicBezTo>
                  <a:cubicBezTo>
                    <a:pt x="7423" y="768"/>
                    <a:pt x="7473" y="668"/>
                    <a:pt x="7498" y="568"/>
                  </a:cubicBezTo>
                  <a:cubicBezTo>
                    <a:pt x="7520" y="551"/>
                    <a:pt x="7537" y="537"/>
                    <a:pt x="7550" y="525"/>
                  </a:cubicBezTo>
                  <a:lnTo>
                    <a:pt x="7550" y="525"/>
                  </a:lnTo>
                  <a:cubicBezTo>
                    <a:pt x="7557" y="530"/>
                    <a:pt x="7565" y="536"/>
                    <a:pt x="7573" y="543"/>
                  </a:cubicBezTo>
                  <a:cubicBezTo>
                    <a:pt x="7673" y="693"/>
                    <a:pt x="7799" y="844"/>
                    <a:pt x="7899" y="994"/>
                  </a:cubicBezTo>
                  <a:cubicBezTo>
                    <a:pt x="7945" y="1056"/>
                    <a:pt x="8021" y="1099"/>
                    <a:pt x="8095" y="1099"/>
                  </a:cubicBezTo>
                  <a:cubicBezTo>
                    <a:pt x="8141" y="1099"/>
                    <a:pt x="8186" y="1082"/>
                    <a:pt x="8225" y="1044"/>
                  </a:cubicBezTo>
                  <a:cubicBezTo>
                    <a:pt x="8350" y="894"/>
                    <a:pt x="8425" y="743"/>
                    <a:pt x="8400" y="568"/>
                  </a:cubicBezTo>
                  <a:cubicBezTo>
                    <a:pt x="8388" y="430"/>
                    <a:pt x="8275" y="361"/>
                    <a:pt x="8168" y="361"/>
                  </a:cubicBezTo>
                  <a:cubicBezTo>
                    <a:pt x="8106" y="361"/>
                    <a:pt x="8046" y="385"/>
                    <a:pt x="8009" y="431"/>
                  </a:cubicBezTo>
                  <a:lnTo>
                    <a:pt x="8009" y="431"/>
                  </a:lnTo>
                  <a:cubicBezTo>
                    <a:pt x="7964" y="368"/>
                    <a:pt x="7919" y="305"/>
                    <a:pt x="7874" y="242"/>
                  </a:cubicBezTo>
                  <a:cubicBezTo>
                    <a:pt x="7799" y="142"/>
                    <a:pt x="7723" y="67"/>
                    <a:pt x="7598" y="42"/>
                  </a:cubicBezTo>
                  <a:cubicBezTo>
                    <a:pt x="7569" y="35"/>
                    <a:pt x="7541" y="32"/>
                    <a:pt x="7515" y="32"/>
                  </a:cubicBezTo>
                  <a:cubicBezTo>
                    <a:pt x="7231" y="32"/>
                    <a:pt x="7139" y="386"/>
                    <a:pt x="7047" y="593"/>
                  </a:cubicBezTo>
                  <a:cubicBezTo>
                    <a:pt x="6972" y="793"/>
                    <a:pt x="6871" y="994"/>
                    <a:pt x="6796" y="1219"/>
                  </a:cubicBezTo>
                  <a:cubicBezTo>
                    <a:pt x="6746" y="1295"/>
                    <a:pt x="6721" y="1420"/>
                    <a:pt x="6671" y="1495"/>
                  </a:cubicBezTo>
                  <a:cubicBezTo>
                    <a:pt x="6629" y="1551"/>
                    <a:pt x="6611" y="1568"/>
                    <a:pt x="6585" y="1568"/>
                  </a:cubicBezTo>
                  <a:cubicBezTo>
                    <a:pt x="6565" y="1568"/>
                    <a:pt x="6540" y="1556"/>
                    <a:pt x="6495" y="1545"/>
                  </a:cubicBezTo>
                  <a:cubicBezTo>
                    <a:pt x="6170" y="1420"/>
                    <a:pt x="5819" y="1069"/>
                    <a:pt x="5593" y="818"/>
                  </a:cubicBezTo>
                  <a:cubicBezTo>
                    <a:pt x="5393" y="593"/>
                    <a:pt x="5242" y="242"/>
                    <a:pt x="4967" y="67"/>
                  </a:cubicBezTo>
                  <a:cubicBezTo>
                    <a:pt x="4891" y="21"/>
                    <a:pt x="4815" y="1"/>
                    <a:pt x="474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p38"/>
            <p:cNvSpPr/>
            <p:nvPr/>
          </p:nvSpPr>
          <p:spPr>
            <a:xfrm>
              <a:off x="1882207" y="2951078"/>
              <a:ext cx="141370" cy="52156"/>
            </a:xfrm>
            <a:custGeom>
              <a:rect b="b" l="l" r="r" t="t"/>
              <a:pathLst>
                <a:path extrusionOk="0" h="2926" w="7931">
                  <a:moveTo>
                    <a:pt x="6378" y="0"/>
                  </a:moveTo>
                  <a:cubicBezTo>
                    <a:pt x="6328" y="0"/>
                    <a:pt x="6275" y="9"/>
                    <a:pt x="6219" y="30"/>
                  </a:cubicBezTo>
                  <a:cubicBezTo>
                    <a:pt x="5994" y="105"/>
                    <a:pt x="5894" y="355"/>
                    <a:pt x="5818" y="556"/>
                  </a:cubicBezTo>
                  <a:cubicBezTo>
                    <a:pt x="5711" y="825"/>
                    <a:pt x="5616" y="1094"/>
                    <a:pt x="5525" y="1363"/>
                  </a:cubicBezTo>
                  <a:lnTo>
                    <a:pt x="5525" y="1363"/>
                  </a:lnTo>
                  <a:cubicBezTo>
                    <a:pt x="5211" y="1046"/>
                    <a:pt x="4904" y="735"/>
                    <a:pt x="4565" y="456"/>
                  </a:cubicBezTo>
                  <a:cubicBezTo>
                    <a:pt x="4446" y="356"/>
                    <a:pt x="4323" y="308"/>
                    <a:pt x="4208" y="308"/>
                  </a:cubicBezTo>
                  <a:cubicBezTo>
                    <a:pt x="4034" y="308"/>
                    <a:pt x="3879" y="419"/>
                    <a:pt x="3788" y="631"/>
                  </a:cubicBezTo>
                  <a:cubicBezTo>
                    <a:pt x="3638" y="1082"/>
                    <a:pt x="3563" y="1634"/>
                    <a:pt x="3287" y="2010"/>
                  </a:cubicBezTo>
                  <a:cubicBezTo>
                    <a:pt x="3249" y="2048"/>
                    <a:pt x="3221" y="2064"/>
                    <a:pt x="3195" y="2064"/>
                  </a:cubicBezTo>
                  <a:cubicBezTo>
                    <a:pt x="3153" y="2064"/>
                    <a:pt x="3114" y="2021"/>
                    <a:pt x="3036" y="1959"/>
                  </a:cubicBezTo>
                  <a:cubicBezTo>
                    <a:pt x="2911" y="1884"/>
                    <a:pt x="2811" y="1784"/>
                    <a:pt x="2685" y="1684"/>
                  </a:cubicBezTo>
                  <a:cubicBezTo>
                    <a:pt x="2435" y="1533"/>
                    <a:pt x="2209" y="1358"/>
                    <a:pt x="1984" y="1183"/>
                  </a:cubicBezTo>
                  <a:cubicBezTo>
                    <a:pt x="1955" y="1154"/>
                    <a:pt x="1920" y="1142"/>
                    <a:pt x="1885" y="1142"/>
                  </a:cubicBezTo>
                  <a:cubicBezTo>
                    <a:pt x="1795" y="1142"/>
                    <a:pt x="1701" y="1218"/>
                    <a:pt x="1683" y="1308"/>
                  </a:cubicBezTo>
                  <a:cubicBezTo>
                    <a:pt x="1584" y="1664"/>
                    <a:pt x="1470" y="2004"/>
                    <a:pt x="1328" y="2340"/>
                  </a:cubicBezTo>
                  <a:lnTo>
                    <a:pt x="1328" y="2340"/>
                  </a:lnTo>
                  <a:cubicBezTo>
                    <a:pt x="1037" y="1997"/>
                    <a:pt x="733" y="1657"/>
                    <a:pt x="430" y="1333"/>
                  </a:cubicBezTo>
                  <a:cubicBezTo>
                    <a:pt x="389" y="1286"/>
                    <a:pt x="341" y="1267"/>
                    <a:pt x="295" y="1267"/>
                  </a:cubicBezTo>
                  <a:cubicBezTo>
                    <a:pt x="142" y="1267"/>
                    <a:pt x="0" y="1480"/>
                    <a:pt x="154" y="1634"/>
                  </a:cubicBezTo>
                  <a:cubicBezTo>
                    <a:pt x="505" y="2035"/>
                    <a:pt x="881" y="2461"/>
                    <a:pt x="1232" y="2862"/>
                  </a:cubicBezTo>
                  <a:cubicBezTo>
                    <a:pt x="1265" y="2906"/>
                    <a:pt x="1322" y="2926"/>
                    <a:pt x="1380" y="2926"/>
                  </a:cubicBezTo>
                  <a:cubicBezTo>
                    <a:pt x="1454" y="2926"/>
                    <a:pt x="1529" y="2893"/>
                    <a:pt x="1558" y="2837"/>
                  </a:cubicBezTo>
                  <a:cubicBezTo>
                    <a:pt x="1739" y="2475"/>
                    <a:pt x="1887" y="2097"/>
                    <a:pt x="2004" y="1703"/>
                  </a:cubicBezTo>
                  <a:lnTo>
                    <a:pt x="2004" y="1703"/>
                  </a:lnTo>
                  <a:lnTo>
                    <a:pt x="2435" y="2035"/>
                  </a:lnTo>
                  <a:cubicBezTo>
                    <a:pt x="2610" y="2160"/>
                    <a:pt x="2836" y="2386"/>
                    <a:pt x="3061" y="2486"/>
                  </a:cubicBezTo>
                  <a:cubicBezTo>
                    <a:pt x="3117" y="2505"/>
                    <a:pt x="3169" y="2514"/>
                    <a:pt x="3217" y="2514"/>
                  </a:cubicBezTo>
                  <a:cubicBezTo>
                    <a:pt x="3539" y="2514"/>
                    <a:pt x="3704" y="2117"/>
                    <a:pt x="3813" y="1834"/>
                  </a:cubicBezTo>
                  <a:cubicBezTo>
                    <a:pt x="3914" y="1634"/>
                    <a:pt x="3989" y="1433"/>
                    <a:pt x="4064" y="1233"/>
                  </a:cubicBezTo>
                  <a:cubicBezTo>
                    <a:pt x="4089" y="1107"/>
                    <a:pt x="4114" y="982"/>
                    <a:pt x="4164" y="882"/>
                  </a:cubicBezTo>
                  <a:cubicBezTo>
                    <a:pt x="4164" y="832"/>
                    <a:pt x="4189" y="782"/>
                    <a:pt x="4214" y="731"/>
                  </a:cubicBezTo>
                  <a:cubicBezTo>
                    <a:pt x="4214" y="712"/>
                    <a:pt x="4222" y="704"/>
                    <a:pt x="4232" y="704"/>
                  </a:cubicBezTo>
                  <a:cubicBezTo>
                    <a:pt x="4249" y="704"/>
                    <a:pt x="4274" y="726"/>
                    <a:pt x="4289" y="756"/>
                  </a:cubicBezTo>
                  <a:cubicBezTo>
                    <a:pt x="4390" y="832"/>
                    <a:pt x="4490" y="957"/>
                    <a:pt x="4590" y="1057"/>
                  </a:cubicBezTo>
                  <a:cubicBezTo>
                    <a:pt x="4690" y="1132"/>
                    <a:pt x="4791" y="1233"/>
                    <a:pt x="4891" y="1333"/>
                  </a:cubicBezTo>
                  <a:cubicBezTo>
                    <a:pt x="5091" y="1508"/>
                    <a:pt x="5267" y="1709"/>
                    <a:pt x="5467" y="1909"/>
                  </a:cubicBezTo>
                  <a:cubicBezTo>
                    <a:pt x="5512" y="1945"/>
                    <a:pt x="5563" y="1962"/>
                    <a:pt x="5612" y="1962"/>
                  </a:cubicBezTo>
                  <a:cubicBezTo>
                    <a:pt x="5701" y="1962"/>
                    <a:pt x="5786" y="1906"/>
                    <a:pt x="5818" y="1809"/>
                  </a:cubicBezTo>
                  <a:cubicBezTo>
                    <a:pt x="5919" y="1558"/>
                    <a:pt x="5994" y="1308"/>
                    <a:pt x="6094" y="1032"/>
                  </a:cubicBezTo>
                  <a:cubicBezTo>
                    <a:pt x="6144" y="907"/>
                    <a:pt x="6194" y="531"/>
                    <a:pt x="6320" y="456"/>
                  </a:cubicBezTo>
                  <a:cubicBezTo>
                    <a:pt x="6339" y="443"/>
                    <a:pt x="6361" y="437"/>
                    <a:pt x="6384" y="437"/>
                  </a:cubicBezTo>
                  <a:cubicBezTo>
                    <a:pt x="6539" y="437"/>
                    <a:pt x="6762" y="694"/>
                    <a:pt x="6871" y="782"/>
                  </a:cubicBezTo>
                  <a:cubicBezTo>
                    <a:pt x="7071" y="957"/>
                    <a:pt x="7272" y="1107"/>
                    <a:pt x="7472" y="1258"/>
                  </a:cubicBezTo>
                  <a:cubicBezTo>
                    <a:pt x="7521" y="1295"/>
                    <a:pt x="7572" y="1311"/>
                    <a:pt x="7619" y="1311"/>
                  </a:cubicBezTo>
                  <a:cubicBezTo>
                    <a:pt x="7794" y="1311"/>
                    <a:pt x="7931" y="1100"/>
                    <a:pt x="7773" y="982"/>
                  </a:cubicBezTo>
                  <a:cubicBezTo>
                    <a:pt x="7472" y="731"/>
                    <a:pt x="7197" y="506"/>
                    <a:pt x="6896" y="280"/>
                  </a:cubicBezTo>
                  <a:cubicBezTo>
                    <a:pt x="6736" y="140"/>
                    <a:pt x="6576" y="0"/>
                    <a:pt x="63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p38"/>
            <p:cNvSpPr/>
            <p:nvPr/>
          </p:nvSpPr>
          <p:spPr>
            <a:xfrm>
              <a:off x="1879016" y="3944181"/>
              <a:ext cx="117378" cy="40677"/>
            </a:xfrm>
            <a:custGeom>
              <a:rect b="b" l="l" r="r" t="t"/>
              <a:pathLst>
                <a:path extrusionOk="0" h="2282" w="6585">
                  <a:moveTo>
                    <a:pt x="5374" y="0"/>
                  </a:moveTo>
                  <a:cubicBezTo>
                    <a:pt x="5298" y="0"/>
                    <a:pt x="5222" y="25"/>
                    <a:pt x="5145" y="82"/>
                  </a:cubicBezTo>
                  <a:cubicBezTo>
                    <a:pt x="4945" y="233"/>
                    <a:pt x="4895" y="508"/>
                    <a:pt x="4794" y="709"/>
                  </a:cubicBezTo>
                  <a:cubicBezTo>
                    <a:pt x="4709" y="948"/>
                    <a:pt x="4612" y="1175"/>
                    <a:pt x="4519" y="1407"/>
                  </a:cubicBezTo>
                  <a:lnTo>
                    <a:pt x="4519" y="1407"/>
                  </a:lnTo>
                  <a:cubicBezTo>
                    <a:pt x="4227" y="1082"/>
                    <a:pt x="3993" y="716"/>
                    <a:pt x="3792" y="333"/>
                  </a:cubicBezTo>
                  <a:cubicBezTo>
                    <a:pt x="3754" y="258"/>
                    <a:pt x="3679" y="220"/>
                    <a:pt x="3607" y="220"/>
                  </a:cubicBezTo>
                  <a:cubicBezTo>
                    <a:pt x="3535" y="220"/>
                    <a:pt x="3466" y="258"/>
                    <a:pt x="3441" y="333"/>
                  </a:cubicBezTo>
                  <a:cubicBezTo>
                    <a:pt x="3291" y="609"/>
                    <a:pt x="3140" y="859"/>
                    <a:pt x="2990" y="1135"/>
                  </a:cubicBezTo>
                  <a:lnTo>
                    <a:pt x="2789" y="1511"/>
                  </a:lnTo>
                  <a:cubicBezTo>
                    <a:pt x="2736" y="1600"/>
                    <a:pt x="2682" y="1727"/>
                    <a:pt x="2620" y="1820"/>
                  </a:cubicBezTo>
                  <a:lnTo>
                    <a:pt x="2620" y="1820"/>
                  </a:lnTo>
                  <a:cubicBezTo>
                    <a:pt x="2544" y="1747"/>
                    <a:pt x="2451" y="1598"/>
                    <a:pt x="2413" y="1561"/>
                  </a:cubicBezTo>
                  <a:lnTo>
                    <a:pt x="2138" y="1210"/>
                  </a:lnTo>
                  <a:cubicBezTo>
                    <a:pt x="1987" y="1060"/>
                    <a:pt x="1812" y="734"/>
                    <a:pt x="1586" y="709"/>
                  </a:cubicBezTo>
                  <a:cubicBezTo>
                    <a:pt x="1573" y="707"/>
                    <a:pt x="1561" y="707"/>
                    <a:pt x="1549" y="707"/>
                  </a:cubicBezTo>
                  <a:cubicBezTo>
                    <a:pt x="1349" y="707"/>
                    <a:pt x="1256" y="893"/>
                    <a:pt x="1185" y="1035"/>
                  </a:cubicBezTo>
                  <a:cubicBezTo>
                    <a:pt x="1089" y="1227"/>
                    <a:pt x="993" y="1408"/>
                    <a:pt x="904" y="1586"/>
                  </a:cubicBezTo>
                  <a:lnTo>
                    <a:pt x="904" y="1586"/>
                  </a:lnTo>
                  <a:cubicBezTo>
                    <a:pt x="763" y="1384"/>
                    <a:pt x="617" y="1177"/>
                    <a:pt x="483" y="960"/>
                  </a:cubicBezTo>
                  <a:cubicBezTo>
                    <a:pt x="440" y="902"/>
                    <a:pt x="378" y="877"/>
                    <a:pt x="315" y="877"/>
                  </a:cubicBezTo>
                  <a:cubicBezTo>
                    <a:pt x="160" y="877"/>
                    <a:pt x="1" y="1025"/>
                    <a:pt x="108" y="1185"/>
                  </a:cubicBezTo>
                  <a:cubicBezTo>
                    <a:pt x="333" y="1486"/>
                    <a:pt x="534" y="1812"/>
                    <a:pt x="759" y="2112"/>
                  </a:cubicBezTo>
                  <a:cubicBezTo>
                    <a:pt x="798" y="2178"/>
                    <a:pt x="872" y="2216"/>
                    <a:pt x="944" y="2216"/>
                  </a:cubicBezTo>
                  <a:cubicBezTo>
                    <a:pt x="1010" y="2216"/>
                    <a:pt x="1074" y="2184"/>
                    <a:pt x="1110" y="2112"/>
                  </a:cubicBezTo>
                  <a:lnTo>
                    <a:pt x="1436" y="1486"/>
                  </a:lnTo>
                  <a:cubicBezTo>
                    <a:pt x="1461" y="1411"/>
                    <a:pt x="1561" y="1285"/>
                    <a:pt x="1561" y="1210"/>
                  </a:cubicBezTo>
                  <a:cubicBezTo>
                    <a:pt x="1565" y="1206"/>
                    <a:pt x="1568" y="1201"/>
                    <a:pt x="1571" y="1197"/>
                  </a:cubicBezTo>
                  <a:lnTo>
                    <a:pt x="1571" y="1197"/>
                  </a:lnTo>
                  <a:cubicBezTo>
                    <a:pt x="1598" y="1226"/>
                    <a:pt x="1622" y="1256"/>
                    <a:pt x="1636" y="1285"/>
                  </a:cubicBezTo>
                  <a:cubicBezTo>
                    <a:pt x="1762" y="1436"/>
                    <a:pt x="1912" y="1586"/>
                    <a:pt x="2037" y="1737"/>
                  </a:cubicBezTo>
                  <a:cubicBezTo>
                    <a:pt x="2163" y="1887"/>
                    <a:pt x="2288" y="2087"/>
                    <a:pt x="2438" y="2213"/>
                  </a:cubicBezTo>
                  <a:cubicBezTo>
                    <a:pt x="2514" y="2261"/>
                    <a:pt x="2582" y="2282"/>
                    <a:pt x="2642" y="2282"/>
                  </a:cubicBezTo>
                  <a:cubicBezTo>
                    <a:pt x="2863" y="2282"/>
                    <a:pt x="2992" y="2008"/>
                    <a:pt x="3090" y="1812"/>
                  </a:cubicBezTo>
                  <a:cubicBezTo>
                    <a:pt x="3258" y="1495"/>
                    <a:pt x="3439" y="1179"/>
                    <a:pt x="3614" y="862"/>
                  </a:cubicBezTo>
                  <a:lnTo>
                    <a:pt x="3614" y="862"/>
                  </a:lnTo>
                  <a:cubicBezTo>
                    <a:pt x="3843" y="1259"/>
                    <a:pt x="4128" y="1621"/>
                    <a:pt x="4443" y="1937"/>
                  </a:cubicBezTo>
                  <a:cubicBezTo>
                    <a:pt x="4487" y="1981"/>
                    <a:pt x="4538" y="2000"/>
                    <a:pt x="4586" y="2000"/>
                  </a:cubicBezTo>
                  <a:cubicBezTo>
                    <a:pt x="4676" y="2000"/>
                    <a:pt x="4762" y="1934"/>
                    <a:pt x="4794" y="1837"/>
                  </a:cubicBezTo>
                  <a:cubicBezTo>
                    <a:pt x="4945" y="1436"/>
                    <a:pt x="5120" y="1035"/>
                    <a:pt x="5270" y="634"/>
                  </a:cubicBezTo>
                  <a:cubicBezTo>
                    <a:pt x="5311" y="552"/>
                    <a:pt x="5319" y="470"/>
                    <a:pt x="5402" y="470"/>
                  </a:cubicBezTo>
                  <a:cubicBezTo>
                    <a:pt x="5421" y="470"/>
                    <a:pt x="5443" y="474"/>
                    <a:pt x="5471" y="483"/>
                  </a:cubicBezTo>
                  <a:cubicBezTo>
                    <a:pt x="5521" y="508"/>
                    <a:pt x="5621" y="634"/>
                    <a:pt x="5671" y="709"/>
                  </a:cubicBezTo>
                  <a:cubicBezTo>
                    <a:pt x="5822" y="884"/>
                    <a:pt x="5997" y="1060"/>
                    <a:pt x="6148" y="1235"/>
                  </a:cubicBezTo>
                  <a:cubicBezTo>
                    <a:pt x="6187" y="1274"/>
                    <a:pt x="6232" y="1291"/>
                    <a:pt x="6277" y="1291"/>
                  </a:cubicBezTo>
                  <a:cubicBezTo>
                    <a:pt x="6434" y="1291"/>
                    <a:pt x="6585" y="1090"/>
                    <a:pt x="6448" y="935"/>
                  </a:cubicBezTo>
                  <a:cubicBezTo>
                    <a:pt x="6198" y="684"/>
                    <a:pt x="5972" y="383"/>
                    <a:pt x="5722" y="158"/>
                  </a:cubicBezTo>
                  <a:cubicBezTo>
                    <a:pt x="5613" y="65"/>
                    <a:pt x="5495" y="0"/>
                    <a:pt x="537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7" name="Google Shape;3017;p38"/>
            <p:cNvSpPr/>
            <p:nvPr/>
          </p:nvSpPr>
          <p:spPr>
            <a:xfrm>
              <a:off x="1753863" y="3360765"/>
              <a:ext cx="102708" cy="40766"/>
            </a:xfrm>
            <a:custGeom>
              <a:rect b="b" l="l" r="r" t="t"/>
              <a:pathLst>
                <a:path extrusionOk="0" h="2287" w="5762">
                  <a:moveTo>
                    <a:pt x="4625" y="1"/>
                  </a:moveTo>
                  <a:cubicBezTo>
                    <a:pt x="4553" y="1"/>
                    <a:pt x="4483" y="33"/>
                    <a:pt x="4447" y="104"/>
                  </a:cubicBezTo>
                  <a:cubicBezTo>
                    <a:pt x="4347" y="355"/>
                    <a:pt x="4246" y="581"/>
                    <a:pt x="4146" y="806"/>
                  </a:cubicBezTo>
                  <a:cubicBezTo>
                    <a:pt x="4121" y="856"/>
                    <a:pt x="4021" y="1157"/>
                    <a:pt x="3996" y="1157"/>
                  </a:cubicBezTo>
                  <a:cubicBezTo>
                    <a:pt x="3946" y="1157"/>
                    <a:pt x="3795" y="982"/>
                    <a:pt x="3770" y="957"/>
                  </a:cubicBezTo>
                  <a:cubicBezTo>
                    <a:pt x="3570" y="781"/>
                    <a:pt x="3369" y="606"/>
                    <a:pt x="3194" y="405"/>
                  </a:cubicBezTo>
                  <a:cubicBezTo>
                    <a:pt x="3068" y="305"/>
                    <a:pt x="2918" y="155"/>
                    <a:pt x="2743" y="104"/>
                  </a:cubicBezTo>
                  <a:cubicBezTo>
                    <a:pt x="2704" y="94"/>
                    <a:pt x="2668" y="89"/>
                    <a:pt x="2632" y="89"/>
                  </a:cubicBezTo>
                  <a:cubicBezTo>
                    <a:pt x="2321" y="89"/>
                    <a:pt x="2126" y="458"/>
                    <a:pt x="1991" y="706"/>
                  </a:cubicBezTo>
                  <a:cubicBezTo>
                    <a:pt x="1827" y="1015"/>
                    <a:pt x="1703" y="1323"/>
                    <a:pt x="1609" y="1651"/>
                  </a:cubicBezTo>
                  <a:lnTo>
                    <a:pt x="1609" y="1651"/>
                  </a:lnTo>
                  <a:cubicBezTo>
                    <a:pt x="1298" y="1307"/>
                    <a:pt x="986" y="966"/>
                    <a:pt x="675" y="633"/>
                  </a:cubicBezTo>
                  <a:lnTo>
                    <a:pt x="675" y="633"/>
                  </a:lnTo>
                  <a:cubicBezTo>
                    <a:pt x="668" y="597"/>
                    <a:pt x="648" y="562"/>
                    <a:pt x="612" y="530"/>
                  </a:cubicBezTo>
                  <a:cubicBezTo>
                    <a:pt x="537" y="480"/>
                    <a:pt x="487" y="430"/>
                    <a:pt x="437" y="380"/>
                  </a:cubicBezTo>
                  <a:lnTo>
                    <a:pt x="437" y="380"/>
                  </a:lnTo>
                  <a:cubicBezTo>
                    <a:pt x="437" y="380"/>
                    <a:pt x="437" y="380"/>
                    <a:pt x="437" y="380"/>
                  </a:cubicBezTo>
                  <a:cubicBezTo>
                    <a:pt x="392" y="341"/>
                    <a:pt x="343" y="324"/>
                    <a:pt x="296" y="324"/>
                  </a:cubicBezTo>
                  <a:cubicBezTo>
                    <a:pt x="135" y="324"/>
                    <a:pt x="0" y="520"/>
                    <a:pt x="136" y="656"/>
                  </a:cubicBezTo>
                  <a:cubicBezTo>
                    <a:pt x="612" y="1182"/>
                    <a:pt x="1088" y="1708"/>
                    <a:pt x="1565" y="2235"/>
                  </a:cubicBezTo>
                  <a:cubicBezTo>
                    <a:pt x="1600" y="2270"/>
                    <a:pt x="1651" y="2287"/>
                    <a:pt x="1704" y="2287"/>
                  </a:cubicBezTo>
                  <a:cubicBezTo>
                    <a:pt x="1800" y="2287"/>
                    <a:pt x="1899" y="2232"/>
                    <a:pt x="1915" y="2135"/>
                  </a:cubicBezTo>
                  <a:cubicBezTo>
                    <a:pt x="2016" y="1683"/>
                    <a:pt x="2166" y="1257"/>
                    <a:pt x="2392" y="856"/>
                  </a:cubicBezTo>
                  <a:cubicBezTo>
                    <a:pt x="2442" y="781"/>
                    <a:pt x="2517" y="606"/>
                    <a:pt x="2592" y="556"/>
                  </a:cubicBezTo>
                  <a:cubicBezTo>
                    <a:pt x="2619" y="542"/>
                    <a:pt x="2642" y="536"/>
                    <a:pt x="2663" y="536"/>
                  </a:cubicBezTo>
                  <a:cubicBezTo>
                    <a:pt x="2721" y="536"/>
                    <a:pt x="2763" y="582"/>
                    <a:pt x="2818" y="656"/>
                  </a:cubicBezTo>
                  <a:cubicBezTo>
                    <a:pt x="2993" y="806"/>
                    <a:pt x="3169" y="982"/>
                    <a:pt x="3369" y="1157"/>
                  </a:cubicBezTo>
                  <a:cubicBezTo>
                    <a:pt x="3526" y="1314"/>
                    <a:pt x="3775" y="1578"/>
                    <a:pt x="4019" y="1578"/>
                  </a:cubicBezTo>
                  <a:cubicBezTo>
                    <a:pt x="4088" y="1578"/>
                    <a:pt x="4156" y="1557"/>
                    <a:pt x="4221" y="1508"/>
                  </a:cubicBezTo>
                  <a:cubicBezTo>
                    <a:pt x="4372" y="1383"/>
                    <a:pt x="4447" y="1182"/>
                    <a:pt x="4497" y="1032"/>
                  </a:cubicBezTo>
                  <a:cubicBezTo>
                    <a:pt x="4547" y="906"/>
                    <a:pt x="4604" y="787"/>
                    <a:pt x="4660" y="671"/>
                  </a:cubicBezTo>
                  <a:lnTo>
                    <a:pt x="4660" y="671"/>
                  </a:lnTo>
                  <a:cubicBezTo>
                    <a:pt x="4880" y="1025"/>
                    <a:pt x="5090" y="1372"/>
                    <a:pt x="5299" y="1734"/>
                  </a:cubicBezTo>
                  <a:cubicBezTo>
                    <a:pt x="5346" y="1812"/>
                    <a:pt x="5412" y="1843"/>
                    <a:pt x="5478" y="1843"/>
                  </a:cubicBezTo>
                  <a:cubicBezTo>
                    <a:pt x="5622" y="1843"/>
                    <a:pt x="5761" y="1688"/>
                    <a:pt x="5675" y="1533"/>
                  </a:cubicBezTo>
                  <a:cubicBezTo>
                    <a:pt x="5374" y="1057"/>
                    <a:pt x="5098" y="581"/>
                    <a:pt x="4823" y="104"/>
                  </a:cubicBezTo>
                  <a:cubicBezTo>
                    <a:pt x="4783" y="39"/>
                    <a:pt x="4703" y="1"/>
                    <a:pt x="462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8" name="Google Shape;3018;p38"/>
            <p:cNvSpPr/>
            <p:nvPr/>
          </p:nvSpPr>
          <p:spPr>
            <a:xfrm>
              <a:off x="2502928" y="2967513"/>
              <a:ext cx="92833" cy="37058"/>
            </a:xfrm>
            <a:custGeom>
              <a:rect b="b" l="l" r="r" t="t"/>
              <a:pathLst>
                <a:path extrusionOk="0" h="2079" w="5208">
                  <a:moveTo>
                    <a:pt x="283" y="0"/>
                  </a:moveTo>
                  <a:cubicBezTo>
                    <a:pt x="145" y="0"/>
                    <a:pt x="0" y="155"/>
                    <a:pt x="69" y="311"/>
                  </a:cubicBezTo>
                  <a:cubicBezTo>
                    <a:pt x="370" y="962"/>
                    <a:pt x="771" y="1539"/>
                    <a:pt x="1272" y="2015"/>
                  </a:cubicBezTo>
                  <a:cubicBezTo>
                    <a:pt x="1316" y="2059"/>
                    <a:pt x="1363" y="2078"/>
                    <a:pt x="1409" y="2078"/>
                  </a:cubicBezTo>
                  <a:cubicBezTo>
                    <a:pt x="1494" y="2078"/>
                    <a:pt x="1574" y="2012"/>
                    <a:pt x="1623" y="1915"/>
                  </a:cubicBezTo>
                  <a:cubicBezTo>
                    <a:pt x="1796" y="1511"/>
                    <a:pt x="1954" y="1092"/>
                    <a:pt x="2121" y="670"/>
                  </a:cubicBezTo>
                  <a:lnTo>
                    <a:pt x="2121" y="670"/>
                  </a:lnTo>
                  <a:cubicBezTo>
                    <a:pt x="2232" y="834"/>
                    <a:pt x="2346" y="999"/>
                    <a:pt x="2450" y="1163"/>
                  </a:cubicBezTo>
                  <a:cubicBezTo>
                    <a:pt x="2575" y="1363"/>
                    <a:pt x="2726" y="1689"/>
                    <a:pt x="3002" y="1714"/>
                  </a:cubicBezTo>
                  <a:cubicBezTo>
                    <a:pt x="3014" y="1715"/>
                    <a:pt x="3027" y="1716"/>
                    <a:pt x="3039" y="1716"/>
                  </a:cubicBezTo>
                  <a:cubicBezTo>
                    <a:pt x="3287" y="1716"/>
                    <a:pt x="3382" y="1479"/>
                    <a:pt x="3478" y="1288"/>
                  </a:cubicBezTo>
                  <a:cubicBezTo>
                    <a:pt x="3586" y="1071"/>
                    <a:pt x="3695" y="853"/>
                    <a:pt x="3813" y="636"/>
                  </a:cubicBezTo>
                  <a:lnTo>
                    <a:pt x="3813" y="636"/>
                  </a:lnTo>
                  <a:cubicBezTo>
                    <a:pt x="4103" y="986"/>
                    <a:pt x="4396" y="1334"/>
                    <a:pt x="4706" y="1664"/>
                  </a:cubicBezTo>
                  <a:cubicBezTo>
                    <a:pt x="4750" y="1708"/>
                    <a:pt x="4803" y="1728"/>
                    <a:pt x="4856" y="1728"/>
                  </a:cubicBezTo>
                  <a:cubicBezTo>
                    <a:pt x="4923" y="1728"/>
                    <a:pt x="4989" y="1695"/>
                    <a:pt x="5032" y="1639"/>
                  </a:cubicBezTo>
                  <a:cubicBezTo>
                    <a:pt x="5157" y="1413"/>
                    <a:pt x="5207" y="1188"/>
                    <a:pt x="5132" y="937"/>
                  </a:cubicBezTo>
                  <a:cubicBezTo>
                    <a:pt x="5112" y="838"/>
                    <a:pt x="5037" y="794"/>
                    <a:pt x="4957" y="794"/>
                  </a:cubicBezTo>
                  <a:cubicBezTo>
                    <a:pt x="4835" y="794"/>
                    <a:pt x="4701" y="896"/>
                    <a:pt x="4731" y="1061"/>
                  </a:cubicBezTo>
                  <a:lnTo>
                    <a:pt x="4731" y="1061"/>
                  </a:lnTo>
                  <a:cubicBezTo>
                    <a:pt x="4455" y="752"/>
                    <a:pt x="4186" y="437"/>
                    <a:pt x="3904" y="135"/>
                  </a:cubicBezTo>
                  <a:cubicBezTo>
                    <a:pt x="3871" y="91"/>
                    <a:pt x="3819" y="71"/>
                    <a:pt x="3764" y="71"/>
                  </a:cubicBezTo>
                  <a:cubicBezTo>
                    <a:pt x="3694" y="71"/>
                    <a:pt x="3620" y="104"/>
                    <a:pt x="3578" y="160"/>
                  </a:cubicBezTo>
                  <a:cubicBezTo>
                    <a:pt x="3478" y="386"/>
                    <a:pt x="3377" y="586"/>
                    <a:pt x="3252" y="787"/>
                  </a:cubicBezTo>
                  <a:cubicBezTo>
                    <a:pt x="3202" y="912"/>
                    <a:pt x="3152" y="1012"/>
                    <a:pt x="3102" y="1113"/>
                  </a:cubicBezTo>
                  <a:cubicBezTo>
                    <a:pt x="3077" y="1163"/>
                    <a:pt x="3052" y="1213"/>
                    <a:pt x="3027" y="1263"/>
                  </a:cubicBezTo>
                  <a:cubicBezTo>
                    <a:pt x="2999" y="1304"/>
                    <a:pt x="2987" y="1323"/>
                    <a:pt x="2985" y="1323"/>
                  </a:cubicBezTo>
                  <a:cubicBezTo>
                    <a:pt x="2984" y="1323"/>
                    <a:pt x="2990" y="1311"/>
                    <a:pt x="3002" y="1288"/>
                  </a:cubicBezTo>
                  <a:cubicBezTo>
                    <a:pt x="3027" y="1238"/>
                    <a:pt x="3002" y="1188"/>
                    <a:pt x="2951" y="1163"/>
                  </a:cubicBezTo>
                  <a:cubicBezTo>
                    <a:pt x="2926" y="1113"/>
                    <a:pt x="2901" y="1063"/>
                    <a:pt x="2851" y="1012"/>
                  </a:cubicBezTo>
                  <a:lnTo>
                    <a:pt x="2651" y="737"/>
                  </a:lnTo>
                  <a:cubicBezTo>
                    <a:pt x="2525" y="536"/>
                    <a:pt x="2400" y="336"/>
                    <a:pt x="2275" y="135"/>
                  </a:cubicBezTo>
                  <a:cubicBezTo>
                    <a:pt x="2219" y="69"/>
                    <a:pt x="2149" y="36"/>
                    <a:pt x="2082" y="36"/>
                  </a:cubicBezTo>
                  <a:cubicBezTo>
                    <a:pt x="1996" y="36"/>
                    <a:pt x="1916" y="88"/>
                    <a:pt x="1874" y="185"/>
                  </a:cubicBezTo>
                  <a:cubicBezTo>
                    <a:pt x="1692" y="630"/>
                    <a:pt x="1510" y="1057"/>
                    <a:pt x="1342" y="1495"/>
                  </a:cubicBezTo>
                  <a:lnTo>
                    <a:pt x="1342" y="1495"/>
                  </a:lnTo>
                  <a:cubicBezTo>
                    <a:pt x="982" y="1089"/>
                    <a:pt x="678" y="618"/>
                    <a:pt x="445" y="110"/>
                  </a:cubicBezTo>
                  <a:cubicBezTo>
                    <a:pt x="406" y="32"/>
                    <a:pt x="345" y="0"/>
                    <a:pt x="28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9" name="Google Shape;3019;p38"/>
            <p:cNvSpPr/>
            <p:nvPr/>
          </p:nvSpPr>
          <p:spPr>
            <a:xfrm>
              <a:off x="2703323" y="3234292"/>
              <a:ext cx="74847" cy="35097"/>
            </a:xfrm>
            <a:custGeom>
              <a:rect b="b" l="l" r="r" t="t"/>
              <a:pathLst>
                <a:path extrusionOk="0" h="1969" w="4199">
                  <a:moveTo>
                    <a:pt x="255" y="1"/>
                  </a:moveTo>
                  <a:cubicBezTo>
                    <a:pt x="133" y="1"/>
                    <a:pt x="0" y="106"/>
                    <a:pt x="30" y="257"/>
                  </a:cubicBezTo>
                  <a:cubicBezTo>
                    <a:pt x="181" y="859"/>
                    <a:pt x="456" y="1410"/>
                    <a:pt x="832" y="1911"/>
                  </a:cubicBezTo>
                  <a:cubicBezTo>
                    <a:pt x="873" y="1952"/>
                    <a:pt x="922" y="1969"/>
                    <a:pt x="969" y="1969"/>
                  </a:cubicBezTo>
                  <a:cubicBezTo>
                    <a:pt x="1069" y="1969"/>
                    <a:pt x="1166" y="1896"/>
                    <a:pt x="1183" y="1811"/>
                  </a:cubicBezTo>
                  <a:cubicBezTo>
                    <a:pt x="1258" y="1585"/>
                    <a:pt x="1333" y="1385"/>
                    <a:pt x="1459" y="1184"/>
                  </a:cubicBezTo>
                  <a:cubicBezTo>
                    <a:pt x="1509" y="1109"/>
                    <a:pt x="1559" y="1009"/>
                    <a:pt x="1609" y="909"/>
                  </a:cubicBezTo>
                  <a:cubicBezTo>
                    <a:pt x="1629" y="888"/>
                    <a:pt x="1765" y="753"/>
                    <a:pt x="1802" y="676"/>
                  </a:cubicBezTo>
                  <a:lnTo>
                    <a:pt x="1802" y="676"/>
                  </a:lnTo>
                  <a:cubicBezTo>
                    <a:pt x="1841" y="715"/>
                    <a:pt x="1863" y="739"/>
                    <a:pt x="1885" y="783"/>
                  </a:cubicBezTo>
                  <a:cubicBezTo>
                    <a:pt x="1960" y="884"/>
                    <a:pt x="2035" y="984"/>
                    <a:pt x="2110" y="1059"/>
                  </a:cubicBezTo>
                  <a:cubicBezTo>
                    <a:pt x="2261" y="1260"/>
                    <a:pt x="2436" y="1460"/>
                    <a:pt x="2587" y="1661"/>
                  </a:cubicBezTo>
                  <a:cubicBezTo>
                    <a:pt x="2626" y="1709"/>
                    <a:pt x="2684" y="1732"/>
                    <a:pt x="2742" y="1732"/>
                  </a:cubicBezTo>
                  <a:cubicBezTo>
                    <a:pt x="2832" y="1732"/>
                    <a:pt x="2922" y="1677"/>
                    <a:pt x="2938" y="1585"/>
                  </a:cubicBezTo>
                  <a:cubicBezTo>
                    <a:pt x="2988" y="1260"/>
                    <a:pt x="3038" y="959"/>
                    <a:pt x="3088" y="633"/>
                  </a:cubicBezTo>
                  <a:cubicBezTo>
                    <a:pt x="3103" y="602"/>
                    <a:pt x="3109" y="581"/>
                    <a:pt x="3123" y="581"/>
                  </a:cubicBezTo>
                  <a:cubicBezTo>
                    <a:pt x="3132" y="581"/>
                    <a:pt x="3144" y="589"/>
                    <a:pt x="3163" y="608"/>
                  </a:cubicBezTo>
                  <a:cubicBezTo>
                    <a:pt x="3213" y="683"/>
                    <a:pt x="3288" y="733"/>
                    <a:pt x="3339" y="783"/>
                  </a:cubicBezTo>
                  <a:cubicBezTo>
                    <a:pt x="3464" y="884"/>
                    <a:pt x="3614" y="1009"/>
                    <a:pt x="3740" y="1134"/>
                  </a:cubicBezTo>
                  <a:cubicBezTo>
                    <a:pt x="3782" y="1172"/>
                    <a:pt x="3829" y="1187"/>
                    <a:pt x="3875" y="1187"/>
                  </a:cubicBezTo>
                  <a:cubicBezTo>
                    <a:pt x="4045" y="1187"/>
                    <a:pt x="4198" y="972"/>
                    <a:pt x="4040" y="833"/>
                  </a:cubicBezTo>
                  <a:cubicBezTo>
                    <a:pt x="3840" y="658"/>
                    <a:pt x="3639" y="483"/>
                    <a:pt x="3439" y="332"/>
                  </a:cubicBezTo>
                  <a:cubicBezTo>
                    <a:pt x="3341" y="235"/>
                    <a:pt x="3233" y="169"/>
                    <a:pt x="3114" y="169"/>
                  </a:cubicBezTo>
                  <a:cubicBezTo>
                    <a:pt x="3050" y="169"/>
                    <a:pt x="2983" y="188"/>
                    <a:pt x="2912" y="232"/>
                  </a:cubicBezTo>
                  <a:cubicBezTo>
                    <a:pt x="2762" y="307"/>
                    <a:pt x="2687" y="508"/>
                    <a:pt x="2662" y="683"/>
                  </a:cubicBezTo>
                  <a:cubicBezTo>
                    <a:pt x="2640" y="790"/>
                    <a:pt x="2624" y="902"/>
                    <a:pt x="2607" y="1014"/>
                  </a:cubicBezTo>
                  <a:lnTo>
                    <a:pt x="2607" y="1014"/>
                  </a:lnTo>
                  <a:cubicBezTo>
                    <a:pt x="2500" y="876"/>
                    <a:pt x="2393" y="742"/>
                    <a:pt x="2286" y="608"/>
                  </a:cubicBezTo>
                  <a:cubicBezTo>
                    <a:pt x="2162" y="443"/>
                    <a:pt x="2005" y="194"/>
                    <a:pt x="1786" y="194"/>
                  </a:cubicBezTo>
                  <a:cubicBezTo>
                    <a:pt x="1738" y="194"/>
                    <a:pt x="1688" y="205"/>
                    <a:pt x="1634" y="232"/>
                  </a:cubicBezTo>
                  <a:cubicBezTo>
                    <a:pt x="1534" y="282"/>
                    <a:pt x="1459" y="432"/>
                    <a:pt x="1384" y="533"/>
                  </a:cubicBezTo>
                  <a:cubicBezTo>
                    <a:pt x="1283" y="633"/>
                    <a:pt x="1208" y="758"/>
                    <a:pt x="1133" y="909"/>
                  </a:cubicBezTo>
                  <a:cubicBezTo>
                    <a:pt x="1054" y="1040"/>
                    <a:pt x="989" y="1179"/>
                    <a:pt x="930" y="1320"/>
                  </a:cubicBezTo>
                  <a:lnTo>
                    <a:pt x="930" y="1320"/>
                  </a:lnTo>
                  <a:cubicBezTo>
                    <a:pt x="703" y="964"/>
                    <a:pt x="529" y="568"/>
                    <a:pt x="431" y="157"/>
                  </a:cubicBezTo>
                  <a:cubicBezTo>
                    <a:pt x="411" y="47"/>
                    <a:pt x="336" y="1"/>
                    <a:pt x="2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0" name="Google Shape;3020;p38"/>
            <p:cNvSpPr/>
            <p:nvPr/>
          </p:nvSpPr>
          <p:spPr>
            <a:xfrm>
              <a:off x="2362908" y="2875925"/>
              <a:ext cx="94686" cy="36684"/>
            </a:xfrm>
            <a:custGeom>
              <a:rect b="b" l="l" r="r" t="t"/>
              <a:pathLst>
                <a:path extrusionOk="0" h="2058" w="5312">
                  <a:moveTo>
                    <a:pt x="270" y="1"/>
                  </a:moveTo>
                  <a:cubicBezTo>
                    <a:pt x="65" y="1"/>
                    <a:pt x="1" y="342"/>
                    <a:pt x="230" y="411"/>
                  </a:cubicBezTo>
                  <a:cubicBezTo>
                    <a:pt x="1809" y="862"/>
                    <a:pt x="3363" y="1414"/>
                    <a:pt x="4866" y="2040"/>
                  </a:cubicBezTo>
                  <a:cubicBezTo>
                    <a:pt x="4897" y="2052"/>
                    <a:pt x="4928" y="2058"/>
                    <a:pt x="4957" y="2058"/>
                  </a:cubicBezTo>
                  <a:cubicBezTo>
                    <a:pt x="5165" y="2058"/>
                    <a:pt x="5312" y="1777"/>
                    <a:pt x="5092" y="1689"/>
                  </a:cubicBezTo>
                  <a:cubicBezTo>
                    <a:pt x="3538" y="1038"/>
                    <a:pt x="1959" y="461"/>
                    <a:pt x="330" y="10"/>
                  </a:cubicBezTo>
                  <a:cubicBezTo>
                    <a:pt x="309" y="4"/>
                    <a:pt x="289" y="1"/>
                    <a:pt x="27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1" name="Google Shape;3021;p38"/>
            <p:cNvSpPr/>
            <p:nvPr/>
          </p:nvSpPr>
          <p:spPr>
            <a:xfrm>
              <a:off x="2473320" y="2916300"/>
              <a:ext cx="9412" cy="7611"/>
            </a:xfrm>
            <a:custGeom>
              <a:rect b="b" l="l" r="r" t="t"/>
              <a:pathLst>
                <a:path extrusionOk="0" h="427" w="528">
                  <a:moveTo>
                    <a:pt x="251" y="1"/>
                  </a:moveTo>
                  <a:cubicBezTo>
                    <a:pt x="1" y="1"/>
                    <a:pt x="1" y="427"/>
                    <a:pt x="251" y="427"/>
                  </a:cubicBezTo>
                  <a:cubicBezTo>
                    <a:pt x="527" y="427"/>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2" name="Google Shape;3022;p38"/>
            <p:cNvSpPr/>
            <p:nvPr/>
          </p:nvSpPr>
          <p:spPr>
            <a:xfrm>
              <a:off x="2242800" y="2956854"/>
              <a:ext cx="16096" cy="33707"/>
            </a:xfrm>
            <a:custGeom>
              <a:rect b="b" l="l" r="r" t="t"/>
              <a:pathLst>
                <a:path extrusionOk="0" h="1891" w="903">
                  <a:moveTo>
                    <a:pt x="667" y="0"/>
                  </a:moveTo>
                  <a:cubicBezTo>
                    <a:pt x="571" y="0"/>
                    <a:pt x="498" y="52"/>
                    <a:pt x="477" y="157"/>
                  </a:cubicBezTo>
                  <a:lnTo>
                    <a:pt x="25" y="1635"/>
                  </a:lnTo>
                  <a:cubicBezTo>
                    <a:pt x="0" y="1736"/>
                    <a:pt x="76" y="1861"/>
                    <a:pt x="176" y="1886"/>
                  </a:cubicBezTo>
                  <a:cubicBezTo>
                    <a:pt x="192" y="1889"/>
                    <a:pt x="208" y="1891"/>
                    <a:pt x="224" y="1891"/>
                  </a:cubicBezTo>
                  <a:cubicBezTo>
                    <a:pt x="326" y="1891"/>
                    <a:pt x="405" y="1823"/>
                    <a:pt x="426" y="1736"/>
                  </a:cubicBezTo>
                  <a:cubicBezTo>
                    <a:pt x="577" y="1234"/>
                    <a:pt x="727" y="758"/>
                    <a:pt x="878" y="257"/>
                  </a:cubicBezTo>
                  <a:cubicBezTo>
                    <a:pt x="903" y="157"/>
                    <a:pt x="827" y="31"/>
                    <a:pt x="727" y="6"/>
                  </a:cubicBezTo>
                  <a:cubicBezTo>
                    <a:pt x="706" y="2"/>
                    <a:pt x="686" y="0"/>
                    <a:pt x="66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3" name="Google Shape;3023;p38"/>
            <p:cNvSpPr/>
            <p:nvPr/>
          </p:nvSpPr>
          <p:spPr>
            <a:xfrm>
              <a:off x="2260215" y="2964554"/>
              <a:ext cx="15668" cy="26042"/>
            </a:xfrm>
            <a:custGeom>
              <a:rect b="b" l="l" r="r" t="t"/>
              <a:pathLst>
                <a:path extrusionOk="0" h="1461" w="879">
                  <a:moveTo>
                    <a:pt x="648" y="0"/>
                  </a:moveTo>
                  <a:cubicBezTo>
                    <a:pt x="577" y="0"/>
                    <a:pt x="510" y="34"/>
                    <a:pt x="477" y="101"/>
                  </a:cubicBezTo>
                  <a:cubicBezTo>
                    <a:pt x="277" y="452"/>
                    <a:pt x="101" y="802"/>
                    <a:pt x="26" y="1203"/>
                  </a:cubicBezTo>
                  <a:cubicBezTo>
                    <a:pt x="1" y="1304"/>
                    <a:pt x="51" y="1429"/>
                    <a:pt x="151" y="1454"/>
                  </a:cubicBezTo>
                  <a:cubicBezTo>
                    <a:pt x="172" y="1458"/>
                    <a:pt x="193" y="1460"/>
                    <a:pt x="213" y="1460"/>
                  </a:cubicBezTo>
                  <a:cubicBezTo>
                    <a:pt x="316" y="1460"/>
                    <a:pt x="406" y="1408"/>
                    <a:pt x="427" y="1304"/>
                  </a:cubicBezTo>
                  <a:cubicBezTo>
                    <a:pt x="452" y="1128"/>
                    <a:pt x="527" y="953"/>
                    <a:pt x="602" y="777"/>
                  </a:cubicBezTo>
                  <a:cubicBezTo>
                    <a:pt x="602" y="777"/>
                    <a:pt x="602" y="752"/>
                    <a:pt x="602" y="752"/>
                  </a:cubicBezTo>
                  <a:cubicBezTo>
                    <a:pt x="627" y="727"/>
                    <a:pt x="627" y="702"/>
                    <a:pt x="627" y="677"/>
                  </a:cubicBezTo>
                  <a:cubicBezTo>
                    <a:pt x="653" y="652"/>
                    <a:pt x="678" y="602"/>
                    <a:pt x="703" y="552"/>
                  </a:cubicBezTo>
                  <a:cubicBezTo>
                    <a:pt x="728" y="477"/>
                    <a:pt x="778" y="401"/>
                    <a:pt x="828" y="326"/>
                  </a:cubicBezTo>
                  <a:cubicBezTo>
                    <a:pt x="878" y="226"/>
                    <a:pt x="853" y="76"/>
                    <a:pt x="753" y="26"/>
                  </a:cubicBezTo>
                  <a:cubicBezTo>
                    <a:pt x="719" y="9"/>
                    <a:pt x="683" y="0"/>
                    <a:pt x="64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4" name="Google Shape;3024;p38"/>
            <p:cNvSpPr/>
            <p:nvPr/>
          </p:nvSpPr>
          <p:spPr>
            <a:xfrm>
              <a:off x="2072138" y="3409536"/>
              <a:ext cx="16096" cy="22353"/>
            </a:xfrm>
            <a:custGeom>
              <a:rect b="b" l="l" r="r" t="t"/>
              <a:pathLst>
                <a:path extrusionOk="0" h="1254" w="903">
                  <a:moveTo>
                    <a:pt x="672" y="0"/>
                  </a:moveTo>
                  <a:cubicBezTo>
                    <a:pt x="602" y="0"/>
                    <a:pt x="535" y="33"/>
                    <a:pt x="502" y="100"/>
                  </a:cubicBezTo>
                  <a:cubicBezTo>
                    <a:pt x="351" y="376"/>
                    <a:pt x="201" y="652"/>
                    <a:pt x="51" y="952"/>
                  </a:cubicBezTo>
                  <a:cubicBezTo>
                    <a:pt x="0" y="1053"/>
                    <a:pt x="0" y="1178"/>
                    <a:pt x="126" y="1228"/>
                  </a:cubicBezTo>
                  <a:cubicBezTo>
                    <a:pt x="151" y="1245"/>
                    <a:pt x="184" y="1253"/>
                    <a:pt x="220" y="1253"/>
                  </a:cubicBezTo>
                  <a:cubicBezTo>
                    <a:pt x="290" y="1253"/>
                    <a:pt x="368" y="1220"/>
                    <a:pt x="401" y="1153"/>
                  </a:cubicBezTo>
                  <a:cubicBezTo>
                    <a:pt x="552" y="877"/>
                    <a:pt x="702" y="576"/>
                    <a:pt x="853" y="301"/>
                  </a:cubicBezTo>
                  <a:cubicBezTo>
                    <a:pt x="903" y="201"/>
                    <a:pt x="878" y="75"/>
                    <a:pt x="777" y="25"/>
                  </a:cubicBezTo>
                  <a:cubicBezTo>
                    <a:pt x="744" y="8"/>
                    <a:pt x="708" y="0"/>
                    <a:pt x="67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p38"/>
            <p:cNvSpPr/>
            <p:nvPr/>
          </p:nvSpPr>
          <p:spPr>
            <a:xfrm>
              <a:off x="2088216" y="3415668"/>
              <a:ext cx="13868" cy="21123"/>
            </a:xfrm>
            <a:custGeom>
              <a:rect b="b" l="l" r="r" t="t"/>
              <a:pathLst>
                <a:path extrusionOk="0" h="1185" w="778">
                  <a:moveTo>
                    <a:pt x="547" y="1"/>
                  </a:moveTo>
                  <a:cubicBezTo>
                    <a:pt x="476" y="1"/>
                    <a:pt x="407" y="30"/>
                    <a:pt x="377" y="107"/>
                  </a:cubicBezTo>
                  <a:cubicBezTo>
                    <a:pt x="276" y="358"/>
                    <a:pt x="151" y="608"/>
                    <a:pt x="26" y="884"/>
                  </a:cubicBezTo>
                  <a:cubicBezTo>
                    <a:pt x="1" y="934"/>
                    <a:pt x="1" y="984"/>
                    <a:pt x="1" y="1034"/>
                  </a:cubicBezTo>
                  <a:cubicBezTo>
                    <a:pt x="26" y="1085"/>
                    <a:pt x="51" y="1135"/>
                    <a:pt x="101" y="1160"/>
                  </a:cubicBezTo>
                  <a:cubicBezTo>
                    <a:pt x="134" y="1176"/>
                    <a:pt x="173" y="1185"/>
                    <a:pt x="212" y="1185"/>
                  </a:cubicBezTo>
                  <a:cubicBezTo>
                    <a:pt x="290" y="1185"/>
                    <a:pt x="368" y="1151"/>
                    <a:pt x="402" y="1085"/>
                  </a:cubicBezTo>
                  <a:lnTo>
                    <a:pt x="753" y="308"/>
                  </a:lnTo>
                  <a:cubicBezTo>
                    <a:pt x="778" y="258"/>
                    <a:pt x="778" y="207"/>
                    <a:pt x="778" y="157"/>
                  </a:cubicBezTo>
                  <a:cubicBezTo>
                    <a:pt x="753" y="107"/>
                    <a:pt x="728" y="57"/>
                    <a:pt x="677" y="32"/>
                  </a:cubicBezTo>
                  <a:cubicBezTo>
                    <a:pt x="639" y="13"/>
                    <a:pt x="592" y="1"/>
                    <a:pt x="54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p38"/>
            <p:cNvSpPr/>
            <p:nvPr/>
          </p:nvSpPr>
          <p:spPr>
            <a:xfrm>
              <a:off x="2079732" y="3576955"/>
              <a:ext cx="10731" cy="117289"/>
            </a:xfrm>
            <a:custGeom>
              <a:rect b="b" l="l" r="r" t="t"/>
              <a:pathLst>
                <a:path extrusionOk="0" h="6580" w="602">
                  <a:moveTo>
                    <a:pt x="204" y="0"/>
                  </a:moveTo>
                  <a:cubicBezTo>
                    <a:pt x="101" y="0"/>
                    <a:pt x="1" y="69"/>
                    <a:pt x="1" y="207"/>
                  </a:cubicBezTo>
                  <a:cubicBezTo>
                    <a:pt x="51" y="2262"/>
                    <a:pt x="126" y="4317"/>
                    <a:pt x="176" y="6373"/>
                  </a:cubicBezTo>
                  <a:cubicBezTo>
                    <a:pt x="176" y="6510"/>
                    <a:pt x="282" y="6579"/>
                    <a:pt x="389" y="6579"/>
                  </a:cubicBezTo>
                  <a:cubicBezTo>
                    <a:pt x="495" y="6579"/>
                    <a:pt x="602" y="6510"/>
                    <a:pt x="602" y="6373"/>
                  </a:cubicBezTo>
                  <a:cubicBezTo>
                    <a:pt x="527" y="4317"/>
                    <a:pt x="477" y="2262"/>
                    <a:pt x="427" y="207"/>
                  </a:cubicBezTo>
                  <a:cubicBezTo>
                    <a:pt x="414" y="69"/>
                    <a:pt x="308" y="0"/>
                    <a:pt x="2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7" name="Google Shape;3027;p38"/>
            <p:cNvSpPr/>
            <p:nvPr/>
          </p:nvSpPr>
          <p:spPr>
            <a:xfrm>
              <a:off x="2068109" y="3513174"/>
              <a:ext cx="7611" cy="8948"/>
            </a:xfrm>
            <a:custGeom>
              <a:rect b="b" l="l" r="r" t="t"/>
              <a:pathLst>
                <a:path extrusionOk="0" h="502" w="427">
                  <a:moveTo>
                    <a:pt x="151" y="1"/>
                  </a:moveTo>
                  <a:cubicBezTo>
                    <a:pt x="126" y="26"/>
                    <a:pt x="101" y="26"/>
                    <a:pt x="76" y="76"/>
                  </a:cubicBezTo>
                  <a:cubicBezTo>
                    <a:pt x="51" y="76"/>
                    <a:pt x="51" y="101"/>
                    <a:pt x="26" y="101"/>
                  </a:cubicBezTo>
                  <a:cubicBezTo>
                    <a:pt x="1" y="126"/>
                    <a:pt x="1" y="176"/>
                    <a:pt x="1" y="201"/>
                  </a:cubicBezTo>
                  <a:lnTo>
                    <a:pt x="1" y="301"/>
                  </a:lnTo>
                  <a:cubicBezTo>
                    <a:pt x="1" y="326"/>
                    <a:pt x="1" y="351"/>
                    <a:pt x="26" y="377"/>
                  </a:cubicBezTo>
                  <a:cubicBezTo>
                    <a:pt x="26" y="402"/>
                    <a:pt x="51" y="427"/>
                    <a:pt x="76" y="452"/>
                  </a:cubicBezTo>
                  <a:cubicBezTo>
                    <a:pt x="76" y="477"/>
                    <a:pt x="101" y="477"/>
                    <a:pt x="126" y="477"/>
                  </a:cubicBezTo>
                  <a:cubicBezTo>
                    <a:pt x="151" y="502"/>
                    <a:pt x="176" y="502"/>
                    <a:pt x="201" y="502"/>
                  </a:cubicBezTo>
                  <a:lnTo>
                    <a:pt x="277" y="502"/>
                  </a:lnTo>
                  <a:cubicBezTo>
                    <a:pt x="302" y="502"/>
                    <a:pt x="327" y="477"/>
                    <a:pt x="352" y="452"/>
                  </a:cubicBezTo>
                  <a:cubicBezTo>
                    <a:pt x="377" y="427"/>
                    <a:pt x="377" y="427"/>
                    <a:pt x="402" y="402"/>
                  </a:cubicBezTo>
                  <a:cubicBezTo>
                    <a:pt x="402" y="377"/>
                    <a:pt x="427" y="326"/>
                    <a:pt x="427" y="301"/>
                  </a:cubicBezTo>
                  <a:lnTo>
                    <a:pt x="427" y="201"/>
                  </a:lnTo>
                  <a:cubicBezTo>
                    <a:pt x="427" y="176"/>
                    <a:pt x="427" y="151"/>
                    <a:pt x="402" y="126"/>
                  </a:cubicBezTo>
                  <a:cubicBezTo>
                    <a:pt x="402" y="101"/>
                    <a:pt x="377" y="76"/>
                    <a:pt x="352" y="76"/>
                  </a:cubicBezTo>
                  <a:cubicBezTo>
                    <a:pt x="352" y="51"/>
                    <a:pt x="327" y="26"/>
                    <a:pt x="302" y="26"/>
                  </a:cubicBezTo>
                  <a:cubicBezTo>
                    <a:pt x="277" y="1"/>
                    <a:pt x="251"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p38"/>
            <p:cNvSpPr/>
            <p:nvPr/>
          </p:nvSpPr>
          <p:spPr>
            <a:xfrm>
              <a:off x="2574818" y="3198552"/>
              <a:ext cx="34973" cy="100961"/>
            </a:xfrm>
            <a:custGeom>
              <a:rect b="b" l="l" r="r" t="t"/>
              <a:pathLst>
                <a:path extrusionOk="0" h="5664" w="1962">
                  <a:moveTo>
                    <a:pt x="253" y="1"/>
                  </a:moveTo>
                  <a:cubicBezTo>
                    <a:pt x="128" y="1"/>
                    <a:pt x="1" y="106"/>
                    <a:pt x="46" y="257"/>
                  </a:cubicBezTo>
                  <a:cubicBezTo>
                    <a:pt x="272" y="1159"/>
                    <a:pt x="522" y="2036"/>
                    <a:pt x="773" y="2914"/>
                  </a:cubicBezTo>
                  <a:cubicBezTo>
                    <a:pt x="999" y="3791"/>
                    <a:pt x="1224" y="4668"/>
                    <a:pt x="1500" y="5520"/>
                  </a:cubicBezTo>
                  <a:cubicBezTo>
                    <a:pt x="1530" y="5620"/>
                    <a:pt x="1615" y="5664"/>
                    <a:pt x="1700" y="5664"/>
                  </a:cubicBezTo>
                  <a:cubicBezTo>
                    <a:pt x="1830" y="5664"/>
                    <a:pt x="1961" y="5561"/>
                    <a:pt x="1901" y="5395"/>
                  </a:cubicBezTo>
                  <a:cubicBezTo>
                    <a:pt x="1625" y="4543"/>
                    <a:pt x="1400" y="3691"/>
                    <a:pt x="1174" y="2813"/>
                  </a:cubicBezTo>
                  <a:cubicBezTo>
                    <a:pt x="923" y="1936"/>
                    <a:pt x="673" y="1034"/>
                    <a:pt x="447" y="157"/>
                  </a:cubicBezTo>
                  <a:cubicBezTo>
                    <a:pt x="417" y="47"/>
                    <a:pt x="336" y="1"/>
                    <a:pt x="2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9" name="Google Shape;3029;p38"/>
            <p:cNvSpPr/>
            <p:nvPr/>
          </p:nvSpPr>
          <p:spPr>
            <a:xfrm>
              <a:off x="2569382" y="3149068"/>
              <a:ext cx="9394" cy="7166"/>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0" name="Google Shape;3030;p38"/>
            <p:cNvSpPr/>
            <p:nvPr/>
          </p:nvSpPr>
          <p:spPr>
            <a:xfrm>
              <a:off x="2481270" y="3497880"/>
              <a:ext cx="18342" cy="44456"/>
            </a:xfrm>
            <a:custGeom>
              <a:rect b="b" l="l" r="r" t="t"/>
              <a:pathLst>
                <a:path extrusionOk="0" h="2494" w="1029">
                  <a:moveTo>
                    <a:pt x="766" y="1"/>
                  </a:moveTo>
                  <a:cubicBezTo>
                    <a:pt x="682" y="1"/>
                    <a:pt x="602" y="47"/>
                    <a:pt x="582" y="157"/>
                  </a:cubicBezTo>
                  <a:cubicBezTo>
                    <a:pt x="407" y="834"/>
                    <a:pt x="232" y="1535"/>
                    <a:pt x="31" y="2237"/>
                  </a:cubicBezTo>
                  <a:cubicBezTo>
                    <a:pt x="1" y="2388"/>
                    <a:pt x="134" y="2493"/>
                    <a:pt x="261" y="2493"/>
                  </a:cubicBezTo>
                  <a:cubicBezTo>
                    <a:pt x="346" y="2493"/>
                    <a:pt x="427" y="2447"/>
                    <a:pt x="457" y="2337"/>
                  </a:cubicBezTo>
                  <a:cubicBezTo>
                    <a:pt x="633" y="1636"/>
                    <a:pt x="808" y="959"/>
                    <a:pt x="983" y="257"/>
                  </a:cubicBezTo>
                  <a:cubicBezTo>
                    <a:pt x="1029" y="106"/>
                    <a:pt x="892" y="1"/>
                    <a:pt x="76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p38"/>
            <p:cNvSpPr/>
            <p:nvPr/>
          </p:nvSpPr>
          <p:spPr>
            <a:xfrm>
              <a:off x="2501912" y="3506918"/>
              <a:ext cx="9857" cy="30926"/>
            </a:xfrm>
            <a:custGeom>
              <a:rect b="b" l="l" r="r" t="t"/>
              <a:pathLst>
                <a:path extrusionOk="0" h="1735" w="553">
                  <a:moveTo>
                    <a:pt x="302" y="1"/>
                  </a:moveTo>
                  <a:cubicBezTo>
                    <a:pt x="201" y="1"/>
                    <a:pt x="101" y="101"/>
                    <a:pt x="101" y="226"/>
                  </a:cubicBezTo>
                  <a:cubicBezTo>
                    <a:pt x="126" y="652"/>
                    <a:pt x="101" y="1053"/>
                    <a:pt x="26" y="1454"/>
                  </a:cubicBezTo>
                  <a:cubicBezTo>
                    <a:pt x="1" y="1580"/>
                    <a:pt x="51" y="1705"/>
                    <a:pt x="176" y="1730"/>
                  </a:cubicBezTo>
                  <a:cubicBezTo>
                    <a:pt x="189" y="1733"/>
                    <a:pt x="203" y="1735"/>
                    <a:pt x="217" y="1735"/>
                  </a:cubicBezTo>
                  <a:cubicBezTo>
                    <a:pt x="308" y="1735"/>
                    <a:pt x="405" y="1667"/>
                    <a:pt x="427" y="1580"/>
                  </a:cubicBezTo>
                  <a:cubicBezTo>
                    <a:pt x="527" y="1129"/>
                    <a:pt x="552" y="677"/>
                    <a:pt x="527" y="226"/>
                  </a:cubicBezTo>
                  <a:cubicBezTo>
                    <a:pt x="502" y="101"/>
                    <a:pt x="427" y="1"/>
                    <a:pt x="3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2" name="Google Shape;3032;p38"/>
            <p:cNvSpPr/>
            <p:nvPr/>
          </p:nvSpPr>
          <p:spPr>
            <a:xfrm>
              <a:off x="2369682" y="3787493"/>
              <a:ext cx="11622" cy="27789"/>
            </a:xfrm>
            <a:custGeom>
              <a:rect b="b" l="l" r="r" t="t"/>
              <a:pathLst>
                <a:path extrusionOk="0" h="1559" w="652">
                  <a:moveTo>
                    <a:pt x="426" y="0"/>
                  </a:moveTo>
                  <a:cubicBezTo>
                    <a:pt x="326" y="0"/>
                    <a:pt x="201" y="100"/>
                    <a:pt x="226" y="201"/>
                  </a:cubicBezTo>
                  <a:cubicBezTo>
                    <a:pt x="226" y="301"/>
                    <a:pt x="226" y="401"/>
                    <a:pt x="226" y="501"/>
                  </a:cubicBezTo>
                  <a:cubicBezTo>
                    <a:pt x="226" y="552"/>
                    <a:pt x="201" y="602"/>
                    <a:pt x="201" y="627"/>
                  </a:cubicBezTo>
                  <a:cubicBezTo>
                    <a:pt x="201" y="652"/>
                    <a:pt x="201" y="677"/>
                    <a:pt x="201" y="727"/>
                  </a:cubicBezTo>
                  <a:cubicBezTo>
                    <a:pt x="201" y="735"/>
                    <a:pt x="201" y="745"/>
                    <a:pt x="201" y="752"/>
                  </a:cubicBezTo>
                  <a:cubicBezTo>
                    <a:pt x="176" y="927"/>
                    <a:pt x="126" y="1103"/>
                    <a:pt x="50" y="1278"/>
                  </a:cubicBezTo>
                  <a:cubicBezTo>
                    <a:pt x="0" y="1379"/>
                    <a:pt x="101" y="1529"/>
                    <a:pt x="201" y="1554"/>
                  </a:cubicBezTo>
                  <a:cubicBezTo>
                    <a:pt x="217" y="1557"/>
                    <a:pt x="233" y="1559"/>
                    <a:pt x="248" y="1559"/>
                  </a:cubicBezTo>
                  <a:cubicBezTo>
                    <a:pt x="345" y="1559"/>
                    <a:pt x="408" y="1491"/>
                    <a:pt x="451" y="1404"/>
                  </a:cubicBezTo>
                  <a:cubicBezTo>
                    <a:pt x="602" y="1028"/>
                    <a:pt x="652" y="602"/>
                    <a:pt x="627" y="201"/>
                  </a:cubicBezTo>
                  <a:cubicBezTo>
                    <a:pt x="627" y="100"/>
                    <a:pt x="552" y="0"/>
                    <a:pt x="4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3" name="Google Shape;3033;p38"/>
            <p:cNvSpPr/>
            <p:nvPr/>
          </p:nvSpPr>
          <p:spPr>
            <a:xfrm>
              <a:off x="2386652" y="3796870"/>
              <a:ext cx="11640" cy="26007"/>
            </a:xfrm>
            <a:custGeom>
              <a:rect b="b" l="l" r="r" t="t"/>
              <a:pathLst>
                <a:path extrusionOk="0" h="1459" w="653">
                  <a:moveTo>
                    <a:pt x="427" y="0"/>
                  </a:moveTo>
                  <a:cubicBezTo>
                    <a:pt x="326" y="0"/>
                    <a:pt x="226" y="101"/>
                    <a:pt x="226" y="201"/>
                  </a:cubicBezTo>
                  <a:cubicBezTo>
                    <a:pt x="226" y="301"/>
                    <a:pt x="226" y="401"/>
                    <a:pt x="226" y="477"/>
                  </a:cubicBezTo>
                  <a:cubicBezTo>
                    <a:pt x="201" y="527"/>
                    <a:pt x="201" y="552"/>
                    <a:pt x="201" y="602"/>
                  </a:cubicBezTo>
                  <a:cubicBezTo>
                    <a:pt x="201" y="602"/>
                    <a:pt x="201" y="627"/>
                    <a:pt x="201" y="627"/>
                  </a:cubicBezTo>
                  <a:cubicBezTo>
                    <a:pt x="201" y="652"/>
                    <a:pt x="201" y="677"/>
                    <a:pt x="201" y="702"/>
                  </a:cubicBezTo>
                  <a:cubicBezTo>
                    <a:pt x="151" y="853"/>
                    <a:pt x="101" y="1028"/>
                    <a:pt x="51" y="1203"/>
                  </a:cubicBezTo>
                  <a:cubicBezTo>
                    <a:pt x="1" y="1304"/>
                    <a:pt x="101" y="1429"/>
                    <a:pt x="201" y="1454"/>
                  </a:cubicBezTo>
                  <a:cubicBezTo>
                    <a:pt x="218" y="1457"/>
                    <a:pt x="233" y="1459"/>
                    <a:pt x="248" y="1459"/>
                  </a:cubicBezTo>
                  <a:cubicBezTo>
                    <a:pt x="346" y="1459"/>
                    <a:pt x="408" y="1391"/>
                    <a:pt x="452" y="1304"/>
                  </a:cubicBezTo>
                  <a:cubicBezTo>
                    <a:pt x="577" y="953"/>
                    <a:pt x="652" y="577"/>
                    <a:pt x="652" y="201"/>
                  </a:cubicBezTo>
                  <a:cubicBezTo>
                    <a:pt x="627" y="101"/>
                    <a:pt x="552" y="0"/>
                    <a:pt x="42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4" name="Google Shape;3034;p38"/>
            <p:cNvSpPr/>
            <p:nvPr/>
          </p:nvSpPr>
          <p:spPr>
            <a:xfrm>
              <a:off x="2164171" y="3908565"/>
              <a:ext cx="8948" cy="10285"/>
            </a:xfrm>
            <a:custGeom>
              <a:rect b="b" l="l" r="r" t="t"/>
              <a:pathLst>
                <a:path extrusionOk="0" h="577" w="502">
                  <a:moveTo>
                    <a:pt x="176" y="0"/>
                  </a:moveTo>
                  <a:cubicBezTo>
                    <a:pt x="151" y="0"/>
                    <a:pt x="126" y="0"/>
                    <a:pt x="101" y="25"/>
                  </a:cubicBezTo>
                  <a:cubicBezTo>
                    <a:pt x="101" y="25"/>
                    <a:pt x="76" y="50"/>
                    <a:pt x="76" y="50"/>
                  </a:cubicBezTo>
                  <a:cubicBezTo>
                    <a:pt x="50" y="75"/>
                    <a:pt x="25" y="100"/>
                    <a:pt x="0" y="151"/>
                  </a:cubicBezTo>
                  <a:cubicBezTo>
                    <a:pt x="0" y="176"/>
                    <a:pt x="0" y="176"/>
                    <a:pt x="0" y="201"/>
                  </a:cubicBezTo>
                  <a:cubicBezTo>
                    <a:pt x="0" y="251"/>
                    <a:pt x="25" y="276"/>
                    <a:pt x="25" y="301"/>
                  </a:cubicBezTo>
                  <a:cubicBezTo>
                    <a:pt x="50" y="376"/>
                    <a:pt x="101" y="426"/>
                    <a:pt x="126" y="476"/>
                  </a:cubicBezTo>
                  <a:cubicBezTo>
                    <a:pt x="126" y="501"/>
                    <a:pt x="151" y="526"/>
                    <a:pt x="176" y="552"/>
                  </a:cubicBezTo>
                  <a:cubicBezTo>
                    <a:pt x="201" y="552"/>
                    <a:pt x="226" y="577"/>
                    <a:pt x="251" y="577"/>
                  </a:cubicBezTo>
                  <a:lnTo>
                    <a:pt x="326" y="577"/>
                  </a:lnTo>
                  <a:cubicBezTo>
                    <a:pt x="351" y="577"/>
                    <a:pt x="376" y="577"/>
                    <a:pt x="401" y="552"/>
                  </a:cubicBezTo>
                  <a:cubicBezTo>
                    <a:pt x="426" y="552"/>
                    <a:pt x="426" y="526"/>
                    <a:pt x="452" y="526"/>
                  </a:cubicBezTo>
                  <a:cubicBezTo>
                    <a:pt x="477" y="501"/>
                    <a:pt x="502" y="476"/>
                    <a:pt x="502" y="426"/>
                  </a:cubicBezTo>
                  <a:cubicBezTo>
                    <a:pt x="502" y="401"/>
                    <a:pt x="502" y="401"/>
                    <a:pt x="502" y="376"/>
                  </a:cubicBezTo>
                  <a:cubicBezTo>
                    <a:pt x="502" y="351"/>
                    <a:pt x="502" y="301"/>
                    <a:pt x="477" y="276"/>
                  </a:cubicBezTo>
                  <a:cubicBezTo>
                    <a:pt x="452" y="201"/>
                    <a:pt x="426" y="151"/>
                    <a:pt x="401" y="100"/>
                  </a:cubicBezTo>
                  <a:cubicBezTo>
                    <a:pt x="376" y="75"/>
                    <a:pt x="351" y="50"/>
                    <a:pt x="351" y="50"/>
                  </a:cubicBezTo>
                  <a:cubicBezTo>
                    <a:pt x="326" y="25"/>
                    <a:pt x="30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5" name="Google Shape;3035;p38"/>
            <p:cNvSpPr/>
            <p:nvPr/>
          </p:nvSpPr>
          <p:spPr>
            <a:xfrm>
              <a:off x="1704005" y="3950438"/>
              <a:ext cx="11194" cy="27504"/>
            </a:xfrm>
            <a:custGeom>
              <a:rect b="b" l="l" r="r" t="t"/>
              <a:pathLst>
                <a:path extrusionOk="0" h="1543" w="628">
                  <a:moveTo>
                    <a:pt x="400" y="1"/>
                  </a:moveTo>
                  <a:cubicBezTo>
                    <a:pt x="313" y="1"/>
                    <a:pt x="222" y="53"/>
                    <a:pt x="201" y="157"/>
                  </a:cubicBezTo>
                  <a:lnTo>
                    <a:pt x="1" y="1285"/>
                  </a:lnTo>
                  <a:cubicBezTo>
                    <a:pt x="1" y="1386"/>
                    <a:pt x="26" y="1511"/>
                    <a:pt x="151" y="1536"/>
                  </a:cubicBezTo>
                  <a:cubicBezTo>
                    <a:pt x="168" y="1540"/>
                    <a:pt x="186" y="1542"/>
                    <a:pt x="204" y="1542"/>
                  </a:cubicBezTo>
                  <a:cubicBezTo>
                    <a:pt x="297" y="1542"/>
                    <a:pt x="402" y="1490"/>
                    <a:pt x="402" y="1386"/>
                  </a:cubicBezTo>
                  <a:cubicBezTo>
                    <a:pt x="477" y="1010"/>
                    <a:pt x="552" y="634"/>
                    <a:pt x="602" y="258"/>
                  </a:cubicBezTo>
                  <a:cubicBezTo>
                    <a:pt x="627" y="157"/>
                    <a:pt x="577" y="32"/>
                    <a:pt x="452" y="7"/>
                  </a:cubicBezTo>
                  <a:cubicBezTo>
                    <a:pt x="435" y="3"/>
                    <a:pt x="418" y="1"/>
                    <a:pt x="40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6" name="Google Shape;3036;p38"/>
            <p:cNvSpPr/>
            <p:nvPr/>
          </p:nvSpPr>
          <p:spPr>
            <a:xfrm>
              <a:off x="1725449" y="3950438"/>
              <a:ext cx="10748" cy="27504"/>
            </a:xfrm>
            <a:custGeom>
              <a:rect b="b" l="l" r="r" t="t"/>
              <a:pathLst>
                <a:path extrusionOk="0" h="1543" w="603">
                  <a:moveTo>
                    <a:pt x="374" y="1"/>
                  </a:moveTo>
                  <a:cubicBezTo>
                    <a:pt x="286" y="1"/>
                    <a:pt x="197" y="49"/>
                    <a:pt x="176" y="132"/>
                  </a:cubicBezTo>
                  <a:cubicBezTo>
                    <a:pt x="126" y="508"/>
                    <a:pt x="51" y="909"/>
                    <a:pt x="1" y="1285"/>
                  </a:cubicBezTo>
                  <a:cubicBezTo>
                    <a:pt x="1" y="1386"/>
                    <a:pt x="26" y="1511"/>
                    <a:pt x="151" y="1536"/>
                  </a:cubicBezTo>
                  <a:cubicBezTo>
                    <a:pt x="168" y="1540"/>
                    <a:pt x="186" y="1542"/>
                    <a:pt x="204" y="1542"/>
                  </a:cubicBezTo>
                  <a:cubicBezTo>
                    <a:pt x="297" y="1542"/>
                    <a:pt x="402" y="1490"/>
                    <a:pt x="402" y="1386"/>
                  </a:cubicBezTo>
                  <a:cubicBezTo>
                    <a:pt x="477" y="1010"/>
                    <a:pt x="527" y="634"/>
                    <a:pt x="577" y="258"/>
                  </a:cubicBezTo>
                  <a:cubicBezTo>
                    <a:pt x="602" y="157"/>
                    <a:pt x="552" y="32"/>
                    <a:pt x="427" y="7"/>
                  </a:cubicBezTo>
                  <a:cubicBezTo>
                    <a:pt x="410" y="3"/>
                    <a:pt x="392" y="1"/>
                    <a:pt x="37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7" name="Google Shape;3037;p38"/>
            <p:cNvSpPr/>
            <p:nvPr/>
          </p:nvSpPr>
          <p:spPr>
            <a:xfrm>
              <a:off x="2652342" y="3020349"/>
              <a:ext cx="89410" cy="140889"/>
            </a:xfrm>
            <a:custGeom>
              <a:rect b="b" l="l" r="r" t="t"/>
              <a:pathLst>
                <a:path extrusionOk="0" h="7904" w="5016">
                  <a:moveTo>
                    <a:pt x="323" y="0"/>
                  </a:moveTo>
                  <a:cubicBezTo>
                    <a:pt x="153" y="0"/>
                    <a:pt x="1" y="216"/>
                    <a:pt x="158" y="354"/>
                  </a:cubicBezTo>
                  <a:cubicBezTo>
                    <a:pt x="2289" y="2359"/>
                    <a:pt x="3818" y="4941"/>
                    <a:pt x="4569" y="7748"/>
                  </a:cubicBezTo>
                  <a:cubicBezTo>
                    <a:pt x="4599" y="7858"/>
                    <a:pt x="4681" y="7904"/>
                    <a:pt x="4764" y="7904"/>
                  </a:cubicBezTo>
                  <a:cubicBezTo>
                    <a:pt x="4889" y="7904"/>
                    <a:pt x="5016" y="7798"/>
                    <a:pt x="4970" y="7647"/>
                  </a:cubicBezTo>
                  <a:cubicBezTo>
                    <a:pt x="4219" y="4765"/>
                    <a:pt x="2640" y="2109"/>
                    <a:pt x="459" y="53"/>
                  </a:cubicBezTo>
                  <a:cubicBezTo>
                    <a:pt x="416" y="16"/>
                    <a:pt x="369" y="0"/>
                    <a:pt x="32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8" name="Google Shape;3038;p38"/>
            <p:cNvSpPr/>
            <p:nvPr/>
          </p:nvSpPr>
          <p:spPr>
            <a:xfrm>
              <a:off x="2742717" y="3184808"/>
              <a:ext cx="9857" cy="7166"/>
            </a:xfrm>
            <a:custGeom>
              <a:rect b="b" l="l" r="r" t="t"/>
              <a:pathLst>
                <a:path extrusionOk="0" h="402" w="553">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9" name="Google Shape;3039;p38"/>
            <p:cNvSpPr/>
            <p:nvPr/>
          </p:nvSpPr>
          <p:spPr>
            <a:xfrm>
              <a:off x="2687208" y="3517078"/>
              <a:ext cx="187965" cy="54063"/>
            </a:xfrm>
            <a:custGeom>
              <a:rect b="b" l="l" r="r" t="t"/>
              <a:pathLst>
                <a:path extrusionOk="0" h="3033" w="10545">
                  <a:moveTo>
                    <a:pt x="8830" y="1"/>
                  </a:moveTo>
                  <a:cubicBezTo>
                    <a:pt x="8722" y="1"/>
                    <a:pt x="8613" y="11"/>
                    <a:pt x="8503" y="32"/>
                  </a:cubicBezTo>
                  <a:cubicBezTo>
                    <a:pt x="8102" y="107"/>
                    <a:pt x="7726" y="308"/>
                    <a:pt x="7451" y="584"/>
                  </a:cubicBezTo>
                  <a:cubicBezTo>
                    <a:pt x="7150" y="934"/>
                    <a:pt x="6999" y="1386"/>
                    <a:pt x="6623" y="1636"/>
                  </a:cubicBezTo>
                  <a:cubicBezTo>
                    <a:pt x="6353" y="1824"/>
                    <a:pt x="6047" y="1925"/>
                    <a:pt x="5722" y="1925"/>
                  </a:cubicBezTo>
                  <a:cubicBezTo>
                    <a:pt x="5656" y="1925"/>
                    <a:pt x="5589" y="1920"/>
                    <a:pt x="5521" y="1912"/>
                  </a:cubicBezTo>
                  <a:cubicBezTo>
                    <a:pt x="5120" y="1887"/>
                    <a:pt x="4794" y="1661"/>
                    <a:pt x="4468" y="1411"/>
                  </a:cubicBezTo>
                  <a:cubicBezTo>
                    <a:pt x="4192" y="1160"/>
                    <a:pt x="3892" y="909"/>
                    <a:pt x="3541" y="784"/>
                  </a:cubicBezTo>
                  <a:cubicBezTo>
                    <a:pt x="3378" y="723"/>
                    <a:pt x="3215" y="695"/>
                    <a:pt x="3054" y="695"/>
                  </a:cubicBezTo>
                  <a:cubicBezTo>
                    <a:pt x="2818" y="695"/>
                    <a:pt x="2586" y="755"/>
                    <a:pt x="2363" y="859"/>
                  </a:cubicBezTo>
                  <a:cubicBezTo>
                    <a:pt x="1435" y="1235"/>
                    <a:pt x="684" y="1912"/>
                    <a:pt x="107" y="2714"/>
                  </a:cubicBezTo>
                  <a:cubicBezTo>
                    <a:pt x="1" y="2873"/>
                    <a:pt x="158" y="3033"/>
                    <a:pt x="312" y="3033"/>
                  </a:cubicBezTo>
                  <a:cubicBezTo>
                    <a:pt x="376" y="3033"/>
                    <a:pt x="439" y="3006"/>
                    <a:pt x="483" y="2940"/>
                  </a:cubicBezTo>
                  <a:cubicBezTo>
                    <a:pt x="934" y="2263"/>
                    <a:pt x="1561" y="1711"/>
                    <a:pt x="2313" y="1335"/>
                  </a:cubicBezTo>
                  <a:cubicBezTo>
                    <a:pt x="2547" y="1211"/>
                    <a:pt x="2800" y="1115"/>
                    <a:pt x="3061" y="1115"/>
                  </a:cubicBezTo>
                  <a:cubicBezTo>
                    <a:pt x="3219" y="1115"/>
                    <a:pt x="3380" y="1150"/>
                    <a:pt x="3541" y="1235"/>
                  </a:cubicBezTo>
                  <a:cubicBezTo>
                    <a:pt x="3842" y="1386"/>
                    <a:pt x="4092" y="1661"/>
                    <a:pt x="4368" y="1862"/>
                  </a:cubicBezTo>
                  <a:cubicBezTo>
                    <a:pt x="4765" y="2169"/>
                    <a:pt x="5201" y="2346"/>
                    <a:pt x="5667" y="2346"/>
                  </a:cubicBezTo>
                  <a:cubicBezTo>
                    <a:pt x="5848" y="2346"/>
                    <a:pt x="6033" y="2319"/>
                    <a:pt x="6222" y="2263"/>
                  </a:cubicBezTo>
                  <a:cubicBezTo>
                    <a:pt x="6548" y="2188"/>
                    <a:pt x="6849" y="2012"/>
                    <a:pt x="7100" y="1787"/>
                  </a:cubicBezTo>
                  <a:cubicBezTo>
                    <a:pt x="7375" y="1511"/>
                    <a:pt x="7526" y="1110"/>
                    <a:pt x="7801" y="834"/>
                  </a:cubicBezTo>
                  <a:cubicBezTo>
                    <a:pt x="8089" y="557"/>
                    <a:pt x="8448" y="427"/>
                    <a:pt x="8803" y="427"/>
                  </a:cubicBezTo>
                  <a:cubicBezTo>
                    <a:pt x="9314" y="427"/>
                    <a:pt x="9816" y="697"/>
                    <a:pt x="10082" y="1185"/>
                  </a:cubicBezTo>
                  <a:cubicBezTo>
                    <a:pt x="10121" y="1263"/>
                    <a:pt x="10185" y="1295"/>
                    <a:pt x="10250" y="1295"/>
                  </a:cubicBezTo>
                  <a:cubicBezTo>
                    <a:pt x="10393" y="1295"/>
                    <a:pt x="10544" y="1140"/>
                    <a:pt x="10458" y="985"/>
                  </a:cubicBezTo>
                  <a:cubicBezTo>
                    <a:pt x="10114" y="382"/>
                    <a:pt x="9492" y="1"/>
                    <a:pt x="883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0" name="Google Shape;3040;p38"/>
            <p:cNvSpPr/>
            <p:nvPr/>
          </p:nvSpPr>
          <p:spPr>
            <a:xfrm>
              <a:off x="2692449" y="3582962"/>
              <a:ext cx="185291" cy="48680"/>
            </a:xfrm>
            <a:custGeom>
              <a:rect b="b" l="l" r="r" t="t"/>
              <a:pathLst>
                <a:path extrusionOk="0" h="2731" w="10395">
                  <a:moveTo>
                    <a:pt x="9001" y="0"/>
                  </a:moveTo>
                  <a:cubicBezTo>
                    <a:pt x="8657" y="0"/>
                    <a:pt x="8312" y="105"/>
                    <a:pt x="8009" y="321"/>
                  </a:cubicBezTo>
                  <a:cubicBezTo>
                    <a:pt x="7282" y="822"/>
                    <a:pt x="6906" y="1700"/>
                    <a:pt x="6129" y="2151"/>
                  </a:cubicBezTo>
                  <a:cubicBezTo>
                    <a:pt x="5925" y="2264"/>
                    <a:pt x="5733" y="2312"/>
                    <a:pt x="5552" y="2312"/>
                  </a:cubicBezTo>
                  <a:cubicBezTo>
                    <a:pt x="4890" y="2312"/>
                    <a:pt x="4371" y="1665"/>
                    <a:pt x="3898" y="1173"/>
                  </a:cubicBezTo>
                  <a:cubicBezTo>
                    <a:pt x="3488" y="763"/>
                    <a:pt x="2938" y="366"/>
                    <a:pt x="2353" y="366"/>
                  </a:cubicBezTo>
                  <a:cubicBezTo>
                    <a:pt x="2153" y="366"/>
                    <a:pt x="1948" y="413"/>
                    <a:pt x="1743" y="522"/>
                  </a:cubicBezTo>
                  <a:cubicBezTo>
                    <a:pt x="1041" y="923"/>
                    <a:pt x="791" y="1800"/>
                    <a:pt x="164" y="2276"/>
                  </a:cubicBezTo>
                  <a:cubicBezTo>
                    <a:pt x="0" y="2399"/>
                    <a:pt x="104" y="2673"/>
                    <a:pt x="271" y="2673"/>
                  </a:cubicBezTo>
                  <a:cubicBezTo>
                    <a:pt x="308" y="2673"/>
                    <a:pt x="348" y="2659"/>
                    <a:pt x="390" y="2627"/>
                  </a:cubicBezTo>
                  <a:cubicBezTo>
                    <a:pt x="916" y="2226"/>
                    <a:pt x="1192" y="1599"/>
                    <a:pt x="1668" y="1123"/>
                  </a:cubicBezTo>
                  <a:cubicBezTo>
                    <a:pt x="1894" y="897"/>
                    <a:pt x="2130" y="806"/>
                    <a:pt x="2365" y="806"/>
                  </a:cubicBezTo>
                  <a:cubicBezTo>
                    <a:pt x="2860" y="806"/>
                    <a:pt x="3349" y="1209"/>
                    <a:pt x="3723" y="1599"/>
                  </a:cubicBezTo>
                  <a:cubicBezTo>
                    <a:pt x="4205" y="2130"/>
                    <a:pt x="4780" y="2730"/>
                    <a:pt x="5538" y="2730"/>
                  </a:cubicBezTo>
                  <a:cubicBezTo>
                    <a:pt x="5567" y="2730"/>
                    <a:pt x="5597" y="2729"/>
                    <a:pt x="5628" y="2727"/>
                  </a:cubicBezTo>
                  <a:cubicBezTo>
                    <a:pt x="6480" y="2652"/>
                    <a:pt x="7031" y="1950"/>
                    <a:pt x="7532" y="1349"/>
                  </a:cubicBezTo>
                  <a:cubicBezTo>
                    <a:pt x="7833" y="1023"/>
                    <a:pt x="8159" y="647"/>
                    <a:pt x="8585" y="472"/>
                  </a:cubicBezTo>
                  <a:cubicBezTo>
                    <a:pt x="8713" y="425"/>
                    <a:pt x="8844" y="403"/>
                    <a:pt x="8974" y="403"/>
                  </a:cubicBezTo>
                  <a:cubicBezTo>
                    <a:pt x="9331" y="403"/>
                    <a:pt x="9682" y="566"/>
                    <a:pt x="9939" y="822"/>
                  </a:cubicBezTo>
                  <a:cubicBezTo>
                    <a:pt x="9983" y="862"/>
                    <a:pt x="10033" y="878"/>
                    <a:pt x="10081" y="878"/>
                  </a:cubicBezTo>
                  <a:cubicBezTo>
                    <a:pt x="10248" y="878"/>
                    <a:pt x="10395" y="677"/>
                    <a:pt x="10239" y="522"/>
                  </a:cubicBezTo>
                  <a:cubicBezTo>
                    <a:pt x="9898" y="180"/>
                    <a:pt x="9451" y="0"/>
                    <a:pt x="90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1" name="Google Shape;3041;p38"/>
            <p:cNvSpPr/>
            <p:nvPr/>
          </p:nvSpPr>
          <p:spPr>
            <a:xfrm>
              <a:off x="2694856" y="3633141"/>
              <a:ext cx="191815" cy="60070"/>
            </a:xfrm>
            <a:custGeom>
              <a:rect b="b" l="l" r="r" t="t"/>
              <a:pathLst>
                <a:path extrusionOk="0" h="3370" w="10761">
                  <a:moveTo>
                    <a:pt x="9306" y="0"/>
                  </a:moveTo>
                  <a:cubicBezTo>
                    <a:pt x="9068" y="0"/>
                    <a:pt x="8828" y="45"/>
                    <a:pt x="8601" y="138"/>
                  </a:cubicBezTo>
                  <a:cubicBezTo>
                    <a:pt x="7824" y="413"/>
                    <a:pt x="7498" y="1165"/>
                    <a:pt x="6971" y="1742"/>
                  </a:cubicBezTo>
                  <a:cubicBezTo>
                    <a:pt x="6591" y="2153"/>
                    <a:pt x="6109" y="2305"/>
                    <a:pt x="5604" y="2305"/>
                  </a:cubicBezTo>
                  <a:cubicBezTo>
                    <a:pt x="5277" y="2305"/>
                    <a:pt x="4940" y="2241"/>
                    <a:pt x="4616" y="2143"/>
                  </a:cubicBezTo>
                  <a:cubicBezTo>
                    <a:pt x="3908" y="1950"/>
                    <a:pt x="3237" y="1555"/>
                    <a:pt x="2492" y="1555"/>
                  </a:cubicBezTo>
                  <a:cubicBezTo>
                    <a:pt x="2367" y="1555"/>
                    <a:pt x="2239" y="1566"/>
                    <a:pt x="2109" y="1591"/>
                  </a:cubicBezTo>
                  <a:cubicBezTo>
                    <a:pt x="1257" y="1742"/>
                    <a:pt x="555" y="2343"/>
                    <a:pt x="104" y="3070"/>
                  </a:cubicBezTo>
                  <a:cubicBezTo>
                    <a:pt x="0" y="3226"/>
                    <a:pt x="135" y="3370"/>
                    <a:pt x="278" y="3370"/>
                  </a:cubicBezTo>
                  <a:cubicBezTo>
                    <a:pt x="343" y="3370"/>
                    <a:pt x="408" y="3341"/>
                    <a:pt x="455" y="3271"/>
                  </a:cubicBezTo>
                  <a:cubicBezTo>
                    <a:pt x="831" y="2644"/>
                    <a:pt x="1458" y="2143"/>
                    <a:pt x="2184" y="1992"/>
                  </a:cubicBezTo>
                  <a:cubicBezTo>
                    <a:pt x="2293" y="1973"/>
                    <a:pt x="2399" y="1965"/>
                    <a:pt x="2503" y="1965"/>
                  </a:cubicBezTo>
                  <a:cubicBezTo>
                    <a:pt x="3222" y="1965"/>
                    <a:pt x="3865" y="2372"/>
                    <a:pt x="4565" y="2569"/>
                  </a:cubicBezTo>
                  <a:cubicBezTo>
                    <a:pt x="4896" y="2667"/>
                    <a:pt x="5250" y="2729"/>
                    <a:pt x="5602" y="2729"/>
                  </a:cubicBezTo>
                  <a:cubicBezTo>
                    <a:pt x="5971" y="2729"/>
                    <a:pt x="6337" y="2661"/>
                    <a:pt x="6671" y="2494"/>
                  </a:cubicBezTo>
                  <a:cubicBezTo>
                    <a:pt x="7347" y="2168"/>
                    <a:pt x="7623" y="1466"/>
                    <a:pt x="8124" y="940"/>
                  </a:cubicBezTo>
                  <a:cubicBezTo>
                    <a:pt x="8436" y="600"/>
                    <a:pt x="8883" y="412"/>
                    <a:pt x="9330" y="412"/>
                  </a:cubicBezTo>
                  <a:cubicBezTo>
                    <a:pt x="9675" y="412"/>
                    <a:pt x="10021" y="524"/>
                    <a:pt x="10305" y="764"/>
                  </a:cubicBezTo>
                  <a:cubicBezTo>
                    <a:pt x="10350" y="804"/>
                    <a:pt x="10400" y="821"/>
                    <a:pt x="10449" y="821"/>
                  </a:cubicBezTo>
                  <a:cubicBezTo>
                    <a:pt x="10615" y="821"/>
                    <a:pt x="10761" y="625"/>
                    <a:pt x="10606" y="489"/>
                  </a:cubicBezTo>
                  <a:cubicBezTo>
                    <a:pt x="10240" y="173"/>
                    <a:pt x="9775" y="0"/>
                    <a:pt x="930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2" name="Google Shape;3042;p38"/>
            <p:cNvSpPr/>
            <p:nvPr/>
          </p:nvSpPr>
          <p:spPr>
            <a:xfrm>
              <a:off x="2702681" y="3695299"/>
              <a:ext cx="186556" cy="47379"/>
            </a:xfrm>
            <a:custGeom>
              <a:rect b="b" l="l" r="r" t="t"/>
              <a:pathLst>
                <a:path extrusionOk="0" h="2658" w="10466">
                  <a:moveTo>
                    <a:pt x="9294" y="0"/>
                  </a:moveTo>
                  <a:cubicBezTo>
                    <a:pt x="8888" y="0"/>
                    <a:pt x="8487" y="51"/>
                    <a:pt x="8111" y="210"/>
                  </a:cubicBezTo>
                  <a:cubicBezTo>
                    <a:pt x="7811" y="335"/>
                    <a:pt x="7560" y="536"/>
                    <a:pt x="7359" y="811"/>
                  </a:cubicBezTo>
                  <a:cubicBezTo>
                    <a:pt x="7134" y="1137"/>
                    <a:pt x="7034" y="1538"/>
                    <a:pt x="6758" y="1839"/>
                  </a:cubicBezTo>
                  <a:cubicBezTo>
                    <a:pt x="6465" y="2132"/>
                    <a:pt x="6083" y="2246"/>
                    <a:pt x="5690" y="2246"/>
                  </a:cubicBezTo>
                  <a:cubicBezTo>
                    <a:pt x="5276" y="2246"/>
                    <a:pt x="4850" y="2119"/>
                    <a:pt x="4502" y="1939"/>
                  </a:cubicBezTo>
                  <a:cubicBezTo>
                    <a:pt x="3776" y="1588"/>
                    <a:pt x="3149" y="937"/>
                    <a:pt x="2322" y="886"/>
                  </a:cubicBezTo>
                  <a:cubicBezTo>
                    <a:pt x="2288" y="885"/>
                    <a:pt x="2254" y="884"/>
                    <a:pt x="2220" y="884"/>
                  </a:cubicBezTo>
                  <a:cubicBezTo>
                    <a:pt x="1361" y="884"/>
                    <a:pt x="623" y="1488"/>
                    <a:pt x="116" y="2140"/>
                  </a:cubicBezTo>
                  <a:cubicBezTo>
                    <a:pt x="1" y="2293"/>
                    <a:pt x="137" y="2506"/>
                    <a:pt x="285" y="2506"/>
                  </a:cubicBezTo>
                  <a:cubicBezTo>
                    <a:pt x="330" y="2506"/>
                    <a:pt x="376" y="2487"/>
                    <a:pt x="417" y="2440"/>
                  </a:cubicBezTo>
                  <a:cubicBezTo>
                    <a:pt x="842" y="1873"/>
                    <a:pt x="1491" y="1306"/>
                    <a:pt x="2214" y="1306"/>
                  </a:cubicBezTo>
                  <a:cubicBezTo>
                    <a:pt x="2258" y="1306"/>
                    <a:pt x="2303" y="1308"/>
                    <a:pt x="2347" y="1312"/>
                  </a:cubicBezTo>
                  <a:cubicBezTo>
                    <a:pt x="2773" y="1363"/>
                    <a:pt x="3149" y="1613"/>
                    <a:pt x="3500" y="1839"/>
                  </a:cubicBezTo>
                  <a:cubicBezTo>
                    <a:pt x="3851" y="2064"/>
                    <a:pt x="4202" y="2290"/>
                    <a:pt x="4578" y="2440"/>
                  </a:cubicBezTo>
                  <a:cubicBezTo>
                    <a:pt x="4924" y="2574"/>
                    <a:pt x="5300" y="2657"/>
                    <a:pt x="5673" y="2657"/>
                  </a:cubicBezTo>
                  <a:cubicBezTo>
                    <a:pt x="6001" y="2657"/>
                    <a:pt x="6328" y="2593"/>
                    <a:pt x="6633" y="2440"/>
                  </a:cubicBezTo>
                  <a:cubicBezTo>
                    <a:pt x="6933" y="2265"/>
                    <a:pt x="7159" y="2039"/>
                    <a:pt x="7334" y="1739"/>
                  </a:cubicBezTo>
                  <a:cubicBezTo>
                    <a:pt x="7510" y="1413"/>
                    <a:pt x="7635" y="1062"/>
                    <a:pt x="7911" y="811"/>
                  </a:cubicBezTo>
                  <a:cubicBezTo>
                    <a:pt x="8272" y="495"/>
                    <a:pt x="8759" y="405"/>
                    <a:pt x="9248" y="405"/>
                  </a:cubicBezTo>
                  <a:cubicBezTo>
                    <a:pt x="9574" y="405"/>
                    <a:pt x="9901" y="445"/>
                    <a:pt x="10192" y="485"/>
                  </a:cubicBezTo>
                  <a:cubicBezTo>
                    <a:pt x="10199" y="486"/>
                    <a:pt x="10207" y="486"/>
                    <a:pt x="10214" y="486"/>
                  </a:cubicBezTo>
                  <a:cubicBezTo>
                    <a:pt x="10466" y="486"/>
                    <a:pt x="10435" y="84"/>
                    <a:pt x="10192" y="59"/>
                  </a:cubicBezTo>
                  <a:cubicBezTo>
                    <a:pt x="9894" y="27"/>
                    <a:pt x="9593" y="0"/>
                    <a:pt x="92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3" name="Google Shape;3043;p38"/>
            <p:cNvSpPr/>
            <p:nvPr/>
          </p:nvSpPr>
          <p:spPr>
            <a:xfrm>
              <a:off x="2788083" y="3342102"/>
              <a:ext cx="36684" cy="90765"/>
            </a:xfrm>
            <a:custGeom>
              <a:rect b="b" l="l" r="r" t="t"/>
              <a:pathLst>
                <a:path extrusionOk="0" h="5092" w="2058">
                  <a:moveTo>
                    <a:pt x="291" y="1"/>
                  </a:moveTo>
                  <a:cubicBezTo>
                    <a:pt x="155" y="1"/>
                    <a:pt x="0" y="150"/>
                    <a:pt x="87" y="324"/>
                  </a:cubicBezTo>
                  <a:cubicBezTo>
                    <a:pt x="839" y="1778"/>
                    <a:pt x="1365" y="3332"/>
                    <a:pt x="1641" y="4936"/>
                  </a:cubicBezTo>
                  <a:cubicBezTo>
                    <a:pt x="1651" y="5046"/>
                    <a:pt x="1721" y="5092"/>
                    <a:pt x="1799" y="5092"/>
                  </a:cubicBezTo>
                  <a:cubicBezTo>
                    <a:pt x="1918" y="5092"/>
                    <a:pt x="2057" y="4986"/>
                    <a:pt x="2042" y="4836"/>
                  </a:cubicBezTo>
                  <a:cubicBezTo>
                    <a:pt x="1766" y="3182"/>
                    <a:pt x="1215" y="1603"/>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4" name="Google Shape;3044;p38"/>
            <p:cNvSpPr/>
            <p:nvPr/>
          </p:nvSpPr>
          <p:spPr>
            <a:xfrm>
              <a:off x="2807941" y="3474314"/>
              <a:ext cx="9412" cy="7166"/>
            </a:xfrm>
            <a:custGeom>
              <a:rect b="b" l="l" r="r" t="t"/>
              <a:pathLst>
                <a:path extrusionOk="0" h="402" w="528">
                  <a:moveTo>
                    <a:pt x="251" y="0"/>
                  </a:moveTo>
                  <a:cubicBezTo>
                    <a:pt x="1" y="0"/>
                    <a:pt x="1"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5" name="Google Shape;3045;p38"/>
            <p:cNvSpPr/>
            <p:nvPr/>
          </p:nvSpPr>
          <p:spPr>
            <a:xfrm>
              <a:off x="2804376" y="3782930"/>
              <a:ext cx="14313" cy="28805"/>
            </a:xfrm>
            <a:custGeom>
              <a:rect b="b" l="l" r="r" t="t"/>
              <a:pathLst>
                <a:path extrusionOk="0" h="1616" w="803">
                  <a:moveTo>
                    <a:pt x="586" y="1"/>
                  </a:moveTo>
                  <a:cubicBezTo>
                    <a:pt x="495" y="1"/>
                    <a:pt x="398" y="69"/>
                    <a:pt x="376" y="156"/>
                  </a:cubicBezTo>
                  <a:cubicBezTo>
                    <a:pt x="251" y="557"/>
                    <a:pt x="151" y="958"/>
                    <a:pt x="25" y="1359"/>
                  </a:cubicBezTo>
                  <a:cubicBezTo>
                    <a:pt x="0" y="1459"/>
                    <a:pt x="76" y="1584"/>
                    <a:pt x="176" y="1610"/>
                  </a:cubicBezTo>
                  <a:cubicBezTo>
                    <a:pt x="197" y="1614"/>
                    <a:pt x="217" y="1616"/>
                    <a:pt x="236" y="1616"/>
                  </a:cubicBezTo>
                  <a:cubicBezTo>
                    <a:pt x="332" y="1616"/>
                    <a:pt x="406" y="1564"/>
                    <a:pt x="426" y="1459"/>
                  </a:cubicBezTo>
                  <a:cubicBezTo>
                    <a:pt x="552" y="1058"/>
                    <a:pt x="652" y="657"/>
                    <a:pt x="777" y="281"/>
                  </a:cubicBezTo>
                  <a:cubicBezTo>
                    <a:pt x="802" y="156"/>
                    <a:pt x="752" y="31"/>
                    <a:pt x="627" y="6"/>
                  </a:cubicBezTo>
                  <a:cubicBezTo>
                    <a:pt x="614" y="2"/>
                    <a:pt x="600" y="1"/>
                    <a:pt x="5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6" name="Google Shape;3046;p38"/>
            <p:cNvSpPr/>
            <p:nvPr/>
          </p:nvSpPr>
          <p:spPr>
            <a:xfrm>
              <a:off x="2824483" y="3798652"/>
              <a:ext cx="7611" cy="21016"/>
            </a:xfrm>
            <a:custGeom>
              <a:rect b="b" l="l" r="r" t="t"/>
              <a:pathLst>
                <a:path extrusionOk="0" h="1179" w="427">
                  <a:moveTo>
                    <a:pt x="201" y="1"/>
                  </a:moveTo>
                  <a:cubicBezTo>
                    <a:pt x="100" y="1"/>
                    <a:pt x="0" y="76"/>
                    <a:pt x="0" y="201"/>
                  </a:cubicBezTo>
                  <a:lnTo>
                    <a:pt x="0" y="978"/>
                  </a:lnTo>
                  <a:cubicBezTo>
                    <a:pt x="0" y="1078"/>
                    <a:pt x="100" y="1179"/>
                    <a:pt x="201" y="1179"/>
                  </a:cubicBezTo>
                  <a:cubicBezTo>
                    <a:pt x="326" y="1179"/>
                    <a:pt x="426" y="1078"/>
                    <a:pt x="426" y="978"/>
                  </a:cubicBezTo>
                  <a:lnTo>
                    <a:pt x="426" y="201"/>
                  </a:lnTo>
                  <a:cubicBezTo>
                    <a:pt x="426" y="101"/>
                    <a:pt x="326"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7" name="Google Shape;3047;p38"/>
            <p:cNvSpPr/>
            <p:nvPr/>
          </p:nvSpPr>
          <p:spPr>
            <a:xfrm>
              <a:off x="2603785" y="3835284"/>
              <a:ext cx="9839" cy="7611"/>
            </a:xfrm>
            <a:custGeom>
              <a:rect b="b" l="l" r="r" t="t"/>
              <a:pathLst>
                <a:path extrusionOk="0" h="427" w="552">
                  <a:moveTo>
                    <a:pt x="276" y="1"/>
                  </a:moveTo>
                  <a:cubicBezTo>
                    <a:pt x="0" y="1"/>
                    <a:pt x="0"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8" name="Google Shape;3048;p38"/>
            <p:cNvSpPr/>
            <p:nvPr/>
          </p:nvSpPr>
          <p:spPr>
            <a:xfrm>
              <a:off x="2476011" y="3864090"/>
              <a:ext cx="101139" cy="38787"/>
            </a:xfrm>
            <a:custGeom>
              <a:rect b="b" l="l" r="r" t="t"/>
              <a:pathLst>
                <a:path extrusionOk="0" h="2176" w="5674">
                  <a:moveTo>
                    <a:pt x="4229" y="1"/>
                  </a:moveTo>
                  <a:cubicBezTo>
                    <a:pt x="4139" y="1"/>
                    <a:pt x="4043" y="67"/>
                    <a:pt x="4010" y="164"/>
                  </a:cubicBezTo>
                  <a:lnTo>
                    <a:pt x="3681" y="1288"/>
                  </a:lnTo>
                  <a:cubicBezTo>
                    <a:pt x="3557" y="1164"/>
                    <a:pt x="3433" y="1040"/>
                    <a:pt x="3308" y="916"/>
                  </a:cubicBezTo>
                  <a:cubicBezTo>
                    <a:pt x="3158" y="766"/>
                    <a:pt x="2983" y="515"/>
                    <a:pt x="2757" y="515"/>
                  </a:cubicBezTo>
                  <a:cubicBezTo>
                    <a:pt x="2557" y="515"/>
                    <a:pt x="2456" y="691"/>
                    <a:pt x="2381" y="841"/>
                  </a:cubicBezTo>
                  <a:cubicBezTo>
                    <a:pt x="2255" y="1040"/>
                    <a:pt x="2115" y="1238"/>
                    <a:pt x="1982" y="1437"/>
                  </a:cubicBezTo>
                  <a:lnTo>
                    <a:pt x="1982" y="1437"/>
                  </a:lnTo>
                  <a:cubicBezTo>
                    <a:pt x="1772" y="1247"/>
                    <a:pt x="1563" y="1056"/>
                    <a:pt x="1354" y="866"/>
                  </a:cubicBezTo>
                  <a:cubicBezTo>
                    <a:pt x="1214" y="726"/>
                    <a:pt x="1026" y="618"/>
                    <a:pt x="829" y="618"/>
                  </a:cubicBezTo>
                  <a:cubicBezTo>
                    <a:pt x="779" y="618"/>
                    <a:pt x="728" y="625"/>
                    <a:pt x="677" y="641"/>
                  </a:cubicBezTo>
                  <a:cubicBezTo>
                    <a:pt x="75" y="791"/>
                    <a:pt x="0" y="1443"/>
                    <a:pt x="0" y="1969"/>
                  </a:cubicBezTo>
                  <a:cubicBezTo>
                    <a:pt x="0" y="2107"/>
                    <a:pt x="107" y="2176"/>
                    <a:pt x="213" y="2176"/>
                  </a:cubicBezTo>
                  <a:cubicBezTo>
                    <a:pt x="320" y="2176"/>
                    <a:pt x="426" y="2107"/>
                    <a:pt x="426" y="1969"/>
                  </a:cubicBezTo>
                  <a:cubicBezTo>
                    <a:pt x="402" y="1707"/>
                    <a:pt x="401" y="1036"/>
                    <a:pt x="811" y="1036"/>
                  </a:cubicBezTo>
                  <a:cubicBezTo>
                    <a:pt x="832" y="1036"/>
                    <a:pt x="854" y="1038"/>
                    <a:pt x="877" y="1042"/>
                  </a:cubicBezTo>
                  <a:cubicBezTo>
                    <a:pt x="1053" y="1092"/>
                    <a:pt x="1228" y="1317"/>
                    <a:pt x="1354" y="1417"/>
                  </a:cubicBezTo>
                  <a:cubicBezTo>
                    <a:pt x="1529" y="1593"/>
                    <a:pt x="1704" y="1743"/>
                    <a:pt x="1880" y="1919"/>
                  </a:cubicBezTo>
                  <a:cubicBezTo>
                    <a:pt x="1924" y="1952"/>
                    <a:pt x="1977" y="1970"/>
                    <a:pt x="2029" y="1970"/>
                  </a:cubicBezTo>
                  <a:cubicBezTo>
                    <a:pt x="2097" y="1970"/>
                    <a:pt x="2163" y="1939"/>
                    <a:pt x="2206" y="1869"/>
                  </a:cubicBezTo>
                  <a:cubicBezTo>
                    <a:pt x="2306" y="1693"/>
                    <a:pt x="2431" y="1518"/>
                    <a:pt x="2532" y="1342"/>
                  </a:cubicBezTo>
                  <a:cubicBezTo>
                    <a:pt x="2582" y="1267"/>
                    <a:pt x="2657" y="1192"/>
                    <a:pt x="2707" y="1092"/>
                  </a:cubicBezTo>
                  <a:cubicBezTo>
                    <a:pt x="2723" y="1061"/>
                    <a:pt x="2748" y="1030"/>
                    <a:pt x="2771" y="992"/>
                  </a:cubicBezTo>
                  <a:lnTo>
                    <a:pt x="2771" y="992"/>
                  </a:lnTo>
                  <a:cubicBezTo>
                    <a:pt x="2815" y="1059"/>
                    <a:pt x="2935" y="1123"/>
                    <a:pt x="2958" y="1167"/>
                  </a:cubicBezTo>
                  <a:cubicBezTo>
                    <a:pt x="3033" y="1242"/>
                    <a:pt x="3108" y="1292"/>
                    <a:pt x="3183" y="1367"/>
                  </a:cubicBezTo>
                  <a:cubicBezTo>
                    <a:pt x="3334" y="1518"/>
                    <a:pt x="3484" y="1668"/>
                    <a:pt x="3634" y="1818"/>
                  </a:cubicBezTo>
                  <a:cubicBezTo>
                    <a:pt x="3670" y="1854"/>
                    <a:pt x="3718" y="1871"/>
                    <a:pt x="3767" y="1871"/>
                  </a:cubicBezTo>
                  <a:cubicBezTo>
                    <a:pt x="3858" y="1871"/>
                    <a:pt x="3953" y="1815"/>
                    <a:pt x="3985" y="1718"/>
                  </a:cubicBezTo>
                  <a:cubicBezTo>
                    <a:pt x="4078" y="1364"/>
                    <a:pt x="4186" y="1010"/>
                    <a:pt x="4296" y="645"/>
                  </a:cubicBezTo>
                  <a:lnTo>
                    <a:pt x="4296" y="645"/>
                  </a:lnTo>
                  <a:cubicBezTo>
                    <a:pt x="4618" y="1028"/>
                    <a:pt x="4936" y="1411"/>
                    <a:pt x="5238" y="1793"/>
                  </a:cubicBezTo>
                  <a:cubicBezTo>
                    <a:pt x="5279" y="1840"/>
                    <a:pt x="5327" y="1860"/>
                    <a:pt x="5373" y="1860"/>
                  </a:cubicBezTo>
                  <a:cubicBezTo>
                    <a:pt x="5528" y="1860"/>
                    <a:pt x="5674" y="1647"/>
                    <a:pt x="5539" y="1493"/>
                  </a:cubicBezTo>
                  <a:cubicBezTo>
                    <a:pt x="5138" y="1016"/>
                    <a:pt x="4762" y="540"/>
                    <a:pt x="4361" y="64"/>
                  </a:cubicBezTo>
                  <a:cubicBezTo>
                    <a:pt x="4326" y="20"/>
                    <a:pt x="4278" y="1"/>
                    <a:pt x="42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9" name="Google Shape;3049;p38"/>
            <p:cNvSpPr/>
            <p:nvPr/>
          </p:nvSpPr>
          <p:spPr>
            <a:xfrm>
              <a:off x="2031032" y="2682196"/>
              <a:ext cx="236787" cy="227233"/>
            </a:xfrm>
            <a:custGeom>
              <a:rect b="b" l="l" r="r" t="t"/>
              <a:pathLst>
                <a:path extrusionOk="0" h="12748" w="13284">
                  <a:moveTo>
                    <a:pt x="13284" y="1"/>
                  </a:moveTo>
                  <a:lnTo>
                    <a:pt x="1" y="251"/>
                  </a:lnTo>
                  <a:cubicBezTo>
                    <a:pt x="26" y="3459"/>
                    <a:pt x="101" y="6693"/>
                    <a:pt x="251" y="9926"/>
                  </a:cubicBezTo>
                  <a:cubicBezTo>
                    <a:pt x="251" y="9926"/>
                    <a:pt x="2102" y="12747"/>
                    <a:pt x="6957" y="12747"/>
                  </a:cubicBezTo>
                  <a:cubicBezTo>
                    <a:pt x="7156" y="12747"/>
                    <a:pt x="7360" y="12743"/>
                    <a:pt x="7570" y="12733"/>
                  </a:cubicBezTo>
                  <a:cubicBezTo>
                    <a:pt x="12883" y="12507"/>
                    <a:pt x="13284" y="8522"/>
                    <a:pt x="13284" y="8522"/>
                  </a:cubicBezTo>
                  <a:lnTo>
                    <a:pt x="13284" y="1"/>
                  </a:lnTo>
                  <a:close/>
                </a:path>
              </a:pathLst>
            </a:custGeom>
            <a:solidFill>
              <a:srgbClr val="A88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0" name="Google Shape;3050;p38"/>
            <p:cNvSpPr/>
            <p:nvPr/>
          </p:nvSpPr>
          <p:spPr>
            <a:xfrm>
              <a:off x="2026950" y="2678631"/>
              <a:ext cx="244452" cy="234862"/>
            </a:xfrm>
            <a:custGeom>
              <a:rect b="b" l="l" r="r" t="t"/>
              <a:pathLst>
                <a:path extrusionOk="0" h="13176" w="13714">
                  <a:moveTo>
                    <a:pt x="13287" y="426"/>
                  </a:moveTo>
                  <a:lnTo>
                    <a:pt x="13287" y="5138"/>
                  </a:lnTo>
                  <a:lnTo>
                    <a:pt x="13287" y="8045"/>
                  </a:lnTo>
                  <a:cubicBezTo>
                    <a:pt x="13287" y="8271"/>
                    <a:pt x="13287" y="8472"/>
                    <a:pt x="13287" y="8697"/>
                  </a:cubicBezTo>
                  <a:cubicBezTo>
                    <a:pt x="13287" y="8722"/>
                    <a:pt x="13287" y="8722"/>
                    <a:pt x="13287" y="8747"/>
                  </a:cubicBezTo>
                  <a:cubicBezTo>
                    <a:pt x="13295" y="8715"/>
                    <a:pt x="13298" y="8704"/>
                    <a:pt x="13299" y="8704"/>
                  </a:cubicBezTo>
                  <a:lnTo>
                    <a:pt x="13299" y="8704"/>
                  </a:lnTo>
                  <a:cubicBezTo>
                    <a:pt x="13299" y="8704"/>
                    <a:pt x="13287" y="8755"/>
                    <a:pt x="13287" y="8772"/>
                  </a:cubicBezTo>
                  <a:cubicBezTo>
                    <a:pt x="13287" y="8797"/>
                    <a:pt x="13287" y="8847"/>
                    <a:pt x="13262" y="8873"/>
                  </a:cubicBezTo>
                  <a:cubicBezTo>
                    <a:pt x="12886" y="10727"/>
                    <a:pt x="11332" y="12030"/>
                    <a:pt x="9553" y="12482"/>
                  </a:cubicBezTo>
                  <a:cubicBezTo>
                    <a:pt x="8808" y="12673"/>
                    <a:pt x="8022" y="12764"/>
                    <a:pt x="7235" y="12764"/>
                  </a:cubicBezTo>
                  <a:cubicBezTo>
                    <a:pt x="6274" y="12764"/>
                    <a:pt x="5311" y="12629"/>
                    <a:pt x="4415" y="12381"/>
                  </a:cubicBezTo>
                  <a:cubicBezTo>
                    <a:pt x="3312" y="12081"/>
                    <a:pt x="2260" y="11554"/>
                    <a:pt x="1408" y="10827"/>
                  </a:cubicBezTo>
                  <a:cubicBezTo>
                    <a:pt x="1182" y="10627"/>
                    <a:pt x="982" y="10401"/>
                    <a:pt x="781" y="10176"/>
                  </a:cubicBezTo>
                  <a:cubicBezTo>
                    <a:pt x="731" y="10101"/>
                    <a:pt x="706" y="10126"/>
                    <a:pt x="681" y="10050"/>
                  </a:cubicBezTo>
                  <a:cubicBezTo>
                    <a:pt x="681" y="10050"/>
                    <a:pt x="681" y="10025"/>
                    <a:pt x="656" y="10025"/>
                  </a:cubicBezTo>
                  <a:lnTo>
                    <a:pt x="681" y="10025"/>
                  </a:lnTo>
                  <a:cubicBezTo>
                    <a:pt x="731" y="10025"/>
                    <a:pt x="731" y="10000"/>
                    <a:pt x="681" y="9925"/>
                  </a:cubicBezTo>
                  <a:cubicBezTo>
                    <a:pt x="681" y="9850"/>
                    <a:pt x="681" y="9775"/>
                    <a:pt x="681" y="9700"/>
                  </a:cubicBezTo>
                  <a:lnTo>
                    <a:pt x="656" y="9248"/>
                  </a:lnTo>
                  <a:cubicBezTo>
                    <a:pt x="555" y="6893"/>
                    <a:pt x="480" y="4562"/>
                    <a:pt x="455" y="2206"/>
                  </a:cubicBezTo>
                  <a:cubicBezTo>
                    <a:pt x="455" y="1695"/>
                    <a:pt x="455" y="1164"/>
                    <a:pt x="438" y="648"/>
                  </a:cubicBezTo>
                  <a:lnTo>
                    <a:pt x="438" y="648"/>
                  </a:lnTo>
                  <a:cubicBezTo>
                    <a:pt x="1870" y="625"/>
                    <a:pt x="3282" y="601"/>
                    <a:pt x="4716" y="577"/>
                  </a:cubicBezTo>
                  <a:cubicBezTo>
                    <a:pt x="7097" y="527"/>
                    <a:pt x="9478" y="476"/>
                    <a:pt x="11859" y="451"/>
                  </a:cubicBezTo>
                  <a:cubicBezTo>
                    <a:pt x="12335" y="430"/>
                    <a:pt x="12811" y="427"/>
                    <a:pt x="13287" y="426"/>
                  </a:cubicBezTo>
                  <a:close/>
                  <a:moveTo>
                    <a:pt x="13513" y="0"/>
                  </a:moveTo>
                  <a:cubicBezTo>
                    <a:pt x="12009" y="25"/>
                    <a:pt x="10530" y="50"/>
                    <a:pt x="9027" y="75"/>
                  </a:cubicBezTo>
                  <a:cubicBezTo>
                    <a:pt x="6646" y="126"/>
                    <a:pt x="4265" y="151"/>
                    <a:pt x="1884" y="201"/>
                  </a:cubicBezTo>
                  <a:cubicBezTo>
                    <a:pt x="1332" y="201"/>
                    <a:pt x="781" y="226"/>
                    <a:pt x="230" y="226"/>
                  </a:cubicBezTo>
                  <a:cubicBezTo>
                    <a:pt x="68" y="226"/>
                    <a:pt x="1" y="373"/>
                    <a:pt x="29" y="494"/>
                  </a:cubicBezTo>
                  <a:lnTo>
                    <a:pt x="29" y="494"/>
                  </a:lnTo>
                  <a:cubicBezTo>
                    <a:pt x="30" y="2911"/>
                    <a:pt x="80" y="5328"/>
                    <a:pt x="180" y="7745"/>
                  </a:cubicBezTo>
                  <a:cubicBezTo>
                    <a:pt x="205" y="8346"/>
                    <a:pt x="230" y="8948"/>
                    <a:pt x="255" y="9549"/>
                  </a:cubicBezTo>
                  <a:cubicBezTo>
                    <a:pt x="255" y="9775"/>
                    <a:pt x="205" y="10076"/>
                    <a:pt x="330" y="10251"/>
                  </a:cubicBezTo>
                  <a:cubicBezTo>
                    <a:pt x="430" y="10451"/>
                    <a:pt x="606" y="10602"/>
                    <a:pt x="731" y="10752"/>
                  </a:cubicBezTo>
                  <a:cubicBezTo>
                    <a:pt x="2398" y="12463"/>
                    <a:pt x="4852" y="13176"/>
                    <a:pt x="7203" y="13176"/>
                  </a:cubicBezTo>
                  <a:cubicBezTo>
                    <a:pt x="7538" y="13176"/>
                    <a:pt x="7871" y="13161"/>
                    <a:pt x="8200" y="13133"/>
                  </a:cubicBezTo>
                  <a:cubicBezTo>
                    <a:pt x="9628" y="13008"/>
                    <a:pt x="11032" y="12582"/>
                    <a:pt x="12109" y="11629"/>
                  </a:cubicBezTo>
                  <a:cubicBezTo>
                    <a:pt x="12761" y="11053"/>
                    <a:pt x="13262" y="10301"/>
                    <a:pt x="13538" y="9474"/>
                  </a:cubicBezTo>
                  <a:cubicBezTo>
                    <a:pt x="13638" y="9198"/>
                    <a:pt x="13713" y="8898"/>
                    <a:pt x="13713" y="8597"/>
                  </a:cubicBezTo>
                  <a:lnTo>
                    <a:pt x="13713" y="6216"/>
                  </a:lnTo>
                  <a:lnTo>
                    <a:pt x="13713" y="326"/>
                  </a:lnTo>
                  <a:lnTo>
                    <a:pt x="13713" y="201"/>
                  </a:lnTo>
                  <a:cubicBezTo>
                    <a:pt x="13713" y="101"/>
                    <a:pt x="13613" y="0"/>
                    <a:pt x="135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1" name="Google Shape;3051;p38"/>
            <p:cNvSpPr/>
            <p:nvPr/>
          </p:nvSpPr>
          <p:spPr>
            <a:xfrm>
              <a:off x="2538543" y="2192686"/>
              <a:ext cx="142547" cy="233080"/>
            </a:xfrm>
            <a:custGeom>
              <a:rect b="b" l="l" r="r" t="t"/>
              <a:pathLst>
                <a:path extrusionOk="0" h="13076" w="7997">
                  <a:moveTo>
                    <a:pt x="4196" y="0"/>
                  </a:moveTo>
                  <a:cubicBezTo>
                    <a:pt x="3725" y="0"/>
                    <a:pt x="3249" y="124"/>
                    <a:pt x="2808" y="294"/>
                  </a:cubicBezTo>
                  <a:cubicBezTo>
                    <a:pt x="1530" y="845"/>
                    <a:pt x="477" y="1923"/>
                    <a:pt x="1" y="3251"/>
                  </a:cubicBezTo>
                  <a:lnTo>
                    <a:pt x="2031" y="13076"/>
                  </a:lnTo>
                  <a:cubicBezTo>
                    <a:pt x="3084" y="12800"/>
                    <a:pt x="4011" y="12098"/>
                    <a:pt x="4788" y="11321"/>
                  </a:cubicBezTo>
                  <a:cubicBezTo>
                    <a:pt x="6166" y="9943"/>
                    <a:pt x="7269" y="8214"/>
                    <a:pt x="7645" y="6309"/>
                  </a:cubicBezTo>
                  <a:cubicBezTo>
                    <a:pt x="7996" y="4379"/>
                    <a:pt x="7520" y="2249"/>
                    <a:pt x="6116" y="895"/>
                  </a:cubicBezTo>
                  <a:cubicBezTo>
                    <a:pt x="5765" y="544"/>
                    <a:pt x="5339" y="244"/>
                    <a:pt x="4863" y="93"/>
                  </a:cubicBezTo>
                  <a:cubicBezTo>
                    <a:pt x="4645" y="28"/>
                    <a:pt x="4421" y="0"/>
                    <a:pt x="4196" y="0"/>
                  </a:cubicBezTo>
                  <a:close/>
                </a:path>
              </a:pathLst>
            </a:custGeom>
            <a:solidFill>
              <a:srgbClr val="A88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2" name="Google Shape;3052;p38"/>
            <p:cNvSpPr/>
            <p:nvPr/>
          </p:nvSpPr>
          <p:spPr>
            <a:xfrm>
              <a:off x="2534497" y="2189228"/>
              <a:ext cx="151049" cy="240228"/>
            </a:xfrm>
            <a:custGeom>
              <a:rect b="b" l="l" r="r" t="t"/>
              <a:pathLst>
                <a:path extrusionOk="0" h="13477" w="8474">
                  <a:moveTo>
                    <a:pt x="4376" y="413"/>
                  </a:moveTo>
                  <a:cubicBezTo>
                    <a:pt x="4764" y="413"/>
                    <a:pt x="5153" y="500"/>
                    <a:pt x="5516" y="713"/>
                  </a:cubicBezTo>
                  <a:cubicBezTo>
                    <a:pt x="6118" y="1039"/>
                    <a:pt x="6619" y="1616"/>
                    <a:pt x="6970" y="2217"/>
                  </a:cubicBezTo>
                  <a:cubicBezTo>
                    <a:pt x="8474" y="4723"/>
                    <a:pt x="7672" y="7806"/>
                    <a:pt x="6017" y="10037"/>
                  </a:cubicBezTo>
                  <a:cubicBezTo>
                    <a:pt x="5111" y="11253"/>
                    <a:pt x="3910" y="12514"/>
                    <a:pt x="2414" y="13001"/>
                  </a:cubicBezTo>
                  <a:lnTo>
                    <a:pt x="2414" y="13001"/>
                  </a:lnTo>
                  <a:cubicBezTo>
                    <a:pt x="2201" y="11949"/>
                    <a:pt x="1968" y="10918"/>
                    <a:pt x="1757" y="9886"/>
                  </a:cubicBezTo>
                  <a:lnTo>
                    <a:pt x="679" y="4598"/>
                  </a:lnTo>
                  <a:cubicBezTo>
                    <a:pt x="608" y="4219"/>
                    <a:pt x="515" y="3840"/>
                    <a:pt x="441" y="3462"/>
                  </a:cubicBezTo>
                  <a:lnTo>
                    <a:pt x="441" y="3462"/>
                  </a:lnTo>
                  <a:cubicBezTo>
                    <a:pt x="923" y="2198"/>
                    <a:pt x="1944" y="1135"/>
                    <a:pt x="3236" y="638"/>
                  </a:cubicBezTo>
                  <a:cubicBezTo>
                    <a:pt x="3599" y="500"/>
                    <a:pt x="3987" y="413"/>
                    <a:pt x="4376" y="413"/>
                  </a:cubicBezTo>
                  <a:close/>
                  <a:moveTo>
                    <a:pt x="4377" y="0"/>
                  </a:moveTo>
                  <a:cubicBezTo>
                    <a:pt x="4124" y="0"/>
                    <a:pt x="3868" y="31"/>
                    <a:pt x="3611" y="87"/>
                  </a:cubicBezTo>
                  <a:cubicBezTo>
                    <a:pt x="1957" y="488"/>
                    <a:pt x="604" y="1816"/>
                    <a:pt x="27" y="3395"/>
                  </a:cubicBezTo>
                  <a:cubicBezTo>
                    <a:pt x="0" y="3464"/>
                    <a:pt x="10" y="3521"/>
                    <a:pt x="41" y="3563"/>
                  </a:cubicBezTo>
                  <a:lnTo>
                    <a:pt x="41" y="3563"/>
                  </a:lnTo>
                  <a:cubicBezTo>
                    <a:pt x="262" y="4644"/>
                    <a:pt x="483" y="5748"/>
                    <a:pt x="704" y="6829"/>
                  </a:cubicBezTo>
                  <a:lnTo>
                    <a:pt x="1807" y="12117"/>
                  </a:lnTo>
                  <a:cubicBezTo>
                    <a:pt x="1882" y="12518"/>
                    <a:pt x="1957" y="12919"/>
                    <a:pt x="2058" y="13320"/>
                  </a:cubicBezTo>
                  <a:cubicBezTo>
                    <a:pt x="2078" y="13424"/>
                    <a:pt x="2169" y="13477"/>
                    <a:pt x="2257" y="13477"/>
                  </a:cubicBezTo>
                  <a:cubicBezTo>
                    <a:pt x="2274" y="13477"/>
                    <a:pt x="2291" y="13474"/>
                    <a:pt x="2308" y="13470"/>
                  </a:cubicBezTo>
                  <a:cubicBezTo>
                    <a:pt x="3837" y="13044"/>
                    <a:pt x="5090" y="11866"/>
                    <a:pt x="6068" y="10663"/>
                  </a:cubicBezTo>
                  <a:cubicBezTo>
                    <a:pt x="7070" y="9435"/>
                    <a:pt x="7847" y="7982"/>
                    <a:pt x="8098" y="6403"/>
                  </a:cubicBezTo>
                  <a:cubicBezTo>
                    <a:pt x="8323" y="4949"/>
                    <a:pt x="8123" y="3420"/>
                    <a:pt x="7396" y="2142"/>
                  </a:cubicBezTo>
                  <a:cubicBezTo>
                    <a:pt x="7045" y="1490"/>
                    <a:pt x="6544" y="864"/>
                    <a:pt x="5917" y="463"/>
                  </a:cubicBezTo>
                  <a:cubicBezTo>
                    <a:pt x="5440" y="139"/>
                    <a:pt x="4916" y="0"/>
                    <a:pt x="43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p38"/>
            <p:cNvSpPr/>
            <p:nvPr/>
          </p:nvSpPr>
          <p:spPr>
            <a:xfrm>
              <a:off x="2603696" y="2215182"/>
              <a:ext cx="47450" cy="57022"/>
            </a:xfrm>
            <a:custGeom>
              <a:rect b="b" l="l" r="r" t="t"/>
              <a:pathLst>
                <a:path extrusionOk="0" h="3199" w="2662">
                  <a:moveTo>
                    <a:pt x="293" y="0"/>
                  </a:moveTo>
                  <a:cubicBezTo>
                    <a:pt x="66" y="0"/>
                    <a:pt x="0" y="364"/>
                    <a:pt x="231" y="410"/>
                  </a:cubicBezTo>
                  <a:cubicBezTo>
                    <a:pt x="1359" y="636"/>
                    <a:pt x="2211" y="1789"/>
                    <a:pt x="2035" y="2942"/>
                  </a:cubicBezTo>
                  <a:cubicBezTo>
                    <a:pt x="2010" y="3042"/>
                    <a:pt x="2060" y="3167"/>
                    <a:pt x="2186" y="3192"/>
                  </a:cubicBezTo>
                  <a:cubicBezTo>
                    <a:pt x="2202" y="3196"/>
                    <a:pt x="2220" y="3198"/>
                    <a:pt x="2237" y="3198"/>
                  </a:cubicBezTo>
                  <a:cubicBezTo>
                    <a:pt x="2325" y="3198"/>
                    <a:pt x="2415" y="3146"/>
                    <a:pt x="2436" y="3042"/>
                  </a:cubicBezTo>
                  <a:cubicBezTo>
                    <a:pt x="2662" y="1688"/>
                    <a:pt x="1709" y="260"/>
                    <a:pt x="356" y="9"/>
                  </a:cubicBezTo>
                  <a:cubicBezTo>
                    <a:pt x="334" y="3"/>
                    <a:pt x="313" y="0"/>
                    <a:pt x="29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4" name="Google Shape;3054;p38"/>
            <p:cNvSpPr/>
            <p:nvPr/>
          </p:nvSpPr>
          <p:spPr>
            <a:xfrm>
              <a:off x="2640416" y="2293971"/>
              <a:ext cx="9394" cy="7611"/>
            </a:xfrm>
            <a:custGeom>
              <a:rect b="b" l="l" r="r" t="t"/>
              <a:pathLst>
                <a:path extrusionOk="0" h="427" w="527">
                  <a:moveTo>
                    <a:pt x="276" y="0"/>
                  </a:moveTo>
                  <a:cubicBezTo>
                    <a:pt x="0" y="0"/>
                    <a:pt x="0" y="426"/>
                    <a:pt x="276" y="426"/>
                  </a:cubicBezTo>
                  <a:cubicBezTo>
                    <a:pt x="527" y="426"/>
                    <a:pt x="527"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38"/>
            <p:cNvSpPr/>
            <p:nvPr/>
          </p:nvSpPr>
          <p:spPr>
            <a:xfrm>
              <a:off x="1590081" y="1873482"/>
              <a:ext cx="1027986" cy="838221"/>
            </a:xfrm>
            <a:custGeom>
              <a:rect b="b" l="l" r="r" t="t"/>
              <a:pathLst>
                <a:path extrusionOk="0" h="47025" w="57671">
                  <a:moveTo>
                    <a:pt x="35317" y="1"/>
                  </a:moveTo>
                  <a:cubicBezTo>
                    <a:pt x="31841" y="1"/>
                    <a:pt x="28368" y="398"/>
                    <a:pt x="24913" y="832"/>
                  </a:cubicBezTo>
                  <a:cubicBezTo>
                    <a:pt x="22156" y="1183"/>
                    <a:pt x="19349" y="1559"/>
                    <a:pt x="16768" y="2637"/>
                  </a:cubicBezTo>
                  <a:cubicBezTo>
                    <a:pt x="14713" y="3514"/>
                    <a:pt x="12858" y="4867"/>
                    <a:pt x="11379" y="6521"/>
                  </a:cubicBezTo>
                  <a:cubicBezTo>
                    <a:pt x="10702" y="7273"/>
                    <a:pt x="10101" y="8125"/>
                    <a:pt x="9750" y="9078"/>
                  </a:cubicBezTo>
                  <a:cubicBezTo>
                    <a:pt x="9299" y="10281"/>
                    <a:pt x="9324" y="11584"/>
                    <a:pt x="9399" y="12862"/>
                  </a:cubicBezTo>
                  <a:cubicBezTo>
                    <a:pt x="9600" y="15845"/>
                    <a:pt x="10176" y="18777"/>
                    <a:pt x="11154" y="21584"/>
                  </a:cubicBezTo>
                  <a:cubicBezTo>
                    <a:pt x="10101" y="20306"/>
                    <a:pt x="8372" y="19629"/>
                    <a:pt x="6692" y="19579"/>
                  </a:cubicBezTo>
                  <a:cubicBezTo>
                    <a:pt x="6634" y="19578"/>
                    <a:pt x="6576" y="19577"/>
                    <a:pt x="6518" y="19577"/>
                  </a:cubicBezTo>
                  <a:cubicBezTo>
                    <a:pt x="5398" y="19577"/>
                    <a:pt x="4287" y="19808"/>
                    <a:pt x="3334" y="20356"/>
                  </a:cubicBezTo>
                  <a:cubicBezTo>
                    <a:pt x="1103" y="21609"/>
                    <a:pt x="1" y="24391"/>
                    <a:pt x="402" y="26923"/>
                  </a:cubicBezTo>
                  <a:cubicBezTo>
                    <a:pt x="778" y="29203"/>
                    <a:pt x="2231" y="31183"/>
                    <a:pt x="4111" y="32512"/>
                  </a:cubicBezTo>
                  <a:cubicBezTo>
                    <a:pt x="4337" y="32662"/>
                    <a:pt x="4537" y="32812"/>
                    <a:pt x="4763" y="32938"/>
                  </a:cubicBezTo>
                  <a:cubicBezTo>
                    <a:pt x="6893" y="34191"/>
                    <a:pt x="9399" y="34717"/>
                    <a:pt x="11880" y="34767"/>
                  </a:cubicBezTo>
                  <a:cubicBezTo>
                    <a:pt x="11981" y="37900"/>
                    <a:pt x="13860" y="40832"/>
                    <a:pt x="16367" y="42737"/>
                  </a:cubicBezTo>
                  <a:cubicBezTo>
                    <a:pt x="18898" y="44667"/>
                    <a:pt x="22031" y="45670"/>
                    <a:pt x="25189" y="46246"/>
                  </a:cubicBezTo>
                  <a:cubicBezTo>
                    <a:pt x="27720" y="46697"/>
                    <a:pt x="30302" y="46873"/>
                    <a:pt x="32858" y="46973"/>
                  </a:cubicBezTo>
                  <a:cubicBezTo>
                    <a:pt x="33785" y="47004"/>
                    <a:pt x="34714" y="47025"/>
                    <a:pt x="35642" y="47025"/>
                  </a:cubicBezTo>
                  <a:cubicBezTo>
                    <a:pt x="38427" y="47025"/>
                    <a:pt x="41204" y="46841"/>
                    <a:pt x="43911" y="46221"/>
                  </a:cubicBezTo>
                  <a:cubicBezTo>
                    <a:pt x="47520" y="45419"/>
                    <a:pt x="51003" y="43765"/>
                    <a:pt x="53585" y="41108"/>
                  </a:cubicBezTo>
                  <a:cubicBezTo>
                    <a:pt x="56141" y="38451"/>
                    <a:pt x="57670" y="34667"/>
                    <a:pt x="57169" y="31008"/>
                  </a:cubicBezTo>
                  <a:cubicBezTo>
                    <a:pt x="56943" y="29354"/>
                    <a:pt x="56317" y="27775"/>
                    <a:pt x="55765" y="26196"/>
                  </a:cubicBezTo>
                  <a:cubicBezTo>
                    <a:pt x="54161" y="21409"/>
                    <a:pt x="53284" y="16371"/>
                    <a:pt x="53234" y="11308"/>
                  </a:cubicBezTo>
                  <a:cubicBezTo>
                    <a:pt x="53084" y="9178"/>
                    <a:pt x="52908" y="6772"/>
                    <a:pt x="51555" y="5093"/>
                  </a:cubicBezTo>
                  <a:cubicBezTo>
                    <a:pt x="50728" y="4115"/>
                    <a:pt x="49650" y="3414"/>
                    <a:pt x="48522" y="2837"/>
                  </a:cubicBezTo>
                  <a:cubicBezTo>
                    <a:pt x="44963" y="958"/>
                    <a:pt x="40928" y="181"/>
                    <a:pt x="36918" y="30"/>
                  </a:cubicBezTo>
                  <a:cubicBezTo>
                    <a:pt x="36384" y="10"/>
                    <a:pt x="35851" y="1"/>
                    <a:pt x="35317" y="1"/>
                  </a:cubicBezTo>
                  <a:close/>
                </a:path>
              </a:pathLst>
            </a:custGeom>
            <a:solidFill>
              <a:srgbClr val="A88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p38"/>
            <p:cNvSpPr/>
            <p:nvPr/>
          </p:nvSpPr>
          <p:spPr>
            <a:xfrm>
              <a:off x="1582042" y="1869792"/>
              <a:ext cx="1035133" cy="845636"/>
            </a:xfrm>
            <a:custGeom>
              <a:rect b="b" l="l" r="r" t="t"/>
              <a:pathLst>
                <a:path extrusionOk="0" h="47441" w="58072">
                  <a:moveTo>
                    <a:pt x="35790" y="420"/>
                  </a:moveTo>
                  <a:cubicBezTo>
                    <a:pt x="36826" y="420"/>
                    <a:pt x="37862" y="456"/>
                    <a:pt x="38898" y="538"/>
                  </a:cubicBezTo>
                  <a:cubicBezTo>
                    <a:pt x="41254" y="713"/>
                    <a:pt x="43610" y="1139"/>
                    <a:pt x="45840" y="1916"/>
                  </a:cubicBezTo>
                  <a:cubicBezTo>
                    <a:pt x="46968" y="2292"/>
                    <a:pt x="48071" y="2769"/>
                    <a:pt x="49124" y="3345"/>
                  </a:cubicBezTo>
                  <a:cubicBezTo>
                    <a:pt x="50101" y="3871"/>
                    <a:pt x="51028" y="4498"/>
                    <a:pt x="51755" y="5350"/>
                  </a:cubicBezTo>
                  <a:cubicBezTo>
                    <a:pt x="53134" y="6954"/>
                    <a:pt x="53309" y="9235"/>
                    <a:pt x="53459" y="11265"/>
                  </a:cubicBezTo>
                  <a:cubicBezTo>
                    <a:pt x="53535" y="12468"/>
                    <a:pt x="53535" y="13696"/>
                    <a:pt x="53635" y="14899"/>
                  </a:cubicBezTo>
                  <a:cubicBezTo>
                    <a:pt x="53735" y="16127"/>
                    <a:pt x="53886" y="17330"/>
                    <a:pt x="54061" y="18533"/>
                  </a:cubicBezTo>
                  <a:cubicBezTo>
                    <a:pt x="54462" y="20989"/>
                    <a:pt x="55038" y="23420"/>
                    <a:pt x="55815" y="25776"/>
                  </a:cubicBezTo>
                  <a:cubicBezTo>
                    <a:pt x="56542" y="28082"/>
                    <a:pt x="57545" y="30313"/>
                    <a:pt x="57495" y="32744"/>
                  </a:cubicBezTo>
                  <a:cubicBezTo>
                    <a:pt x="57444" y="37155"/>
                    <a:pt x="54738" y="41064"/>
                    <a:pt x="51179" y="43395"/>
                  </a:cubicBezTo>
                  <a:cubicBezTo>
                    <a:pt x="47244" y="45977"/>
                    <a:pt x="42507" y="46854"/>
                    <a:pt x="37895" y="47004"/>
                  </a:cubicBezTo>
                  <a:cubicBezTo>
                    <a:pt x="37315" y="47022"/>
                    <a:pt x="36736" y="47030"/>
                    <a:pt x="36157" y="47030"/>
                  </a:cubicBezTo>
                  <a:cubicBezTo>
                    <a:pt x="34213" y="47030"/>
                    <a:pt x="32277" y="46939"/>
                    <a:pt x="30327" y="46804"/>
                  </a:cubicBezTo>
                  <a:cubicBezTo>
                    <a:pt x="27895" y="46628"/>
                    <a:pt x="25439" y="46303"/>
                    <a:pt x="23058" y="45651"/>
                  </a:cubicBezTo>
                  <a:cubicBezTo>
                    <a:pt x="18898" y="44523"/>
                    <a:pt x="14788" y="42092"/>
                    <a:pt x="13159" y="37907"/>
                  </a:cubicBezTo>
                  <a:cubicBezTo>
                    <a:pt x="12808" y="36954"/>
                    <a:pt x="12582" y="35977"/>
                    <a:pt x="12532" y="34974"/>
                  </a:cubicBezTo>
                  <a:cubicBezTo>
                    <a:pt x="12532" y="34849"/>
                    <a:pt x="12457" y="34749"/>
                    <a:pt x="12331" y="34749"/>
                  </a:cubicBezTo>
                  <a:cubicBezTo>
                    <a:pt x="9650" y="34699"/>
                    <a:pt x="6918" y="34097"/>
                    <a:pt x="4687" y="32543"/>
                  </a:cubicBezTo>
                  <a:cubicBezTo>
                    <a:pt x="2331" y="30889"/>
                    <a:pt x="627" y="28107"/>
                    <a:pt x="1028" y="25175"/>
                  </a:cubicBezTo>
                  <a:cubicBezTo>
                    <a:pt x="1229" y="23821"/>
                    <a:pt x="1830" y="22518"/>
                    <a:pt x="2783" y="21566"/>
                  </a:cubicBezTo>
                  <a:cubicBezTo>
                    <a:pt x="3910" y="20463"/>
                    <a:pt x="5464" y="19987"/>
                    <a:pt x="7043" y="19987"/>
                  </a:cubicBezTo>
                  <a:cubicBezTo>
                    <a:pt x="8697" y="20012"/>
                    <a:pt x="10377" y="20638"/>
                    <a:pt x="11454" y="21942"/>
                  </a:cubicBezTo>
                  <a:cubicBezTo>
                    <a:pt x="11490" y="21992"/>
                    <a:pt x="11541" y="22014"/>
                    <a:pt x="11593" y="22014"/>
                  </a:cubicBezTo>
                  <a:cubicBezTo>
                    <a:pt x="11722" y="22014"/>
                    <a:pt x="11859" y="21884"/>
                    <a:pt x="11805" y="21741"/>
                  </a:cubicBezTo>
                  <a:cubicBezTo>
                    <a:pt x="11003" y="19360"/>
                    <a:pt x="10452" y="16904"/>
                    <a:pt x="10176" y="14423"/>
                  </a:cubicBezTo>
                  <a:cubicBezTo>
                    <a:pt x="10051" y="13220"/>
                    <a:pt x="9925" y="11992"/>
                    <a:pt x="10076" y="10789"/>
                  </a:cubicBezTo>
                  <a:cubicBezTo>
                    <a:pt x="10201" y="9535"/>
                    <a:pt x="10702" y="8458"/>
                    <a:pt x="11454" y="7480"/>
                  </a:cubicBezTo>
                  <a:cubicBezTo>
                    <a:pt x="12833" y="5726"/>
                    <a:pt x="14662" y="4322"/>
                    <a:pt x="16642" y="3345"/>
                  </a:cubicBezTo>
                  <a:cubicBezTo>
                    <a:pt x="18823" y="2292"/>
                    <a:pt x="21229" y="1816"/>
                    <a:pt x="23610" y="1465"/>
                  </a:cubicBezTo>
                  <a:cubicBezTo>
                    <a:pt x="26166" y="1114"/>
                    <a:pt x="28723" y="814"/>
                    <a:pt x="31304" y="613"/>
                  </a:cubicBezTo>
                  <a:cubicBezTo>
                    <a:pt x="32799" y="495"/>
                    <a:pt x="34294" y="420"/>
                    <a:pt x="35790" y="420"/>
                  </a:cubicBezTo>
                  <a:close/>
                  <a:moveTo>
                    <a:pt x="35742" y="0"/>
                  </a:moveTo>
                  <a:cubicBezTo>
                    <a:pt x="32798" y="0"/>
                    <a:pt x="29846" y="283"/>
                    <a:pt x="26918" y="638"/>
                  </a:cubicBezTo>
                  <a:cubicBezTo>
                    <a:pt x="24412" y="939"/>
                    <a:pt x="21880" y="1190"/>
                    <a:pt x="19449" y="1866"/>
                  </a:cubicBezTo>
                  <a:cubicBezTo>
                    <a:pt x="17194" y="2493"/>
                    <a:pt x="15088" y="3520"/>
                    <a:pt x="13309" y="5024"/>
                  </a:cubicBezTo>
                  <a:cubicBezTo>
                    <a:pt x="11529" y="6478"/>
                    <a:pt x="9950" y="8332"/>
                    <a:pt x="9675" y="10688"/>
                  </a:cubicBezTo>
                  <a:cubicBezTo>
                    <a:pt x="9499" y="11942"/>
                    <a:pt x="9625" y="13220"/>
                    <a:pt x="9775" y="14473"/>
                  </a:cubicBezTo>
                  <a:cubicBezTo>
                    <a:pt x="9900" y="15726"/>
                    <a:pt x="10101" y="16979"/>
                    <a:pt x="10377" y="18232"/>
                  </a:cubicBezTo>
                  <a:cubicBezTo>
                    <a:pt x="10588" y="19176"/>
                    <a:pt x="10845" y="20105"/>
                    <a:pt x="11134" y="21030"/>
                  </a:cubicBezTo>
                  <a:lnTo>
                    <a:pt x="11134" y="21030"/>
                  </a:lnTo>
                  <a:cubicBezTo>
                    <a:pt x="10002" y="20054"/>
                    <a:pt x="8474" y="19569"/>
                    <a:pt x="6947" y="19569"/>
                  </a:cubicBezTo>
                  <a:cubicBezTo>
                    <a:pt x="5505" y="19569"/>
                    <a:pt x="4063" y="20002"/>
                    <a:pt x="2958" y="20864"/>
                  </a:cubicBezTo>
                  <a:cubicBezTo>
                    <a:pt x="577" y="22719"/>
                    <a:pt x="1" y="26152"/>
                    <a:pt x="1128" y="28884"/>
                  </a:cubicBezTo>
                  <a:cubicBezTo>
                    <a:pt x="1830" y="30513"/>
                    <a:pt x="3033" y="31892"/>
                    <a:pt x="4462" y="32919"/>
                  </a:cubicBezTo>
                  <a:cubicBezTo>
                    <a:pt x="6714" y="34461"/>
                    <a:pt x="9445" y="35071"/>
                    <a:pt x="12140" y="35169"/>
                  </a:cubicBezTo>
                  <a:lnTo>
                    <a:pt x="12140" y="35169"/>
                  </a:lnTo>
                  <a:cubicBezTo>
                    <a:pt x="12379" y="39514"/>
                    <a:pt x="15671" y="42996"/>
                    <a:pt x="19449" y="44774"/>
                  </a:cubicBezTo>
                  <a:cubicBezTo>
                    <a:pt x="23936" y="46904"/>
                    <a:pt x="29098" y="47255"/>
                    <a:pt x="33961" y="47405"/>
                  </a:cubicBezTo>
                  <a:cubicBezTo>
                    <a:pt x="34676" y="47427"/>
                    <a:pt x="35395" y="47440"/>
                    <a:pt x="36114" y="47440"/>
                  </a:cubicBezTo>
                  <a:cubicBezTo>
                    <a:pt x="40356" y="47440"/>
                    <a:pt x="44626" y="46993"/>
                    <a:pt x="48547" y="45300"/>
                  </a:cubicBezTo>
                  <a:cubicBezTo>
                    <a:pt x="52582" y="43546"/>
                    <a:pt x="56016" y="40388"/>
                    <a:pt x="57369" y="36127"/>
                  </a:cubicBezTo>
                  <a:cubicBezTo>
                    <a:pt x="58046" y="33947"/>
                    <a:pt x="58071" y="31691"/>
                    <a:pt x="57470" y="29485"/>
                  </a:cubicBezTo>
                  <a:cubicBezTo>
                    <a:pt x="57119" y="28257"/>
                    <a:pt x="56668" y="27054"/>
                    <a:pt x="56267" y="25826"/>
                  </a:cubicBezTo>
                  <a:cubicBezTo>
                    <a:pt x="55866" y="24623"/>
                    <a:pt x="55515" y="23395"/>
                    <a:pt x="55214" y="22167"/>
                  </a:cubicBezTo>
                  <a:cubicBezTo>
                    <a:pt x="54612" y="19636"/>
                    <a:pt x="54211" y="17054"/>
                    <a:pt x="54011" y="14473"/>
                  </a:cubicBezTo>
                  <a:cubicBezTo>
                    <a:pt x="53860" y="12217"/>
                    <a:pt x="53986" y="9886"/>
                    <a:pt x="53384" y="7656"/>
                  </a:cubicBezTo>
                  <a:cubicBezTo>
                    <a:pt x="53109" y="6653"/>
                    <a:pt x="52657" y="5726"/>
                    <a:pt x="51956" y="4949"/>
                  </a:cubicBezTo>
                  <a:cubicBezTo>
                    <a:pt x="51204" y="4097"/>
                    <a:pt x="50251" y="3470"/>
                    <a:pt x="49249" y="2944"/>
                  </a:cubicBezTo>
                  <a:cubicBezTo>
                    <a:pt x="47144" y="1791"/>
                    <a:pt x="44813" y="1039"/>
                    <a:pt x="42457" y="588"/>
                  </a:cubicBezTo>
                  <a:cubicBezTo>
                    <a:pt x="40233" y="165"/>
                    <a:pt x="37990" y="0"/>
                    <a:pt x="3574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7" name="Google Shape;3057;p38"/>
            <p:cNvSpPr/>
            <p:nvPr/>
          </p:nvSpPr>
          <p:spPr>
            <a:xfrm>
              <a:off x="2240928" y="2287162"/>
              <a:ext cx="94366" cy="192510"/>
            </a:xfrm>
            <a:custGeom>
              <a:rect b="b" l="l" r="r" t="t"/>
              <a:pathLst>
                <a:path extrusionOk="0" h="10800" w="5294">
                  <a:moveTo>
                    <a:pt x="255" y="1"/>
                  </a:moveTo>
                  <a:cubicBezTo>
                    <a:pt x="133" y="1"/>
                    <a:pt x="0" y="106"/>
                    <a:pt x="30" y="257"/>
                  </a:cubicBezTo>
                  <a:cubicBezTo>
                    <a:pt x="206" y="1310"/>
                    <a:pt x="406" y="2362"/>
                    <a:pt x="632" y="3390"/>
                  </a:cubicBezTo>
                  <a:cubicBezTo>
                    <a:pt x="757" y="3916"/>
                    <a:pt x="882" y="4442"/>
                    <a:pt x="1008" y="4969"/>
                  </a:cubicBezTo>
                  <a:cubicBezTo>
                    <a:pt x="1133" y="5445"/>
                    <a:pt x="1233" y="5971"/>
                    <a:pt x="1434" y="6422"/>
                  </a:cubicBezTo>
                  <a:cubicBezTo>
                    <a:pt x="1674" y="7042"/>
                    <a:pt x="2169" y="7200"/>
                    <a:pt x="2729" y="7200"/>
                  </a:cubicBezTo>
                  <a:cubicBezTo>
                    <a:pt x="2870" y="7200"/>
                    <a:pt x="3016" y="7189"/>
                    <a:pt x="3163" y="7174"/>
                  </a:cubicBezTo>
                  <a:cubicBezTo>
                    <a:pt x="3315" y="7163"/>
                    <a:pt x="3480" y="7148"/>
                    <a:pt x="3645" y="7148"/>
                  </a:cubicBezTo>
                  <a:cubicBezTo>
                    <a:pt x="3863" y="7148"/>
                    <a:pt x="4081" y="7175"/>
                    <a:pt x="4266" y="7274"/>
                  </a:cubicBezTo>
                  <a:cubicBezTo>
                    <a:pt x="4617" y="7475"/>
                    <a:pt x="4767" y="7926"/>
                    <a:pt x="4692" y="8302"/>
                  </a:cubicBezTo>
                  <a:cubicBezTo>
                    <a:pt x="4592" y="8828"/>
                    <a:pt x="4191" y="9229"/>
                    <a:pt x="3815" y="9555"/>
                  </a:cubicBezTo>
                  <a:cubicBezTo>
                    <a:pt x="3389" y="9906"/>
                    <a:pt x="2887" y="10182"/>
                    <a:pt x="2361" y="10382"/>
                  </a:cubicBezTo>
                  <a:cubicBezTo>
                    <a:pt x="2138" y="10472"/>
                    <a:pt x="2213" y="10799"/>
                    <a:pt x="2409" y="10799"/>
                  </a:cubicBezTo>
                  <a:cubicBezTo>
                    <a:pt x="2433" y="10799"/>
                    <a:pt x="2459" y="10794"/>
                    <a:pt x="2486" y="10783"/>
                  </a:cubicBezTo>
                  <a:cubicBezTo>
                    <a:pt x="3364" y="10457"/>
                    <a:pt x="4241" y="9931"/>
                    <a:pt x="4767" y="9129"/>
                  </a:cubicBezTo>
                  <a:cubicBezTo>
                    <a:pt x="5218" y="8478"/>
                    <a:pt x="5293" y="7450"/>
                    <a:pt x="4567" y="6974"/>
                  </a:cubicBezTo>
                  <a:cubicBezTo>
                    <a:pt x="4304" y="6796"/>
                    <a:pt x="4028" y="6747"/>
                    <a:pt x="3745" y="6747"/>
                  </a:cubicBezTo>
                  <a:cubicBezTo>
                    <a:pt x="3408" y="6747"/>
                    <a:pt x="3063" y="6816"/>
                    <a:pt x="2722" y="6816"/>
                  </a:cubicBezTo>
                  <a:cubicBezTo>
                    <a:pt x="2584" y="6816"/>
                    <a:pt x="2447" y="6805"/>
                    <a:pt x="2311" y="6773"/>
                  </a:cubicBezTo>
                  <a:cubicBezTo>
                    <a:pt x="1810" y="6623"/>
                    <a:pt x="1735" y="6071"/>
                    <a:pt x="1634" y="5645"/>
                  </a:cubicBezTo>
                  <a:cubicBezTo>
                    <a:pt x="1484" y="5094"/>
                    <a:pt x="1333" y="4543"/>
                    <a:pt x="1208" y="3991"/>
                  </a:cubicBezTo>
                  <a:cubicBezTo>
                    <a:pt x="907" y="2713"/>
                    <a:pt x="657" y="1435"/>
                    <a:pt x="431" y="157"/>
                  </a:cubicBezTo>
                  <a:cubicBezTo>
                    <a:pt x="411" y="47"/>
                    <a:pt x="336" y="1"/>
                    <a:pt x="2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p38"/>
            <p:cNvSpPr/>
            <p:nvPr/>
          </p:nvSpPr>
          <p:spPr>
            <a:xfrm>
              <a:off x="1955077" y="2287269"/>
              <a:ext cx="173366" cy="189105"/>
            </a:xfrm>
            <a:custGeom>
              <a:rect b="b" l="l" r="r" t="t"/>
              <a:pathLst>
                <a:path extrusionOk="0" h="10609" w="9726">
                  <a:moveTo>
                    <a:pt x="8146" y="0"/>
                  </a:moveTo>
                  <a:lnTo>
                    <a:pt x="1" y="3609"/>
                  </a:lnTo>
                  <a:cubicBezTo>
                    <a:pt x="227" y="5464"/>
                    <a:pt x="327" y="6341"/>
                    <a:pt x="1254" y="7945"/>
                  </a:cubicBezTo>
                  <a:cubicBezTo>
                    <a:pt x="2126" y="9413"/>
                    <a:pt x="3711" y="10608"/>
                    <a:pt x="5376" y="10608"/>
                  </a:cubicBezTo>
                  <a:cubicBezTo>
                    <a:pt x="5531" y="10608"/>
                    <a:pt x="5685" y="10598"/>
                    <a:pt x="5841" y="10577"/>
                  </a:cubicBezTo>
                  <a:cubicBezTo>
                    <a:pt x="7244" y="10376"/>
                    <a:pt x="8447" y="9374"/>
                    <a:pt x="9049" y="8096"/>
                  </a:cubicBezTo>
                  <a:cubicBezTo>
                    <a:pt x="9650" y="6842"/>
                    <a:pt x="9725" y="5364"/>
                    <a:pt x="9500" y="3985"/>
                  </a:cubicBezTo>
                  <a:cubicBezTo>
                    <a:pt x="9249" y="2607"/>
                    <a:pt x="8723" y="1278"/>
                    <a:pt x="814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9" name="Google Shape;3059;p38"/>
            <p:cNvSpPr/>
            <p:nvPr/>
          </p:nvSpPr>
          <p:spPr>
            <a:xfrm>
              <a:off x="1951191" y="2283686"/>
              <a:ext cx="180371" cy="196200"/>
            </a:xfrm>
            <a:custGeom>
              <a:rect b="b" l="l" r="r" t="t"/>
              <a:pathLst>
                <a:path extrusionOk="0" h="11007" w="10119">
                  <a:moveTo>
                    <a:pt x="8264" y="469"/>
                  </a:moveTo>
                  <a:cubicBezTo>
                    <a:pt x="8911" y="1921"/>
                    <a:pt x="9497" y="3421"/>
                    <a:pt x="9618" y="5013"/>
                  </a:cubicBezTo>
                  <a:cubicBezTo>
                    <a:pt x="9718" y="6492"/>
                    <a:pt x="9417" y="8096"/>
                    <a:pt x="8389" y="9249"/>
                  </a:cubicBezTo>
                  <a:cubicBezTo>
                    <a:pt x="7659" y="10061"/>
                    <a:pt x="6648" y="10593"/>
                    <a:pt x="5572" y="10593"/>
                  </a:cubicBezTo>
                  <a:cubicBezTo>
                    <a:pt x="5319" y="10593"/>
                    <a:pt x="5063" y="10564"/>
                    <a:pt x="4805" y="10502"/>
                  </a:cubicBezTo>
                  <a:cubicBezTo>
                    <a:pt x="3452" y="10201"/>
                    <a:pt x="2324" y="9199"/>
                    <a:pt x="1648" y="7996"/>
                  </a:cubicBezTo>
                  <a:cubicBezTo>
                    <a:pt x="1272" y="7369"/>
                    <a:pt x="971" y="6718"/>
                    <a:pt x="795" y="6016"/>
                  </a:cubicBezTo>
                  <a:cubicBezTo>
                    <a:pt x="606" y="5327"/>
                    <a:pt x="528" y="4617"/>
                    <a:pt x="456" y="3926"/>
                  </a:cubicBezTo>
                  <a:lnTo>
                    <a:pt x="456" y="3926"/>
                  </a:lnTo>
                  <a:cubicBezTo>
                    <a:pt x="2816" y="2893"/>
                    <a:pt x="5152" y="1860"/>
                    <a:pt x="7487" y="828"/>
                  </a:cubicBezTo>
                  <a:cubicBezTo>
                    <a:pt x="7746" y="708"/>
                    <a:pt x="8005" y="589"/>
                    <a:pt x="8264" y="469"/>
                  </a:cubicBezTo>
                  <a:close/>
                  <a:moveTo>
                    <a:pt x="8369" y="1"/>
                  </a:moveTo>
                  <a:cubicBezTo>
                    <a:pt x="8334" y="1"/>
                    <a:pt x="8298" y="9"/>
                    <a:pt x="8264" y="26"/>
                  </a:cubicBezTo>
                  <a:cubicBezTo>
                    <a:pt x="5883" y="1078"/>
                    <a:pt x="3502" y="2131"/>
                    <a:pt x="1121" y="3184"/>
                  </a:cubicBezTo>
                  <a:cubicBezTo>
                    <a:pt x="818" y="3324"/>
                    <a:pt x="492" y="3464"/>
                    <a:pt x="185" y="3604"/>
                  </a:cubicBezTo>
                  <a:lnTo>
                    <a:pt x="185" y="3604"/>
                  </a:lnTo>
                  <a:cubicBezTo>
                    <a:pt x="127" y="3609"/>
                    <a:pt x="73" y="3636"/>
                    <a:pt x="43" y="3687"/>
                  </a:cubicBezTo>
                  <a:lnTo>
                    <a:pt x="43" y="3687"/>
                  </a:lnTo>
                  <a:cubicBezTo>
                    <a:pt x="2" y="3734"/>
                    <a:pt x="1" y="3797"/>
                    <a:pt x="25" y="3854"/>
                  </a:cubicBezTo>
                  <a:lnTo>
                    <a:pt x="25" y="3854"/>
                  </a:lnTo>
                  <a:cubicBezTo>
                    <a:pt x="121" y="4567"/>
                    <a:pt x="172" y="5278"/>
                    <a:pt x="344" y="5966"/>
                  </a:cubicBezTo>
                  <a:cubicBezTo>
                    <a:pt x="495" y="6617"/>
                    <a:pt x="745" y="7244"/>
                    <a:pt x="1071" y="7820"/>
                  </a:cubicBezTo>
                  <a:cubicBezTo>
                    <a:pt x="1773" y="9149"/>
                    <a:pt x="2826" y="10277"/>
                    <a:pt x="4254" y="10778"/>
                  </a:cubicBezTo>
                  <a:cubicBezTo>
                    <a:pt x="4689" y="10933"/>
                    <a:pt x="5128" y="11006"/>
                    <a:pt x="5561" y="11006"/>
                  </a:cubicBezTo>
                  <a:cubicBezTo>
                    <a:pt x="6527" y="11006"/>
                    <a:pt x="7460" y="10641"/>
                    <a:pt x="8239" y="10001"/>
                  </a:cubicBezTo>
                  <a:cubicBezTo>
                    <a:pt x="9442" y="8948"/>
                    <a:pt x="9993" y="7394"/>
                    <a:pt x="10044" y="5840"/>
                  </a:cubicBezTo>
                  <a:cubicBezTo>
                    <a:pt x="10119" y="3810"/>
                    <a:pt x="9367" y="1906"/>
                    <a:pt x="8540" y="101"/>
                  </a:cubicBezTo>
                  <a:cubicBezTo>
                    <a:pt x="8506" y="34"/>
                    <a:pt x="8440" y="1"/>
                    <a:pt x="83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0" name="Google Shape;3060;p38"/>
            <p:cNvSpPr/>
            <p:nvPr/>
          </p:nvSpPr>
          <p:spPr>
            <a:xfrm>
              <a:off x="2053813" y="2374062"/>
              <a:ext cx="71050" cy="77949"/>
            </a:xfrm>
            <a:custGeom>
              <a:rect b="b" l="l" r="r" t="t"/>
              <a:pathLst>
                <a:path extrusionOk="0" h="4373" w="3986">
                  <a:moveTo>
                    <a:pt x="2262" y="1"/>
                  </a:moveTo>
                  <a:cubicBezTo>
                    <a:pt x="1481" y="1"/>
                    <a:pt x="695" y="671"/>
                    <a:pt x="377" y="1648"/>
                  </a:cubicBezTo>
                  <a:cubicBezTo>
                    <a:pt x="1" y="2826"/>
                    <a:pt x="402" y="4004"/>
                    <a:pt x="1304" y="4304"/>
                  </a:cubicBezTo>
                  <a:cubicBezTo>
                    <a:pt x="1439" y="4350"/>
                    <a:pt x="1577" y="4372"/>
                    <a:pt x="1717" y="4372"/>
                  </a:cubicBezTo>
                  <a:cubicBezTo>
                    <a:pt x="2488" y="4372"/>
                    <a:pt x="3292" y="3702"/>
                    <a:pt x="3610" y="2725"/>
                  </a:cubicBezTo>
                  <a:cubicBezTo>
                    <a:pt x="3986" y="1547"/>
                    <a:pt x="3585" y="369"/>
                    <a:pt x="2683" y="69"/>
                  </a:cubicBezTo>
                  <a:cubicBezTo>
                    <a:pt x="2544" y="23"/>
                    <a:pt x="2403" y="1"/>
                    <a:pt x="22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p38"/>
            <p:cNvSpPr/>
            <p:nvPr/>
          </p:nvSpPr>
          <p:spPr>
            <a:xfrm>
              <a:off x="1922475" y="2255539"/>
              <a:ext cx="206859" cy="103635"/>
            </a:xfrm>
            <a:custGeom>
              <a:rect b="b" l="l" r="r" t="t"/>
              <a:pathLst>
                <a:path extrusionOk="0" h="5814" w="11605">
                  <a:moveTo>
                    <a:pt x="11604" y="1"/>
                  </a:moveTo>
                  <a:lnTo>
                    <a:pt x="0" y="5665"/>
                  </a:lnTo>
                  <a:cubicBezTo>
                    <a:pt x="496" y="5766"/>
                    <a:pt x="1008" y="5813"/>
                    <a:pt x="1530" y="5813"/>
                  </a:cubicBezTo>
                  <a:cubicBezTo>
                    <a:pt x="5545" y="5813"/>
                    <a:pt x="10096" y="2995"/>
                    <a:pt x="11604" y="1"/>
                  </a:cubicBezTo>
                  <a:close/>
                </a:path>
              </a:pathLst>
            </a:custGeom>
            <a:solidFill>
              <a:srgbClr val="A88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2" name="Google Shape;3062;p38"/>
            <p:cNvSpPr/>
            <p:nvPr/>
          </p:nvSpPr>
          <p:spPr>
            <a:xfrm>
              <a:off x="1916931" y="2251796"/>
              <a:ext cx="217073" cy="110961"/>
            </a:xfrm>
            <a:custGeom>
              <a:rect b="b" l="l" r="r" t="t"/>
              <a:pathLst>
                <a:path extrusionOk="0" h="6225" w="12178">
                  <a:moveTo>
                    <a:pt x="11891" y="1"/>
                  </a:moveTo>
                  <a:cubicBezTo>
                    <a:pt x="11829" y="1"/>
                    <a:pt x="11771" y="32"/>
                    <a:pt x="11740" y="111"/>
                  </a:cubicBezTo>
                  <a:cubicBezTo>
                    <a:pt x="10988" y="1589"/>
                    <a:pt x="9685" y="2767"/>
                    <a:pt x="8331" y="3669"/>
                  </a:cubicBezTo>
                  <a:cubicBezTo>
                    <a:pt x="6828" y="4672"/>
                    <a:pt x="5098" y="5399"/>
                    <a:pt x="3294" y="5700"/>
                  </a:cubicBezTo>
                  <a:cubicBezTo>
                    <a:pt x="2836" y="5772"/>
                    <a:pt x="2361" y="5809"/>
                    <a:pt x="1885" y="5809"/>
                  </a:cubicBezTo>
                  <a:cubicBezTo>
                    <a:pt x="1371" y="5809"/>
                    <a:pt x="856" y="5766"/>
                    <a:pt x="362" y="5675"/>
                  </a:cubicBezTo>
                  <a:cubicBezTo>
                    <a:pt x="345" y="5672"/>
                    <a:pt x="330" y="5670"/>
                    <a:pt x="315" y="5670"/>
                  </a:cubicBezTo>
                  <a:cubicBezTo>
                    <a:pt x="75" y="5670"/>
                    <a:pt x="0" y="6028"/>
                    <a:pt x="236" y="6076"/>
                  </a:cubicBezTo>
                  <a:cubicBezTo>
                    <a:pt x="767" y="6177"/>
                    <a:pt x="1303" y="6224"/>
                    <a:pt x="1837" y="6224"/>
                  </a:cubicBezTo>
                  <a:cubicBezTo>
                    <a:pt x="3142" y="6224"/>
                    <a:pt x="4440" y="5944"/>
                    <a:pt x="5650" y="5499"/>
                  </a:cubicBezTo>
                  <a:cubicBezTo>
                    <a:pt x="7404" y="4847"/>
                    <a:pt x="9083" y="3845"/>
                    <a:pt x="10412" y="2517"/>
                  </a:cubicBezTo>
                  <a:cubicBezTo>
                    <a:pt x="11088" y="1865"/>
                    <a:pt x="11665" y="1138"/>
                    <a:pt x="12091" y="311"/>
                  </a:cubicBezTo>
                  <a:cubicBezTo>
                    <a:pt x="12177" y="156"/>
                    <a:pt x="12026" y="1"/>
                    <a:pt x="118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3" name="Google Shape;3063;p38"/>
            <p:cNvSpPr/>
            <p:nvPr/>
          </p:nvSpPr>
          <p:spPr>
            <a:xfrm>
              <a:off x="2372801" y="2271190"/>
              <a:ext cx="151459" cy="162172"/>
            </a:xfrm>
            <a:custGeom>
              <a:rect b="b" l="l" r="r" t="t"/>
              <a:pathLst>
                <a:path extrusionOk="0" h="9098" w="8497">
                  <a:moveTo>
                    <a:pt x="753" y="0"/>
                  </a:moveTo>
                  <a:cubicBezTo>
                    <a:pt x="402" y="1203"/>
                    <a:pt x="101" y="2431"/>
                    <a:pt x="51" y="3684"/>
                  </a:cubicBezTo>
                  <a:cubicBezTo>
                    <a:pt x="1" y="4937"/>
                    <a:pt x="251" y="6241"/>
                    <a:pt x="953" y="7293"/>
                  </a:cubicBezTo>
                  <a:cubicBezTo>
                    <a:pt x="1655" y="8346"/>
                    <a:pt x="2858" y="9098"/>
                    <a:pt x="4111" y="9098"/>
                  </a:cubicBezTo>
                  <a:cubicBezTo>
                    <a:pt x="5790" y="9073"/>
                    <a:pt x="7219" y="7744"/>
                    <a:pt x="7845" y="6191"/>
                  </a:cubicBezTo>
                  <a:cubicBezTo>
                    <a:pt x="8497" y="4637"/>
                    <a:pt x="8447" y="3860"/>
                    <a:pt x="8422" y="2180"/>
                  </a:cubicBezTo>
                  <a:lnTo>
                    <a:pt x="75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p38"/>
            <p:cNvSpPr/>
            <p:nvPr/>
          </p:nvSpPr>
          <p:spPr>
            <a:xfrm>
              <a:off x="2367436" y="2267322"/>
              <a:ext cx="159926" cy="169391"/>
            </a:xfrm>
            <a:custGeom>
              <a:rect b="b" l="l" r="r" t="t"/>
              <a:pathLst>
                <a:path extrusionOk="0" h="9503" w="8972">
                  <a:moveTo>
                    <a:pt x="1197" y="472"/>
                  </a:moveTo>
                  <a:lnTo>
                    <a:pt x="1197" y="472"/>
                  </a:lnTo>
                  <a:cubicBezTo>
                    <a:pt x="3363" y="1080"/>
                    <a:pt x="5529" y="1689"/>
                    <a:pt x="7695" y="2322"/>
                  </a:cubicBezTo>
                  <a:cubicBezTo>
                    <a:pt x="7971" y="2407"/>
                    <a:pt x="8247" y="2474"/>
                    <a:pt x="8523" y="2553"/>
                  </a:cubicBezTo>
                  <a:lnTo>
                    <a:pt x="8523" y="2553"/>
                  </a:lnTo>
                  <a:cubicBezTo>
                    <a:pt x="8526" y="3107"/>
                    <a:pt x="8543" y="3677"/>
                    <a:pt x="8497" y="4227"/>
                  </a:cubicBezTo>
                  <a:cubicBezTo>
                    <a:pt x="8447" y="4804"/>
                    <a:pt x="8322" y="5380"/>
                    <a:pt x="8121" y="5931"/>
                  </a:cubicBezTo>
                  <a:cubicBezTo>
                    <a:pt x="7695" y="7059"/>
                    <a:pt x="6993" y="8112"/>
                    <a:pt x="5916" y="8688"/>
                  </a:cubicBezTo>
                  <a:cubicBezTo>
                    <a:pt x="5428" y="8954"/>
                    <a:pt x="4910" y="9083"/>
                    <a:pt x="4396" y="9083"/>
                  </a:cubicBezTo>
                  <a:cubicBezTo>
                    <a:pt x="3748" y="9083"/>
                    <a:pt x="3105" y="8879"/>
                    <a:pt x="2532" y="8488"/>
                  </a:cubicBezTo>
                  <a:cubicBezTo>
                    <a:pt x="1430" y="7761"/>
                    <a:pt x="828" y="6508"/>
                    <a:pt x="628" y="5205"/>
                  </a:cubicBezTo>
                  <a:cubicBezTo>
                    <a:pt x="388" y="3621"/>
                    <a:pt x="768" y="2014"/>
                    <a:pt x="1197" y="472"/>
                  </a:cubicBezTo>
                  <a:close/>
                  <a:moveTo>
                    <a:pt x="1035" y="1"/>
                  </a:moveTo>
                  <a:cubicBezTo>
                    <a:pt x="953" y="1"/>
                    <a:pt x="873" y="64"/>
                    <a:pt x="853" y="142"/>
                  </a:cubicBezTo>
                  <a:cubicBezTo>
                    <a:pt x="402" y="1696"/>
                    <a:pt x="1" y="3300"/>
                    <a:pt x="176" y="4904"/>
                  </a:cubicBezTo>
                  <a:cubicBezTo>
                    <a:pt x="327" y="6307"/>
                    <a:pt x="878" y="7711"/>
                    <a:pt x="1981" y="8613"/>
                  </a:cubicBezTo>
                  <a:cubicBezTo>
                    <a:pt x="2683" y="9175"/>
                    <a:pt x="3545" y="9503"/>
                    <a:pt x="4428" y="9503"/>
                  </a:cubicBezTo>
                  <a:cubicBezTo>
                    <a:pt x="4807" y="9503"/>
                    <a:pt x="5189" y="9443"/>
                    <a:pt x="5565" y="9315"/>
                  </a:cubicBezTo>
                  <a:cubicBezTo>
                    <a:pt x="6743" y="8864"/>
                    <a:pt x="7695" y="7886"/>
                    <a:pt x="8222" y="6758"/>
                  </a:cubicBezTo>
                  <a:cubicBezTo>
                    <a:pt x="8547" y="6082"/>
                    <a:pt x="8773" y="5380"/>
                    <a:pt x="8873" y="4628"/>
                  </a:cubicBezTo>
                  <a:cubicBezTo>
                    <a:pt x="8972" y="3913"/>
                    <a:pt x="8949" y="3175"/>
                    <a:pt x="8925" y="2435"/>
                  </a:cubicBezTo>
                  <a:lnTo>
                    <a:pt x="8925" y="2435"/>
                  </a:lnTo>
                  <a:cubicBezTo>
                    <a:pt x="8940" y="2358"/>
                    <a:pt x="8916" y="2274"/>
                    <a:pt x="8839" y="2226"/>
                  </a:cubicBezTo>
                  <a:lnTo>
                    <a:pt x="8839" y="2226"/>
                  </a:lnTo>
                  <a:cubicBezTo>
                    <a:pt x="8817" y="2211"/>
                    <a:pt x="8793" y="2201"/>
                    <a:pt x="8767" y="2195"/>
                  </a:cubicBezTo>
                  <a:lnTo>
                    <a:pt x="8767" y="2195"/>
                  </a:lnTo>
                  <a:cubicBezTo>
                    <a:pt x="6538" y="1544"/>
                    <a:pt x="4310" y="918"/>
                    <a:pt x="2081" y="292"/>
                  </a:cubicBezTo>
                  <a:cubicBezTo>
                    <a:pt x="1755" y="192"/>
                    <a:pt x="1430" y="92"/>
                    <a:pt x="1104" y="17"/>
                  </a:cubicBezTo>
                  <a:cubicBezTo>
                    <a:pt x="1082" y="6"/>
                    <a:pt x="1059" y="1"/>
                    <a:pt x="10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5" name="Google Shape;3065;p38"/>
            <p:cNvSpPr/>
            <p:nvPr/>
          </p:nvSpPr>
          <p:spPr>
            <a:xfrm>
              <a:off x="2439825" y="2354044"/>
              <a:ext cx="63903" cy="69731"/>
            </a:xfrm>
            <a:custGeom>
              <a:rect b="b" l="l" r="r" t="t"/>
              <a:pathLst>
                <a:path extrusionOk="0" h="3912" w="3585">
                  <a:moveTo>
                    <a:pt x="2051" y="1"/>
                  </a:moveTo>
                  <a:cubicBezTo>
                    <a:pt x="1355" y="1"/>
                    <a:pt x="647" y="603"/>
                    <a:pt x="351" y="1492"/>
                  </a:cubicBezTo>
                  <a:cubicBezTo>
                    <a:pt x="0" y="2545"/>
                    <a:pt x="376" y="3598"/>
                    <a:pt x="1178" y="3848"/>
                  </a:cubicBezTo>
                  <a:cubicBezTo>
                    <a:pt x="1303" y="3891"/>
                    <a:pt x="1431" y="3912"/>
                    <a:pt x="1559" y="3912"/>
                  </a:cubicBezTo>
                  <a:cubicBezTo>
                    <a:pt x="2255" y="3912"/>
                    <a:pt x="2962" y="3309"/>
                    <a:pt x="3258" y="2420"/>
                  </a:cubicBezTo>
                  <a:cubicBezTo>
                    <a:pt x="3584" y="1392"/>
                    <a:pt x="3208" y="314"/>
                    <a:pt x="2431" y="64"/>
                  </a:cubicBezTo>
                  <a:cubicBezTo>
                    <a:pt x="2306" y="21"/>
                    <a:pt x="2179" y="1"/>
                    <a:pt x="20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6" name="Google Shape;3066;p38"/>
            <p:cNvSpPr/>
            <p:nvPr/>
          </p:nvSpPr>
          <p:spPr>
            <a:xfrm>
              <a:off x="2356723" y="2246163"/>
              <a:ext cx="196128" cy="71175"/>
            </a:xfrm>
            <a:custGeom>
              <a:rect b="b" l="l" r="r" t="t"/>
              <a:pathLst>
                <a:path extrusionOk="0" h="3993" w="11003">
                  <a:moveTo>
                    <a:pt x="0" y="1"/>
                  </a:moveTo>
                  <a:lnTo>
                    <a:pt x="0" y="1"/>
                  </a:lnTo>
                  <a:cubicBezTo>
                    <a:pt x="1523" y="2215"/>
                    <a:pt x="5182" y="3992"/>
                    <a:pt x="8480" y="3992"/>
                  </a:cubicBezTo>
                  <a:cubicBezTo>
                    <a:pt x="9363" y="3992"/>
                    <a:pt x="10220" y="3865"/>
                    <a:pt x="11003" y="3584"/>
                  </a:cubicBezTo>
                  <a:lnTo>
                    <a:pt x="0" y="1"/>
                  </a:lnTo>
                  <a:close/>
                </a:path>
              </a:pathLst>
            </a:custGeom>
            <a:solidFill>
              <a:srgbClr val="A88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7" name="Google Shape;3067;p38"/>
            <p:cNvSpPr/>
            <p:nvPr/>
          </p:nvSpPr>
          <p:spPr>
            <a:xfrm>
              <a:off x="2351375" y="2242901"/>
              <a:ext cx="206467" cy="78341"/>
            </a:xfrm>
            <a:custGeom>
              <a:rect b="b" l="l" r="r" t="t"/>
              <a:pathLst>
                <a:path extrusionOk="0" h="4395" w="11583">
                  <a:moveTo>
                    <a:pt x="308" y="1"/>
                  </a:moveTo>
                  <a:cubicBezTo>
                    <a:pt x="154" y="1"/>
                    <a:pt x="0" y="148"/>
                    <a:pt x="125" y="309"/>
                  </a:cubicBezTo>
                  <a:cubicBezTo>
                    <a:pt x="1002" y="1562"/>
                    <a:pt x="2331" y="2514"/>
                    <a:pt x="3709" y="3166"/>
                  </a:cubicBezTo>
                  <a:cubicBezTo>
                    <a:pt x="5263" y="3893"/>
                    <a:pt x="6942" y="4369"/>
                    <a:pt x="8646" y="4394"/>
                  </a:cubicBezTo>
                  <a:cubicBezTo>
                    <a:pt x="9574" y="4394"/>
                    <a:pt x="10501" y="4269"/>
                    <a:pt x="11353" y="3968"/>
                  </a:cubicBezTo>
                  <a:cubicBezTo>
                    <a:pt x="11582" y="3899"/>
                    <a:pt x="11518" y="3558"/>
                    <a:pt x="11313" y="3558"/>
                  </a:cubicBezTo>
                  <a:cubicBezTo>
                    <a:pt x="11294" y="3558"/>
                    <a:pt x="11274" y="3561"/>
                    <a:pt x="11253" y="3567"/>
                  </a:cubicBezTo>
                  <a:cubicBezTo>
                    <a:pt x="10456" y="3846"/>
                    <a:pt x="9618" y="3963"/>
                    <a:pt x="8774" y="3963"/>
                  </a:cubicBezTo>
                  <a:cubicBezTo>
                    <a:pt x="8025" y="3963"/>
                    <a:pt x="7272" y="3871"/>
                    <a:pt x="6541" y="3717"/>
                  </a:cubicBezTo>
                  <a:cubicBezTo>
                    <a:pt x="4987" y="3366"/>
                    <a:pt x="3458" y="2715"/>
                    <a:pt x="2155" y="1762"/>
                  </a:cubicBezTo>
                  <a:cubicBezTo>
                    <a:pt x="1529" y="1286"/>
                    <a:pt x="927" y="735"/>
                    <a:pt x="476" y="83"/>
                  </a:cubicBezTo>
                  <a:cubicBezTo>
                    <a:pt x="432" y="25"/>
                    <a:pt x="370" y="1"/>
                    <a:pt x="30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8" name="Google Shape;3068;p38"/>
            <p:cNvSpPr/>
            <p:nvPr/>
          </p:nvSpPr>
          <p:spPr>
            <a:xfrm>
              <a:off x="2192549" y="2509305"/>
              <a:ext cx="178197" cy="66986"/>
            </a:xfrm>
            <a:custGeom>
              <a:rect b="b" l="l" r="r" t="t"/>
              <a:pathLst>
                <a:path extrusionOk="0" h="3758" w="9997">
                  <a:moveTo>
                    <a:pt x="5309" y="0"/>
                  </a:moveTo>
                  <a:cubicBezTo>
                    <a:pt x="3957" y="0"/>
                    <a:pt x="2639" y="515"/>
                    <a:pt x="1616" y="1404"/>
                  </a:cubicBezTo>
                  <a:cubicBezTo>
                    <a:pt x="965" y="1955"/>
                    <a:pt x="438" y="2657"/>
                    <a:pt x="88" y="3434"/>
                  </a:cubicBezTo>
                  <a:cubicBezTo>
                    <a:pt x="1" y="3608"/>
                    <a:pt x="155" y="3758"/>
                    <a:pt x="291" y="3758"/>
                  </a:cubicBezTo>
                  <a:cubicBezTo>
                    <a:pt x="351" y="3758"/>
                    <a:pt x="408" y="3729"/>
                    <a:pt x="438" y="3660"/>
                  </a:cubicBezTo>
                  <a:cubicBezTo>
                    <a:pt x="1015" y="2356"/>
                    <a:pt x="2093" y="1304"/>
                    <a:pt x="3421" y="777"/>
                  </a:cubicBezTo>
                  <a:cubicBezTo>
                    <a:pt x="4039" y="537"/>
                    <a:pt x="4693" y="417"/>
                    <a:pt x="5348" y="417"/>
                  </a:cubicBezTo>
                  <a:cubicBezTo>
                    <a:pt x="6128" y="417"/>
                    <a:pt x="6910" y="587"/>
                    <a:pt x="7631" y="928"/>
                  </a:cubicBezTo>
                  <a:cubicBezTo>
                    <a:pt x="8383" y="1279"/>
                    <a:pt x="9060" y="1805"/>
                    <a:pt x="9586" y="2457"/>
                  </a:cubicBezTo>
                  <a:cubicBezTo>
                    <a:pt x="9621" y="2503"/>
                    <a:pt x="9664" y="2523"/>
                    <a:pt x="9708" y="2523"/>
                  </a:cubicBezTo>
                  <a:cubicBezTo>
                    <a:pt x="9851" y="2523"/>
                    <a:pt x="9997" y="2310"/>
                    <a:pt x="9862" y="2156"/>
                  </a:cubicBezTo>
                  <a:cubicBezTo>
                    <a:pt x="8885" y="928"/>
                    <a:pt x="7406" y="176"/>
                    <a:pt x="5827" y="26"/>
                  </a:cubicBezTo>
                  <a:cubicBezTo>
                    <a:pt x="5654" y="9"/>
                    <a:pt x="5481" y="0"/>
                    <a:pt x="53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9" name="Google Shape;3069;p38"/>
            <p:cNvSpPr/>
            <p:nvPr/>
          </p:nvSpPr>
          <p:spPr>
            <a:xfrm>
              <a:off x="2006914" y="2504385"/>
              <a:ext cx="74170" cy="146628"/>
            </a:xfrm>
            <a:custGeom>
              <a:rect b="b" l="l" r="r" t="t"/>
              <a:pathLst>
                <a:path extrusionOk="0" h="8226" w="4161">
                  <a:moveTo>
                    <a:pt x="2306" y="1"/>
                  </a:moveTo>
                  <a:cubicBezTo>
                    <a:pt x="2030" y="1104"/>
                    <a:pt x="1404" y="2031"/>
                    <a:pt x="903" y="3033"/>
                  </a:cubicBezTo>
                  <a:cubicBezTo>
                    <a:pt x="502" y="3785"/>
                    <a:pt x="151" y="4587"/>
                    <a:pt x="75" y="5439"/>
                  </a:cubicBezTo>
                  <a:cubicBezTo>
                    <a:pt x="0" y="6292"/>
                    <a:pt x="276" y="7194"/>
                    <a:pt x="903" y="7770"/>
                  </a:cubicBezTo>
                  <a:cubicBezTo>
                    <a:pt x="1228" y="8046"/>
                    <a:pt x="1654" y="8196"/>
                    <a:pt x="2080" y="8221"/>
                  </a:cubicBezTo>
                  <a:cubicBezTo>
                    <a:pt x="2122" y="8224"/>
                    <a:pt x="2164" y="8225"/>
                    <a:pt x="2206" y="8225"/>
                  </a:cubicBezTo>
                  <a:cubicBezTo>
                    <a:pt x="2589" y="8225"/>
                    <a:pt x="2962" y="8119"/>
                    <a:pt x="3233" y="7871"/>
                  </a:cubicBezTo>
                  <a:cubicBezTo>
                    <a:pt x="3509" y="7620"/>
                    <a:pt x="3710" y="7269"/>
                    <a:pt x="3810" y="6918"/>
                  </a:cubicBezTo>
                  <a:cubicBezTo>
                    <a:pt x="4161" y="5891"/>
                    <a:pt x="3985" y="4738"/>
                    <a:pt x="3659" y="3685"/>
                  </a:cubicBezTo>
                  <a:cubicBezTo>
                    <a:pt x="3258" y="2432"/>
                    <a:pt x="2632" y="1279"/>
                    <a:pt x="230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0" name="Google Shape;3070;p38"/>
            <p:cNvSpPr/>
            <p:nvPr/>
          </p:nvSpPr>
          <p:spPr>
            <a:xfrm>
              <a:off x="2000657" y="2500820"/>
              <a:ext cx="83938" cy="154168"/>
            </a:xfrm>
            <a:custGeom>
              <a:rect b="b" l="l" r="r" t="t"/>
              <a:pathLst>
                <a:path extrusionOk="0" h="8649" w="4709">
                  <a:moveTo>
                    <a:pt x="2653" y="895"/>
                  </a:moveTo>
                  <a:cubicBezTo>
                    <a:pt x="3080" y="2150"/>
                    <a:pt x="3707" y="3329"/>
                    <a:pt x="3985" y="4637"/>
                  </a:cubicBezTo>
                  <a:cubicBezTo>
                    <a:pt x="4282" y="5871"/>
                    <a:pt x="4262" y="8223"/>
                    <a:pt x="2514" y="8223"/>
                  </a:cubicBezTo>
                  <a:cubicBezTo>
                    <a:pt x="2487" y="8223"/>
                    <a:pt x="2460" y="8222"/>
                    <a:pt x="2431" y="8221"/>
                  </a:cubicBezTo>
                  <a:lnTo>
                    <a:pt x="2431" y="8221"/>
                  </a:lnTo>
                  <a:cubicBezTo>
                    <a:pt x="2431" y="8221"/>
                    <a:pt x="2431" y="8221"/>
                    <a:pt x="2431" y="8221"/>
                  </a:cubicBezTo>
                  <a:cubicBezTo>
                    <a:pt x="1629" y="8171"/>
                    <a:pt x="1028" y="7594"/>
                    <a:pt x="777" y="6842"/>
                  </a:cubicBezTo>
                  <a:cubicBezTo>
                    <a:pt x="527" y="6116"/>
                    <a:pt x="627" y="5314"/>
                    <a:pt x="878" y="4587"/>
                  </a:cubicBezTo>
                  <a:cubicBezTo>
                    <a:pt x="1309" y="3272"/>
                    <a:pt x="2166" y="2179"/>
                    <a:pt x="2653" y="895"/>
                  </a:cubicBezTo>
                  <a:close/>
                  <a:moveTo>
                    <a:pt x="2657" y="0"/>
                  </a:moveTo>
                  <a:cubicBezTo>
                    <a:pt x="2569" y="0"/>
                    <a:pt x="2482" y="50"/>
                    <a:pt x="2457" y="151"/>
                  </a:cubicBezTo>
                  <a:cubicBezTo>
                    <a:pt x="2005" y="1905"/>
                    <a:pt x="652" y="3309"/>
                    <a:pt x="301" y="5113"/>
                  </a:cubicBezTo>
                  <a:cubicBezTo>
                    <a:pt x="0" y="6667"/>
                    <a:pt x="652" y="8497"/>
                    <a:pt x="2431" y="8647"/>
                  </a:cubicBezTo>
                  <a:cubicBezTo>
                    <a:pt x="2431" y="8647"/>
                    <a:pt x="2431" y="8647"/>
                    <a:pt x="2431" y="8647"/>
                  </a:cubicBezTo>
                  <a:lnTo>
                    <a:pt x="2431" y="8647"/>
                  </a:lnTo>
                  <a:cubicBezTo>
                    <a:pt x="2439" y="8648"/>
                    <a:pt x="2446" y="8648"/>
                    <a:pt x="2452" y="8648"/>
                  </a:cubicBezTo>
                  <a:cubicBezTo>
                    <a:pt x="2455" y="8648"/>
                    <a:pt x="2457" y="8648"/>
                    <a:pt x="2459" y="8648"/>
                  </a:cubicBezTo>
                  <a:lnTo>
                    <a:pt x="2459" y="8648"/>
                  </a:lnTo>
                  <a:cubicBezTo>
                    <a:pt x="2482" y="8649"/>
                    <a:pt x="2505" y="8649"/>
                    <a:pt x="2527" y="8649"/>
                  </a:cubicBezTo>
                  <a:cubicBezTo>
                    <a:pt x="4301" y="8649"/>
                    <a:pt x="4709" y="6591"/>
                    <a:pt x="4512" y="5138"/>
                  </a:cubicBezTo>
                  <a:cubicBezTo>
                    <a:pt x="4286" y="3384"/>
                    <a:pt x="3309" y="1855"/>
                    <a:pt x="2858" y="151"/>
                  </a:cubicBezTo>
                  <a:cubicBezTo>
                    <a:pt x="2832" y="50"/>
                    <a:pt x="2745" y="0"/>
                    <a:pt x="26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p38"/>
            <p:cNvSpPr/>
            <p:nvPr/>
          </p:nvSpPr>
          <p:spPr>
            <a:xfrm>
              <a:off x="2025667" y="2581232"/>
              <a:ext cx="21907" cy="47379"/>
            </a:xfrm>
            <a:custGeom>
              <a:rect b="b" l="l" r="r" t="t"/>
              <a:pathLst>
                <a:path extrusionOk="0" h="2658" w="1229">
                  <a:moveTo>
                    <a:pt x="327" y="1"/>
                  </a:moveTo>
                  <a:cubicBezTo>
                    <a:pt x="201" y="1"/>
                    <a:pt x="151" y="76"/>
                    <a:pt x="126" y="201"/>
                  </a:cubicBezTo>
                  <a:cubicBezTo>
                    <a:pt x="51" y="702"/>
                    <a:pt x="1" y="1204"/>
                    <a:pt x="151" y="1705"/>
                  </a:cubicBezTo>
                  <a:cubicBezTo>
                    <a:pt x="277" y="2081"/>
                    <a:pt x="527" y="2457"/>
                    <a:pt x="903" y="2632"/>
                  </a:cubicBezTo>
                  <a:cubicBezTo>
                    <a:pt x="937" y="2649"/>
                    <a:pt x="973" y="2657"/>
                    <a:pt x="1008" y="2657"/>
                  </a:cubicBezTo>
                  <a:cubicBezTo>
                    <a:pt x="1079" y="2657"/>
                    <a:pt x="1145" y="2624"/>
                    <a:pt x="1179" y="2557"/>
                  </a:cubicBezTo>
                  <a:cubicBezTo>
                    <a:pt x="1229" y="2482"/>
                    <a:pt x="1204" y="2331"/>
                    <a:pt x="1104" y="2281"/>
                  </a:cubicBezTo>
                  <a:cubicBezTo>
                    <a:pt x="352" y="1905"/>
                    <a:pt x="452" y="903"/>
                    <a:pt x="552" y="201"/>
                  </a:cubicBezTo>
                  <a:cubicBezTo>
                    <a:pt x="552" y="76"/>
                    <a:pt x="427" y="1"/>
                    <a:pt x="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p38"/>
            <p:cNvSpPr/>
            <p:nvPr/>
          </p:nvSpPr>
          <p:spPr>
            <a:xfrm>
              <a:off x="2037289" y="2554422"/>
              <a:ext cx="9394" cy="7611"/>
            </a:xfrm>
            <a:custGeom>
              <a:rect b="b" l="l" r="r" t="t"/>
              <a:pathLst>
                <a:path extrusionOk="0" h="427" w="527">
                  <a:moveTo>
                    <a:pt x="276" y="1"/>
                  </a:moveTo>
                  <a:cubicBezTo>
                    <a:pt x="1" y="1"/>
                    <a:pt x="1" y="427"/>
                    <a:pt x="276" y="427"/>
                  </a:cubicBezTo>
                  <a:cubicBezTo>
                    <a:pt x="527" y="427"/>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38"/>
            <p:cNvSpPr/>
            <p:nvPr/>
          </p:nvSpPr>
          <p:spPr>
            <a:xfrm>
              <a:off x="1629405" y="2255379"/>
              <a:ext cx="81799" cy="101371"/>
            </a:xfrm>
            <a:custGeom>
              <a:rect b="b" l="l" r="r" t="t"/>
              <a:pathLst>
                <a:path extrusionOk="0" h="5687" w="4589">
                  <a:moveTo>
                    <a:pt x="4297" y="0"/>
                  </a:moveTo>
                  <a:cubicBezTo>
                    <a:pt x="4278" y="0"/>
                    <a:pt x="4257" y="3"/>
                    <a:pt x="4236" y="10"/>
                  </a:cubicBezTo>
                  <a:cubicBezTo>
                    <a:pt x="1730" y="611"/>
                    <a:pt x="0" y="2917"/>
                    <a:pt x="100" y="5499"/>
                  </a:cubicBezTo>
                  <a:cubicBezTo>
                    <a:pt x="100" y="5624"/>
                    <a:pt x="207" y="5687"/>
                    <a:pt x="310" y="5687"/>
                  </a:cubicBezTo>
                  <a:cubicBezTo>
                    <a:pt x="414" y="5687"/>
                    <a:pt x="514" y="5624"/>
                    <a:pt x="501" y="5499"/>
                  </a:cubicBezTo>
                  <a:cubicBezTo>
                    <a:pt x="401" y="3093"/>
                    <a:pt x="2030" y="962"/>
                    <a:pt x="4336" y="411"/>
                  </a:cubicBezTo>
                  <a:cubicBezTo>
                    <a:pt x="4588" y="342"/>
                    <a:pt x="4505" y="0"/>
                    <a:pt x="42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p38"/>
            <p:cNvSpPr/>
            <p:nvPr/>
          </p:nvSpPr>
          <p:spPr>
            <a:xfrm>
              <a:off x="1664254" y="2275432"/>
              <a:ext cx="135809" cy="124009"/>
            </a:xfrm>
            <a:custGeom>
              <a:rect b="b" l="l" r="r" t="t"/>
              <a:pathLst>
                <a:path extrusionOk="0" h="6957" w="7619">
                  <a:moveTo>
                    <a:pt x="298" y="0"/>
                  </a:moveTo>
                  <a:cubicBezTo>
                    <a:pt x="194" y="0"/>
                    <a:pt x="88" y="63"/>
                    <a:pt x="75" y="188"/>
                  </a:cubicBezTo>
                  <a:cubicBezTo>
                    <a:pt x="0" y="1717"/>
                    <a:pt x="752" y="3221"/>
                    <a:pt x="1604" y="4449"/>
                  </a:cubicBezTo>
                  <a:cubicBezTo>
                    <a:pt x="2005" y="5025"/>
                    <a:pt x="2481" y="5552"/>
                    <a:pt x="3083" y="5927"/>
                  </a:cubicBezTo>
                  <a:cubicBezTo>
                    <a:pt x="3659" y="6278"/>
                    <a:pt x="4311" y="6504"/>
                    <a:pt x="4963" y="6654"/>
                  </a:cubicBezTo>
                  <a:cubicBezTo>
                    <a:pt x="5739" y="6830"/>
                    <a:pt x="6541" y="6905"/>
                    <a:pt x="7344" y="6955"/>
                  </a:cubicBezTo>
                  <a:cubicBezTo>
                    <a:pt x="7351" y="6956"/>
                    <a:pt x="7359" y="6956"/>
                    <a:pt x="7366" y="6956"/>
                  </a:cubicBezTo>
                  <a:cubicBezTo>
                    <a:pt x="7619" y="6956"/>
                    <a:pt x="7611" y="6553"/>
                    <a:pt x="7344" y="6529"/>
                  </a:cubicBezTo>
                  <a:cubicBezTo>
                    <a:pt x="5714" y="6429"/>
                    <a:pt x="3910" y="6253"/>
                    <a:pt x="2682" y="5075"/>
                  </a:cubicBezTo>
                  <a:cubicBezTo>
                    <a:pt x="2055" y="4499"/>
                    <a:pt x="1604" y="3722"/>
                    <a:pt x="1228" y="2970"/>
                  </a:cubicBezTo>
                  <a:cubicBezTo>
                    <a:pt x="777" y="2093"/>
                    <a:pt x="451" y="1191"/>
                    <a:pt x="501" y="188"/>
                  </a:cubicBezTo>
                  <a:cubicBezTo>
                    <a:pt x="501" y="63"/>
                    <a:pt x="401" y="0"/>
                    <a:pt x="2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5" name="Google Shape;3075;p38"/>
            <p:cNvSpPr/>
            <p:nvPr/>
          </p:nvSpPr>
          <p:spPr>
            <a:xfrm>
              <a:off x="1662328" y="2406059"/>
              <a:ext cx="145791" cy="51978"/>
            </a:xfrm>
            <a:custGeom>
              <a:rect b="b" l="l" r="r" t="t"/>
              <a:pathLst>
                <a:path extrusionOk="0" h="2916" w="8179">
                  <a:moveTo>
                    <a:pt x="323" y="0"/>
                  </a:moveTo>
                  <a:cubicBezTo>
                    <a:pt x="153" y="0"/>
                    <a:pt x="0" y="216"/>
                    <a:pt x="158" y="354"/>
                  </a:cubicBezTo>
                  <a:cubicBezTo>
                    <a:pt x="1980" y="2000"/>
                    <a:pt x="4417" y="2916"/>
                    <a:pt x="6880" y="2916"/>
                  </a:cubicBezTo>
                  <a:cubicBezTo>
                    <a:pt x="7229" y="2916"/>
                    <a:pt x="7579" y="2897"/>
                    <a:pt x="7928" y="2860"/>
                  </a:cubicBezTo>
                  <a:cubicBezTo>
                    <a:pt x="8171" y="2836"/>
                    <a:pt x="8178" y="2433"/>
                    <a:pt x="7949" y="2433"/>
                  </a:cubicBezTo>
                  <a:cubicBezTo>
                    <a:pt x="7942" y="2433"/>
                    <a:pt x="7935" y="2433"/>
                    <a:pt x="7928" y="2434"/>
                  </a:cubicBezTo>
                  <a:cubicBezTo>
                    <a:pt x="7571" y="2474"/>
                    <a:pt x="7214" y="2493"/>
                    <a:pt x="6857" y="2493"/>
                  </a:cubicBezTo>
                  <a:cubicBezTo>
                    <a:pt x="4507" y="2493"/>
                    <a:pt x="2200" y="1642"/>
                    <a:pt x="459" y="53"/>
                  </a:cubicBezTo>
                  <a:cubicBezTo>
                    <a:pt x="416" y="16"/>
                    <a:pt x="369" y="0"/>
                    <a:pt x="32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6" name="Google Shape;3076;p38"/>
            <p:cNvSpPr/>
            <p:nvPr/>
          </p:nvSpPr>
          <p:spPr>
            <a:xfrm>
              <a:off x="1638781" y="2369908"/>
              <a:ext cx="9839" cy="7611"/>
            </a:xfrm>
            <a:custGeom>
              <a:rect b="b" l="l" r="r" t="t"/>
              <a:pathLst>
                <a:path extrusionOk="0" h="427" w="552">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7" name="Google Shape;3077;p38"/>
            <p:cNvSpPr/>
            <p:nvPr/>
          </p:nvSpPr>
          <p:spPr>
            <a:xfrm>
              <a:off x="1715627" y="2322564"/>
              <a:ext cx="17433" cy="19679"/>
            </a:xfrm>
            <a:custGeom>
              <a:rect b="b" l="l" r="r" t="t"/>
              <a:pathLst>
                <a:path extrusionOk="0" h="1104" w="978">
                  <a:moveTo>
                    <a:pt x="777" y="0"/>
                  </a:moveTo>
                  <a:cubicBezTo>
                    <a:pt x="727" y="0"/>
                    <a:pt x="652" y="0"/>
                    <a:pt x="627" y="50"/>
                  </a:cubicBezTo>
                  <a:cubicBezTo>
                    <a:pt x="426" y="276"/>
                    <a:pt x="251" y="527"/>
                    <a:pt x="76" y="752"/>
                  </a:cubicBezTo>
                  <a:cubicBezTo>
                    <a:pt x="25" y="802"/>
                    <a:pt x="0" y="852"/>
                    <a:pt x="0" y="903"/>
                  </a:cubicBezTo>
                  <a:cubicBezTo>
                    <a:pt x="0" y="953"/>
                    <a:pt x="25" y="1003"/>
                    <a:pt x="76" y="1053"/>
                  </a:cubicBezTo>
                  <a:cubicBezTo>
                    <a:pt x="101" y="1078"/>
                    <a:pt x="151" y="1103"/>
                    <a:pt x="226" y="1103"/>
                  </a:cubicBezTo>
                  <a:cubicBezTo>
                    <a:pt x="276" y="1103"/>
                    <a:pt x="326" y="1103"/>
                    <a:pt x="376" y="1053"/>
                  </a:cubicBezTo>
                  <a:cubicBezTo>
                    <a:pt x="552" y="827"/>
                    <a:pt x="727" y="577"/>
                    <a:pt x="928" y="351"/>
                  </a:cubicBezTo>
                  <a:cubicBezTo>
                    <a:pt x="953" y="301"/>
                    <a:pt x="978" y="251"/>
                    <a:pt x="978" y="201"/>
                  </a:cubicBezTo>
                  <a:cubicBezTo>
                    <a:pt x="978" y="151"/>
                    <a:pt x="953" y="75"/>
                    <a:pt x="928" y="50"/>
                  </a:cubicBezTo>
                  <a:cubicBezTo>
                    <a:pt x="878" y="25"/>
                    <a:pt x="827" y="0"/>
                    <a:pt x="7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8" name="Google Shape;3078;p38"/>
            <p:cNvSpPr/>
            <p:nvPr/>
          </p:nvSpPr>
          <p:spPr>
            <a:xfrm>
              <a:off x="1722329" y="2328089"/>
              <a:ext cx="25026" cy="26773"/>
            </a:xfrm>
            <a:custGeom>
              <a:rect b="b" l="l" r="r" t="t"/>
              <a:pathLst>
                <a:path extrusionOk="0" h="1502" w="1404">
                  <a:moveTo>
                    <a:pt x="1166" y="0"/>
                  </a:moveTo>
                  <a:cubicBezTo>
                    <a:pt x="1114" y="0"/>
                    <a:pt x="1063" y="20"/>
                    <a:pt x="1028" y="66"/>
                  </a:cubicBezTo>
                  <a:cubicBezTo>
                    <a:pt x="727" y="417"/>
                    <a:pt x="401" y="793"/>
                    <a:pt x="75" y="1144"/>
                  </a:cubicBezTo>
                  <a:cubicBezTo>
                    <a:pt x="25" y="1219"/>
                    <a:pt x="0" y="1369"/>
                    <a:pt x="75" y="1445"/>
                  </a:cubicBezTo>
                  <a:cubicBezTo>
                    <a:pt x="126" y="1482"/>
                    <a:pt x="182" y="1501"/>
                    <a:pt x="235" y="1501"/>
                  </a:cubicBezTo>
                  <a:cubicBezTo>
                    <a:pt x="288" y="1501"/>
                    <a:pt x="339" y="1482"/>
                    <a:pt x="376" y="1445"/>
                  </a:cubicBezTo>
                  <a:cubicBezTo>
                    <a:pt x="702" y="1094"/>
                    <a:pt x="1003" y="718"/>
                    <a:pt x="1329" y="367"/>
                  </a:cubicBezTo>
                  <a:cubicBezTo>
                    <a:pt x="1404" y="267"/>
                    <a:pt x="1404" y="141"/>
                    <a:pt x="1329" y="66"/>
                  </a:cubicBezTo>
                  <a:cubicBezTo>
                    <a:pt x="1288" y="26"/>
                    <a:pt x="1227" y="0"/>
                    <a:pt x="11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9" name="Google Shape;3079;p38"/>
            <p:cNvSpPr/>
            <p:nvPr/>
          </p:nvSpPr>
          <p:spPr>
            <a:xfrm>
              <a:off x="1743773" y="2337466"/>
              <a:ext cx="21016" cy="24545"/>
            </a:xfrm>
            <a:custGeom>
              <a:rect b="b" l="l" r="r" t="t"/>
              <a:pathLst>
                <a:path extrusionOk="0" h="1377" w="1179">
                  <a:moveTo>
                    <a:pt x="955" y="0"/>
                  </a:moveTo>
                  <a:cubicBezTo>
                    <a:pt x="908" y="0"/>
                    <a:pt x="862" y="20"/>
                    <a:pt x="827" y="67"/>
                  </a:cubicBezTo>
                  <a:cubicBezTo>
                    <a:pt x="577" y="392"/>
                    <a:pt x="326" y="693"/>
                    <a:pt x="75" y="1019"/>
                  </a:cubicBezTo>
                  <a:cubicBezTo>
                    <a:pt x="25" y="1069"/>
                    <a:pt x="0" y="1094"/>
                    <a:pt x="0" y="1169"/>
                  </a:cubicBezTo>
                  <a:cubicBezTo>
                    <a:pt x="0" y="1219"/>
                    <a:pt x="25" y="1270"/>
                    <a:pt x="75" y="1320"/>
                  </a:cubicBezTo>
                  <a:cubicBezTo>
                    <a:pt x="113" y="1357"/>
                    <a:pt x="163" y="1376"/>
                    <a:pt x="213" y="1376"/>
                  </a:cubicBezTo>
                  <a:cubicBezTo>
                    <a:pt x="263" y="1376"/>
                    <a:pt x="314" y="1357"/>
                    <a:pt x="351" y="1320"/>
                  </a:cubicBezTo>
                  <a:cubicBezTo>
                    <a:pt x="602" y="994"/>
                    <a:pt x="852" y="668"/>
                    <a:pt x="1103" y="367"/>
                  </a:cubicBezTo>
                  <a:cubicBezTo>
                    <a:pt x="1153" y="317"/>
                    <a:pt x="1178" y="267"/>
                    <a:pt x="1178" y="217"/>
                  </a:cubicBezTo>
                  <a:cubicBezTo>
                    <a:pt x="1178" y="167"/>
                    <a:pt x="1153" y="92"/>
                    <a:pt x="1103" y="67"/>
                  </a:cubicBezTo>
                  <a:cubicBezTo>
                    <a:pt x="1063" y="26"/>
                    <a:pt x="1008" y="0"/>
                    <a:pt x="9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0" name="Google Shape;3080;p38"/>
            <p:cNvSpPr/>
            <p:nvPr/>
          </p:nvSpPr>
          <p:spPr>
            <a:xfrm>
              <a:off x="1552559" y="1504099"/>
              <a:ext cx="1117770" cy="893496"/>
            </a:xfrm>
            <a:custGeom>
              <a:rect b="b" l="l" r="r" t="t"/>
              <a:pathLst>
                <a:path extrusionOk="0" h="50126" w="62708">
                  <a:moveTo>
                    <a:pt x="39199" y="0"/>
                  </a:moveTo>
                  <a:lnTo>
                    <a:pt x="39199" y="0"/>
                  </a:lnTo>
                  <a:cubicBezTo>
                    <a:pt x="36266" y="928"/>
                    <a:pt x="33660" y="2857"/>
                    <a:pt x="31880" y="5389"/>
                  </a:cubicBezTo>
                  <a:cubicBezTo>
                    <a:pt x="30034" y="3161"/>
                    <a:pt x="27146" y="1849"/>
                    <a:pt x="24250" y="1849"/>
                  </a:cubicBezTo>
                  <a:cubicBezTo>
                    <a:pt x="23726" y="1849"/>
                    <a:pt x="23201" y="1892"/>
                    <a:pt x="22682" y="1980"/>
                  </a:cubicBezTo>
                  <a:cubicBezTo>
                    <a:pt x="23835" y="3133"/>
                    <a:pt x="24662" y="4587"/>
                    <a:pt x="25113" y="6166"/>
                  </a:cubicBezTo>
                  <a:cubicBezTo>
                    <a:pt x="23362" y="4983"/>
                    <a:pt x="21239" y="4523"/>
                    <a:pt x="19119" y="4523"/>
                  </a:cubicBezTo>
                  <a:cubicBezTo>
                    <a:pt x="18903" y="4523"/>
                    <a:pt x="18687" y="4527"/>
                    <a:pt x="18472" y="4537"/>
                  </a:cubicBezTo>
                  <a:cubicBezTo>
                    <a:pt x="13359" y="4762"/>
                    <a:pt x="8622" y="7369"/>
                    <a:pt x="4712" y="10677"/>
                  </a:cubicBezTo>
                  <a:cubicBezTo>
                    <a:pt x="5393" y="10510"/>
                    <a:pt x="6095" y="10428"/>
                    <a:pt x="6798" y="10428"/>
                  </a:cubicBezTo>
                  <a:cubicBezTo>
                    <a:pt x="8632" y="10428"/>
                    <a:pt x="10477" y="10986"/>
                    <a:pt x="11980" y="12055"/>
                  </a:cubicBezTo>
                  <a:cubicBezTo>
                    <a:pt x="8121" y="13058"/>
                    <a:pt x="4687" y="15639"/>
                    <a:pt x="2657" y="19073"/>
                  </a:cubicBezTo>
                  <a:cubicBezTo>
                    <a:pt x="627" y="22507"/>
                    <a:pt x="0" y="26717"/>
                    <a:pt x="953" y="30577"/>
                  </a:cubicBezTo>
                  <a:cubicBezTo>
                    <a:pt x="1203" y="28547"/>
                    <a:pt x="2807" y="27018"/>
                    <a:pt x="4386" y="25690"/>
                  </a:cubicBezTo>
                  <a:lnTo>
                    <a:pt x="4386" y="25690"/>
                  </a:lnTo>
                  <a:cubicBezTo>
                    <a:pt x="2933" y="28396"/>
                    <a:pt x="3359" y="31730"/>
                    <a:pt x="4136" y="34737"/>
                  </a:cubicBezTo>
                  <a:cubicBezTo>
                    <a:pt x="5013" y="38046"/>
                    <a:pt x="6341" y="41379"/>
                    <a:pt x="8797" y="43785"/>
                  </a:cubicBezTo>
                  <a:cubicBezTo>
                    <a:pt x="9249" y="42983"/>
                    <a:pt x="9725" y="42206"/>
                    <a:pt x="10176" y="41404"/>
                  </a:cubicBezTo>
                  <a:cubicBezTo>
                    <a:pt x="11404" y="44938"/>
                    <a:pt x="13835" y="48046"/>
                    <a:pt x="16968" y="50126"/>
                  </a:cubicBezTo>
                  <a:cubicBezTo>
                    <a:pt x="16818" y="47995"/>
                    <a:pt x="16417" y="45915"/>
                    <a:pt x="16266" y="43810"/>
                  </a:cubicBezTo>
                  <a:cubicBezTo>
                    <a:pt x="16141" y="41730"/>
                    <a:pt x="16291" y="39599"/>
                    <a:pt x="17143" y="37695"/>
                  </a:cubicBezTo>
                  <a:cubicBezTo>
                    <a:pt x="18898" y="39875"/>
                    <a:pt x="21354" y="41479"/>
                    <a:pt x="24036" y="42281"/>
                  </a:cubicBezTo>
                  <a:cubicBezTo>
                    <a:pt x="23384" y="39424"/>
                    <a:pt x="23635" y="36341"/>
                    <a:pt x="24788" y="33609"/>
                  </a:cubicBezTo>
                  <a:cubicBezTo>
                    <a:pt x="25189" y="35990"/>
                    <a:pt x="26868" y="37995"/>
                    <a:pt x="28923" y="39299"/>
                  </a:cubicBezTo>
                  <a:cubicBezTo>
                    <a:pt x="30953" y="40577"/>
                    <a:pt x="33334" y="41229"/>
                    <a:pt x="35690" y="41730"/>
                  </a:cubicBezTo>
                  <a:cubicBezTo>
                    <a:pt x="33969" y="38612"/>
                    <a:pt x="34159" y="34502"/>
                    <a:pt x="36162" y="31547"/>
                  </a:cubicBezTo>
                  <a:lnTo>
                    <a:pt x="36162" y="31547"/>
                  </a:lnTo>
                  <a:cubicBezTo>
                    <a:pt x="38502" y="36386"/>
                    <a:pt x="43550" y="39776"/>
                    <a:pt x="48898" y="40151"/>
                  </a:cubicBezTo>
                  <a:cubicBezTo>
                    <a:pt x="48021" y="36943"/>
                    <a:pt x="47946" y="35539"/>
                    <a:pt x="51053" y="32181"/>
                  </a:cubicBezTo>
                  <a:cubicBezTo>
                    <a:pt x="52031" y="36391"/>
                    <a:pt x="56166" y="39624"/>
                    <a:pt x="56116" y="43960"/>
                  </a:cubicBezTo>
                  <a:cubicBezTo>
                    <a:pt x="57494" y="41604"/>
                    <a:pt x="58948" y="39123"/>
                    <a:pt x="58898" y="36391"/>
                  </a:cubicBezTo>
                  <a:cubicBezTo>
                    <a:pt x="58848" y="33735"/>
                    <a:pt x="57394" y="31329"/>
                    <a:pt x="55966" y="29098"/>
                  </a:cubicBezTo>
                  <a:cubicBezTo>
                    <a:pt x="56262" y="29072"/>
                    <a:pt x="56560" y="29057"/>
                    <a:pt x="56859" y="29057"/>
                  </a:cubicBezTo>
                  <a:cubicBezTo>
                    <a:pt x="57975" y="29057"/>
                    <a:pt x="59093" y="29255"/>
                    <a:pt x="60101" y="29750"/>
                  </a:cubicBezTo>
                  <a:cubicBezTo>
                    <a:pt x="61354" y="30351"/>
                    <a:pt x="62407" y="31504"/>
                    <a:pt x="62682" y="32883"/>
                  </a:cubicBezTo>
                  <a:cubicBezTo>
                    <a:pt x="62708" y="29449"/>
                    <a:pt x="62357" y="25940"/>
                    <a:pt x="60878" y="22857"/>
                  </a:cubicBezTo>
                  <a:cubicBezTo>
                    <a:pt x="59374" y="19750"/>
                    <a:pt x="56567" y="17143"/>
                    <a:pt x="53184" y="16567"/>
                  </a:cubicBezTo>
                  <a:cubicBezTo>
                    <a:pt x="54235" y="15741"/>
                    <a:pt x="55582" y="15280"/>
                    <a:pt x="56939" y="15280"/>
                  </a:cubicBezTo>
                  <a:cubicBezTo>
                    <a:pt x="57394" y="15280"/>
                    <a:pt x="57850" y="15332"/>
                    <a:pt x="58296" y="15439"/>
                  </a:cubicBezTo>
                  <a:cubicBezTo>
                    <a:pt x="59073" y="15614"/>
                    <a:pt x="59800" y="15965"/>
                    <a:pt x="60502" y="16341"/>
                  </a:cubicBezTo>
                  <a:cubicBezTo>
                    <a:pt x="60026" y="14812"/>
                    <a:pt x="59073" y="13459"/>
                    <a:pt x="57895" y="12406"/>
                  </a:cubicBezTo>
                  <a:cubicBezTo>
                    <a:pt x="56542" y="11178"/>
                    <a:pt x="54888" y="10276"/>
                    <a:pt x="53184" y="9624"/>
                  </a:cubicBezTo>
                  <a:cubicBezTo>
                    <a:pt x="51801" y="9104"/>
                    <a:pt x="50313" y="8710"/>
                    <a:pt x="48856" y="8710"/>
                  </a:cubicBezTo>
                  <a:cubicBezTo>
                    <a:pt x="48069" y="8710"/>
                    <a:pt x="47290" y="8825"/>
                    <a:pt x="46542" y="9098"/>
                  </a:cubicBezTo>
                  <a:cubicBezTo>
                    <a:pt x="47394" y="7319"/>
                    <a:pt x="48497" y="5364"/>
                    <a:pt x="50402" y="4913"/>
                  </a:cubicBezTo>
                  <a:cubicBezTo>
                    <a:pt x="48516" y="4063"/>
                    <a:pt x="46451" y="3644"/>
                    <a:pt x="44383" y="3644"/>
                  </a:cubicBezTo>
                  <a:cubicBezTo>
                    <a:pt x="41695" y="3644"/>
                    <a:pt x="39001" y="4351"/>
                    <a:pt x="36692" y="5740"/>
                  </a:cubicBezTo>
                  <a:cubicBezTo>
                    <a:pt x="36793" y="3609"/>
                    <a:pt x="37695" y="1504"/>
                    <a:pt x="3919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1" name="Google Shape;3081;p38"/>
            <p:cNvSpPr/>
            <p:nvPr/>
          </p:nvSpPr>
          <p:spPr>
            <a:xfrm>
              <a:off x="1556195" y="1499963"/>
              <a:ext cx="1117717" cy="901214"/>
            </a:xfrm>
            <a:custGeom>
              <a:rect b="b" l="l" r="r" t="t"/>
              <a:pathLst>
                <a:path extrusionOk="0" h="50559" w="62705">
                  <a:moveTo>
                    <a:pt x="38292" y="707"/>
                  </a:moveTo>
                  <a:cubicBezTo>
                    <a:pt x="37094" y="2196"/>
                    <a:pt x="36375" y="4046"/>
                    <a:pt x="36288" y="5972"/>
                  </a:cubicBezTo>
                  <a:cubicBezTo>
                    <a:pt x="36288" y="6087"/>
                    <a:pt x="36391" y="6173"/>
                    <a:pt x="36495" y="6173"/>
                  </a:cubicBezTo>
                  <a:cubicBezTo>
                    <a:pt x="36527" y="6173"/>
                    <a:pt x="36559" y="6165"/>
                    <a:pt x="36589" y="6147"/>
                  </a:cubicBezTo>
                  <a:cubicBezTo>
                    <a:pt x="38856" y="4786"/>
                    <a:pt x="41491" y="4082"/>
                    <a:pt x="44133" y="4082"/>
                  </a:cubicBezTo>
                  <a:cubicBezTo>
                    <a:pt x="45141" y="4082"/>
                    <a:pt x="46150" y="4185"/>
                    <a:pt x="47140" y="4393"/>
                  </a:cubicBezTo>
                  <a:cubicBezTo>
                    <a:pt x="47971" y="4559"/>
                    <a:pt x="48801" y="4811"/>
                    <a:pt x="49603" y="5120"/>
                  </a:cubicBezTo>
                  <a:lnTo>
                    <a:pt x="49603" y="5120"/>
                  </a:lnTo>
                  <a:cubicBezTo>
                    <a:pt x="47895" y="5817"/>
                    <a:pt x="46936" y="7635"/>
                    <a:pt x="46163" y="9205"/>
                  </a:cubicBezTo>
                  <a:cubicBezTo>
                    <a:pt x="46095" y="9340"/>
                    <a:pt x="46190" y="9538"/>
                    <a:pt x="46339" y="9538"/>
                  </a:cubicBezTo>
                  <a:cubicBezTo>
                    <a:pt x="46355" y="9538"/>
                    <a:pt x="46371" y="9535"/>
                    <a:pt x="46388" y="9531"/>
                  </a:cubicBezTo>
                  <a:cubicBezTo>
                    <a:pt x="47141" y="9271"/>
                    <a:pt x="47912" y="9161"/>
                    <a:pt x="48684" y="9161"/>
                  </a:cubicBezTo>
                  <a:cubicBezTo>
                    <a:pt x="50148" y="9161"/>
                    <a:pt x="51618" y="9557"/>
                    <a:pt x="52980" y="10082"/>
                  </a:cubicBezTo>
                  <a:cubicBezTo>
                    <a:pt x="54960" y="10859"/>
                    <a:pt x="56889" y="11962"/>
                    <a:pt x="58318" y="13566"/>
                  </a:cubicBezTo>
                  <a:cubicBezTo>
                    <a:pt x="59002" y="14335"/>
                    <a:pt x="59540" y="15196"/>
                    <a:pt x="59917" y="16133"/>
                  </a:cubicBezTo>
                  <a:lnTo>
                    <a:pt x="59917" y="16133"/>
                  </a:lnTo>
                  <a:cubicBezTo>
                    <a:pt x="58915" y="15656"/>
                    <a:pt x="57863" y="15307"/>
                    <a:pt x="56736" y="15307"/>
                  </a:cubicBezTo>
                  <a:cubicBezTo>
                    <a:pt x="56613" y="15307"/>
                    <a:pt x="56488" y="15311"/>
                    <a:pt x="56363" y="15320"/>
                  </a:cubicBezTo>
                  <a:cubicBezTo>
                    <a:pt x="55085" y="15395"/>
                    <a:pt x="53857" y="15871"/>
                    <a:pt x="52829" y="16673"/>
                  </a:cubicBezTo>
                  <a:cubicBezTo>
                    <a:pt x="52704" y="16749"/>
                    <a:pt x="52779" y="16974"/>
                    <a:pt x="52930" y="16999"/>
                  </a:cubicBezTo>
                  <a:cubicBezTo>
                    <a:pt x="55336" y="17425"/>
                    <a:pt x="57416" y="18854"/>
                    <a:pt x="58945" y="20734"/>
                  </a:cubicBezTo>
                  <a:cubicBezTo>
                    <a:pt x="60649" y="22864"/>
                    <a:pt x="61551" y="25521"/>
                    <a:pt x="61977" y="28202"/>
                  </a:cubicBezTo>
                  <a:cubicBezTo>
                    <a:pt x="62168" y="29444"/>
                    <a:pt x="62243" y="30685"/>
                    <a:pt x="62267" y="31937"/>
                  </a:cubicBezTo>
                  <a:lnTo>
                    <a:pt x="62267" y="31937"/>
                  </a:lnTo>
                  <a:cubicBezTo>
                    <a:pt x="61828" y="31114"/>
                    <a:pt x="61131" y="30431"/>
                    <a:pt x="60323" y="29957"/>
                  </a:cubicBezTo>
                  <a:cubicBezTo>
                    <a:pt x="59173" y="29308"/>
                    <a:pt x="57848" y="29079"/>
                    <a:pt x="56538" y="29079"/>
                  </a:cubicBezTo>
                  <a:cubicBezTo>
                    <a:pt x="56278" y="29079"/>
                    <a:pt x="56019" y="29088"/>
                    <a:pt x="55762" y="29105"/>
                  </a:cubicBezTo>
                  <a:cubicBezTo>
                    <a:pt x="55611" y="29130"/>
                    <a:pt x="55511" y="29280"/>
                    <a:pt x="55586" y="29430"/>
                  </a:cubicBezTo>
                  <a:cubicBezTo>
                    <a:pt x="56689" y="31160"/>
                    <a:pt x="57792" y="32939"/>
                    <a:pt x="58268" y="34944"/>
                  </a:cubicBezTo>
                  <a:cubicBezTo>
                    <a:pt x="58744" y="37024"/>
                    <a:pt x="58293" y="39080"/>
                    <a:pt x="57416" y="40984"/>
                  </a:cubicBezTo>
                  <a:cubicBezTo>
                    <a:pt x="57014" y="41848"/>
                    <a:pt x="56548" y="42664"/>
                    <a:pt x="56082" y="43470"/>
                  </a:cubicBezTo>
                  <a:lnTo>
                    <a:pt x="56082" y="43470"/>
                  </a:lnTo>
                  <a:cubicBezTo>
                    <a:pt x="55791" y="40324"/>
                    <a:pt x="53524" y="37773"/>
                    <a:pt x="52102" y="35069"/>
                  </a:cubicBezTo>
                  <a:cubicBezTo>
                    <a:pt x="51651" y="34217"/>
                    <a:pt x="51275" y="33315"/>
                    <a:pt x="51050" y="32363"/>
                  </a:cubicBezTo>
                  <a:cubicBezTo>
                    <a:pt x="51034" y="32266"/>
                    <a:pt x="50934" y="32210"/>
                    <a:pt x="50838" y="32210"/>
                  </a:cubicBezTo>
                  <a:cubicBezTo>
                    <a:pt x="50786" y="32210"/>
                    <a:pt x="50734" y="32227"/>
                    <a:pt x="50699" y="32262"/>
                  </a:cubicBezTo>
                  <a:cubicBezTo>
                    <a:pt x="49621" y="33440"/>
                    <a:pt x="48418" y="34794"/>
                    <a:pt x="48067" y="36398"/>
                  </a:cubicBezTo>
                  <a:cubicBezTo>
                    <a:pt x="47789" y="37650"/>
                    <a:pt x="48090" y="38924"/>
                    <a:pt x="48415" y="40159"/>
                  </a:cubicBezTo>
                  <a:lnTo>
                    <a:pt x="48415" y="40159"/>
                  </a:lnTo>
                  <a:cubicBezTo>
                    <a:pt x="44383" y="39786"/>
                    <a:pt x="40589" y="37705"/>
                    <a:pt x="38017" y="34593"/>
                  </a:cubicBezTo>
                  <a:cubicBezTo>
                    <a:pt x="37303" y="33737"/>
                    <a:pt x="36702" y="32790"/>
                    <a:pt x="36193" y="31795"/>
                  </a:cubicBezTo>
                  <a:lnTo>
                    <a:pt x="36193" y="31795"/>
                  </a:lnTo>
                  <a:cubicBezTo>
                    <a:pt x="36223" y="31683"/>
                    <a:pt x="36142" y="31583"/>
                    <a:pt x="36041" y="31552"/>
                  </a:cubicBezTo>
                  <a:lnTo>
                    <a:pt x="36041" y="31552"/>
                  </a:lnTo>
                  <a:cubicBezTo>
                    <a:pt x="36013" y="31534"/>
                    <a:pt x="35982" y="31526"/>
                    <a:pt x="35951" y="31526"/>
                  </a:cubicBezTo>
                  <a:cubicBezTo>
                    <a:pt x="35840" y="31526"/>
                    <a:pt x="35728" y="31628"/>
                    <a:pt x="35735" y="31750"/>
                  </a:cubicBezTo>
                  <a:lnTo>
                    <a:pt x="35735" y="31750"/>
                  </a:lnTo>
                  <a:cubicBezTo>
                    <a:pt x="33810" y="34670"/>
                    <a:pt x="33570" y="38533"/>
                    <a:pt x="35080" y="41661"/>
                  </a:cubicBezTo>
                  <a:lnTo>
                    <a:pt x="35080" y="41661"/>
                  </a:lnTo>
                  <a:cubicBezTo>
                    <a:pt x="31600" y="40878"/>
                    <a:pt x="27903" y="39619"/>
                    <a:pt x="25862" y="36498"/>
                  </a:cubicBezTo>
                  <a:cubicBezTo>
                    <a:pt x="25335" y="35671"/>
                    <a:pt x="24959" y="34769"/>
                    <a:pt x="24784" y="33791"/>
                  </a:cubicBezTo>
                  <a:cubicBezTo>
                    <a:pt x="24772" y="33685"/>
                    <a:pt x="24700" y="33640"/>
                    <a:pt x="24618" y="33640"/>
                  </a:cubicBezTo>
                  <a:cubicBezTo>
                    <a:pt x="24526" y="33640"/>
                    <a:pt x="24423" y="33698"/>
                    <a:pt x="24383" y="33791"/>
                  </a:cubicBezTo>
                  <a:cubicBezTo>
                    <a:pt x="23280" y="36453"/>
                    <a:pt x="23003" y="39391"/>
                    <a:pt x="23552" y="42209"/>
                  </a:cubicBezTo>
                  <a:lnTo>
                    <a:pt x="23552" y="42209"/>
                  </a:lnTo>
                  <a:cubicBezTo>
                    <a:pt x="21028" y="41378"/>
                    <a:pt x="18771" y="39842"/>
                    <a:pt x="17090" y="37776"/>
                  </a:cubicBezTo>
                  <a:cubicBezTo>
                    <a:pt x="17058" y="37734"/>
                    <a:pt x="17005" y="37714"/>
                    <a:pt x="16950" y="37714"/>
                  </a:cubicBezTo>
                  <a:cubicBezTo>
                    <a:pt x="16873" y="37714"/>
                    <a:pt x="16793" y="37753"/>
                    <a:pt x="16764" y="37826"/>
                  </a:cubicBezTo>
                  <a:cubicBezTo>
                    <a:pt x="15048" y="41693"/>
                    <a:pt x="16129" y="45886"/>
                    <a:pt x="16523" y="49911"/>
                  </a:cubicBezTo>
                  <a:lnTo>
                    <a:pt x="16523" y="49911"/>
                  </a:lnTo>
                  <a:cubicBezTo>
                    <a:pt x="13594" y="47884"/>
                    <a:pt x="11352" y="44931"/>
                    <a:pt x="10172" y="41586"/>
                  </a:cubicBezTo>
                  <a:cubicBezTo>
                    <a:pt x="10130" y="41486"/>
                    <a:pt x="10038" y="41427"/>
                    <a:pt x="9948" y="41427"/>
                  </a:cubicBezTo>
                  <a:cubicBezTo>
                    <a:pt x="9881" y="41427"/>
                    <a:pt x="9815" y="41460"/>
                    <a:pt x="9771" y="41536"/>
                  </a:cubicBezTo>
                  <a:cubicBezTo>
                    <a:pt x="9366" y="42235"/>
                    <a:pt x="8960" y="42954"/>
                    <a:pt x="8554" y="43675"/>
                  </a:cubicBezTo>
                  <a:lnTo>
                    <a:pt x="8554" y="43675"/>
                  </a:lnTo>
                  <a:cubicBezTo>
                    <a:pt x="6880" y="41951"/>
                    <a:pt x="5756" y="39798"/>
                    <a:pt x="4934" y="37551"/>
                  </a:cubicBezTo>
                  <a:cubicBezTo>
                    <a:pt x="4107" y="35220"/>
                    <a:pt x="3431" y="32689"/>
                    <a:pt x="3431" y="30182"/>
                  </a:cubicBezTo>
                  <a:cubicBezTo>
                    <a:pt x="3431" y="28748"/>
                    <a:pt x="3674" y="27339"/>
                    <a:pt x="4331" y="26074"/>
                  </a:cubicBezTo>
                  <a:lnTo>
                    <a:pt x="4331" y="26074"/>
                  </a:lnTo>
                  <a:cubicBezTo>
                    <a:pt x="4331" y="26073"/>
                    <a:pt x="4332" y="26073"/>
                    <a:pt x="4333" y="26072"/>
                  </a:cubicBezTo>
                  <a:lnTo>
                    <a:pt x="4332" y="26071"/>
                  </a:lnTo>
                  <a:lnTo>
                    <a:pt x="4332" y="26071"/>
                  </a:lnTo>
                  <a:cubicBezTo>
                    <a:pt x="4340" y="26055"/>
                    <a:pt x="4349" y="26038"/>
                    <a:pt x="4358" y="26022"/>
                  </a:cubicBezTo>
                  <a:cubicBezTo>
                    <a:pt x="4432" y="25855"/>
                    <a:pt x="4314" y="25715"/>
                    <a:pt x="4176" y="25715"/>
                  </a:cubicBezTo>
                  <a:cubicBezTo>
                    <a:pt x="4128" y="25715"/>
                    <a:pt x="4077" y="25732"/>
                    <a:pt x="4032" y="25771"/>
                  </a:cubicBezTo>
                  <a:cubicBezTo>
                    <a:pt x="4019" y="25782"/>
                    <a:pt x="4006" y="25793"/>
                    <a:pt x="3992" y="25805"/>
                  </a:cubicBezTo>
                  <a:lnTo>
                    <a:pt x="3992" y="25805"/>
                  </a:lnTo>
                  <a:lnTo>
                    <a:pt x="3982" y="25796"/>
                  </a:lnTo>
                  <a:cubicBezTo>
                    <a:pt x="3977" y="25806"/>
                    <a:pt x="3972" y="25816"/>
                    <a:pt x="3967" y="25826"/>
                  </a:cubicBezTo>
                  <a:lnTo>
                    <a:pt x="3967" y="25826"/>
                  </a:lnTo>
                  <a:cubicBezTo>
                    <a:pt x="2657" y="26932"/>
                    <a:pt x="1327" y="28196"/>
                    <a:pt x="759" y="29833"/>
                  </a:cubicBezTo>
                  <a:lnTo>
                    <a:pt x="759" y="29833"/>
                  </a:lnTo>
                  <a:cubicBezTo>
                    <a:pt x="260" y="26952"/>
                    <a:pt x="592" y="23952"/>
                    <a:pt x="1701" y="21260"/>
                  </a:cubicBezTo>
                  <a:cubicBezTo>
                    <a:pt x="2854" y="18503"/>
                    <a:pt x="4859" y="16122"/>
                    <a:pt x="7365" y="14493"/>
                  </a:cubicBezTo>
                  <a:cubicBezTo>
                    <a:pt x="8719" y="13591"/>
                    <a:pt x="10248" y="12889"/>
                    <a:pt x="11827" y="12488"/>
                  </a:cubicBezTo>
                  <a:cubicBezTo>
                    <a:pt x="12027" y="12438"/>
                    <a:pt x="12027" y="12187"/>
                    <a:pt x="11877" y="12087"/>
                  </a:cubicBezTo>
                  <a:cubicBezTo>
                    <a:pt x="10340" y="11020"/>
                    <a:pt x="8476" y="10449"/>
                    <a:pt x="6598" y="10449"/>
                  </a:cubicBezTo>
                  <a:cubicBezTo>
                    <a:pt x="6151" y="10449"/>
                    <a:pt x="5704" y="10481"/>
                    <a:pt x="5260" y="10547"/>
                  </a:cubicBezTo>
                  <a:lnTo>
                    <a:pt x="5260" y="10547"/>
                  </a:lnTo>
                  <a:cubicBezTo>
                    <a:pt x="9101" y="7471"/>
                    <a:pt x="13816" y="4973"/>
                    <a:pt x="18797" y="4973"/>
                  </a:cubicBezTo>
                  <a:cubicBezTo>
                    <a:pt x="19278" y="4973"/>
                    <a:pt x="19762" y="4996"/>
                    <a:pt x="20248" y="5044"/>
                  </a:cubicBezTo>
                  <a:cubicBezTo>
                    <a:pt x="21852" y="5195"/>
                    <a:pt x="23431" y="5671"/>
                    <a:pt x="24809" y="6573"/>
                  </a:cubicBezTo>
                  <a:cubicBezTo>
                    <a:pt x="24839" y="6593"/>
                    <a:pt x="24872" y="6602"/>
                    <a:pt x="24904" y="6602"/>
                  </a:cubicBezTo>
                  <a:cubicBezTo>
                    <a:pt x="25030" y="6602"/>
                    <a:pt x="25150" y="6462"/>
                    <a:pt x="25110" y="6322"/>
                  </a:cubicBezTo>
                  <a:cubicBezTo>
                    <a:pt x="24695" y="4848"/>
                    <a:pt x="23942" y="3501"/>
                    <a:pt x="22908" y="2358"/>
                  </a:cubicBezTo>
                  <a:lnTo>
                    <a:pt x="22908" y="2358"/>
                  </a:lnTo>
                  <a:cubicBezTo>
                    <a:pt x="23284" y="2312"/>
                    <a:pt x="23662" y="2289"/>
                    <a:pt x="24039" y="2289"/>
                  </a:cubicBezTo>
                  <a:cubicBezTo>
                    <a:pt x="26887" y="2289"/>
                    <a:pt x="29695" y="3578"/>
                    <a:pt x="31526" y="5771"/>
                  </a:cubicBezTo>
                  <a:cubicBezTo>
                    <a:pt x="31564" y="5809"/>
                    <a:pt x="31610" y="5826"/>
                    <a:pt x="31656" y="5826"/>
                  </a:cubicBezTo>
                  <a:cubicBezTo>
                    <a:pt x="31730" y="5826"/>
                    <a:pt x="31805" y="5783"/>
                    <a:pt x="31852" y="5721"/>
                  </a:cubicBezTo>
                  <a:cubicBezTo>
                    <a:pt x="33471" y="3464"/>
                    <a:pt x="35712" y="1704"/>
                    <a:pt x="38292" y="707"/>
                  </a:cubicBezTo>
                  <a:close/>
                  <a:moveTo>
                    <a:pt x="38993" y="1"/>
                  </a:moveTo>
                  <a:cubicBezTo>
                    <a:pt x="38977" y="1"/>
                    <a:pt x="38961" y="3"/>
                    <a:pt x="38944" y="7"/>
                  </a:cubicBezTo>
                  <a:cubicBezTo>
                    <a:pt x="36023" y="980"/>
                    <a:pt x="33481" y="2829"/>
                    <a:pt x="31661" y="5276"/>
                  </a:cubicBezTo>
                  <a:lnTo>
                    <a:pt x="31661" y="5276"/>
                  </a:lnTo>
                  <a:cubicBezTo>
                    <a:pt x="29752" y="3109"/>
                    <a:pt x="26908" y="1879"/>
                    <a:pt x="24042" y="1879"/>
                  </a:cubicBezTo>
                  <a:cubicBezTo>
                    <a:pt x="23503" y="1879"/>
                    <a:pt x="22963" y="1923"/>
                    <a:pt x="22428" y="2012"/>
                  </a:cubicBezTo>
                  <a:cubicBezTo>
                    <a:pt x="22278" y="2037"/>
                    <a:pt x="22228" y="2262"/>
                    <a:pt x="22328" y="2363"/>
                  </a:cubicBezTo>
                  <a:cubicBezTo>
                    <a:pt x="23322" y="3379"/>
                    <a:pt x="24063" y="4571"/>
                    <a:pt x="24534" y="5903"/>
                  </a:cubicBezTo>
                  <a:lnTo>
                    <a:pt x="24534" y="5903"/>
                  </a:lnTo>
                  <a:cubicBezTo>
                    <a:pt x="22838" y="4929"/>
                    <a:pt x="20877" y="4550"/>
                    <a:pt x="18920" y="4550"/>
                  </a:cubicBezTo>
                  <a:cubicBezTo>
                    <a:pt x="18136" y="4550"/>
                    <a:pt x="17353" y="4611"/>
                    <a:pt x="16588" y="4718"/>
                  </a:cubicBezTo>
                  <a:cubicBezTo>
                    <a:pt x="13681" y="5145"/>
                    <a:pt x="10899" y="6297"/>
                    <a:pt x="8393" y="7826"/>
                  </a:cubicBezTo>
                  <a:cubicBezTo>
                    <a:pt x="6989" y="8703"/>
                    <a:pt x="5636" y="9681"/>
                    <a:pt x="4358" y="10759"/>
                  </a:cubicBezTo>
                  <a:cubicBezTo>
                    <a:pt x="4198" y="10896"/>
                    <a:pt x="4330" y="11116"/>
                    <a:pt x="4506" y="11116"/>
                  </a:cubicBezTo>
                  <a:cubicBezTo>
                    <a:pt x="4523" y="11116"/>
                    <a:pt x="4541" y="11114"/>
                    <a:pt x="4558" y="11109"/>
                  </a:cubicBezTo>
                  <a:cubicBezTo>
                    <a:pt x="5234" y="10942"/>
                    <a:pt x="5926" y="10860"/>
                    <a:pt x="6616" y="10860"/>
                  </a:cubicBezTo>
                  <a:cubicBezTo>
                    <a:pt x="8248" y="10860"/>
                    <a:pt x="9874" y="11319"/>
                    <a:pt x="11273" y="12194"/>
                  </a:cubicBezTo>
                  <a:lnTo>
                    <a:pt x="11273" y="12194"/>
                  </a:lnTo>
                  <a:cubicBezTo>
                    <a:pt x="8541" y="13036"/>
                    <a:pt x="6031" y="14609"/>
                    <a:pt x="4107" y="16724"/>
                  </a:cubicBezTo>
                  <a:cubicBezTo>
                    <a:pt x="1952" y="19104"/>
                    <a:pt x="598" y="22112"/>
                    <a:pt x="222" y="25320"/>
                  </a:cubicBezTo>
                  <a:cubicBezTo>
                    <a:pt x="0" y="27146"/>
                    <a:pt x="94" y="28997"/>
                    <a:pt x="528" y="30776"/>
                  </a:cubicBezTo>
                  <a:lnTo>
                    <a:pt x="528" y="30776"/>
                  </a:lnTo>
                  <a:cubicBezTo>
                    <a:pt x="526" y="30787"/>
                    <a:pt x="525" y="30798"/>
                    <a:pt x="523" y="30809"/>
                  </a:cubicBezTo>
                  <a:cubicBezTo>
                    <a:pt x="527" y="30808"/>
                    <a:pt x="531" y="30807"/>
                    <a:pt x="535" y="30807"/>
                  </a:cubicBezTo>
                  <a:lnTo>
                    <a:pt x="535" y="30807"/>
                  </a:lnTo>
                  <a:cubicBezTo>
                    <a:pt x="540" y="30824"/>
                    <a:pt x="544" y="30842"/>
                    <a:pt x="548" y="30859"/>
                  </a:cubicBezTo>
                  <a:cubicBezTo>
                    <a:pt x="570" y="30968"/>
                    <a:pt x="644" y="31015"/>
                    <a:pt x="723" y="31015"/>
                  </a:cubicBezTo>
                  <a:cubicBezTo>
                    <a:pt x="825" y="31015"/>
                    <a:pt x="935" y="30936"/>
                    <a:pt x="949" y="30809"/>
                  </a:cubicBezTo>
                  <a:cubicBezTo>
                    <a:pt x="1178" y="29143"/>
                    <a:pt x="2342" y="27840"/>
                    <a:pt x="3577" y="26729"/>
                  </a:cubicBezTo>
                  <a:lnTo>
                    <a:pt x="3577" y="26729"/>
                  </a:lnTo>
                  <a:cubicBezTo>
                    <a:pt x="2806" y="28850"/>
                    <a:pt x="2919" y="31184"/>
                    <a:pt x="3355" y="33365"/>
                  </a:cubicBezTo>
                  <a:cubicBezTo>
                    <a:pt x="3857" y="35897"/>
                    <a:pt x="4659" y="38453"/>
                    <a:pt x="5887" y="40709"/>
                  </a:cubicBezTo>
                  <a:cubicBezTo>
                    <a:pt x="6563" y="41987"/>
                    <a:pt x="7415" y="43140"/>
                    <a:pt x="8443" y="44167"/>
                  </a:cubicBezTo>
                  <a:cubicBezTo>
                    <a:pt x="8485" y="44209"/>
                    <a:pt x="8540" y="44229"/>
                    <a:pt x="8593" y="44229"/>
                  </a:cubicBezTo>
                  <a:cubicBezTo>
                    <a:pt x="8668" y="44229"/>
                    <a:pt x="8740" y="44190"/>
                    <a:pt x="8769" y="44117"/>
                  </a:cubicBezTo>
                  <a:cubicBezTo>
                    <a:pt x="9168" y="43444"/>
                    <a:pt x="9550" y="42789"/>
                    <a:pt x="9929" y="42122"/>
                  </a:cubicBezTo>
                  <a:lnTo>
                    <a:pt x="9929" y="42122"/>
                  </a:lnTo>
                  <a:cubicBezTo>
                    <a:pt x="11224" y="45547"/>
                    <a:pt x="13609" y="48513"/>
                    <a:pt x="16664" y="50533"/>
                  </a:cubicBezTo>
                  <a:cubicBezTo>
                    <a:pt x="16693" y="50551"/>
                    <a:pt x="16726" y="50559"/>
                    <a:pt x="16760" y="50559"/>
                  </a:cubicBezTo>
                  <a:cubicBezTo>
                    <a:pt x="16872" y="50559"/>
                    <a:pt x="16989" y="50473"/>
                    <a:pt x="16989" y="50358"/>
                  </a:cubicBezTo>
                  <a:cubicBezTo>
                    <a:pt x="16647" y="46398"/>
                    <a:pt x="15447" y="42153"/>
                    <a:pt x="16991" y="38319"/>
                  </a:cubicBezTo>
                  <a:lnTo>
                    <a:pt x="16991" y="38319"/>
                  </a:lnTo>
                  <a:cubicBezTo>
                    <a:pt x="18775" y="40402"/>
                    <a:pt x="21150" y="41941"/>
                    <a:pt x="23756" y="42714"/>
                  </a:cubicBezTo>
                  <a:cubicBezTo>
                    <a:pt x="23780" y="42720"/>
                    <a:pt x="23803" y="42723"/>
                    <a:pt x="23824" y="42723"/>
                  </a:cubicBezTo>
                  <a:cubicBezTo>
                    <a:pt x="23963" y="42723"/>
                    <a:pt x="24054" y="42593"/>
                    <a:pt x="24032" y="42463"/>
                  </a:cubicBezTo>
                  <a:cubicBezTo>
                    <a:pt x="23433" y="39835"/>
                    <a:pt x="23618" y="37080"/>
                    <a:pt x="24529" y="34568"/>
                  </a:cubicBezTo>
                  <a:lnTo>
                    <a:pt x="24529" y="34568"/>
                  </a:lnTo>
                  <a:cubicBezTo>
                    <a:pt x="25465" y="37999"/>
                    <a:pt x="28743" y="40174"/>
                    <a:pt x="31977" y="41260"/>
                  </a:cubicBezTo>
                  <a:cubicBezTo>
                    <a:pt x="33105" y="41636"/>
                    <a:pt x="34258" y="41912"/>
                    <a:pt x="35411" y="42162"/>
                  </a:cubicBezTo>
                  <a:cubicBezTo>
                    <a:pt x="35431" y="42168"/>
                    <a:pt x="35452" y="42171"/>
                    <a:pt x="35471" y="42171"/>
                  </a:cubicBezTo>
                  <a:cubicBezTo>
                    <a:pt x="35618" y="42171"/>
                    <a:pt x="35728" y="42016"/>
                    <a:pt x="35661" y="41862"/>
                  </a:cubicBezTo>
                  <a:cubicBezTo>
                    <a:pt x="34022" y="38872"/>
                    <a:pt x="34168" y="35072"/>
                    <a:pt x="35943" y="32199"/>
                  </a:cubicBezTo>
                  <a:lnTo>
                    <a:pt x="35943" y="32199"/>
                  </a:lnTo>
                  <a:cubicBezTo>
                    <a:pt x="37838" y="35856"/>
                    <a:pt x="41228" y="38645"/>
                    <a:pt x="45135" y="39907"/>
                  </a:cubicBezTo>
                  <a:cubicBezTo>
                    <a:pt x="46288" y="40283"/>
                    <a:pt x="47491" y="40508"/>
                    <a:pt x="48694" y="40608"/>
                  </a:cubicBezTo>
                  <a:cubicBezTo>
                    <a:pt x="48819" y="40608"/>
                    <a:pt x="48919" y="40458"/>
                    <a:pt x="48894" y="40333"/>
                  </a:cubicBezTo>
                  <a:cubicBezTo>
                    <a:pt x="48544" y="39105"/>
                    <a:pt x="48193" y="37801"/>
                    <a:pt x="48468" y="36523"/>
                  </a:cubicBezTo>
                  <a:cubicBezTo>
                    <a:pt x="48791" y="35094"/>
                    <a:pt x="49771" y="33898"/>
                    <a:pt x="50745" y="32838"/>
                  </a:cubicBezTo>
                  <a:lnTo>
                    <a:pt x="50745" y="32838"/>
                  </a:lnTo>
                  <a:cubicBezTo>
                    <a:pt x="51619" y="35985"/>
                    <a:pt x="54052" y="38398"/>
                    <a:pt x="55185" y="41461"/>
                  </a:cubicBezTo>
                  <a:cubicBezTo>
                    <a:pt x="55511" y="42338"/>
                    <a:pt x="55711" y="43240"/>
                    <a:pt x="55686" y="44192"/>
                  </a:cubicBezTo>
                  <a:cubicBezTo>
                    <a:pt x="55686" y="44315"/>
                    <a:pt x="55799" y="44391"/>
                    <a:pt x="55910" y="44391"/>
                  </a:cubicBezTo>
                  <a:cubicBezTo>
                    <a:pt x="55980" y="44391"/>
                    <a:pt x="56049" y="44361"/>
                    <a:pt x="56087" y="44293"/>
                  </a:cubicBezTo>
                  <a:cubicBezTo>
                    <a:pt x="57165" y="42463"/>
                    <a:pt x="58293" y="40558"/>
                    <a:pt x="58719" y="38453"/>
                  </a:cubicBezTo>
                  <a:cubicBezTo>
                    <a:pt x="59145" y="36348"/>
                    <a:pt x="58694" y="34318"/>
                    <a:pt x="57792" y="32413"/>
                  </a:cubicBezTo>
                  <a:cubicBezTo>
                    <a:pt x="57316" y="31416"/>
                    <a:pt x="56738" y="30461"/>
                    <a:pt x="56151" y="29510"/>
                  </a:cubicBezTo>
                  <a:lnTo>
                    <a:pt x="56151" y="29510"/>
                  </a:lnTo>
                  <a:cubicBezTo>
                    <a:pt x="56301" y="29504"/>
                    <a:pt x="56452" y="29500"/>
                    <a:pt x="56603" y="29500"/>
                  </a:cubicBezTo>
                  <a:cubicBezTo>
                    <a:pt x="57792" y="29500"/>
                    <a:pt x="58989" y="29695"/>
                    <a:pt x="60022" y="30282"/>
                  </a:cubicBezTo>
                  <a:cubicBezTo>
                    <a:pt x="61125" y="30884"/>
                    <a:pt x="62002" y="31912"/>
                    <a:pt x="62278" y="33165"/>
                  </a:cubicBezTo>
                  <a:cubicBezTo>
                    <a:pt x="62300" y="33265"/>
                    <a:pt x="62382" y="33311"/>
                    <a:pt x="62466" y="33311"/>
                  </a:cubicBezTo>
                  <a:cubicBezTo>
                    <a:pt x="62571" y="33311"/>
                    <a:pt x="62679" y="33240"/>
                    <a:pt x="62679" y="33115"/>
                  </a:cubicBezTo>
                  <a:cubicBezTo>
                    <a:pt x="62704" y="30132"/>
                    <a:pt x="62453" y="27074"/>
                    <a:pt x="61401" y="24242"/>
                  </a:cubicBezTo>
                  <a:cubicBezTo>
                    <a:pt x="60473" y="21861"/>
                    <a:pt x="58970" y="19681"/>
                    <a:pt x="56839" y="18202"/>
                  </a:cubicBezTo>
                  <a:cubicBezTo>
                    <a:pt x="55838" y="17490"/>
                    <a:pt x="54699" y="16976"/>
                    <a:pt x="53491" y="16694"/>
                  </a:cubicBezTo>
                  <a:lnTo>
                    <a:pt x="53491" y="16694"/>
                  </a:lnTo>
                  <a:cubicBezTo>
                    <a:pt x="54372" y="16117"/>
                    <a:pt x="55408" y="15765"/>
                    <a:pt x="56463" y="15721"/>
                  </a:cubicBezTo>
                  <a:cubicBezTo>
                    <a:pt x="56529" y="15719"/>
                    <a:pt x="56594" y="15717"/>
                    <a:pt x="56659" y="15717"/>
                  </a:cubicBezTo>
                  <a:cubicBezTo>
                    <a:pt x="57933" y="15717"/>
                    <a:pt x="59077" y="16176"/>
                    <a:pt x="60198" y="16749"/>
                  </a:cubicBezTo>
                  <a:cubicBezTo>
                    <a:pt x="60228" y="16764"/>
                    <a:pt x="60260" y="16771"/>
                    <a:pt x="60292" y="16771"/>
                  </a:cubicBezTo>
                  <a:cubicBezTo>
                    <a:pt x="60418" y="16771"/>
                    <a:pt x="60539" y="16658"/>
                    <a:pt x="60498" y="16498"/>
                  </a:cubicBezTo>
                  <a:cubicBezTo>
                    <a:pt x="59822" y="14418"/>
                    <a:pt x="58343" y="12713"/>
                    <a:pt x="56564" y="11460"/>
                  </a:cubicBezTo>
                  <a:cubicBezTo>
                    <a:pt x="55636" y="10834"/>
                    <a:pt x="54609" y="10307"/>
                    <a:pt x="53581" y="9881"/>
                  </a:cubicBezTo>
                  <a:cubicBezTo>
                    <a:pt x="52478" y="9430"/>
                    <a:pt x="51326" y="9054"/>
                    <a:pt x="50148" y="8854"/>
                  </a:cubicBezTo>
                  <a:cubicBezTo>
                    <a:pt x="49662" y="8778"/>
                    <a:pt x="49168" y="8734"/>
                    <a:pt x="48675" y="8734"/>
                  </a:cubicBezTo>
                  <a:cubicBezTo>
                    <a:pt x="48022" y="8734"/>
                    <a:pt x="47368" y="8810"/>
                    <a:pt x="46730" y="8989"/>
                  </a:cubicBezTo>
                  <a:lnTo>
                    <a:pt x="46730" y="8989"/>
                  </a:lnTo>
                  <a:cubicBezTo>
                    <a:pt x="47499" y="7444"/>
                    <a:pt x="48488" y="5779"/>
                    <a:pt x="50248" y="5345"/>
                  </a:cubicBezTo>
                  <a:cubicBezTo>
                    <a:pt x="50423" y="5320"/>
                    <a:pt x="50473" y="5044"/>
                    <a:pt x="50298" y="4969"/>
                  </a:cubicBezTo>
                  <a:cubicBezTo>
                    <a:pt x="48359" y="4106"/>
                    <a:pt x="46243" y="3674"/>
                    <a:pt x="44124" y="3674"/>
                  </a:cubicBezTo>
                  <a:cubicBezTo>
                    <a:pt x="42491" y="3674"/>
                    <a:pt x="40855" y="3930"/>
                    <a:pt x="39295" y="4443"/>
                  </a:cubicBezTo>
                  <a:cubicBezTo>
                    <a:pt x="38419" y="4749"/>
                    <a:pt x="37562" y="5133"/>
                    <a:pt x="36740" y="5593"/>
                  </a:cubicBezTo>
                  <a:lnTo>
                    <a:pt x="36740" y="5593"/>
                  </a:lnTo>
                  <a:cubicBezTo>
                    <a:pt x="36922" y="3627"/>
                    <a:pt x="37779" y="1771"/>
                    <a:pt x="39145" y="358"/>
                  </a:cubicBezTo>
                  <a:cubicBezTo>
                    <a:pt x="39283" y="242"/>
                    <a:pt x="39168" y="1"/>
                    <a:pt x="3899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2" name="Google Shape;3082;p38"/>
            <p:cNvSpPr/>
            <p:nvPr/>
          </p:nvSpPr>
          <p:spPr>
            <a:xfrm>
              <a:off x="1661562" y="1848098"/>
              <a:ext cx="184275" cy="416356"/>
            </a:xfrm>
            <a:custGeom>
              <a:rect b="b" l="l" r="r" t="t"/>
              <a:pathLst>
                <a:path extrusionOk="0" h="23358" w="10338">
                  <a:moveTo>
                    <a:pt x="6217" y="0"/>
                  </a:moveTo>
                  <a:cubicBezTo>
                    <a:pt x="6185" y="0"/>
                    <a:pt x="6151" y="8"/>
                    <a:pt x="6116" y="26"/>
                  </a:cubicBezTo>
                  <a:cubicBezTo>
                    <a:pt x="3885" y="1254"/>
                    <a:pt x="2307" y="3359"/>
                    <a:pt x="1379" y="5690"/>
                  </a:cubicBezTo>
                  <a:cubicBezTo>
                    <a:pt x="352" y="8221"/>
                    <a:pt x="1" y="11053"/>
                    <a:pt x="301" y="13760"/>
                  </a:cubicBezTo>
                  <a:cubicBezTo>
                    <a:pt x="502" y="15439"/>
                    <a:pt x="978" y="17068"/>
                    <a:pt x="1830" y="18522"/>
                  </a:cubicBezTo>
                  <a:cubicBezTo>
                    <a:pt x="1868" y="18585"/>
                    <a:pt x="1937" y="18616"/>
                    <a:pt x="2006" y="18616"/>
                  </a:cubicBezTo>
                  <a:cubicBezTo>
                    <a:pt x="2075" y="18616"/>
                    <a:pt x="2144" y="18585"/>
                    <a:pt x="2181" y="18522"/>
                  </a:cubicBezTo>
                  <a:cubicBezTo>
                    <a:pt x="2939" y="17074"/>
                    <a:pt x="3914" y="15764"/>
                    <a:pt x="5055" y="14628"/>
                  </a:cubicBezTo>
                  <a:lnTo>
                    <a:pt x="5055" y="14628"/>
                  </a:lnTo>
                  <a:cubicBezTo>
                    <a:pt x="4807" y="17656"/>
                    <a:pt x="5594" y="20735"/>
                    <a:pt x="7269" y="23259"/>
                  </a:cubicBezTo>
                  <a:cubicBezTo>
                    <a:pt x="7318" y="23327"/>
                    <a:pt x="7389" y="23357"/>
                    <a:pt x="7458" y="23357"/>
                  </a:cubicBezTo>
                  <a:cubicBezTo>
                    <a:pt x="7567" y="23357"/>
                    <a:pt x="7670" y="23281"/>
                    <a:pt x="7670" y="23159"/>
                  </a:cubicBezTo>
                  <a:cubicBezTo>
                    <a:pt x="7670" y="19700"/>
                    <a:pt x="8572" y="16291"/>
                    <a:pt x="10251" y="13259"/>
                  </a:cubicBezTo>
                  <a:cubicBezTo>
                    <a:pt x="10338" y="13103"/>
                    <a:pt x="10198" y="12959"/>
                    <a:pt x="10061" y="12959"/>
                  </a:cubicBezTo>
                  <a:cubicBezTo>
                    <a:pt x="10000" y="12959"/>
                    <a:pt x="9939" y="12988"/>
                    <a:pt x="9901" y="13058"/>
                  </a:cubicBezTo>
                  <a:cubicBezTo>
                    <a:pt x="8289" y="15931"/>
                    <a:pt x="7374" y="19153"/>
                    <a:pt x="7257" y="22439"/>
                  </a:cubicBezTo>
                  <a:lnTo>
                    <a:pt x="7257" y="22439"/>
                  </a:lnTo>
                  <a:cubicBezTo>
                    <a:pt x="5781" y="19928"/>
                    <a:pt x="5170" y="16952"/>
                    <a:pt x="5540" y="14061"/>
                  </a:cubicBezTo>
                  <a:cubicBezTo>
                    <a:pt x="5556" y="13927"/>
                    <a:pt x="5450" y="13860"/>
                    <a:pt x="5341" y="13860"/>
                  </a:cubicBezTo>
                  <a:cubicBezTo>
                    <a:pt x="5286" y="13860"/>
                    <a:pt x="5230" y="13877"/>
                    <a:pt x="5189" y="13910"/>
                  </a:cubicBezTo>
                  <a:cubicBezTo>
                    <a:pt x="3923" y="15106"/>
                    <a:pt x="2855" y="16476"/>
                    <a:pt x="2004" y="17981"/>
                  </a:cubicBezTo>
                  <a:lnTo>
                    <a:pt x="2004" y="17981"/>
                  </a:lnTo>
                  <a:cubicBezTo>
                    <a:pt x="703" y="15563"/>
                    <a:pt x="439" y="12689"/>
                    <a:pt x="728" y="9976"/>
                  </a:cubicBezTo>
                  <a:cubicBezTo>
                    <a:pt x="1003" y="7544"/>
                    <a:pt x="1805" y="5088"/>
                    <a:pt x="3284" y="3083"/>
                  </a:cubicBezTo>
                  <a:cubicBezTo>
                    <a:pt x="4086" y="1981"/>
                    <a:pt x="5114" y="1053"/>
                    <a:pt x="6317" y="402"/>
                  </a:cubicBezTo>
                  <a:cubicBezTo>
                    <a:pt x="6532" y="294"/>
                    <a:pt x="6414" y="0"/>
                    <a:pt x="62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3" name="Google Shape;3083;p38"/>
            <p:cNvSpPr/>
            <p:nvPr/>
          </p:nvSpPr>
          <p:spPr>
            <a:xfrm>
              <a:off x="1870103" y="1974143"/>
              <a:ext cx="333149" cy="193490"/>
            </a:xfrm>
            <a:custGeom>
              <a:rect b="b" l="l" r="r" t="t"/>
              <a:pathLst>
                <a:path extrusionOk="0" h="10855" w="18690">
                  <a:moveTo>
                    <a:pt x="10004" y="0"/>
                  </a:moveTo>
                  <a:cubicBezTo>
                    <a:pt x="9970" y="0"/>
                    <a:pt x="9936" y="7"/>
                    <a:pt x="9906" y="22"/>
                  </a:cubicBezTo>
                  <a:cubicBezTo>
                    <a:pt x="6999" y="1676"/>
                    <a:pt x="5244" y="4659"/>
                    <a:pt x="3991" y="7692"/>
                  </a:cubicBezTo>
                  <a:cubicBezTo>
                    <a:pt x="3628" y="8554"/>
                    <a:pt x="3306" y="9437"/>
                    <a:pt x="2988" y="10304"/>
                  </a:cubicBezTo>
                  <a:lnTo>
                    <a:pt x="2988" y="10304"/>
                  </a:lnTo>
                  <a:cubicBezTo>
                    <a:pt x="1643" y="9295"/>
                    <a:pt x="719" y="7760"/>
                    <a:pt x="432" y="6088"/>
                  </a:cubicBezTo>
                  <a:cubicBezTo>
                    <a:pt x="412" y="5978"/>
                    <a:pt x="337" y="5932"/>
                    <a:pt x="256" y="5932"/>
                  </a:cubicBezTo>
                  <a:cubicBezTo>
                    <a:pt x="134" y="5932"/>
                    <a:pt x="1" y="6037"/>
                    <a:pt x="31" y="6188"/>
                  </a:cubicBezTo>
                  <a:cubicBezTo>
                    <a:pt x="357" y="8067"/>
                    <a:pt x="1435" y="9747"/>
                    <a:pt x="2989" y="10824"/>
                  </a:cubicBezTo>
                  <a:cubicBezTo>
                    <a:pt x="3023" y="10845"/>
                    <a:pt x="3059" y="10854"/>
                    <a:pt x="3095" y="10854"/>
                  </a:cubicBezTo>
                  <a:cubicBezTo>
                    <a:pt x="3187" y="10854"/>
                    <a:pt x="3271" y="10790"/>
                    <a:pt x="3289" y="10699"/>
                  </a:cubicBezTo>
                  <a:cubicBezTo>
                    <a:pt x="4417" y="7591"/>
                    <a:pt x="5620" y="4358"/>
                    <a:pt x="8026" y="1977"/>
                  </a:cubicBezTo>
                  <a:cubicBezTo>
                    <a:pt x="8526" y="1478"/>
                    <a:pt x="9073" y="1042"/>
                    <a:pt x="9655" y="657"/>
                  </a:cubicBezTo>
                  <a:lnTo>
                    <a:pt x="9655" y="657"/>
                  </a:lnTo>
                  <a:cubicBezTo>
                    <a:pt x="8958" y="3334"/>
                    <a:pt x="9612" y="6278"/>
                    <a:pt x="11284" y="8468"/>
                  </a:cubicBezTo>
                  <a:cubicBezTo>
                    <a:pt x="11786" y="9145"/>
                    <a:pt x="12387" y="9722"/>
                    <a:pt x="13064" y="10198"/>
                  </a:cubicBezTo>
                  <a:cubicBezTo>
                    <a:pt x="13095" y="10223"/>
                    <a:pt x="13130" y="10234"/>
                    <a:pt x="13164" y="10234"/>
                  </a:cubicBezTo>
                  <a:cubicBezTo>
                    <a:pt x="13266" y="10234"/>
                    <a:pt x="13365" y="10135"/>
                    <a:pt x="13365" y="10022"/>
                  </a:cubicBezTo>
                  <a:cubicBezTo>
                    <a:pt x="13490" y="7140"/>
                    <a:pt x="14693" y="4358"/>
                    <a:pt x="16648" y="2278"/>
                  </a:cubicBezTo>
                  <a:cubicBezTo>
                    <a:pt x="17224" y="1676"/>
                    <a:pt x="17826" y="1150"/>
                    <a:pt x="18502" y="674"/>
                  </a:cubicBezTo>
                  <a:cubicBezTo>
                    <a:pt x="18690" y="549"/>
                    <a:pt x="18566" y="286"/>
                    <a:pt x="18404" y="286"/>
                  </a:cubicBezTo>
                  <a:cubicBezTo>
                    <a:pt x="18371" y="286"/>
                    <a:pt x="18336" y="297"/>
                    <a:pt x="18302" y="323"/>
                  </a:cubicBezTo>
                  <a:cubicBezTo>
                    <a:pt x="15846" y="2027"/>
                    <a:pt x="14066" y="4609"/>
                    <a:pt x="13314" y="7491"/>
                  </a:cubicBezTo>
                  <a:cubicBezTo>
                    <a:pt x="13145" y="8192"/>
                    <a:pt x="13029" y="8911"/>
                    <a:pt x="12982" y="9632"/>
                  </a:cubicBezTo>
                  <a:lnTo>
                    <a:pt x="12982" y="9632"/>
                  </a:lnTo>
                  <a:cubicBezTo>
                    <a:pt x="10879" y="7955"/>
                    <a:pt x="9710" y="5244"/>
                    <a:pt x="9806" y="2579"/>
                  </a:cubicBezTo>
                  <a:cubicBezTo>
                    <a:pt x="9831" y="1777"/>
                    <a:pt x="9956" y="1000"/>
                    <a:pt x="10207" y="248"/>
                  </a:cubicBezTo>
                  <a:cubicBezTo>
                    <a:pt x="10267" y="108"/>
                    <a:pt x="10135" y="0"/>
                    <a:pt x="100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4" name="Google Shape;3084;p38"/>
            <p:cNvSpPr/>
            <p:nvPr/>
          </p:nvSpPr>
          <p:spPr>
            <a:xfrm>
              <a:off x="2237434" y="1978671"/>
              <a:ext cx="231743" cy="179016"/>
            </a:xfrm>
            <a:custGeom>
              <a:rect b="b" l="l" r="r" t="t"/>
              <a:pathLst>
                <a:path extrusionOk="0" h="10043" w="13001">
                  <a:moveTo>
                    <a:pt x="713" y="1"/>
                  </a:moveTo>
                  <a:cubicBezTo>
                    <a:pt x="629" y="1"/>
                    <a:pt x="542" y="45"/>
                    <a:pt x="502" y="144"/>
                  </a:cubicBezTo>
                  <a:cubicBezTo>
                    <a:pt x="1" y="1723"/>
                    <a:pt x="226" y="3453"/>
                    <a:pt x="928" y="4956"/>
                  </a:cubicBezTo>
                  <a:cubicBezTo>
                    <a:pt x="1655" y="6460"/>
                    <a:pt x="2883" y="7688"/>
                    <a:pt x="4261" y="8641"/>
                  </a:cubicBezTo>
                  <a:cubicBezTo>
                    <a:pt x="5063" y="9192"/>
                    <a:pt x="5915" y="9643"/>
                    <a:pt x="6793" y="10019"/>
                  </a:cubicBezTo>
                  <a:cubicBezTo>
                    <a:pt x="6831" y="10034"/>
                    <a:pt x="6871" y="10042"/>
                    <a:pt x="6909" y="10042"/>
                  </a:cubicBezTo>
                  <a:cubicBezTo>
                    <a:pt x="6998" y="10042"/>
                    <a:pt x="7076" y="9999"/>
                    <a:pt x="7093" y="9894"/>
                  </a:cubicBezTo>
                  <a:cubicBezTo>
                    <a:pt x="7670" y="6661"/>
                    <a:pt x="9850" y="3803"/>
                    <a:pt x="12808" y="2375"/>
                  </a:cubicBezTo>
                  <a:cubicBezTo>
                    <a:pt x="13000" y="2268"/>
                    <a:pt x="12883" y="1997"/>
                    <a:pt x="12689" y="1997"/>
                  </a:cubicBezTo>
                  <a:cubicBezTo>
                    <a:pt x="12655" y="1997"/>
                    <a:pt x="12619" y="2005"/>
                    <a:pt x="12582" y="2024"/>
                  </a:cubicBezTo>
                  <a:cubicBezTo>
                    <a:pt x="10226" y="3152"/>
                    <a:pt x="8347" y="5207"/>
                    <a:pt x="7344" y="7638"/>
                  </a:cubicBezTo>
                  <a:cubicBezTo>
                    <a:pt x="7077" y="8262"/>
                    <a:pt x="6889" y="8886"/>
                    <a:pt x="6744" y="9545"/>
                  </a:cubicBezTo>
                  <a:lnTo>
                    <a:pt x="6744" y="9545"/>
                  </a:lnTo>
                  <a:cubicBezTo>
                    <a:pt x="3937" y="8255"/>
                    <a:pt x="1286" y="6156"/>
                    <a:pt x="727" y="2951"/>
                  </a:cubicBezTo>
                  <a:cubicBezTo>
                    <a:pt x="577" y="2049"/>
                    <a:pt x="627" y="1122"/>
                    <a:pt x="903" y="270"/>
                  </a:cubicBezTo>
                  <a:cubicBezTo>
                    <a:pt x="963" y="103"/>
                    <a:pt x="841" y="1"/>
                    <a:pt x="7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5" name="Google Shape;3085;p38"/>
            <p:cNvSpPr/>
            <p:nvPr/>
          </p:nvSpPr>
          <p:spPr>
            <a:xfrm>
              <a:off x="2500218" y="2069154"/>
              <a:ext cx="67842" cy="115987"/>
            </a:xfrm>
            <a:custGeom>
              <a:rect b="b" l="l" r="r" t="t"/>
              <a:pathLst>
                <a:path extrusionOk="0" h="6507" w="3806">
                  <a:moveTo>
                    <a:pt x="253" y="0"/>
                  </a:moveTo>
                  <a:cubicBezTo>
                    <a:pt x="128" y="0"/>
                    <a:pt x="0" y="105"/>
                    <a:pt x="46" y="256"/>
                  </a:cubicBezTo>
                  <a:cubicBezTo>
                    <a:pt x="597" y="2462"/>
                    <a:pt x="2351" y="4116"/>
                    <a:pt x="2803" y="6347"/>
                  </a:cubicBezTo>
                  <a:cubicBezTo>
                    <a:pt x="2815" y="6456"/>
                    <a:pt x="2898" y="6506"/>
                    <a:pt x="2986" y="6506"/>
                  </a:cubicBezTo>
                  <a:cubicBezTo>
                    <a:pt x="3079" y="6506"/>
                    <a:pt x="3178" y="6450"/>
                    <a:pt x="3204" y="6347"/>
                  </a:cubicBezTo>
                  <a:cubicBezTo>
                    <a:pt x="3805" y="4442"/>
                    <a:pt x="3555" y="2311"/>
                    <a:pt x="2527" y="607"/>
                  </a:cubicBezTo>
                  <a:cubicBezTo>
                    <a:pt x="2480" y="537"/>
                    <a:pt x="2414" y="508"/>
                    <a:pt x="2349" y="508"/>
                  </a:cubicBezTo>
                  <a:cubicBezTo>
                    <a:pt x="2205" y="508"/>
                    <a:pt x="2065" y="652"/>
                    <a:pt x="2151" y="808"/>
                  </a:cubicBezTo>
                  <a:cubicBezTo>
                    <a:pt x="2990" y="2206"/>
                    <a:pt x="3275" y="3881"/>
                    <a:pt x="2990" y="5468"/>
                  </a:cubicBezTo>
                  <a:lnTo>
                    <a:pt x="2990" y="5468"/>
                  </a:lnTo>
                  <a:cubicBezTo>
                    <a:pt x="2350" y="3607"/>
                    <a:pt x="932" y="2076"/>
                    <a:pt x="447" y="156"/>
                  </a:cubicBezTo>
                  <a:cubicBezTo>
                    <a:pt x="417" y="46"/>
                    <a:pt x="335" y="0"/>
                    <a:pt x="2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6" name="Google Shape;3086;p38"/>
            <p:cNvSpPr/>
            <p:nvPr/>
          </p:nvSpPr>
          <p:spPr>
            <a:xfrm>
              <a:off x="1592399" y="1755458"/>
              <a:ext cx="161245" cy="184792"/>
            </a:xfrm>
            <a:custGeom>
              <a:rect b="b" l="l" r="r" t="t"/>
              <a:pathLst>
                <a:path extrusionOk="0" h="10367" w="9046">
                  <a:moveTo>
                    <a:pt x="8754" y="0"/>
                  </a:moveTo>
                  <a:cubicBezTo>
                    <a:pt x="8735" y="0"/>
                    <a:pt x="8714" y="3"/>
                    <a:pt x="8693" y="10"/>
                  </a:cubicBezTo>
                  <a:cubicBezTo>
                    <a:pt x="5284" y="1238"/>
                    <a:pt x="2477" y="3894"/>
                    <a:pt x="973" y="7178"/>
                  </a:cubicBezTo>
                  <a:cubicBezTo>
                    <a:pt x="547" y="8130"/>
                    <a:pt x="222" y="9107"/>
                    <a:pt x="46" y="10110"/>
                  </a:cubicBezTo>
                  <a:cubicBezTo>
                    <a:pt x="1" y="10261"/>
                    <a:pt x="137" y="10366"/>
                    <a:pt x="264" y="10366"/>
                  </a:cubicBezTo>
                  <a:cubicBezTo>
                    <a:pt x="348" y="10366"/>
                    <a:pt x="427" y="10320"/>
                    <a:pt x="447" y="10210"/>
                  </a:cubicBezTo>
                  <a:cubicBezTo>
                    <a:pt x="1099" y="6777"/>
                    <a:pt x="3229" y="3669"/>
                    <a:pt x="6161" y="1739"/>
                  </a:cubicBezTo>
                  <a:cubicBezTo>
                    <a:pt x="6989" y="1213"/>
                    <a:pt x="7866" y="761"/>
                    <a:pt x="8793" y="411"/>
                  </a:cubicBezTo>
                  <a:cubicBezTo>
                    <a:pt x="9045" y="342"/>
                    <a:pt x="8962" y="0"/>
                    <a:pt x="8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7" name="Google Shape;3087;p38"/>
            <p:cNvSpPr/>
            <p:nvPr/>
          </p:nvSpPr>
          <p:spPr>
            <a:xfrm>
              <a:off x="1625643" y="1853178"/>
              <a:ext cx="43154" cy="64063"/>
            </a:xfrm>
            <a:custGeom>
              <a:rect b="b" l="l" r="r" t="t"/>
              <a:pathLst>
                <a:path extrusionOk="0" h="3594" w="2421">
                  <a:moveTo>
                    <a:pt x="2125" y="0"/>
                  </a:moveTo>
                  <a:cubicBezTo>
                    <a:pt x="2079" y="0"/>
                    <a:pt x="2031" y="20"/>
                    <a:pt x="1991" y="66"/>
                  </a:cubicBezTo>
                  <a:cubicBezTo>
                    <a:pt x="1113" y="994"/>
                    <a:pt x="462" y="2122"/>
                    <a:pt x="61" y="3325"/>
                  </a:cubicBezTo>
                  <a:cubicBezTo>
                    <a:pt x="0" y="3491"/>
                    <a:pt x="132" y="3593"/>
                    <a:pt x="262" y="3593"/>
                  </a:cubicBezTo>
                  <a:cubicBezTo>
                    <a:pt x="347" y="3593"/>
                    <a:pt x="432" y="3549"/>
                    <a:pt x="462" y="3450"/>
                  </a:cubicBezTo>
                  <a:cubicBezTo>
                    <a:pt x="838" y="2297"/>
                    <a:pt x="1464" y="1244"/>
                    <a:pt x="2266" y="367"/>
                  </a:cubicBezTo>
                  <a:cubicBezTo>
                    <a:pt x="2420" y="213"/>
                    <a:pt x="2279" y="0"/>
                    <a:pt x="212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8" name="Google Shape;3088;p38"/>
            <p:cNvSpPr/>
            <p:nvPr/>
          </p:nvSpPr>
          <p:spPr>
            <a:xfrm>
              <a:off x="1674521" y="1837385"/>
              <a:ext cx="9839" cy="7611"/>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9" name="Google Shape;3089;p38"/>
            <p:cNvSpPr/>
            <p:nvPr/>
          </p:nvSpPr>
          <p:spPr>
            <a:xfrm>
              <a:off x="1657551" y="1894035"/>
              <a:ext cx="16096" cy="25205"/>
            </a:xfrm>
            <a:custGeom>
              <a:rect b="b" l="l" r="r" t="t"/>
              <a:pathLst>
                <a:path extrusionOk="0" h="1414" w="903">
                  <a:moveTo>
                    <a:pt x="655" y="0"/>
                  </a:moveTo>
                  <a:cubicBezTo>
                    <a:pt x="557" y="0"/>
                    <a:pt x="495" y="68"/>
                    <a:pt x="451" y="155"/>
                  </a:cubicBezTo>
                  <a:lnTo>
                    <a:pt x="50" y="1133"/>
                  </a:lnTo>
                  <a:cubicBezTo>
                    <a:pt x="0" y="1233"/>
                    <a:pt x="100" y="1383"/>
                    <a:pt x="201" y="1409"/>
                  </a:cubicBezTo>
                  <a:cubicBezTo>
                    <a:pt x="217" y="1412"/>
                    <a:pt x="233" y="1413"/>
                    <a:pt x="248" y="1413"/>
                  </a:cubicBezTo>
                  <a:cubicBezTo>
                    <a:pt x="345" y="1413"/>
                    <a:pt x="408" y="1345"/>
                    <a:pt x="451" y="1258"/>
                  </a:cubicBezTo>
                  <a:lnTo>
                    <a:pt x="852" y="256"/>
                  </a:lnTo>
                  <a:cubicBezTo>
                    <a:pt x="902" y="155"/>
                    <a:pt x="802" y="30"/>
                    <a:pt x="702" y="5"/>
                  </a:cubicBezTo>
                  <a:cubicBezTo>
                    <a:pt x="685" y="2"/>
                    <a:pt x="670" y="0"/>
                    <a:pt x="6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0" name="Google Shape;3090;p38"/>
            <p:cNvSpPr/>
            <p:nvPr/>
          </p:nvSpPr>
          <p:spPr>
            <a:xfrm>
              <a:off x="1670047" y="1899026"/>
              <a:ext cx="16559" cy="25044"/>
            </a:xfrm>
            <a:custGeom>
              <a:rect b="b" l="l" r="r" t="t"/>
              <a:pathLst>
                <a:path extrusionOk="0" h="1405" w="929">
                  <a:moveTo>
                    <a:pt x="709" y="1"/>
                  </a:moveTo>
                  <a:cubicBezTo>
                    <a:pt x="639" y="1"/>
                    <a:pt x="561" y="34"/>
                    <a:pt x="527" y="101"/>
                  </a:cubicBezTo>
                  <a:cubicBezTo>
                    <a:pt x="377" y="427"/>
                    <a:pt x="201" y="778"/>
                    <a:pt x="51" y="1103"/>
                  </a:cubicBezTo>
                  <a:cubicBezTo>
                    <a:pt x="1" y="1204"/>
                    <a:pt x="1" y="1329"/>
                    <a:pt x="126" y="1379"/>
                  </a:cubicBezTo>
                  <a:cubicBezTo>
                    <a:pt x="151" y="1396"/>
                    <a:pt x="185" y="1404"/>
                    <a:pt x="220" y="1404"/>
                  </a:cubicBezTo>
                  <a:cubicBezTo>
                    <a:pt x="291" y="1404"/>
                    <a:pt x="369" y="1371"/>
                    <a:pt x="402" y="1304"/>
                  </a:cubicBezTo>
                  <a:cubicBezTo>
                    <a:pt x="552" y="978"/>
                    <a:pt x="728" y="652"/>
                    <a:pt x="878" y="327"/>
                  </a:cubicBezTo>
                  <a:cubicBezTo>
                    <a:pt x="928" y="226"/>
                    <a:pt x="928" y="76"/>
                    <a:pt x="803" y="26"/>
                  </a:cubicBezTo>
                  <a:cubicBezTo>
                    <a:pt x="778" y="9"/>
                    <a:pt x="744" y="1"/>
                    <a:pt x="70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1" name="Google Shape;3091;p38"/>
            <p:cNvSpPr/>
            <p:nvPr/>
          </p:nvSpPr>
          <p:spPr>
            <a:xfrm>
              <a:off x="1637890" y="2019545"/>
              <a:ext cx="23155" cy="122190"/>
            </a:xfrm>
            <a:custGeom>
              <a:rect b="b" l="l" r="r" t="t"/>
              <a:pathLst>
                <a:path extrusionOk="0" h="6855" w="1299">
                  <a:moveTo>
                    <a:pt x="373" y="0"/>
                  </a:moveTo>
                  <a:cubicBezTo>
                    <a:pt x="270" y="0"/>
                    <a:pt x="163" y="69"/>
                    <a:pt x="151" y="207"/>
                  </a:cubicBezTo>
                  <a:cubicBezTo>
                    <a:pt x="0" y="2388"/>
                    <a:pt x="251" y="4593"/>
                    <a:pt x="853" y="6698"/>
                  </a:cubicBezTo>
                  <a:cubicBezTo>
                    <a:pt x="882" y="6808"/>
                    <a:pt x="964" y="6854"/>
                    <a:pt x="1047" y="6854"/>
                  </a:cubicBezTo>
                  <a:cubicBezTo>
                    <a:pt x="1172" y="6854"/>
                    <a:pt x="1299" y="6749"/>
                    <a:pt x="1254" y="6598"/>
                  </a:cubicBezTo>
                  <a:cubicBezTo>
                    <a:pt x="652" y="4518"/>
                    <a:pt x="426" y="2363"/>
                    <a:pt x="577" y="207"/>
                  </a:cubicBezTo>
                  <a:cubicBezTo>
                    <a:pt x="577" y="69"/>
                    <a:pt x="477" y="0"/>
                    <a:pt x="3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2" name="Google Shape;3092;p38"/>
            <p:cNvSpPr/>
            <p:nvPr/>
          </p:nvSpPr>
          <p:spPr>
            <a:xfrm>
              <a:off x="1664254" y="2169762"/>
              <a:ext cx="9394" cy="7611"/>
            </a:xfrm>
            <a:custGeom>
              <a:rect b="b" l="l" r="r" t="t"/>
              <a:pathLst>
                <a:path extrusionOk="0" h="427" w="527">
                  <a:moveTo>
                    <a:pt x="251" y="1"/>
                  </a:moveTo>
                  <a:cubicBezTo>
                    <a:pt x="0" y="1"/>
                    <a:pt x="0" y="427"/>
                    <a:pt x="251" y="427"/>
                  </a:cubicBezTo>
                  <a:cubicBezTo>
                    <a:pt x="526" y="427"/>
                    <a:pt x="526"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3" name="Google Shape;3093;p38"/>
            <p:cNvSpPr/>
            <p:nvPr/>
          </p:nvSpPr>
          <p:spPr>
            <a:xfrm>
              <a:off x="1734843" y="2187534"/>
              <a:ext cx="27771" cy="67111"/>
            </a:xfrm>
            <a:custGeom>
              <a:rect b="b" l="l" r="r" t="t"/>
              <a:pathLst>
                <a:path extrusionOk="0" h="3765" w="1558">
                  <a:moveTo>
                    <a:pt x="204" y="0"/>
                  </a:moveTo>
                  <a:cubicBezTo>
                    <a:pt x="100" y="0"/>
                    <a:pt x="0" y="69"/>
                    <a:pt x="0" y="207"/>
                  </a:cubicBezTo>
                  <a:cubicBezTo>
                    <a:pt x="50" y="1435"/>
                    <a:pt x="426" y="2638"/>
                    <a:pt x="1103" y="3665"/>
                  </a:cubicBezTo>
                  <a:cubicBezTo>
                    <a:pt x="1149" y="3735"/>
                    <a:pt x="1215" y="3764"/>
                    <a:pt x="1279" y="3764"/>
                  </a:cubicBezTo>
                  <a:cubicBezTo>
                    <a:pt x="1422" y="3764"/>
                    <a:pt x="1557" y="3621"/>
                    <a:pt x="1454" y="3465"/>
                  </a:cubicBezTo>
                  <a:cubicBezTo>
                    <a:pt x="827" y="2487"/>
                    <a:pt x="451" y="1360"/>
                    <a:pt x="426" y="207"/>
                  </a:cubicBezTo>
                  <a:cubicBezTo>
                    <a:pt x="414" y="69"/>
                    <a:pt x="307" y="0"/>
                    <a:pt x="2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4" name="Google Shape;3094;p38"/>
            <p:cNvSpPr/>
            <p:nvPr/>
          </p:nvSpPr>
          <p:spPr>
            <a:xfrm>
              <a:off x="1807214" y="2208533"/>
              <a:ext cx="19144" cy="118732"/>
            </a:xfrm>
            <a:custGeom>
              <a:rect b="b" l="l" r="r" t="t"/>
              <a:pathLst>
                <a:path extrusionOk="0" h="6661" w="1074">
                  <a:moveTo>
                    <a:pt x="821" y="1"/>
                  </a:moveTo>
                  <a:cubicBezTo>
                    <a:pt x="738" y="1"/>
                    <a:pt x="657" y="47"/>
                    <a:pt x="627" y="157"/>
                  </a:cubicBezTo>
                  <a:cubicBezTo>
                    <a:pt x="151" y="2212"/>
                    <a:pt x="0" y="4342"/>
                    <a:pt x="201" y="6472"/>
                  </a:cubicBezTo>
                  <a:cubicBezTo>
                    <a:pt x="213" y="6598"/>
                    <a:pt x="320" y="6660"/>
                    <a:pt x="420" y="6660"/>
                  </a:cubicBezTo>
                  <a:cubicBezTo>
                    <a:pt x="520" y="6660"/>
                    <a:pt x="614" y="6598"/>
                    <a:pt x="602" y="6472"/>
                  </a:cubicBezTo>
                  <a:cubicBezTo>
                    <a:pt x="426" y="4392"/>
                    <a:pt x="552" y="2287"/>
                    <a:pt x="1028" y="257"/>
                  </a:cubicBezTo>
                  <a:cubicBezTo>
                    <a:pt x="1073" y="106"/>
                    <a:pt x="946" y="1"/>
                    <a:pt x="8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5" name="Google Shape;3095;p38"/>
            <p:cNvSpPr/>
            <p:nvPr/>
          </p:nvSpPr>
          <p:spPr>
            <a:xfrm>
              <a:off x="1822402" y="2159049"/>
              <a:ext cx="9394" cy="9394"/>
            </a:xfrm>
            <a:custGeom>
              <a:rect b="b" l="l" r="r" t="t"/>
              <a:pathLst>
                <a:path extrusionOk="0" h="527" w="527">
                  <a:moveTo>
                    <a:pt x="226" y="0"/>
                  </a:moveTo>
                  <a:cubicBezTo>
                    <a:pt x="201" y="0"/>
                    <a:pt x="151" y="0"/>
                    <a:pt x="151" y="25"/>
                  </a:cubicBezTo>
                  <a:cubicBezTo>
                    <a:pt x="101" y="25"/>
                    <a:pt x="101" y="50"/>
                    <a:pt x="76" y="75"/>
                  </a:cubicBezTo>
                  <a:cubicBezTo>
                    <a:pt x="50" y="75"/>
                    <a:pt x="50" y="101"/>
                    <a:pt x="50" y="101"/>
                  </a:cubicBezTo>
                  <a:cubicBezTo>
                    <a:pt x="25" y="151"/>
                    <a:pt x="0" y="176"/>
                    <a:pt x="0" y="226"/>
                  </a:cubicBezTo>
                  <a:cubicBezTo>
                    <a:pt x="0" y="226"/>
                    <a:pt x="25" y="251"/>
                    <a:pt x="25" y="276"/>
                  </a:cubicBezTo>
                  <a:cubicBezTo>
                    <a:pt x="25" y="301"/>
                    <a:pt x="50" y="326"/>
                    <a:pt x="76" y="351"/>
                  </a:cubicBezTo>
                  <a:lnTo>
                    <a:pt x="176" y="451"/>
                  </a:lnTo>
                  <a:cubicBezTo>
                    <a:pt x="201" y="476"/>
                    <a:pt x="201" y="502"/>
                    <a:pt x="226" y="502"/>
                  </a:cubicBezTo>
                  <a:cubicBezTo>
                    <a:pt x="251" y="527"/>
                    <a:pt x="301" y="527"/>
                    <a:pt x="326" y="527"/>
                  </a:cubicBezTo>
                  <a:cubicBezTo>
                    <a:pt x="351" y="527"/>
                    <a:pt x="376" y="527"/>
                    <a:pt x="401" y="502"/>
                  </a:cubicBezTo>
                  <a:cubicBezTo>
                    <a:pt x="426" y="502"/>
                    <a:pt x="451" y="476"/>
                    <a:pt x="477" y="451"/>
                  </a:cubicBezTo>
                  <a:cubicBezTo>
                    <a:pt x="477" y="451"/>
                    <a:pt x="477" y="426"/>
                    <a:pt x="502" y="426"/>
                  </a:cubicBezTo>
                  <a:cubicBezTo>
                    <a:pt x="527" y="376"/>
                    <a:pt x="527" y="351"/>
                    <a:pt x="527" y="326"/>
                  </a:cubicBezTo>
                  <a:cubicBezTo>
                    <a:pt x="527" y="301"/>
                    <a:pt x="527" y="276"/>
                    <a:pt x="527" y="251"/>
                  </a:cubicBezTo>
                  <a:cubicBezTo>
                    <a:pt x="502" y="226"/>
                    <a:pt x="502" y="201"/>
                    <a:pt x="477" y="176"/>
                  </a:cubicBezTo>
                  <a:lnTo>
                    <a:pt x="376" y="75"/>
                  </a:lnTo>
                  <a:cubicBezTo>
                    <a:pt x="351" y="50"/>
                    <a:pt x="326" y="25"/>
                    <a:pt x="301" y="25"/>
                  </a:cubicBezTo>
                  <a:cubicBezTo>
                    <a:pt x="276" y="0"/>
                    <a:pt x="251" y="0"/>
                    <a:pt x="2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6" name="Google Shape;3096;p38"/>
            <p:cNvSpPr/>
            <p:nvPr/>
          </p:nvSpPr>
          <p:spPr>
            <a:xfrm>
              <a:off x="1892991" y="2173238"/>
              <a:ext cx="34866" cy="31942"/>
            </a:xfrm>
            <a:custGeom>
              <a:rect b="b" l="l" r="r" t="t"/>
              <a:pathLst>
                <a:path extrusionOk="0" h="1792" w="1956">
                  <a:moveTo>
                    <a:pt x="216" y="0"/>
                  </a:moveTo>
                  <a:cubicBezTo>
                    <a:pt x="163" y="0"/>
                    <a:pt x="113" y="19"/>
                    <a:pt x="75" y="56"/>
                  </a:cubicBezTo>
                  <a:cubicBezTo>
                    <a:pt x="0" y="157"/>
                    <a:pt x="0" y="282"/>
                    <a:pt x="75" y="357"/>
                  </a:cubicBezTo>
                  <a:lnTo>
                    <a:pt x="1579" y="1736"/>
                  </a:lnTo>
                  <a:cubicBezTo>
                    <a:pt x="1629" y="1773"/>
                    <a:pt x="1686" y="1792"/>
                    <a:pt x="1739" y="1792"/>
                  </a:cubicBezTo>
                  <a:cubicBezTo>
                    <a:pt x="1792" y="1792"/>
                    <a:pt x="1842" y="1773"/>
                    <a:pt x="1880" y="1736"/>
                  </a:cubicBezTo>
                  <a:cubicBezTo>
                    <a:pt x="1955" y="1660"/>
                    <a:pt x="1955" y="1510"/>
                    <a:pt x="1880" y="1435"/>
                  </a:cubicBezTo>
                  <a:lnTo>
                    <a:pt x="376" y="56"/>
                  </a:lnTo>
                  <a:cubicBezTo>
                    <a:pt x="326" y="19"/>
                    <a:pt x="270" y="0"/>
                    <a:pt x="2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7" name="Google Shape;3097;p38"/>
            <p:cNvSpPr/>
            <p:nvPr/>
          </p:nvSpPr>
          <p:spPr>
            <a:xfrm>
              <a:off x="2015666" y="2087015"/>
              <a:ext cx="130729" cy="122279"/>
            </a:xfrm>
            <a:custGeom>
              <a:rect b="b" l="l" r="r" t="t"/>
              <a:pathLst>
                <a:path extrusionOk="0" h="6860" w="7334">
                  <a:moveTo>
                    <a:pt x="260" y="1"/>
                  </a:moveTo>
                  <a:cubicBezTo>
                    <a:pt x="131" y="1"/>
                    <a:pt x="0" y="106"/>
                    <a:pt x="61" y="257"/>
                  </a:cubicBezTo>
                  <a:cubicBezTo>
                    <a:pt x="1038" y="3440"/>
                    <a:pt x="3845" y="5645"/>
                    <a:pt x="6853" y="6848"/>
                  </a:cubicBezTo>
                  <a:cubicBezTo>
                    <a:pt x="6872" y="6856"/>
                    <a:pt x="6892" y="6860"/>
                    <a:pt x="6912" y="6860"/>
                  </a:cubicBezTo>
                  <a:cubicBezTo>
                    <a:pt x="7021" y="6860"/>
                    <a:pt x="7128" y="6754"/>
                    <a:pt x="7128" y="6648"/>
                  </a:cubicBezTo>
                  <a:cubicBezTo>
                    <a:pt x="6953" y="5370"/>
                    <a:pt x="7003" y="4066"/>
                    <a:pt x="7304" y="2813"/>
                  </a:cubicBezTo>
                  <a:cubicBezTo>
                    <a:pt x="7334" y="2662"/>
                    <a:pt x="7201" y="2557"/>
                    <a:pt x="7079" y="2557"/>
                  </a:cubicBezTo>
                  <a:cubicBezTo>
                    <a:pt x="6998" y="2557"/>
                    <a:pt x="6923" y="2603"/>
                    <a:pt x="6903" y="2713"/>
                  </a:cubicBezTo>
                  <a:cubicBezTo>
                    <a:pt x="6627" y="3886"/>
                    <a:pt x="6541" y="5123"/>
                    <a:pt x="6664" y="6326"/>
                  </a:cubicBezTo>
                  <a:lnTo>
                    <a:pt x="6664" y="6326"/>
                  </a:lnTo>
                  <a:cubicBezTo>
                    <a:pt x="3939" y="5150"/>
                    <a:pt x="1382" y="3086"/>
                    <a:pt x="462" y="157"/>
                  </a:cubicBezTo>
                  <a:cubicBezTo>
                    <a:pt x="432" y="47"/>
                    <a:pt x="346" y="1"/>
                    <a:pt x="2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8" name="Google Shape;3098;p38"/>
            <p:cNvSpPr/>
            <p:nvPr/>
          </p:nvSpPr>
          <p:spPr>
            <a:xfrm>
              <a:off x="2143173" y="2105875"/>
              <a:ext cx="9839" cy="7611"/>
            </a:xfrm>
            <a:custGeom>
              <a:rect b="b" l="l" r="r" t="t"/>
              <a:pathLst>
                <a:path extrusionOk="0" h="427" w="552">
                  <a:moveTo>
                    <a:pt x="276" y="1"/>
                  </a:moveTo>
                  <a:cubicBezTo>
                    <a:pt x="0" y="1"/>
                    <a:pt x="0"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9" name="Google Shape;3099;p38"/>
            <p:cNvSpPr/>
            <p:nvPr/>
          </p:nvSpPr>
          <p:spPr>
            <a:xfrm>
              <a:off x="2154795" y="2045909"/>
              <a:ext cx="16096" cy="26934"/>
            </a:xfrm>
            <a:custGeom>
              <a:rect b="b" l="l" r="r" t="t"/>
              <a:pathLst>
                <a:path extrusionOk="0" h="1511" w="903">
                  <a:moveTo>
                    <a:pt x="672" y="0"/>
                  </a:moveTo>
                  <a:cubicBezTo>
                    <a:pt x="600" y="0"/>
                    <a:pt x="532" y="30"/>
                    <a:pt x="501" y="107"/>
                  </a:cubicBezTo>
                  <a:cubicBezTo>
                    <a:pt x="351" y="458"/>
                    <a:pt x="201" y="833"/>
                    <a:pt x="25" y="1184"/>
                  </a:cubicBezTo>
                  <a:cubicBezTo>
                    <a:pt x="0" y="1285"/>
                    <a:pt x="0" y="1435"/>
                    <a:pt x="100" y="1485"/>
                  </a:cubicBezTo>
                  <a:cubicBezTo>
                    <a:pt x="134" y="1502"/>
                    <a:pt x="173" y="1510"/>
                    <a:pt x="212" y="1510"/>
                  </a:cubicBezTo>
                  <a:cubicBezTo>
                    <a:pt x="290" y="1510"/>
                    <a:pt x="368" y="1477"/>
                    <a:pt x="401" y="1410"/>
                  </a:cubicBezTo>
                  <a:cubicBezTo>
                    <a:pt x="551" y="1034"/>
                    <a:pt x="702" y="683"/>
                    <a:pt x="877" y="307"/>
                  </a:cubicBezTo>
                  <a:cubicBezTo>
                    <a:pt x="902" y="207"/>
                    <a:pt x="902" y="82"/>
                    <a:pt x="802" y="31"/>
                  </a:cubicBezTo>
                  <a:cubicBezTo>
                    <a:pt x="763" y="12"/>
                    <a:pt x="717" y="0"/>
                    <a:pt x="67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0" name="Google Shape;3100;p38"/>
            <p:cNvSpPr/>
            <p:nvPr/>
          </p:nvSpPr>
          <p:spPr>
            <a:xfrm>
              <a:off x="2281980" y="2134859"/>
              <a:ext cx="88679" cy="44473"/>
            </a:xfrm>
            <a:custGeom>
              <a:rect b="b" l="l" r="r" t="t"/>
              <a:pathLst>
                <a:path extrusionOk="0" h="2495" w="4975">
                  <a:moveTo>
                    <a:pt x="323" y="1"/>
                  </a:moveTo>
                  <a:cubicBezTo>
                    <a:pt x="153" y="1"/>
                    <a:pt x="0" y="217"/>
                    <a:pt x="158" y="355"/>
                  </a:cubicBezTo>
                  <a:cubicBezTo>
                    <a:pt x="1462" y="1407"/>
                    <a:pt x="2990" y="2159"/>
                    <a:pt x="4620" y="2485"/>
                  </a:cubicBezTo>
                  <a:cubicBezTo>
                    <a:pt x="4643" y="2491"/>
                    <a:pt x="4665" y="2494"/>
                    <a:pt x="4686" y="2494"/>
                  </a:cubicBezTo>
                  <a:cubicBezTo>
                    <a:pt x="4910" y="2494"/>
                    <a:pt x="4974" y="2153"/>
                    <a:pt x="4745" y="2084"/>
                  </a:cubicBezTo>
                  <a:cubicBezTo>
                    <a:pt x="3166" y="1758"/>
                    <a:pt x="1712" y="1057"/>
                    <a:pt x="459" y="54"/>
                  </a:cubicBezTo>
                  <a:cubicBezTo>
                    <a:pt x="416" y="17"/>
                    <a:pt x="369" y="1"/>
                    <a:pt x="3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1" name="Google Shape;3101;p38"/>
            <p:cNvSpPr/>
            <p:nvPr/>
          </p:nvSpPr>
          <p:spPr>
            <a:xfrm>
              <a:off x="2396385" y="2081917"/>
              <a:ext cx="30499" cy="42174"/>
            </a:xfrm>
            <a:custGeom>
              <a:rect b="b" l="l" r="r" t="t"/>
              <a:pathLst>
                <a:path extrusionOk="0" h="2366" w="1711">
                  <a:moveTo>
                    <a:pt x="1483" y="0"/>
                  </a:moveTo>
                  <a:cubicBezTo>
                    <a:pt x="1429" y="0"/>
                    <a:pt x="1375" y="26"/>
                    <a:pt x="1334" y="67"/>
                  </a:cubicBezTo>
                  <a:cubicBezTo>
                    <a:pt x="708" y="593"/>
                    <a:pt x="257" y="1320"/>
                    <a:pt x="31" y="2097"/>
                  </a:cubicBezTo>
                  <a:cubicBezTo>
                    <a:pt x="1" y="2263"/>
                    <a:pt x="135" y="2366"/>
                    <a:pt x="257" y="2366"/>
                  </a:cubicBezTo>
                  <a:cubicBezTo>
                    <a:pt x="337" y="2366"/>
                    <a:pt x="412" y="2321"/>
                    <a:pt x="432" y="2222"/>
                  </a:cubicBezTo>
                  <a:cubicBezTo>
                    <a:pt x="633" y="1495"/>
                    <a:pt x="1034" y="844"/>
                    <a:pt x="1610" y="342"/>
                  </a:cubicBezTo>
                  <a:cubicBezTo>
                    <a:pt x="1710" y="267"/>
                    <a:pt x="1685" y="142"/>
                    <a:pt x="1610" y="67"/>
                  </a:cubicBezTo>
                  <a:cubicBezTo>
                    <a:pt x="1575" y="20"/>
                    <a:pt x="1529" y="0"/>
                    <a:pt x="148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2" name="Google Shape;3102;p38"/>
            <p:cNvSpPr/>
            <p:nvPr/>
          </p:nvSpPr>
          <p:spPr>
            <a:xfrm>
              <a:off x="1774843" y="1665332"/>
              <a:ext cx="284612" cy="305360"/>
            </a:xfrm>
            <a:custGeom>
              <a:rect b="b" l="l" r="r" t="t"/>
              <a:pathLst>
                <a:path extrusionOk="0" h="17131" w="15967">
                  <a:moveTo>
                    <a:pt x="10245" y="1"/>
                  </a:moveTo>
                  <a:cubicBezTo>
                    <a:pt x="9346" y="1"/>
                    <a:pt x="8444" y="93"/>
                    <a:pt x="7556" y="279"/>
                  </a:cubicBezTo>
                  <a:cubicBezTo>
                    <a:pt x="7380" y="329"/>
                    <a:pt x="7355" y="579"/>
                    <a:pt x="7505" y="655"/>
                  </a:cubicBezTo>
                  <a:cubicBezTo>
                    <a:pt x="8969" y="1463"/>
                    <a:pt x="10471" y="2176"/>
                    <a:pt x="11994" y="2827"/>
                  </a:cubicBezTo>
                  <a:lnTo>
                    <a:pt x="11994" y="2827"/>
                  </a:lnTo>
                  <a:cubicBezTo>
                    <a:pt x="9261" y="3366"/>
                    <a:pt x="6685" y="4641"/>
                    <a:pt x="4623" y="6494"/>
                  </a:cubicBezTo>
                  <a:cubicBezTo>
                    <a:pt x="4504" y="6614"/>
                    <a:pt x="4566" y="6847"/>
                    <a:pt x="4746" y="6847"/>
                  </a:cubicBezTo>
                  <a:cubicBezTo>
                    <a:pt x="4755" y="6847"/>
                    <a:pt x="4764" y="6846"/>
                    <a:pt x="4774" y="6845"/>
                  </a:cubicBezTo>
                  <a:cubicBezTo>
                    <a:pt x="6175" y="6684"/>
                    <a:pt x="7596" y="6544"/>
                    <a:pt x="9018" y="6544"/>
                  </a:cubicBezTo>
                  <a:cubicBezTo>
                    <a:pt x="9562" y="6544"/>
                    <a:pt x="10107" y="6564"/>
                    <a:pt x="10650" y="6612"/>
                  </a:cubicBezTo>
                  <a:lnTo>
                    <a:pt x="10650" y="6612"/>
                  </a:lnTo>
                  <a:cubicBezTo>
                    <a:pt x="7256" y="8359"/>
                    <a:pt x="4278" y="10870"/>
                    <a:pt x="1967" y="13913"/>
                  </a:cubicBezTo>
                  <a:cubicBezTo>
                    <a:pt x="1265" y="14840"/>
                    <a:pt x="638" y="15818"/>
                    <a:pt x="87" y="16820"/>
                  </a:cubicBezTo>
                  <a:cubicBezTo>
                    <a:pt x="1" y="16975"/>
                    <a:pt x="140" y="17131"/>
                    <a:pt x="276" y="17131"/>
                  </a:cubicBezTo>
                  <a:cubicBezTo>
                    <a:pt x="338" y="17131"/>
                    <a:pt x="399" y="17099"/>
                    <a:pt x="438" y="17021"/>
                  </a:cubicBezTo>
                  <a:cubicBezTo>
                    <a:pt x="2393" y="13512"/>
                    <a:pt x="5200" y="10504"/>
                    <a:pt x="8558" y="8324"/>
                  </a:cubicBezTo>
                  <a:cubicBezTo>
                    <a:pt x="9485" y="7697"/>
                    <a:pt x="10488" y="7146"/>
                    <a:pt x="11515" y="6670"/>
                  </a:cubicBezTo>
                  <a:cubicBezTo>
                    <a:pt x="11716" y="6569"/>
                    <a:pt x="11566" y="6294"/>
                    <a:pt x="11390" y="6269"/>
                  </a:cubicBezTo>
                  <a:cubicBezTo>
                    <a:pt x="10612" y="6162"/>
                    <a:pt x="9830" y="6119"/>
                    <a:pt x="9049" y="6119"/>
                  </a:cubicBezTo>
                  <a:cubicBezTo>
                    <a:pt x="7835" y="6119"/>
                    <a:pt x="6621" y="6224"/>
                    <a:pt x="5420" y="6365"/>
                  </a:cubicBezTo>
                  <a:lnTo>
                    <a:pt x="5420" y="6365"/>
                  </a:lnTo>
                  <a:cubicBezTo>
                    <a:pt x="7515" y="4630"/>
                    <a:pt x="10077" y="3505"/>
                    <a:pt x="12769" y="3111"/>
                  </a:cubicBezTo>
                  <a:cubicBezTo>
                    <a:pt x="13019" y="3086"/>
                    <a:pt x="12944" y="2785"/>
                    <a:pt x="12769" y="2710"/>
                  </a:cubicBezTo>
                  <a:cubicBezTo>
                    <a:pt x="11219" y="2081"/>
                    <a:pt x="9710" y="1351"/>
                    <a:pt x="8223" y="575"/>
                  </a:cubicBezTo>
                  <a:lnTo>
                    <a:pt x="8223" y="575"/>
                  </a:lnTo>
                  <a:cubicBezTo>
                    <a:pt x="8889" y="469"/>
                    <a:pt x="9560" y="416"/>
                    <a:pt x="10231" y="416"/>
                  </a:cubicBezTo>
                  <a:cubicBezTo>
                    <a:pt x="12060" y="416"/>
                    <a:pt x="13881" y="807"/>
                    <a:pt x="15551" y="1557"/>
                  </a:cubicBezTo>
                  <a:cubicBezTo>
                    <a:pt x="15586" y="1574"/>
                    <a:pt x="15620" y="1582"/>
                    <a:pt x="15652" y="1582"/>
                  </a:cubicBezTo>
                  <a:cubicBezTo>
                    <a:pt x="15849" y="1582"/>
                    <a:pt x="15967" y="1292"/>
                    <a:pt x="15751" y="1206"/>
                  </a:cubicBezTo>
                  <a:cubicBezTo>
                    <a:pt x="14019" y="408"/>
                    <a:pt x="12137" y="1"/>
                    <a:pt x="1024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3" name="Google Shape;3103;p38"/>
            <p:cNvSpPr/>
            <p:nvPr/>
          </p:nvSpPr>
          <p:spPr>
            <a:xfrm>
              <a:off x="1909515" y="1852216"/>
              <a:ext cx="78341" cy="230994"/>
            </a:xfrm>
            <a:custGeom>
              <a:rect b="b" l="l" r="r" t="t"/>
              <a:pathLst>
                <a:path extrusionOk="0" h="12959" w="4395">
                  <a:moveTo>
                    <a:pt x="4102" y="1"/>
                  </a:moveTo>
                  <a:cubicBezTo>
                    <a:pt x="4053" y="1"/>
                    <a:pt x="4003" y="22"/>
                    <a:pt x="3960" y="70"/>
                  </a:cubicBezTo>
                  <a:cubicBezTo>
                    <a:pt x="1705" y="2802"/>
                    <a:pt x="351" y="6186"/>
                    <a:pt x="76" y="9719"/>
                  </a:cubicBezTo>
                  <a:cubicBezTo>
                    <a:pt x="1" y="10747"/>
                    <a:pt x="1" y="11750"/>
                    <a:pt x="101" y="12752"/>
                  </a:cubicBezTo>
                  <a:cubicBezTo>
                    <a:pt x="113" y="12890"/>
                    <a:pt x="226" y="12959"/>
                    <a:pt x="333" y="12959"/>
                  </a:cubicBezTo>
                  <a:cubicBezTo>
                    <a:pt x="439" y="12959"/>
                    <a:pt x="539" y="12890"/>
                    <a:pt x="527" y="12752"/>
                  </a:cubicBezTo>
                  <a:cubicBezTo>
                    <a:pt x="176" y="9318"/>
                    <a:pt x="903" y="5810"/>
                    <a:pt x="2607" y="2777"/>
                  </a:cubicBezTo>
                  <a:cubicBezTo>
                    <a:pt x="3083" y="1925"/>
                    <a:pt x="3635" y="1123"/>
                    <a:pt x="4261" y="371"/>
                  </a:cubicBezTo>
                  <a:cubicBezTo>
                    <a:pt x="4394" y="200"/>
                    <a:pt x="4254" y="1"/>
                    <a:pt x="41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4" name="Google Shape;3104;p38"/>
            <p:cNvSpPr/>
            <p:nvPr/>
          </p:nvSpPr>
          <p:spPr>
            <a:xfrm>
              <a:off x="2232318" y="1632568"/>
              <a:ext cx="127538" cy="78893"/>
            </a:xfrm>
            <a:custGeom>
              <a:rect b="b" l="l" r="r" t="t"/>
              <a:pathLst>
                <a:path extrusionOk="0" h="4426" w="7155">
                  <a:moveTo>
                    <a:pt x="4144" y="0"/>
                  </a:moveTo>
                  <a:cubicBezTo>
                    <a:pt x="4121" y="0"/>
                    <a:pt x="4098" y="4"/>
                    <a:pt x="4072" y="11"/>
                  </a:cubicBezTo>
                  <a:cubicBezTo>
                    <a:pt x="4057" y="15"/>
                    <a:pt x="4042" y="20"/>
                    <a:pt x="4027" y="24"/>
                  </a:cubicBezTo>
                  <a:lnTo>
                    <a:pt x="4027" y="24"/>
                  </a:lnTo>
                  <a:cubicBezTo>
                    <a:pt x="4025" y="20"/>
                    <a:pt x="4024" y="15"/>
                    <a:pt x="4022" y="11"/>
                  </a:cubicBezTo>
                  <a:cubicBezTo>
                    <a:pt x="4010" y="19"/>
                    <a:pt x="3998" y="27"/>
                    <a:pt x="3986" y="35"/>
                  </a:cubicBezTo>
                  <a:lnTo>
                    <a:pt x="3986" y="35"/>
                  </a:lnTo>
                  <a:cubicBezTo>
                    <a:pt x="2638" y="413"/>
                    <a:pt x="1341" y="1031"/>
                    <a:pt x="187" y="1841"/>
                  </a:cubicBezTo>
                  <a:cubicBezTo>
                    <a:pt x="0" y="1966"/>
                    <a:pt x="106" y="2228"/>
                    <a:pt x="277" y="2228"/>
                  </a:cubicBezTo>
                  <a:cubicBezTo>
                    <a:pt x="312" y="2228"/>
                    <a:pt x="350" y="2217"/>
                    <a:pt x="388" y="2192"/>
                  </a:cubicBezTo>
                  <a:cubicBezTo>
                    <a:pt x="1245" y="1608"/>
                    <a:pt x="2143" y="1130"/>
                    <a:pt x="3099" y="769"/>
                  </a:cubicBezTo>
                  <a:lnTo>
                    <a:pt x="3099" y="769"/>
                  </a:lnTo>
                  <a:cubicBezTo>
                    <a:pt x="2529" y="1349"/>
                    <a:pt x="2094" y="2051"/>
                    <a:pt x="1842" y="2843"/>
                  </a:cubicBezTo>
                  <a:cubicBezTo>
                    <a:pt x="1798" y="2974"/>
                    <a:pt x="1905" y="3104"/>
                    <a:pt x="2032" y="3104"/>
                  </a:cubicBezTo>
                  <a:cubicBezTo>
                    <a:pt x="2052" y="3104"/>
                    <a:pt x="2072" y="3101"/>
                    <a:pt x="2092" y="3094"/>
                  </a:cubicBezTo>
                  <a:cubicBezTo>
                    <a:pt x="2932" y="2864"/>
                    <a:pt x="3794" y="2751"/>
                    <a:pt x="4653" y="2751"/>
                  </a:cubicBezTo>
                  <a:cubicBezTo>
                    <a:pt x="5073" y="2751"/>
                    <a:pt x="5492" y="2778"/>
                    <a:pt x="5908" y="2831"/>
                  </a:cubicBezTo>
                  <a:lnTo>
                    <a:pt x="5908" y="2831"/>
                  </a:lnTo>
                  <a:cubicBezTo>
                    <a:pt x="5140" y="3095"/>
                    <a:pt x="4435" y="3512"/>
                    <a:pt x="3822" y="4071"/>
                  </a:cubicBezTo>
                  <a:cubicBezTo>
                    <a:pt x="3664" y="4210"/>
                    <a:pt x="3816" y="4425"/>
                    <a:pt x="3986" y="4425"/>
                  </a:cubicBezTo>
                  <a:cubicBezTo>
                    <a:pt x="4032" y="4425"/>
                    <a:pt x="4080" y="4410"/>
                    <a:pt x="4122" y="4372"/>
                  </a:cubicBezTo>
                  <a:cubicBezTo>
                    <a:pt x="4899" y="3645"/>
                    <a:pt x="5877" y="3169"/>
                    <a:pt x="6929" y="2994"/>
                  </a:cubicBezTo>
                  <a:cubicBezTo>
                    <a:pt x="7155" y="2969"/>
                    <a:pt x="7130" y="2643"/>
                    <a:pt x="6929" y="2593"/>
                  </a:cubicBezTo>
                  <a:cubicBezTo>
                    <a:pt x="6177" y="2419"/>
                    <a:pt x="5408" y="2331"/>
                    <a:pt x="4640" y="2331"/>
                  </a:cubicBezTo>
                  <a:cubicBezTo>
                    <a:pt x="3878" y="2331"/>
                    <a:pt x="3117" y="2418"/>
                    <a:pt x="2374" y="2594"/>
                  </a:cubicBezTo>
                  <a:lnTo>
                    <a:pt x="2374" y="2594"/>
                  </a:lnTo>
                  <a:cubicBezTo>
                    <a:pt x="2755" y="1692"/>
                    <a:pt x="3402" y="921"/>
                    <a:pt x="4248" y="387"/>
                  </a:cubicBezTo>
                  <a:cubicBezTo>
                    <a:pt x="4405" y="275"/>
                    <a:pt x="4340" y="0"/>
                    <a:pt x="41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5" name="Google Shape;3105;p38"/>
            <p:cNvSpPr/>
            <p:nvPr/>
          </p:nvSpPr>
          <p:spPr>
            <a:xfrm>
              <a:off x="2300875" y="1800718"/>
              <a:ext cx="330155" cy="210121"/>
            </a:xfrm>
            <a:custGeom>
              <a:rect b="b" l="l" r="r" t="t"/>
              <a:pathLst>
                <a:path extrusionOk="0" h="11788" w="18522">
                  <a:moveTo>
                    <a:pt x="230" y="1"/>
                  </a:moveTo>
                  <a:cubicBezTo>
                    <a:pt x="1" y="1"/>
                    <a:pt x="8" y="403"/>
                    <a:pt x="251" y="403"/>
                  </a:cubicBezTo>
                  <a:cubicBezTo>
                    <a:pt x="3459" y="503"/>
                    <a:pt x="6667" y="1130"/>
                    <a:pt x="9675" y="2232"/>
                  </a:cubicBezTo>
                  <a:cubicBezTo>
                    <a:pt x="12357" y="3185"/>
                    <a:pt x="15063" y="4613"/>
                    <a:pt x="16642" y="7095"/>
                  </a:cubicBezTo>
                  <a:cubicBezTo>
                    <a:pt x="17494" y="8423"/>
                    <a:pt x="17971" y="10002"/>
                    <a:pt x="17820" y="11581"/>
                  </a:cubicBezTo>
                  <a:cubicBezTo>
                    <a:pt x="17808" y="11719"/>
                    <a:pt x="17902" y="11788"/>
                    <a:pt x="18002" y="11788"/>
                  </a:cubicBezTo>
                  <a:cubicBezTo>
                    <a:pt x="18102" y="11788"/>
                    <a:pt x="18209" y="11719"/>
                    <a:pt x="18221" y="11581"/>
                  </a:cubicBezTo>
                  <a:cubicBezTo>
                    <a:pt x="18522" y="8624"/>
                    <a:pt x="16768" y="5917"/>
                    <a:pt x="14487" y="4212"/>
                  </a:cubicBezTo>
                  <a:cubicBezTo>
                    <a:pt x="13284" y="3310"/>
                    <a:pt x="11930" y="2659"/>
                    <a:pt x="10552" y="2107"/>
                  </a:cubicBezTo>
                  <a:cubicBezTo>
                    <a:pt x="9023" y="1506"/>
                    <a:pt x="7444" y="1029"/>
                    <a:pt x="5840" y="679"/>
                  </a:cubicBezTo>
                  <a:cubicBezTo>
                    <a:pt x="4011" y="278"/>
                    <a:pt x="2131" y="52"/>
                    <a:pt x="251" y="2"/>
                  </a:cubicBezTo>
                  <a:cubicBezTo>
                    <a:pt x="244" y="1"/>
                    <a:pt x="237" y="1"/>
                    <a:pt x="23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6" name="Google Shape;3106;p38"/>
            <p:cNvSpPr/>
            <p:nvPr/>
          </p:nvSpPr>
          <p:spPr>
            <a:xfrm>
              <a:off x="2521591" y="1985391"/>
              <a:ext cx="69696" cy="17130"/>
            </a:xfrm>
            <a:custGeom>
              <a:rect b="b" l="l" r="r" t="t"/>
              <a:pathLst>
                <a:path extrusionOk="0" h="961" w="3910">
                  <a:moveTo>
                    <a:pt x="3129" y="1"/>
                  </a:moveTo>
                  <a:cubicBezTo>
                    <a:pt x="2130" y="1"/>
                    <a:pt x="1141" y="182"/>
                    <a:pt x="225" y="544"/>
                  </a:cubicBezTo>
                  <a:cubicBezTo>
                    <a:pt x="1" y="612"/>
                    <a:pt x="58" y="960"/>
                    <a:pt x="252" y="960"/>
                  </a:cubicBezTo>
                  <a:cubicBezTo>
                    <a:pt x="275" y="960"/>
                    <a:pt x="299" y="956"/>
                    <a:pt x="325" y="945"/>
                  </a:cubicBezTo>
                  <a:cubicBezTo>
                    <a:pt x="1206" y="589"/>
                    <a:pt x="2139" y="425"/>
                    <a:pt x="3095" y="425"/>
                  </a:cubicBezTo>
                  <a:cubicBezTo>
                    <a:pt x="3282" y="425"/>
                    <a:pt x="3470" y="432"/>
                    <a:pt x="3659" y="444"/>
                  </a:cubicBezTo>
                  <a:cubicBezTo>
                    <a:pt x="3666" y="445"/>
                    <a:pt x="3673" y="445"/>
                    <a:pt x="3680" y="445"/>
                  </a:cubicBezTo>
                  <a:cubicBezTo>
                    <a:pt x="3909" y="445"/>
                    <a:pt x="3902" y="42"/>
                    <a:pt x="3659" y="18"/>
                  </a:cubicBezTo>
                  <a:cubicBezTo>
                    <a:pt x="3482" y="7"/>
                    <a:pt x="3305" y="1"/>
                    <a:pt x="31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7" name="Google Shape;3107;p38"/>
            <p:cNvSpPr/>
            <p:nvPr/>
          </p:nvSpPr>
          <p:spPr>
            <a:xfrm>
              <a:off x="2001353" y="1795566"/>
              <a:ext cx="173348" cy="202171"/>
            </a:xfrm>
            <a:custGeom>
              <a:rect b="b" l="l" r="r" t="t"/>
              <a:pathLst>
                <a:path extrusionOk="0" h="11342" w="9725">
                  <a:moveTo>
                    <a:pt x="8531" y="0"/>
                  </a:moveTo>
                  <a:cubicBezTo>
                    <a:pt x="8508" y="0"/>
                    <a:pt x="8484" y="5"/>
                    <a:pt x="8458" y="15"/>
                  </a:cubicBezTo>
                  <a:cubicBezTo>
                    <a:pt x="5525" y="1043"/>
                    <a:pt x="2718" y="2747"/>
                    <a:pt x="1064" y="5454"/>
                  </a:cubicBezTo>
                  <a:cubicBezTo>
                    <a:pt x="613" y="6181"/>
                    <a:pt x="262" y="6983"/>
                    <a:pt x="37" y="7785"/>
                  </a:cubicBezTo>
                  <a:cubicBezTo>
                    <a:pt x="1" y="7928"/>
                    <a:pt x="119" y="8046"/>
                    <a:pt x="245" y="8046"/>
                  </a:cubicBezTo>
                  <a:cubicBezTo>
                    <a:pt x="294" y="8046"/>
                    <a:pt x="345" y="8028"/>
                    <a:pt x="387" y="7985"/>
                  </a:cubicBezTo>
                  <a:cubicBezTo>
                    <a:pt x="1746" y="6674"/>
                    <a:pt x="3467" y="5749"/>
                    <a:pt x="5314" y="5316"/>
                  </a:cubicBezTo>
                  <a:lnTo>
                    <a:pt x="5314" y="5316"/>
                  </a:lnTo>
                  <a:lnTo>
                    <a:pt x="5074" y="11143"/>
                  </a:lnTo>
                  <a:cubicBezTo>
                    <a:pt x="5074" y="11266"/>
                    <a:pt x="5187" y="11342"/>
                    <a:pt x="5297" y="11342"/>
                  </a:cubicBezTo>
                  <a:cubicBezTo>
                    <a:pt x="5367" y="11342"/>
                    <a:pt x="5436" y="11311"/>
                    <a:pt x="5475" y="11243"/>
                  </a:cubicBezTo>
                  <a:cubicBezTo>
                    <a:pt x="6478" y="9564"/>
                    <a:pt x="7856" y="8136"/>
                    <a:pt x="9535" y="7108"/>
                  </a:cubicBezTo>
                  <a:cubicBezTo>
                    <a:pt x="9724" y="7003"/>
                    <a:pt x="9614" y="6722"/>
                    <a:pt x="9441" y="6722"/>
                  </a:cubicBezTo>
                  <a:cubicBezTo>
                    <a:pt x="9407" y="6722"/>
                    <a:pt x="9371" y="6733"/>
                    <a:pt x="9335" y="6757"/>
                  </a:cubicBezTo>
                  <a:cubicBezTo>
                    <a:pt x="7831" y="7672"/>
                    <a:pt x="6536" y="8909"/>
                    <a:pt x="5532" y="10370"/>
                  </a:cubicBezTo>
                  <a:lnTo>
                    <a:pt x="5532" y="10370"/>
                  </a:lnTo>
                  <a:lnTo>
                    <a:pt x="5751" y="5053"/>
                  </a:lnTo>
                  <a:cubicBezTo>
                    <a:pt x="5751" y="4941"/>
                    <a:pt x="5630" y="4848"/>
                    <a:pt x="5515" y="4848"/>
                  </a:cubicBezTo>
                  <a:cubicBezTo>
                    <a:pt x="5502" y="4848"/>
                    <a:pt x="5488" y="4850"/>
                    <a:pt x="5475" y="4852"/>
                  </a:cubicBezTo>
                  <a:cubicBezTo>
                    <a:pt x="3692" y="5227"/>
                    <a:pt x="2044" y="6026"/>
                    <a:pt x="667" y="7201"/>
                  </a:cubicBezTo>
                  <a:lnTo>
                    <a:pt x="667" y="7201"/>
                  </a:lnTo>
                  <a:cubicBezTo>
                    <a:pt x="1621" y="4646"/>
                    <a:pt x="3737" y="2710"/>
                    <a:pt x="6127" y="1469"/>
                  </a:cubicBezTo>
                  <a:cubicBezTo>
                    <a:pt x="6904" y="1043"/>
                    <a:pt x="7731" y="717"/>
                    <a:pt x="8558" y="416"/>
                  </a:cubicBezTo>
                  <a:cubicBezTo>
                    <a:pt x="8782" y="349"/>
                    <a:pt x="8725" y="0"/>
                    <a:pt x="853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8" name="Google Shape;3108;p38"/>
            <p:cNvSpPr/>
            <p:nvPr/>
          </p:nvSpPr>
          <p:spPr>
            <a:xfrm>
              <a:off x="2094865" y="1802892"/>
              <a:ext cx="120408" cy="62940"/>
            </a:xfrm>
            <a:custGeom>
              <a:rect b="b" l="l" r="r" t="t"/>
              <a:pathLst>
                <a:path extrusionOk="0" h="3531" w="6755">
                  <a:moveTo>
                    <a:pt x="6437" y="1"/>
                  </a:moveTo>
                  <a:cubicBezTo>
                    <a:pt x="6424" y="1"/>
                    <a:pt x="6409" y="2"/>
                    <a:pt x="6395" y="5"/>
                  </a:cubicBezTo>
                  <a:cubicBezTo>
                    <a:pt x="4064" y="456"/>
                    <a:pt x="1883" y="1559"/>
                    <a:pt x="154" y="3188"/>
                  </a:cubicBezTo>
                  <a:cubicBezTo>
                    <a:pt x="0" y="3323"/>
                    <a:pt x="141" y="3530"/>
                    <a:pt x="305" y="3530"/>
                  </a:cubicBezTo>
                  <a:cubicBezTo>
                    <a:pt x="355" y="3530"/>
                    <a:pt x="408" y="3511"/>
                    <a:pt x="455" y="3464"/>
                  </a:cubicBezTo>
                  <a:cubicBezTo>
                    <a:pt x="2134" y="1910"/>
                    <a:pt x="4239" y="832"/>
                    <a:pt x="6495" y="406"/>
                  </a:cubicBezTo>
                  <a:cubicBezTo>
                    <a:pt x="6754" y="359"/>
                    <a:pt x="6659" y="1"/>
                    <a:pt x="643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9" name="Google Shape;3109;p38"/>
            <p:cNvSpPr/>
            <p:nvPr/>
          </p:nvSpPr>
          <p:spPr>
            <a:xfrm>
              <a:off x="2236989" y="1793142"/>
              <a:ext cx="9839" cy="7611"/>
            </a:xfrm>
            <a:custGeom>
              <a:rect b="b" l="l" r="r" t="t"/>
              <a:pathLst>
                <a:path extrusionOk="0" h="427" w="552">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0" name="Google Shape;3110;p38"/>
            <p:cNvSpPr/>
            <p:nvPr/>
          </p:nvSpPr>
          <p:spPr>
            <a:xfrm>
              <a:off x="2246810" y="1825032"/>
              <a:ext cx="10303" cy="21640"/>
            </a:xfrm>
            <a:custGeom>
              <a:rect b="b" l="l" r="r" t="t"/>
              <a:pathLst>
                <a:path extrusionOk="0" h="1214" w="578">
                  <a:moveTo>
                    <a:pt x="320" y="0"/>
                  </a:moveTo>
                  <a:cubicBezTo>
                    <a:pt x="297" y="0"/>
                    <a:pt x="274" y="5"/>
                    <a:pt x="252" y="16"/>
                  </a:cubicBezTo>
                  <a:cubicBezTo>
                    <a:pt x="126" y="41"/>
                    <a:pt x="76" y="142"/>
                    <a:pt x="101" y="267"/>
                  </a:cubicBezTo>
                  <a:cubicBezTo>
                    <a:pt x="101" y="292"/>
                    <a:pt x="101" y="292"/>
                    <a:pt x="126" y="317"/>
                  </a:cubicBezTo>
                  <a:cubicBezTo>
                    <a:pt x="126" y="317"/>
                    <a:pt x="126" y="367"/>
                    <a:pt x="126" y="367"/>
                  </a:cubicBezTo>
                  <a:cubicBezTo>
                    <a:pt x="126" y="392"/>
                    <a:pt x="126" y="392"/>
                    <a:pt x="126" y="417"/>
                  </a:cubicBezTo>
                  <a:cubicBezTo>
                    <a:pt x="126" y="493"/>
                    <a:pt x="126" y="543"/>
                    <a:pt x="126" y="618"/>
                  </a:cubicBezTo>
                  <a:cubicBezTo>
                    <a:pt x="126" y="643"/>
                    <a:pt x="126" y="643"/>
                    <a:pt x="101" y="668"/>
                  </a:cubicBezTo>
                  <a:cubicBezTo>
                    <a:pt x="101" y="693"/>
                    <a:pt x="101" y="718"/>
                    <a:pt x="101" y="768"/>
                  </a:cubicBezTo>
                  <a:cubicBezTo>
                    <a:pt x="76" y="818"/>
                    <a:pt x="51" y="894"/>
                    <a:pt x="26" y="944"/>
                  </a:cubicBezTo>
                  <a:cubicBezTo>
                    <a:pt x="1" y="994"/>
                    <a:pt x="26" y="1069"/>
                    <a:pt x="51" y="1119"/>
                  </a:cubicBezTo>
                  <a:cubicBezTo>
                    <a:pt x="76" y="1144"/>
                    <a:pt x="126" y="1194"/>
                    <a:pt x="176" y="1194"/>
                  </a:cubicBezTo>
                  <a:cubicBezTo>
                    <a:pt x="201" y="1207"/>
                    <a:pt x="227" y="1213"/>
                    <a:pt x="252" y="1213"/>
                  </a:cubicBezTo>
                  <a:cubicBezTo>
                    <a:pt x="277" y="1213"/>
                    <a:pt x="302" y="1207"/>
                    <a:pt x="327" y="1194"/>
                  </a:cubicBezTo>
                  <a:cubicBezTo>
                    <a:pt x="377" y="1144"/>
                    <a:pt x="402" y="1119"/>
                    <a:pt x="427" y="1069"/>
                  </a:cubicBezTo>
                  <a:cubicBezTo>
                    <a:pt x="552" y="768"/>
                    <a:pt x="577" y="442"/>
                    <a:pt x="502" y="142"/>
                  </a:cubicBezTo>
                  <a:cubicBezTo>
                    <a:pt x="483" y="63"/>
                    <a:pt x="402" y="0"/>
                    <a:pt x="32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1" name="Google Shape;3111;p38"/>
            <p:cNvSpPr/>
            <p:nvPr/>
          </p:nvSpPr>
          <p:spPr>
            <a:xfrm>
              <a:off x="2262907" y="1828436"/>
              <a:ext cx="7611" cy="19750"/>
            </a:xfrm>
            <a:custGeom>
              <a:rect b="b" l="l" r="r" t="t"/>
              <a:pathLst>
                <a:path extrusionOk="0" h="1108" w="427">
                  <a:moveTo>
                    <a:pt x="201" y="1"/>
                  </a:moveTo>
                  <a:cubicBezTo>
                    <a:pt x="100" y="1"/>
                    <a:pt x="0" y="101"/>
                    <a:pt x="0" y="201"/>
                  </a:cubicBezTo>
                  <a:lnTo>
                    <a:pt x="0" y="903"/>
                  </a:lnTo>
                  <a:cubicBezTo>
                    <a:pt x="0" y="1015"/>
                    <a:pt x="81" y="1107"/>
                    <a:pt x="169" y="1107"/>
                  </a:cubicBezTo>
                  <a:cubicBezTo>
                    <a:pt x="180" y="1107"/>
                    <a:pt x="190" y="1106"/>
                    <a:pt x="201" y="1104"/>
                  </a:cubicBezTo>
                  <a:cubicBezTo>
                    <a:pt x="326" y="1104"/>
                    <a:pt x="426" y="1028"/>
                    <a:pt x="426" y="903"/>
                  </a:cubicBezTo>
                  <a:lnTo>
                    <a:pt x="426" y="201"/>
                  </a:lnTo>
                  <a:cubicBezTo>
                    <a:pt x="426" y="101"/>
                    <a:pt x="326"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2" name="Google Shape;3112;p38"/>
            <p:cNvSpPr/>
            <p:nvPr/>
          </p:nvSpPr>
          <p:spPr>
            <a:xfrm>
              <a:off x="2146203" y="1846440"/>
              <a:ext cx="64348" cy="44224"/>
            </a:xfrm>
            <a:custGeom>
              <a:rect b="b" l="l" r="r" t="t"/>
              <a:pathLst>
                <a:path extrusionOk="0" h="2481" w="3610">
                  <a:moveTo>
                    <a:pt x="3271" y="1"/>
                  </a:moveTo>
                  <a:cubicBezTo>
                    <a:pt x="3244" y="1"/>
                    <a:pt x="3216" y="6"/>
                    <a:pt x="3189" y="18"/>
                  </a:cubicBezTo>
                  <a:cubicBezTo>
                    <a:pt x="2061" y="570"/>
                    <a:pt x="1058" y="1272"/>
                    <a:pt x="156" y="2124"/>
                  </a:cubicBezTo>
                  <a:cubicBezTo>
                    <a:pt x="1" y="2279"/>
                    <a:pt x="147" y="2480"/>
                    <a:pt x="314" y="2480"/>
                  </a:cubicBezTo>
                  <a:cubicBezTo>
                    <a:pt x="362" y="2480"/>
                    <a:pt x="412" y="2464"/>
                    <a:pt x="457" y="2424"/>
                  </a:cubicBezTo>
                  <a:cubicBezTo>
                    <a:pt x="1334" y="1597"/>
                    <a:pt x="2312" y="921"/>
                    <a:pt x="3389" y="394"/>
                  </a:cubicBezTo>
                  <a:cubicBezTo>
                    <a:pt x="3609" y="284"/>
                    <a:pt x="3462" y="1"/>
                    <a:pt x="327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3" name="Google Shape;3113;p38"/>
            <p:cNvSpPr/>
            <p:nvPr/>
          </p:nvSpPr>
          <p:spPr>
            <a:xfrm>
              <a:off x="2093065" y="1899864"/>
              <a:ext cx="131566" cy="155060"/>
            </a:xfrm>
            <a:custGeom>
              <a:rect b="b" l="l" r="r" t="t"/>
              <a:pathLst>
                <a:path extrusionOk="0" h="8699" w="7381">
                  <a:moveTo>
                    <a:pt x="7080" y="1"/>
                  </a:moveTo>
                  <a:cubicBezTo>
                    <a:pt x="7036" y="1"/>
                    <a:pt x="6989" y="17"/>
                    <a:pt x="6947" y="54"/>
                  </a:cubicBezTo>
                  <a:cubicBezTo>
                    <a:pt x="4190" y="2410"/>
                    <a:pt x="1859" y="5242"/>
                    <a:pt x="105" y="8375"/>
                  </a:cubicBezTo>
                  <a:cubicBezTo>
                    <a:pt x="0" y="8549"/>
                    <a:pt x="149" y="8699"/>
                    <a:pt x="292" y="8699"/>
                  </a:cubicBezTo>
                  <a:cubicBezTo>
                    <a:pt x="355" y="8699"/>
                    <a:pt x="417" y="8669"/>
                    <a:pt x="456" y="8600"/>
                  </a:cubicBezTo>
                  <a:cubicBezTo>
                    <a:pt x="2210" y="5468"/>
                    <a:pt x="4516" y="2686"/>
                    <a:pt x="7222" y="355"/>
                  </a:cubicBezTo>
                  <a:cubicBezTo>
                    <a:pt x="7380" y="217"/>
                    <a:pt x="7243" y="1"/>
                    <a:pt x="708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4" name="Google Shape;3114;p38"/>
            <p:cNvSpPr/>
            <p:nvPr/>
          </p:nvSpPr>
          <p:spPr>
            <a:xfrm>
              <a:off x="2064544" y="2015962"/>
              <a:ext cx="9394" cy="21586"/>
            </a:xfrm>
            <a:custGeom>
              <a:rect b="b" l="l" r="r" t="t"/>
              <a:pathLst>
                <a:path extrusionOk="0" h="1211" w="527">
                  <a:moveTo>
                    <a:pt x="330" y="0"/>
                  </a:moveTo>
                  <a:cubicBezTo>
                    <a:pt x="320" y="0"/>
                    <a:pt x="311" y="2"/>
                    <a:pt x="301" y="7"/>
                  </a:cubicBezTo>
                  <a:cubicBezTo>
                    <a:pt x="251" y="7"/>
                    <a:pt x="201" y="7"/>
                    <a:pt x="151" y="57"/>
                  </a:cubicBezTo>
                  <a:cubicBezTo>
                    <a:pt x="126" y="107"/>
                    <a:pt x="101" y="158"/>
                    <a:pt x="101" y="208"/>
                  </a:cubicBezTo>
                  <a:lnTo>
                    <a:pt x="0" y="1010"/>
                  </a:lnTo>
                  <a:cubicBezTo>
                    <a:pt x="0" y="1060"/>
                    <a:pt x="25" y="1110"/>
                    <a:pt x="50" y="1135"/>
                  </a:cubicBezTo>
                  <a:cubicBezTo>
                    <a:pt x="101" y="1185"/>
                    <a:pt x="151" y="1210"/>
                    <a:pt x="201" y="1210"/>
                  </a:cubicBezTo>
                  <a:cubicBezTo>
                    <a:pt x="251" y="1210"/>
                    <a:pt x="326" y="1185"/>
                    <a:pt x="351" y="1135"/>
                  </a:cubicBezTo>
                  <a:cubicBezTo>
                    <a:pt x="401" y="1110"/>
                    <a:pt x="401" y="1060"/>
                    <a:pt x="401" y="1010"/>
                  </a:cubicBezTo>
                  <a:lnTo>
                    <a:pt x="502" y="208"/>
                  </a:lnTo>
                  <a:cubicBezTo>
                    <a:pt x="527" y="158"/>
                    <a:pt x="477" y="82"/>
                    <a:pt x="451" y="57"/>
                  </a:cubicBezTo>
                  <a:cubicBezTo>
                    <a:pt x="411" y="37"/>
                    <a:pt x="370" y="0"/>
                    <a:pt x="33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5" name="Google Shape;3115;p38"/>
            <p:cNvSpPr/>
            <p:nvPr/>
          </p:nvSpPr>
          <p:spPr>
            <a:xfrm>
              <a:off x="2289253" y="1906085"/>
              <a:ext cx="60676" cy="181049"/>
            </a:xfrm>
            <a:custGeom>
              <a:rect b="b" l="l" r="r" t="t"/>
              <a:pathLst>
                <a:path extrusionOk="0" h="10157" w="3404">
                  <a:moveTo>
                    <a:pt x="553" y="0"/>
                  </a:moveTo>
                  <a:cubicBezTo>
                    <a:pt x="472" y="0"/>
                    <a:pt x="397" y="46"/>
                    <a:pt x="377" y="156"/>
                  </a:cubicBezTo>
                  <a:cubicBezTo>
                    <a:pt x="1" y="2111"/>
                    <a:pt x="26" y="4141"/>
                    <a:pt x="477" y="6071"/>
                  </a:cubicBezTo>
                  <a:cubicBezTo>
                    <a:pt x="853" y="7625"/>
                    <a:pt x="1480" y="9354"/>
                    <a:pt x="2983" y="10131"/>
                  </a:cubicBezTo>
                  <a:cubicBezTo>
                    <a:pt x="3018" y="10149"/>
                    <a:pt x="3052" y="10156"/>
                    <a:pt x="3084" y="10156"/>
                  </a:cubicBezTo>
                  <a:cubicBezTo>
                    <a:pt x="3282" y="10156"/>
                    <a:pt x="3403" y="9863"/>
                    <a:pt x="3209" y="9755"/>
                  </a:cubicBezTo>
                  <a:cubicBezTo>
                    <a:pt x="1755" y="9028"/>
                    <a:pt x="1204" y="7349"/>
                    <a:pt x="853" y="5870"/>
                  </a:cubicBezTo>
                  <a:cubicBezTo>
                    <a:pt x="452" y="4041"/>
                    <a:pt x="427" y="2111"/>
                    <a:pt x="778" y="256"/>
                  </a:cubicBezTo>
                  <a:cubicBezTo>
                    <a:pt x="808" y="106"/>
                    <a:pt x="675" y="0"/>
                    <a:pt x="5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6" name="Google Shape;3116;p38"/>
            <p:cNvSpPr/>
            <p:nvPr/>
          </p:nvSpPr>
          <p:spPr>
            <a:xfrm>
              <a:off x="2246810" y="1916816"/>
              <a:ext cx="11640" cy="28698"/>
            </a:xfrm>
            <a:custGeom>
              <a:rect b="b" l="l" r="r" t="t"/>
              <a:pathLst>
                <a:path extrusionOk="0" h="1610" w="653">
                  <a:moveTo>
                    <a:pt x="429" y="0"/>
                  </a:moveTo>
                  <a:cubicBezTo>
                    <a:pt x="327" y="0"/>
                    <a:pt x="248" y="69"/>
                    <a:pt x="227" y="156"/>
                  </a:cubicBezTo>
                  <a:cubicBezTo>
                    <a:pt x="51" y="557"/>
                    <a:pt x="1" y="983"/>
                    <a:pt x="1" y="1409"/>
                  </a:cubicBezTo>
                  <a:cubicBezTo>
                    <a:pt x="1" y="1509"/>
                    <a:pt x="101" y="1609"/>
                    <a:pt x="227" y="1609"/>
                  </a:cubicBezTo>
                  <a:cubicBezTo>
                    <a:pt x="327" y="1609"/>
                    <a:pt x="427" y="1534"/>
                    <a:pt x="427" y="1409"/>
                  </a:cubicBezTo>
                  <a:cubicBezTo>
                    <a:pt x="427" y="1308"/>
                    <a:pt x="427" y="1208"/>
                    <a:pt x="427" y="1108"/>
                  </a:cubicBezTo>
                  <a:cubicBezTo>
                    <a:pt x="427" y="1058"/>
                    <a:pt x="427" y="1008"/>
                    <a:pt x="427" y="958"/>
                  </a:cubicBezTo>
                  <a:cubicBezTo>
                    <a:pt x="452" y="958"/>
                    <a:pt x="452" y="933"/>
                    <a:pt x="452" y="907"/>
                  </a:cubicBezTo>
                  <a:cubicBezTo>
                    <a:pt x="452" y="882"/>
                    <a:pt x="452" y="857"/>
                    <a:pt x="452" y="832"/>
                  </a:cubicBezTo>
                  <a:cubicBezTo>
                    <a:pt x="502" y="657"/>
                    <a:pt x="552" y="456"/>
                    <a:pt x="628" y="281"/>
                  </a:cubicBezTo>
                  <a:cubicBezTo>
                    <a:pt x="653" y="181"/>
                    <a:pt x="577" y="30"/>
                    <a:pt x="477" y="5"/>
                  </a:cubicBezTo>
                  <a:cubicBezTo>
                    <a:pt x="461" y="2"/>
                    <a:pt x="445" y="0"/>
                    <a:pt x="4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7" name="Google Shape;3117;p38"/>
            <p:cNvSpPr/>
            <p:nvPr/>
          </p:nvSpPr>
          <p:spPr>
            <a:xfrm>
              <a:off x="2323710" y="1834854"/>
              <a:ext cx="158482" cy="158553"/>
            </a:xfrm>
            <a:custGeom>
              <a:rect b="b" l="l" r="r" t="t"/>
              <a:pathLst>
                <a:path extrusionOk="0" h="8895" w="8891">
                  <a:moveTo>
                    <a:pt x="253" y="1"/>
                  </a:moveTo>
                  <a:cubicBezTo>
                    <a:pt x="75" y="1"/>
                    <a:pt x="0" y="328"/>
                    <a:pt x="223" y="418"/>
                  </a:cubicBezTo>
                  <a:cubicBezTo>
                    <a:pt x="1652" y="1019"/>
                    <a:pt x="3005" y="1771"/>
                    <a:pt x="4258" y="2698"/>
                  </a:cubicBezTo>
                  <a:cubicBezTo>
                    <a:pt x="5512" y="3651"/>
                    <a:pt x="6740" y="4754"/>
                    <a:pt x="7492" y="6157"/>
                  </a:cubicBezTo>
                  <a:cubicBezTo>
                    <a:pt x="7918" y="6984"/>
                    <a:pt x="8168" y="7861"/>
                    <a:pt x="8444" y="8739"/>
                  </a:cubicBezTo>
                  <a:cubicBezTo>
                    <a:pt x="8474" y="8848"/>
                    <a:pt x="8556" y="8895"/>
                    <a:pt x="8638" y="8895"/>
                  </a:cubicBezTo>
                  <a:cubicBezTo>
                    <a:pt x="8763" y="8895"/>
                    <a:pt x="8890" y="8789"/>
                    <a:pt x="8845" y="8638"/>
                  </a:cubicBezTo>
                  <a:cubicBezTo>
                    <a:pt x="8594" y="7836"/>
                    <a:pt x="8369" y="7034"/>
                    <a:pt x="8018" y="6282"/>
                  </a:cubicBezTo>
                  <a:cubicBezTo>
                    <a:pt x="7667" y="5531"/>
                    <a:pt x="7191" y="4854"/>
                    <a:pt x="6614" y="4252"/>
                  </a:cubicBezTo>
                  <a:cubicBezTo>
                    <a:pt x="5512" y="3074"/>
                    <a:pt x="4183" y="2072"/>
                    <a:pt x="2805" y="1245"/>
                  </a:cubicBezTo>
                  <a:cubicBezTo>
                    <a:pt x="2003" y="769"/>
                    <a:pt x="1176" y="368"/>
                    <a:pt x="324" y="17"/>
                  </a:cubicBezTo>
                  <a:cubicBezTo>
                    <a:pt x="299" y="6"/>
                    <a:pt x="275" y="1"/>
                    <a:pt x="2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8" name="Google Shape;3118;p38"/>
            <p:cNvSpPr/>
            <p:nvPr/>
          </p:nvSpPr>
          <p:spPr>
            <a:xfrm>
              <a:off x="2334084" y="1873981"/>
              <a:ext cx="79749" cy="101567"/>
            </a:xfrm>
            <a:custGeom>
              <a:rect b="b" l="l" r="r" t="t"/>
              <a:pathLst>
                <a:path extrusionOk="0" h="5698" w="4474">
                  <a:moveTo>
                    <a:pt x="297" y="1"/>
                  </a:moveTo>
                  <a:cubicBezTo>
                    <a:pt x="118" y="1"/>
                    <a:pt x="0" y="275"/>
                    <a:pt x="193" y="403"/>
                  </a:cubicBezTo>
                  <a:cubicBezTo>
                    <a:pt x="2098" y="1531"/>
                    <a:pt x="3501" y="3411"/>
                    <a:pt x="4027" y="5541"/>
                  </a:cubicBezTo>
                  <a:cubicBezTo>
                    <a:pt x="4057" y="5651"/>
                    <a:pt x="4139" y="5697"/>
                    <a:pt x="4222" y="5697"/>
                  </a:cubicBezTo>
                  <a:cubicBezTo>
                    <a:pt x="4346" y="5697"/>
                    <a:pt x="4474" y="5592"/>
                    <a:pt x="4428" y="5441"/>
                  </a:cubicBezTo>
                  <a:cubicBezTo>
                    <a:pt x="3877" y="3185"/>
                    <a:pt x="2398" y="1205"/>
                    <a:pt x="393" y="27"/>
                  </a:cubicBezTo>
                  <a:cubicBezTo>
                    <a:pt x="360" y="9"/>
                    <a:pt x="327" y="1"/>
                    <a:pt x="29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9" name="Google Shape;3119;p38"/>
            <p:cNvSpPr/>
            <p:nvPr/>
          </p:nvSpPr>
          <p:spPr>
            <a:xfrm>
              <a:off x="2357436" y="1931290"/>
              <a:ext cx="24848" cy="60142"/>
            </a:xfrm>
            <a:custGeom>
              <a:rect b="b" l="l" r="r" t="t"/>
              <a:pathLst>
                <a:path extrusionOk="0" h="3374" w="1394">
                  <a:moveTo>
                    <a:pt x="246" y="0"/>
                  </a:moveTo>
                  <a:cubicBezTo>
                    <a:pt x="119" y="0"/>
                    <a:pt x="1" y="96"/>
                    <a:pt x="61" y="246"/>
                  </a:cubicBezTo>
                  <a:cubicBezTo>
                    <a:pt x="437" y="1223"/>
                    <a:pt x="737" y="2201"/>
                    <a:pt x="938" y="3228"/>
                  </a:cubicBezTo>
                  <a:cubicBezTo>
                    <a:pt x="968" y="3330"/>
                    <a:pt x="1052" y="3374"/>
                    <a:pt x="1137" y="3374"/>
                  </a:cubicBezTo>
                  <a:cubicBezTo>
                    <a:pt x="1263" y="3374"/>
                    <a:pt x="1394" y="3278"/>
                    <a:pt x="1364" y="3128"/>
                  </a:cubicBezTo>
                  <a:cubicBezTo>
                    <a:pt x="1138" y="2101"/>
                    <a:pt x="838" y="1098"/>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0" name="Google Shape;3120;p38"/>
            <p:cNvSpPr/>
            <p:nvPr/>
          </p:nvSpPr>
          <p:spPr>
            <a:xfrm>
              <a:off x="2358060" y="2019652"/>
              <a:ext cx="11640" cy="23244"/>
            </a:xfrm>
            <a:custGeom>
              <a:rect b="b" l="l" r="r" t="t"/>
              <a:pathLst>
                <a:path extrusionOk="0" h="1304" w="653">
                  <a:moveTo>
                    <a:pt x="577" y="377"/>
                  </a:moveTo>
                  <a:cubicBezTo>
                    <a:pt x="574" y="379"/>
                    <a:pt x="572" y="382"/>
                    <a:pt x="570" y="385"/>
                  </a:cubicBezTo>
                  <a:lnTo>
                    <a:pt x="570" y="385"/>
                  </a:lnTo>
                  <a:cubicBezTo>
                    <a:pt x="568" y="393"/>
                    <a:pt x="566" y="398"/>
                    <a:pt x="566" y="398"/>
                  </a:cubicBezTo>
                  <a:cubicBezTo>
                    <a:pt x="566" y="398"/>
                    <a:pt x="569" y="392"/>
                    <a:pt x="577" y="377"/>
                  </a:cubicBezTo>
                  <a:close/>
                  <a:moveTo>
                    <a:pt x="422" y="1"/>
                  </a:moveTo>
                  <a:cubicBezTo>
                    <a:pt x="352" y="1"/>
                    <a:pt x="285" y="34"/>
                    <a:pt x="251" y="101"/>
                  </a:cubicBezTo>
                  <a:cubicBezTo>
                    <a:pt x="101" y="402"/>
                    <a:pt x="1" y="753"/>
                    <a:pt x="1" y="1103"/>
                  </a:cubicBezTo>
                  <a:cubicBezTo>
                    <a:pt x="1" y="1204"/>
                    <a:pt x="101" y="1304"/>
                    <a:pt x="226" y="1304"/>
                  </a:cubicBezTo>
                  <a:cubicBezTo>
                    <a:pt x="326" y="1304"/>
                    <a:pt x="427" y="1204"/>
                    <a:pt x="427" y="1103"/>
                  </a:cubicBezTo>
                  <a:cubicBezTo>
                    <a:pt x="427" y="1003"/>
                    <a:pt x="427" y="928"/>
                    <a:pt x="452" y="853"/>
                  </a:cubicBezTo>
                  <a:cubicBezTo>
                    <a:pt x="452" y="828"/>
                    <a:pt x="452" y="803"/>
                    <a:pt x="452" y="803"/>
                  </a:cubicBezTo>
                  <a:cubicBezTo>
                    <a:pt x="452" y="753"/>
                    <a:pt x="477" y="727"/>
                    <a:pt x="477" y="677"/>
                  </a:cubicBezTo>
                  <a:cubicBezTo>
                    <a:pt x="477" y="627"/>
                    <a:pt x="502" y="552"/>
                    <a:pt x="527" y="477"/>
                  </a:cubicBezTo>
                  <a:cubicBezTo>
                    <a:pt x="549" y="454"/>
                    <a:pt x="552" y="412"/>
                    <a:pt x="570" y="385"/>
                  </a:cubicBezTo>
                  <a:lnTo>
                    <a:pt x="570" y="385"/>
                  </a:lnTo>
                  <a:cubicBezTo>
                    <a:pt x="573" y="375"/>
                    <a:pt x="577" y="361"/>
                    <a:pt x="577" y="352"/>
                  </a:cubicBezTo>
                  <a:cubicBezTo>
                    <a:pt x="577" y="352"/>
                    <a:pt x="602" y="326"/>
                    <a:pt x="602" y="301"/>
                  </a:cubicBezTo>
                  <a:cubicBezTo>
                    <a:pt x="652" y="201"/>
                    <a:pt x="627" y="76"/>
                    <a:pt x="527" y="26"/>
                  </a:cubicBezTo>
                  <a:cubicBezTo>
                    <a:pt x="494" y="9"/>
                    <a:pt x="457" y="1"/>
                    <a:pt x="4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1" name="Google Shape;3121;p38"/>
            <p:cNvSpPr/>
            <p:nvPr/>
          </p:nvSpPr>
          <p:spPr>
            <a:xfrm>
              <a:off x="2372356" y="2022790"/>
              <a:ext cx="7611" cy="20107"/>
            </a:xfrm>
            <a:custGeom>
              <a:rect b="b" l="l" r="r" t="t"/>
              <a:pathLst>
                <a:path extrusionOk="0" h="1128" w="427">
                  <a:moveTo>
                    <a:pt x="226" y="0"/>
                  </a:moveTo>
                  <a:cubicBezTo>
                    <a:pt x="101" y="25"/>
                    <a:pt x="1" y="100"/>
                    <a:pt x="1" y="226"/>
                  </a:cubicBezTo>
                  <a:lnTo>
                    <a:pt x="1" y="927"/>
                  </a:lnTo>
                  <a:cubicBezTo>
                    <a:pt x="1" y="1028"/>
                    <a:pt x="101" y="1128"/>
                    <a:pt x="226" y="1128"/>
                  </a:cubicBezTo>
                  <a:cubicBezTo>
                    <a:pt x="326" y="1128"/>
                    <a:pt x="427" y="1028"/>
                    <a:pt x="427" y="927"/>
                  </a:cubicBezTo>
                  <a:lnTo>
                    <a:pt x="427" y="226"/>
                  </a:lnTo>
                  <a:cubicBezTo>
                    <a:pt x="427" y="100"/>
                    <a:pt x="326" y="0"/>
                    <a:pt x="2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2" name="Google Shape;3122;p38"/>
            <p:cNvSpPr/>
            <p:nvPr/>
          </p:nvSpPr>
          <p:spPr>
            <a:xfrm>
              <a:off x="2416848" y="1847581"/>
              <a:ext cx="119214" cy="99624"/>
            </a:xfrm>
            <a:custGeom>
              <a:rect b="b" l="l" r="r" t="t"/>
              <a:pathLst>
                <a:path extrusionOk="0" h="5589" w="6688">
                  <a:moveTo>
                    <a:pt x="315" y="0"/>
                  </a:moveTo>
                  <a:cubicBezTo>
                    <a:pt x="76" y="0"/>
                    <a:pt x="1" y="358"/>
                    <a:pt x="236" y="406"/>
                  </a:cubicBezTo>
                  <a:cubicBezTo>
                    <a:pt x="2893" y="1032"/>
                    <a:pt x="5174" y="2937"/>
                    <a:pt x="6226" y="5443"/>
                  </a:cubicBezTo>
                  <a:cubicBezTo>
                    <a:pt x="6267" y="5544"/>
                    <a:pt x="6356" y="5588"/>
                    <a:pt x="6442" y="5588"/>
                  </a:cubicBezTo>
                  <a:cubicBezTo>
                    <a:pt x="6569" y="5588"/>
                    <a:pt x="6687" y="5492"/>
                    <a:pt x="6627" y="5343"/>
                  </a:cubicBezTo>
                  <a:cubicBezTo>
                    <a:pt x="5525" y="2686"/>
                    <a:pt x="3144" y="681"/>
                    <a:pt x="362" y="4"/>
                  </a:cubicBezTo>
                  <a:cubicBezTo>
                    <a:pt x="346" y="2"/>
                    <a:pt x="330" y="0"/>
                    <a:pt x="3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3" name="Google Shape;3123;p38"/>
            <p:cNvSpPr/>
            <p:nvPr/>
          </p:nvSpPr>
          <p:spPr>
            <a:xfrm>
              <a:off x="1787909" y="1882519"/>
              <a:ext cx="107699" cy="218552"/>
            </a:xfrm>
            <a:custGeom>
              <a:rect b="b" l="l" r="r" t="t"/>
              <a:pathLst>
                <a:path extrusionOk="0" h="12261" w="6042">
                  <a:moveTo>
                    <a:pt x="5751" y="1"/>
                  </a:moveTo>
                  <a:cubicBezTo>
                    <a:pt x="5684" y="1"/>
                    <a:pt x="5616" y="30"/>
                    <a:pt x="5569" y="100"/>
                  </a:cubicBezTo>
                  <a:cubicBezTo>
                    <a:pt x="3464" y="2806"/>
                    <a:pt x="1860" y="5889"/>
                    <a:pt x="808" y="9172"/>
                  </a:cubicBezTo>
                  <a:cubicBezTo>
                    <a:pt x="507" y="10100"/>
                    <a:pt x="256" y="11052"/>
                    <a:pt x="31" y="12004"/>
                  </a:cubicBezTo>
                  <a:cubicBezTo>
                    <a:pt x="0" y="12155"/>
                    <a:pt x="134" y="12261"/>
                    <a:pt x="261" y="12261"/>
                  </a:cubicBezTo>
                  <a:cubicBezTo>
                    <a:pt x="345" y="12261"/>
                    <a:pt x="427" y="12215"/>
                    <a:pt x="457" y="12105"/>
                  </a:cubicBezTo>
                  <a:cubicBezTo>
                    <a:pt x="1158" y="8771"/>
                    <a:pt x="2462" y="5563"/>
                    <a:pt x="4266" y="2681"/>
                  </a:cubicBezTo>
                  <a:cubicBezTo>
                    <a:pt x="4792" y="1854"/>
                    <a:pt x="5344" y="1052"/>
                    <a:pt x="5920" y="300"/>
                  </a:cubicBezTo>
                  <a:cubicBezTo>
                    <a:pt x="6041" y="144"/>
                    <a:pt x="5900" y="1"/>
                    <a:pt x="57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4" name="Google Shape;3124;p38"/>
            <p:cNvSpPr/>
            <p:nvPr/>
          </p:nvSpPr>
          <p:spPr>
            <a:xfrm>
              <a:off x="1822010" y="2010722"/>
              <a:ext cx="20962" cy="40873"/>
            </a:xfrm>
            <a:custGeom>
              <a:rect b="b" l="l" r="r" t="t"/>
              <a:pathLst>
                <a:path extrusionOk="0" h="2293" w="1176">
                  <a:moveTo>
                    <a:pt x="939" y="0"/>
                  </a:moveTo>
                  <a:cubicBezTo>
                    <a:pt x="861" y="0"/>
                    <a:pt x="783" y="34"/>
                    <a:pt x="749" y="101"/>
                  </a:cubicBezTo>
                  <a:cubicBezTo>
                    <a:pt x="448" y="727"/>
                    <a:pt x="198" y="1354"/>
                    <a:pt x="47" y="2031"/>
                  </a:cubicBezTo>
                  <a:cubicBezTo>
                    <a:pt x="1" y="2185"/>
                    <a:pt x="136" y="2292"/>
                    <a:pt x="264" y="2292"/>
                  </a:cubicBezTo>
                  <a:cubicBezTo>
                    <a:pt x="343" y="2292"/>
                    <a:pt x="420" y="2252"/>
                    <a:pt x="448" y="2156"/>
                  </a:cubicBezTo>
                  <a:cubicBezTo>
                    <a:pt x="599" y="1504"/>
                    <a:pt x="824" y="903"/>
                    <a:pt x="1125" y="301"/>
                  </a:cubicBezTo>
                  <a:cubicBezTo>
                    <a:pt x="1175" y="201"/>
                    <a:pt x="1150" y="76"/>
                    <a:pt x="1050" y="25"/>
                  </a:cubicBezTo>
                  <a:cubicBezTo>
                    <a:pt x="1016" y="9"/>
                    <a:pt x="978" y="0"/>
                    <a:pt x="93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5" name="Google Shape;3125;p38"/>
            <p:cNvSpPr/>
            <p:nvPr/>
          </p:nvSpPr>
          <p:spPr>
            <a:xfrm>
              <a:off x="1867964" y="2014180"/>
              <a:ext cx="13868" cy="23458"/>
            </a:xfrm>
            <a:custGeom>
              <a:rect b="b" l="l" r="r" t="t"/>
              <a:pathLst>
                <a:path extrusionOk="0" h="1316" w="778">
                  <a:moveTo>
                    <a:pt x="542" y="1"/>
                  </a:moveTo>
                  <a:cubicBezTo>
                    <a:pt x="445" y="1"/>
                    <a:pt x="368" y="53"/>
                    <a:pt x="327" y="157"/>
                  </a:cubicBezTo>
                  <a:cubicBezTo>
                    <a:pt x="226" y="458"/>
                    <a:pt x="151" y="759"/>
                    <a:pt x="51" y="1034"/>
                  </a:cubicBezTo>
                  <a:cubicBezTo>
                    <a:pt x="1" y="1160"/>
                    <a:pt x="76" y="1285"/>
                    <a:pt x="176" y="1310"/>
                  </a:cubicBezTo>
                  <a:cubicBezTo>
                    <a:pt x="193" y="1313"/>
                    <a:pt x="209" y="1315"/>
                    <a:pt x="224" y="1315"/>
                  </a:cubicBezTo>
                  <a:cubicBezTo>
                    <a:pt x="327" y="1315"/>
                    <a:pt x="408" y="1247"/>
                    <a:pt x="452" y="1160"/>
                  </a:cubicBezTo>
                  <a:cubicBezTo>
                    <a:pt x="552" y="859"/>
                    <a:pt x="652" y="558"/>
                    <a:pt x="753" y="258"/>
                  </a:cubicBezTo>
                  <a:cubicBezTo>
                    <a:pt x="778" y="157"/>
                    <a:pt x="702" y="32"/>
                    <a:pt x="602" y="7"/>
                  </a:cubicBezTo>
                  <a:cubicBezTo>
                    <a:pt x="581" y="3"/>
                    <a:pt x="561" y="1"/>
                    <a:pt x="54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6" name="Google Shape;3126;p38"/>
            <p:cNvSpPr/>
            <p:nvPr/>
          </p:nvSpPr>
          <p:spPr>
            <a:xfrm>
              <a:off x="1888962" y="2021328"/>
              <a:ext cx="12085" cy="24812"/>
            </a:xfrm>
            <a:custGeom>
              <a:rect b="b" l="l" r="r" t="t"/>
              <a:pathLst>
                <a:path extrusionOk="0" h="1392" w="678">
                  <a:moveTo>
                    <a:pt x="450" y="1"/>
                  </a:moveTo>
                  <a:cubicBezTo>
                    <a:pt x="363" y="1"/>
                    <a:pt x="272" y="53"/>
                    <a:pt x="251" y="157"/>
                  </a:cubicBezTo>
                  <a:cubicBezTo>
                    <a:pt x="176" y="483"/>
                    <a:pt x="101" y="809"/>
                    <a:pt x="26" y="1135"/>
                  </a:cubicBezTo>
                  <a:cubicBezTo>
                    <a:pt x="1" y="1235"/>
                    <a:pt x="76" y="1360"/>
                    <a:pt x="176" y="1385"/>
                  </a:cubicBezTo>
                  <a:cubicBezTo>
                    <a:pt x="193" y="1390"/>
                    <a:pt x="210" y="1392"/>
                    <a:pt x="228" y="1392"/>
                  </a:cubicBezTo>
                  <a:cubicBezTo>
                    <a:pt x="315" y="1392"/>
                    <a:pt x="406" y="1339"/>
                    <a:pt x="427" y="1235"/>
                  </a:cubicBezTo>
                  <a:cubicBezTo>
                    <a:pt x="502" y="909"/>
                    <a:pt x="577" y="583"/>
                    <a:pt x="652" y="258"/>
                  </a:cubicBezTo>
                  <a:cubicBezTo>
                    <a:pt x="677" y="157"/>
                    <a:pt x="627" y="32"/>
                    <a:pt x="502" y="7"/>
                  </a:cubicBezTo>
                  <a:cubicBezTo>
                    <a:pt x="485" y="3"/>
                    <a:pt x="468" y="1"/>
                    <a:pt x="4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7" name="Google Shape;3127;p38"/>
            <p:cNvSpPr/>
            <p:nvPr/>
          </p:nvSpPr>
          <p:spPr>
            <a:xfrm>
              <a:off x="1708479" y="1930791"/>
              <a:ext cx="42673" cy="145399"/>
            </a:xfrm>
            <a:custGeom>
              <a:rect b="b" l="l" r="r" t="t"/>
              <a:pathLst>
                <a:path extrusionOk="0" h="8157" w="2394">
                  <a:moveTo>
                    <a:pt x="2105" y="0"/>
                  </a:moveTo>
                  <a:cubicBezTo>
                    <a:pt x="2041" y="0"/>
                    <a:pt x="1976" y="29"/>
                    <a:pt x="1930" y="98"/>
                  </a:cubicBezTo>
                  <a:cubicBezTo>
                    <a:pt x="627" y="2504"/>
                    <a:pt x="0" y="5236"/>
                    <a:pt x="151" y="7968"/>
                  </a:cubicBezTo>
                  <a:cubicBezTo>
                    <a:pt x="151" y="8093"/>
                    <a:pt x="257" y="8156"/>
                    <a:pt x="361" y="8156"/>
                  </a:cubicBezTo>
                  <a:cubicBezTo>
                    <a:pt x="464" y="8156"/>
                    <a:pt x="564" y="8093"/>
                    <a:pt x="552" y="7968"/>
                  </a:cubicBezTo>
                  <a:cubicBezTo>
                    <a:pt x="426" y="5311"/>
                    <a:pt x="1028" y="2655"/>
                    <a:pt x="2306" y="324"/>
                  </a:cubicBezTo>
                  <a:cubicBezTo>
                    <a:pt x="2393" y="150"/>
                    <a:pt x="2251" y="0"/>
                    <a:pt x="210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8" name="Google Shape;3128;p38"/>
            <p:cNvSpPr/>
            <p:nvPr/>
          </p:nvSpPr>
          <p:spPr>
            <a:xfrm>
              <a:off x="1695965" y="2092024"/>
              <a:ext cx="9394" cy="7166"/>
            </a:xfrm>
            <a:custGeom>
              <a:rect b="b" l="l" r="r" t="t"/>
              <a:pathLst>
                <a:path extrusionOk="0" h="402" w="527">
                  <a:moveTo>
                    <a:pt x="276" y="1"/>
                  </a:moveTo>
                  <a:cubicBezTo>
                    <a:pt x="1" y="1"/>
                    <a:pt x="1" y="402"/>
                    <a:pt x="276" y="402"/>
                  </a:cubicBezTo>
                  <a:cubicBezTo>
                    <a:pt x="527" y="402"/>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9" name="Google Shape;3129;p38"/>
            <p:cNvSpPr/>
            <p:nvPr/>
          </p:nvSpPr>
          <p:spPr>
            <a:xfrm>
              <a:off x="1764594" y="1768311"/>
              <a:ext cx="66737" cy="43012"/>
            </a:xfrm>
            <a:custGeom>
              <a:rect b="b" l="l" r="r" t="t"/>
              <a:pathLst>
                <a:path extrusionOk="0" h="2413" w="3744">
                  <a:moveTo>
                    <a:pt x="3492" y="0"/>
                  </a:moveTo>
                  <a:cubicBezTo>
                    <a:pt x="3469" y="0"/>
                    <a:pt x="3445" y="5"/>
                    <a:pt x="3419" y="15"/>
                  </a:cubicBezTo>
                  <a:cubicBezTo>
                    <a:pt x="2166" y="441"/>
                    <a:pt x="1063" y="1118"/>
                    <a:pt x="136" y="2045"/>
                  </a:cubicBezTo>
                  <a:cubicBezTo>
                    <a:pt x="1" y="2199"/>
                    <a:pt x="147" y="2412"/>
                    <a:pt x="301" y="2412"/>
                  </a:cubicBezTo>
                  <a:cubicBezTo>
                    <a:pt x="348" y="2412"/>
                    <a:pt x="396" y="2393"/>
                    <a:pt x="436" y="2346"/>
                  </a:cubicBezTo>
                  <a:cubicBezTo>
                    <a:pt x="1313" y="1469"/>
                    <a:pt x="2366" y="817"/>
                    <a:pt x="3519" y="416"/>
                  </a:cubicBezTo>
                  <a:cubicBezTo>
                    <a:pt x="3744" y="349"/>
                    <a:pt x="3686" y="0"/>
                    <a:pt x="349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0" name="Google Shape;3130;p38"/>
            <p:cNvSpPr/>
            <p:nvPr/>
          </p:nvSpPr>
          <p:spPr>
            <a:xfrm>
              <a:off x="1813026" y="1816279"/>
              <a:ext cx="39857" cy="40891"/>
            </a:xfrm>
            <a:custGeom>
              <a:rect b="b" l="l" r="r" t="t"/>
              <a:pathLst>
                <a:path extrusionOk="0" h="2294" w="2236">
                  <a:moveTo>
                    <a:pt x="1922" y="0"/>
                  </a:moveTo>
                  <a:cubicBezTo>
                    <a:pt x="1874" y="0"/>
                    <a:pt x="1824" y="17"/>
                    <a:pt x="1779" y="56"/>
                  </a:cubicBezTo>
                  <a:cubicBezTo>
                    <a:pt x="1178" y="633"/>
                    <a:pt x="627" y="1259"/>
                    <a:pt x="100" y="1936"/>
                  </a:cubicBezTo>
                  <a:cubicBezTo>
                    <a:pt x="25" y="2011"/>
                    <a:pt x="0" y="2136"/>
                    <a:pt x="100" y="2237"/>
                  </a:cubicBezTo>
                  <a:cubicBezTo>
                    <a:pt x="138" y="2274"/>
                    <a:pt x="194" y="2293"/>
                    <a:pt x="251" y="2293"/>
                  </a:cubicBezTo>
                  <a:cubicBezTo>
                    <a:pt x="307" y="2293"/>
                    <a:pt x="363" y="2274"/>
                    <a:pt x="401" y="2237"/>
                  </a:cubicBezTo>
                  <a:cubicBezTo>
                    <a:pt x="902" y="1560"/>
                    <a:pt x="1479" y="933"/>
                    <a:pt x="2080" y="357"/>
                  </a:cubicBezTo>
                  <a:cubicBezTo>
                    <a:pt x="2236" y="201"/>
                    <a:pt x="2089" y="0"/>
                    <a:pt x="192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1" name="Google Shape;3131;p38"/>
            <p:cNvSpPr/>
            <p:nvPr/>
          </p:nvSpPr>
          <p:spPr>
            <a:xfrm>
              <a:off x="1776822" y="1621695"/>
              <a:ext cx="156094" cy="98305"/>
            </a:xfrm>
            <a:custGeom>
              <a:rect b="b" l="l" r="r" t="t"/>
              <a:pathLst>
                <a:path extrusionOk="0" h="5515" w="8757">
                  <a:moveTo>
                    <a:pt x="7133" y="1"/>
                  </a:moveTo>
                  <a:cubicBezTo>
                    <a:pt x="5981" y="1"/>
                    <a:pt x="4839" y="290"/>
                    <a:pt x="3760" y="722"/>
                  </a:cubicBezTo>
                  <a:cubicBezTo>
                    <a:pt x="3008" y="1047"/>
                    <a:pt x="2282" y="1423"/>
                    <a:pt x="1555" y="1849"/>
                  </a:cubicBezTo>
                  <a:cubicBezTo>
                    <a:pt x="1204" y="2050"/>
                    <a:pt x="853" y="2275"/>
                    <a:pt x="477" y="2476"/>
                  </a:cubicBezTo>
                  <a:cubicBezTo>
                    <a:pt x="252" y="2626"/>
                    <a:pt x="1" y="2802"/>
                    <a:pt x="1" y="3103"/>
                  </a:cubicBezTo>
                  <a:cubicBezTo>
                    <a:pt x="1" y="3228"/>
                    <a:pt x="101" y="3328"/>
                    <a:pt x="201" y="3328"/>
                  </a:cubicBezTo>
                  <a:cubicBezTo>
                    <a:pt x="467" y="3302"/>
                    <a:pt x="733" y="3290"/>
                    <a:pt x="998" y="3290"/>
                  </a:cubicBezTo>
                  <a:cubicBezTo>
                    <a:pt x="3066" y="3290"/>
                    <a:pt x="5110" y="4059"/>
                    <a:pt x="6643" y="5458"/>
                  </a:cubicBezTo>
                  <a:cubicBezTo>
                    <a:pt x="6687" y="5498"/>
                    <a:pt x="6737" y="5514"/>
                    <a:pt x="6785" y="5514"/>
                  </a:cubicBezTo>
                  <a:cubicBezTo>
                    <a:pt x="6953" y="5514"/>
                    <a:pt x="7099" y="5313"/>
                    <a:pt x="6943" y="5158"/>
                  </a:cubicBezTo>
                  <a:cubicBezTo>
                    <a:pt x="5330" y="3702"/>
                    <a:pt x="3177" y="2866"/>
                    <a:pt x="984" y="2866"/>
                  </a:cubicBezTo>
                  <a:cubicBezTo>
                    <a:pt x="863" y="2866"/>
                    <a:pt x="742" y="2869"/>
                    <a:pt x="621" y="2874"/>
                  </a:cubicBezTo>
                  <a:lnTo>
                    <a:pt x="621" y="2874"/>
                  </a:lnTo>
                  <a:cubicBezTo>
                    <a:pt x="677" y="2844"/>
                    <a:pt x="733" y="2820"/>
                    <a:pt x="778" y="2802"/>
                  </a:cubicBezTo>
                  <a:cubicBezTo>
                    <a:pt x="928" y="2702"/>
                    <a:pt x="1079" y="2601"/>
                    <a:pt x="1229" y="2526"/>
                  </a:cubicBezTo>
                  <a:cubicBezTo>
                    <a:pt x="1530" y="2326"/>
                    <a:pt x="1856" y="2150"/>
                    <a:pt x="2156" y="1975"/>
                  </a:cubicBezTo>
                  <a:cubicBezTo>
                    <a:pt x="2808" y="1624"/>
                    <a:pt x="3460" y="1298"/>
                    <a:pt x="4136" y="1022"/>
                  </a:cubicBezTo>
                  <a:cubicBezTo>
                    <a:pt x="5091" y="651"/>
                    <a:pt x="6109" y="417"/>
                    <a:pt x="7127" y="417"/>
                  </a:cubicBezTo>
                  <a:cubicBezTo>
                    <a:pt x="7551" y="417"/>
                    <a:pt x="7976" y="458"/>
                    <a:pt x="8397" y="546"/>
                  </a:cubicBezTo>
                  <a:cubicBezTo>
                    <a:pt x="8412" y="549"/>
                    <a:pt x="8426" y="550"/>
                    <a:pt x="8440" y="550"/>
                  </a:cubicBezTo>
                  <a:cubicBezTo>
                    <a:pt x="8661" y="550"/>
                    <a:pt x="8757" y="192"/>
                    <a:pt x="8497" y="145"/>
                  </a:cubicBezTo>
                  <a:cubicBezTo>
                    <a:pt x="8043" y="46"/>
                    <a:pt x="7587" y="1"/>
                    <a:pt x="713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2" name="Google Shape;3132;p38"/>
            <p:cNvSpPr/>
            <p:nvPr/>
          </p:nvSpPr>
          <p:spPr>
            <a:xfrm>
              <a:off x="1743934" y="1626222"/>
              <a:ext cx="73083" cy="40712"/>
            </a:xfrm>
            <a:custGeom>
              <a:rect b="b" l="l" r="r" t="t"/>
              <a:pathLst>
                <a:path extrusionOk="0" h="2284" w="4100">
                  <a:moveTo>
                    <a:pt x="3828" y="0"/>
                  </a:moveTo>
                  <a:cubicBezTo>
                    <a:pt x="3804" y="0"/>
                    <a:pt x="3778" y="5"/>
                    <a:pt x="3751" y="16"/>
                  </a:cubicBezTo>
                  <a:cubicBezTo>
                    <a:pt x="2498" y="493"/>
                    <a:pt x="1295" y="1119"/>
                    <a:pt x="167" y="1896"/>
                  </a:cubicBezTo>
                  <a:cubicBezTo>
                    <a:pt x="0" y="2021"/>
                    <a:pt x="110" y="2284"/>
                    <a:pt x="281" y="2284"/>
                  </a:cubicBezTo>
                  <a:cubicBezTo>
                    <a:pt x="316" y="2284"/>
                    <a:pt x="354" y="2273"/>
                    <a:pt x="392" y="2247"/>
                  </a:cubicBezTo>
                  <a:cubicBezTo>
                    <a:pt x="1470" y="1495"/>
                    <a:pt x="2623" y="869"/>
                    <a:pt x="3876" y="417"/>
                  </a:cubicBezTo>
                  <a:cubicBezTo>
                    <a:pt x="4099" y="328"/>
                    <a:pt x="4024" y="0"/>
                    <a:pt x="38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3" name="Google Shape;3133;p38"/>
            <p:cNvSpPr/>
            <p:nvPr/>
          </p:nvSpPr>
          <p:spPr>
            <a:xfrm>
              <a:off x="1840709" y="1612657"/>
              <a:ext cx="9857" cy="7611"/>
            </a:xfrm>
            <a:custGeom>
              <a:rect b="b" l="l" r="r" t="t"/>
              <a:pathLst>
                <a:path extrusionOk="0" h="427" w="553">
                  <a:moveTo>
                    <a:pt x="277" y="0"/>
                  </a:moveTo>
                  <a:cubicBezTo>
                    <a:pt x="26" y="0"/>
                    <a:pt x="1" y="427"/>
                    <a:pt x="277" y="427"/>
                  </a:cubicBezTo>
                  <a:cubicBezTo>
                    <a:pt x="552" y="427"/>
                    <a:pt x="552" y="0"/>
                    <a:pt x="2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4" name="Google Shape;3134;p38"/>
            <p:cNvSpPr/>
            <p:nvPr/>
          </p:nvSpPr>
          <p:spPr>
            <a:xfrm>
              <a:off x="2016397" y="1572407"/>
              <a:ext cx="82761" cy="77699"/>
            </a:xfrm>
            <a:custGeom>
              <a:rect b="b" l="l" r="r" t="t"/>
              <a:pathLst>
                <a:path extrusionOk="0" h="4359" w="4643">
                  <a:moveTo>
                    <a:pt x="245" y="1"/>
                  </a:moveTo>
                  <a:cubicBezTo>
                    <a:pt x="106" y="1"/>
                    <a:pt x="0" y="187"/>
                    <a:pt x="95" y="329"/>
                  </a:cubicBezTo>
                  <a:cubicBezTo>
                    <a:pt x="797" y="1431"/>
                    <a:pt x="1624" y="2735"/>
                    <a:pt x="1223" y="4113"/>
                  </a:cubicBezTo>
                  <a:cubicBezTo>
                    <a:pt x="1178" y="4263"/>
                    <a:pt x="1302" y="4359"/>
                    <a:pt x="1426" y="4359"/>
                  </a:cubicBezTo>
                  <a:cubicBezTo>
                    <a:pt x="1510" y="4359"/>
                    <a:pt x="1593" y="4315"/>
                    <a:pt x="1624" y="4213"/>
                  </a:cubicBezTo>
                  <a:cubicBezTo>
                    <a:pt x="2006" y="2864"/>
                    <a:pt x="1380" y="1616"/>
                    <a:pt x="686" y="487"/>
                  </a:cubicBezTo>
                  <a:lnTo>
                    <a:pt x="686" y="487"/>
                  </a:lnTo>
                  <a:cubicBezTo>
                    <a:pt x="2293" y="803"/>
                    <a:pt x="3558" y="2131"/>
                    <a:pt x="4205" y="3587"/>
                  </a:cubicBezTo>
                  <a:cubicBezTo>
                    <a:pt x="4236" y="3665"/>
                    <a:pt x="4294" y="3697"/>
                    <a:pt x="4356" y="3697"/>
                  </a:cubicBezTo>
                  <a:cubicBezTo>
                    <a:pt x="4491" y="3697"/>
                    <a:pt x="4642" y="3542"/>
                    <a:pt x="4556" y="3386"/>
                  </a:cubicBezTo>
                  <a:cubicBezTo>
                    <a:pt x="3779" y="1657"/>
                    <a:pt x="2225" y="178"/>
                    <a:pt x="270" y="3"/>
                  </a:cubicBezTo>
                  <a:cubicBezTo>
                    <a:pt x="262" y="1"/>
                    <a:pt x="253" y="1"/>
                    <a:pt x="24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5" name="Google Shape;3135;p38"/>
            <p:cNvSpPr/>
            <p:nvPr/>
          </p:nvSpPr>
          <p:spPr>
            <a:xfrm>
              <a:off x="2085097" y="1655991"/>
              <a:ext cx="15205" cy="13868"/>
            </a:xfrm>
            <a:custGeom>
              <a:rect b="b" l="l" r="r" t="t"/>
              <a:pathLst>
                <a:path extrusionOk="0" h="778" w="853">
                  <a:moveTo>
                    <a:pt x="602" y="1"/>
                  </a:moveTo>
                  <a:cubicBezTo>
                    <a:pt x="552" y="1"/>
                    <a:pt x="527" y="26"/>
                    <a:pt x="502" y="51"/>
                  </a:cubicBezTo>
                  <a:cubicBezTo>
                    <a:pt x="351" y="176"/>
                    <a:pt x="201" y="301"/>
                    <a:pt x="50" y="427"/>
                  </a:cubicBezTo>
                  <a:cubicBezTo>
                    <a:pt x="25" y="452"/>
                    <a:pt x="0" y="527"/>
                    <a:pt x="0" y="577"/>
                  </a:cubicBezTo>
                  <a:cubicBezTo>
                    <a:pt x="0" y="627"/>
                    <a:pt x="25" y="677"/>
                    <a:pt x="50" y="702"/>
                  </a:cubicBezTo>
                  <a:cubicBezTo>
                    <a:pt x="101" y="752"/>
                    <a:pt x="151" y="778"/>
                    <a:pt x="201" y="778"/>
                  </a:cubicBezTo>
                  <a:lnTo>
                    <a:pt x="251" y="778"/>
                  </a:lnTo>
                  <a:cubicBezTo>
                    <a:pt x="301" y="752"/>
                    <a:pt x="326" y="752"/>
                    <a:pt x="351" y="702"/>
                  </a:cubicBezTo>
                  <a:cubicBezTo>
                    <a:pt x="502" y="602"/>
                    <a:pt x="652" y="477"/>
                    <a:pt x="802" y="351"/>
                  </a:cubicBezTo>
                  <a:cubicBezTo>
                    <a:pt x="827" y="326"/>
                    <a:pt x="852" y="251"/>
                    <a:pt x="852" y="201"/>
                  </a:cubicBezTo>
                  <a:cubicBezTo>
                    <a:pt x="852" y="151"/>
                    <a:pt x="827" y="76"/>
                    <a:pt x="802" y="51"/>
                  </a:cubicBezTo>
                  <a:cubicBezTo>
                    <a:pt x="752" y="26"/>
                    <a:pt x="702" y="1"/>
                    <a:pt x="6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6" name="Google Shape;3136;p38"/>
            <p:cNvSpPr/>
            <p:nvPr/>
          </p:nvSpPr>
          <p:spPr>
            <a:xfrm>
              <a:off x="2098056" y="1658219"/>
              <a:ext cx="14313" cy="14313"/>
            </a:xfrm>
            <a:custGeom>
              <a:rect b="b" l="l" r="r" t="t"/>
              <a:pathLst>
                <a:path extrusionOk="0" h="803" w="803">
                  <a:moveTo>
                    <a:pt x="577" y="1"/>
                  </a:moveTo>
                  <a:cubicBezTo>
                    <a:pt x="526" y="26"/>
                    <a:pt x="476" y="26"/>
                    <a:pt x="426" y="76"/>
                  </a:cubicBezTo>
                  <a:cubicBezTo>
                    <a:pt x="301" y="201"/>
                    <a:pt x="201" y="327"/>
                    <a:pt x="75" y="452"/>
                  </a:cubicBezTo>
                  <a:cubicBezTo>
                    <a:pt x="25" y="477"/>
                    <a:pt x="0" y="527"/>
                    <a:pt x="0" y="577"/>
                  </a:cubicBezTo>
                  <a:cubicBezTo>
                    <a:pt x="0" y="627"/>
                    <a:pt x="25" y="703"/>
                    <a:pt x="75" y="728"/>
                  </a:cubicBezTo>
                  <a:cubicBezTo>
                    <a:pt x="100" y="778"/>
                    <a:pt x="150" y="803"/>
                    <a:pt x="226" y="803"/>
                  </a:cubicBezTo>
                  <a:cubicBezTo>
                    <a:pt x="276" y="803"/>
                    <a:pt x="326" y="778"/>
                    <a:pt x="351" y="728"/>
                  </a:cubicBezTo>
                  <a:cubicBezTo>
                    <a:pt x="476" y="602"/>
                    <a:pt x="602" y="502"/>
                    <a:pt x="727" y="377"/>
                  </a:cubicBezTo>
                  <a:cubicBezTo>
                    <a:pt x="777" y="327"/>
                    <a:pt x="802" y="277"/>
                    <a:pt x="802" y="226"/>
                  </a:cubicBezTo>
                  <a:cubicBezTo>
                    <a:pt x="802" y="176"/>
                    <a:pt x="777" y="101"/>
                    <a:pt x="727" y="76"/>
                  </a:cubicBezTo>
                  <a:cubicBezTo>
                    <a:pt x="702" y="26"/>
                    <a:pt x="627" y="1"/>
                    <a:pt x="5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7" name="Google Shape;3137;p38"/>
            <p:cNvSpPr/>
            <p:nvPr/>
          </p:nvSpPr>
          <p:spPr>
            <a:xfrm>
              <a:off x="2015239" y="1711999"/>
              <a:ext cx="120354" cy="82797"/>
            </a:xfrm>
            <a:custGeom>
              <a:rect b="b" l="l" r="r" t="t"/>
              <a:pathLst>
                <a:path extrusionOk="0" h="4645" w="6752">
                  <a:moveTo>
                    <a:pt x="6502" y="1"/>
                  </a:moveTo>
                  <a:cubicBezTo>
                    <a:pt x="6479" y="1"/>
                    <a:pt x="6453" y="5"/>
                    <a:pt x="6426" y="16"/>
                  </a:cubicBezTo>
                  <a:cubicBezTo>
                    <a:pt x="4020" y="894"/>
                    <a:pt x="1864" y="2372"/>
                    <a:pt x="135" y="4277"/>
                  </a:cubicBezTo>
                  <a:cubicBezTo>
                    <a:pt x="0" y="4431"/>
                    <a:pt x="146" y="4644"/>
                    <a:pt x="300" y="4644"/>
                  </a:cubicBezTo>
                  <a:cubicBezTo>
                    <a:pt x="347" y="4644"/>
                    <a:pt x="395" y="4624"/>
                    <a:pt x="436" y="4578"/>
                  </a:cubicBezTo>
                  <a:cubicBezTo>
                    <a:pt x="2115" y="2723"/>
                    <a:pt x="4195" y="1295"/>
                    <a:pt x="6551" y="417"/>
                  </a:cubicBezTo>
                  <a:cubicBezTo>
                    <a:pt x="6752" y="328"/>
                    <a:pt x="6694" y="1"/>
                    <a:pt x="65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8" name="Google Shape;3138;p38"/>
            <p:cNvSpPr/>
            <p:nvPr/>
          </p:nvSpPr>
          <p:spPr>
            <a:xfrm>
              <a:off x="2101621" y="1735511"/>
              <a:ext cx="34420" cy="21016"/>
            </a:xfrm>
            <a:custGeom>
              <a:rect b="b" l="l" r="r" t="t"/>
              <a:pathLst>
                <a:path extrusionOk="0" h="1179" w="1931">
                  <a:moveTo>
                    <a:pt x="1709" y="1"/>
                  </a:moveTo>
                  <a:cubicBezTo>
                    <a:pt x="1674" y="1"/>
                    <a:pt x="1638" y="9"/>
                    <a:pt x="1605" y="26"/>
                  </a:cubicBezTo>
                  <a:cubicBezTo>
                    <a:pt x="1103" y="276"/>
                    <a:pt x="627" y="552"/>
                    <a:pt x="151" y="803"/>
                  </a:cubicBezTo>
                  <a:cubicBezTo>
                    <a:pt x="51" y="853"/>
                    <a:pt x="1" y="978"/>
                    <a:pt x="76" y="1078"/>
                  </a:cubicBezTo>
                  <a:cubicBezTo>
                    <a:pt x="109" y="1145"/>
                    <a:pt x="176" y="1179"/>
                    <a:pt x="247" y="1179"/>
                  </a:cubicBezTo>
                  <a:cubicBezTo>
                    <a:pt x="282" y="1179"/>
                    <a:pt x="318" y="1170"/>
                    <a:pt x="351" y="1154"/>
                  </a:cubicBezTo>
                  <a:cubicBezTo>
                    <a:pt x="828" y="903"/>
                    <a:pt x="1329" y="652"/>
                    <a:pt x="1805" y="402"/>
                  </a:cubicBezTo>
                  <a:cubicBezTo>
                    <a:pt x="1905" y="352"/>
                    <a:pt x="1930" y="201"/>
                    <a:pt x="1880" y="101"/>
                  </a:cubicBezTo>
                  <a:cubicBezTo>
                    <a:pt x="1847" y="34"/>
                    <a:pt x="1780" y="1"/>
                    <a:pt x="170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9" name="Google Shape;3139;p38"/>
            <p:cNvSpPr/>
            <p:nvPr/>
          </p:nvSpPr>
          <p:spPr>
            <a:xfrm>
              <a:off x="2112352" y="1754193"/>
              <a:ext cx="39768" cy="24670"/>
            </a:xfrm>
            <a:custGeom>
              <a:rect b="b" l="l" r="r" t="t"/>
              <a:pathLst>
                <a:path extrusionOk="0" h="1384" w="2231">
                  <a:moveTo>
                    <a:pt x="1979" y="1"/>
                  </a:moveTo>
                  <a:cubicBezTo>
                    <a:pt x="1963" y="1"/>
                    <a:pt x="1946" y="2"/>
                    <a:pt x="1930" y="5"/>
                  </a:cubicBezTo>
                  <a:cubicBezTo>
                    <a:pt x="1303" y="281"/>
                    <a:pt x="702" y="607"/>
                    <a:pt x="125" y="983"/>
                  </a:cubicBezTo>
                  <a:cubicBezTo>
                    <a:pt x="25" y="1058"/>
                    <a:pt x="0" y="1183"/>
                    <a:pt x="50" y="1284"/>
                  </a:cubicBezTo>
                  <a:cubicBezTo>
                    <a:pt x="84" y="1350"/>
                    <a:pt x="162" y="1384"/>
                    <a:pt x="232" y="1384"/>
                  </a:cubicBezTo>
                  <a:cubicBezTo>
                    <a:pt x="267" y="1384"/>
                    <a:pt x="301" y="1375"/>
                    <a:pt x="326" y="1359"/>
                  </a:cubicBezTo>
                  <a:cubicBezTo>
                    <a:pt x="877" y="983"/>
                    <a:pt x="1454" y="657"/>
                    <a:pt x="2055" y="406"/>
                  </a:cubicBezTo>
                  <a:cubicBezTo>
                    <a:pt x="2155" y="381"/>
                    <a:pt x="2231" y="281"/>
                    <a:pt x="2206" y="156"/>
                  </a:cubicBezTo>
                  <a:cubicBezTo>
                    <a:pt x="2184" y="69"/>
                    <a:pt x="2086" y="1"/>
                    <a:pt x="19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0" name="Google Shape;3140;p38"/>
            <p:cNvSpPr/>
            <p:nvPr/>
          </p:nvSpPr>
          <p:spPr>
            <a:xfrm>
              <a:off x="2179804" y="1566542"/>
              <a:ext cx="13957" cy="75721"/>
            </a:xfrm>
            <a:custGeom>
              <a:rect b="b" l="l" r="r" t="t"/>
              <a:pathLst>
                <a:path extrusionOk="0" h="4248" w="783">
                  <a:moveTo>
                    <a:pt x="528" y="0"/>
                  </a:moveTo>
                  <a:cubicBezTo>
                    <a:pt x="447" y="0"/>
                    <a:pt x="371" y="47"/>
                    <a:pt x="351" y="156"/>
                  </a:cubicBezTo>
                  <a:cubicBezTo>
                    <a:pt x="76" y="1435"/>
                    <a:pt x="1" y="2738"/>
                    <a:pt x="101" y="4041"/>
                  </a:cubicBezTo>
                  <a:cubicBezTo>
                    <a:pt x="113" y="4179"/>
                    <a:pt x="226" y="4248"/>
                    <a:pt x="333" y="4248"/>
                  </a:cubicBezTo>
                  <a:cubicBezTo>
                    <a:pt x="439" y="4248"/>
                    <a:pt x="539" y="4179"/>
                    <a:pt x="527" y="4041"/>
                  </a:cubicBezTo>
                  <a:cubicBezTo>
                    <a:pt x="427" y="2788"/>
                    <a:pt x="502" y="1510"/>
                    <a:pt x="752" y="257"/>
                  </a:cubicBezTo>
                  <a:cubicBezTo>
                    <a:pt x="783" y="106"/>
                    <a:pt x="649" y="0"/>
                    <a:pt x="5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1" name="Google Shape;3141;p38"/>
            <p:cNvSpPr/>
            <p:nvPr/>
          </p:nvSpPr>
          <p:spPr>
            <a:xfrm>
              <a:off x="2157023" y="1583779"/>
              <a:ext cx="16096" cy="24420"/>
            </a:xfrm>
            <a:custGeom>
              <a:rect b="b" l="l" r="r" t="t"/>
              <a:pathLst>
                <a:path extrusionOk="0" h="1370" w="903">
                  <a:moveTo>
                    <a:pt x="644" y="532"/>
                  </a:moveTo>
                  <a:cubicBezTo>
                    <a:pt x="640" y="538"/>
                    <a:pt x="635" y="543"/>
                    <a:pt x="627" y="543"/>
                  </a:cubicBezTo>
                  <a:cubicBezTo>
                    <a:pt x="643" y="543"/>
                    <a:pt x="649" y="533"/>
                    <a:pt x="644" y="532"/>
                  </a:cubicBezTo>
                  <a:close/>
                  <a:moveTo>
                    <a:pt x="679" y="0"/>
                  </a:moveTo>
                  <a:cubicBezTo>
                    <a:pt x="622" y="0"/>
                    <a:pt x="567" y="26"/>
                    <a:pt x="527" y="67"/>
                  </a:cubicBezTo>
                  <a:cubicBezTo>
                    <a:pt x="201" y="317"/>
                    <a:pt x="0" y="743"/>
                    <a:pt x="25" y="1169"/>
                  </a:cubicBezTo>
                  <a:cubicBezTo>
                    <a:pt x="25" y="1270"/>
                    <a:pt x="101" y="1370"/>
                    <a:pt x="226" y="1370"/>
                  </a:cubicBezTo>
                  <a:cubicBezTo>
                    <a:pt x="326" y="1370"/>
                    <a:pt x="451" y="1270"/>
                    <a:pt x="426" y="1169"/>
                  </a:cubicBezTo>
                  <a:cubicBezTo>
                    <a:pt x="426" y="1119"/>
                    <a:pt x="426" y="1069"/>
                    <a:pt x="451" y="1019"/>
                  </a:cubicBezTo>
                  <a:cubicBezTo>
                    <a:pt x="451" y="1019"/>
                    <a:pt x="451" y="994"/>
                    <a:pt x="451" y="969"/>
                  </a:cubicBezTo>
                  <a:cubicBezTo>
                    <a:pt x="451" y="969"/>
                    <a:pt x="451" y="944"/>
                    <a:pt x="451" y="944"/>
                  </a:cubicBezTo>
                  <a:cubicBezTo>
                    <a:pt x="451" y="894"/>
                    <a:pt x="477" y="869"/>
                    <a:pt x="477" y="818"/>
                  </a:cubicBezTo>
                  <a:cubicBezTo>
                    <a:pt x="502" y="793"/>
                    <a:pt x="502" y="768"/>
                    <a:pt x="502" y="743"/>
                  </a:cubicBezTo>
                  <a:cubicBezTo>
                    <a:pt x="502" y="743"/>
                    <a:pt x="505" y="743"/>
                    <a:pt x="509" y="742"/>
                  </a:cubicBezTo>
                  <a:lnTo>
                    <a:pt x="509" y="742"/>
                  </a:lnTo>
                  <a:cubicBezTo>
                    <a:pt x="508" y="745"/>
                    <a:pt x="508" y="747"/>
                    <a:pt x="508" y="747"/>
                  </a:cubicBezTo>
                  <a:cubicBezTo>
                    <a:pt x="509" y="747"/>
                    <a:pt x="511" y="745"/>
                    <a:pt x="515" y="740"/>
                  </a:cubicBezTo>
                  <a:lnTo>
                    <a:pt x="515" y="740"/>
                  </a:lnTo>
                  <a:cubicBezTo>
                    <a:pt x="521" y="737"/>
                    <a:pt x="527" y="730"/>
                    <a:pt x="527" y="718"/>
                  </a:cubicBezTo>
                  <a:lnTo>
                    <a:pt x="527" y="718"/>
                  </a:lnTo>
                  <a:cubicBezTo>
                    <a:pt x="527" y="718"/>
                    <a:pt x="527" y="718"/>
                    <a:pt x="527" y="718"/>
                  </a:cubicBezTo>
                  <a:lnTo>
                    <a:pt x="527" y="718"/>
                  </a:lnTo>
                  <a:cubicBezTo>
                    <a:pt x="527" y="718"/>
                    <a:pt x="527" y="718"/>
                    <a:pt x="527" y="718"/>
                  </a:cubicBezTo>
                  <a:cubicBezTo>
                    <a:pt x="527" y="693"/>
                    <a:pt x="552" y="643"/>
                    <a:pt x="577" y="618"/>
                  </a:cubicBezTo>
                  <a:cubicBezTo>
                    <a:pt x="577" y="593"/>
                    <a:pt x="602" y="593"/>
                    <a:pt x="602" y="568"/>
                  </a:cubicBezTo>
                  <a:cubicBezTo>
                    <a:pt x="627" y="543"/>
                    <a:pt x="627" y="543"/>
                    <a:pt x="627" y="543"/>
                  </a:cubicBezTo>
                  <a:cubicBezTo>
                    <a:pt x="635" y="534"/>
                    <a:pt x="641" y="532"/>
                    <a:pt x="644" y="532"/>
                  </a:cubicBezTo>
                  <a:cubicBezTo>
                    <a:pt x="644" y="532"/>
                    <a:pt x="644" y="532"/>
                    <a:pt x="644" y="532"/>
                  </a:cubicBezTo>
                  <a:lnTo>
                    <a:pt x="644" y="532"/>
                  </a:lnTo>
                  <a:cubicBezTo>
                    <a:pt x="654" y="517"/>
                    <a:pt x="660" y="493"/>
                    <a:pt x="677" y="493"/>
                  </a:cubicBezTo>
                  <a:cubicBezTo>
                    <a:pt x="677" y="468"/>
                    <a:pt x="702" y="468"/>
                    <a:pt x="702" y="443"/>
                  </a:cubicBezTo>
                  <a:cubicBezTo>
                    <a:pt x="752" y="417"/>
                    <a:pt x="777" y="392"/>
                    <a:pt x="827" y="342"/>
                  </a:cubicBezTo>
                  <a:cubicBezTo>
                    <a:pt x="903" y="292"/>
                    <a:pt x="903" y="117"/>
                    <a:pt x="827" y="67"/>
                  </a:cubicBezTo>
                  <a:cubicBezTo>
                    <a:pt x="781" y="20"/>
                    <a:pt x="729" y="0"/>
                    <a:pt x="67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2" name="Google Shape;3142;p38"/>
            <p:cNvSpPr/>
            <p:nvPr/>
          </p:nvSpPr>
          <p:spPr>
            <a:xfrm>
              <a:off x="2198860" y="1703336"/>
              <a:ext cx="60035" cy="13957"/>
            </a:xfrm>
            <a:custGeom>
              <a:rect b="b" l="l" r="r" t="t"/>
              <a:pathLst>
                <a:path extrusionOk="0" h="783" w="3368">
                  <a:moveTo>
                    <a:pt x="3138" y="0"/>
                  </a:moveTo>
                  <a:cubicBezTo>
                    <a:pt x="3131" y="0"/>
                    <a:pt x="3124" y="0"/>
                    <a:pt x="3117" y="1"/>
                  </a:cubicBezTo>
                  <a:cubicBezTo>
                    <a:pt x="2140" y="26"/>
                    <a:pt x="1187" y="152"/>
                    <a:pt x="260" y="377"/>
                  </a:cubicBezTo>
                  <a:cubicBezTo>
                    <a:pt x="0" y="424"/>
                    <a:pt x="96" y="782"/>
                    <a:pt x="317" y="782"/>
                  </a:cubicBezTo>
                  <a:cubicBezTo>
                    <a:pt x="331" y="782"/>
                    <a:pt x="345" y="781"/>
                    <a:pt x="360" y="778"/>
                  </a:cubicBezTo>
                  <a:cubicBezTo>
                    <a:pt x="1262" y="553"/>
                    <a:pt x="2190" y="427"/>
                    <a:pt x="3117" y="402"/>
                  </a:cubicBezTo>
                  <a:cubicBezTo>
                    <a:pt x="3361" y="402"/>
                    <a:pt x="3367" y="0"/>
                    <a:pt x="313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3" name="Google Shape;3143;p38"/>
            <p:cNvSpPr/>
            <p:nvPr/>
          </p:nvSpPr>
          <p:spPr>
            <a:xfrm>
              <a:off x="2227167" y="1743836"/>
              <a:ext cx="259354" cy="63207"/>
            </a:xfrm>
            <a:custGeom>
              <a:rect b="b" l="l" r="r" t="t"/>
              <a:pathLst>
                <a:path extrusionOk="0" h="3546" w="14550">
                  <a:moveTo>
                    <a:pt x="1070" y="1"/>
                  </a:moveTo>
                  <a:cubicBezTo>
                    <a:pt x="804" y="1"/>
                    <a:pt x="539" y="4"/>
                    <a:pt x="276" y="10"/>
                  </a:cubicBezTo>
                  <a:cubicBezTo>
                    <a:pt x="0" y="10"/>
                    <a:pt x="0" y="436"/>
                    <a:pt x="276" y="436"/>
                  </a:cubicBezTo>
                  <a:cubicBezTo>
                    <a:pt x="586" y="426"/>
                    <a:pt x="897" y="420"/>
                    <a:pt x="1207" y="420"/>
                  </a:cubicBezTo>
                  <a:cubicBezTo>
                    <a:pt x="4605" y="420"/>
                    <a:pt x="7988" y="1046"/>
                    <a:pt x="11203" y="2241"/>
                  </a:cubicBezTo>
                  <a:cubicBezTo>
                    <a:pt x="12206" y="2616"/>
                    <a:pt x="13183" y="3043"/>
                    <a:pt x="14136" y="3519"/>
                  </a:cubicBezTo>
                  <a:cubicBezTo>
                    <a:pt x="14169" y="3537"/>
                    <a:pt x="14202" y="3545"/>
                    <a:pt x="14234" y="3545"/>
                  </a:cubicBezTo>
                  <a:cubicBezTo>
                    <a:pt x="14417" y="3545"/>
                    <a:pt x="14550" y="3275"/>
                    <a:pt x="14336" y="3168"/>
                  </a:cubicBezTo>
                  <a:cubicBezTo>
                    <a:pt x="10953" y="1464"/>
                    <a:pt x="7243" y="411"/>
                    <a:pt x="3484" y="85"/>
                  </a:cubicBezTo>
                  <a:cubicBezTo>
                    <a:pt x="2676" y="29"/>
                    <a:pt x="1867" y="1"/>
                    <a:pt x="107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4" name="Google Shape;3144;p38"/>
            <p:cNvSpPr/>
            <p:nvPr/>
          </p:nvSpPr>
          <p:spPr>
            <a:xfrm>
              <a:off x="2273602" y="1589894"/>
              <a:ext cx="126023" cy="55115"/>
            </a:xfrm>
            <a:custGeom>
              <a:rect b="b" l="l" r="r" t="t"/>
              <a:pathLst>
                <a:path extrusionOk="0" h="3092" w="7070">
                  <a:moveTo>
                    <a:pt x="5366" y="1"/>
                  </a:moveTo>
                  <a:cubicBezTo>
                    <a:pt x="3639" y="1"/>
                    <a:pt x="1923" y="213"/>
                    <a:pt x="252" y="626"/>
                  </a:cubicBezTo>
                  <a:cubicBezTo>
                    <a:pt x="0" y="695"/>
                    <a:pt x="84" y="1036"/>
                    <a:pt x="292" y="1036"/>
                  </a:cubicBezTo>
                  <a:cubicBezTo>
                    <a:pt x="311" y="1036"/>
                    <a:pt x="331" y="1033"/>
                    <a:pt x="353" y="1027"/>
                  </a:cubicBezTo>
                  <a:cubicBezTo>
                    <a:pt x="1976" y="621"/>
                    <a:pt x="3645" y="424"/>
                    <a:pt x="5312" y="424"/>
                  </a:cubicBezTo>
                  <a:cubicBezTo>
                    <a:pt x="5506" y="424"/>
                    <a:pt x="5699" y="426"/>
                    <a:pt x="5893" y="432"/>
                  </a:cubicBezTo>
                  <a:lnTo>
                    <a:pt x="5893" y="432"/>
                  </a:lnTo>
                  <a:cubicBezTo>
                    <a:pt x="4933" y="945"/>
                    <a:pt x="4167" y="1764"/>
                    <a:pt x="3736" y="2781"/>
                  </a:cubicBezTo>
                  <a:cubicBezTo>
                    <a:pt x="3667" y="2936"/>
                    <a:pt x="3812" y="3092"/>
                    <a:pt x="3941" y="3092"/>
                  </a:cubicBezTo>
                  <a:cubicBezTo>
                    <a:pt x="4000" y="3092"/>
                    <a:pt x="4056" y="3060"/>
                    <a:pt x="4087" y="2982"/>
                  </a:cubicBezTo>
                  <a:cubicBezTo>
                    <a:pt x="4613" y="1779"/>
                    <a:pt x="5616" y="851"/>
                    <a:pt x="6844" y="475"/>
                  </a:cubicBezTo>
                  <a:cubicBezTo>
                    <a:pt x="7069" y="400"/>
                    <a:pt x="7019" y="74"/>
                    <a:pt x="6794" y="49"/>
                  </a:cubicBezTo>
                  <a:cubicBezTo>
                    <a:pt x="6317" y="17"/>
                    <a:pt x="5841" y="1"/>
                    <a:pt x="536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5" name="Google Shape;3145;p38"/>
            <p:cNvSpPr/>
            <p:nvPr/>
          </p:nvSpPr>
          <p:spPr>
            <a:xfrm>
              <a:off x="2320091" y="1616489"/>
              <a:ext cx="14313" cy="10214"/>
            </a:xfrm>
            <a:custGeom>
              <a:rect b="b" l="l" r="r" t="t"/>
              <a:pathLst>
                <a:path extrusionOk="0" h="573" w="803">
                  <a:moveTo>
                    <a:pt x="571" y="1"/>
                  </a:moveTo>
                  <a:cubicBezTo>
                    <a:pt x="556" y="1"/>
                    <a:pt x="541" y="4"/>
                    <a:pt x="527" y="11"/>
                  </a:cubicBezTo>
                  <a:cubicBezTo>
                    <a:pt x="401" y="61"/>
                    <a:pt x="276" y="111"/>
                    <a:pt x="151" y="161"/>
                  </a:cubicBezTo>
                  <a:cubicBezTo>
                    <a:pt x="126" y="161"/>
                    <a:pt x="101" y="186"/>
                    <a:pt x="75" y="186"/>
                  </a:cubicBezTo>
                  <a:cubicBezTo>
                    <a:pt x="50" y="212"/>
                    <a:pt x="50" y="237"/>
                    <a:pt x="25" y="262"/>
                  </a:cubicBezTo>
                  <a:cubicBezTo>
                    <a:pt x="0" y="287"/>
                    <a:pt x="0" y="362"/>
                    <a:pt x="0" y="412"/>
                  </a:cubicBezTo>
                  <a:cubicBezTo>
                    <a:pt x="25" y="462"/>
                    <a:pt x="50" y="512"/>
                    <a:pt x="101" y="537"/>
                  </a:cubicBezTo>
                  <a:cubicBezTo>
                    <a:pt x="136" y="555"/>
                    <a:pt x="171" y="573"/>
                    <a:pt x="207" y="573"/>
                  </a:cubicBezTo>
                  <a:cubicBezTo>
                    <a:pt x="222" y="573"/>
                    <a:pt x="236" y="570"/>
                    <a:pt x="251" y="562"/>
                  </a:cubicBezTo>
                  <a:cubicBezTo>
                    <a:pt x="376" y="512"/>
                    <a:pt x="502" y="462"/>
                    <a:pt x="627" y="412"/>
                  </a:cubicBezTo>
                  <a:cubicBezTo>
                    <a:pt x="652" y="412"/>
                    <a:pt x="677" y="387"/>
                    <a:pt x="702" y="387"/>
                  </a:cubicBezTo>
                  <a:cubicBezTo>
                    <a:pt x="727" y="362"/>
                    <a:pt x="752" y="337"/>
                    <a:pt x="752" y="312"/>
                  </a:cubicBezTo>
                  <a:cubicBezTo>
                    <a:pt x="777" y="262"/>
                    <a:pt x="802" y="212"/>
                    <a:pt x="777" y="161"/>
                  </a:cubicBezTo>
                  <a:cubicBezTo>
                    <a:pt x="752" y="111"/>
                    <a:pt x="727" y="61"/>
                    <a:pt x="677" y="36"/>
                  </a:cubicBezTo>
                  <a:cubicBezTo>
                    <a:pt x="642" y="18"/>
                    <a:pt x="606" y="1"/>
                    <a:pt x="57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6" name="Google Shape;3146;p38"/>
            <p:cNvSpPr/>
            <p:nvPr/>
          </p:nvSpPr>
          <p:spPr>
            <a:xfrm>
              <a:off x="2403444" y="1689699"/>
              <a:ext cx="170247" cy="83528"/>
            </a:xfrm>
            <a:custGeom>
              <a:rect b="b" l="l" r="r" t="t"/>
              <a:pathLst>
                <a:path extrusionOk="0" h="4686" w="9551">
                  <a:moveTo>
                    <a:pt x="1537" y="0"/>
                  </a:moveTo>
                  <a:cubicBezTo>
                    <a:pt x="1106" y="0"/>
                    <a:pt x="672" y="29"/>
                    <a:pt x="237" y="90"/>
                  </a:cubicBezTo>
                  <a:cubicBezTo>
                    <a:pt x="1" y="137"/>
                    <a:pt x="76" y="495"/>
                    <a:pt x="315" y="495"/>
                  </a:cubicBezTo>
                  <a:cubicBezTo>
                    <a:pt x="330" y="495"/>
                    <a:pt x="346" y="493"/>
                    <a:pt x="362" y="491"/>
                  </a:cubicBezTo>
                  <a:cubicBezTo>
                    <a:pt x="776" y="430"/>
                    <a:pt x="1188" y="402"/>
                    <a:pt x="1598" y="402"/>
                  </a:cubicBezTo>
                  <a:cubicBezTo>
                    <a:pt x="3961" y="402"/>
                    <a:pt x="6243" y="1335"/>
                    <a:pt x="8319" y="2439"/>
                  </a:cubicBezTo>
                  <a:lnTo>
                    <a:pt x="8319" y="2439"/>
                  </a:lnTo>
                  <a:cubicBezTo>
                    <a:pt x="6508" y="2491"/>
                    <a:pt x="4825" y="3405"/>
                    <a:pt x="3269" y="4300"/>
                  </a:cubicBezTo>
                  <a:cubicBezTo>
                    <a:pt x="3080" y="4405"/>
                    <a:pt x="3190" y="4686"/>
                    <a:pt x="3364" y="4686"/>
                  </a:cubicBezTo>
                  <a:cubicBezTo>
                    <a:pt x="3397" y="4686"/>
                    <a:pt x="3433" y="4675"/>
                    <a:pt x="3470" y="4651"/>
                  </a:cubicBezTo>
                  <a:cubicBezTo>
                    <a:pt x="4998" y="3787"/>
                    <a:pt x="6682" y="2845"/>
                    <a:pt x="8455" y="2845"/>
                  </a:cubicBezTo>
                  <a:cubicBezTo>
                    <a:pt x="8688" y="2845"/>
                    <a:pt x="8923" y="2862"/>
                    <a:pt x="9159" y="2897"/>
                  </a:cubicBezTo>
                  <a:cubicBezTo>
                    <a:pt x="9168" y="2898"/>
                    <a:pt x="9177" y="2898"/>
                    <a:pt x="9186" y="2898"/>
                  </a:cubicBezTo>
                  <a:cubicBezTo>
                    <a:pt x="9398" y="2898"/>
                    <a:pt x="9551" y="2616"/>
                    <a:pt x="9334" y="2496"/>
                  </a:cubicBezTo>
                  <a:cubicBezTo>
                    <a:pt x="6949" y="1173"/>
                    <a:pt x="4301" y="0"/>
                    <a:pt x="153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7" name="Google Shape;3147;p38"/>
            <p:cNvSpPr/>
            <p:nvPr/>
          </p:nvSpPr>
          <p:spPr>
            <a:xfrm>
              <a:off x="2410788" y="1720324"/>
              <a:ext cx="16542" cy="15205"/>
            </a:xfrm>
            <a:custGeom>
              <a:rect b="b" l="l" r="r" t="t"/>
              <a:pathLst>
                <a:path extrusionOk="0" h="853" w="928">
                  <a:moveTo>
                    <a:pt x="727" y="1"/>
                  </a:moveTo>
                  <a:cubicBezTo>
                    <a:pt x="652" y="1"/>
                    <a:pt x="602" y="26"/>
                    <a:pt x="576" y="51"/>
                  </a:cubicBezTo>
                  <a:cubicBezTo>
                    <a:pt x="401" y="201"/>
                    <a:pt x="226" y="351"/>
                    <a:pt x="50" y="502"/>
                  </a:cubicBezTo>
                  <a:cubicBezTo>
                    <a:pt x="25" y="527"/>
                    <a:pt x="0" y="602"/>
                    <a:pt x="0" y="652"/>
                  </a:cubicBezTo>
                  <a:cubicBezTo>
                    <a:pt x="0" y="702"/>
                    <a:pt x="25" y="752"/>
                    <a:pt x="50" y="803"/>
                  </a:cubicBezTo>
                  <a:cubicBezTo>
                    <a:pt x="100" y="828"/>
                    <a:pt x="150" y="853"/>
                    <a:pt x="201" y="853"/>
                  </a:cubicBezTo>
                  <a:cubicBezTo>
                    <a:pt x="251" y="853"/>
                    <a:pt x="301" y="828"/>
                    <a:pt x="351" y="803"/>
                  </a:cubicBezTo>
                  <a:cubicBezTo>
                    <a:pt x="526" y="652"/>
                    <a:pt x="702" y="502"/>
                    <a:pt x="852" y="351"/>
                  </a:cubicBezTo>
                  <a:cubicBezTo>
                    <a:pt x="902" y="326"/>
                    <a:pt x="927" y="251"/>
                    <a:pt x="927" y="201"/>
                  </a:cubicBezTo>
                  <a:cubicBezTo>
                    <a:pt x="927" y="151"/>
                    <a:pt x="902" y="101"/>
                    <a:pt x="852" y="51"/>
                  </a:cubicBezTo>
                  <a:cubicBezTo>
                    <a:pt x="827" y="26"/>
                    <a:pt x="777" y="1"/>
                    <a:pt x="7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8" name="Google Shape;3148;p38"/>
            <p:cNvSpPr/>
            <p:nvPr/>
          </p:nvSpPr>
          <p:spPr>
            <a:xfrm>
              <a:off x="2421946" y="1722998"/>
              <a:ext cx="24135" cy="21550"/>
            </a:xfrm>
            <a:custGeom>
              <a:rect b="b" l="l" r="r" t="t"/>
              <a:pathLst>
                <a:path extrusionOk="0" h="1209" w="1354">
                  <a:moveTo>
                    <a:pt x="306" y="746"/>
                  </a:moveTo>
                  <a:cubicBezTo>
                    <a:pt x="307" y="746"/>
                    <a:pt x="307" y="748"/>
                    <a:pt x="301" y="753"/>
                  </a:cubicBezTo>
                  <a:cubicBezTo>
                    <a:pt x="296" y="753"/>
                    <a:pt x="292" y="753"/>
                    <a:pt x="288" y="753"/>
                  </a:cubicBezTo>
                  <a:lnTo>
                    <a:pt x="288" y="753"/>
                  </a:lnTo>
                  <a:cubicBezTo>
                    <a:pt x="296" y="749"/>
                    <a:pt x="303" y="746"/>
                    <a:pt x="306" y="746"/>
                  </a:cubicBezTo>
                  <a:close/>
                  <a:moveTo>
                    <a:pt x="1135" y="1"/>
                  </a:moveTo>
                  <a:cubicBezTo>
                    <a:pt x="1064" y="1"/>
                    <a:pt x="986" y="34"/>
                    <a:pt x="953" y="101"/>
                  </a:cubicBezTo>
                  <a:cubicBezTo>
                    <a:pt x="903" y="201"/>
                    <a:pt x="853" y="277"/>
                    <a:pt x="803" y="352"/>
                  </a:cubicBezTo>
                  <a:cubicBezTo>
                    <a:pt x="803" y="352"/>
                    <a:pt x="803" y="352"/>
                    <a:pt x="803" y="352"/>
                  </a:cubicBezTo>
                  <a:lnTo>
                    <a:pt x="803" y="352"/>
                  </a:lnTo>
                  <a:cubicBezTo>
                    <a:pt x="796" y="365"/>
                    <a:pt x="795" y="370"/>
                    <a:pt x="796" y="370"/>
                  </a:cubicBezTo>
                  <a:cubicBezTo>
                    <a:pt x="796" y="370"/>
                    <a:pt x="796" y="369"/>
                    <a:pt x="797" y="369"/>
                  </a:cubicBezTo>
                  <a:lnTo>
                    <a:pt x="797" y="369"/>
                  </a:lnTo>
                  <a:cubicBezTo>
                    <a:pt x="789" y="377"/>
                    <a:pt x="778" y="377"/>
                    <a:pt x="778" y="377"/>
                  </a:cubicBezTo>
                  <a:cubicBezTo>
                    <a:pt x="752" y="402"/>
                    <a:pt x="752" y="427"/>
                    <a:pt x="727" y="427"/>
                  </a:cubicBezTo>
                  <a:cubicBezTo>
                    <a:pt x="702" y="477"/>
                    <a:pt x="652" y="502"/>
                    <a:pt x="627" y="552"/>
                  </a:cubicBezTo>
                  <a:cubicBezTo>
                    <a:pt x="602" y="552"/>
                    <a:pt x="577" y="577"/>
                    <a:pt x="577" y="577"/>
                  </a:cubicBezTo>
                  <a:cubicBezTo>
                    <a:pt x="577" y="578"/>
                    <a:pt x="577" y="578"/>
                    <a:pt x="576" y="578"/>
                  </a:cubicBezTo>
                  <a:lnTo>
                    <a:pt x="576" y="578"/>
                  </a:lnTo>
                  <a:cubicBezTo>
                    <a:pt x="576" y="578"/>
                    <a:pt x="576" y="578"/>
                    <a:pt x="576" y="578"/>
                  </a:cubicBezTo>
                  <a:lnTo>
                    <a:pt x="576" y="578"/>
                  </a:lnTo>
                  <a:cubicBezTo>
                    <a:pt x="552" y="602"/>
                    <a:pt x="552" y="602"/>
                    <a:pt x="527" y="602"/>
                  </a:cubicBezTo>
                  <a:cubicBezTo>
                    <a:pt x="502" y="628"/>
                    <a:pt x="452" y="678"/>
                    <a:pt x="402" y="703"/>
                  </a:cubicBezTo>
                  <a:cubicBezTo>
                    <a:pt x="377" y="703"/>
                    <a:pt x="326" y="728"/>
                    <a:pt x="276" y="753"/>
                  </a:cubicBezTo>
                  <a:cubicBezTo>
                    <a:pt x="273" y="756"/>
                    <a:pt x="271" y="758"/>
                    <a:pt x="271" y="759"/>
                  </a:cubicBezTo>
                  <a:lnTo>
                    <a:pt x="271" y="759"/>
                  </a:lnTo>
                  <a:cubicBezTo>
                    <a:pt x="266" y="763"/>
                    <a:pt x="260" y="769"/>
                    <a:pt x="251" y="778"/>
                  </a:cubicBezTo>
                  <a:cubicBezTo>
                    <a:pt x="226" y="778"/>
                    <a:pt x="201" y="778"/>
                    <a:pt x="176" y="803"/>
                  </a:cubicBezTo>
                  <a:cubicBezTo>
                    <a:pt x="76" y="828"/>
                    <a:pt x="1" y="928"/>
                    <a:pt x="26" y="1054"/>
                  </a:cubicBezTo>
                  <a:cubicBezTo>
                    <a:pt x="69" y="1141"/>
                    <a:pt x="151" y="1209"/>
                    <a:pt x="237" y="1209"/>
                  </a:cubicBezTo>
                  <a:cubicBezTo>
                    <a:pt x="250" y="1209"/>
                    <a:pt x="263" y="1207"/>
                    <a:pt x="276" y="1204"/>
                  </a:cubicBezTo>
                  <a:cubicBezTo>
                    <a:pt x="727" y="1054"/>
                    <a:pt x="1128" y="728"/>
                    <a:pt x="1304" y="302"/>
                  </a:cubicBezTo>
                  <a:cubicBezTo>
                    <a:pt x="1354" y="201"/>
                    <a:pt x="1354" y="76"/>
                    <a:pt x="1229" y="26"/>
                  </a:cubicBezTo>
                  <a:cubicBezTo>
                    <a:pt x="1204" y="9"/>
                    <a:pt x="1170" y="1"/>
                    <a:pt x="11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9" name="Google Shape;3149;p38"/>
            <p:cNvSpPr/>
            <p:nvPr/>
          </p:nvSpPr>
          <p:spPr>
            <a:xfrm>
              <a:off x="2535121" y="1835567"/>
              <a:ext cx="62887" cy="49536"/>
            </a:xfrm>
            <a:custGeom>
              <a:rect b="b" l="l" r="r" t="t"/>
              <a:pathLst>
                <a:path extrusionOk="0" h="2779" w="3528">
                  <a:moveTo>
                    <a:pt x="297" y="0"/>
                  </a:moveTo>
                  <a:cubicBezTo>
                    <a:pt x="118" y="0"/>
                    <a:pt x="1" y="275"/>
                    <a:pt x="193" y="403"/>
                  </a:cubicBezTo>
                  <a:cubicBezTo>
                    <a:pt x="1271" y="1029"/>
                    <a:pt x="2248" y="1806"/>
                    <a:pt x="3100" y="2709"/>
                  </a:cubicBezTo>
                  <a:cubicBezTo>
                    <a:pt x="3143" y="2758"/>
                    <a:pt x="3194" y="2778"/>
                    <a:pt x="3243" y="2778"/>
                  </a:cubicBezTo>
                  <a:cubicBezTo>
                    <a:pt x="3393" y="2778"/>
                    <a:pt x="3527" y="2584"/>
                    <a:pt x="3376" y="2433"/>
                  </a:cubicBezTo>
                  <a:cubicBezTo>
                    <a:pt x="2524" y="1481"/>
                    <a:pt x="1496" y="678"/>
                    <a:pt x="393" y="27"/>
                  </a:cubicBezTo>
                  <a:cubicBezTo>
                    <a:pt x="360" y="8"/>
                    <a:pt x="328" y="0"/>
                    <a:pt x="2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0" name="Google Shape;3150;p38"/>
            <p:cNvSpPr/>
            <p:nvPr/>
          </p:nvSpPr>
          <p:spPr>
            <a:xfrm>
              <a:off x="2557314" y="1918153"/>
              <a:ext cx="15205" cy="31212"/>
            </a:xfrm>
            <a:custGeom>
              <a:rect b="b" l="l" r="r" t="t"/>
              <a:pathLst>
                <a:path extrusionOk="0" h="1751" w="853">
                  <a:moveTo>
                    <a:pt x="224" y="1"/>
                  </a:moveTo>
                  <a:cubicBezTo>
                    <a:pt x="209" y="1"/>
                    <a:pt x="193" y="2"/>
                    <a:pt x="176" y="5"/>
                  </a:cubicBezTo>
                  <a:cubicBezTo>
                    <a:pt x="76" y="56"/>
                    <a:pt x="1" y="156"/>
                    <a:pt x="26" y="281"/>
                  </a:cubicBezTo>
                  <a:cubicBezTo>
                    <a:pt x="151" y="707"/>
                    <a:pt x="276" y="1158"/>
                    <a:pt x="402" y="1609"/>
                  </a:cubicBezTo>
                  <a:cubicBezTo>
                    <a:pt x="441" y="1688"/>
                    <a:pt x="510" y="1751"/>
                    <a:pt x="599" y="1751"/>
                  </a:cubicBezTo>
                  <a:cubicBezTo>
                    <a:pt x="624" y="1751"/>
                    <a:pt x="650" y="1746"/>
                    <a:pt x="677" y="1735"/>
                  </a:cubicBezTo>
                  <a:cubicBezTo>
                    <a:pt x="778" y="1710"/>
                    <a:pt x="853" y="1609"/>
                    <a:pt x="828" y="1484"/>
                  </a:cubicBezTo>
                  <a:cubicBezTo>
                    <a:pt x="702" y="1033"/>
                    <a:pt x="577" y="607"/>
                    <a:pt x="452" y="156"/>
                  </a:cubicBezTo>
                  <a:cubicBezTo>
                    <a:pt x="408" y="69"/>
                    <a:pt x="327" y="1"/>
                    <a:pt x="2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1" name="Google Shape;3151;p38"/>
            <p:cNvSpPr/>
            <p:nvPr/>
          </p:nvSpPr>
          <p:spPr>
            <a:xfrm>
              <a:off x="2571610" y="3124040"/>
              <a:ext cx="998485" cy="1041390"/>
            </a:xfrm>
            <a:custGeom>
              <a:rect b="b" l="l" r="r" t="t"/>
              <a:pathLst>
                <a:path extrusionOk="0" h="58423" w="56016">
                  <a:moveTo>
                    <a:pt x="54650" y="2852"/>
                  </a:moveTo>
                  <a:cubicBezTo>
                    <a:pt x="54757" y="2852"/>
                    <a:pt x="54863" y="2921"/>
                    <a:pt x="54863" y="3059"/>
                  </a:cubicBezTo>
                  <a:cubicBezTo>
                    <a:pt x="54813" y="4337"/>
                    <a:pt x="54838" y="5615"/>
                    <a:pt x="54913" y="6893"/>
                  </a:cubicBezTo>
                  <a:cubicBezTo>
                    <a:pt x="54913" y="7018"/>
                    <a:pt x="54813" y="7081"/>
                    <a:pt x="54710" y="7081"/>
                  </a:cubicBezTo>
                  <a:cubicBezTo>
                    <a:pt x="54606" y="7081"/>
                    <a:pt x="54500" y="7018"/>
                    <a:pt x="54487" y="6893"/>
                  </a:cubicBezTo>
                  <a:cubicBezTo>
                    <a:pt x="54437" y="5615"/>
                    <a:pt x="54412" y="4337"/>
                    <a:pt x="54437" y="3059"/>
                  </a:cubicBezTo>
                  <a:cubicBezTo>
                    <a:pt x="54437" y="2921"/>
                    <a:pt x="54544" y="2852"/>
                    <a:pt x="54650" y="2852"/>
                  </a:cubicBezTo>
                  <a:close/>
                  <a:moveTo>
                    <a:pt x="55064" y="8347"/>
                  </a:moveTo>
                  <a:cubicBezTo>
                    <a:pt x="55114" y="8347"/>
                    <a:pt x="55139" y="8347"/>
                    <a:pt x="55189" y="8372"/>
                  </a:cubicBezTo>
                  <a:cubicBezTo>
                    <a:pt x="55189" y="8372"/>
                    <a:pt x="55214" y="8397"/>
                    <a:pt x="55214" y="8397"/>
                  </a:cubicBezTo>
                  <a:cubicBezTo>
                    <a:pt x="55239" y="8422"/>
                    <a:pt x="55264" y="8472"/>
                    <a:pt x="55264" y="8497"/>
                  </a:cubicBezTo>
                  <a:cubicBezTo>
                    <a:pt x="55289" y="8522"/>
                    <a:pt x="55289" y="8522"/>
                    <a:pt x="55289" y="8547"/>
                  </a:cubicBezTo>
                  <a:cubicBezTo>
                    <a:pt x="55289" y="8572"/>
                    <a:pt x="55289" y="8597"/>
                    <a:pt x="55264" y="8622"/>
                  </a:cubicBezTo>
                  <a:cubicBezTo>
                    <a:pt x="55264" y="8648"/>
                    <a:pt x="55239" y="8673"/>
                    <a:pt x="55214" y="8698"/>
                  </a:cubicBezTo>
                  <a:cubicBezTo>
                    <a:pt x="55214" y="8723"/>
                    <a:pt x="55189" y="8748"/>
                    <a:pt x="55164" y="8748"/>
                  </a:cubicBezTo>
                  <a:cubicBezTo>
                    <a:pt x="55139" y="8748"/>
                    <a:pt x="55114" y="8773"/>
                    <a:pt x="55064" y="8773"/>
                  </a:cubicBezTo>
                  <a:lnTo>
                    <a:pt x="54963" y="8773"/>
                  </a:lnTo>
                  <a:cubicBezTo>
                    <a:pt x="54913" y="8773"/>
                    <a:pt x="54888" y="8748"/>
                    <a:pt x="54838" y="8723"/>
                  </a:cubicBezTo>
                  <a:cubicBezTo>
                    <a:pt x="54838" y="8723"/>
                    <a:pt x="54813" y="8723"/>
                    <a:pt x="54813" y="8698"/>
                  </a:cubicBezTo>
                  <a:cubicBezTo>
                    <a:pt x="54788" y="8673"/>
                    <a:pt x="54763" y="8648"/>
                    <a:pt x="54738" y="8597"/>
                  </a:cubicBezTo>
                  <a:cubicBezTo>
                    <a:pt x="54738" y="8597"/>
                    <a:pt x="54738" y="8572"/>
                    <a:pt x="54738" y="8547"/>
                  </a:cubicBezTo>
                  <a:cubicBezTo>
                    <a:pt x="54738" y="8522"/>
                    <a:pt x="54738" y="8497"/>
                    <a:pt x="54763" y="8472"/>
                  </a:cubicBezTo>
                  <a:cubicBezTo>
                    <a:pt x="54763" y="8447"/>
                    <a:pt x="54788" y="8422"/>
                    <a:pt x="54813" y="8397"/>
                  </a:cubicBezTo>
                  <a:cubicBezTo>
                    <a:pt x="54813" y="8397"/>
                    <a:pt x="54838" y="8372"/>
                    <a:pt x="54863" y="8372"/>
                  </a:cubicBezTo>
                  <a:cubicBezTo>
                    <a:pt x="54888" y="8347"/>
                    <a:pt x="54913" y="8347"/>
                    <a:pt x="54963" y="8347"/>
                  </a:cubicBezTo>
                  <a:close/>
                  <a:moveTo>
                    <a:pt x="49099" y="8472"/>
                  </a:moveTo>
                  <a:cubicBezTo>
                    <a:pt x="49124" y="8472"/>
                    <a:pt x="49149" y="8472"/>
                    <a:pt x="49199" y="8497"/>
                  </a:cubicBezTo>
                  <a:cubicBezTo>
                    <a:pt x="49199" y="8497"/>
                    <a:pt x="49224" y="8522"/>
                    <a:pt x="49224" y="8522"/>
                  </a:cubicBezTo>
                  <a:cubicBezTo>
                    <a:pt x="49249" y="8547"/>
                    <a:pt x="49274" y="8597"/>
                    <a:pt x="49299" y="8622"/>
                  </a:cubicBezTo>
                  <a:cubicBezTo>
                    <a:pt x="49299" y="8648"/>
                    <a:pt x="49299" y="8648"/>
                    <a:pt x="49299" y="8673"/>
                  </a:cubicBezTo>
                  <a:cubicBezTo>
                    <a:pt x="49299" y="8698"/>
                    <a:pt x="49299" y="8723"/>
                    <a:pt x="49274" y="8748"/>
                  </a:cubicBezTo>
                  <a:cubicBezTo>
                    <a:pt x="49274" y="8773"/>
                    <a:pt x="49249" y="8798"/>
                    <a:pt x="49224" y="8823"/>
                  </a:cubicBezTo>
                  <a:cubicBezTo>
                    <a:pt x="49224" y="8848"/>
                    <a:pt x="49199" y="8848"/>
                    <a:pt x="49174" y="8873"/>
                  </a:cubicBezTo>
                  <a:cubicBezTo>
                    <a:pt x="49157" y="8873"/>
                    <a:pt x="49140" y="8884"/>
                    <a:pt x="49124" y="8884"/>
                  </a:cubicBezTo>
                  <a:cubicBezTo>
                    <a:pt x="49115" y="8884"/>
                    <a:pt x="49107" y="8881"/>
                    <a:pt x="49099" y="8873"/>
                  </a:cubicBezTo>
                  <a:lnTo>
                    <a:pt x="48973" y="8873"/>
                  </a:lnTo>
                  <a:cubicBezTo>
                    <a:pt x="48923" y="8873"/>
                    <a:pt x="48898" y="8873"/>
                    <a:pt x="48848" y="8848"/>
                  </a:cubicBezTo>
                  <a:lnTo>
                    <a:pt x="48823" y="8823"/>
                  </a:lnTo>
                  <a:cubicBezTo>
                    <a:pt x="48798" y="8798"/>
                    <a:pt x="48773" y="8773"/>
                    <a:pt x="48773" y="8723"/>
                  </a:cubicBezTo>
                  <a:cubicBezTo>
                    <a:pt x="48748" y="8723"/>
                    <a:pt x="48748" y="8698"/>
                    <a:pt x="48748" y="8673"/>
                  </a:cubicBezTo>
                  <a:cubicBezTo>
                    <a:pt x="48748" y="8648"/>
                    <a:pt x="48748" y="8622"/>
                    <a:pt x="48773" y="8597"/>
                  </a:cubicBezTo>
                  <a:cubicBezTo>
                    <a:pt x="48773" y="8572"/>
                    <a:pt x="48798" y="8547"/>
                    <a:pt x="48823" y="8522"/>
                  </a:cubicBezTo>
                  <a:cubicBezTo>
                    <a:pt x="48823" y="8497"/>
                    <a:pt x="48848" y="8497"/>
                    <a:pt x="48873" y="8497"/>
                  </a:cubicBezTo>
                  <a:cubicBezTo>
                    <a:pt x="48898" y="8472"/>
                    <a:pt x="48923" y="8472"/>
                    <a:pt x="48973" y="8472"/>
                  </a:cubicBezTo>
                  <a:close/>
                  <a:moveTo>
                    <a:pt x="35815" y="10628"/>
                  </a:moveTo>
                  <a:cubicBezTo>
                    <a:pt x="35916" y="10628"/>
                    <a:pt x="36041" y="10728"/>
                    <a:pt x="36016" y="10828"/>
                  </a:cubicBezTo>
                  <a:cubicBezTo>
                    <a:pt x="35966" y="11304"/>
                    <a:pt x="35815" y="11730"/>
                    <a:pt x="35565" y="12106"/>
                  </a:cubicBezTo>
                  <a:cubicBezTo>
                    <a:pt x="35515" y="12173"/>
                    <a:pt x="35442" y="12206"/>
                    <a:pt x="35370" y="12206"/>
                  </a:cubicBezTo>
                  <a:cubicBezTo>
                    <a:pt x="35334" y="12206"/>
                    <a:pt x="35297" y="12198"/>
                    <a:pt x="35264" y="12181"/>
                  </a:cubicBezTo>
                  <a:cubicBezTo>
                    <a:pt x="35164" y="12131"/>
                    <a:pt x="35139" y="11981"/>
                    <a:pt x="35189" y="11906"/>
                  </a:cubicBezTo>
                  <a:cubicBezTo>
                    <a:pt x="35239" y="11805"/>
                    <a:pt x="35314" y="11730"/>
                    <a:pt x="35339" y="11630"/>
                  </a:cubicBezTo>
                  <a:cubicBezTo>
                    <a:pt x="35364" y="11580"/>
                    <a:pt x="35389" y="11555"/>
                    <a:pt x="35414" y="11505"/>
                  </a:cubicBezTo>
                  <a:cubicBezTo>
                    <a:pt x="35414" y="11480"/>
                    <a:pt x="35439" y="11480"/>
                    <a:pt x="35439" y="11455"/>
                  </a:cubicBezTo>
                  <a:cubicBezTo>
                    <a:pt x="35439" y="11430"/>
                    <a:pt x="35464" y="11404"/>
                    <a:pt x="35464" y="11404"/>
                  </a:cubicBezTo>
                  <a:cubicBezTo>
                    <a:pt x="35490" y="11304"/>
                    <a:pt x="35540" y="11204"/>
                    <a:pt x="35565" y="11104"/>
                  </a:cubicBezTo>
                  <a:cubicBezTo>
                    <a:pt x="35565" y="11054"/>
                    <a:pt x="35590" y="11003"/>
                    <a:pt x="35590" y="10953"/>
                  </a:cubicBezTo>
                  <a:cubicBezTo>
                    <a:pt x="35590" y="10928"/>
                    <a:pt x="35590" y="10903"/>
                    <a:pt x="35590" y="10878"/>
                  </a:cubicBezTo>
                  <a:cubicBezTo>
                    <a:pt x="35611" y="10878"/>
                    <a:pt x="35614" y="10823"/>
                    <a:pt x="35615" y="10823"/>
                  </a:cubicBezTo>
                  <a:cubicBezTo>
                    <a:pt x="35615" y="10823"/>
                    <a:pt x="35615" y="10824"/>
                    <a:pt x="35615" y="10828"/>
                  </a:cubicBezTo>
                  <a:cubicBezTo>
                    <a:pt x="35615" y="10728"/>
                    <a:pt x="35690" y="10628"/>
                    <a:pt x="35815" y="10628"/>
                  </a:cubicBezTo>
                  <a:close/>
                  <a:moveTo>
                    <a:pt x="36474" y="11188"/>
                  </a:moveTo>
                  <a:cubicBezTo>
                    <a:pt x="36497" y="11188"/>
                    <a:pt x="36520" y="11193"/>
                    <a:pt x="36542" y="11204"/>
                  </a:cubicBezTo>
                  <a:cubicBezTo>
                    <a:pt x="36642" y="11204"/>
                    <a:pt x="36718" y="11354"/>
                    <a:pt x="36693" y="11455"/>
                  </a:cubicBezTo>
                  <a:cubicBezTo>
                    <a:pt x="36617" y="11705"/>
                    <a:pt x="36517" y="11931"/>
                    <a:pt x="36442" y="12181"/>
                  </a:cubicBezTo>
                  <a:cubicBezTo>
                    <a:pt x="36421" y="12286"/>
                    <a:pt x="36331" y="12338"/>
                    <a:pt x="36243" y="12338"/>
                  </a:cubicBezTo>
                  <a:cubicBezTo>
                    <a:pt x="36225" y="12338"/>
                    <a:pt x="36208" y="12336"/>
                    <a:pt x="36191" y="12332"/>
                  </a:cubicBezTo>
                  <a:cubicBezTo>
                    <a:pt x="36091" y="12307"/>
                    <a:pt x="36016" y="12181"/>
                    <a:pt x="36041" y="12081"/>
                  </a:cubicBezTo>
                  <a:cubicBezTo>
                    <a:pt x="36116" y="11831"/>
                    <a:pt x="36216" y="11580"/>
                    <a:pt x="36292" y="11329"/>
                  </a:cubicBezTo>
                  <a:cubicBezTo>
                    <a:pt x="36311" y="11251"/>
                    <a:pt x="36392" y="11188"/>
                    <a:pt x="36474" y="11188"/>
                  </a:cubicBezTo>
                  <a:close/>
                  <a:moveTo>
                    <a:pt x="12476" y="15324"/>
                  </a:moveTo>
                  <a:cubicBezTo>
                    <a:pt x="12609" y="15324"/>
                    <a:pt x="12742" y="15471"/>
                    <a:pt x="12657" y="15640"/>
                  </a:cubicBezTo>
                  <a:cubicBezTo>
                    <a:pt x="12281" y="16467"/>
                    <a:pt x="11855" y="17319"/>
                    <a:pt x="11404" y="18121"/>
                  </a:cubicBezTo>
                  <a:cubicBezTo>
                    <a:pt x="9850" y="20978"/>
                    <a:pt x="8021" y="23685"/>
                    <a:pt x="5991" y="26192"/>
                  </a:cubicBezTo>
                  <a:cubicBezTo>
                    <a:pt x="5946" y="26248"/>
                    <a:pt x="5894" y="26272"/>
                    <a:pt x="5844" y="26272"/>
                  </a:cubicBezTo>
                  <a:cubicBezTo>
                    <a:pt x="5694" y="26272"/>
                    <a:pt x="5559" y="26066"/>
                    <a:pt x="5690" y="25916"/>
                  </a:cubicBezTo>
                  <a:cubicBezTo>
                    <a:pt x="6266" y="25189"/>
                    <a:pt x="6843" y="24462"/>
                    <a:pt x="7394" y="23710"/>
                  </a:cubicBezTo>
                  <a:cubicBezTo>
                    <a:pt x="9274" y="21104"/>
                    <a:pt x="10928" y="18322"/>
                    <a:pt x="12306" y="15440"/>
                  </a:cubicBezTo>
                  <a:cubicBezTo>
                    <a:pt x="12347" y="15358"/>
                    <a:pt x="12412" y="15324"/>
                    <a:pt x="12476" y="15324"/>
                  </a:cubicBezTo>
                  <a:close/>
                  <a:moveTo>
                    <a:pt x="20127" y="22496"/>
                  </a:moveTo>
                  <a:cubicBezTo>
                    <a:pt x="20259" y="22496"/>
                    <a:pt x="20389" y="22603"/>
                    <a:pt x="20327" y="22758"/>
                  </a:cubicBezTo>
                  <a:cubicBezTo>
                    <a:pt x="19474" y="24838"/>
                    <a:pt x="18647" y="26918"/>
                    <a:pt x="17870" y="29049"/>
                  </a:cubicBezTo>
                  <a:cubicBezTo>
                    <a:pt x="17832" y="29144"/>
                    <a:pt x="17750" y="29185"/>
                    <a:pt x="17669" y="29185"/>
                  </a:cubicBezTo>
                  <a:cubicBezTo>
                    <a:pt x="17537" y="29185"/>
                    <a:pt x="17407" y="29078"/>
                    <a:pt x="17469" y="28923"/>
                  </a:cubicBezTo>
                  <a:cubicBezTo>
                    <a:pt x="18246" y="26818"/>
                    <a:pt x="19073" y="24713"/>
                    <a:pt x="19926" y="22633"/>
                  </a:cubicBezTo>
                  <a:cubicBezTo>
                    <a:pt x="19964" y="22537"/>
                    <a:pt x="20046" y="22496"/>
                    <a:pt x="20127" y="22496"/>
                  </a:cubicBezTo>
                  <a:close/>
                  <a:moveTo>
                    <a:pt x="19414" y="18599"/>
                  </a:moveTo>
                  <a:cubicBezTo>
                    <a:pt x="19557" y="18599"/>
                    <a:pt x="19704" y="18743"/>
                    <a:pt x="19600" y="18898"/>
                  </a:cubicBezTo>
                  <a:cubicBezTo>
                    <a:pt x="19048" y="19750"/>
                    <a:pt x="18522" y="20628"/>
                    <a:pt x="17996" y="21480"/>
                  </a:cubicBezTo>
                  <a:cubicBezTo>
                    <a:pt x="16166" y="24562"/>
                    <a:pt x="14487" y="27720"/>
                    <a:pt x="12983" y="30953"/>
                  </a:cubicBezTo>
                  <a:cubicBezTo>
                    <a:pt x="12951" y="31035"/>
                    <a:pt x="12892" y="31069"/>
                    <a:pt x="12830" y="31069"/>
                  </a:cubicBezTo>
                  <a:cubicBezTo>
                    <a:pt x="12703" y="31069"/>
                    <a:pt x="12565" y="30922"/>
                    <a:pt x="12632" y="30753"/>
                  </a:cubicBezTo>
                  <a:cubicBezTo>
                    <a:pt x="13058" y="29826"/>
                    <a:pt x="13509" y="28923"/>
                    <a:pt x="13961" y="27996"/>
                  </a:cubicBezTo>
                  <a:cubicBezTo>
                    <a:pt x="15540" y="24813"/>
                    <a:pt x="17319" y="21705"/>
                    <a:pt x="19249" y="18698"/>
                  </a:cubicBezTo>
                  <a:cubicBezTo>
                    <a:pt x="19288" y="18628"/>
                    <a:pt x="19351" y="18599"/>
                    <a:pt x="19414" y="18599"/>
                  </a:cubicBezTo>
                  <a:close/>
                  <a:moveTo>
                    <a:pt x="18635" y="13687"/>
                  </a:moveTo>
                  <a:cubicBezTo>
                    <a:pt x="18778" y="13687"/>
                    <a:pt x="18927" y="13837"/>
                    <a:pt x="18823" y="14011"/>
                  </a:cubicBezTo>
                  <a:cubicBezTo>
                    <a:pt x="17996" y="15465"/>
                    <a:pt x="17144" y="16918"/>
                    <a:pt x="16291" y="18372"/>
                  </a:cubicBezTo>
                  <a:cubicBezTo>
                    <a:pt x="13284" y="23460"/>
                    <a:pt x="10251" y="28522"/>
                    <a:pt x="7169" y="33560"/>
                  </a:cubicBezTo>
                  <a:cubicBezTo>
                    <a:pt x="7122" y="33630"/>
                    <a:pt x="7056" y="33659"/>
                    <a:pt x="6992" y="33659"/>
                  </a:cubicBezTo>
                  <a:cubicBezTo>
                    <a:pt x="6849" y="33659"/>
                    <a:pt x="6714" y="33515"/>
                    <a:pt x="6818" y="33359"/>
                  </a:cubicBezTo>
                  <a:cubicBezTo>
                    <a:pt x="7695" y="31906"/>
                    <a:pt x="8547" y="30477"/>
                    <a:pt x="9424" y="29049"/>
                  </a:cubicBezTo>
                  <a:cubicBezTo>
                    <a:pt x="12482" y="23986"/>
                    <a:pt x="15489" y="18898"/>
                    <a:pt x="18472" y="13785"/>
                  </a:cubicBezTo>
                  <a:cubicBezTo>
                    <a:pt x="18510" y="13716"/>
                    <a:pt x="18572" y="13687"/>
                    <a:pt x="18635" y="13687"/>
                  </a:cubicBezTo>
                  <a:close/>
                  <a:moveTo>
                    <a:pt x="29209" y="21809"/>
                  </a:moveTo>
                  <a:cubicBezTo>
                    <a:pt x="31136" y="21809"/>
                    <a:pt x="33008" y="22700"/>
                    <a:pt x="34261" y="24262"/>
                  </a:cubicBezTo>
                  <a:cubicBezTo>
                    <a:pt x="35941" y="26392"/>
                    <a:pt x="36367" y="29374"/>
                    <a:pt x="34963" y="31730"/>
                  </a:cubicBezTo>
                  <a:cubicBezTo>
                    <a:pt x="33734" y="33794"/>
                    <a:pt x="31407" y="35147"/>
                    <a:pt x="29030" y="35147"/>
                  </a:cubicBezTo>
                  <a:cubicBezTo>
                    <a:pt x="28693" y="35147"/>
                    <a:pt x="28356" y="35120"/>
                    <a:pt x="28021" y="35064"/>
                  </a:cubicBezTo>
                  <a:cubicBezTo>
                    <a:pt x="27670" y="34989"/>
                    <a:pt x="27344" y="34913"/>
                    <a:pt x="26993" y="34788"/>
                  </a:cubicBezTo>
                  <a:cubicBezTo>
                    <a:pt x="24437" y="33836"/>
                    <a:pt x="22532" y="31229"/>
                    <a:pt x="22482" y="28472"/>
                  </a:cubicBezTo>
                  <a:cubicBezTo>
                    <a:pt x="22457" y="25665"/>
                    <a:pt x="24437" y="23184"/>
                    <a:pt x="27018" y="22207"/>
                  </a:cubicBezTo>
                  <a:cubicBezTo>
                    <a:pt x="27736" y="21937"/>
                    <a:pt x="28476" y="21809"/>
                    <a:pt x="29209" y="21809"/>
                  </a:cubicBezTo>
                  <a:close/>
                  <a:moveTo>
                    <a:pt x="52737" y="32707"/>
                  </a:moveTo>
                  <a:cubicBezTo>
                    <a:pt x="52868" y="32707"/>
                    <a:pt x="52995" y="32805"/>
                    <a:pt x="52933" y="32958"/>
                  </a:cubicBezTo>
                  <a:cubicBezTo>
                    <a:pt x="52231" y="34638"/>
                    <a:pt x="51404" y="36267"/>
                    <a:pt x="50427" y="37771"/>
                  </a:cubicBezTo>
                  <a:cubicBezTo>
                    <a:pt x="50380" y="37840"/>
                    <a:pt x="50312" y="37869"/>
                    <a:pt x="50245" y="37869"/>
                  </a:cubicBezTo>
                  <a:cubicBezTo>
                    <a:pt x="50094" y="37869"/>
                    <a:pt x="49947" y="37726"/>
                    <a:pt x="50051" y="37570"/>
                  </a:cubicBezTo>
                  <a:cubicBezTo>
                    <a:pt x="51028" y="36066"/>
                    <a:pt x="51856" y="34487"/>
                    <a:pt x="52532" y="32833"/>
                  </a:cubicBezTo>
                  <a:cubicBezTo>
                    <a:pt x="52571" y="32746"/>
                    <a:pt x="52655" y="32707"/>
                    <a:pt x="52737" y="32707"/>
                  </a:cubicBezTo>
                  <a:close/>
                  <a:moveTo>
                    <a:pt x="52344" y="27485"/>
                  </a:moveTo>
                  <a:cubicBezTo>
                    <a:pt x="52482" y="27485"/>
                    <a:pt x="52626" y="27640"/>
                    <a:pt x="52557" y="27796"/>
                  </a:cubicBezTo>
                  <a:cubicBezTo>
                    <a:pt x="52106" y="28673"/>
                    <a:pt x="51655" y="29550"/>
                    <a:pt x="51179" y="30427"/>
                  </a:cubicBezTo>
                  <a:cubicBezTo>
                    <a:pt x="49575" y="33510"/>
                    <a:pt x="47896" y="36568"/>
                    <a:pt x="46166" y="39575"/>
                  </a:cubicBezTo>
                  <a:cubicBezTo>
                    <a:pt x="46127" y="39653"/>
                    <a:pt x="46064" y="39685"/>
                    <a:pt x="46000" y="39685"/>
                  </a:cubicBezTo>
                  <a:cubicBezTo>
                    <a:pt x="45858" y="39685"/>
                    <a:pt x="45712" y="39530"/>
                    <a:pt x="45815" y="39375"/>
                  </a:cubicBezTo>
                  <a:cubicBezTo>
                    <a:pt x="46292" y="38522"/>
                    <a:pt x="46793" y="37645"/>
                    <a:pt x="47269" y="36793"/>
                  </a:cubicBezTo>
                  <a:cubicBezTo>
                    <a:pt x="48973" y="33760"/>
                    <a:pt x="50602" y="30678"/>
                    <a:pt x="52181" y="27595"/>
                  </a:cubicBezTo>
                  <a:cubicBezTo>
                    <a:pt x="52220" y="27517"/>
                    <a:pt x="52281" y="27485"/>
                    <a:pt x="52344" y="27485"/>
                  </a:cubicBezTo>
                  <a:close/>
                  <a:moveTo>
                    <a:pt x="49587" y="25054"/>
                  </a:moveTo>
                  <a:cubicBezTo>
                    <a:pt x="49725" y="25054"/>
                    <a:pt x="49869" y="25209"/>
                    <a:pt x="49800" y="25364"/>
                  </a:cubicBezTo>
                  <a:cubicBezTo>
                    <a:pt x="49299" y="26442"/>
                    <a:pt x="48773" y="27520"/>
                    <a:pt x="48272" y="28572"/>
                  </a:cubicBezTo>
                  <a:cubicBezTo>
                    <a:pt x="46442" y="32307"/>
                    <a:pt x="44537" y="36016"/>
                    <a:pt x="42557" y="39650"/>
                  </a:cubicBezTo>
                  <a:cubicBezTo>
                    <a:pt x="42518" y="39728"/>
                    <a:pt x="42455" y="39760"/>
                    <a:pt x="42390" y="39760"/>
                  </a:cubicBezTo>
                  <a:cubicBezTo>
                    <a:pt x="42246" y="39760"/>
                    <a:pt x="42095" y="39605"/>
                    <a:pt x="42181" y="39450"/>
                  </a:cubicBezTo>
                  <a:cubicBezTo>
                    <a:pt x="42758" y="38397"/>
                    <a:pt x="43309" y="37370"/>
                    <a:pt x="43861" y="36317"/>
                  </a:cubicBezTo>
                  <a:cubicBezTo>
                    <a:pt x="45815" y="32658"/>
                    <a:pt x="47670" y="28923"/>
                    <a:pt x="49424" y="25164"/>
                  </a:cubicBezTo>
                  <a:cubicBezTo>
                    <a:pt x="49464" y="25086"/>
                    <a:pt x="49525" y="25054"/>
                    <a:pt x="49587" y="25054"/>
                  </a:cubicBezTo>
                  <a:close/>
                  <a:moveTo>
                    <a:pt x="50146" y="15550"/>
                  </a:moveTo>
                  <a:cubicBezTo>
                    <a:pt x="50281" y="15550"/>
                    <a:pt x="50419" y="15696"/>
                    <a:pt x="50352" y="15866"/>
                  </a:cubicBezTo>
                  <a:cubicBezTo>
                    <a:pt x="49399" y="17821"/>
                    <a:pt x="48447" y="19775"/>
                    <a:pt x="47470" y="21730"/>
                  </a:cubicBezTo>
                  <a:cubicBezTo>
                    <a:pt x="45740" y="25189"/>
                    <a:pt x="43936" y="28623"/>
                    <a:pt x="42106" y="32056"/>
                  </a:cubicBezTo>
                  <a:cubicBezTo>
                    <a:pt x="40277" y="35440"/>
                    <a:pt x="38372" y="38823"/>
                    <a:pt x="36442" y="42157"/>
                  </a:cubicBezTo>
                  <a:cubicBezTo>
                    <a:pt x="36403" y="42226"/>
                    <a:pt x="36340" y="42255"/>
                    <a:pt x="36276" y="42255"/>
                  </a:cubicBezTo>
                  <a:cubicBezTo>
                    <a:pt x="36134" y="42255"/>
                    <a:pt x="35987" y="42112"/>
                    <a:pt x="36091" y="41956"/>
                  </a:cubicBezTo>
                  <a:cubicBezTo>
                    <a:pt x="37169" y="40051"/>
                    <a:pt x="38246" y="38172"/>
                    <a:pt x="39299" y="36267"/>
                  </a:cubicBezTo>
                  <a:cubicBezTo>
                    <a:pt x="41204" y="32883"/>
                    <a:pt x="43033" y="29475"/>
                    <a:pt x="44813" y="26016"/>
                  </a:cubicBezTo>
                  <a:cubicBezTo>
                    <a:pt x="46592" y="22582"/>
                    <a:pt x="48322" y="19124"/>
                    <a:pt x="49976" y="15665"/>
                  </a:cubicBezTo>
                  <a:cubicBezTo>
                    <a:pt x="50017" y="15584"/>
                    <a:pt x="50081" y="15550"/>
                    <a:pt x="50146" y="15550"/>
                  </a:cubicBezTo>
                  <a:close/>
                  <a:moveTo>
                    <a:pt x="26617" y="48648"/>
                  </a:moveTo>
                  <a:cubicBezTo>
                    <a:pt x="26893" y="48648"/>
                    <a:pt x="26893" y="49074"/>
                    <a:pt x="26617" y="49074"/>
                  </a:cubicBezTo>
                  <a:cubicBezTo>
                    <a:pt x="26342" y="49074"/>
                    <a:pt x="26342" y="48648"/>
                    <a:pt x="26617" y="48648"/>
                  </a:cubicBezTo>
                  <a:close/>
                  <a:moveTo>
                    <a:pt x="22347" y="48092"/>
                  </a:moveTo>
                  <a:cubicBezTo>
                    <a:pt x="22438" y="48092"/>
                    <a:pt x="22535" y="48160"/>
                    <a:pt x="22557" y="48247"/>
                  </a:cubicBezTo>
                  <a:cubicBezTo>
                    <a:pt x="22582" y="48372"/>
                    <a:pt x="22507" y="48472"/>
                    <a:pt x="22407" y="48497"/>
                  </a:cubicBezTo>
                  <a:cubicBezTo>
                    <a:pt x="21805" y="48723"/>
                    <a:pt x="21229" y="48923"/>
                    <a:pt x="20627" y="49124"/>
                  </a:cubicBezTo>
                  <a:cubicBezTo>
                    <a:pt x="20600" y="49135"/>
                    <a:pt x="20574" y="49140"/>
                    <a:pt x="20549" y="49140"/>
                  </a:cubicBezTo>
                  <a:cubicBezTo>
                    <a:pt x="20462" y="49140"/>
                    <a:pt x="20396" y="49077"/>
                    <a:pt x="20377" y="48999"/>
                  </a:cubicBezTo>
                  <a:cubicBezTo>
                    <a:pt x="20327" y="48873"/>
                    <a:pt x="20402" y="48773"/>
                    <a:pt x="20502" y="48723"/>
                  </a:cubicBezTo>
                  <a:cubicBezTo>
                    <a:pt x="21104" y="48522"/>
                    <a:pt x="21705" y="48322"/>
                    <a:pt x="22307" y="48096"/>
                  </a:cubicBezTo>
                  <a:cubicBezTo>
                    <a:pt x="22320" y="48093"/>
                    <a:pt x="22333" y="48092"/>
                    <a:pt x="22347" y="48092"/>
                  </a:cubicBezTo>
                  <a:close/>
                  <a:moveTo>
                    <a:pt x="3784" y="48667"/>
                  </a:moveTo>
                  <a:cubicBezTo>
                    <a:pt x="3801" y="48667"/>
                    <a:pt x="3819" y="48669"/>
                    <a:pt x="3835" y="48673"/>
                  </a:cubicBezTo>
                  <a:cubicBezTo>
                    <a:pt x="3961" y="48698"/>
                    <a:pt x="4011" y="48823"/>
                    <a:pt x="3986" y="48923"/>
                  </a:cubicBezTo>
                  <a:cubicBezTo>
                    <a:pt x="3935" y="49249"/>
                    <a:pt x="3835" y="49550"/>
                    <a:pt x="3710" y="49851"/>
                  </a:cubicBezTo>
                  <a:cubicBezTo>
                    <a:pt x="3710" y="49901"/>
                    <a:pt x="3685" y="49926"/>
                    <a:pt x="3635" y="49976"/>
                  </a:cubicBezTo>
                  <a:cubicBezTo>
                    <a:pt x="3585" y="50001"/>
                    <a:pt x="3509" y="50001"/>
                    <a:pt x="3459" y="50001"/>
                  </a:cubicBezTo>
                  <a:cubicBezTo>
                    <a:pt x="3409" y="49976"/>
                    <a:pt x="3359" y="49926"/>
                    <a:pt x="3334" y="49901"/>
                  </a:cubicBezTo>
                  <a:cubicBezTo>
                    <a:pt x="3309" y="49851"/>
                    <a:pt x="3309" y="49776"/>
                    <a:pt x="3309" y="49725"/>
                  </a:cubicBezTo>
                  <a:cubicBezTo>
                    <a:pt x="3434" y="49450"/>
                    <a:pt x="3534" y="49124"/>
                    <a:pt x="3585" y="48823"/>
                  </a:cubicBezTo>
                  <a:cubicBezTo>
                    <a:pt x="3606" y="48719"/>
                    <a:pt x="3696" y="48667"/>
                    <a:pt x="3784" y="48667"/>
                  </a:cubicBezTo>
                  <a:close/>
                  <a:moveTo>
                    <a:pt x="2984" y="48778"/>
                  </a:moveTo>
                  <a:cubicBezTo>
                    <a:pt x="3015" y="48778"/>
                    <a:pt x="3048" y="48784"/>
                    <a:pt x="3083" y="48798"/>
                  </a:cubicBezTo>
                  <a:cubicBezTo>
                    <a:pt x="3159" y="48848"/>
                    <a:pt x="3209" y="48999"/>
                    <a:pt x="3159" y="49099"/>
                  </a:cubicBezTo>
                  <a:cubicBezTo>
                    <a:pt x="3033" y="49224"/>
                    <a:pt x="2958" y="49400"/>
                    <a:pt x="2883" y="49550"/>
                  </a:cubicBezTo>
                  <a:cubicBezTo>
                    <a:pt x="2883" y="49550"/>
                    <a:pt x="2883" y="49575"/>
                    <a:pt x="2858" y="49575"/>
                  </a:cubicBezTo>
                  <a:cubicBezTo>
                    <a:pt x="2858" y="49600"/>
                    <a:pt x="2858" y="49625"/>
                    <a:pt x="2858" y="49650"/>
                  </a:cubicBezTo>
                  <a:cubicBezTo>
                    <a:pt x="2833" y="49700"/>
                    <a:pt x="2808" y="49725"/>
                    <a:pt x="2808" y="49776"/>
                  </a:cubicBezTo>
                  <a:cubicBezTo>
                    <a:pt x="2783" y="49851"/>
                    <a:pt x="2758" y="49951"/>
                    <a:pt x="2732" y="50026"/>
                  </a:cubicBezTo>
                  <a:cubicBezTo>
                    <a:pt x="2732" y="50131"/>
                    <a:pt x="2628" y="50183"/>
                    <a:pt x="2535" y="50183"/>
                  </a:cubicBezTo>
                  <a:cubicBezTo>
                    <a:pt x="2517" y="50183"/>
                    <a:pt x="2499" y="50181"/>
                    <a:pt x="2482" y="50177"/>
                  </a:cubicBezTo>
                  <a:cubicBezTo>
                    <a:pt x="2382" y="50152"/>
                    <a:pt x="2331" y="50026"/>
                    <a:pt x="2331" y="49926"/>
                  </a:cubicBezTo>
                  <a:cubicBezTo>
                    <a:pt x="2407" y="49550"/>
                    <a:pt x="2557" y="49199"/>
                    <a:pt x="2783" y="48873"/>
                  </a:cubicBezTo>
                  <a:cubicBezTo>
                    <a:pt x="2837" y="48819"/>
                    <a:pt x="2904" y="48778"/>
                    <a:pt x="2984" y="48778"/>
                  </a:cubicBezTo>
                  <a:close/>
                  <a:moveTo>
                    <a:pt x="24898" y="48814"/>
                  </a:moveTo>
                  <a:cubicBezTo>
                    <a:pt x="25103" y="48814"/>
                    <a:pt x="25167" y="49155"/>
                    <a:pt x="24938" y="49224"/>
                  </a:cubicBezTo>
                  <a:lnTo>
                    <a:pt x="12833" y="52934"/>
                  </a:lnTo>
                  <a:cubicBezTo>
                    <a:pt x="12812" y="52940"/>
                    <a:pt x="12791" y="52943"/>
                    <a:pt x="12772" y="52943"/>
                  </a:cubicBezTo>
                  <a:cubicBezTo>
                    <a:pt x="12564" y="52943"/>
                    <a:pt x="12480" y="52599"/>
                    <a:pt x="12733" y="52507"/>
                  </a:cubicBezTo>
                  <a:lnTo>
                    <a:pt x="24838" y="48823"/>
                  </a:lnTo>
                  <a:cubicBezTo>
                    <a:pt x="24859" y="48817"/>
                    <a:pt x="24879" y="48814"/>
                    <a:pt x="24898" y="48814"/>
                  </a:cubicBezTo>
                  <a:close/>
                  <a:moveTo>
                    <a:pt x="56016" y="1"/>
                  </a:moveTo>
                  <a:cubicBezTo>
                    <a:pt x="51981" y="1179"/>
                    <a:pt x="47946" y="2357"/>
                    <a:pt x="43911" y="3535"/>
                  </a:cubicBezTo>
                  <a:cubicBezTo>
                    <a:pt x="36567" y="5690"/>
                    <a:pt x="29224" y="7846"/>
                    <a:pt x="21880" y="10001"/>
                  </a:cubicBezTo>
                  <a:cubicBezTo>
                    <a:pt x="14587" y="12131"/>
                    <a:pt x="7294" y="14262"/>
                    <a:pt x="1" y="16392"/>
                  </a:cubicBezTo>
                  <a:cubicBezTo>
                    <a:pt x="26" y="16918"/>
                    <a:pt x="1" y="17445"/>
                    <a:pt x="1" y="17971"/>
                  </a:cubicBezTo>
                  <a:lnTo>
                    <a:pt x="1" y="21455"/>
                  </a:lnTo>
                  <a:lnTo>
                    <a:pt x="1" y="21480"/>
                  </a:lnTo>
                  <a:lnTo>
                    <a:pt x="1" y="26317"/>
                  </a:lnTo>
                  <a:lnTo>
                    <a:pt x="1" y="32056"/>
                  </a:lnTo>
                  <a:lnTo>
                    <a:pt x="1" y="32081"/>
                  </a:lnTo>
                  <a:lnTo>
                    <a:pt x="1" y="38247"/>
                  </a:lnTo>
                  <a:lnTo>
                    <a:pt x="1" y="44362"/>
                  </a:lnTo>
                  <a:lnTo>
                    <a:pt x="1" y="49901"/>
                  </a:lnTo>
                  <a:lnTo>
                    <a:pt x="1" y="54487"/>
                  </a:lnTo>
                  <a:lnTo>
                    <a:pt x="1" y="57570"/>
                  </a:lnTo>
                  <a:lnTo>
                    <a:pt x="1" y="58422"/>
                  </a:lnTo>
                  <a:cubicBezTo>
                    <a:pt x="4011" y="57244"/>
                    <a:pt x="8046" y="56066"/>
                    <a:pt x="12056" y="54888"/>
                  </a:cubicBezTo>
                  <a:cubicBezTo>
                    <a:pt x="19399" y="52733"/>
                    <a:pt x="26768" y="50603"/>
                    <a:pt x="34111" y="48447"/>
                  </a:cubicBezTo>
                  <a:cubicBezTo>
                    <a:pt x="37720" y="47370"/>
                    <a:pt x="41329" y="46317"/>
                    <a:pt x="44963" y="45264"/>
                  </a:cubicBezTo>
                  <a:cubicBezTo>
                    <a:pt x="48873" y="42357"/>
                    <a:pt x="52582" y="39174"/>
                    <a:pt x="56016" y="35690"/>
                  </a:cubicBezTo>
                  <a:lnTo>
                    <a:pt x="56016" y="32106"/>
                  </a:lnTo>
                  <a:lnTo>
                    <a:pt x="56016" y="26342"/>
                  </a:lnTo>
                  <a:lnTo>
                    <a:pt x="56016" y="20176"/>
                  </a:lnTo>
                  <a:lnTo>
                    <a:pt x="56016" y="14061"/>
                  </a:lnTo>
                  <a:lnTo>
                    <a:pt x="56016" y="8522"/>
                  </a:lnTo>
                  <a:lnTo>
                    <a:pt x="56016" y="3936"/>
                  </a:lnTo>
                  <a:lnTo>
                    <a:pt x="56016" y="853"/>
                  </a:lnTo>
                  <a:lnTo>
                    <a:pt x="5601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p38"/>
            <p:cNvSpPr/>
            <p:nvPr/>
          </p:nvSpPr>
          <p:spPr>
            <a:xfrm>
              <a:off x="3577720" y="3387183"/>
              <a:ext cx="268052" cy="365466"/>
            </a:xfrm>
            <a:custGeom>
              <a:rect b="b" l="l" r="r" t="t"/>
              <a:pathLst>
                <a:path extrusionOk="0" h="20503" w="15038">
                  <a:moveTo>
                    <a:pt x="5355" y="12888"/>
                  </a:moveTo>
                  <a:cubicBezTo>
                    <a:pt x="5383" y="12888"/>
                    <a:pt x="5411" y="12894"/>
                    <a:pt x="5439" y="12908"/>
                  </a:cubicBezTo>
                  <a:cubicBezTo>
                    <a:pt x="5539" y="12958"/>
                    <a:pt x="5589" y="13109"/>
                    <a:pt x="5514" y="13209"/>
                  </a:cubicBezTo>
                  <a:cubicBezTo>
                    <a:pt x="5088" y="13810"/>
                    <a:pt x="4637" y="14437"/>
                    <a:pt x="4211" y="15039"/>
                  </a:cubicBezTo>
                  <a:cubicBezTo>
                    <a:pt x="4160" y="15105"/>
                    <a:pt x="4099" y="15139"/>
                    <a:pt x="4034" y="15139"/>
                  </a:cubicBezTo>
                  <a:cubicBezTo>
                    <a:pt x="4002" y="15139"/>
                    <a:pt x="3968" y="15130"/>
                    <a:pt x="3935" y="15114"/>
                  </a:cubicBezTo>
                  <a:cubicBezTo>
                    <a:pt x="3835" y="15064"/>
                    <a:pt x="3785" y="14913"/>
                    <a:pt x="3860" y="14838"/>
                  </a:cubicBezTo>
                  <a:cubicBezTo>
                    <a:pt x="4286" y="14211"/>
                    <a:pt x="4712" y="13610"/>
                    <a:pt x="5163" y="12983"/>
                  </a:cubicBezTo>
                  <a:cubicBezTo>
                    <a:pt x="5217" y="12929"/>
                    <a:pt x="5284" y="12888"/>
                    <a:pt x="5355" y="12888"/>
                  </a:cubicBezTo>
                  <a:close/>
                  <a:moveTo>
                    <a:pt x="15038" y="1"/>
                  </a:moveTo>
                  <a:lnTo>
                    <a:pt x="15038" y="1"/>
                  </a:lnTo>
                  <a:cubicBezTo>
                    <a:pt x="10025" y="1028"/>
                    <a:pt x="5013" y="2081"/>
                    <a:pt x="0" y="3134"/>
                  </a:cubicBezTo>
                  <a:lnTo>
                    <a:pt x="0" y="6943"/>
                  </a:lnTo>
                  <a:lnTo>
                    <a:pt x="0" y="13059"/>
                  </a:lnTo>
                  <a:lnTo>
                    <a:pt x="0" y="18623"/>
                  </a:lnTo>
                  <a:lnTo>
                    <a:pt x="0" y="20502"/>
                  </a:lnTo>
                  <a:cubicBezTo>
                    <a:pt x="3384" y="17019"/>
                    <a:pt x="6516" y="13284"/>
                    <a:pt x="9323" y="9299"/>
                  </a:cubicBezTo>
                  <a:lnTo>
                    <a:pt x="9323" y="9299"/>
                  </a:lnTo>
                  <a:cubicBezTo>
                    <a:pt x="9248" y="9349"/>
                    <a:pt x="9173" y="9374"/>
                    <a:pt x="9098" y="9399"/>
                  </a:cubicBezTo>
                  <a:cubicBezTo>
                    <a:pt x="9070" y="9410"/>
                    <a:pt x="9044" y="9415"/>
                    <a:pt x="9020" y="9415"/>
                  </a:cubicBezTo>
                  <a:cubicBezTo>
                    <a:pt x="8824" y="9415"/>
                    <a:pt x="8749" y="9088"/>
                    <a:pt x="8973" y="8998"/>
                  </a:cubicBezTo>
                  <a:cubicBezTo>
                    <a:pt x="9223" y="8898"/>
                    <a:pt x="9499" y="8798"/>
                    <a:pt x="9749" y="8698"/>
                  </a:cubicBezTo>
                  <a:cubicBezTo>
                    <a:pt x="10551" y="7570"/>
                    <a:pt x="11303" y="6392"/>
                    <a:pt x="12055" y="5214"/>
                  </a:cubicBezTo>
                  <a:lnTo>
                    <a:pt x="12055" y="5214"/>
                  </a:lnTo>
                  <a:cubicBezTo>
                    <a:pt x="9674" y="5841"/>
                    <a:pt x="7268" y="6367"/>
                    <a:pt x="4837" y="6793"/>
                  </a:cubicBezTo>
                  <a:cubicBezTo>
                    <a:pt x="4821" y="6796"/>
                    <a:pt x="4805" y="6797"/>
                    <a:pt x="4791" y="6797"/>
                  </a:cubicBezTo>
                  <a:cubicBezTo>
                    <a:pt x="4551" y="6797"/>
                    <a:pt x="4476" y="6439"/>
                    <a:pt x="4712" y="6392"/>
                  </a:cubicBezTo>
                  <a:cubicBezTo>
                    <a:pt x="5815" y="6191"/>
                    <a:pt x="6942" y="5991"/>
                    <a:pt x="8045" y="5740"/>
                  </a:cubicBezTo>
                  <a:cubicBezTo>
                    <a:pt x="9499" y="5440"/>
                    <a:pt x="10927" y="5089"/>
                    <a:pt x="12381" y="4688"/>
                  </a:cubicBezTo>
                  <a:cubicBezTo>
                    <a:pt x="12607" y="4312"/>
                    <a:pt x="12832" y="3936"/>
                    <a:pt x="13058" y="3560"/>
                  </a:cubicBezTo>
                  <a:cubicBezTo>
                    <a:pt x="13760" y="2382"/>
                    <a:pt x="14411" y="1204"/>
                    <a:pt x="1503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3" name="Google Shape;3153;p38"/>
            <p:cNvSpPr/>
            <p:nvPr/>
          </p:nvSpPr>
          <p:spPr>
            <a:xfrm>
              <a:off x="1505642" y="3681609"/>
              <a:ext cx="1849540" cy="574928"/>
            </a:xfrm>
            <a:custGeom>
              <a:rect b="b" l="l" r="r" t="t"/>
              <a:pathLst>
                <a:path extrusionOk="0" h="32254" w="103761">
                  <a:moveTo>
                    <a:pt x="24699" y="10567"/>
                  </a:moveTo>
                  <a:cubicBezTo>
                    <a:pt x="24907" y="10567"/>
                    <a:pt x="24990" y="10909"/>
                    <a:pt x="24738" y="10978"/>
                  </a:cubicBezTo>
                  <a:lnTo>
                    <a:pt x="21680" y="11755"/>
                  </a:lnTo>
                  <a:lnTo>
                    <a:pt x="10853" y="14512"/>
                  </a:lnTo>
                  <a:cubicBezTo>
                    <a:pt x="10832" y="14518"/>
                    <a:pt x="10811" y="14521"/>
                    <a:pt x="10792" y="14521"/>
                  </a:cubicBezTo>
                  <a:cubicBezTo>
                    <a:pt x="10588" y="14521"/>
                    <a:pt x="10523" y="14179"/>
                    <a:pt x="10753" y="14111"/>
                  </a:cubicBezTo>
                  <a:cubicBezTo>
                    <a:pt x="11780" y="13860"/>
                    <a:pt x="12808" y="13584"/>
                    <a:pt x="13810" y="13334"/>
                  </a:cubicBezTo>
                  <a:cubicBezTo>
                    <a:pt x="17419" y="12406"/>
                    <a:pt x="21028" y="11479"/>
                    <a:pt x="24638" y="10577"/>
                  </a:cubicBezTo>
                  <a:cubicBezTo>
                    <a:pt x="24659" y="10570"/>
                    <a:pt x="24679" y="10567"/>
                    <a:pt x="24699" y="10567"/>
                  </a:cubicBezTo>
                  <a:close/>
                  <a:moveTo>
                    <a:pt x="31390" y="12322"/>
                  </a:moveTo>
                  <a:cubicBezTo>
                    <a:pt x="31598" y="12322"/>
                    <a:pt x="31682" y="12663"/>
                    <a:pt x="31430" y="12732"/>
                  </a:cubicBezTo>
                  <a:cubicBezTo>
                    <a:pt x="28898" y="13484"/>
                    <a:pt x="26367" y="14211"/>
                    <a:pt x="23861" y="14963"/>
                  </a:cubicBezTo>
                  <a:cubicBezTo>
                    <a:pt x="23837" y="14969"/>
                    <a:pt x="23815" y="14972"/>
                    <a:pt x="23794" y="14972"/>
                  </a:cubicBezTo>
                  <a:cubicBezTo>
                    <a:pt x="23570" y="14972"/>
                    <a:pt x="23506" y="14631"/>
                    <a:pt x="23735" y="14562"/>
                  </a:cubicBezTo>
                  <a:cubicBezTo>
                    <a:pt x="26267" y="13810"/>
                    <a:pt x="28798" y="13083"/>
                    <a:pt x="31329" y="12331"/>
                  </a:cubicBezTo>
                  <a:cubicBezTo>
                    <a:pt x="31351" y="12325"/>
                    <a:pt x="31371" y="12322"/>
                    <a:pt x="31390" y="12322"/>
                  </a:cubicBezTo>
                  <a:close/>
                  <a:moveTo>
                    <a:pt x="33596" y="16537"/>
                  </a:moveTo>
                  <a:cubicBezTo>
                    <a:pt x="33609" y="16537"/>
                    <a:pt x="33622" y="16538"/>
                    <a:pt x="33635" y="16542"/>
                  </a:cubicBezTo>
                  <a:cubicBezTo>
                    <a:pt x="33760" y="16567"/>
                    <a:pt x="33811" y="16692"/>
                    <a:pt x="33785" y="16817"/>
                  </a:cubicBezTo>
                  <a:cubicBezTo>
                    <a:pt x="33660" y="17243"/>
                    <a:pt x="33535" y="17670"/>
                    <a:pt x="33435" y="18096"/>
                  </a:cubicBezTo>
                  <a:cubicBezTo>
                    <a:pt x="33393" y="18200"/>
                    <a:pt x="33316" y="18252"/>
                    <a:pt x="33219" y="18252"/>
                  </a:cubicBezTo>
                  <a:cubicBezTo>
                    <a:pt x="33200" y="18252"/>
                    <a:pt x="33180" y="18250"/>
                    <a:pt x="33159" y="18246"/>
                  </a:cubicBezTo>
                  <a:cubicBezTo>
                    <a:pt x="33059" y="18221"/>
                    <a:pt x="32983" y="18096"/>
                    <a:pt x="33009" y="17995"/>
                  </a:cubicBezTo>
                  <a:cubicBezTo>
                    <a:pt x="33134" y="17569"/>
                    <a:pt x="33259" y="17118"/>
                    <a:pt x="33384" y="16692"/>
                  </a:cubicBezTo>
                  <a:cubicBezTo>
                    <a:pt x="33428" y="16605"/>
                    <a:pt x="33509" y="16537"/>
                    <a:pt x="33596" y="16537"/>
                  </a:cubicBezTo>
                  <a:close/>
                  <a:moveTo>
                    <a:pt x="34822" y="16526"/>
                  </a:moveTo>
                  <a:cubicBezTo>
                    <a:pt x="34844" y="16526"/>
                    <a:pt x="34867" y="16531"/>
                    <a:pt x="34888" y="16542"/>
                  </a:cubicBezTo>
                  <a:cubicBezTo>
                    <a:pt x="34988" y="16567"/>
                    <a:pt x="35064" y="16692"/>
                    <a:pt x="35039" y="16792"/>
                  </a:cubicBezTo>
                  <a:cubicBezTo>
                    <a:pt x="34863" y="17294"/>
                    <a:pt x="34713" y="17795"/>
                    <a:pt x="34562" y="18296"/>
                  </a:cubicBezTo>
                  <a:cubicBezTo>
                    <a:pt x="34519" y="18383"/>
                    <a:pt x="34438" y="18451"/>
                    <a:pt x="34335" y="18451"/>
                  </a:cubicBezTo>
                  <a:cubicBezTo>
                    <a:pt x="34319" y="18451"/>
                    <a:pt x="34303" y="18450"/>
                    <a:pt x="34287" y="18446"/>
                  </a:cubicBezTo>
                  <a:cubicBezTo>
                    <a:pt x="34186" y="18421"/>
                    <a:pt x="34111" y="18296"/>
                    <a:pt x="34136" y="18196"/>
                  </a:cubicBezTo>
                  <a:cubicBezTo>
                    <a:pt x="34312" y="17695"/>
                    <a:pt x="34462" y="17193"/>
                    <a:pt x="34638" y="16692"/>
                  </a:cubicBezTo>
                  <a:cubicBezTo>
                    <a:pt x="34657" y="16594"/>
                    <a:pt x="34739" y="16526"/>
                    <a:pt x="34822" y="16526"/>
                  </a:cubicBezTo>
                  <a:close/>
                  <a:moveTo>
                    <a:pt x="45257" y="22653"/>
                  </a:moveTo>
                  <a:cubicBezTo>
                    <a:pt x="45478" y="22653"/>
                    <a:pt x="45574" y="23011"/>
                    <a:pt x="45314" y="23058"/>
                  </a:cubicBezTo>
                  <a:cubicBezTo>
                    <a:pt x="43911" y="23384"/>
                    <a:pt x="42482" y="23685"/>
                    <a:pt x="41054" y="23985"/>
                  </a:cubicBezTo>
                  <a:cubicBezTo>
                    <a:pt x="41032" y="23992"/>
                    <a:pt x="41012" y="23995"/>
                    <a:pt x="40993" y="23995"/>
                  </a:cubicBezTo>
                  <a:cubicBezTo>
                    <a:pt x="40785" y="23995"/>
                    <a:pt x="40701" y="23653"/>
                    <a:pt x="40953" y="23584"/>
                  </a:cubicBezTo>
                  <a:cubicBezTo>
                    <a:pt x="42357" y="23284"/>
                    <a:pt x="43786" y="22983"/>
                    <a:pt x="45214" y="22657"/>
                  </a:cubicBezTo>
                  <a:cubicBezTo>
                    <a:pt x="45229" y="22654"/>
                    <a:pt x="45243" y="22653"/>
                    <a:pt x="45257" y="22653"/>
                  </a:cubicBezTo>
                  <a:close/>
                  <a:moveTo>
                    <a:pt x="77305" y="26683"/>
                  </a:moveTo>
                  <a:cubicBezTo>
                    <a:pt x="77509" y="26683"/>
                    <a:pt x="77574" y="27024"/>
                    <a:pt x="77345" y="27093"/>
                  </a:cubicBezTo>
                  <a:cubicBezTo>
                    <a:pt x="76668" y="27294"/>
                    <a:pt x="75991" y="27494"/>
                    <a:pt x="75315" y="27670"/>
                  </a:cubicBezTo>
                  <a:cubicBezTo>
                    <a:pt x="75293" y="27676"/>
                    <a:pt x="75273" y="27679"/>
                    <a:pt x="75253" y="27679"/>
                  </a:cubicBezTo>
                  <a:cubicBezTo>
                    <a:pt x="75045" y="27679"/>
                    <a:pt x="74962" y="27337"/>
                    <a:pt x="75214" y="27269"/>
                  </a:cubicBezTo>
                  <a:cubicBezTo>
                    <a:pt x="75891" y="27093"/>
                    <a:pt x="76568" y="26893"/>
                    <a:pt x="77244" y="26692"/>
                  </a:cubicBezTo>
                  <a:cubicBezTo>
                    <a:pt x="77266" y="26686"/>
                    <a:pt x="77286" y="26683"/>
                    <a:pt x="77305" y="26683"/>
                  </a:cubicBezTo>
                  <a:close/>
                  <a:moveTo>
                    <a:pt x="52505" y="28039"/>
                  </a:moveTo>
                  <a:cubicBezTo>
                    <a:pt x="52572" y="28039"/>
                    <a:pt x="52637" y="28069"/>
                    <a:pt x="52683" y="28146"/>
                  </a:cubicBezTo>
                  <a:cubicBezTo>
                    <a:pt x="52733" y="28221"/>
                    <a:pt x="52708" y="28371"/>
                    <a:pt x="52608" y="28421"/>
                  </a:cubicBezTo>
                  <a:cubicBezTo>
                    <a:pt x="52031" y="28672"/>
                    <a:pt x="51480" y="28923"/>
                    <a:pt x="50928" y="29173"/>
                  </a:cubicBezTo>
                  <a:cubicBezTo>
                    <a:pt x="50895" y="29190"/>
                    <a:pt x="50859" y="29198"/>
                    <a:pt x="50824" y="29198"/>
                  </a:cubicBezTo>
                  <a:cubicBezTo>
                    <a:pt x="50753" y="29198"/>
                    <a:pt x="50686" y="29165"/>
                    <a:pt x="50653" y="29098"/>
                  </a:cubicBezTo>
                  <a:cubicBezTo>
                    <a:pt x="50603" y="28998"/>
                    <a:pt x="50603" y="28848"/>
                    <a:pt x="50728" y="28797"/>
                  </a:cubicBezTo>
                  <a:cubicBezTo>
                    <a:pt x="51279" y="28547"/>
                    <a:pt x="51831" y="28321"/>
                    <a:pt x="52382" y="28071"/>
                  </a:cubicBezTo>
                  <a:cubicBezTo>
                    <a:pt x="52421" y="28051"/>
                    <a:pt x="52463" y="28039"/>
                    <a:pt x="52505" y="28039"/>
                  </a:cubicBezTo>
                  <a:close/>
                  <a:moveTo>
                    <a:pt x="56116" y="0"/>
                  </a:moveTo>
                  <a:cubicBezTo>
                    <a:pt x="52883" y="752"/>
                    <a:pt x="49650" y="1504"/>
                    <a:pt x="46417" y="2281"/>
                  </a:cubicBezTo>
                  <a:cubicBezTo>
                    <a:pt x="36016" y="4737"/>
                    <a:pt x="25640" y="7294"/>
                    <a:pt x="15264" y="9875"/>
                  </a:cubicBezTo>
                  <a:cubicBezTo>
                    <a:pt x="10176" y="11153"/>
                    <a:pt x="5089" y="12431"/>
                    <a:pt x="1" y="13735"/>
                  </a:cubicBezTo>
                  <a:cubicBezTo>
                    <a:pt x="5414" y="18071"/>
                    <a:pt x="11329" y="21780"/>
                    <a:pt x="17595" y="24737"/>
                  </a:cubicBezTo>
                  <a:cubicBezTo>
                    <a:pt x="20252" y="23960"/>
                    <a:pt x="22908" y="23208"/>
                    <a:pt x="25565" y="22457"/>
                  </a:cubicBezTo>
                  <a:cubicBezTo>
                    <a:pt x="25588" y="22450"/>
                    <a:pt x="25610" y="22447"/>
                    <a:pt x="25631" y="22447"/>
                  </a:cubicBezTo>
                  <a:cubicBezTo>
                    <a:pt x="25855" y="22447"/>
                    <a:pt x="25919" y="22789"/>
                    <a:pt x="25690" y="22858"/>
                  </a:cubicBezTo>
                  <a:cubicBezTo>
                    <a:pt x="23184" y="23584"/>
                    <a:pt x="20678" y="24286"/>
                    <a:pt x="18171" y="24988"/>
                  </a:cubicBezTo>
                  <a:cubicBezTo>
                    <a:pt x="20402" y="26015"/>
                    <a:pt x="22658" y="26943"/>
                    <a:pt x="24963" y="27770"/>
                  </a:cubicBezTo>
                  <a:cubicBezTo>
                    <a:pt x="29199" y="29274"/>
                    <a:pt x="33535" y="30401"/>
                    <a:pt x="37971" y="31178"/>
                  </a:cubicBezTo>
                  <a:cubicBezTo>
                    <a:pt x="38247" y="31229"/>
                    <a:pt x="38547" y="31254"/>
                    <a:pt x="38848" y="31304"/>
                  </a:cubicBezTo>
                  <a:cubicBezTo>
                    <a:pt x="39049" y="31229"/>
                    <a:pt x="39224" y="31128"/>
                    <a:pt x="39425" y="31028"/>
                  </a:cubicBezTo>
                  <a:cubicBezTo>
                    <a:pt x="39461" y="31004"/>
                    <a:pt x="39497" y="30993"/>
                    <a:pt x="39531" y="30993"/>
                  </a:cubicBezTo>
                  <a:cubicBezTo>
                    <a:pt x="39704" y="30993"/>
                    <a:pt x="39814" y="31274"/>
                    <a:pt x="39625" y="31379"/>
                  </a:cubicBezTo>
                  <a:cubicBezTo>
                    <a:pt x="39600" y="31404"/>
                    <a:pt x="39575" y="31404"/>
                    <a:pt x="39575" y="31429"/>
                  </a:cubicBezTo>
                  <a:cubicBezTo>
                    <a:pt x="43373" y="31984"/>
                    <a:pt x="47194" y="32254"/>
                    <a:pt x="51011" y="32254"/>
                  </a:cubicBezTo>
                  <a:cubicBezTo>
                    <a:pt x="62004" y="32254"/>
                    <a:pt x="72959" y="30021"/>
                    <a:pt x="83209" y="25965"/>
                  </a:cubicBezTo>
                  <a:cubicBezTo>
                    <a:pt x="83209" y="25890"/>
                    <a:pt x="83259" y="25815"/>
                    <a:pt x="83360" y="25790"/>
                  </a:cubicBezTo>
                  <a:cubicBezTo>
                    <a:pt x="84011" y="25539"/>
                    <a:pt x="84663" y="25339"/>
                    <a:pt x="85315" y="25113"/>
                  </a:cubicBezTo>
                  <a:cubicBezTo>
                    <a:pt x="86944" y="24411"/>
                    <a:pt x="88573" y="23660"/>
                    <a:pt x="90177" y="22883"/>
                  </a:cubicBezTo>
                  <a:cubicBezTo>
                    <a:pt x="94914" y="20552"/>
                    <a:pt x="99450" y="17795"/>
                    <a:pt x="103761" y="14712"/>
                  </a:cubicBezTo>
                  <a:lnTo>
                    <a:pt x="103736" y="14712"/>
                  </a:lnTo>
                  <a:cubicBezTo>
                    <a:pt x="96392" y="16868"/>
                    <a:pt x="89049" y="19023"/>
                    <a:pt x="81680" y="21178"/>
                  </a:cubicBezTo>
                  <a:cubicBezTo>
                    <a:pt x="74337" y="23334"/>
                    <a:pt x="66994" y="25489"/>
                    <a:pt x="59650" y="27619"/>
                  </a:cubicBezTo>
                  <a:cubicBezTo>
                    <a:pt x="59625" y="27645"/>
                    <a:pt x="59600" y="27645"/>
                    <a:pt x="59600" y="27645"/>
                  </a:cubicBezTo>
                  <a:lnTo>
                    <a:pt x="59575" y="27645"/>
                  </a:lnTo>
                  <a:cubicBezTo>
                    <a:pt x="59525" y="27645"/>
                    <a:pt x="59500" y="27619"/>
                    <a:pt x="59475" y="27619"/>
                  </a:cubicBezTo>
                  <a:cubicBezTo>
                    <a:pt x="59450" y="27594"/>
                    <a:pt x="59450" y="27594"/>
                    <a:pt x="59425" y="27569"/>
                  </a:cubicBezTo>
                  <a:cubicBezTo>
                    <a:pt x="59024" y="27369"/>
                    <a:pt x="58623" y="27093"/>
                    <a:pt x="58247" y="26868"/>
                  </a:cubicBezTo>
                  <a:cubicBezTo>
                    <a:pt x="57445" y="26366"/>
                    <a:pt x="56643" y="25890"/>
                    <a:pt x="55841" y="25389"/>
                  </a:cubicBezTo>
                  <a:cubicBezTo>
                    <a:pt x="53510" y="23960"/>
                    <a:pt x="51179" y="22557"/>
                    <a:pt x="48848" y="21128"/>
                  </a:cubicBezTo>
                  <a:cubicBezTo>
                    <a:pt x="46442" y="19675"/>
                    <a:pt x="44036" y="18196"/>
                    <a:pt x="41630" y="16742"/>
                  </a:cubicBezTo>
                  <a:cubicBezTo>
                    <a:pt x="40227" y="15890"/>
                    <a:pt x="38823" y="15038"/>
                    <a:pt x="37420" y="14161"/>
                  </a:cubicBezTo>
                  <a:cubicBezTo>
                    <a:pt x="37369" y="14136"/>
                    <a:pt x="37269" y="14086"/>
                    <a:pt x="37219" y="14035"/>
                  </a:cubicBezTo>
                  <a:cubicBezTo>
                    <a:pt x="36993" y="13835"/>
                    <a:pt x="37119" y="13233"/>
                    <a:pt x="37119" y="12958"/>
                  </a:cubicBezTo>
                  <a:lnTo>
                    <a:pt x="37119" y="9624"/>
                  </a:lnTo>
                  <a:cubicBezTo>
                    <a:pt x="37119" y="9524"/>
                    <a:pt x="37219" y="9424"/>
                    <a:pt x="37319" y="9424"/>
                  </a:cubicBezTo>
                  <a:cubicBezTo>
                    <a:pt x="37344" y="9399"/>
                    <a:pt x="37344" y="9399"/>
                    <a:pt x="37369" y="9399"/>
                  </a:cubicBezTo>
                  <a:cubicBezTo>
                    <a:pt x="39324" y="8697"/>
                    <a:pt x="41279" y="7995"/>
                    <a:pt x="43234" y="7294"/>
                  </a:cubicBezTo>
                  <a:cubicBezTo>
                    <a:pt x="46718" y="6091"/>
                    <a:pt x="50227" y="4913"/>
                    <a:pt x="53735" y="3785"/>
                  </a:cubicBezTo>
                  <a:cubicBezTo>
                    <a:pt x="54537" y="3534"/>
                    <a:pt x="55314" y="3283"/>
                    <a:pt x="56116" y="3033"/>
                  </a:cubicBezTo>
                  <a:lnTo>
                    <a:pt x="5611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4" name="Google Shape;3154;p38"/>
            <p:cNvSpPr/>
            <p:nvPr/>
          </p:nvSpPr>
          <p:spPr>
            <a:xfrm>
              <a:off x="3577720" y="3378698"/>
              <a:ext cx="272526" cy="64348"/>
            </a:xfrm>
            <a:custGeom>
              <a:rect b="b" l="l" r="r" t="t"/>
              <a:pathLst>
                <a:path extrusionOk="0" h="3610" w="15289">
                  <a:moveTo>
                    <a:pt x="15288" y="1"/>
                  </a:moveTo>
                  <a:lnTo>
                    <a:pt x="15288" y="1"/>
                  </a:lnTo>
                  <a:cubicBezTo>
                    <a:pt x="10201" y="1053"/>
                    <a:pt x="5088" y="2106"/>
                    <a:pt x="0" y="3184"/>
                  </a:cubicBezTo>
                  <a:lnTo>
                    <a:pt x="0" y="3610"/>
                  </a:lnTo>
                  <a:cubicBezTo>
                    <a:pt x="5013" y="2557"/>
                    <a:pt x="10025" y="1504"/>
                    <a:pt x="15038" y="477"/>
                  </a:cubicBezTo>
                  <a:cubicBezTo>
                    <a:pt x="15113" y="327"/>
                    <a:pt x="15213" y="151"/>
                    <a:pt x="1528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5" name="Google Shape;3155;p38"/>
            <p:cNvSpPr/>
            <p:nvPr/>
          </p:nvSpPr>
          <p:spPr>
            <a:xfrm>
              <a:off x="1924631" y="3901239"/>
              <a:ext cx="145755" cy="47272"/>
            </a:xfrm>
            <a:custGeom>
              <a:rect b="b" l="l" r="r" t="t"/>
              <a:pathLst>
                <a:path extrusionOk="0" h="2652" w="8177">
                  <a:moveTo>
                    <a:pt x="7885" y="1"/>
                  </a:moveTo>
                  <a:cubicBezTo>
                    <a:pt x="7866" y="1"/>
                    <a:pt x="7846" y="4"/>
                    <a:pt x="7824" y="10"/>
                  </a:cubicBezTo>
                  <a:cubicBezTo>
                    <a:pt x="5293" y="762"/>
                    <a:pt x="2762" y="1489"/>
                    <a:pt x="230" y="2241"/>
                  </a:cubicBezTo>
                  <a:cubicBezTo>
                    <a:pt x="1" y="2310"/>
                    <a:pt x="65" y="2651"/>
                    <a:pt x="289" y="2651"/>
                  </a:cubicBezTo>
                  <a:cubicBezTo>
                    <a:pt x="310" y="2651"/>
                    <a:pt x="332" y="2648"/>
                    <a:pt x="356" y="2642"/>
                  </a:cubicBezTo>
                  <a:cubicBezTo>
                    <a:pt x="2887" y="1890"/>
                    <a:pt x="5393" y="1163"/>
                    <a:pt x="7925" y="411"/>
                  </a:cubicBezTo>
                  <a:cubicBezTo>
                    <a:pt x="8177" y="342"/>
                    <a:pt x="8093" y="1"/>
                    <a:pt x="788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6" name="Google Shape;3156;p38"/>
            <p:cNvSpPr/>
            <p:nvPr/>
          </p:nvSpPr>
          <p:spPr>
            <a:xfrm>
              <a:off x="3657489" y="3470732"/>
              <a:ext cx="140942" cy="37629"/>
            </a:xfrm>
            <a:custGeom>
              <a:rect b="b" l="l" r="r" t="t"/>
              <a:pathLst>
                <a:path extrusionOk="0" h="2111" w="7907">
                  <a:moveTo>
                    <a:pt x="7906" y="1"/>
                  </a:moveTo>
                  <a:cubicBezTo>
                    <a:pt x="6452" y="402"/>
                    <a:pt x="5024" y="753"/>
                    <a:pt x="3570" y="1053"/>
                  </a:cubicBezTo>
                  <a:cubicBezTo>
                    <a:pt x="2467" y="1304"/>
                    <a:pt x="1340" y="1504"/>
                    <a:pt x="237" y="1705"/>
                  </a:cubicBezTo>
                  <a:cubicBezTo>
                    <a:pt x="1" y="1752"/>
                    <a:pt x="76" y="2110"/>
                    <a:pt x="316" y="2110"/>
                  </a:cubicBezTo>
                  <a:cubicBezTo>
                    <a:pt x="330" y="2110"/>
                    <a:pt x="346" y="2109"/>
                    <a:pt x="362" y="2106"/>
                  </a:cubicBezTo>
                  <a:cubicBezTo>
                    <a:pt x="2793" y="1680"/>
                    <a:pt x="5199" y="1154"/>
                    <a:pt x="7580" y="527"/>
                  </a:cubicBezTo>
                  <a:cubicBezTo>
                    <a:pt x="7680" y="352"/>
                    <a:pt x="7781" y="176"/>
                    <a:pt x="79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7" name="Google Shape;3157;p38"/>
            <p:cNvSpPr/>
            <p:nvPr/>
          </p:nvSpPr>
          <p:spPr>
            <a:xfrm>
              <a:off x="3733675" y="3542212"/>
              <a:ext cx="17843" cy="12816"/>
            </a:xfrm>
            <a:custGeom>
              <a:rect b="b" l="l" r="r" t="t"/>
              <a:pathLst>
                <a:path extrusionOk="0" h="719" w="1001">
                  <a:moveTo>
                    <a:pt x="1000" y="1"/>
                  </a:moveTo>
                  <a:cubicBezTo>
                    <a:pt x="750" y="101"/>
                    <a:pt x="474" y="201"/>
                    <a:pt x="224" y="301"/>
                  </a:cubicBezTo>
                  <a:cubicBezTo>
                    <a:pt x="0" y="391"/>
                    <a:pt x="75" y="718"/>
                    <a:pt x="271" y="718"/>
                  </a:cubicBezTo>
                  <a:cubicBezTo>
                    <a:pt x="295" y="718"/>
                    <a:pt x="321" y="713"/>
                    <a:pt x="349" y="702"/>
                  </a:cubicBezTo>
                  <a:cubicBezTo>
                    <a:pt x="424" y="677"/>
                    <a:pt x="499" y="627"/>
                    <a:pt x="574" y="602"/>
                  </a:cubicBezTo>
                  <a:cubicBezTo>
                    <a:pt x="725" y="402"/>
                    <a:pt x="850" y="201"/>
                    <a:pt x="100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p38"/>
            <p:cNvSpPr/>
            <p:nvPr/>
          </p:nvSpPr>
          <p:spPr>
            <a:xfrm>
              <a:off x="3645171" y="3616920"/>
              <a:ext cx="32192" cy="40124"/>
            </a:xfrm>
            <a:custGeom>
              <a:rect b="b" l="l" r="r" t="t"/>
              <a:pathLst>
                <a:path extrusionOk="0" h="2251" w="1806">
                  <a:moveTo>
                    <a:pt x="1571" y="0"/>
                  </a:moveTo>
                  <a:cubicBezTo>
                    <a:pt x="1500" y="0"/>
                    <a:pt x="1433" y="41"/>
                    <a:pt x="1379" y="95"/>
                  </a:cubicBezTo>
                  <a:cubicBezTo>
                    <a:pt x="953" y="722"/>
                    <a:pt x="502" y="1323"/>
                    <a:pt x="76" y="1950"/>
                  </a:cubicBezTo>
                  <a:cubicBezTo>
                    <a:pt x="1" y="2025"/>
                    <a:pt x="51" y="2176"/>
                    <a:pt x="151" y="2226"/>
                  </a:cubicBezTo>
                  <a:cubicBezTo>
                    <a:pt x="184" y="2242"/>
                    <a:pt x="218" y="2251"/>
                    <a:pt x="250" y="2251"/>
                  </a:cubicBezTo>
                  <a:cubicBezTo>
                    <a:pt x="315" y="2251"/>
                    <a:pt x="376" y="2217"/>
                    <a:pt x="427" y="2151"/>
                  </a:cubicBezTo>
                  <a:cubicBezTo>
                    <a:pt x="853" y="1549"/>
                    <a:pt x="1304" y="922"/>
                    <a:pt x="1730" y="321"/>
                  </a:cubicBezTo>
                  <a:cubicBezTo>
                    <a:pt x="1805" y="221"/>
                    <a:pt x="1755" y="70"/>
                    <a:pt x="1655" y="20"/>
                  </a:cubicBezTo>
                  <a:cubicBezTo>
                    <a:pt x="1627" y="6"/>
                    <a:pt x="1599" y="0"/>
                    <a:pt x="157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9" name="Google Shape;3159;p38"/>
            <p:cNvSpPr/>
            <p:nvPr/>
          </p:nvSpPr>
          <p:spPr>
            <a:xfrm>
              <a:off x="1103569" y="2082630"/>
              <a:ext cx="655835" cy="730914"/>
            </a:xfrm>
            <a:custGeom>
              <a:rect b="b" l="l" r="r" t="t"/>
              <a:pathLst>
                <a:path extrusionOk="0" h="41005" w="36793">
                  <a:moveTo>
                    <a:pt x="13746" y="1"/>
                  </a:moveTo>
                  <a:cubicBezTo>
                    <a:pt x="12184" y="1"/>
                    <a:pt x="10585" y="465"/>
                    <a:pt x="9148" y="1129"/>
                  </a:cubicBezTo>
                  <a:cubicBezTo>
                    <a:pt x="7118" y="2082"/>
                    <a:pt x="5263" y="3485"/>
                    <a:pt x="3935" y="5290"/>
                  </a:cubicBezTo>
                  <a:cubicBezTo>
                    <a:pt x="2782" y="6894"/>
                    <a:pt x="2081" y="8799"/>
                    <a:pt x="1629" y="10728"/>
                  </a:cubicBezTo>
                  <a:cubicBezTo>
                    <a:pt x="0" y="17946"/>
                    <a:pt x="2306" y="26067"/>
                    <a:pt x="7945" y="30854"/>
                  </a:cubicBezTo>
                  <a:cubicBezTo>
                    <a:pt x="9599" y="32257"/>
                    <a:pt x="11454" y="33335"/>
                    <a:pt x="13384" y="34338"/>
                  </a:cubicBezTo>
                  <a:cubicBezTo>
                    <a:pt x="20627" y="38097"/>
                    <a:pt x="28647" y="40378"/>
                    <a:pt x="36792" y="41004"/>
                  </a:cubicBezTo>
                  <a:cubicBezTo>
                    <a:pt x="33359" y="39977"/>
                    <a:pt x="29975" y="38774"/>
                    <a:pt x="26943" y="36919"/>
                  </a:cubicBezTo>
                  <a:cubicBezTo>
                    <a:pt x="23033" y="34563"/>
                    <a:pt x="19650" y="31004"/>
                    <a:pt x="18421" y="26593"/>
                  </a:cubicBezTo>
                  <a:cubicBezTo>
                    <a:pt x="17845" y="24538"/>
                    <a:pt x="17820" y="22157"/>
                    <a:pt x="19148" y="20478"/>
                  </a:cubicBezTo>
                  <a:cubicBezTo>
                    <a:pt x="20025" y="19325"/>
                    <a:pt x="21404" y="18648"/>
                    <a:pt x="22356" y="17571"/>
                  </a:cubicBezTo>
                  <a:cubicBezTo>
                    <a:pt x="23534" y="16217"/>
                    <a:pt x="23935" y="14212"/>
                    <a:pt x="23359" y="12508"/>
                  </a:cubicBezTo>
                  <a:lnTo>
                    <a:pt x="23359" y="12508"/>
                  </a:lnTo>
                  <a:cubicBezTo>
                    <a:pt x="23008" y="13385"/>
                    <a:pt x="22607" y="14262"/>
                    <a:pt x="22181" y="15089"/>
                  </a:cubicBezTo>
                  <a:cubicBezTo>
                    <a:pt x="21705" y="14312"/>
                    <a:pt x="21228" y="13485"/>
                    <a:pt x="20777" y="12658"/>
                  </a:cubicBezTo>
                  <a:cubicBezTo>
                    <a:pt x="20502" y="13560"/>
                    <a:pt x="20101" y="14438"/>
                    <a:pt x="19650" y="15290"/>
                  </a:cubicBezTo>
                  <a:cubicBezTo>
                    <a:pt x="18948" y="14438"/>
                    <a:pt x="18221" y="13586"/>
                    <a:pt x="17469" y="12758"/>
                  </a:cubicBezTo>
                  <a:cubicBezTo>
                    <a:pt x="16767" y="13761"/>
                    <a:pt x="16166" y="14814"/>
                    <a:pt x="15665" y="15916"/>
                  </a:cubicBezTo>
                  <a:cubicBezTo>
                    <a:pt x="15188" y="15089"/>
                    <a:pt x="14737" y="14262"/>
                    <a:pt x="14261" y="13435"/>
                  </a:cubicBezTo>
                  <a:cubicBezTo>
                    <a:pt x="13609" y="13987"/>
                    <a:pt x="12983" y="14563"/>
                    <a:pt x="12331" y="15114"/>
                  </a:cubicBezTo>
                  <a:cubicBezTo>
                    <a:pt x="12281" y="15165"/>
                    <a:pt x="12206" y="15240"/>
                    <a:pt x="12106" y="15240"/>
                  </a:cubicBezTo>
                  <a:cubicBezTo>
                    <a:pt x="12056" y="15240"/>
                    <a:pt x="11980" y="15215"/>
                    <a:pt x="11930" y="15165"/>
                  </a:cubicBezTo>
                  <a:cubicBezTo>
                    <a:pt x="10777" y="14463"/>
                    <a:pt x="9675" y="13661"/>
                    <a:pt x="8672" y="12733"/>
                  </a:cubicBezTo>
                  <a:cubicBezTo>
                    <a:pt x="9524" y="12633"/>
                    <a:pt x="10376" y="12533"/>
                    <a:pt x="11228" y="12433"/>
                  </a:cubicBezTo>
                  <a:cubicBezTo>
                    <a:pt x="11053" y="11480"/>
                    <a:pt x="10903" y="10553"/>
                    <a:pt x="10727" y="9601"/>
                  </a:cubicBezTo>
                  <a:lnTo>
                    <a:pt x="10727" y="9601"/>
                  </a:lnTo>
                  <a:cubicBezTo>
                    <a:pt x="12056" y="10052"/>
                    <a:pt x="13334" y="10603"/>
                    <a:pt x="14587" y="11255"/>
                  </a:cubicBezTo>
                  <a:cubicBezTo>
                    <a:pt x="14612" y="10352"/>
                    <a:pt x="14612" y="9425"/>
                    <a:pt x="14637" y="8498"/>
                  </a:cubicBezTo>
                  <a:cubicBezTo>
                    <a:pt x="15815" y="8974"/>
                    <a:pt x="17043" y="9375"/>
                    <a:pt x="18271" y="9726"/>
                  </a:cubicBezTo>
                  <a:cubicBezTo>
                    <a:pt x="18321" y="8723"/>
                    <a:pt x="18472" y="7746"/>
                    <a:pt x="18672" y="6794"/>
                  </a:cubicBezTo>
                  <a:cubicBezTo>
                    <a:pt x="18697" y="6794"/>
                    <a:pt x="18697" y="6819"/>
                    <a:pt x="18722" y="6819"/>
                  </a:cubicBezTo>
                  <a:cubicBezTo>
                    <a:pt x="20000" y="7370"/>
                    <a:pt x="21329" y="7746"/>
                    <a:pt x="22682" y="7997"/>
                  </a:cubicBezTo>
                  <a:cubicBezTo>
                    <a:pt x="21930" y="6468"/>
                    <a:pt x="21053" y="5014"/>
                    <a:pt x="20025" y="3686"/>
                  </a:cubicBezTo>
                  <a:cubicBezTo>
                    <a:pt x="19073" y="2433"/>
                    <a:pt x="17970" y="1255"/>
                    <a:pt x="16567" y="603"/>
                  </a:cubicBezTo>
                  <a:cubicBezTo>
                    <a:pt x="15673" y="180"/>
                    <a:pt x="14717" y="1"/>
                    <a:pt x="1374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0" name="Google Shape;3160;p38"/>
            <p:cNvSpPr/>
            <p:nvPr/>
          </p:nvSpPr>
          <p:spPr>
            <a:xfrm>
              <a:off x="1112499" y="2079047"/>
              <a:ext cx="651682" cy="738080"/>
            </a:xfrm>
            <a:custGeom>
              <a:rect b="b" l="l" r="r" t="t"/>
              <a:pathLst>
                <a:path extrusionOk="0" h="41407" w="36560">
                  <a:moveTo>
                    <a:pt x="13212" y="399"/>
                  </a:moveTo>
                  <a:cubicBezTo>
                    <a:pt x="13903" y="399"/>
                    <a:pt x="14592" y="493"/>
                    <a:pt x="15264" y="704"/>
                  </a:cubicBezTo>
                  <a:cubicBezTo>
                    <a:pt x="16542" y="1105"/>
                    <a:pt x="17595" y="1957"/>
                    <a:pt x="18497" y="2959"/>
                  </a:cubicBezTo>
                  <a:cubicBezTo>
                    <a:pt x="19449" y="4012"/>
                    <a:pt x="20276" y="5215"/>
                    <a:pt x="21003" y="6443"/>
                  </a:cubicBezTo>
                  <a:cubicBezTo>
                    <a:pt x="21282" y="6921"/>
                    <a:pt x="21545" y="7415"/>
                    <a:pt x="21805" y="7912"/>
                  </a:cubicBezTo>
                  <a:lnTo>
                    <a:pt x="21805" y="7912"/>
                  </a:lnTo>
                  <a:cubicBezTo>
                    <a:pt x="20622" y="7665"/>
                    <a:pt x="19446" y="7316"/>
                    <a:pt x="18330" y="6848"/>
                  </a:cubicBezTo>
                  <a:lnTo>
                    <a:pt x="18330" y="6848"/>
                  </a:lnTo>
                  <a:cubicBezTo>
                    <a:pt x="18327" y="6846"/>
                    <a:pt x="18324" y="6845"/>
                    <a:pt x="18321" y="6844"/>
                  </a:cubicBezTo>
                  <a:lnTo>
                    <a:pt x="18321" y="6844"/>
                  </a:lnTo>
                  <a:cubicBezTo>
                    <a:pt x="18321" y="6844"/>
                    <a:pt x="18321" y="6844"/>
                    <a:pt x="18321" y="6844"/>
                  </a:cubicBezTo>
                  <a:cubicBezTo>
                    <a:pt x="18315" y="6842"/>
                    <a:pt x="18309" y="6839"/>
                    <a:pt x="18303" y="6837"/>
                  </a:cubicBezTo>
                  <a:lnTo>
                    <a:pt x="18303" y="6837"/>
                  </a:lnTo>
                  <a:cubicBezTo>
                    <a:pt x="18293" y="6830"/>
                    <a:pt x="18288" y="6819"/>
                    <a:pt x="18271" y="6819"/>
                  </a:cubicBezTo>
                  <a:cubicBezTo>
                    <a:pt x="18241" y="6804"/>
                    <a:pt x="18204" y="6796"/>
                    <a:pt x="18166" y="6796"/>
                  </a:cubicBezTo>
                  <a:cubicBezTo>
                    <a:pt x="18079" y="6796"/>
                    <a:pt x="17988" y="6840"/>
                    <a:pt x="17971" y="6944"/>
                  </a:cubicBezTo>
                  <a:cubicBezTo>
                    <a:pt x="17789" y="7828"/>
                    <a:pt x="17649" y="8732"/>
                    <a:pt x="17587" y="9638"/>
                  </a:cubicBezTo>
                  <a:lnTo>
                    <a:pt x="17587" y="9638"/>
                  </a:lnTo>
                  <a:cubicBezTo>
                    <a:pt x="16439" y="9324"/>
                    <a:pt x="15313" y="8944"/>
                    <a:pt x="14186" y="8498"/>
                  </a:cubicBezTo>
                  <a:cubicBezTo>
                    <a:pt x="14167" y="8491"/>
                    <a:pt x="14147" y="8487"/>
                    <a:pt x="14128" y="8487"/>
                  </a:cubicBezTo>
                  <a:cubicBezTo>
                    <a:pt x="14025" y="8487"/>
                    <a:pt x="13935" y="8593"/>
                    <a:pt x="13935" y="8699"/>
                  </a:cubicBezTo>
                  <a:cubicBezTo>
                    <a:pt x="13913" y="9514"/>
                    <a:pt x="13891" y="10329"/>
                    <a:pt x="13886" y="11127"/>
                  </a:cubicBezTo>
                  <a:lnTo>
                    <a:pt x="13886" y="11127"/>
                  </a:lnTo>
                  <a:cubicBezTo>
                    <a:pt x="12726" y="10541"/>
                    <a:pt x="11522" y="10039"/>
                    <a:pt x="10276" y="9601"/>
                  </a:cubicBezTo>
                  <a:cubicBezTo>
                    <a:pt x="10258" y="9595"/>
                    <a:pt x="10241" y="9592"/>
                    <a:pt x="10224" y="9592"/>
                  </a:cubicBezTo>
                  <a:cubicBezTo>
                    <a:pt x="10098" y="9592"/>
                    <a:pt x="10004" y="9741"/>
                    <a:pt x="10026" y="9852"/>
                  </a:cubicBezTo>
                  <a:cubicBezTo>
                    <a:pt x="10187" y="10728"/>
                    <a:pt x="10327" y="11605"/>
                    <a:pt x="10485" y="12462"/>
                  </a:cubicBezTo>
                  <a:lnTo>
                    <a:pt x="10485" y="12462"/>
                  </a:lnTo>
                  <a:lnTo>
                    <a:pt x="8171" y="12734"/>
                  </a:lnTo>
                  <a:cubicBezTo>
                    <a:pt x="7996" y="12759"/>
                    <a:pt x="7870" y="12959"/>
                    <a:pt x="8021" y="13085"/>
                  </a:cubicBezTo>
                  <a:cubicBezTo>
                    <a:pt x="8973" y="13937"/>
                    <a:pt x="9976" y="14689"/>
                    <a:pt x="11028" y="15366"/>
                  </a:cubicBezTo>
                  <a:cubicBezTo>
                    <a:pt x="11207" y="15477"/>
                    <a:pt x="11406" y="15649"/>
                    <a:pt x="11625" y="15649"/>
                  </a:cubicBezTo>
                  <a:cubicBezTo>
                    <a:pt x="11651" y="15649"/>
                    <a:pt x="11678" y="15647"/>
                    <a:pt x="11705" y="15641"/>
                  </a:cubicBezTo>
                  <a:cubicBezTo>
                    <a:pt x="11930" y="15591"/>
                    <a:pt x="12156" y="15315"/>
                    <a:pt x="12331" y="15165"/>
                  </a:cubicBezTo>
                  <a:cubicBezTo>
                    <a:pt x="12790" y="14750"/>
                    <a:pt x="13249" y="14354"/>
                    <a:pt x="13707" y="13961"/>
                  </a:cubicBezTo>
                  <a:lnTo>
                    <a:pt x="13707" y="13961"/>
                  </a:lnTo>
                  <a:cubicBezTo>
                    <a:pt x="14122" y="14713"/>
                    <a:pt x="14555" y="15465"/>
                    <a:pt x="14988" y="16218"/>
                  </a:cubicBezTo>
                  <a:cubicBezTo>
                    <a:pt x="15027" y="16283"/>
                    <a:pt x="15101" y="16321"/>
                    <a:pt x="15173" y="16321"/>
                  </a:cubicBezTo>
                  <a:cubicBezTo>
                    <a:pt x="15239" y="16321"/>
                    <a:pt x="15303" y="16289"/>
                    <a:pt x="15339" y="16218"/>
                  </a:cubicBezTo>
                  <a:cubicBezTo>
                    <a:pt x="15802" y="15200"/>
                    <a:pt x="16350" y="14225"/>
                    <a:pt x="16983" y="13293"/>
                  </a:cubicBezTo>
                  <a:lnTo>
                    <a:pt x="16983" y="13293"/>
                  </a:lnTo>
                  <a:cubicBezTo>
                    <a:pt x="17676" y="14062"/>
                    <a:pt x="18348" y="14852"/>
                    <a:pt x="18998" y="15641"/>
                  </a:cubicBezTo>
                  <a:cubicBezTo>
                    <a:pt x="19036" y="15679"/>
                    <a:pt x="19086" y="15696"/>
                    <a:pt x="19135" y="15696"/>
                  </a:cubicBezTo>
                  <a:cubicBezTo>
                    <a:pt x="19214" y="15696"/>
                    <a:pt x="19293" y="15653"/>
                    <a:pt x="19324" y="15591"/>
                  </a:cubicBezTo>
                  <a:cubicBezTo>
                    <a:pt x="19722" y="14879"/>
                    <a:pt x="20050" y="14132"/>
                    <a:pt x="20322" y="13379"/>
                  </a:cubicBezTo>
                  <a:lnTo>
                    <a:pt x="20322" y="13379"/>
                  </a:lnTo>
                  <a:cubicBezTo>
                    <a:pt x="20701" y="14056"/>
                    <a:pt x="21085" y="14745"/>
                    <a:pt x="21504" y="15416"/>
                  </a:cubicBezTo>
                  <a:cubicBezTo>
                    <a:pt x="21542" y="15478"/>
                    <a:pt x="21611" y="15510"/>
                    <a:pt x="21680" y="15510"/>
                  </a:cubicBezTo>
                  <a:cubicBezTo>
                    <a:pt x="21749" y="15510"/>
                    <a:pt x="21818" y="15478"/>
                    <a:pt x="21855" y="15416"/>
                  </a:cubicBezTo>
                  <a:cubicBezTo>
                    <a:pt x="22188" y="14730"/>
                    <a:pt x="22506" y="14045"/>
                    <a:pt x="22808" y="13359"/>
                  </a:cubicBezTo>
                  <a:lnTo>
                    <a:pt x="22808" y="13359"/>
                  </a:lnTo>
                  <a:cubicBezTo>
                    <a:pt x="23023" y="14431"/>
                    <a:pt x="22895" y="15571"/>
                    <a:pt x="22407" y="16569"/>
                  </a:cubicBezTo>
                  <a:cubicBezTo>
                    <a:pt x="21805" y="17797"/>
                    <a:pt x="20727" y="18523"/>
                    <a:pt x="19675" y="19351"/>
                  </a:cubicBezTo>
                  <a:cubicBezTo>
                    <a:pt x="18672" y="20178"/>
                    <a:pt x="17895" y="21130"/>
                    <a:pt x="17570" y="22383"/>
                  </a:cubicBezTo>
                  <a:cubicBezTo>
                    <a:pt x="17244" y="23611"/>
                    <a:pt x="17294" y="24914"/>
                    <a:pt x="17545" y="26143"/>
                  </a:cubicBezTo>
                  <a:cubicBezTo>
                    <a:pt x="18597" y="31180"/>
                    <a:pt x="22582" y="35165"/>
                    <a:pt x="26893" y="37646"/>
                  </a:cubicBezTo>
                  <a:cubicBezTo>
                    <a:pt x="29238" y="38989"/>
                    <a:pt x="31744" y="39980"/>
                    <a:pt x="34308" y="40810"/>
                  </a:cubicBezTo>
                  <a:lnTo>
                    <a:pt x="34308" y="40810"/>
                  </a:lnTo>
                  <a:cubicBezTo>
                    <a:pt x="29203" y="40226"/>
                    <a:pt x="24193" y="39018"/>
                    <a:pt x="19399" y="37220"/>
                  </a:cubicBezTo>
                  <a:cubicBezTo>
                    <a:pt x="16692" y="36193"/>
                    <a:pt x="14061" y="34990"/>
                    <a:pt x="11529" y="33586"/>
                  </a:cubicBezTo>
                  <a:cubicBezTo>
                    <a:pt x="9224" y="32283"/>
                    <a:pt x="7093" y="30729"/>
                    <a:pt x="5389" y="28674"/>
                  </a:cubicBezTo>
                  <a:cubicBezTo>
                    <a:pt x="2356" y="25015"/>
                    <a:pt x="803" y="20228"/>
                    <a:pt x="828" y="15491"/>
                  </a:cubicBezTo>
                  <a:cubicBezTo>
                    <a:pt x="828" y="12985"/>
                    <a:pt x="1279" y="10428"/>
                    <a:pt x="2231" y="8097"/>
                  </a:cubicBezTo>
                  <a:cubicBezTo>
                    <a:pt x="2757" y="6844"/>
                    <a:pt x="3484" y="5666"/>
                    <a:pt x="4412" y="4664"/>
                  </a:cubicBezTo>
                  <a:cubicBezTo>
                    <a:pt x="5289" y="3686"/>
                    <a:pt x="6341" y="2859"/>
                    <a:pt x="7469" y="2182"/>
                  </a:cubicBezTo>
                  <a:cubicBezTo>
                    <a:pt x="9167" y="1193"/>
                    <a:pt x="11199" y="399"/>
                    <a:pt x="13212" y="399"/>
                  </a:cubicBezTo>
                  <a:close/>
                  <a:moveTo>
                    <a:pt x="13203" y="1"/>
                  </a:moveTo>
                  <a:cubicBezTo>
                    <a:pt x="11889" y="1"/>
                    <a:pt x="10554" y="309"/>
                    <a:pt x="9324" y="804"/>
                  </a:cubicBezTo>
                  <a:cubicBezTo>
                    <a:pt x="6868" y="1781"/>
                    <a:pt x="4612" y="3411"/>
                    <a:pt x="3108" y="5616"/>
                  </a:cubicBezTo>
                  <a:cubicBezTo>
                    <a:pt x="1580" y="7847"/>
                    <a:pt x="828" y="10579"/>
                    <a:pt x="552" y="13235"/>
                  </a:cubicBezTo>
                  <a:cubicBezTo>
                    <a:pt x="1" y="18047"/>
                    <a:pt x="1128" y="23085"/>
                    <a:pt x="3760" y="27170"/>
                  </a:cubicBezTo>
                  <a:cubicBezTo>
                    <a:pt x="5163" y="29300"/>
                    <a:pt x="6943" y="31105"/>
                    <a:pt x="9048" y="32534"/>
                  </a:cubicBezTo>
                  <a:cubicBezTo>
                    <a:pt x="11504" y="34213"/>
                    <a:pt x="14236" y="35541"/>
                    <a:pt x="16993" y="36694"/>
                  </a:cubicBezTo>
                  <a:cubicBezTo>
                    <a:pt x="22432" y="39000"/>
                    <a:pt x="28221" y="40529"/>
                    <a:pt x="34111" y="41205"/>
                  </a:cubicBezTo>
                  <a:cubicBezTo>
                    <a:pt x="34816" y="41278"/>
                    <a:pt x="35521" y="41351"/>
                    <a:pt x="36226" y="41401"/>
                  </a:cubicBezTo>
                  <a:lnTo>
                    <a:pt x="36226" y="41401"/>
                  </a:lnTo>
                  <a:cubicBezTo>
                    <a:pt x="36231" y="41403"/>
                    <a:pt x="36236" y="41404"/>
                    <a:pt x="36241" y="41406"/>
                  </a:cubicBezTo>
                  <a:cubicBezTo>
                    <a:pt x="36241" y="41405"/>
                    <a:pt x="36241" y="41403"/>
                    <a:pt x="36241" y="41402"/>
                  </a:cubicBezTo>
                  <a:lnTo>
                    <a:pt x="36241" y="41402"/>
                  </a:lnTo>
                  <a:cubicBezTo>
                    <a:pt x="36258" y="41403"/>
                    <a:pt x="36275" y="41405"/>
                    <a:pt x="36291" y="41406"/>
                  </a:cubicBezTo>
                  <a:cubicBezTo>
                    <a:pt x="36299" y="41407"/>
                    <a:pt x="36306" y="41407"/>
                    <a:pt x="36313" y="41407"/>
                  </a:cubicBezTo>
                  <a:cubicBezTo>
                    <a:pt x="36520" y="41407"/>
                    <a:pt x="36560" y="41053"/>
                    <a:pt x="36342" y="41005"/>
                  </a:cubicBezTo>
                  <a:cubicBezTo>
                    <a:pt x="31003" y="39426"/>
                    <a:pt x="25615" y="37270"/>
                    <a:pt x="21780" y="33085"/>
                  </a:cubicBezTo>
                  <a:cubicBezTo>
                    <a:pt x="20101" y="31255"/>
                    <a:pt x="18773" y="29075"/>
                    <a:pt x="18096" y="26669"/>
                  </a:cubicBezTo>
                  <a:cubicBezTo>
                    <a:pt x="17770" y="25441"/>
                    <a:pt x="17620" y="24112"/>
                    <a:pt x="17895" y="22859"/>
                  </a:cubicBezTo>
                  <a:cubicBezTo>
                    <a:pt x="18021" y="22233"/>
                    <a:pt x="18246" y="21631"/>
                    <a:pt x="18572" y="21105"/>
                  </a:cubicBezTo>
                  <a:cubicBezTo>
                    <a:pt x="18948" y="20554"/>
                    <a:pt x="19424" y="20102"/>
                    <a:pt x="19925" y="19701"/>
                  </a:cubicBezTo>
                  <a:cubicBezTo>
                    <a:pt x="21028" y="18799"/>
                    <a:pt x="22206" y="18022"/>
                    <a:pt x="22833" y="16669"/>
                  </a:cubicBezTo>
                  <a:cubicBezTo>
                    <a:pt x="23384" y="15416"/>
                    <a:pt x="23509" y="13962"/>
                    <a:pt x="23058" y="12659"/>
                  </a:cubicBezTo>
                  <a:cubicBezTo>
                    <a:pt x="23022" y="12562"/>
                    <a:pt x="22945" y="12518"/>
                    <a:pt x="22866" y="12518"/>
                  </a:cubicBezTo>
                  <a:cubicBezTo>
                    <a:pt x="22782" y="12518"/>
                    <a:pt x="22696" y="12568"/>
                    <a:pt x="22657" y="12659"/>
                  </a:cubicBezTo>
                  <a:cubicBezTo>
                    <a:pt x="22352" y="13399"/>
                    <a:pt x="22010" y="14140"/>
                    <a:pt x="21662" y="14864"/>
                  </a:cubicBezTo>
                  <a:lnTo>
                    <a:pt x="21662" y="14864"/>
                  </a:lnTo>
                  <a:cubicBezTo>
                    <a:pt x="21251" y="14170"/>
                    <a:pt x="20842" y="13474"/>
                    <a:pt x="20452" y="12759"/>
                  </a:cubicBezTo>
                  <a:cubicBezTo>
                    <a:pt x="20420" y="12696"/>
                    <a:pt x="20358" y="12668"/>
                    <a:pt x="20293" y="12668"/>
                  </a:cubicBezTo>
                  <a:cubicBezTo>
                    <a:pt x="20202" y="12668"/>
                    <a:pt x="20105" y="12722"/>
                    <a:pt x="20076" y="12809"/>
                  </a:cubicBezTo>
                  <a:cubicBezTo>
                    <a:pt x="19828" y="13619"/>
                    <a:pt x="19500" y="14389"/>
                    <a:pt x="19109" y="15118"/>
                  </a:cubicBezTo>
                  <a:lnTo>
                    <a:pt x="19109" y="15118"/>
                  </a:lnTo>
                  <a:cubicBezTo>
                    <a:pt x="18446" y="14340"/>
                    <a:pt x="17782" y="13564"/>
                    <a:pt x="17118" y="12809"/>
                  </a:cubicBezTo>
                  <a:cubicBezTo>
                    <a:pt x="17080" y="12771"/>
                    <a:pt x="17035" y="12754"/>
                    <a:pt x="16989" y="12754"/>
                  </a:cubicBezTo>
                  <a:cubicBezTo>
                    <a:pt x="16914" y="12754"/>
                    <a:pt x="16839" y="12797"/>
                    <a:pt x="16793" y="12859"/>
                  </a:cubicBezTo>
                  <a:cubicBezTo>
                    <a:pt x="16163" y="13759"/>
                    <a:pt x="15614" y="14699"/>
                    <a:pt x="15146" y="15679"/>
                  </a:cubicBezTo>
                  <a:lnTo>
                    <a:pt x="15146" y="15679"/>
                  </a:lnTo>
                  <a:cubicBezTo>
                    <a:pt x="14739" y="14965"/>
                    <a:pt x="14347" y="14250"/>
                    <a:pt x="13935" y="13536"/>
                  </a:cubicBezTo>
                  <a:cubicBezTo>
                    <a:pt x="13892" y="13463"/>
                    <a:pt x="13822" y="13424"/>
                    <a:pt x="13752" y="13424"/>
                  </a:cubicBezTo>
                  <a:cubicBezTo>
                    <a:pt x="13702" y="13424"/>
                    <a:pt x="13651" y="13444"/>
                    <a:pt x="13610" y="13486"/>
                  </a:cubicBezTo>
                  <a:cubicBezTo>
                    <a:pt x="13159" y="13887"/>
                    <a:pt x="12707" y="14263"/>
                    <a:pt x="12256" y="14664"/>
                  </a:cubicBezTo>
                  <a:cubicBezTo>
                    <a:pt x="12156" y="14764"/>
                    <a:pt x="12031" y="14864"/>
                    <a:pt x="11930" y="14965"/>
                  </a:cubicBezTo>
                  <a:cubicBezTo>
                    <a:pt x="11855" y="15015"/>
                    <a:pt x="11705" y="15215"/>
                    <a:pt x="11630" y="15215"/>
                  </a:cubicBezTo>
                  <a:cubicBezTo>
                    <a:pt x="11621" y="15217"/>
                    <a:pt x="11612" y="15218"/>
                    <a:pt x="11602" y="15218"/>
                  </a:cubicBezTo>
                  <a:cubicBezTo>
                    <a:pt x="11507" y="15218"/>
                    <a:pt x="11397" y="15110"/>
                    <a:pt x="11329" y="15065"/>
                  </a:cubicBezTo>
                  <a:cubicBezTo>
                    <a:pt x="11204" y="14990"/>
                    <a:pt x="11078" y="14914"/>
                    <a:pt x="10978" y="14839"/>
                  </a:cubicBezTo>
                  <a:cubicBezTo>
                    <a:pt x="10153" y="14318"/>
                    <a:pt x="9384" y="13721"/>
                    <a:pt x="8655" y="13098"/>
                  </a:cubicBezTo>
                  <a:lnTo>
                    <a:pt x="8655" y="13098"/>
                  </a:lnTo>
                  <a:lnTo>
                    <a:pt x="10727" y="12834"/>
                  </a:lnTo>
                  <a:cubicBezTo>
                    <a:pt x="10853" y="12809"/>
                    <a:pt x="10953" y="12709"/>
                    <a:pt x="10928" y="12584"/>
                  </a:cubicBezTo>
                  <a:cubicBezTo>
                    <a:pt x="10775" y="11752"/>
                    <a:pt x="10641" y="10940"/>
                    <a:pt x="10493" y="10114"/>
                  </a:cubicBezTo>
                  <a:lnTo>
                    <a:pt x="10493" y="10114"/>
                  </a:lnTo>
                  <a:cubicBezTo>
                    <a:pt x="11686" y="10543"/>
                    <a:pt x="12857" y="11055"/>
                    <a:pt x="13986" y="11631"/>
                  </a:cubicBezTo>
                  <a:cubicBezTo>
                    <a:pt x="14018" y="11651"/>
                    <a:pt x="14055" y="11660"/>
                    <a:pt x="14090" y="11660"/>
                  </a:cubicBezTo>
                  <a:cubicBezTo>
                    <a:pt x="14191" y="11660"/>
                    <a:pt x="14286" y="11585"/>
                    <a:pt x="14286" y="11456"/>
                  </a:cubicBezTo>
                  <a:cubicBezTo>
                    <a:pt x="14309" y="10651"/>
                    <a:pt x="14331" y="9826"/>
                    <a:pt x="14336" y="8999"/>
                  </a:cubicBezTo>
                  <a:lnTo>
                    <a:pt x="14336" y="8999"/>
                  </a:lnTo>
                  <a:cubicBezTo>
                    <a:pt x="15437" y="9432"/>
                    <a:pt x="16578" y="9801"/>
                    <a:pt x="17720" y="10127"/>
                  </a:cubicBezTo>
                  <a:cubicBezTo>
                    <a:pt x="17733" y="10130"/>
                    <a:pt x="17746" y="10131"/>
                    <a:pt x="17759" y="10131"/>
                  </a:cubicBezTo>
                  <a:cubicBezTo>
                    <a:pt x="17870" y="10131"/>
                    <a:pt x="17971" y="10039"/>
                    <a:pt x="17971" y="9927"/>
                  </a:cubicBezTo>
                  <a:cubicBezTo>
                    <a:pt x="18040" y="9030"/>
                    <a:pt x="18151" y="8155"/>
                    <a:pt x="18323" y="7281"/>
                  </a:cubicBezTo>
                  <a:lnTo>
                    <a:pt x="18323" y="7281"/>
                  </a:lnTo>
                  <a:cubicBezTo>
                    <a:pt x="19542" y="7788"/>
                    <a:pt x="20825" y="8161"/>
                    <a:pt x="22131" y="8398"/>
                  </a:cubicBezTo>
                  <a:cubicBezTo>
                    <a:pt x="22142" y="8400"/>
                    <a:pt x="22154" y="8400"/>
                    <a:pt x="22165" y="8400"/>
                  </a:cubicBezTo>
                  <a:cubicBezTo>
                    <a:pt x="22325" y="8400"/>
                    <a:pt x="22450" y="8238"/>
                    <a:pt x="22357" y="8097"/>
                  </a:cubicBezTo>
                  <a:cubicBezTo>
                    <a:pt x="21680" y="6719"/>
                    <a:pt x="20903" y="5416"/>
                    <a:pt x="20001" y="4188"/>
                  </a:cubicBezTo>
                  <a:cubicBezTo>
                    <a:pt x="19199" y="3085"/>
                    <a:pt x="18321" y="2032"/>
                    <a:pt x="17219" y="1230"/>
                  </a:cubicBezTo>
                  <a:cubicBezTo>
                    <a:pt x="16010" y="359"/>
                    <a:pt x="14619" y="1"/>
                    <a:pt x="132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1" name="Google Shape;3161;p38"/>
            <p:cNvSpPr/>
            <p:nvPr/>
          </p:nvSpPr>
          <p:spPr>
            <a:xfrm>
              <a:off x="1346157" y="2142025"/>
              <a:ext cx="52281" cy="58626"/>
            </a:xfrm>
            <a:custGeom>
              <a:rect b="b" l="l" r="r" t="t"/>
              <a:pathLst>
                <a:path extrusionOk="0" h="3289" w="2933">
                  <a:moveTo>
                    <a:pt x="1206" y="1"/>
                  </a:moveTo>
                  <a:cubicBezTo>
                    <a:pt x="1103" y="1"/>
                    <a:pt x="1001" y="18"/>
                    <a:pt x="903" y="53"/>
                  </a:cubicBezTo>
                  <a:cubicBezTo>
                    <a:pt x="251" y="279"/>
                    <a:pt x="0" y="1181"/>
                    <a:pt x="301" y="2058"/>
                  </a:cubicBezTo>
                  <a:cubicBezTo>
                    <a:pt x="576" y="2798"/>
                    <a:pt x="1154" y="3288"/>
                    <a:pt x="1719" y="3288"/>
                  </a:cubicBezTo>
                  <a:cubicBezTo>
                    <a:pt x="1824" y="3288"/>
                    <a:pt x="1928" y="3271"/>
                    <a:pt x="2030" y="3236"/>
                  </a:cubicBezTo>
                  <a:cubicBezTo>
                    <a:pt x="2657" y="3010"/>
                    <a:pt x="2933" y="2133"/>
                    <a:pt x="2632" y="1231"/>
                  </a:cubicBezTo>
                  <a:cubicBezTo>
                    <a:pt x="2357" y="491"/>
                    <a:pt x="1761" y="1"/>
                    <a:pt x="12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2" name="Google Shape;3162;p38"/>
            <p:cNvSpPr/>
            <p:nvPr/>
          </p:nvSpPr>
          <p:spPr>
            <a:xfrm>
              <a:off x="1315782" y="2138478"/>
              <a:ext cx="74580" cy="8699"/>
            </a:xfrm>
            <a:custGeom>
              <a:rect b="b" l="l" r="r" t="t"/>
              <a:pathLst>
                <a:path extrusionOk="0" h="488" w="4184">
                  <a:moveTo>
                    <a:pt x="253" y="0"/>
                  </a:moveTo>
                  <a:cubicBezTo>
                    <a:pt x="0" y="0"/>
                    <a:pt x="8" y="403"/>
                    <a:pt x="276" y="427"/>
                  </a:cubicBezTo>
                  <a:cubicBezTo>
                    <a:pt x="938" y="469"/>
                    <a:pt x="1600" y="487"/>
                    <a:pt x="2267" y="487"/>
                  </a:cubicBezTo>
                  <a:cubicBezTo>
                    <a:pt x="2811" y="487"/>
                    <a:pt x="3358" y="475"/>
                    <a:pt x="3910" y="453"/>
                  </a:cubicBezTo>
                  <a:cubicBezTo>
                    <a:pt x="4153" y="453"/>
                    <a:pt x="4184" y="50"/>
                    <a:pt x="3933" y="50"/>
                  </a:cubicBezTo>
                  <a:cubicBezTo>
                    <a:pt x="3925" y="50"/>
                    <a:pt x="3918" y="51"/>
                    <a:pt x="3910" y="52"/>
                  </a:cubicBezTo>
                  <a:cubicBezTo>
                    <a:pt x="3475" y="69"/>
                    <a:pt x="3043" y="78"/>
                    <a:pt x="2613" y="78"/>
                  </a:cubicBezTo>
                  <a:cubicBezTo>
                    <a:pt x="1830" y="78"/>
                    <a:pt x="1053" y="50"/>
                    <a:pt x="276" y="1"/>
                  </a:cubicBezTo>
                  <a:cubicBezTo>
                    <a:pt x="268" y="1"/>
                    <a:pt x="260" y="0"/>
                    <a:pt x="2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3" name="Google Shape;3163;p38"/>
            <p:cNvSpPr/>
            <p:nvPr/>
          </p:nvSpPr>
          <p:spPr>
            <a:xfrm>
              <a:off x="1150913" y="2343883"/>
              <a:ext cx="114900" cy="262224"/>
            </a:xfrm>
            <a:custGeom>
              <a:rect b="b" l="l" r="r" t="t"/>
              <a:pathLst>
                <a:path extrusionOk="0" h="14711" w="6446">
                  <a:moveTo>
                    <a:pt x="264" y="1"/>
                  </a:moveTo>
                  <a:cubicBezTo>
                    <a:pt x="158" y="1"/>
                    <a:pt x="51" y="70"/>
                    <a:pt x="51" y="208"/>
                  </a:cubicBezTo>
                  <a:cubicBezTo>
                    <a:pt x="1" y="4393"/>
                    <a:pt x="1304" y="8554"/>
                    <a:pt x="3735" y="11987"/>
                  </a:cubicBezTo>
                  <a:cubicBezTo>
                    <a:pt x="4412" y="12940"/>
                    <a:pt x="5164" y="13842"/>
                    <a:pt x="5991" y="14644"/>
                  </a:cubicBezTo>
                  <a:cubicBezTo>
                    <a:pt x="6038" y="14691"/>
                    <a:pt x="6090" y="14710"/>
                    <a:pt x="6139" y="14710"/>
                  </a:cubicBezTo>
                  <a:cubicBezTo>
                    <a:pt x="6304" y="14710"/>
                    <a:pt x="6446" y="14497"/>
                    <a:pt x="6292" y="14343"/>
                  </a:cubicBezTo>
                  <a:cubicBezTo>
                    <a:pt x="3384" y="11486"/>
                    <a:pt x="1430" y="7702"/>
                    <a:pt x="728" y="3691"/>
                  </a:cubicBezTo>
                  <a:cubicBezTo>
                    <a:pt x="552" y="2539"/>
                    <a:pt x="452" y="1386"/>
                    <a:pt x="477" y="208"/>
                  </a:cubicBezTo>
                  <a:cubicBezTo>
                    <a:pt x="477" y="70"/>
                    <a:pt x="371" y="1"/>
                    <a:pt x="2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4" name="Google Shape;3164;p38"/>
            <p:cNvSpPr/>
            <p:nvPr/>
          </p:nvSpPr>
          <p:spPr>
            <a:xfrm>
              <a:off x="1284052" y="2622783"/>
              <a:ext cx="9857" cy="7611"/>
            </a:xfrm>
            <a:custGeom>
              <a:rect b="b" l="l" r="r" t="t"/>
              <a:pathLst>
                <a:path extrusionOk="0" h="427" w="553">
                  <a:moveTo>
                    <a:pt x="276" y="0"/>
                  </a:moveTo>
                  <a:cubicBezTo>
                    <a:pt x="1" y="0"/>
                    <a:pt x="1" y="427"/>
                    <a:pt x="276" y="427"/>
                  </a:cubicBezTo>
                  <a:cubicBezTo>
                    <a:pt x="552" y="427"/>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5" name="Google Shape;3165;p38"/>
            <p:cNvSpPr/>
            <p:nvPr/>
          </p:nvSpPr>
          <p:spPr>
            <a:xfrm>
              <a:off x="1230273" y="2458021"/>
              <a:ext cx="239105" cy="262028"/>
            </a:xfrm>
            <a:custGeom>
              <a:rect b="b" l="l" r="r" t="t"/>
              <a:pathLst>
                <a:path extrusionOk="0" h="14700" w="13414">
                  <a:moveTo>
                    <a:pt x="246" y="0"/>
                  </a:moveTo>
                  <a:cubicBezTo>
                    <a:pt x="119" y="0"/>
                    <a:pt x="0" y="96"/>
                    <a:pt x="60" y="246"/>
                  </a:cubicBezTo>
                  <a:cubicBezTo>
                    <a:pt x="1689" y="5158"/>
                    <a:pt x="4948" y="9469"/>
                    <a:pt x="9158" y="12477"/>
                  </a:cubicBezTo>
                  <a:cubicBezTo>
                    <a:pt x="10361" y="13329"/>
                    <a:pt x="11639" y="14055"/>
                    <a:pt x="12993" y="14682"/>
                  </a:cubicBezTo>
                  <a:cubicBezTo>
                    <a:pt x="13023" y="14694"/>
                    <a:pt x="13053" y="14700"/>
                    <a:pt x="13082" y="14700"/>
                  </a:cubicBezTo>
                  <a:cubicBezTo>
                    <a:pt x="13286" y="14700"/>
                    <a:pt x="13413" y="14416"/>
                    <a:pt x="13193" y="14306"/>
                  </a:cubicBezTo>
                  <a:cubicBezTo>
                    <a:pt x="8557" y="12176"/>
                    <a:pt x="4647" y="8542"/>
                    <a:pt x="2166" y="4055"/>
                  </a:cubicBezTo>
                  <a:cubicBezTo>
                    <a:pt x="1489" y="2802"/>
                    <a:pt x="912" y="1499"/>
                    <a:pt x="461" y="146"/>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6" name="Google Shape;3166;p38"/>
            <p:cNvSpPr/>
            <p:nvPr/>
          </p:nvSpPr>
          <p:spPr>
            <a:xfrm>
              <a:off x="1371861" y="2593121"/>
              <a:ext cx="82583" cy="96612"/>
            </a:xfrm>
            <a:custGeom>
              <a:rect b="b" l="l" r="r" t="t"/>
              <a:pathLst>
                <a:path extrusionOk="0" h="5420" w="4633">
                  <a:moveTo>
                    <a:pt x="288" y="1"/>
                  </a:moveTo>
                  <a:cubicBezTo>
                    <a:pt x="152" y="1"/>
                    <a:pt x="1" y="156"/>
                    <a:pt x="87" y="311"/>
                  </a:cubicBezTo>
                  <a:cubicBezTo>
                    <a:pt x="1015" y="2341"/>
                    <a:pt x="2443" y="4070"/>
                    <a:pt x="4248" y="5374"/>
                  </a:cubicBezTo>
                  <a:cubicBezTo>
                    <a:pt x="4284" y="5406"/>
                    <a:pt x="4322" y="5419"/>
                    <a:pt x="4357" y="5419"/>
                  </a:cubicBezTo>
                  <a:cubicBezTo>
                    <a:pt x="4515" y="5419"/>
                    <a:pt x="4633" y="5146"/>
                    <a:pt x="4448" y="5023"/>
                  </a:cubicBezTo>
                  <a:cubicBezTo>
                    <a:pt x="2719" y="3745"/>
                    <a:pt x="1340" y="2065"/>
                    <a:pt x="438" y="111"/>
                  </a:cubicBezTo>
                  <a:cubicBezTo>
                    <a:pt x="407" y="32"/>
                    <a:pt x="349" y="1"/>
                    <a:pt x="28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7" name="Google Shape;3167;p38"/>
            <p:cNvSpPr/>
            <p:nvPr/>
          </p:nvSpPr>
          <p:spPr>
            <a:xfrm>
              <a:off x="1335426" y="2553530"/>
              <a:ext cx="9412" cy="7611"/>
            </a:xfrm>
            <a:custGeom>
              <a:rect b="b" l="l" r="r" t="t"/>
              <a:pathLst>
                <a:path extrusionOk="0" h="427" w="528">
                  <a:moveTo>
                    <a:pt x="277" y="1"/>
                  </a:moveTo>
                  <a:cubicBezTo>
                    <a:pt x="1" y="1"/>
                    <a:pt x="1" y="427"/>
                    <a:pt x="277" y="427"/>
                  </a:cubicBezTo>
                  <a:cubicBezTo>
                    <a:pt x="527" y="427"/>
                    <a:pt x="527"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8" name="Google Shape;3168;p38"/>
            <p:cNvSpPr/>
            <p:nvPr/>
          </p:nvSpPr>
          <p:spPr>
            <a:xfrm>
              <a:off x="1381451" y="2431656"/>
              <a:ext cx="21176" cy="81353"/>
            </a:xfrm>
            <a:custGeom>
              <a:rect b="b" l="l" r="r" t="t"/>
              <a:pathLst>
                <a:path extrusionOk="0" h="4564" w="1188">
                  <a:moveTo>
                    <a:pt x="943" y="1"/>
                  </a:moveTo>
                  <a:cubicBezTo>
                    <a:pt x="857" y="1"/>
                    <a:pt x="768" y="45"/>
                    <a:pt x="727" y="146"/>
                  </a:cubicBezTo>
                  <a:cubicBezTo>
                    <a:pt x="226" y="1499"/>
                    <a:pt x="0" y="2928"/>
                    <a:pt x="76" y="4356"/>
                  </a:cubicBezTo>
                  <a:cubicBezTo>
                    <a:pt x="76" y="4494"/>
                    <a:pt x="182" y="4563"/>
                    <a:pt x="285" y="4563"/>
                  </a:cubicBezTo>
                  <a:cubicBezTo>
                    <a:pt x="389" y="4563"/>
                    <a:pt x="489" y="4494"/>
                    <a:pt x="477" y="4356"/>
                  </a:cubicBezTo>
                  <a:cubicBezTo>
                    <a:pt x="426" y="2953"/>
                    <a:pt x="627" y="1575"/>
                    <a:pt x="1128" y="246"/>
                  </a:cubicBezTo>
                  <a:cubicBezTo>
                    <a:pt x="1188" y="97"/>
                    <a:pt x="1070" y="1"/>
                    <a:pt x="9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9" name="Google Shape;3169;p38"/>
            <p:cNvSpPr/>
            <p:nvPr/>
          </p:nvSpPr>
          <p:spPr>
            <a:xfrm>
              <a:off x="1404678" y="2415043"/>
              <a:ext cx="9839" cy="7166"/>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0" name="Google Shape;3170;p38"/>
            <p:cNvSpPr/>
            <p:nvPr/>
          </p:nvSpPr>
          <p:spPr>
            <a:xfrm>
              <a:off x="1292983" y="2391977"/>
              <a:ext cx="13422" cy="22192"/>
            </a:xfrm>
            <a:custGeom>
              <a:rect b="b" l="l" r="r" t="t"/>
              <a:pathLst>
                <a:path extrusionOk="0" h="1245" w="753">
                  <a:moveTo>
                    <a:pt x="515" y="0"/>
                  </a:moveTo>
                  <a:cubicBezTo>
                    <a:pt x="463" y="0"/>
                    <a:pt x="412" y="20"/>
                    <a:pt x="377" y="66"/>
                  </a:cubicBezTo>
                  <a:cubicBezTo>
                    <a:pt x="151" y="317"/>
                    <a:pt x="1" y="668"/>
                    <a:pt x="26" y="1044"/>
                  </a:cubicBezTo>
                  <a:cubicBezTo>
                    <a:pt x="26" y="1144"/>
                    <a:pt x="126" y="1244"/>
                    <a:pt x="226" y="1244"/>
                  </a:cubicBezTo>
                  <a:cubicBezTo>
                    <a:pt x="352" y="1244"/>
                    <a:pt x="452" y="1144"/>
                    <a:pt x="452" y="1044"/>
                  </a:cubicBezTo>
                  <a:cubicBezTo>
                    <a:pt x="452" y="993"/>
                    <a:pt x="452" y="968"/>
                    <a:pt x="452" y="918"/>
                  </a:cubicBezTo>
                  <a:cubicBezTo>
                    <a:pt x="452" y="918"/>
                    <a:pt x="452" y="893"/>
                    <a:pt x="452" y="868"/>
                  </a:cubicBezTo>
                  <a:cubicBezTo>
                    <a:pt x="452" y="843"/>
                    <a:pt x="452" y="818"/>
                    <a:pt x="452" y="793"/>
                  </a:cubicBezTo>
                  <a:cubicBezTo>
                    <a:pt x="452" y="793"/>
                    <a:pt x="477" y="768"/>
                    <a:pt x="477" y="743"/>
                  </a:cubicBezTo>
                  <a:cubicBezTo>
                    <a:pt x="477" y="718"/>
                    <a:pt x="477" y="693"/>
                    <a:pt x="502" y="643"/>
                  </a:cubicBezTo>
                  <a:cubicBezTo>
                    <a:pt x="502" y="643"/>
                    <a:pt x="502" y="618"/>
                    <a:pt x="502" y="618"/>
                  </a:cubicBezTo>
                  <a:cubicBezTo>
                    <a:pt x="527" y="592"/>
                    <a:pt x="527" y="592"/>
                    <a:pt x="527" y="592"/>
                  </a:cubicBezTo>
                  <a:cubicBezTo>
                    <a:pt x="527" y="567"/>
                    <a:pt x="552" y="517"/>
                    <a:pt x="577" y="492"/>
                  </a:cubicBezTo>
                  <a:cubicBezTo>
                    <a:pt x="577" y="467"/>
                    <a:pt x="602" y="442"/>
                    <a:pt x="627" y="417"/>
                  </a:cubicBezTo>
                  <a:cubicBezTo>
                    <a:pt x="627" y="392"/>
                    <a:pt x="627" y="392"/>
                    <a:pt x="653" y="392"/>
                  </a:cubicBezTo>
                  <a:cubicBezTo>
                    <a:pt x="653" y="379"/>
                    <a:pt x="653" y="373"/>
                    <a:pt x="649" y="373"/>
                  </a:cubicBezTo>
                  <a:cubicBezTo>
                    <a:pt x="646" y="373"/>
                    <a:pt x="640" y="379"/>
                    <a:pt x="627" y="392"/>
                  </a:cubicBezTo>
                  <a:cubicBezTo>
                    <a:pt x="627" y="392"/>
                    <a:pt x="653" y="367"/>
                    <a:pt x="678" y="342"/>
                  </a:cubicBezTo>
                  <a:cubicBezTo>
                    <a:pt x="753" y="267"/>
                    <a:pt x="753" y="141"/>
                    <a:pt x="678" y="66"/>
                  </a:cubicBezTo>
                  <a:cubicBezTo>
                    <a:pt x="637" y="26"/>
                    <a:pt x="576" y="0"/>
                    <a:pt x="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1" name="Google Shape;3171;p38"/>
            <p:cNvSpPr/>
            <p:nvPr/>
          </p:nvSpPr>
          <p:spPr>
            <a:xfrm>
              <a:off x="1308188" y="2396611"/>
              <a:ext cx="14313" cy="19001"/>
            </a:xfrm>
            <a:custGeom>
              <a:rect b="b" l="l" r="r" t="t"/>
              <a:pathLst>
                <a:path extrusionOk="0" h="1066" w="803">
                  <a:moveTo>
                    <a:pt x="577" y="0"/>
                  </a:moveTo>
                  <a:cubicBezTo>
                    <a:pt x="520" y="0"/>
                    <a:pt x="464" y="19"/>
                    <a:pt x="426" y="57"/>
                  </a:cubicBezTo>
                  <a:cubicBezTo>
                    <a:pt x="226" y="257"/>
                    <a:pt x="100" y="533"/>
                    <a:pt x="25" y="809"/>
                  </a:cubicBezTo>
                  <a:cubicBezTo>
                    <a:pt x="0" y="909"/>
                    <a:pt x="50" y="1034"/>
                    <a:pt x="175" y="1059"/>
                  </a:cubicBezTo>
                  <a:cubicBezTo>
                    <a:pt x="193" y="1064"/>
                    <a:pt x="211" y="1066"/>
                    <a:pt x="229" y="1066"/>
                  </a:cubicBezTo>
                  <a:cubicBezTo>
                    <a:pt x="316" y="1066"/>
                    <a:pt x="405" y="1017"/>
                    <a:pt x="426" y="934"/>
                  </a:cubicBezTo>
                  <a:cubicBezTo>
                    <a:pt x="447" y="850"/>
                    <a:pt x="468" y="784"/>
                    <a:pt x="489" y="721"/>
                  </a:cubicBezTo>
                  <a:lnTo>
                    <a:pt x="489" y="721"/>
                  </a:lnTo>
                  <a:cubicBezTo>
                    <a:pt x="486" y="724"/>
                    <a:pt x="482" y="728"/>
                    <a:pt x="476" y="733"/>
                  </a:cubicBezTo>
                  <a:cubicBezTo>
                    <a:pt x="484" y="719"/>
                    <a:pt x="491" y="704"/>
                    <a:pt x="500" y="688"/>
                  </a:cubicBezTo>
                  <a:lnTo>
                    <a:pt x="500" y="688"/>
                  </a:lnTo>
                  <a:cubicBezTo>
                    <a:pt x="496" y="699"/>
                    <a:pt x="493" y="710"/>
                    <a:pt x="489" y="721"/>
                  </a:cubicBezTo>
                  <a:lnTo>
                    <a:pt x="489" y="721"/>
                  </a:lnTo>
                  <a:cubicBezTo>
                    <a:pt x="501" y="708"/>
                    <a:pt x="501" y="703"/>
                    <a:pt x="501" y="685"/>
                  </a:cubicBezTo>
                  <a:lnTo>
                    <a:pt x="501" y="685"/>
                  </a:lnTo>
                  <a:cubicBezTo>
                    <a:pt x="501" y="686"/>
                    <a:pt x="500" y="687"/>
                    <a:pt x="500" y="688"/>
                  </a:cubicBezTo>
                  <a:lnTo>
                    <a:pt x="500" y="688"/>
                  </a:lnTo>
                  <a:cubicBezTo>
                    <a:pt x="500" y="687"/>
                    <a:pt x="501" y="685"/>
                    <a:pt x="501" y="683"/>
                  </a:cubicBezTo>
                  <a:lnTo>
                    <a:pt x="501" y="683"/>
                  </a:lnTo>
                  <a:cubicBezTo>
                    <a:pt x="501" y="684"/>
                    <a:pt x="501" y="685"/>
                    <a:pt x="501" y="685"/>
                  </a:cubicBezTo>
                  <a:lnTo>
                    <a:pt x="501" y="685"/>
                  </a:lnTo>
                  <a:cubicBezTo>
                    <a:pt x="550" y="596"/>
                    <a:pt x="613" y="496"/>
                    <a:pt x="677" y="433"/>
                  </a:cubicBezTo>
                  <a:cubicBezTo>
                    <a:pt x="652" y="433"/>
                    <a:pt x="652" y="458"/>
                    <a:pt x="627" y="458"/>
                  </a:cubicBezTo>
                  <a:cubicBezTo>
                    <a:pt x="652" y="433"/>
                    <a:pt x="702" y="383"/>
                    <a:pt x="727" y="358"/>
                  </a:cubicBezTo>
                  <a:cubicBezTo>
                    <a:pt x="802" y="282"/>
                    <a:pt x="802" y="132"/>
                    <a:pt x="727" y="57"/>
                  </a:cubicBezTo>
                  <a:cubicBezTo>
                    <a:pt x="689" y="19"/>
                    <a:pt x="633" y="0"/>
                    <a:pt x="5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2" name="Google Shape;3172;p38"/>
            <p:cNvSpPr/>
            <p:nvPr/>
          </p:nvSpPr>
          <p:spPr>
            <a:xfrm>
              <a:off x="1201413" y="2201581"/>
              <a:ext cx="39447" cy="156379"/>
            </a:xfrm>
            <a:custGeom>
              <a:rect b="b" l="l" r="r" t="t"/>
              <a:pathLst>
                <a:path extrusionOk="0" h="8773" w="2213">
                  <a:moveTo>
                    <a:pt x="1922" y="1"/>
                  </a:moveTo>
                  <a:cubicBezTo>
                    <a:pt x="1873" y="1"/>
                    <a:pt x="1823" y="21"/>
                    <a:pt x="1780" y="70"/>
                  </a:cubicBezTo>
                  <a:cubicBezTo>
                    <a:pt x="1328" y="547"/>
                    <a:pt x="1028" y="1148"/>
                    <a:pt x="802" y="1775"/>
                  </a:cubicBezTo>
                  <a:cubicBezTo>
                    <a:pt x="551" y="2527"/>
                    <a:pt x="376" y="3278"/>
                    <a:pt x="251" y="4030"/>
                  </a:cubicBezTo>
                  <a:cubicBezTo>
                    <a:pt x="0" y="5559"/>
                    <a:pt x="25" y="7113"/>
                    <a:pt x="251" y="8617"/>
                  </a:cubicBezTo>
                  <a:cubicBezTo>
                    <a:pt x="271" y="8727"/>
                    <a:pt x="346" y="8773"/>
                    <a:pt x="427" y="8773"/>
                  </a:cubicBezTo>
                  <a:cubicBezTo>
                    <a:pt x="549" y="8773"/>
                    <a:pt x="682" y="8667"/>
                    <a:pt x="652" y="8517"/>
                  </a:cubicBezTo>
                  <a:cubicBezTo>
                    <a:pt x="426" y="7063"/>
                    <a:pt x="426" y="5584"/>
                    <a:pt x="652" y="4156"/>
                  </a:cubicBezTo>
                  <a:cubicBezTo>
                    <a:pt x="777" y="3454"/>
                    <a:pt x="927" y="2777"/>
                    <a:pt x="1153" y="2101"/>
                  </a:cubicBezTo>
                  <a:cubicBezTo>
                    <a:pt x="1353" y="1474"/>
                    <a:pt x="1629" y="847"/>
                    <a:pt x="2080" y="346"/>
                  </a:cubicBezTo>
                  <a:cubicBezTo>
                    <a:pt x="2213" y="195"/>
                    <a:pt x="2074" y="1"/>
                    <a:pt x="19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3" name="Google Shape;3173;p38"/>
            <p:cNvSpPr/>
            <p:nvPr/>
          </p:nvSpPr>
          <p:spPr>
            <a:xfrm>
              <a:off x="1164407" y="2166803"/>
              <a:ext cx="63439" cy="105381"/>
            </a:xfrm>
            <a:custGeom>
              <a:rect b="b" l="l" r="r" t="t"/>
              <a:pathLst>
                <a:path extrusionOk="0" h="5912" w="3559">
                  <a:moveTo>
                    <a:pt x="3263" y="0"/>
                  </a:moveTo>
                  <a:cubicBezTo>
                    <a:pt x="3217" y="0"/>
                    <a:pt x="3169" y="20"/>
                    <a:pt x="3129" y="67"/>
                  </a:cubicBezTo>
                  <a:cubicBezTo>
                    <a:pt x="1600" y="1620"/>
                    <a:pt x="547" y="3550"/>
                    <a:pt x="46" y="5656"/>
                  </a:cubicBezTo>
                  <a:cubicBezTo>
                    <a:pt x="1" y="5806"/>
                    <a:pt x="137" y="5912"/>
                    <a:pt x="264" y="5912"/>
                  </a:cubicBezTo>
                  <a:cubicBezTo>
                    <a:pt x="347" y="5912"/>
                    <a:pt x="427" y="5866"/>
                    <a:pt x="447" y="5756"/>
                  </a:cubicBezTo>
                  <a:cubicBezTo>
                    <a:pt x="923" y="3726"/>
                    <a:pt x="1951" y="1871"/>
                    <a:pt x="3404" y="367"/>
                  </a:cubicBezTo>
                  <a:cubicBezTo>
                    <a:pt x="3558" y="213"/>
                    <a:pt x="3417" y="0"/>
                    <a:pt x="32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4" name="Google Shape;3174;p38"/>
            <p:cNvSpPr/>
            <p:nvPr/>
          </p:nvSpPr>
          <p:spPr>
            <a:xfrm>
              <a:off x="1268419" y="2208729"/>
              <a:ext cx="16987" cy="18805"/>
            </a:xfrm>
            <a:custGeom>
              <a:rect b="b" l="l" r="r" t="t"/>
              <a:pathLst>
                <a:path extrusionOk="0" h="1055" w="953">
                  <a:moveTo>
                    <a:pt x="679" y="0"/>
                  </a:moveTo>
                  <a:cubicBezTo>
                    <a:pt x="650" y="0"/>
                    <a:pt x="623" y="6"/>
                    <a:pt x="602" y="20"/>
                  </a:cubicBezTo>
                  <a:cubicBezTo>
                    <a:pt x="326" y="196"/>
                    <a:pt x="126" y="471"/>
                    <a:pt x="26" y="797"/>
                  </a:cubicBezTo>
                  <a:cubicBezTo>
                    <a:pt x="0" y="897"/>
                    <a:pt x="51" y="1023"/>
                    <a:pt x="176" y="1048"/>
                  </a:cubicBezTo>
                  <a:cubicBezTo>
                    <a:pt x="193" y="1052"/>
                    <a:pt x="210" y="1054"/>
                    <a:pt x="228" y="1054"/>
                  </a:cubicBezTo>
                  <a:cubicBezTo>
                    <a:pt x="315" y="1054"/>
                    <a:pt x="406" y="1002"/>
                    <a:pt x="427" y="897"/>
                  </a:cubicBezTo>
                  <a:cubicBezTo>
                    <a:pt x="427" y="873"/>
                    <a:pt x="451" y="823"/>
                    <a:pt x="476" y="774"/>
                  </a:cubicBezTo>
                  <a:lnTo>
                    <a:pt x="476" y="774"/>
                  </a:lnTo>
                  <a:lnTo>
                    <a:pt x="452" y="822"/>
                  </a:lnTo>
                  <a:cubicBezTo>
                    <a:pt x="474" y="755"/>
                    <a:pt x="516" y="669"/>
                    <a:pt x="578" y="598"/>
                  </a:cubicBezTo>
                  <a:lnTo>
                    <a:pt x="578" y="598"/>
                  </a:lnTo>
                  <a:cubicBezTo>
                    <a:pt x="577" y="605"/>
                    <a:pt x="577" y="613"/>
                    <a:pt x="577" y="622"/>
                  </a:cubicBezTo>
                  <a:cubicBezTo>
                    <a:pt x="619" y="559"/>
                    <a:pt x="678" y="497"/>
                    <a:pt x="740" y="434"/>
                  </a:cubicBezTo>
                  <a:lnTo>
                    <a:pt x="740" y="434"/>
                  </a:lnTo>
                  <a:cubicBezTo>
                    <a:pt x="761" y="414"/>
                    <a:pt x="782" y="396"/>
                    <a:pt x="802" y="396"/>
                  </a:cubicBezTo>
                  <a:cubicBezTo>
                    <a:pt x="903" y="321"/>
                    <a:pt x="953" y="196"/>
                    <a:pt x="878" y="95"/>
                  </a:cubicBezTo>
                  <a:cubicBezTo>
                    <a:pt x="842" y="41"/>
                    <a:pt x="753" y="0"/>
                    <a:pt x="67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5" name="Google Shape;3175;p38"/>
            <p:cNvSpPr/>
            <p:nvPr/>
          </p:nvSpPr>
          <p:spPr>
            <a:xfrm>
              <a:off x="1286744" y="2211866"/>
              <a:ext cx="12513" cy="14100"/>
            </a:xfrm>
            <a:custGeom>
              <a:rect b="b" l="l" r="r" t="t"/>
              <a:pathLst>
                <a:path extrusionOk="0" h="791" w="702">
                  <a:moveTo>
                    <a:pt x="526" y="1"/>
                  </a:moveTo>
                  <a:cubicBezTo>
                    <a:pt x="501" y="1"/>
                    <a:pt x="476" y="7"/>
                    <a:pt x="451" y="20"/>
                  </a:cubicBezTo>
                  <a:lnTo>
                    <a:pt x="401" y="20"/>
                  </a:lnTo>
                  <a:cubicBezTo>
                    <a:pt x="351" y="45"/>
                    <a:pt x="326" y="70"/>
                    <a:pt x="326" y="95"/>
                  </a:cubicBezTo>
                  <a:cubicBezTo>
                    <a:pt x="226" y="220"/>
                    <a:pt x="125" y="346"/>
                    <a:pt x="50" y="471"/>
                  </a:cubicBezTo>
                  <a:cubicBezTo>
                    <a:pt x="25" y="496"/>
                    <a:pt x="25" y="521"/>
                    <a:pt x="25" y="546"/>
                  </a:cubicBezTo>
                  <a:cubicBezTo>
                    <a:pt x="0" y="571"/>
                    <a:pt x="0" y="621"/>
                    <a:pt x="25" y="646"/>
                  </a:cubicBezTo>
                  <a:cubicBezTo>
                    <a:pt x="25" y="696"/>
                    <a:pt x="75" y="747"/>
                    <a:pt x="125" y="772"/>
                  </a:cubicBezTo>
                  <a:cubicBezTo>
                    <a:pt x="150" y="784"/>
                    <a:pt x="175" y="790"/>
                    <a:pt x="201" y="790"/>
                  </a:cubicBezTo>
                  <a:cubicBezTo>
                    <a:pt x="226" y="790"/>
                    <a:pt x="251" y="784"/>
                    <a:pt x="276" y="772"/>
                  </a:cubicBezTo>
                  <a:lnTo>
                    <a:pt x="326" y="772"/>
                  </a:lnTo>
                  <a:cubicBezTo>
                    <a:pt x="351" y="747"/>
                    <a:pt x="376" y="721"/>
                    <a:pt x="401" y="696"/>
                  </a:cubicBezTo>
                  <a:cubicBezTo>
                    <a:pt x="501" y="571"/>
                    <a:pt x="576" y="446"/>
                    <a:pt x="677" y="320"/>
                  </a:cubicBezTo>
                  <a:cubicBezTo>
                    <a:pt x="702" y="295"/>
                    <a:pt x="702" y="270"/>
                    <a:pt x="702" y="245"/>
                  </a:cubicBezTo>
                  <a:cubicBezTo>
                    <a:pt x="702" y="220"/>
                    <a:pt x="702" y="195"/>
                    <a:pt x="702" y="145"/>
                  </a:cubicBezTo>
                  <a:cubicBezTo>
                    <a:pt x="677" y="95"/>
                    <a:pt x="652" y="45"/>
                    <a:pt x="602" y="20"/>
                  </a:cubicBezTo>
                  <a:cubicBezTo>
                    <a:pt x="576" y="7"/>
                    <a:pt x="551" y="1"/>
                    <a:pt x="5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6" name="Google Shape;3176;p38"/>
            <p:cNvSpPr/>
            <p:nvPr/>
          </p:nvSpPr>
          <p:spPr>
            <a:xfrm>
              <a:off x="1244747" y="2386896"/>
              <a:ext cx="10285" cy="30499"/>
            </a:xfrm>
            <a:custGeom>
              <a:rect b="b" l="l" r="r" t="t"/>
              <a:pathLst>
                <a:path extrusionOk="0" h="1711" w="577">
                  <a:moveTo>
                    <a:pt x="276" y="0"/>
                  </a:moveTo>
                  <a:cubicBezTo>
                    <a:pt x="151" y="0"/>
                    <a:pt x="75" y="101"/>
                    <a:pt x="50" y="201"/>
                  </a:cubicBezTo>
                  <a:cubicBezTo>
                    <a:pt x="0" y="652"/>
                    <a:pt x="50" y="1128"/>
                    <a:pt x="151" y="1554"/>
                  </a:cubicBezTo>
                  <a:cubicBezTo>
                    <a:pt x="171" y="1659"/>
                    <a:pt x="262" y="1711"/>
                    <a:pt x="350" y="1711"/>
                  </a:cubicBezTo>
                  <a:cubicBezTo>
                    <a:pt x="367" y="1711"/>
                    <a:pt x="384" y="1709"/>
                    <a:pt x="401" y="1705"/>
                  </a:cubicBezTo>
                  <a:cubicBezTo>
                    <a:pt x="526" y="1679"/>
                    <a:pt x="577" y="1554"/>
                    <a:pt x="552" y="1454"/>
                  </a:cubicBezTo>
                  <a:cubicBezTo>
                    <a:pt x="451" y="1053"/>
                    <a:pt x="426" y="627"/>
                    <a:pt x="476" y="201"/>
                  </a:cubicBezTo>
                  <a:cubicBezTo>
                    <a:pt x="476" y="101"/>
                    <a:pt x="376"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7" name="Google Shape;3177;p38"/>
            <p:cNvSpPr/>
            <p:nvPr/>
          </p:nvSpPr>
          <p:spPr>
            <a:xfrm>
              <a:off x="1313536" y="2479180"/>
              <a:ext cx="9412" cy="15846"/>
            </a:xfrm>
            <a:custGeom>
              <a:rect b="b" l="l" r="r" t="t"/>
              <a:pathLst>
                <a:path extrusionOk="0" h="889" w="528">
                  <a:moveTo>
                    <a:pt x="211" y="1"/>
                  </a:moveTo>
                  <a:cubicBezTo>
                    <a:pt x="193" y="1"/>
                    <a:pt x="173" y="4"/>
                    <a:pt x="151" y="11"/>
                  </a:cubicBezTo>
                  <a:cubicBezTo>
                    <a:pt x="101" y="36"/>
                    <a:pt x="76" y="61"/>
                    <a:pt x="51" y="112"/>
                  </a:cubicBezTo>
                  <a:cubicBezTo>
                    <a:pt x="1" y="162"/>
                    <a:pt x="1" y="212"/>
                    <a:pt x="26" y="262"/>
                  </a:cubicBezTo>
                  <a:cubicBezTo>
                    <a:pt x="51" y="412"/>
                    <a:pt x="76" y="588"/>
                    <a:pt x="101" y="738"/>
                  </a:cubicBezTo>
                  <a:cubicBezTo>
                    <a:pt x="126" y="788"/>
                    <a:pt x="176" y="838"/>
                    <a:pt x="201" y="863"/>
                  </a:cubicBezTo>
                  <a:cubicBezTo>
                    <a:pt x="251" y="888"/>
                    <a:pt x="327" y="888"/>
                    <a:pt x="377" y="888"/>
                  </a:cubicBezTo>
                  <a:cubicBezTo>
                    <a:pt x="427" y="863"/>
                    <a:pt x="477" y="838"/>
                    <a:pt x="502" y="788"/>
                  </a:cubicBezTo>
                  <a:cubicBezTo>
                    <a:pt x="527" y="738"/>
                    <a:pt x="527" y="688"/>
                    <a:pt x="502" y="613"/>
                  </a:cubicBezTo>
                  <a:cubicBezTo>
                    <a:pt x="477" y="462"/>
                    <a:pt x="452" y="312"/>
                    <a:pt x="427" y="162"/>
                  </a:cubicBezTo>
                  <a:cubicBezTo>
                    <a:pt x="402" y="112"/>
                    <a:pt x="377" y="61"/>
                    <a:pt x="327" y="36"/>
                  </a:cubicBezTo>
                  <a:cubicBezTo>
                    <a:pt x="291" y="19"/>
                    <a:pt x="256" y="1"/>
                    <a:pt x="21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8" name="Google Shape;3178;p38"/>
            <p:cNvSpPr/>
            <p:nvPr/>
          </p:nvSpPr>
          <p:spPr>
            <a:xfrm>
              <a:off x="1507442" y="2723748"/>
              <a:ext cx="28164" cy="18449"/>
            </a:xfrm>
            <a:custGeom>
              <a:rect b="b" l="l" r="r" t="t"/>
              <a:pathLst>
                <a:path extrusionOk="0" h="1035" w="1580">
                  <a:moveTo>
                    <a:pt x="229" y="1"/>
                  </a:moveTo>
                  <a:cubicBezTo>
                    <a:pt x="176" y="1"/>
                    <a:pt x="125" y="26"/>
                    <a:pt x="100" y="76"/>
                  </a:cubicBezTo>
                  <a:cubicBezTo>
                    <a:pt x="0" y="151"/>
                    <a:pt x="25" y="276"/>
                    <a:pt x="100" y="352"/>
                  </a:cubicBezTo>
                  <a:cubicBezTo>
                    <a:pt x="401" y="727"/>
                    <a:pt x="852" y="978"/>
                    <a:pt x="1303" y="1028"/>
                  </a:cubicBezTo>
                  <a:cubicBezTo>
                    <a:pt x="1321" y="1033"/>
                    <a:pt x="1338" y="1035"/>
                    <a:pt x="1357" y="1035"/>
                  </a:cubicBezTo>
                  <a:cubicBezTo>
                    <a:pt x="1444" y="1035"/>
                    <a:pt x="1533" y="986"/>
                    <a:pt x="1554" y="903"/>
                  </a:cubicBezTo>
                  <a:cubicBezTo>
                    <a:pt x="1579" y="803"/>
                    <a:pt x="1529" y="652"/>
                    <a:pt x="1429" y="627"/>
                  </a:cubicBezTo>
                  <a:cubicBezTo>
                    <a:pt x="1303" y="627"/>
                    <a:pt x="1203" y="602"/>
                    <a:pt x="1103" y="552"/>
                  </a:cubicBezTo>
                  <a:cubicBezTo>
                    <a:pt x="1078" y="552"/>
                    <a:pt x="1053" y="552"/>
                    <a:pt x="1028" y="527"/>
                  </a:cubicBezTo>
                  <a:lnTo>
                    <a:pt x="1003" y="527"/>
                  </a:lnTo>
                  <a:cubicBezTo>
                    <a:pt x="952" y="502"/>
                    <a:pt x="902" y="477"/>
                    <a:pt x="852" y="452"/>
                  </a:cubicBezTo>
                  <a:cubicBezTo>
                    <a:pt x="802" y="427"/>
                    <a:pt x="752" y="402"/>
                    <a:pt x="727" y="377"/>
                  </a:cubicBezTo>
                  <a:cubicBezTo>
                    <a:pt x="702" y="352"/>
                    <a:pt x="677" y="326"/>
                    <a:pt x="652" y="326"/>
                  </a:cubicBezTo>
                  <a:cubicBezTo>
                    <a:pt x="652" y="326"/>
                    <a:pt x="627" y="301"/>
                    <a:pt x="627" y="301"/>
                  </a:cubicBezTo>
                  <a:cubicBezTo>
                    <a:pt x="526" y="226"/>
                    <a:pt x="451" y="151"/>
                    <a:pt x="376" y="76"/>
                  </a:cubicBezTo>
                  <a:cubicBezTo>
                    <a:pt x="338" y="26"/>
                    <a:pt x="282" y="1"/>
                    <a:pt x="2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9" name="Google Shape;3179;p38"/>
            <p:cNvSpPr/>
            <p:nvPr/>
          </p:nvSpPr>
          <p:spPr>
            <a:xfrm>
              <a:off x="1452486" y="2375274"/>
              <a:ext cx="9839" cy="7611"/>
            </a:xfrm>
            <a:custGeom>
              <a:rect b="b" l="l" r="r" t="t"/>
              <a:pathLst>
                <a:path extrusionOk="0" h="427" w="552">
                  <a:moveTo>
                    <a:pt x="276" y="1"/>
                  </a:moveTo>
                  <a:cubicBezTo>
                    <a:pt x="0" y="1"/>
                    <a:pt x="0"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0" name="Google Shape;3180;p38"/>
            <p:cNvSpPr/>
            <p:nvPr/>
          </p:nvSpPr>
          <p:spPr>
            <a:xfrm>
              <a:off x="2718154" y="1790468"/>
              <a:ext cx="519135" cy="978379"/>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1" name="Google Shape;3181;p38"/>
            <p:cNvSpPr/>
            <p:nvPr/>
          </p:nvSpPr>
          <p:spPr>
            <a:xfrm>
              <a:off x="2713804" y="1786885"/>
              <a:ext cx="522593" cy="985669"/>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2" name="Google Shape;3182;p38"/>
            <p:cNvSpPr/>
            <p:nvPr/>
          </p:nvSpPr>
          <p:spPr>
            <a:xfrm>
              <a:off x="2859778" y="2051025"/>
              <a:ext cx="83991" cy="99767"/>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3" name="Google Shape;3183;p38"/>
            <p:cNvSpPr/>
            <p:nvPr/>
          </p:nvSpPr>
          <p:spPr>
            <a:xfrm>
              <a:off x="2852416" y="2009171"/>
              <a:ext cx="100586" cy="6745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4" name="Google Shape;3184;p38"/>
            <p:cNvSpPr/>
            <p:nvPr/>
          </p:nvSpPr>
          <p:spPr>
            <a:xfrm>
              <a:off x="2796140" y="2403474"/>
              <a:ext cx="60516" cy="261493"/>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5" name="Google Shape;3185;p38"/>
            <p:cNvSpPr/>
            <p:nvPr/>
          </p:nvSpPr>
          <p:spPr>
            <a:xfrm>
              <a:off x="2891044" y="2424990"/>
              <a:ext cx="18431" cy="66576"/>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6" name="Google Shape;3186;p38"/>
            <p:cNvSpPr/>
            <p:nvPr/>
          </p:nvSpPr>
          <p:spPr>
            <a:xfrm>
              <a:off x="2869386" y="2375363"/>
              <a:ext cx="135506" cy="25377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7" name="Google Shape;3187;p38"/>
            <p:cNvSpPr/>
            <p:nvPr/>
          </p:nvSpPr>
          <p:spPr>
            <a:xfrm>
              <a:off x="2952631" y="2485900"/>
              <a:ext cx="57913" cy="96219"/>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8" name="Google Shape;3188;p38"/>
            <p:cNvSpPr/>
            <p:nvPr/>
          </p:nvSpPr>
          <p:spPr>
            <a:xfrm>
              <a:off x="3025074" y="2449446"/>
              <a:ext cx="7611" cy="9394"/>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9" name="Google Shape;3189;p38"/>
            <p:cNvSpPr/>
            <p:nvPr/>
          </p:nvSpPr>
          <p:spPr>
            <a:xfrm>
              <a:off x="2877639" y="2515562"/>
              <a:ext cx="18342" cy="25472"/>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0" name="Google Shape;3190;p38"/>
            <p:cNvSpPr/>
            <p:nvPr/>
          </p:nvSpPr>
          <p:spPr>
            <a:xfrm>
              <a:off x="2891044" y="2522264"/>
              <a:ext cx="14759" cy="22353"/>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1" name="Google Shape;3191;p38"/>
            <p:cNvSpPr/>
            <p:nvPr/>
          </p:nvSpPr>
          <p:spPr>
            <a:xfrm>
              <a:off x="2777121" y="2690681"/>
              <a:ext cx="16542" cy="22370"/>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2" name="Google Shape;3192;p38"/>
            <p:cNvSpPr/>
            <p:nvPr/>
          </p:nvSpPr>
          <p:spPr>
            <a:xfrm>
              <a:off x="2943308" y="2377057"/>
              <a:ext cx="9412" cy="7166"/>
            </a:xfrm>
            <a:custGeom>
              <a:rect b="b" l="l" r="r" t="t"/>
              <a:pathLst>
                <a:path extrusionOk="0" h="402" w="528">
                  <a:moveTo>
                    <a:pt x="277" y="1"/>
                  </a:moveTo>
                  <a:cubicBezTo>
                    <a:pt x="1" y="1"/>
                    <a:pt x="1" y="402"/>
                    <a:pt x="277" y="402"/>
                  </a:cubicBezTo>
                  <a:cubicBezTo>
                    <a:pt x="527" y="402"/>
                    <a:pt x="527"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3" name="Google Shape;3193;p38"/>
            <p:cNvSpPr/>
            <p:nvPr/>
          </p:nvSpPr>
          <p:spPr>
            <a:xfrm>
              <a:off x="3090547" y="1990953"/>
              <a:ext cx="111014" cy="373772"/>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4" name="Google Shape;3194;p38"/>
            <p:cNvSpPr/>
            <p:nvPr/>
          </p:nvSpPr>
          <p:spPr>
            <a:xfrm>
              <a:off x="3079959" y="2388697"/>
              <a:ext cx="33208" cy="45097"/>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5" name="Google Shape;3195;p38"/>
            <p:cNvSpPr/>
            <p:nvPr/>
          </p:nvSpPr>
          <p:spPr>
            <a:xfrm>
              <a:off x="3128266" y="2348910"/>
              <a:ext cx="9412" cy="7629"/>
            </a:xfrm>
            <a:custGeom>
              <a:rect b="b" l="l" r="r" t="t"/>
              <a:pathLst>
                <a:path extrusionOk="0" h="428" w="528">
                  <a:moveTo>
                    <a:pt x="252" y="1"/>
                  </a:moveTo>
                  <a:cubicBezTo>
                    <a:pt x="1" y="1"/>
                    <a:pt x="1" y="427"/>
                    <a:pt x="252" y="427"/>
                  </a:cubicBezTo>
                  <a:cubicBezTo>
                    <a:pt x="527" y="427"/>
                    <a:pt x="527" y="1"/>
                    <a:pt x="2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6" name="Google Shape;3196;p38"/>
            <p:cNvSpPr/>
            <p:nvPr/>
          </p:nvSpPr>
          <p:spPr>
            <a:xfrm>
              <a:off x="3039370" y="2289497"/>
              <a:ext cx="25026" cy="30392"/>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7" name="Google Shape;3197;p38"/>
            <p:cNvSpPr/>
            <p:nvPr/>
          </p:nvSpPr>
          <p:spPr>
            <a:xfrm>
              <a:off x="3091189" y="2210084"/>
              <a:ext cx="17451" cy="20802"/>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8" name="Google Shape;3198;p38"/>
            <p:cNvSpPr/>
            <p:nvPr/>
          </p:nvSpPr>
          <p:spPr>
            <a:xfrm>
              <a:off x="3101029" y="2225164"/>
              <a:ext cx="16096" cy="19144"/>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9" name="Google Shape;3199;p38"/>
            <p:cNvSpPr/>
            <p:nvPr/>
          </p:nvSpPr>
          <p:spPr>
            <a:xfrm>
              <a:off x="3126484" y="2195235"/>
              <a:ext cx="9394" cy="7611"/>
            </a:xfrm>
            <a:custGeom>
              <a:rect b="b" l="l" r="r" t="t"/>
              <a:pathLst>
                <a:path extrusionOk="0" h="427" w="527">
                  <a:moveTo>
                    <a:pt x="276" y="0"/>
                  </a:moveTo>
                  <a:cubicBezTo>
                    <a:pt x="1" y="0"/>
                    <a:pt x="1" y="426"/>
                    <a:pt x="276" y="426"/>
                  </a:cubicBezTo>
                  <a:cubicBezTo>
                    <a:pt x="527" y="426"/>
                    <a:pt x="527"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0" name="Google Shape;3200;p38"/>
            <p:cNvSpPr/>
            <p:nvPr/>
          </p:nvSpPr>
          <p:spPr>
            <a:xfrm>
              <a:off x="3110726" y="1966157"/>
              <a:ext cx="68733" cy="70997"/>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1" name="Google Shape;3201;p38"/>
            <p:cNvSpPr/>
            <p:nvPr/>
          </p:nvSpPr>
          <p:spPr>
            <a:xfrm>
              <a:off x="3188142" y="1937904"/>
              <a:ext cx="11176" cy="156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2" name="Google Shape;3202;p38"/>
            <p:cNvSpPr/>
            <p:nvPr/>
          </p:nvSpPr>
          <p:spPr>
            <a:xfrm>
              <a:off x="3199747" y="1947815"/>
              <a:ext cx="12977" cy="15561"/>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3" name="Google Shape;3203;p38"/>
            <p:cNvSpPr/>
            <p:nvPr/>
          </p:nvSpPr>
          <p:spPr>
            <a:xfrm>
              <a:off x="3101296" y="2030419"/>
              <a:ext cx="62940" cy="112814"/>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4" name="Google Shape;3204;p38"/>
            <p:cNvSpPr/>
            <p:nvPr/>
          </p:nvSpPr>
          <p:spPr>
            <a:xfrm>
              <a:off x="3104148" y="2071596"/>
              <a:ext cx="9394" cy="10624"/>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5" name="Google Shape;3205;p38"/>
            <p:cNvSpPr/>
            <p:nvPr/>
          </p:nvSpPr>
          <p:spPr>
            <a:xfrm>
              <a:off x="2822487" y="1848579"/>
              <a:ext cx="167965" cy="155880"/>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6" name="Google Shape;3206;p38"/>
            <p:cNvSpPr/>
            <p:nvPr/>
          </p:nvSpPr>
          <p:spPr>
            <a:xfrm>
              <a:off x="2874519" y="1952806"/>
              <a:ext cx="34866" cy="32138"/>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7" name="Google Shape;3207;p38"/>
            <p:cNvSpPr/>
            <p:nvPr/>
          </p:nvSpPr>
          <p:spPr>
            <a:xfrm>
              <a:off x="2936410" y="1919739"/>
              <a:ext cx="38359" cy="43618"/>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8" name="Google Shape;3208;p38"/>
            <p:cNvSpPr/>
            <p:nvPr/>
          </p:nvSpPr>
          <p:spPr>
            <a:xfrm>
              <a:off x="2996357" y="1865353"/>
              <a:ext cx="105453" cy="129873"/>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9" name="Google Shape;3209;p38"/>
            <p:cNvSpPr/>
            <p:nvPr/>
          </p:nvSpPr>
          <p:spPr>
            <a:xfrm>
              <a:off x="3058408" y="1923180"/>
              <a:ext cx="41354" cy="45400"/>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0" name="Google Shape;3210;p38"/>
            <p:cNvSpPr/>
            <p:nvPr/>
          </p:nvSpPr>
          <p:spPr>
            <a:xfrm>
              <a:off x="3055003" y="1994197"/>
              <a:ext cx="14313" cy="156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1" name="Google Shape;3211;p38"/>
            <p:cNvSpPr/>
            <p:nvPr/>
          </p:nvSpPr>
          <p:spPr>
            <a:xfrm>
              <a:off x="3064825" y="2002344"/>
              <a:ext cx="17451" cy="20641"/>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2" name="Google Shape;3212;p38"/>
            <p:cNvSpPr/>
            <p:nvPr/>
          </p:nvSpPr>
          <p:spPr>
            <a:xfrm>
              <a:off x="2779349" y="2121062"/>
              <a:ext cx="7166" cy="29073"/>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3" name="Google Shape;3213;p38"/>
            <p:cNvSpPr/>
            <p:nvPr/>
          </p:nvSpPr>
          <p:spPr>
            <a:xfrm>
              <a:off x="2983523" y="2108014"/>
              <a:ext cx="45044" cy="47111"/>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4" name="Google Shape;3214;p38"/>
            <p:cNvSpPr/>
            <p:nvPr/>
          </p:nvSpPr>
          <p:spPr>
            <a:xfrm>
              <a:off x="852496" y="1124109"/>
              <a:ext cx="3187074" cy="3132423"/>
            </a:xfrm>
            <a:custGeom>
              <a:rect b="b" l="l" r="r" t="t"/>
              <a:pathLst>
                <a:path extrusionOk="0" h="175732" w="178798">
                  <a:moveTo>
                    <a:pt x="90439" y="327"/>
                  </a:moveTo>
                  <a:cubicBezTo>
                    <a:pt x="93844" y="327"/>
                    <a:pt x="97255" y="552"/>
                    <a:pt x="100652" y="1016"/>
                  </a:cubicBezTo>
                  <a:cubicBezTo>
                    <a:pt x="109374" y="2219"/>
                    <a:pt x="117845" y="4550"/>
                    <a:pt x="125790" y="8385"/>
                  </a:cubicBezTo>
                  <a:cubicBezTo>
                    <a:pt x="133585" y="12144"/>
                    <a:pt x="140753" y="17157"/>
                    <a:pt x="147068" y="23072"/>
                  </a:cubicBezTo>
                  <a:cubicBezTo>
                    <a:pt x="159775" y="34926"/>
                    <a:pt x="169124" y="50390"/>
                    <a:pt x="173710" y="67157"/>
                  </a:cubicBezTo>
                  <a:cubicBezTo>
                    <a:pt x="178322" y="84074"/>
                    <a:pt x="177821" y="102145"/>
                    <a:pt x="171379" y="118511"/>
                  </a:cubicBezTo>
                  <a:cubicBezTo>
                    <a:pt x="164788" y="135203"/>
                    <a:pt x="152657" y="149438"/>
                    <a:pt x="137845" y="159463"/>
                  </a:cubicBezTo>
                  <a:cubicBezTo>
                    <a:pt x="123159" y="169363"/>
                    <a:pt x="105640" y="175303"/>
                    <a:pt x="87870" y="175328"/>
                  </a:cubicBezTo>
                  <a:cubicBezTo>
                    <a:pt x="83459" y="175328"/>
                    <a:pt x="79073" y="174977"/>
                    <a:pt x="74712" y="174225"/>
                  </a:cubicBezTo>
                  <a:cubicBezTo>
                    <a:pt x="56817" y="171143"/>
                    <a:pt x="40501" y="161744"/>
                    <a:pt x="27970" y="148711"/>
                  </a:cubicBezTo>
                  <a:cubicBezTo>
                    <a:pt x="15439" y="135704"/>
                    <a:pt x="6516" y="119062"/>
                    <a:pt x="3283" y="101242"/>
                  </a:cubicBezTo>
                  <a:cubicBezTo>
                    <a:pt x="0" y="83323"/>
                    <a:pt x="3008" y="64926"/>
                    <a:pt x="11604" y="48886"/>
                  </a:cubicBezTo>
                  <a:cubicBezTo>
                    <a:pt x="20075" y="33097"/>
                    <a:pt x="33359" y="19989"/>
                    <a:pt x="49023" y="11342"/>
                  </a:cubicBezTo>
                  <a:cubicBezTo>
                    <a:pt x="61677" y="4366"/>
                    <a:pt x="76004" y="327"/>
                    <a:pt x="90439" y="327"/>
                  </a:cubicBezTo>
                  <a:close/>
                  <a:moveTo>
                    <a:pt x="90531" y="1"/>
                  </a:moveTo>
                  <a:cubicBezTo>
                    <a:pt x="80388" y="1"/>
                    <a:pt x="70268" y="1850"/>
                    <a:pt x="60652" y="5503"/>
                  </a:cubicBezTo>
                  <a:cubicBezTo>
                    <a:pt x="43810" y="11894"/>
                    <a:pt x="28897" y="23272"/>
                    <a:pt x="18196" y="37733"/>
                  </a:cubicBezTo>
                  <a:cubicBezTo>
                    <a:pt x="7469" y="52245"/>
                    <a:pt x="1203" y="69864"/>
                    <a:pt x="1529" y="87984"/>
                  </a:cubicBezTo>
                  <a:cubicBezTo>
                    <a:pt x="1855" y="106280"/>
                    <a:pt x="8471" y="124150"/>
                    <a:pt x="19173" y="138862"/>
                  </a:cubicBezTo>
                  <a:cubicBezTo>
                    <a:pt x="29775" y="153448"/>
                    <a:pt x="44562" y="165178"/>
                    <a:pt x="61604" y="171243"/>
                  </a:cubicBezTo>
                  <a:cubicBezTo>
                    <a:pt x="65840" y="172747"/>
                    <a:pt x="70176" y="173874"/>
                    <a:pt x="74612" y="174651"/>
                  </a:cubicBezTo>
                  <a:cubicBezTo>
                    <a:pt x="78944" y="175380"/>
                    <a:pt x="83314" y="175731"/>
                    <a:pt x="87679" y="175731"/>
                  </a:cubicBezTo>
                  <a:cubicBezTo>
                    <a:pt x="101191" y="175731"/>
                    <a:pt x="114656" y="172361"/>
                    <a:pt x="126818" y="166356"/>
                  </a:cubicBezTo>
                  <a:cubicBezTo>
                    <a:pt x="142858" y="158436"/>
                    <a:pt x="156793" y="145954"/>
                    <a:pt x="165941" y="130516"/>
                  </a:cubicBezTo>
                  <a:cubicBezTo>
                    <a:pt x="175089" y="115127"/>
                    <a:pt x="178798" y="97182"/>
                    <a:pt x="176567" y="79438"/>
                  </a:cubicBezTo>
                  <a:cubicBezTo>
                    <a:pt x="174412" y="62195"/>
                    <a:pt x="167094" y="45703"/>
                    <a:pt x="156166" y="32220"/>
                  </a:cubicBezTo>
                  <a:cubicBezTo>
                    <a:pt x="145139" y="18635"/>
                    <a:pt x="130276" y="8034"/>
                    <a:pt x="113384" y="3197"/>
                  </a:cubicBezTo>
                  <a:cubicBezTo>
                    <a:pt x="105892" y="1059"/>
                    <a:pt x="98205" y="1"/>
                    <a:pt x="905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5" name="Google Shape;3215;p38"/>
            <p:cNvSpPr/>
            <p:nvPr/>
          </p:nvSpPr>
          <p:spPr>
            <a:xfrm>
              <a:off x="717111" y="2910935"/>
              <a:ext cx="704551" cy="834549"/>
            </a:xfrm>
            <a:custGeom>
              <a:rect b="b" l="l" r="r" t="t"/>
              <a:pathLst>
                <a:path extrusionOk="0" h="46819" w="39526">
                  <a:moveTo>
                    <a:pt x="1" y="1"/>
                  </a:moveTo>
                  <a:lnTo>
                    <a:pt x="1" y="46818"/>
                  </a:lnTo>
                  <a:lnTo>
                    <a:pt x="39525" y="46818"/>
                  </a:lnTo>
                  <a:lnTo>
                    <a:pt x="39525"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6" name="Google Shape;3216;p38"/>
            <p:cNvSpPr/>
            <p:nvPr/>
          </p:nvSpPr>
          <p:spPr>
            <a:xfrm>
              <a:off x="713100" y="2907370"/>
              <a:ext cx="712572" cy="841679"/>
            </a:xfrm>
            <a:custGeom>
              <a:rect b="b" l="l" r="r" t="t"/>
              <a:pathLst>
                <a:path extrusionOk="0" h="47219" w="39976">
                  <a:moveTo>
                    <a:pt x="39524" y="401"/>
                  </a:moveTo>
                  <a:lnTo>
                    <a:pt x="39524" y="1454"/>
                  </a:lnTo>
                  <a:lnTo>
                    <a:pt x="39524" y="4863"/>
                  </a:lnTo>
                  <a:lnTo>
                    <a:pt x="39524" y="9900"/>
                  </a:lnTo>
                  <a:lnTo>
                    <a:pt x="39524" y="16016"/>
                  </a:lnTo>
                  <a:lnTo>
                    <a:pt x="39524" y="22757"/>
                  </a:lnTo>
                  <a:lnTo>
                    <a:pt x="39524" y="29575"/>
                  </a:lnTo>
                  <a:lnTo>
                    <a:pt x="39524" y="35890"/>
                  </a:lnTo>
                  <a:lnTo>
                    <a:pt x="39524" y="41254"/>
                  </a:lnTo>
                  <a:lnTo>
                    <a:pt x="39524" y="45113"/>
                  </a:lnTo>
                  <a:lnTo>
                    <a:pt x="39524" y="46316"/>
                  </a:lnTo>
                  <a:cubicBezTo>
                    <a:pt x="39524" y="46471"/>
                    <a:pt x="39509" y="46626"/>
                    <a:pt x="39514" y="46793"/>
                  </a:cubicBezTo>
                  <a:lnTo>
                    <a:pt x="426" y="46793"/>
                  </a:lnTo>
                  <a:lnTo>
                    <a:pt x="426" y="45765"/>
                  </a:lnTo>
                  <a:lnTo>
                    <a:pt x="426" y="42331"/>
                  </a:lnTo>
                  <a:lnTo>
                    <a:pt x="426" y="37319"/>
                  </a:lnTo>
                  <a:lnTo>
                    <a:pt x="426" y="31179"/>
                  </a:lnTo>
                  <a:lnTo>
                    <a:pt x="426" y="24437"/>
                  </a:lnTo>
                  <a:lnTo>
                    <a:pt x="426" y="17645"/>
                  </a:lnTo>
                  <a:lnTo>
                    <a:pt x="426" y="11304"/>
                  </a:lnTo>
                  <a:lnTo>
                    <a:pt x="426" y="5940"/>
                  </a:lnTo>
                  <a:lnTo>
                    <a:pt x="426" y="2106"/>
                  </a:lnTo>
                  <a:lnTo>
                    <a:pt x="426" y="903"/>
                  </a:lnTo>
                  <a:cubicBezTo>
                    <a:pt x="426" y="743"/>
                    <a:pt x="442" y="568"/>
                    <a:pt x="436" y="401"/>
                  </a:cubicBezTo>
                  <a:close/>
                  <a:moveTo>
                    <a:pt x="226" y="0"/>
                  </a:moveTo>
                  <a:cubicBezTo>
                    <a:pt x="101" y="0"/>
                    <a:pt x="0" y="76"/>
                    <a:pt x="0" y="201"/>
                  </a:cubicBezTo>
                  <a:lnTo>
                    <a:pt x="0" y="1454"/>
                  </a:lnTo>
                  <a:lnTo>
                    <a:pt x="0" y="4863"/>
                  </a:lnTo>
                  <a:lnTo>
                    <a:pt x="0" y="9900"/>
                  </a:lnTo>
                  <a:lnTo>
                    <a:pt x="0" y="16016"/>
                  </a:lnTo>
                  <a:lnTo>
                    <a:pt x="0" y="22757"/>
                  </a:lnTo>
                  <a:lnTo>
                    <a:pt x="0" y="29575"/>
                  </a:lnTo>
                  <a:lnTo>
                    <a:pt x="0" y="35890"/>
                  </a:lnTo>
                  <a:lnTo>
                    <a:pt x="0" y="41254"/>
                  </a:lnTo>
                  <a:lnTo>
                    <a:pt x="0" y="45113"/>
                  </a:lnTo>
                  <a:cubicBezTo>
                    <a:pt x="0" y="45715"/>
                    <a:pt x="0" y="46316"/>
                    <a:pt x="0" y="46943"/>
                  </a:cubicBezTo>
                  <a:cubicBezTo>
                    <a:pt x="0" y="46968"/>
                    <a:pt x="0" y="46993"/>
                    <a:pt x="0" y="47018"/>
                  </a:cubicBezTo>
                  <a:cubicBezTo>
                    <a:pt x="0" y="47098"/>
                    <a:pt x="44" y="47153"/>
                    <a:pt x="103" y="47182"/>
                  </a:cubicBezTo>
                  <a:lnTo>
                    <a:pt x="103" y="47182"/>
                  </a:lnTo>
                  <a:cubicBezTo>
                    <a:pt x="135" y="47205"/>
                    <a:pt x="176" y="47219"/>
                    <a:pt x="226" y="47219"/>
                  </a:cubicBezTo>
                  <a:lnTo>
                    <a:pt x="39750" y="47219"/>
                  </a:lnTo>
                  <a:cubicBezTo>
                    <a:pt x="39850" y="47219"/>
                    <a:pt x="39951" y="47118"/>
                    <a:pt x="39951" y="47018"/>
                  </a:cubicBezTo>
                  <a:lnTo>
                    <a:pt x="39951" y="45765"/>
                  </a:lnTo>
                  <a:lnTo>
                    <a:pt x="39951" y="42331"/>
                  </a:lnTo>
                  <a:lnTo>
                    <a:pt x="39951" y="37319"/>
                  </a:lnTo>
                  <a:lnTo>
                    <a:pt x="39951" y="31179"/>
                  </a:lnTo>
                  <a:lnTo>
                    <a:pt x="39951" y="24437"/>
                  </a:lnTo>
                  <a:lnTo>
                    <a:pt x="39951" y="17645"/>
                  </a:lnTo>
                  <a:lnTo>
                    <a:pt x="39951" y="11304"/>
                  </a:lnTo>
                  <a:lnTo>
                    <a:pt x="39951" y="5940"/>
                  </a:lnTo>
                  <a:lnTo>
                    <a:pt x="39951" y="2106"/>
                  </a:lnTo>
                  <a:cubicBezTo>
                    <a:pt x="39951" y="1479"/>
                    <a:pt x="39976" y="878"/>
                    <a:pt x="39951" y="276"/>
                  </a:cubicBezTo>
                  <a:cubicBezTo>
                    <a:pt x="39951" y="251"/>
                    <a:pt x="39951" y="226"/>
                    <a:pt x="39951" y="201"/>
                  </a:cubicBezTo>
                  <a:cubicBezTo>
                    <a:pt x="39951" y="76"/>
                    <a:pt x="39850" y="0"/>
                    <a:pt x="397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7" name="Google Shape;3217;p38"/>
            <p:cNvSpPr/>
            <p:nvPr/>
          </p:nvSpPr>
          <p:spPr>
            <a:xfrm>
              <a:off x="713100" y="2907370"/>
              <a:ext cx="264933" cy="198820"/>
            </a:xfrm>
            <a:custGeom>
              <a:rect b="b" l="l" r="r" t="t"/>
              <a:pathLst>
                <a:path extrusionOk="0" h="11154" w="14863">
                  <a:moveTo>
                    <a:pt x="14161" y="0"/>
                  </a:moveTo>
                  <a:cubicBezTo>
                    <a:pt x="11930" y="1655"/>
                    <a:pt x="9675" y="3334"/>
                    <a:pt x="7444" y="5013"/>
                  </a:cubicBezTo>
                  <a:cubicBezTo>
                    <a:pt x="4963" y="6868"/>
                    <a:pt x="2482" y="8747"/>
                    <a:pt x="0" y="10652"/>
                  </a:cubicBezTo>
                  <a:lnTo>
                    <a:pt x="0" y="11153"/>
                  </a:lnTo>
                  <a:cubicBezTo>
                    <a:pt x="2131" y="9549"/>
                    <a:pt x="4261" y="7920"/>
                    <a:pt x="6391" y="6316"/>
                  </a:cubicBezTo>
                  <a:cubicBezTo>
                    <a:pt x="9198" y="4186"/>
                    <a:pt x="12031" y="2081"/>
                    <a:pt x="148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8" name="Google Shape;3218;p38"/>
            <p:cNvSpPr/>
            <p:nvPr/>
          </p:nvSpPr>
          <p:spPr>
            <a:xfrm>
              <a:off x="713100" y="2907370"/>
              <a:ext cx="398959" cy="299335"/>
            </a:xfrm>
            <a:custGeom>
              <a:rect b="b" l="l" r="r" t="t"/>
              <a:pathLst>
                <a:path extrusionOk="0" h="16793" w="22382">
                  <a:moveTo>
                    <a:pt x="21655" y="0"/>
                  </a:moveTo>
                  <a:cubicBezTo>
                    <a:pt x="21655" y="0"/>
                    <a:pt x="21630" y="0"/>
                    <a:pt x="21630" y="26"/>
                  </a:cubicBezTo>
                  <a:cubicBezTo>
                    <a:pt x="17920" y="2757"/>
                    <a:pt x="14211" y="5489"/>
                    <a:pt x="10552" y="8271"/>
                  </a:cubicBezTo>
                  <a:cubicBezTo>
                    <a:pt x="7018" y="10928"/>
                    <a:pt x="3509" y="13584"/>
                    <a:pt x="0" y="16266"/>
                  </a:cubicBezTo>
                  <a:lnTo>
                    <a:pt x="0" y="16793"/>
                  </a:lnTo>
                  <a:cubicBezTo>
                    <a:pt x="3158" y="14386"/>
                    <a:pt x="6316" y="11980"/>
                    <a:pt x="9474" y="9574"/>
                  </a:cubicBezTo>
                  <a:cubicBezTo>
                    <a:pt x="13133" y="6818"/>
                    <a:pt x="16818" y="4086"/>
                    <a:pt x="20502" y="1354"/>
                  </a:cubicBezTo>
                  <a:cubicBezTo>
                    <a:pt x="21128" y="903"/>
                    <a:pt x="21755" y="452"/>
                    <a:pt x="2238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9" name="Google Shape;3219;p38"/>
            <p:cNvSpPr/>
            <p:nvPr/>
          </p:nvSpPr>
          <p:spPr>
            <a:xfrm>
              <a:off x="713100" y="2907370"/>
              <a:ext cx="532985" cy="399850"/>
            </a:xfrm>
            <a:custGeom>
              <a:rect b="b" l="l" r="r" t="t"/>
              <a:pathLst>
                <a:path extrusionOk="0" h="22432" w="29901">
                  <a:moveTo>
                    <a:pt x="29199" y="0"/>
                  </a:moveTo>
                  <a:cubicBezTo>
                    <a:pt x="27695" y="1078"/>
                    <a:pt x="26216" y="2181"/>
                    <a:pt x="24712" y="3284"/>
                  </a:cubicBezTo>
                  <a:cubicBezTo>
                    <a:pt x="21003" y="6016"/>
                    <a:pt x="17319" y="8772"/>
                    <a:pt x="13635" y="11529"/>
                  </a:cubicBezTo>
                  <a:cubicBezTo>
                    <a:pt x="9950" y="14286"/>
                    <a:pt x="6291" y="17093"/>
                    <a:pt x="2632" y="19900"/>
                  </a:cubicBezTo>
                  <a:cubicBezTo>
                    <a:pt x="1755" y="20552"/>
                    <a:pt x="878" y="21229"/>
                    <a:pt x="0" y="21905"/>
                  </a:cubicBezTo>
                  <a:lnTo>
                    <a:pt x="0" y="22432"/>
                  </a:lnTo>
                  <a:cubicBezTo>
                    <a:pt x="552" y="22006"/>
                    <a:pt x="1078" y="21605"/>
                    <a:pt x="1629" y="21179"/>
                  </a:cubicBezTo>
                  <a:cubicBezTo>
                    <a:pt x="5264" y="18397"/>
                    <a:pt x="8898" y="15615"/>
                    <a:pt x="12557" y="12858"/>
                  </a:cubicBezTo>
                  <a:cubicBezTo>
                    <a:pt x="16241" y="10076"/>
                    <a:pt x="19900" y="7344"/>
                    <a:pt x="23585" y="4612"/>
                  </a:cubicBezTo>
                  <a:cubicBezTo>
                    <a:pt x="25690" y="3083"/>
                    <a:pt x="27795" y="1529"/>
                    <a:pt x="299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0" name="Google Shape;3220;p38"/>
            <p:cNvSpPr/>
            <p:nvPr/>
          </p:nvSpPr>
          <p:spPr>
            <a:xfrm>
              <a:off x="713100" y="2907370"/>
              <a:ext cx="668348" cy="500811"/>
            </a:xfrm>
            <a:custGeom>
              <a:rect b="b" l="l" r="r" t="t"/>
              <a:pathLst>
                <a:path extrusionOk="0" h="28096" w="37495">
                  <a:moveTo>
                    <a:pt x="36793" y="0"/>
                  </a:moveTo>
                  <a:cubicBezTo>
                    <a:pt x="33785" y="2156"/>
                    <a:pt x="30778" y="4361"/>
                    <a:pt x="27795" y="6542"/>
                  </a:cubicBezTo>
                  <a:cubicBezTo>
                    <a:pt x="24086" y="9274"/>
                    <a:pt x="20402" y="12031"/>
                    <a:pt x="16717" y="14787"/>
                  </a:cubicBezTo>
                  <a:cubicBezTo>
                    <a:pt x="13033" y="17569"/>
                    <a:pt x="9374" y="20351"/>
                    <a:pt x="5715" y="23158"/>
                  </a:cubicBezTo>
                  <a:cubicBezTo>
                    <a:pt x="3810" y="24612"/>
                    <a:pt x="1905" y="26091"/>
                    <a:pt x="0" y="27570"/>
                  </a:cubicBezTo>
                  <a:lnTo>
                    <a:pt x="0" y="28096"/>
                  </a:lnTo>
                  <a:cubicBezTo>
                    <a:pt x="1579" y="26868"/>
                    <a:pt x="3133" y="25665"/>
                    <a:pt x="4712" y="24462"/>
                  </a:cubicBezTo>
                  <a:cubicBezTo>
                    <a:pt x="8346" y="21655"/>
                    <a:pt x="12005" y="18873"/>
                    <a:pt x="15665" y="16116"/>
                  </a:cubicBezTo>
                  <a:cubicBezTo>
                    <a:pt x="19324" y="13359"/>
                    <a:pt x="22983" y="10602"/>
                    <a:pt x="26692" y="7895"/>
                  </a:cubicBezTo>
                  <a:cubicBezTo>
                    <a:pt x="30276" y="5239"/>
                    <a:pt x="33885" y="2607"/>
                    <a:pt x="374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1" name="Google Shape;3221;p38"/>
            <p:cNvSpPr/>
            <p:nvPr/>
          </p:nvSpPr>
          <p:spPr>
            <a:xfrm>
              <a:off x="713100" y="2964554"/>
              <a:ext cx="712127" cy="544607"/>
            </a:xfrm>
            <a:custGeom>
              <a:rect b="b" l="l" r="r" t="t"/>
              <a:pathLst>
                <a:path extrusionOk="0" h="30553" w="39951">
                  <a:moveTo>
                    <a:pt x="39951" y="0"/>
                  </a:moveTo>
                  <a:cubicBezTo>
                    <a:pt x="36918" y="2181"/>
                    <a:pt x="33885" y="4386"/>
                    <a:pt x="30878" y="6592"/>
                  </a:cubicBezTo>
                  <a:cubicBezTo>
                    <a:pt x="27168" y="9324"/>
                    <a:pt x="23484" y="12081"/>
                    <a:pt x="19800" y="14863"/>
                  </a:cubicBezTo>
                  <a:cubicBezTo>
                    <a:pt x="16116" y="17620"/>
                    <a:pt x="12457" y="20402"/>
                    <a:pt x="8797" y="23209"/>
                  </a:cubicBezTo>
                  <a:cubicBezTo>
                    <a:pt x="5865" y="25464"/>
                    <a:pt x="2933" y="27745"/>
                    <a:pt x="0" y="30026"/>
                  </a:cubicBezTo>
                  <a:lnTo>
                    <a:pt x="0" y="30552"/>
                  </a:lnTo>
                  <a:cubicBezTo>
                    <a:pt x="2607" y="28522"/>
                    <a:pt x="5188" y="26517"/>
                    <a:pt x="7795" y="24512"/>
                  </a:cubicBezTo>
                  <a:cubicBezTo>
                    <a:pt x="11429" y="21705"/>
                    <a:pt x="15088" y="18923"/>
                    <a:pt x="18747" y="16166"/>
                  </a:cubicBezTo>
                  <a:cubicBezTo>
                    <a:pt x="22407" y="13409"/>
                    <a:pt x="26091" y="10652"/>
                    <a:pt x="29775" y="7945"/>
                  </a:cubicBezTo>
                  <a:cubicBezTo>
                    <a:pt x="33158" y="5439"/>
                    <a:pt x="36542" y="2958"/>
                    <a:pt x="39951" y="502"/>
                  </a:cubicBezTo>
                  <a:lnTo>
                    <a:pt x="39951"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2" name="Google Shape;3222;p38"/>
            <p:cNvSpPr/>
            <p:nvPr/>
          </p:nvSpPr>
          <p:spPr>
            <a:xfrm>
              <a:off x="713100" y="3062399"/>
              <a:ext cx="712127" cy="548172"/>
            </a:xfrm>
            <a:custGeom>
              <a:rect b="b" l="l" r="r" t="t"/>
              <a:pathLst>
                <a:path extrusionOk="0" h="30753" w="39951">
                  <a:moveTo>
                    <a:pt x="39951" y="0"/>
                  </a:moveTo>
                  <a:cubicBezTo>
                    <a:pt x="37945" y="1454"/>
                    <a:pt x="35966" y="2908"/>
                    <a:pt x="33961" y="4386"/>
                  </a:cubicBezTo>
                  <a:cubicBezTo>
                    <a:pt x="30276" y="7118"/>
                    <a:pt x="26567" y="9850"/>
                    <a:pt x="22883" y="12632"/>
                  </a:cubicBezTo>
                  <a:cubicBezTo>
                    <a:pt x="19199" y="15389"/>
                    <a:pt x="15539" y="18171"/>
                    <a:pt x="11905" y="20978"/>
                  </a:cubicBezTo>
                  <a:cubicBezTo>
                    <a:pt x="8271" y="23760"/>
                    <a:pt x="4662" y="26567"/>
                    <a:pt x="1078" y="29374"/>
                  </a:cubicBezTo>
                  <a:cubicBezTo>
                    <a:pt x="727" y="29650"/>
                    <a:pt x="376" y="29950"/>
                    <a:pt x="0" y="30226"/>
                  </a:cubicBezTo>
                  <a:lnTo>
                    <a:pt x="0" y="30752"/>
                  </a:lnTo>
                  <a:cubicBezTo>
                    <a:pt x="3635" y="27895"/>
                    <a:pt x="7244" y="25088"/>
                    <a:pt x="10878" y="22281"/>
                  </a:cubicBezTo>
                  <a:cubicBezTo>
                    <a:pt x="14512" y="19474"/>
                    <a:pt x="18171" y="16692"/>
                    <a:pt x="21830" y="13935"/>
                  </a:cubicBezTo>
                  <a:cubicBezTo>
                    <a:pt x="25489" y="11178"/>
                    <a:pt x="29174" y="8446"/>
                    <a:pt x="32858" y="5715"/>
                  </a:cubicBezTo>
                  <a:cubicBezTo>
                    <a:pt x="35214" y="3985"/>
                    <a:pt x="37570" y="2256"/>
                    <a:pt x="39951" y="527"/>
                  </a:cubicBezTo>
                  <a:lnTo>
                    <a:pt x="39951"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3" name="Google Shape;3223;p38"/>
            <p:cNvSpPr/>
            <p:nvPr/>
          </p:nvSpPr>
          <p:spPr>
            <a:xfrm>
              <a:off x="713100" y="3160690"/>
              <a:ext cx="712127" cy="551292"/>
            </a:xfrm>
            <a:custGeom>
              <a:rect b="b" l="l" r="r" t="t"/>
              <a:pathLst>
                <a:path extrusionOk="0" h="30928" w="39951">
                  <a:moveTo>
                    <a:pt x="39951" y="0"/>
                  </a:moveTo>
                  <a:cubicBezTo>
                    <a:pt x="38998" y="727"/>
                    <a:pt x="38021" y="1429"/>
                    <a:pt x="37068" y="2130"/>
                  </a:cubicBezTo>
                  <a:cubicBezTo>
                    <a:pt x="33359" y="4862"/>
                    <a:pt x="29650" y="7619"/>
                    <a:pt x="25965" y="10376"/>
                  </a:cubicBezTo>
                  <a:cubicBezTo>
                    <a:pt x="22306" y="13133"/>
                    <a:pt x="18622" y="15940"/>
                    <a:pt x="14988" y="18722"/>
                  </a:cubicBezTo>
                  <a:cubicBezTo>
                    <a:pt x="11354" y="21504"/>
                    <a:pt x="7745" y="24311"/>
                    <a:pt x="4161" y="27143"/>
                  </a:cubicBezTo>
                  <a:cubicBezTo>
                    <a:pt x="2782" y="28221"/>
                    <a:pt x="1404" y="29298"/>
                    <a:pt x="0" y="30401"/>
                  </a:cubicBezTo>
                  <a:lnTo>
                    <a:pt x="0" y="30928"/>
                  </a:lnTo>
                  <a:cubicBezTo>
                    <a:pt x="1028" y="30126"/>
                    <a:pt x="2056" y="29324"/>
                    <a:pt x="3083" y="28522"/>
                  </a:cubicBezTo>
                  <a:cubicBezTo>
                    <a:pt x="6692" y="25664"/>
                    <a:pt x="10326" y="22832"/>
                    <a:pt x="13985" y="20025"/>
                  </a:cubicBezTo>
                  <a:cubicBezTo>
                    <a:pt x="17620" y="17243"/>
                    <a:pt x="21254" y="14461"/>
                    <a:pt x="24913" y="11704"/>
                  </a:cubicBezTo>
                  <a:cubicBezTo>
                    <a:pt x="28572" y="8922"/>
                    <a:pt x="32256" y="6191"/>
                    <a:pt x="35940" y="3459"/>
                  </a:cubicBezTo>
                  <a:cubicBezTo>
                    <a:pt x="37269" y="2481"/>
                    <a:pt x="38622" y="1504"/>
                    <a:pt x="39951" y="526"/>
                  </a:cubicBezTo>
                  <a:lnTo>
                    <a:pt x="39951"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4" name="Google Shape;3224;p38"/>
            <p:cNvSpPr/>
            <p:nvPr/>
          </p:nvSpPr>
          <p:spPr>
            <a:xfrm>
              <a:off x="783244" y="3259408"/>
              <a:ext cx="641985" cy="489653"/>
            </a:xfrm>
            <a:custGeom>
              <a:rect b="b" l="l" r="r" t="t"/>
              <a:pathLst>
                <a:path extrusionOk="0" h="27470" w="36016">
                  <a:moveTo>
                    <a:pt x="36016" y="1"/>
                  </a:moveTo>
                  <a:cubicBezTo>
                    <a:pt x="32381" y="2683"/>
                    <a:pt x="28747" y="5389"/>
                    <a:pt x="25138" y="8096"/>
                  </a:cubicBezTo>
                  <a:cubicBezTo>
                    <a:pt x="21454" y="10878"/>
                    <a:pt x="17795" y="13660"/>
                    <a:pt x="14136" y="16467"/>
                  </a:cubicBezTo>
                  <a:cubicBezTo>
                    <a:pt x="10502" y="19249"/>
                    <a:pt x="6893" y="22031"/>
                    <a:pt x="3309" y="24863"/>
                  </a:cubicBezTo>
                  <a:cubicBezTo>
                    <a:pt x="2206" y="25740"/>
                    <a:pt x="1103" y="26593"/>
                    <a:pt x="0" y="27470"/>
                  </a:cubicBezTo>
                  <a:lnTo>
                    <a:pt x="677" y="27470"/>
                  </a:lnTo>
                  <a:cubicBezTo>
                    <a:pt x="1178" y="27069"/>
                    <a:pt x="1705" y="26643"/>
                    <a:pt x="2231" y="26242"/>
                  </a:cubicBezTo>
                  <a:cubicBezTo>
                    <a:pt x="5840" y="23385"/>
                    <a:pt x="9474" y="20577"/>
                    <a:pt x="13133" y="17745"/>
                  </a:cubicBezTo>
                  <a:cubicBezTo>
                    <a:pt x="16767" y="14963"/>
                    <a:pt x="20401" y="12181"/>
                    <a:pt x="24061" y="9425"/>
                  </a:cubicBezTo>
                  <a:cubicBezTo>
                    <a:pt x="27745" y="6668"/>
                    <a:pt x="31404" y="3911"/>
                    <a:pt x="35088" y="1204"/>
                  </a:cubicBezTo>
                  <a:cubicBezTo>
                    <a:pt x="35414" y="978"/>
                    <a:pt x="35715" y="753"/>
                    <a:pt x="36016" y="527"/>
                  </a:cubicBezTo>
                  <a:lnTo>
                    <a:pt x="36016"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5" name="Google Shape;3225;p38"/>
            <p:cNvSpPr/>
            <p:nvPr/>
          </p:nvSpPr>
          <p:spPr>
            <a:xfrm>
              <a:off x="912354" y="3358145"/>
              <a:ext cx="512879" cy="390920"/>
            </a:xfrm>
            <a:custGeom>
              <a:rect b="b" l="l" r="r" t="t"/>
              <a:pathLst>
                <a:path extrusionOk="0" h="21931" w="28773">
                  <a:moveTo>
                    <a:pt x="28773" y="1"/>
                  </a:moveTo>
                  <a:cubicBezTo>
                    <a:pt x="26166" y="1931"/>
                    <a:pt x="23559" y="3886"/>
                    <a:pt x="20978" y="5815"/>
                  </a:cubicBezTo>
                  <a:cubicBezTo>
                    <a:pt x="17294" y="8597"/>
                    <a:pt x="13635" y="11379"/>
                    <a:pt x="9975" y="14186"/>
                  </a:cubicBezTo>
                  <a:cubicBezTo>
                    <a:pt x="6642" y="16743"/>
                    <a:pt x="3309" y="19324"/>
                    <a:pt x="0" y="21931"/>
                  </a:cubicBezTo>
                  <a:lnTo>
                    <a:pt x="677" y="21931"/>
                  </a:lnTo>
                  <a:cubicBezTo>
                    <a:pt x="3434" y="19775"/>
                    <a:pt x="6191" y="17620"/>
                    <a:pt x="8973" y="15490"/>
                  </a:cubicBezTo>
                  <a:cubicBezTo>
                    <a:pt x="12607" y="12683"/>
                    <a:pt x="16266" y="9901"/>
                    <a:pt x="19925" y="7144"/>
                  </a:cubicBezTo>
                  <a:cubicBezTo>
                    <a:pt x="22858" y="4938"/>
                    <a:pt x="25815" y="2733"/>
                    <a:pt x="28773" y="527"/>
                  </a:cubicBezTo>
                  <a:lnTo>
                    <a:pt x="28773"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6" name="Google Shape;3226;p38"/>
            <p:cNvSpPr/>
            <p:nvPr/>
          </p:nvSpPr>
          <p:spPr>
            <a:xfrm>
              <a:off x="1041910" y="3457327"/>
              <a:ext cx="383327" cy="291742"/>
            </a:xfrm>
            <a:custGeom>
              <a:rect b="b" l="l" r="r" t="t"/>
              <a:pathLst>
                <a:path extrusionOk="0" h="16367" w="21505">
                  <a:moveTo>
                    <a:pt x="21505" y="1"/>
                  </a:moveTo>
                  <a:cubicBezTo>
                    <a:pt x="19926" y="1179"/>
                    <a:pt x="18372" y="2357"/>
                    <a:pt x="16793" y="3535"/>
                  </a:cubicBezTo>
                  <a:cubicBezTo>
                    <a:pt x="13108" y="6292"/>
                    <a:pt x="9449" y="9073"/>
                    <a:pt x="5790" y="11881"/>
                  </a:cubicBezTo>
                  <a:cubicBezTo>
                    <a:pt x="3860" y="13384"/>
                    <a:pt x="1930" y="14863"/>
                    <a:pt x="1" y="16367"/>
                  </a:cubicBezTo>
                  <a:lnTo>
                    <a:pt x="677" y="16367"/>
                  </a:lnTo>
                  <a:cubicBezTo>
                    <a:pt x="2056" y="15314"/>
                    <a:pt x="3409" y="14236"/>
                    <a:pt x="4788" y="13184"/>
                  </a:cubicBezTo>
                  <a:cubicBezTo>
                    <a:pt x="8422" y="10377"/>
                    <a:pt x="12081" y="7595"/>
                    <a:pt x="15740" y="4838"/>
                  </a:cubicBezTo>
                  <a:cubicBezTo>
                    <a:pt x="17645" y="3409"/>
                    <a:pt x="19575" y="1956"/>
                    <a:pt x="21505" y="527"/>
                  </a:cubicBezTo>
                  <a:lnTo>
                    <a:pt x="21505"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7" name="Google Shape;3227;p38"/>
            <p:cNvSpPr/>
            <p:nvPr/>
          </p:nvSpPr>
          <p:spPr>
            <a:xfrm>
              <a:off x="1172358" y="3556954"/>
              <a:ext cx="252883" cy="192118"/>
            </a:xfrm>
            <a:custGeom>
              <a:rect b="b" l="l" r="r" t="t"/>
              <a:pathLst>
                <a:path extrusionOk="0" h="10778" w="14187">
                  <a:moveTo>
                    <a:pt x="14187" y="1"/>
                  </a:moveTo>
                  <a:cubicBezTo>
                    <a:pt x="13635" y="402"/>
                    <a:pt x="13109" y="803"/>
                    <a:pt x="12557" y="1204"/>
                  </a:cubicBezTo>
                  <a:cubicBezTo>
                    <a:pt x="8873" y="3961"/>
                    <a:pt x="5214" y="6768"/>
                    <a:pt x="1580" y="9550"/>
                  </a:cubicBezTo>
                  <a:cubicBezTo>
                    <a:pt x="1029" y="9976"/>
                    <a:pt x="527" y="10377"/>
                    <a:pt x="1" y="10778"/>
                  </a:cubicBezTo>
                  <a:lnTo>
                    <a:pt x="653" y="10778"/>
                  </a:lnTo>
                  <a:cubicBezTo>
                    <a:pt x="4262" y="7996"/>
                    <a:pt x="7871" y="5264"/>
                    <a:pt x="11505" y="2507"/>
                  </a:cubicBezTo>
                  <a:cubicBezTo>
                    <a:pt x="12407" y="1855"/>
                    <a:pt x="13284" y="1179"/>
                    <a:pt x="14187" y="502"/>
                  </a:cubicBezTo>
                  <a:lnTo>
                    <a:pt x="14187"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8" name="Google Shape;3228;p38"/>
            <p:cNvSpPr/>
            <p:nvPr/>
          </p:nvSpPr>
          <p:spPr>
            <a:xfrm>
              <a:off x="1303268" y="3656136"/>
              <a:ext cx="121976" cy="92940"/>
            </a:xfrm>
            <a:custGeom>
              <a:rect b="b" l="l" r="r" t="t"/>
              <a:pathLst>
                <a:path extrusionOk="0" h="5214" w="6843">
                  <a:moveTo>
                    <a:pt x="6843" y="1"/>
                  </a:moveTo>
                  <a:cubicBezTo>
                    <a:pt x="4562" y="1730"/>
                    <a:pt x="2256" y="3484"/>
                    <a:pt x="0" y="5214"/>
                  </a:cubicBezTo>
                  <a:lnTo>
                    <a:pt x="677" y="5214"/>
                  </a:lnTo>
                  <a:cubicBezTo>
                    <a:pt x="2732" y="3635"/>
                    <a:pt x="4787" y="2081"/>
                    <a:pt x="6843" y="527"/>
                  </a:cubicBezTo>
                  <a:lnTo>
                    <a:pt x="6843"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9" name="Google Shape;3229;p38"/>
            <p:cNvSpPr/>
            <p:nvPr/>
          </p:nvSpPr>
          <p:spPr>
            <a:xfrm>
              <a:off x="801105" y="3124040"/>
              <a:ext cx="129124" cy="213116"/>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0" name="Google Shape;3230;p38"/>
            <p:cNvSpPr/>
            <p:nvPr/>
          </p:nvSpPr>
          <p:spPr>
            <a:xfrm>
              <a:off x="792620" y="3120529"/>
              <a:ext cx="141548" cy="220656"/>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1" name="Google Shape;3231;p38"/>
            <p:cNvSpPr/>
            <p:nvPr/>
          </p:nvSpPr>
          <p:spPr>
            <a:xfrm>
              <a:off x="817273" y="3208160"/>
              <a:ext cx="68466" cy="92244"/>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2" name="Google Shape;3232;p38"/>
            <p:cNvSpPr/>
            <p:nvPr/>
          </p:nvSpPr>
          <p:spPr>
            <a:xfrm>
              <a:off x="800017" y="3187036"/>
              <a:ext cx="72476" cy="68092"/>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3" name="Google Shape;3233;p38"/>
            <p:cNvSpPr/>
            <p:nvPr/>
          </p:nvSpPr>
          <p:spPr>
            <a:xfrm>
              <a:off x="801051" y="3165307"/>
              <a:ext cx="66149" cy="39019"/>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4" name="Google Shape;3234;p38"/>
            <p:cNvSpPr/>
            <p:nvPr/>
          </p:nvSpPr>
          <p:spPr>
            <a:xfrm>
              <a:off x="826132" y="3145039"/>
              <a:ext cx="41568" cy="14117"/>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5" name="Google Shape;3235;p38"/>
            <p:cNvSpPr/>
            <p:nvPr/>
          </p:nvSpPr>
          <p:spPr>
            <a:xfrm>
              <a:off x="1216601" y="3124040"/>
              <a:ext cx="128679" cy="213116"/>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6" name="Google Shape;3236;p38"/>
            <p:cNvSpPr/>
            <p:nvPr/>
          </p:nvSpPr>
          <p:spPr>
            <a:xfrm>
              <a:off x="1212215" y="3120529"/>
              <a:ext cx="141548" cy="220656"/>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7" name="Google Shape;3237;p38"/>
            <p:cNvSpPr/>
            <p:nvPr/>
          </p:nvSpPr>
          <p:spPr>
            <a:xfrm>
              <a:off x="1260737" y="3208160"/>
              <a:ext cx="68377" cy="92244"/>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8" name="Google Shape;3238;p38"/>
            <p:cNvSpPr/>
            <p:nvPr/>
          </p:nvSpPr>
          <p:spPr>
            <a:xfrm>
              <a:off x="1273892" y="3187036"/>
              <a:ext cx="72619" cy="68092"/>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9" name="Google Shape;3239;p38"/>
            <p:cNvSpPr/>
            <p:nvPr/>
          </p:nvSpPr>
          <p:spPr>
            <a:xfrm>
              <a:off x="1279578" y="3165307"/>
              <a:ext cx="65756" cy="39019"/>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0" name="Google Shape;3240;p38"/>
            <p:cNvSpPr/>
            <p:nvPr/>
          </p:nvSpPr>
          <p:spPr>
            <a:xfrm>
              <a:off x="1278687" y="3145039"/>
              <a:ext cx="41568" cy="1401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1" name="Google Shape;3241;p38"/>
            <p:cNvSpPr/>
            <p:nvPr/>
          </p:nvSpPr>
          <p:spPr>
            <a:xfrm>
              <a:off x="817201" y="3151831"/>
              <a:ext cx="525374" cy="48906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2" name="Google Shape;3242;p38"/>
            <p:cNvSpPr/>
            <p:nvPr/>
          </p:nvSpPr>
          <p:spPr>
            <a:xfrm>
              <a:off x="826132" y="3148248"/>
              <a:ext cx="501702" cy="496248"/>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3" name="Google Shape;3243;p38"/>
            <p:cNvSpPr/>
            <p:nvPr/>
          </p:nvSpPr>
          <p:spPr>
            <a:xfrm>
              <a:off x="904903" y="3296914"/>
              <a:ext cx="101727" cy="101941"/>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4" name="Google Shape;3244;p38"/>
            <p:cNvSpPr/>
            <p:nvPr/>
          </p:nvSpPr>
          <p:spPr>
            <a:xfrm>
              <a:off x="1143320" y="3296914"/>
              <a:ext cx="101727" cy="101941"/>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5" name="Google Shape;3245;p38"/>
            <p:cNvSpPr/>
            <p:nvPr/>
          </p:nvSpPr>
          <p:spPr>
            <a:xfrm>
              <a:off x="1034816" y="3176091"/>
              <a:ext cx="151655" cy="2991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6" name="Google Shape;3246;p38"/>
            <p:cNvSpPr/>
            <p:nvPr/>
          </p:nvSpPr>
          <p:spPr>
            <a:xfrm>
              <a:off x="1192910" y="3207144"/>
              <a:ext cx="9857" cy="7166"/>
            </a:xfrm>
            <a:custGeom>
              <a:rect b="b" l="l" r="r" t="t"/>
              <a:pathLst>
                <a:path extrusionOk="0" h="402" w="553">
                  <a:moveTo>
                    <a:pt x="277" y="1"/>
                  </a:moveTo>
                  <a:cubicBezTo>
                    <a:pt x="1" y="1"/>
                    <a:pt x="1" y="402"/>
                    <a:pt x="277" y="402"/>
                  </a:cubicBezTo>
                  <a:cubicBezTo>
                    <a:pt x="552" y="402"/>
                    <a:pt x="552"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7" name="Google Shape;3247;p38"/>
            <p:cNvSpPr/>
            <p:nvPr/>
          </p:nvSpPr>
          <p:spPr>
            <a:xfrm>
              <a:off x="956579" y="3217304"/>
              <a:ext cx="17451" cy="22139"/>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8" name="Google Shape;3248;p38"/>
            <p:cNvSpPr/>
            <p:nvPr/>
          </p:nvSpPr>
          <p:spPr>
            <a:xfrm>
              <a:off x="972658" y="3221778"/>
              <a:ext cx="13868" cy="17558"/>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9" name="Google Shape;3249;p38"/>
            <p:cNvSpPr/>
            <p:nvPr/>
          </p:nvSpPr>
          <p:spPr>
            <a:xfrm>
              <a:off x="852496" y="3358038"/>
              <a:ext cx="25205" cy="101442"/>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0" name="Google Shape;3250;p38"/>
            <p:cNvSpPr/>
            <p:nvPr/>
          </p:nvSpPr>
          <p:spPr>
            <a:xfrm>
              <a:off x="881979" y="3476988"/>
              <a:ext cx="9839" cy="7611"/>
            </a:xfrm>
            <a:custGeom>
              <a:rect b="b" l="l" r="r" t="t"/>
              <a:pathLst>
                <a:path extrusionOk="0" h="427" w="552">
                  <a:moveTo>
                    <a:pt x="276" y="1"/>
                  </a:moveTo>
                  <a:cubicBezTo>
                    <a:pt x="0" y="1"/>
                    <a:pt x="0" y="427"/>
                    <a:pt x="276" y="427"/>
                  </a:cubicBezTo>
                  <a:cubicBezTo>
                    <a:pt x="526"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1" name="Google Shape;3251;p38"/>
            <p:cNvSpPr/>
            <p:nvPr/>
          </p:nvSpPr>
          <p:spPr>
            <a:xfrm>
              <a:off x="1078096" y="3604317"/>
              <a:ext cx="12531" cy="17558"/>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2" name="Google Shape;3252;p38"/>
            <p:cNvSpPr/>
            <p:nvPr/>
          </p:nvSpPr>
          <p:spPr>
            <a:xfrm>
              <a:off x="1098649" y="3600859"/>
              <a:ext cx="11640" cy="2000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3" name="Google Shape;3253;p38"/>
            <p:cNvSpPr/>
            <p:nvPr/>
          </p:nvSpPr>
          <p:spPr>
            <a:xfrm>
              <a:off x="1287101" y="3379589"/>
              <a:ext cx="11711" cy="52833"/>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4" name="Google Shape;3254;p38"/>
            <p:cNvSpPr/>
            <p:nvPr/>
          </p:nvSpPr>
          <p:spPr>
            <a:xfrm>
              <a:off x="1289418" y="3352334"/>
              <a:ext cx="9839" cy="7629"/>
            </a:xfrm>
            <a:custGeom>
              <a:rect b="b" l="l" r="r" t="t"/>
              <a:pathLst>
                <a:path extrusionOk="0" h="428" w="552">
                  <a:moveTo>
                    <a:pt x="276" y="1"/>
                  </a:moveTo>
                  <a:cubicBezTo>
                    <a:pt x="0" y="1"/>
                    <a:pt x="0"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5" name="Google Shape;3255;p38"/>
            <p:cNvSpPr/>
            <p:nvPr/>
          </p:nvSpPr>
          <p:spPr>
            <a:xfrm>
              <a:off x="917274" y="3425615"/>
              <a:ext cx="320333" cy="142974"/>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6" name="Google Shape;3256;p38"/>
            <p:cNvSpPr/>
            <p:nvPr/>
          </p:nvSpPr>
          <p:spPr>
            <a:xfrm>
              <a:off x="916365" y="3422032"/>
              <a:ext cx="307392" cy="150443"/>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7" name="Google Shape;3257;p38"/>
            <p:cNvSpPr/>
            <p:nvPr/>
          </p:nvSpPr>
          <p:spPr>
            <a:xfrm>
              <a:off x="956222" y="3470660"/>
              <a:ext cx="236807" cy="96070"/>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8" name="Google Shape;3258;p38"/>
            <p:cNvSpPr/>
            <p:nvPr/>
          </p:nvSpPr>
          <p:spPr>
            <a:xfrm>
              <a:off x="1001945" y="3490696"/>
              <a:ext cx="46684" cy="19037"/>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9" name="Google Shape;3259;p38"/>
            <p:cNvSpPr/>
            <p:nvPr/>
          </p:nvSpPr>
          <p:spPr>
            <a:xfrm>
              <a:off x="1046830" y="3519877"/>
              <a:ext cx="9394" cy="7166"/>
            </a:xfrm>
            <a:custGeom>
              <a:rect b="b" l="l" r="r" t="t"/>
              <a:pathLst>
                <a:path extrusionOk="0" h="402" w="527">
                  <a:moveTo>
                    <a:pt x="251" y="1"/>
                  </a:moveTo>
                  <a:cubicBezTo>
                    <a:pt x="0" y="1"/>
                    <a:pt x="0" y="402"/>
                    <a:pt x="251" y="402"/>
                  </a:cubicBezTo>
                  <a:cubicBezTo>
                    <a:pt x="527" y="402"/>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0" name="Google Shape;3260;p38"/>
            <p:cNvSpPr/>
            <p:nvPr/>
          </p:nvSpPr>
          <p:spPr>
            <a:xfrm>
              <a:off x="1118310" y="3488040"/>
              <a:ext cx="28609" cy="21782"/>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1" name="Google Shape;3261;p38"/>
            <p:cNvSpPr/>
            <p:nvPr/>
          </p:nvSpPr>
          <p:spPr>
            <a:xfrm>
              <a:off x="916365" y="3422032"/>
              <a:ext cx="307392" cy="150443"/>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38"/>
            <p:cNvSpPr/>
            <p:nvPr/>
          </p:nvSpPr>
          <p:spPr>
            <a:xfrm>
              <a:off x="768056" y="3447950"/>
              <a:ext cx="111246" cy="146432"/>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3" name="Google Shape;3263;p38"/>
            <p:cNvSpPr/>
            <p:nvPr/>
          </p:nvSpPr>
          <p:spPr>
            <a:xfrm>
              <a:off x="764919" y="3444635"/>
              <a:ext cx="116183" cy="153295"/>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4" name="Google Shape;3264;p38"/>
            <p:cNvSpPr/>
            <p:nvPr/>
          </p:nvSpPr>
          <p:spPr>
            <a:xfrm>
              <a:off x="786363" y="3523923"/>
              <a:ext cx="33974" cy="49839"/>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5" name="Google Shape;3265;p38"/>
            <p:cNvSpPr/>
            <p:nvPr/>
          </p:nvSpPr>
          <p:spPr>
            <a:xfrm>
              <a:off x="815846" y="3508700"/>
              <a:ext cx="9412" cy="7166"/>
            </a:xfrm>
            <a:custGeom>
              <a:rect b="b" l="l" r="r" t="t"/>
              <a:pathLst>
                <a:path extrusionOk="0" h="402" w="528">
                  <a:moveTo>
                    <a:pt x="277" y="1"/>
                  </a:moveTo>
                  <a:cubicBezTo>
                    <a:pt x="1" y="1"/>
                    <a:pt x="1" y="402"/>
                    <a:pt x="277" y="402"/>
                  </a:cubicBezTo>
                  <a:cubicBezTo>
                    <a:pt x="527" y="402"/>
                    <a:pt x="527"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6" name="Google Shape;3266;p38"/>
            <p:cNvSpPr/>
            <p:nvPr/>
          </p:nvSpPr>
          <p:spPr>
            <a:xfrm>
              <a:off x="845348" y="3529699"/>
              <a:ext cx="12513" cy="18449"/>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7" name="Google Shape;3267;p38"/>
            <p:cNvSpPr/>
            <p:nvPr/>
          </p:nvSpPr>
          <p:spPr>
            <a:xfrm>
              <a:off x="1254123" y="3447950"/>
              <a:ext cx="111709" cy="146432"/>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8" name="Google Shape;3268;p38"/>
            <p:cNvSpPr/>
            <p:nvPr/>
          </p:nvSpPr>
          <p:spPr>
            <a:xfrm>
              <a:off x="1250095" y="3444635"/>
              <a:ext cx="120158" cy="153402"/>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9" name="Google Shape;3269;p38"/>
            <p:cNvSpPr/>
            <p:nvPr/>
          </p:nvSpPr>
          <p:spPr>
            <a:xfrm>
              <a:off x="1313536" y="3523923"/>
              <a:ext cx="33974" cy="49839"/>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0" name="Google Shape;3270;p38"/>
            <p:cNvSpPr/>
            <p:nvPr/>
          </p:nvSpPr>
          <p:spPr>
            <a:xfrm>
              <a:off x="1308188" y="3508700"/>
              <a:ext cx="9839" cy="7166"/>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38"/>
            <p:cNvSpPr/>
            <p:nvPr/>
          </p:nvSpPr>
          <p:spPr>
            <a:xfrm>
              <a:off x="1276013" y="3529699"/>
              <a:ext cx="12531" cy="18449"/>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2" name="Google Shape;3272;p38"/>
            <p:cNvSpPr/>
            <p:nvPr/>
          </p:nvSpPr>
          <p:spPr>
            <a:xfrm>
              <a:off x="717111" y="2910935"/>
              <a:ext cx="704551" cy="112155"/>
            </a:xfrm>
            <a:custGeom>
              <a:rect b="b" l="l" r="r" t="t"/>
              <a:pathLst>
                <a:path extrusionOk="0" h="6292" w="39526">
                  <a:moveTo>
                    <a:pt x="1" y="1"/>
                  </a:moveTo>
                  <a:lnTo>
                    <a:pt x="1" y="6292"/>
                  </a:lnTo>
                  <a:lnTo>
                    <a:pt x="39525" y="6292"/>
                  </a:lnTo>
                  <a:lnTo>
                    <a:pt x="3952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3" name="Google Shape;3273;p38"/>
            <p:cNvSpPr/>
            <p:nvPr/>
          </p:nvSpPr>
          <p:spPr>
            <a:xfrm>
              <a:off x="713100" y="2907370"/>
              <a:ext cx="712127" cy="119748"/>
            </a:xfrm>
            <a:custGeom>
              <a:rect b="b" l="l" r="r" t="t"/>
              <a:pathLst>
                <a:path extrusionOk="0" h="6718" w="39951">
                  <a:moveTo>
                    <a:pt x="39524" y="401"/>
                  </a:moveTo>
                  <a:lnTo>
                    <a:pt x="39524" y="5715"/>
                  </a:lnTo>
                  <a:lnTo>
                    <a:pt x="39524" y="6291"/>
                  </a:lnTo>
                  <a:lnTo>
                    <a:pt x="426" y="6291"/>
                  </a:lnTo>
                  <a:lnTo>
                    <a:pt x="426" y="978"/>
                  </a:lnTo>
                  <a:lnTo>
                    <a:pt x="426" y="401"/>
                  </a:lnTo>
                  <a:close/>
                  <a:moveTo>
                    <a:pt x="226" y="0"/>
                  </a:moveTo>
                  <a:cubicBezTo>
                    <a:pt x="101" y="0"/>
                    <a:pt x="0" y="76"/>
                    <a:pt x="0" y="201"/>
                  </a:cubicBezTo>
                  <a:lnTo>
                    <a:pt x="0" y="5715"/>
                  </a:lnTo>
                  <a:lnTo>
                    <a:pt x="0" y="6492"/>
                  </a:lnTo>
                  <a:cubicBezTo>
                    <a:pt x="0" y="6562"/>
                    <a:pt x="28" y="6614"/>
                    <a:pt x="69" y="6649"/>
                  </a:cubicBezTo>
                  <a:lnTo>
                    <a:pt x="69" y="6649"/>
                  </a:lnTo>
                  <a:cubicBezTo>
                    <a:pt x="104" y="6690"/>
                    <a:pt x="156" y="6717"/>
                    <a:pt x="226" y="6717"/>
                  </a:cubicBezTo>
                  <a:lnTo>
                    <a:pt x="39750" y="6717"/>
                  </a:lnTo>
                  <a:cubicBezTo>
                    <a:pt x="39850" y="6717"/>
                    <a:pt x="39951" y="6617"/>
                    <a:pt x="39951" y="6492"/>
                  </a:cubicBezTo>
                  <a:lnTo>
                    <a:pt x="39951" y="978"/>
                  </a:lnTo>
                  <a:lnTo>
                    <a:pt x="39951" y="201"/>
                  </a:lnTo>
                  <a:cubicBezTo>
                    <a:pt x="39951" y="76"/>
                    <a:pt x="39850" y="0"/>
                    <a:pt x="397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4" name="Google Shape;3274;p38"/>
            <p:cNvSpPr/>
            <p:nvPr/>
          </p:nvSpPr>
          <p:spPr>
            <a:xfrm>
              <a:off x="752405" y="2945463"/>
              <a:ext cx="47379" cy="43921"/>
            </a:xfrm>
            <a:custGeom>
              <a:rect b="b" l="l" r="r" t="t"/>
              <a:pathLst>
                <a:path extrusionOk="0" h="2464" w="2658">
                  <a:moveTo>
                    <a:pt x="1327" y="0"/>
                  </a:moveTo>
                  <a:cubicBezTo>
                    <a:pt x="723" y="0"/>
                    <a:pt x="169" y="485"/>
                    <a:pt x="101" y="1071"/>
                  </a:cubicBezTo>
                  <a:cubicBezTo>
                    <a:pt x="1" y="1698"/>
                    <a:pt x="477" y="2350"/>
                    <a:pt x="1104" y="2450"/>
                  </a:cubicBezTo>
                  <a:cubicBezTo>
                    <a:pt x="1163" y="2459"/>
                    <a:pt x="1222" y="2464"/>
                    <a:pt x="1281" y="2464"/>
                  </a:cubicBezTo>
                  <a:cubicBezTo>
                    <a:pt x="1848" y="2464"/>
                    <a:pt x="2394" y="2042"/>
                    <a:pt x="2507" y="1498"/>
                  </a:cubicBezTo>
                  <a:cubicBezTo>
                    <a:pt x="2658" y="846"/>
                    <a:pt x="2181" y="119"/>
                    <a:pt x="1530" y="19"/>
                  </a:cubicBezTo>
                  <a:cubicBezTo>
                    <a:pt x="1462" y="6"/>
                    <a:pt x="1394" y="0"/>
                    <a:pt x="132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5" name="Google Shape;3275;p38"/>
            <p:cNvSpPr/>
            <p:nvPr/>
          </p:nvSpPr>
          <p:spPr>
            <a:xfrm>
              <a:off x="749732" y="2941898"/>
              <a:ext cx="54081" cy="51158"/>
            </a:xfrm>
            <a:custGeom>
              <a:rect b="b" l="l" r="r" t="t"/>
              <a:pathLst>
                <a:path extrusionOk="0" h="2870" w="3034">
                  <a:moveTo>
                    <a:pt x="1471" y="415"/>
                  </a:moveTo>
                  <a:cubicBezTo>
                    <a:pt x="1706" y="415"/>
                    <a:pt x="1943" y="497"/>
                    <a:pt x="2131" y="670"/>
                  </a:cubicBezTo>
                  <a:cubicBezTo>
                    <a:pt x="2432" y="946"/>
                    <a:pt x="2582" y="1372"/>
                    <a:pt x="2432" y="1773"/>
                  </a:cubicBezTo>
                  <a:cubicBezTo>
                    <a:pt x="2296" y="2157"/>
                    <a:pt x="1874" y="2460"/>
                    <a:pt x="1443" y="2460"/>
                  </a:cubicBezTo>
                  <a:cubicBezTo>
                    <a:pt x="1397" y="2460"/>
                    <a:pt x="1350" y="2457"/>
                    <a:pt x="1304" y="2449"/>
                  </a:cubicBezTo>
                  <a:lnTo>
                    <a:pt x="1304" y="2449"/>
                  </a:lnTo>
                  <a:cubicBezTo>
                    <a:pt x="1304" y="2449"/>
                    <a:pt x="1304" y="2449"/>
                    <a:pt x="1304" y="2449"/>
                  </a:cubicBezTo>
                  <a:cubicBezTo>
                    <a:pt x="1296" y="2448"/>
                    <a:pt x="1288" y="2446"/>
                    <a:pt x="1280" y="2445"/>
                  </a:cubicBezTo>
                  <a:lnTo>
                    <a:pt x="1280" y="2445"/>
                  </a:lnTo>
                  <a:cubicBezTo>
                    <a:pt x="866" y="2361"/>
                    <a:pt x="550" y="2015"/>
                    <a:pt x="452" y="1597"/>
                  </a:cubicBezTo>
                  <a:cubicBezTo>
                    <a:pt x="377" y="1171"/>
                    <a:pt x="602" y="770"/>
                    <a:pt x="978" y="545"/>
                  </a:cubicBezTo>
                  <a:cubicBezTo>
                    <a:pt x="1127" y="460"/>
                    <a:pt x="1298" y="415"/>
                    <a:pt x="1471" y="415"/>
                  </a:cubicBezTo>
                  <a:close/>
                  <a:moveTo>
                    <a:pt x="1478" y="0"/>
                  </a:moveTo>
                  <a:cubicBezTo>
                    <a:pt x="1319" y="0"/>
                    <a:pt x="1158" y="30"/>
                    <a:pt x="1003" y="94"/>
                  </a:cubicBezTo>
                  <a:cubicBezTo>
                    <a:pt x="427" y="294"/>
                    <a:pt x="1" y="845"/>
                    <a:pt x="26" y="1447"/>
                  </a:cubicBezTo>
                  <a:cubicBezTo>
                    <a:pt x="51" y="2099"/>
                    <a:pt x="552" y="2725"/>
                    <a:pt x="1204" y="2850"/>
                  </a:cubicBezTo>
                  <a:cubicBezTo>
                    <a:pt x="1204" y="2850"/>
                    <a:pt x="1204" y="2850"/>
                    <a:pt x="1204" y="2850"/>
                  </a:cubicBezTo>
                  <a:lnTo>
                    <a:pt x="1204" y="2850"/>
                  </a:lnTo>
                  <a:cubicBezTo>
                    <a:pt x="1216" y="2854"/>
                    <a:pt x="1229" y="2856"/>
                    <a:pt x="1242" y="2856"/>
                  </a:cubicBezTo>
                  <a:lnTo>
                    <a:pt x="1242" y="2856"/>
                  </a:lnTo>
                  <a:cubicBezTo>
                    <a:pt x="1307" y="2865"/>
                    <a:pt x="1372" y="2870"/>
                    <a:pt x="1436" y="2870"/>
                  </a:cubicBezTo>
                  <a:cubicBezTo>
                    <a:pt x="1955" y="2870"/>
                    <a:pt x="2445" y="2585"/>
                    <a:pt x="2707" y="2149"/>
                  </a:cubicBezTo>
                  <a:cubicBezTo>
                    <a:pt x="3033" y="1622"/>
                    <a:pt x="2933" y="971"/>
                    <a:pt x="2557" y="520"/>
                  </a:cubicBezTo>
                  <a:cubicBezTo>
                    <a:pt x="2287" y="195"/>
                    <a:pt x="1887" y="0"/>
                    <a:pt x="14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6" name="Google Shape;3276;p38"/>
            <p:cNvSpPr/>
            <p:nvPr/>
          </p:nvSpPr>
          <p:spPr>
            <a:xfrm>
              <a:off x="842210" y="2945463"/>
              <a:ext cx="46933" cy="43921"/>
            </a:xfrm>
            <a:custGeom>
              <a:rect b="b" l="l" r="r" t="t"/>
              <a:pathLst>
                <a:path extrusionOk="0" h="2464" w="2633">
                  <a:moveTo>
                    <a:pt x="1308" y="0"/>
                  </a:moveTo>
                  <a:cubicBezTo>
                    <a:pt x="718" y="0"/>
                    <a:pt x="143" y="485"/>
                    <a:pt x="76" y="1071"/>
                  </a:cubicBezTo>
                  <a:cubicBezTo>
                    <a:pt x="1" y="1698"/>
                    <a:pt x="477" y="2350"/>
                    <a:pt x="1078" y="2450"/>
                  </a:cubicBezTo>
                  <a:cubicBezTo>
                    <a:pt x="1137" y="2459"/>
                    <a:pt x="1196" y="2464"/>
                    <a:pt x="1255" y="2464"/>
                  </a:cubicBezTo>
                  <a:cubicBezTo>
                    <a:pt x="1823" y="2464"/>
                    <a:pt x="2371" y="2042"/>
                    <a:pt x="2507" y="1498"/>
                  </a:cubicBezTo>
                  <a:cubicBezTo>
                    <a:pt x="2632" y="846"/>
                    <a:pt x="2156" y="119"/>
                    <a:pt x="1504" y="19"/>
                  </a:cubicBezTo>
                  <a:cubicBezTo>
                    <a:pt x="1439" y="6"/>
                    <a:pt x="1373" y="0"/>
                    <a:pt x="130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7" name="Google Shape;3277;p38"/>
            <p:cNvSpPr/>
            <p:nvPr/>
          </p:nvSpPr>
          <p:spPr>
            <a:xfrm>
              <a:off x="839091" y="2941898"/>
              <a:ext cx="54063" cy="51158"/>
            </a:xfrm>
            <a:custGeom>
              <a:rect b="b" l="l" r="r" t="t"/>
              <a:pathLst>
                <a:path extrusionOk="0" h="2870" w="3033">
                  <a:moveTo>
                    <a:pt x="1482" y="415"/>
                  </a:moveTo>
                  <a:cubicBezTo>
                    <a:pt x="1714" y="415"/>
                    <a:pt x="1943" y="497"/>
                    <a:pt x="2130" y="670"/>
                  </a:cubicBezTo>
                  <a:cubicBezTo>
                    <a:pt x="2431" y="946"/>
                    <a:pt x="2582" y="1372"/>
                    <a:pt x="2431" y="1773"/>
                  </a:cubicBezTo>
                  <a:cubicBezTo>
                    <a:pt x="2295" y="2157"/>
                    <a:pt x="1874" y="2460"/>
                    <a:pt x="1461" y="2460"/>
                  </a:cubicBezTo>
                  <a:cubicBezTo>
                    <a:pt x="1417" y="2460"/>
                    <a:pt x="1372" y="2457"/>
                    <a:pt x="1328" y="2449"/>
                  </a:cubicBezTo>
                  <a:lnTo>
                    <a:pt x="1328" y="2449"/>
                  </a:lnTo>
                  <a:cubicBezTo>
                    <a:pt x="1328" y="2449"/>
                    <a:pt x="1328" y="2449"/>
                    <a:pt x="1328" y="2449"/>
                  </a:cubicBezTo>
                  <a:cubicBezTo>
                    <a:pt x="1323" y="2448"/>
                    <a:pt x="1317" y="2447"/>
                    <a:pt x="1312" y="2447"/>
                  </a:cubicBezTo>
                  <a:lnTo>
                    <a:pt x="1312" y="2447"/>
                  </a:lnTo>
                  <a:cubicBezTo>
                    <a:pt x="869" y="2366"/>
                    <a:pt x="550" y="2018"/>
                    <a:pt x="451" y="1597"/>
                  </a:cubicBezTo>
                  <a:cubicBezTo>
                    <a:pt x="376" y="1171"/>
                    <a:pt x="627" y="770"/>
                    <a:pt x="978" y="545"/>
                  </a:cubicBezTo>
                  <a:cubicBezTo>
                    <a:pt x="1137" y="460"/>
                    <a:pt x="1310" y="415"/>
                    <a:pt x="1482" y="415"/>
                  </a:cubicBezTo>
                  <a:close/>
                  <a:moveTo>
                    <a:pt x="1478" y="0"/>
                  </a:moveTo>
                  <a:cubicBezTo>
                    <a:pt x="1318" y="0"/>
                    <a:pt x="1158" y="30"/>
                    <a:pt x="1003" y="94"/>
                  </a:cubicBezTo>
                  <a:cubicBezTo>
                    <a:pt x="451" y="294"/>
                    <a:pt x="0" y="845"/>
                    <a:pt x="25" y="1447"/>
                  </a:cubicBezTo>
                  <a:cubicBezTo>
                    <a:pt x="50" y="2099"/>
                    <a:pt x="552" y="2725"/>
                    <a:pt x="1203" y="2850"/>
                  </a:cubicBezTo>
                  <a:cubicBezTo>
                    <a:pt x="1203" y="2850"/>
                    <a:pt x="1203" y="2850"/>
                    <a:pt x="1203" y="2850"/>
                  </a:cubicBezTo>
                  <a:lnTo>
                    <a:pt x="1203" y="2850"/>
                  </a:lnTo>
                  <a:cubicBezTo>
                    <a:pt x="1213" y="2852"/>
                    <a:pt x="1222" y="2854"/>
                    <a:pt x="1232" y="2855"/>
                  </a:cubicBezTo>
                  <a:lnTo>
                    <a:pt x="1232" y="2855"/>
                  </a:lnTo>
                  <a:cubicBezTo>
                    <a:pt x="1300" y="2865"/>
                    <a:pt x="1368" y="2870"/>
                    <a:pt x="1436" y="2870"/>
                  </a:cubicBezTo>
                  <a:cubicBezTo>
                    <a:pt x="1955" y="2870"/>
                    <a:pt x="2445" y="2585"/>
                    <a:pt x="2707" y="2149"/>
                  </a:cubicBezTo>
                  <a:cubicBezTo>
                    <a:pt x="3033" y="1622"/>
                    <a:pt x="2932" y="971"/>
                    <a:pt x="2557" y="520"/>
                  </a:cubicBezTo>
                  <a:cubicBezTo>
                    <a:pt x="2286" y="195"/>
                    <a:pt x="1886" y="0"/>
                    <a:pt x="14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8" name="Google Shape;3278;p38"/>
            <p:cNvSpPr/>
            <p:nvPr/>
          </p:nvSpPr>
          <p:spPr>
            <a:xfrm>
              <a:off x="931570" y="2945463"/>
              <a:ext cx="46915" cy="43921"/>
            </a:xfrm>
            <a:custGeom>
              <a:rect b="b" l="l" r="r" t="t"/>
              <a:pathLst>
                <a:path extrusionOk="0" h="2464" w="2632">
                  <a:moveTo>
                    <a:pt x="1307" y="0"/>
                  </a:moveTo>
                  <a:cubicBezTo>
                    <a:pt x="718" y="0"/>
                    <a:pt x="143" y="485"/>
                    <a:pt x="75" y="1071"/>
                  </a:cubicBezTo>
                  <a:cubicBezTo>
                    <a:pt x="0" y="1698"/>
                    <a:pt x="476" y="2350"/>
                    <a:pt x="1103" y="2450"/>
                  </a:cubicBezTo>
                  <a:cubicBezTo>
                    <a:pt x="1160" y="2459"/>
                    <a:pt x="1217" y="2464"/>
                    <a:pt x="1274" y="2464"/>
                  </a:cubicBezTo>
                  <a:cubicBezTo>
                    <a:pt x="1827" y="2464"/>
                    <a:pt x="2393" y="2042"/>
                    <a:pt x="2506" y="1498"/>
                  </a:cubicBezTo>
                  <a:cubicBezTo>
                    <a:pt x="2632" y="846"/>
                    <a:pt x="2181" y="119"/>
                    <a:pt x="1504" y="19"/>
                  </a:cubicBezTo>
                  <a:cubicBezTo>
                    <a:pt x="1439" y="6"/>
                    <a:pt x="1373" y="0"/>
                    <a:pt x="130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9" name="Google Shape;3279;p38"/>
            <p:cNvSpPr/>
            <p:nvPr/>
          </p:nvSpPr>
          <p:spPr>
            <a:xfrm>
              <a:off x="928878" y="2941898"/>
              <a:ext cx="53635" cy="51158"/>
            </a:xfrm>
            <a:custGeom>
              <a:rect b="b" l="l" r="r" t="t"/>
              <a:pathLst>
                <a:path extrusionOk="0" h="2870" w="3009">
                  <a:moveTo>
                    <a:pt x="1457" y="415"/>
                  </a:moveTo>
                  <a:cubicBezTo>
                    <a:pt x="1689" y="415"/>
                    <a:pt x="1918" y="497"/>
                    <a:pt x="2106" y="670"/>
                  </a:cubicBezTo>
                  <a:cubicBezTo>
                    <a:pt x="2407" y="946"/>
                    <a:pt x="2557" y="1372"/>
                    <a:pt x="2407" y="1773"/>
                  </a:cubicBezTo>
                  <a:cubicBezTo>
                    <a:pt x="2271" y="2157"/>
                    <a:pt x="1849" y="2460"/>
                    <a:pt x="1437" y="2460"/>
                  </a:cubicBezTo>
                  <a:cubicBezTo>
                    <a:pt x="1392" y="2460"/>
                    <a:pt x="1348" y="2457"/>
                    <a:pt x="1304" y="2449"/>
                  </a:cubicBezTo>
                  <a:lnTo>
                    <a:pt x="1304" y="2449"/>
                  </a:lnTo>
                  <a:cubicBezTo>
                    <a:pt x="1304" y="2449"/>
                    <a:pt x="1304" y="2449"/>
                    <a:pt x="1304" y="2449"/>
                  </a:cubicBezTo>
                  <a:cubicBezTo>
                    <a:pt x="1300" y="2449"/>
                    <a:pt x="1296" y="2448"/>
                    <a:pt x="1292" y="2447"/>
                  </a:cubicBezTo>
                  <a:lnTo>
                    <a:pt x="1292" y="2447"/>
                  </a:lnTo>
                  <a:cubicBezTo>
                    <a:pt x="872" y="2368"/>
                    <a:pt x="526" y="2020"/>
                    <a:pt x="452" y="1597"/>
                  </a:cubicBezTo>
                  <a:cubicBezTo>
                    <a:pt x="352" y="1171"/>
                    <a:pt x="602" y="770"/>
                    <a:pt x="953" y="545"/>
                  </a:cubicBezTo>
                  <a:cubicBezTo>
                    <a:pt x="1113" y="460"/>
                    <a:pt x="1286" y="415"/>
                    <a:pt x="1457" y="415"/>
                  </a:cubicBezTo>
                  <a:close/>
                  <a:moveTo>
                    <a:pt x="1454" y="0"/>
                  </a:moveTo>
                  <a:cubicBezTo>
                    <a:pt x="1294" y="0"/>
                    <a:pt x="1133" y="30"/>
                    <a:pt x="978" y="94"/>
                  </a:cubicBezTo>
                  <a:cubicBezTo>
                    <a:pt x="427" y="294"/>
                    <a:pt x="1" y="845"/>
                    <a:pt x="1" y="1447"/>
                  </a:cubicBezTo>
                  <a:cubicBezTo>
                    <a:pt x="26" y="2099"/>
                    <a:pt x="527" y="2725"/>
                    <a:pt x="1179" y="2850"/>
                  </a:cubicBezTo>
                  <a:cubicBezTo>
                    <a:pt x="1179" y="2850"/>
                    <a:pt x="1179" y="2850"/>
                    <a:pt x="1179" y="2850"/>
                  </a:cubicBezTo>
                  <a:lnTo>
                    <a:pt x="1179" y="2850"/>
                  </a:lnTo>
                  <a:cubicBezTo>
                    <a:pt x="1188" y="2852"/>
                    <a:pt x="1198" y="2854"/>
                    <a:pt x="1207" y="2855"/>
                  </a:cubicBezTo>
                  <a:lnTo>
                    <a:pt x="1207" y="2855"/>
                  </a:lnTo>
                  <a:cubicBezTo>
                    <a:pt x="1275" y="2865"/>
                    <a:pt x="1344" y="2870"/>
                    <a:pt x="1411" y="2870"/>
                  </a:cubicBezTo>
                  <a:cubicBezTo>
                    <a:pt x="1931" y="2870"/>
                    <a:pt x="2424" y="2585"/>
                    <a:pt x="2708" y="2149"/>
                  </a:cubicBezTo>
                  <a:cubicBezTo>
                    <a:pt x="3008" y="1622"/>
                    <a:pt x="2908" y="971"/>
                    <a:pt x="2532" y="520"/>
                  </a:cubicBezTo>
                  <a:cubicBezTo>
                    <a:pt x="2262" y="195"/>
                    <a:pt x="1862" y="0"/>
                    <a:pt x="14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0" name="Google Shape;3280;p38"/>
            <p:cNvSpPr/>
            <p:nvPr/>
          </p:nvSpPr>
          <p:spPr>
            <a:xfrm>
              <a:off x="3398555" y="2040651"/>
              <a:ext cx="704533" cy="834531"/>
            </a:xfrm>
            <a:custGeom>
              <a:rect b="b" l="l" r="r" t="t"/>
              <a:pathLst>
                <a:path extrusionOk="0" h="46818" w="39525">
                  <a:moveTo>
                    <a:pt x="1" y="1"/>
                  </a:moveTo>
                  <a:lnTo>
                    <a:pt x="1" y="46818"/>
                  </a:lnTo>
                  <a:lnTo>
                    <a:pt x="39525" y="46818"/>
                  </a:lnTo>
                  <a:lnTo>
                    <a:pt x="395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1" name="Google Shape;3281;p38"/>
            <p:cNvSpPr/>
            <p:nvPr/>
          </p:nvSpPr>
          <p:spPr>
            <a:xfrm>
              <a:off x="3394491" y="2036640"/>
              <a:ext cx="712626" cy="842124"/>
            </a:xfrm>
            <a:custGeom>
              <a:rect b="b" l="l" r="r" t="t"/>
              <a:pathLst>
                <a:path extrusionOk="0" h="47244" w="39979">
                  <a:moveTo>
                    <a:pt x="39552" y="426"/>
                  </a:moveTo>
                  <a:lnTo>
                    <a:pt x="39552" y="1479"/>
                  </a:lnTo>
                  <a:lnTo>
                    <a:pt x="39552" y="4887"/>
                  </a:lnTo>
                  <a:lnTo>
                    <a:pt x="39552" y="9925"/>
                  </a:lnTo>
                  <a:lnTo>
                    <a:pt x="39552" y="16040"/>
                  </a:lnTo>
                  <a:lnTo>
                    <a:pt x="39552" y="22782"/>
                  </a:lnTo>
                  <a:lnTo>
                    <a:pt x="39552" y="29599"/>
                  </a:lnTo>
                  <a:lnTo>
                    <a:pt x="39552" y="35915"/>
                  </a:lnTo>
                  <a:lnTo>
                    <a:pt x="39552" y="41278"/>
                  </a:lnTo>
                  <a:lnTo>
                    <a:pt x="39552" y="45138"/>
                  </a:lnTo>
                  <a:lnTo>
                    <a:pt x="39552" y="46341"/>
                  </a:lnTo>
                  <a:cubicBezTo>
                    <a:pt x="39552" y="46500"/>
                    <a:pt x="39537" y="46659"/>
                    <a:pt x="39543" y="46817"/>
                  </a:cubicBezTo>
                  <a:lnTo>
                    <a:pt x="429" y="46817"/>
                  </a:lnTo>
                  <a:lnTo>
                    <a:pt x="429" y="45765"/>
                  </a:lnTo>
                  <a:lnTo>
                    <a:pt x="429" y="42356"/>
                  </a:lnTo>
                  <a:lnTo>
                    <a:pt x="429" y="37344"/>
                  </a:lnTo>
                  <a:lnTo>
                    <a:pt x="429" y="31203"/>
                  </a:lnTo>
                  <a:lnTo>
                    <a:pt x="429" y="24461"/>
                  </a:lnTo>
                  <a:lnTo>
                    <a:pt x="429" y="17644"/>
                  </a:lnTo>
                  <a:lnTo>
                    <a:pt x="429" y="11328"/>
                  </a:lnTo>
                  <a:lnTo>
                    <a:pt x="429" y="5965"/>
                  </a:lnTo>
                  <a:lnTo>
                    <a:pt x="429" y="2105"/>
                  </a:lnTo>
                  <a:lnTo>
                    <a:pt x="429" y="927"/>
                  </a:lnTo>
                  <a:cubicBezTo>
                    <a:pt x="429" y="768"/>
                    <a:pt x="445" y="592"/>
                    <a:pt x="439" y="426"/>
                  </a:cubicBezTo>
                  <a:close/>
                  <a:moveTo>
                    <a:pt x="229" y="0"/>
                  </a:moveTo>
                  <a:cubicBezTo>
                    <a:pt x="129" y="0"/>
                    <a:pt x="28" y="100"/>
                    <a:pt x="28" y="226"/>
                  </a:cubicBezTo>
                  <a:lnTo>
                    <a:pt x="28" y="1479"/>
                  </a:lnTo>
                  <a:lnTo>
                    <a:pt x="28" y="4887"/>
                  </a:lnTo>
                  <a:lnTo>
                    <a:pt x="28" y="9925"/>
                  </a:lnTo>
                  <a:lnTo>
                    <a:pt x="28" y="16040"/>
                  </a:lnTo>
                  <a:lnTo>
                    <a:pt x="28" y="22782"/>
                  </a:lnTo>
                  <a:lnTo>
                    <a:pt x="28" y="29599"/>
                  </a:lnTo>
                  <a:lnTo>
                    <a:pt x="28" y="35915"/>
                  </a:lnTo>
                  <a:lnTo>
                    <a:pt x="28" y="41278"/>
                  </a:lnTo>
                  <a:lnTo>
                    <a:pt x="28" y="45138"/>
                  </a:lnTo>
                  <a:cubicBezTo>
                    <a:pt x="28" y="45740"/>
                    <a:pt x="3" y="46341"/>
                    <a:pt x="28" y="46943"/>
                  </a:cubicBezTo>
                  <a:cubicBezTo>
                    <a:pt x="28" y="46951"/>
                    <a:pt x="28" y="46963"/>
                    <a:pt x="28" y="46975"/>
                  </a:cubicBezTo>
                  <a:lnTo>
                    <a:pt x="28" y="46975"/>
                  </a:lnTo>
                  <a:cubicBezTo>
                    <a:pt x="0" y="47097"/>
                    <a:pt x="67" y="47243"/>
                    <a:pt x="229" y="47243"/>
                  </a:cubicBezTo>
                  <a:lnTo>
                    <a:pt x="39753" y="47243"/>
                  </a:lnTo>
                  <a:cubicBezTo>
                    <a:pt x="39853" y="47243"/>
                    <a:pt x="39953" y="47143"/>
                    <a:pt x="39953" y="47043"/>
                  </a:cubicBezTo>
                  <a:lnTo>
                    <a:pt x="39953" y="45765"/>
                  </a:lnTo>
                  <a:lnTo>
                    <a:pt x="39953" y="42356"/>
                  </a:lnTo>
                  <a:lnTo>
                    <a:pt x="39953" y="37344"/>
                  </a:lnTo>
                  <a:lnTo>
                    <a:pt x="39953" y="31203"/>
                  </a:lnTo>
                  <a:lnTo>
                    <a:pt x="39953" y="24461"/>
                  </a:lnTo>
                  <a:lnTo>
                    <a:pt x="39953" y="17644"/>
                  </a:lnTo>
                  <a:lnTo>
                    <a:pt x="39953" y="11328"/>
                  </a:lnTo>
                  <a:lnTo>
                    <a:pt x="39953" y="5965"/>
                  </a:lnTo>
                  <a:lnTo>
                    <a:pt x="39953" y="2105"/>
                  </a:lnTo>
                  <a:cubicBezTo>
                    <a:pt x="39953" y="1504"/>
                    <a:pt x="39978" y="902"/>
                    <a:pt x="39953" y="301"/>
                  </a:cubicBezTo>
                  <a:cubicBezTo>
                    <a:pt x="39953" y="276"/>
                    <a:pt x="39953" y="251"/>
                    <a:pt x="39953" y="226"/>
                  </a:cubicBezTo>
                  <a:cubicBezTo>
                    <a:pt x="39953" y="100"/>
                    <a:pt x="39853" y="0"/>
                    <a:pt x="397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2" name="Google Shape;3282;p38"/>
            <p:cNvSpPr/>
            <p:nvPr/>
          </p:nvSpPr>
          <p:spPr>
            <a:xfrm>
              <a:off x="3398555" y="2102577"/>
              <a:ext cx="704533" cy="119285"/>
            </a:xfrm>
            <a:custGeom>
              <a:rect b="b" l="l" r="r" t="t"/>
              <a:pathLst>
                <a:path extrusionOk="0" h="6692" w="39525">
                  <a:moveTo>
                    <a:pt x="25285" y="0"/>
                  </a:moveTo>
                  <a:cubicBezTo>
                    <a:pt x="24500" y="0"/>
                    <a:pt x="23757" y="380"/>
                    <a:pt x="23184" y="988"/>
                  </a:cubicBezTo>
                  <a:cubicBezTo>
                    <a:pt x="21688" y="2557"/>
                    <a:pt x="21224" y="5805"/>
                    <a:pt x="18601" y="5805"/>
                  </a:cubicBezTo>
                  <a:cubicBezTo>
                    <a:pt x="18542" y="5805"/>
                    <a:pt x="18483" y="5803"/>
                    <a:pt x="18422" y="5800"/>
                  </a:cubicBezTo>
                  <a:cubicBezTo>
                    <a:pt x="17871" y="5750"/>
                    <a:pt x="17319" y="5574"/>
                    <a:pt x="16868" y="5248"/>
                  </a:cubicBezTo>
                  <a:cubicBezTo>
                    <a:pt x="16417" y="4923"/>
                    <a:pt x="16116" y="4472"/>
                    <a:pt x="15891" y="3995"/>
                  </a:cubicBezTo>
                  <a:cubicBezTo>
                    <a:pt x="15465" y="3093"/>
                    <a:pt x="15239" y="1965"/>
                    <a:pt x="14487" y="1263"/>
                  </a:cubicBezTo>
                  <a:cubicBezTo>
                    <a:pt x="14076" y="898"/>
                    <a:pt x="13577" y="736"/>
                    <a:pt x="13070" y="736"/>
                  </a:cubicBezTo>
                  <a:cubicBezTo>
                    <a:pt x="12463" y="736"/>
                    <a:pt x="11846" y="968"/>
                    <a:pt x="11354" y="1364"/>
                  </a:cubicBezTo>
                  <a:cubicBezTo>
                    <a:pt x="10352" y="2166"/>
                    <a:pt x="9976" y="3419"/>
                    <a:pt x="9424" y="4547"/>
                  </a:cubicBezTo>
                  <a:cubicBezTo>
                    <a:pt x="9013" y="5327"/>
                    <a:pt x="8358" y="6275"/>
                    <a:pt x="7411" y="6275"/>
                  </a:cubicBezTo>
                  <a:cubicBezTo>
                    <a:pt x="7262" y="6275"/>
                    <a:pt x="7106" y="6252"/>
                    <a:pt x="6943" y="6201"/>
                  </a:cubicBezTo>
                  <a:cubicBezTo>
                    <a:pt x="5790" y="5850"/>
                    <a:pt x="5289" y="4497"/>
                    <a:pt x="4888" y="3494"/>
                  </a:cubicBezTo>
                  <a:cubicBezTo>
                    <a:pt x="4487" y="2467"/>
                    <a:pt x="3986" y="1339"/>
                    <a:pt x="2883" y="888"/>
                  </a:cubicBezTo>
                  <a:cubicBezTo>
                    <a:pt x="2585" y="773"/>
                    <a:pt x="2279" y="721"/>
                    <a:pt x="1974" y="721"/>
                  </a:cubicBezTo>
                  <a:cubicBezTo>
                    <a:pt x="1281" y="721"/>
                    <a:pt x="593" y="988"/>
                    <a:pt x="1" y="1389"/>
                  </a:cubicBezTo>
                  <a:lnTo>
                    <a:pt x="1" y="1915"/>
                  </a:lnTo>
                  <a:cubicBezTo>
                    <a:pt x="76" y="1865"/>
                    <a:pt x="126" y="1790"/>
                    <a:pt x="201" y="1740"/>
                  </a:cubicBezTo>
                  <a:cubicBezTo>
                    <a:pt x="715" y="1369"/>
                    <a:pt x="1320" y="1159"/>
                    <a:pt x="1909" y="1159"/>
                  </a:cubicBezTo>
                  <a:cubicBezTo>
                    <a:pt x="2557" y="1159"/>
                    <a:pt x="3188" y="1413"/>
                    <a:pt x="3660" y="1990"/>
                  </a:cubicBezTo>
                  <a:cubicBezTo>
                    <a:pt x="4412" y="2943"/>
                    <a:pt x="4587" y="4196"/>
                    <a:pt x="5239" y="5223"/>
                  </a:cubicBezTo>
                  <a:cubicBezTo>
                    <a:pt x="5731" y="5994"/>
                    <a:pt x="6479" y="6691"/>
                    <a:pt x="7405" y="6691"/>
                  </a:cubicBezTo>
                  <a:cubicBezTo>
                    <a:pt x="7564" y="6691"/>
                    <a:pt x="7727" y="6671"/>
                    <a:pt x="7896" y="6627"/>
                  </a:cubicBezTo>
                  <a:cubicBezTo>
                    <a:pt x="8973" y="6351"/>
                    <a:pt x="9575" y="5223"/>
                    <a:pt x="10001" y="4296"/>
                  </a:cubicBezTo>
                  <a:cubicBezTo>
                    <a:pt x="10527" y="3118"/>
                    <a:pt x="11054" y="1690"/>
                    <a:pt x="12407" y="1263"/>
                  </a:cubicBezTo>
                  <a:cubicBezTo>
                    <a:pt x="12627" y="1190"/>
                    <a:pt x="12851" y="1150"/>
                    <a:pt x="13071" y="1150"/>
                  </a:cubicBezTo>
                  <a:cubicBezTo>
                    <a:pt x="13451" y="1150"/>
                    <a:pt x="13819" y="1269"/>
                    <a:pt x="14136" y="1539"/>
                  </a:cubicBezTo>
                  <a:cubicBezTo>
                    <a:pt x="14537" y="1865"/>
                    <a:pt x="14763" y="2366"/>
                    <a:pt x="14963" y="2817"/>
                  </a:cubicBezTo>
                  <a:cubicBezTo>
                    <a:pt x="15364" y="3795"/>
                    <a:pt x="15665" y="4847"/>
                    <a:pt x="16542" y="5524"/>
                  </a:cubicBezTo>
                  <a:cubicBezTo>
                    <a:pt x="17124" y="5969"/>
                    <a:pt x="17869" y="6215"/>
                    <a:pt x="18610" y="6215"/>
                  </a:cubicBezTo>
                  <a:cubicBezTo>
                    <a:pt x="18955" y="6215"/>
                    <a:pt x="19299" y="6162"/>
                    <a:pt x="19625" y="6050"/>
                  </a:cubicBezTo>
                  <a:cubicBezTo>
                    <a:pt x="20803" y="5675"/>
                    <a:pt x="21480" y="4622"/>
                    <a:pt x="22031" y="3594"/>
                  </a:cubicBezTo>
                  <a:cubicBezTo>
                    <a:pt x="22608" y="2517"/>
                    <a:pt x="23159" y="1289"/>
                    <a:pt x="24287" y="662"/>
                  </a:cubicBezTo>
                  <a:cubicBezTo>
                    <a:pt x="24606" y="487"/>
                    <a:pt x="24927" y="410"/>
                    <a:pt x="25241" y="410"/>
                  </a:cubicBezTo>
                  <a:cubicBezTo>
                    <a:pt x="26182" y="410"/>
                    <a:pt x="27056" y="1101"/>
                    <a:pt x="27620" y="1890"/>
                  </a:cubicBezTo>
                  <a:cubicBezTo>
                    <a:pt x="28422" y="2993"/>
                    <a:pt x="28873" y="4396"/>
                    <a:pt x="29926" y="5324"/>
                  </a:cubicBezTo>
                  <a:cubicBezTo>
                    <a:pt x="30486" y="5795"/>
                    <a:pt x="31158" y="6102"/>
                    <a:pt x="31825" y="6102"/>
                  </a:cubicBezTo>
                  <a:cubicBezTo>
                    <a:pt x="32294" y="6102"/>
                    <a:pt x="32760" y="5951"/>
                    <a:pt x="33184" y="5599"/>
                  </a:cubicBezTo>
                  <a:cubicBezTo>
                    <a:pt x="33660" y="5198"/>
                    <a:pt x="34011" y="4647"/>
                    <a:pt x="34362" y="4146"/>
                  </a:cubicBezTo>
                  <a:cubicBezTo>
                    <a:pt x="34763" y="3569"/>
                    <a:pt x="35214" y="3043"/>
                    <a:pt x="35715" y="2542"/>
                  </a:cubicBezTo>
                  <a:cubicBezTo>
                    <a:pt x="36588" y="1669"/>
                    <a:pt x="37764" y="633"/>
                    <a:pt x="39065" y="633"/>
                  </a:cubicBezTo>
                  <a:cubicBezTo>
                    <a:pt x="39109" y="633"/>
                    <a:pt x="39154" y="634"/>
                    <a:pt x="39199" y="637"/>
                  </a:cubicBezTo>
                  <a:cubicBezTo>
                    <a:pt x="39324" y="637"/>
                    <a:pt x="39425" y="662"/>
                    <a:pt x="39525" y="687"/>
                  </a:cubicBezTo>
                  <a:lnTo>
                    <a:pt x="39525" y="261"/>
                  </a:lnTo>
                  <a:cubicBezTo>
                    <a:pt x="39376" y="233"/>
                    <a:pt x="39224" y="220"/>
                    <a:pt x="39072" y="220"/>
                  </a:cubicBezTo>
                  <a:cubicBezTo>
                    <a:pt x="38533" y="220"/>
                    <a:pt x="37983" y="383"/>
                    <a:pt x="37495" y="637"/>
                  </a:cubicBezTo>
                  <a:cubicBezTo>
                    <a:pt x="36292" y="1238"/>
                    <a:pt x="35289" y="2266"/>
                    <a:pt x="34462" y="3319"/>
                  </a:cubicBezTo>
                  <a:cubicBezTo>
                    <a:pt x="33772" y="4182"/>
                    <a:pt x="33129" y="5701"/>
                    <a:pt x="31843" y="5701"/>
                  </a:cubicBezTo>
                  <a:cubicBezTo>
                    <a:pt x="31822" y="5701"/>
                    <a:pt x="31801" y="5700"/>
                    <a:pt x="31780" y="5700"/>
                  </a:cubicBezTo>
                  <a:cubicBezTo>
                    <a:pt x="30352" y="5675"/>
                    <a:pt x="29475" y="4271"/>
                    <a:pt x="28873" y="3168"/>
                  </a:cubicBezTo>
                  <a:cubicBezTo>
                    <a:pt x="28247" y="2040"/>
                    <a:pt x="27595" y="787"/>
                    <a:pt x="26342" y="236"/>
                  </a:cubicBezTo>
                  <a:cubicBezTo>
                    <a:pt x="25988" y="75"/>
                    <a:pt x="25632" y="0"/>
                    <a:pt x="252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3" name="Google Shape;3283;p38"/>
            <p:cNvSpPr/>
            <p:nvPr/>
          </p:nvSpPr>
          <p:spPr>
            <a:xfrm>
              <a:off x="3398555" y="2215895"/>
              <a:ext cx="704533" cy="119410"/>
            </a:xfrm>
            <a:custGeom>
              <a:rect b="b" l="l" r="r" t="t"/>
              <a:pathLst>
                <a:path extrusionOk="0" h="6699" w="39525">
                  <a:moveTo>
                    <a:pt x="25311" y="1"/>
                  </a:moveTo>
                  <a:cubicBezTo>
                    <a:pt x="24516" y="1"/>
                    <a:pt x="23764" y="382"/>
                    <a:pt x="23184" y="997"/>
                  </a:cubicBezTo>
                  <a:cubicBezTo>
                    <a:pt x="21694" y="2560"/>
                    <a:pt x="21228" y="5790"/>
                    <a:pt x="18629" y="5790"/>
                  </a:cubicBezTo>
                  <a:cubicBezTo>
                    <a:pt x="18561" y="5790"/>
                    <a:pt x="18492" y="5788"/>
                    <a:pt x="18422" y="5784"/>
                  </a:cubicBezTo>
                  <a:cubicBezTo>
                    <a:pt x="17871" y="5759"/>
                    <a:pt x="17319" y="5558"/>
                    <a:pt x="16868" y="5232"/>
                  </a:cubicBezTo>
                  <a:cubicBezTo>
                    <a:pt x="16417" y="4932"/>
                    <a:pt x="16116" y="4480"/>
                    <a:pt x="15891" y="4004"/>
                  </a:cubicBezTo>
                  <a:cubicBezTo>
                    <a:pt x="15465" y="3077"/>
                    <a:pt x="15239" y="1974"/>
                    <a:pt x="14487" y="1272"/>
                  </a:cubicBezTo>
                  <a:cubicBezTo>
                    <a:pt x="14076" y="896"/>
                    <a:pt x="13577" y="732"/>
                    <a:pt x="13069" y="732"/>
                  </a:cubicBezTo>
                  <a:cubicBezTo>
                    <a:pt x="12463" y="732"/>
                    <a:pt x="11846" y="966"/>
                    <a:pt x="11354" y="1348"/>
                  </a:cubicBezTo>
                  <a:cubicBezTo>
                    <a:pt x="10352" y="2175"/>
                    <a:pt x="9976" y="3428"/>
                    <a:pt x="9424" y="4531"/>
                  </a:cubicBezTo>
                  <a:cubicBezTo>
                    <a:pt x="9013" y="5332"/>
                    <a:pt x="8357" y="6284"/>
                    <a:pt x="7410" y="6284"/>
                  </a:cubicBezTo>
                  <a:cubicBezTo>
                    <a:pt x="7262" y="6284"/>
                    <a:pt x="7106" y="6261"/>
                    <a:pt x="6943" y="6210"/>
                  </a:cubicBezTo>
                  <a:cubicBezTo>
                    <a:pt x="5790" y="5859"/>
                    <a:pt x="5289" y="4506"/>
                    <a:pt x="4888" y="3503"/>
                  </a:cubicBezTo>
                  <a:cubicBezTo>
                    <a:pt x="4487" y="2475"/>
                    <a:pt x="3986" y="1323"/>
                    <a:pt x="2883" y="896"/>
                  </a:cubicBezTo>
                  <a:cubicBezTo>
                    <a:pt x="2575" y="778"/>
                    <a:pt x="2259" y="724"/>
                    <a:pt x="1945" y="724"/>
                  </a:cubicBezTo>
                  <a:cubicBezTo>
                    <a:pt x="1262" y="724"/>
                    <a:pt x="584" y="978"/>
                    <a:pt x="1" y="1373"/>
                  </a:cubicBezTo>
                  <a:lnTo>
                    <a:pt x="1" y="1899"/>
                  </a:lnTo>
                  <a:cubicBezTo>
                    <a:pt x="76" y="1849"/>
                    <a:pt x="126" y="1799"/>
                    <a:pt x="201" y="1749"/>
                  </a:cubicBezTo>
                  <a:cubicBezTo>
                    <a:pt x="715" y="1378"/>
                    <a:pt x="1320" y="1168"/>
                    <a:pt x="1909" y="1168"/>
                  </a:cubicBezTo>
                  <a:cubicBezTo>
                    <a:pt x="2557" y="1168"/>
                    <a:pt x="3188" y="1422"/>
                    <a:pt x="3660" y="1999"/>
                  </a:cubicBezTo>
                  <a:cubicBezTo>
                    <a:pt x="4412" y="2927"/>
                    <a:pt x="4587" y="4205"/>
                    <a:pt x="5239" y="5207"/>
                  </a:cubicBezTo>
                  <a:cubicBezTo>
                    <a:pt x="5733" y="5981"/>
                    <a:pt x="6485" y="6699"/>
                    <a:pt x="7416" y="6699"/>
                  </a:cubicBezTo>
                  <a:cubicBezTo>
                    <a:pt x="7571" y="6699"/>
                    <a:pt x="7731" y="6679"/>
                    <a:pt x="7896" y="6636"/>
                  </a:cubicBezTo>
                  <a:cubicBezTo>
                    <a:pt x="8973" y="6360"/>
                    <a:pt x="9575" y="5232"/>
                    <a:pt x="10001" y="4280"/>
                  </a:cubicBezTo>
                  <a:cubicBezTo>
                    <a:pt x="10527" y="3127"/>
                    <a:pt x="11054" y="1699"/>
                    <a:pt x="12407" y="1247"/>
                  </a:cubicBezTo>
                  <a:cubicBezTo>
                    <a:pt x="12619" y="1177"/>
                    <a:pt x="12834" y="1140"/>
                    <a:pt x="13046" y="1140"/>
                  </a:cubicBezTo>
                  <a:cubicBezTo>
                    <a:pt x="13434" y="1140"/>
                    <a:pt x="13812" y="1263"/>
                    <a:pt x="14136" y="1523"/>
                  </a:cubicBezTo>
                  <a:cubicBezTo>
                    <a:pt x="14537" y="1874"/>
                    <a:pt x="14763" y="2350"/>
                    <a:pt x="14963" y="2826"/>
                  </a:cubicBezTo>
                  <a:cubicBezTo>
                    <a:pt x="15364" y="3804"/>
                    <a:pt x="15665" y="4856"/>
                    <a:pt x="16542" y="5508"/>
                  </a:cubicBezTo>
                  <a:cubicBezTo>
                    <a:pt x="17127" y="5972"/>
                    <a:pt x="17876" y="6212"/>
                    <a:pt x="18621" y="6212"/>
                  </a:cubicBezTo>
                  <a:cubicBezTo>
                    <a:pt x="18962" y="6212"/>
                    <a:pt x="19302" y="6162"/>
                    <a:pt x="19625" y="6059"/>
                  </a:cubicBezTo>
                  <a:cubicBezTo>
                    <a:pt x="20803" y="5658"/>
                    <a:pt x="21480" y="4631"/>
                    <a:pt x="22031" y="3603"/>
                  </a:cubicBezTo>
                  <a:cubicBezTo>
                    <a:pt x="22608" y="2526"/>
                    <a:pt x="23159" y="1272"/>
                    <a:pt x="24287" y="671"/>
                  </a:cubicBezTo>
                  <a:cubicBezTo>
                    <a:pt x="24611" y="493"/>
                    <a:pt x="24937" y="415"/>
                    <a:pt x="25256" y="415"/>
                  </a:cubicBezTo>
                  <a:cubicBezTo>
                    <a:pt x="26191" y="415"/>
                    <a:pt x="27059" y="1089"/>
                    <a:pt x="27620" y="1874"/>
                  </a:cubicBezTo>
                  <a:cubicBezTo>
                    <a:pt x="28422" y="3002"/>
                    <a:pt x="28873" y="4405"/>
                    <a:pt x="29926" y="5308"/>
                  </a:cubicBezTo>
                  <a:cubicBezTo>
                    <a:pt x="30490" y="5783"/>
                    <a:pt x="31169" y="6091"/>
                    <a:pt x="31842" y="6091"/>
                  </a:cubicBezTo>
                  <a:cubicBezTo>
                    <a:pt x="32305" y="6091"/>
                    <a:pt x="32765" y="5945"/>
                    <a:pt x="33184" y="5608"/>
                  </a:cubicBezTo>
                  <a:cubicBezTo>
                    <a:pt x="33660" y="5207"/>
                    <a:pt x="34011" y="4656"/>
                    <a:pt x="34362" y="4155"/>
                  </a:cubicBezTo>
                  <a:cubicBezTo>
                    <a:pt x="34763" y="3578"/>
                    <a:pt x="35214" y="3027"/>
                    <a:pt x="35715" y="2526"/>
                  </a:cubicBezTo>
                  <a:cubicBezTo>
                    <a:pt x="36588" y="1653"/>
                    <a:pt x="37764" y="617"/>
                    <a:pt x="39065" y="617"/>
                  </a:cubicBezTo>
                  <a:cubicBezTo>
                    <a:pt x="39109" y="617"/>
                    <a:pt x="39154" y="618"/>
                    <a:pt x="39199" y="621"/>
                  </a:cubicBezTo>
                  <a:cubicBezTo>
                    <a:pt x="39324" y="646"/>
                    <a:pt x="39425" y="646"/>
                    <a:pt x="39525" y="671"/>
                  </a:cubicBezTo>
                  <a:lnTo>
                    <a:pt x="39525" y="270"/>
                  </a:lnTo>
                  <a:cubicBezTo>
                    <a:pt x="39374" y="242"/>
                    <a:pt x="39221" y="229"/>
                    <a:pt x="39067" y="229"/>
                  </a:cubicBezTo>
                  <a:cubicBezTo>
                    <a:pt x="38529" y="229"/>
                    <a:pt x="37982" y="387"/>
                    <a:pt x="37495" y="621"/>
                  </a:cubicBezTo>
                  <a:cubicBezTo>
                    <a:pt x="36292" y="1222"/>
                    <a:pt x="35289" y="2275"/>
                    <a:pt x="34462" y="3328"/>
                  </a:cubicBezTo>
                  <a:cubicBezTo>
                    <a:pt x="33766" y="4198"/>
                    <a:pt x="33119" y="5709"/>
                    <a:pt x="31813" y="5709"/>
                  </a:cubicBezTo>
                  <a:cubicBezTo>
                    <a:pt x="31802" y="5709"/>
                    <a:pt x="31791" y="5709"/>
                    <a:pt x="31780" y="5709"/>
                  </a:cubicBezTo>
                  <a:cubicBezTo>
                    <a:pt x="30352" y="5658"/>
                    <a:pt x="29475" y="4255"/>
                    <a:pt x="28873" y="3177"/>
                  </a:cubicBezTo>
                  <a:cubicBezTo>
                    <a:pt x="28247" y="2024"/>
                    <a:pt x="27595" y="796"/>
                    <a:pt x="26342" y="220"/>
                  </a:cubicBezTo>
                  <a:cubicBezTo>
                    <a:pt x="25997" y="70"/>
                    <a:pt x="25650" y="1"/>
                    <a:pt x="2531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4" name="Google Shape;3284;p38"/>
            <p:cNvSpPr/>
            <p:nvPr/>
          </p:nvSpPr>
          <p:spPr>
            <a:xfrm>
              <a:off x="3398555" y="2329088"/>
              <a:ext cx="704533" cy="119285"/>
            </a:xfrm>
            <a:custGeom>
              <a:rect b="b" l="l" r="r" t="t"/>
              <a:pathLst>
                <a:path extrusionOk="0" h="6692" w="39525">
                  <a:moveTo>
                    <a:pt x="25290" y="1"/>
                  </a:moveTo>
                  <a:cubicBezTo>
                    <a:pt x="24503" y="1"/>
                    <a:pt x="23759" y="386"/>
                    <a:pt x="23184" y="1013"/>
                  </a:cubicBezTo>
                  <a:cubicBezTo>
                    <a:pt x="21688" y="2557"/>
                    <a:pt x="21224" y="5805"/>
                    <a:pt x="18601" y="5805"/>
                  </a:cubicBezTo>
                  <a:cubicBezTo>
                    <a:pt x="18542" y="5805"/>
                    <a:pt x="18483" y="5803"/>
                    <a:pt x="18422" y="5800"/>
                  </a:cubicBezTo>
                  <a:cubicBezTo>
                    <a:pt x="17871" y="5775"/>
                    <a:pt x="17319" y="5574"/>
                    <a:pt x="16868" y="5248"/>
                  </a:cubicBezTo>
                  <a:cubicBezTo>
                    <a:pt x="16417" y="4922"/>
                    <a:pt x="16116" y="4496"/>
                    <a:pt x="15891" y="3995"/>
                  </a:cubicBezTo>
                  <a:cubicBezTo>
                    <a:pt x="15465" y="3093"/>
                    <a:pt x="15239" y="1990"/>
                    <a:pt x="14487" y="1288"/>
                  </a:cubicBezTo>
                  <a:cubicBezTo>
                    <a:pt x="14072" y="908"/>
                    <a:pt x="13567" y="740"/>
                    <a:pt x="13054" y="740"/>
                  </a:cubicBezTo>
                  <a:cubicBezTo>
                    <a:pt x="12453" y="740"/>
                    <a:pt x="11841" y="971"/>
                    <a:pt x="11354" y="1364"/>
                  </a:cubicBezTo>
                  <a:cubicBezTo>
                    <a:pt x="10352" y="2166"/>
                    <a:pt x="9976" y="3419"/>
                    <a:pt x="9424" y="4547"/>
                  </a:cubicBezTo>
                  <a:cubicBezTo>
                    <a:pt x="9014" y="5346"/>
                    <a:pt x="8361" y="6276"/>
                    <a:pt x="7418" y="6276"/>
                  </a:cubicBezTo>
                  <a:cubicBezTo>
                    <a:pt x="7267" y="6276"/>
                    <a:pt x="7109" y="6252"/>
                    <a:pt x="6943" y="6201"/>
                  </a:cubicBezTo>
                  <a:cubicBezTo>
                    <a:pt x="5790" y="5850"/>
                    <a:pt x="5289" y="4496"/>
                    <a:pt x="4888" y="3494"/>
                  </a:cubicBezTo>
                  <a:cubicBezTo>
                    <a:pt x="4487" y="2466"/>
                    <a:pt x="3986" y="1339"/>
                    <a:pt x="2883" y="912"/>
                  </a:cubicBezTo>
                  <a:cubicBezTo>
                    <a:pt x="2574" y="786"/>
                    <a:pt x="2258" y="729"/>
                    <a:pt x="1943" y="729"/>
                  </a:cubicBezTo>
                  <a:cubicBezTo>
                    <a:pt x="1260" y="729"/>
                    <a:pt x="584" y="994"/>
                    <a:pt x="1" y="1389"/>
                  </a:cubicBezTo>
                  <a:lnTo>
                    <a:pt x="1" y="1915"/>
                  </a:lnTo>
                  <a:cubicBezTo>
                    <a:pt x="76" y="1865"/>
                    <a:pt x="126" y="1790"/>
                    <a:pt x="201" y="1740"/>
                  </a:cubicBezTo>
                  <a:cubicBezTo>
                    <a:pt x="715" y="1369"/>
                    <a:pt x="1320" y="1158"/>
                    <a:pt x="1909" y="1158"/>
                  </a:cubicBezTo>
                  <a:cubicBezTo>
                    <a:pt x="2557" y="1158"/>
                    <a:pt x="3188" y="1413"/>
                    <a:pt x="3660" y="1990"/>
                  </a:cubicBezTo>
                  <a:cubicBezTo>
                    <a:pt x="4412" y="2943"/>
                    <a:pt x="4587" y="4196"/>
                    <a:pt x="5239" y="5223"/>
                  </a:cubicBezTo>
                  <a:cubicBezTo>
                    <a:pt x="5731" y="5994"/>
                    <a:pt x="6479" y="6691"/>
                    <a:pt x="7405" y="6691"/>
                  </a:cubicBezTo>
                  <a:cubicBezTo>
                    <a:pt x="7564" y="6691"/>
                    <a:pt x="7727" y="6671"/>
                    <a:pt x="7896" y="6627"/>
                  </a:cubicBezTo>
                  <a:cubicBezTo>
                    <a:pt x="8973" y="6351"/>
                    <a:pt x="9575" y="5223"/>
                    <a:pt x="10001" y="4296"/>
                  </a:cubicBezTo>
                  <a:cubicBezTo>
                    <a:pt x="10527" y="3118"/>
                    <a:pt x="11054" y="1689"/>
                    <a:pt x="12407" y="1263"/>
                  </a:cubicBezTo>
                  <a:cubicBezTo>
                    <a:pt x="12627" y="1190"/>
                    <a:pt x="12851" y="1150"/>
                    <a:pt x="13071" y="1150"/>
                  </a:cubicBezTo>
                  <a:cubicBezTo>
                    <a:pt x="13451" y="1150"/>
                    <a:pt x="13819" y="1269"/>
                    <a:pt x="14136" y="1539"/>
                  </a:cubicBezTo>
                  <a:cubicBezTo>
                    <a:pt x="14537" y="1865"/>
                    <a:pt x="14763" y="2366"/>
                    <a:pt x="14963" y="2842"/>
                  </a:cubicBezTo>
                  <a:cubicBezTo>
                    <a:pt x="15364" y="3795"/>
                    <a:pt x="15665" y="4847"/>
                    <a:pt x="16542" y="5524"/>
                  </a:cubicBezTo>
                  <a:cubicBezTo>
                    <a:pt x="17124" y="5969"/>
                    <a:pt x="17869" y="6215"/>
                    <a:pt x="18610" y="6215"/>
                  </a:cubicBezTo>
                  <a:cubicBezTo>
                    <a:pt x="18955" y="6215"/>
                    <a:pt x="19299" y="6162"/>
                    <a:pt x="19625" y="6050"/>
                  </a:cubicBezTo>
                  <a:cubicBezTo>
                    <a:pt x="20803" y="5674"/>
                    <a:pt x="21480" y="4622"/>
                    <a:pt x="22031" y="3594"/>
                  </a:cubicBezTo>
                  <a:cubicBezTo>
                    <a:pt x="22608" y="2516"/>
                    <a:pt x="23159" y="1288"/>
                    <a:pt x="24287" y="662"/>
                  </a:cubicBezTo>
                  <a:cubicBezTo>
                    <a:pt x="24606" y="486"/>
                    <a:pt x="24927" y="410"/>
                    <a:pt x="25241" y="410"/>
                  </a:cubicBezTo>
                  <a:cubicBezTo>
                    <a:pt x="26182" y="410"/>
                    <a:pt x="27056" y="1100"/>
                    <a:pt x="27620" y="1890"/>
                  </a:cubicBezTo>
                  <a:cubicBezTo>
                    <a:pt x="28422" y="2993"/>
                    <a:pt x="28873" y="4396"/>
                    <a:pt x="29926" y="5324"/>
                  </a:cubicBezTo>
                  <a:cubicBezTo>
                    <a:pt x="30486" y="5795"/>
                    <a:pt x="31158" y="6102"/>
                    <a:pt x="31825" y="6102"/>
                  </a:cubicBezTo>
                  <a:cubicBezTo>
                    <a:pt x="32294" y="6102"/>
                    <a:pt x="32760" y="5951"/>
                    <a:pt x="33184" y="5599"/>
                  </a:cubicBezTo>
                  <a:cubicBezTo>
                    <a:pt x="33660" y="5198"/>
                    <a:pt x="34011" y="4672"/>
                    <a:pt x="34362" y="4146"/>
                  </a:cubicBezTo>
                  <a:cubicBezTo>
                    <a:pt x="34763" y="3569"/>
                    <a:pt x="35214" y="3043"/>
                    <a:pt x="35715" y="2542"/>
                  </a:cubicBezTo>
                  <a:cubicBezTo>
                    <a:pt x="36588" y="1669"/>
                    <a:pt x="37764" y="633"/>
                    <a:pt x="39065" y="633"/>
                  </a:cubicBezTo>
                  <a:cubicBezTo>
                    <a:pt x="39109" y="633"/>
                    <a:pt x="39154" y="634"/>
                    <a:pt x="39199" y="637"/>
                  </a:cubicBezTo>
                  <a:cubicBezTo>
                    <a:pt x="39324" y="637"/>
                    <a:pt x="39425" y="662"/>
                    <a:pt x="39525" y="687"/>
                  </a:cubicBezTo>
                  <a:lnTo>
                    <a:pt x="39525" y="261"/>
                  </a:lnTo>
                  <a:cubicBezTo>
                    <a:pt x="39385" y="235"/>
                    <a:pt x="39242" y="223"/>
                    <a:pt x="39099" y="223"/>
                  </a:cubicBezTo>
                  <a:cubicBezTo>
                    <a:pt x="38551" y="223"/>
                    <a:pt x="37992" y="398"/>
                    <a:pt x="37495" y="637"/>
                  </a:cubicBezTo>
                  <a:cubicBezTo>
                    <a:pt x="36292" y="1238"/>
                    <a:pt x="35289" y="2291"/>
                    <a:pt x="34462" y="3318"/>
                  </a:cubicBezTo>
                  <a:cubicBezTo>
                    <a:pt x="33772" y="4206"/>
                    <a:pt x="33130" y="5701"/>
                    <a:pt x="31844" y="5701"/>
                  </a:cubicBezTo>
                  <a:cubicBezTo>
                    <a:pt x="31823" y="5701"/>
                    <a:pt x="31802" y="5700"/>
                    <a:pt x="31780" y="5699"/>
                  </a:cubicBezTo>
                  <a:cubicBezTo>
                    <a:pt x="30352" y="5674"/>
                    <a:pt x="29475" y="4271"/>
                    <a:pt x="28873" y="3168"/>
                  </a:cubicBezTo>
                  <a:cubicBezTo>
                    <a:pt x="28247" y="2040"/>
                    <a:pt x="27595" y="787"/>
                    <a:pt x="26342" y="236"/>
                  </a:cubicBezTo>
                  <a:cubicBezTo>
                    <a:pt x="25990" y="75"/>
                    <a:pt x="25636" y="1"/>
                    <a:pt x="252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5" name="Google Shape;3285;p38"/>
            <p:cNvSpPr/>
            <p:nvPr/>
          </p:nvSpPr>
          <p:spPr>
            <a:xfrm>
              <a:off x="3398555" y="2442566"/>
              <a:ext cx="704533" cy="119267"/>
            </a:xfrm>
            <a:custGeom>
              <a:rect b="b" l="l" r="r" t="t"/>
              <a:pathLst>
                <a:path extrusionOk="0" h="6691" w="39525">
                  <a:moveTo>
                    <a:pt x="25285" y="0"/>
                  </a:moveTo>
                  <a:cubicBezTo>
                    <a:pt x="24500" y="0"/>
                    <a:pt x="23757" y="379"/>
                    <a:pt x="23184" y="988"/>
                  </a:cubicBezTo>
                  <a:cubicBezTo>
                    <a:pt x="21694" y="2551"/>
                    <a:pt x="21228" y="5781"/>
                    <a:pt x="18629" y="5781"/>
                  </a:cubicBezTo>
                  <a:cubicBezTo>
                    <a:pt x="18561" y="5781"/>
                    <a:pt x="18492" y="5779"/>
                    <a:pt x="18422" y="5775"/>
                  </a:cubicBezTo>
                  <a:cubicBezTo>
                    <a:pt x="17871" y="5750"/>
                    <a:pt x="17319" y="5549"/>
                    <a:pt x="16868" y="5223"/>
                  </a:cubicBezTo>
                  <a:cubicBezTo>
                    <a:pt x="16417" y="4922"/>
                    <a:pt x="16116" y="4471"/>
                    <a:pt x="15891" y="3995"/>
                  </a:cubicBezTo>
                  <a:cubicBezTo>
                    <a:pt x="15465" y="3093"/>
                    <a:pt x="15239" y="1965"/>
                    <a:pt x="14487" y="1263"/>
                  </a:cubicBezTo>
                  <a:cubicBezTo>
                    <a:pt x="14076" y="886"/>
                    <a:pt x="13577" y="723"/>
                    <a:pt x="13069" y="723"/>
                  </a:cubicBezTo>
                  <a:cubicBezTo>
                    <a:pt x="12463" y="723"/>
                    <a:pt x="11846" y="956"/>
                    <a:pt x="11354" y="1338"/>
                  </a:cubicBezTo>
                  <a:cubicBezTo>
                    <a:pt x="10352" y="2166"/>
                    <a:pt x="9976" y="3419"/>
                    <a:pt x="9424" y="4521"/>
                  </a:cubicBezTo>
                  <a:cubicBezTo>
                    <a:pt x="9013" y="5323"/>
                    <a:pt x="8357" y="6275"/>
                    <a:pt x="7410" y="6275"/>
                  </a:cubicBezTo>
                  <a:cubicBezTo>
                    <a:pt x="7262" y="6275"/>
                    <a:pt x="7106" y="6252"/>
                    <a:pt x="6943" y="6201"/>
                  </a:cubicBezTo>
                  <a:cubicBezTo>
                    <a:pt x="5790" y="5850"/>
                    <a:pt x="5289" y="4496"/>
                    <a:pt x="4888" y="3494"/>
                  </a:cubicBezTo>
                  <a:cubicBezTo>
                    <a:pt x="4487" y="2466"/>
                    <a:pt x="3986" y="1338"/>
                    <a:pt x="2883" y="887"/>
                  </a:cubicBezTo>
                  <a:cubicBezTo>
                    <a:pt x="2575" y="769"/>
                    <a:pt x="2259" y="715"/>
                    <a:pt x="1945" y="715"/>
                  </a:cubicBezTo>
                  <a:cubicBezTo>
                    <a:pt x="1262" y="715"/>
                    <a:pt x="584" y="969"/>
                    <a:pt x="1" y="1364"/>
                  </a:cubicBezTo>
                  <a:lnTo>
                    <a:pt x="1" y="1890"/>
                  </a:lnTo>
                  <a:cubicBezTo>
                    <a:pt x="76" y="1840"/>
                    <a:pt x="126" y="1790"/>
                    <a:pt x="201" y="1739"/>
                  </a:cubicBezTo>
                  <a:cubicBezTo>
                    <a:pt x="715" y="1369"/>
                    <a:pt x="1320" y="1158"/>
                    <a:pt x="1909" y="1158"/>
                  </a:cubicBezTo>
                  <a:cubicBezTo>
                    <a:pt x="2557" y="1158"/>
                    <a:pt x="3188" y="1413"/>
                    <a:pt x="3660" y="1990"/>
                  </a:cubicBezTo>
                  <a:cubicBezTo>
                    <a:pt x="4412" y="2942"/>
                    <a:pt x="4587" y="4196"/>
                    <a:pt x="5239" y="5198"/>
                  </a:cubicBezTo>
                  <a:cubicBezTo>
                    <a:pt x="5731" y="5990"/>
                    <a:pt x="6480" y="6691"/>
                    <a:pt x="7406" y="6691"/>
                  </a:cubicBezTo>
                  <a:cubicBezTo>
                    <a:pt x="7564" y="6691"/>
                    <a:pt x="7728" y="6671"/>
                    <a:pt x="7896" y="6627"/>
                  </a:cubicBezTo>
                  <a:cubicBezTo>
                    <a:pt x="8973" y="6351"/>
                    <a:pt x="9575" y="5223"/>
                    <a:pt x="10001" y="4296"/>
                  </a:cubicBezTo>
                  <a:cubicBezTo>
                    <a:pt x="10527" y="3118"/>
                    <a:pt x="11054" y="1689"/>
                    <a:pt x="12407" y="1238"/>
                  </a:cubicBezTo>
                  <a:cubicBezTo>
                    <a:pt x="12619" y="1168"/>
                    <a:pt x="12834" y="1131"/>
                    <a:pt x="13046" y="1131"/>
                  </a:cubicBezTo>
                  <a:cubicBezTo>
                    <a:pt x="13434" y="1131"/>
                    <a:pt x="13812" y="1254"/>
                    <a:pt x="14136" y="1514"/>
                  </a:cubicBezTo>
                  <a:cubicBezTo>
                    <a:pt x="14537" y="1865"/>
                    <a:pt x="14763" y="2341"/>
                    <a:pt x="14963" y="2817"/>
                  </a:cubicBezTo>
                  <a:cubicBezTo>
                    <a:pt x="15364" y="3795"/>
                    <a:pt x="15665" y="4847"/>
                    <a:pt x="16542" y="5524"/>
                  </a:cubicBezTo>
                  <a:cubicBezTo>
                    <a:pt x="17124" y="5969"/>
                    <a:pt x="17869" y="6215"/>
                    <a:pt x="18610" y="6215"/>
                  </a:cubicBezTo>
                  <a:cubicBezTo>
                    <a:pt x="18955" y="6215"/>
                    <a:pt x="19299" y="6162"/>
                    <a:pt x="19625" y="6050"/>
                  </a:cubicBezTo>
                  <a:cubicBezTo>
                    <a:pt x="20803" y="5649"/>
                    <a:pt x="21480" y="4622"/>
                    <a:pt x="22031" y="3594"/>
                  </a:cubicBezTo>
                  <a:cubicBezTo>
                    <a:pt x="22608" y="2516"/>
                    <a:pt x="23159" y="1263"/>
                    <a:pt x="24287" y="662"/>
                  </a:cubicBezTo>
                  <a:cubicBezTo>
                    <a:pt x="24611" y="484"/>
                    <a:pt x="24937" y="406"/>
                    <a:pt x="25256" y="406"/>
                  </a:cubicBezTo>
                  <a:cubicBezTo>
                    <a:pt x="26191" y="406"/>
                    <a:pt x="27059" y="1079"/>
                    <a:pt x="27620" y="1865"/>
                  </a:cubicBezTo>
                  <a:cubicBezTo>
                    <a:pt x="28422" y="2993"/>
                    <a:pt x="28873" y="4396"/>
                    <a:pt x="29926" y="5298"/>
                  </a:cubicBezTo>
                  <a:cubicBezTo>
                    <a:pt x="30488" y="5786"/>
                    <a:pt x="31163" y="6100"/>
                    <a:pt x="31833" y="6100"/>
                  </a:cubicBezTo>
                  <a:cubicBezTo>
                    <a:pt x="32299" y="6100"/>
                    <a:pt x="32763" y="5948"/>
                    <a:pt x="33184" y="5599"/>
                  </a:cubicBezTo>
                  <a:cubicBezTo>
                    <a:pt x="33660" y="5198"/>
                    <a:pt x="34011" y="4647"/>
                    <a:pt x="34362" y="4145"/>
                  </a:cubicBezTo>
                  <a:cubicBezTo>
                    <a:pt x="34763" y="3569"/>
                    <a:pt x="35214" y="3018"/>
                    <a:pt x="35715" y="2516"/>
                  </a:cubicBezTo>
                  <a:cubicBezTo>
                    <a:pt x="36588" y="1644"/>
                    <a:pt x="37764" y="608"/>
                    <a:pt x="39065" y="608"/>
                  </a:cubicBezTo>
                  <a:cubicBezTo>
                    <a:pt x="39109" y="608"/>
                    <a:pt x="39154" y="609"/>
                    <a:pt x="39199" y="612"/>
                  </a:cubicBezTo>
                  <a:cubicBezTo>
                    <a:pt x="39324" y="637"/>
                    <a:pt x="39425" y="662"/>
                    <a:pt x="39525" y="687"/>
                  </a:cubicBezTo>
                  <a:lnTo>
                    <a:pt x="39525" y="261"/>
                  </a:lnTo>
                  <a:cubicBezTo>
                    <a:pt x="39374" y="233"/>
                    <a:pt x="39221" y="220"/>
                    <a:pt x="39067" y="220"/>
                  </a:cubicBezTo>
                  <a:cubicBezTo>
                    <a:pt x="38529" y="220"/>
                    <a:pt x="37982" y="378"/>
                    <a:pt x="37495" y="612"/>
                  </a:cubicBezTo>
                  <a:cubicBezTo>
                    <a:pt x="36292" y="1213"/>
                    <a:pt x="35289" y="2266"/>
                    <a:pt x="34462" y="3318"/>
                  </a:cubicBezTo>
                  <a:cubicBezTo>
                    <a:pt x="33766" y="4189"/>
                    <a:pt x="33119" y="5700"/>
                    <a:pt x="31813" y="5700"/>
                  </a:cubicBezTo>
                  <a:cubicBezTo>
                    <a:pt x="31802" y="5700"/>
                    <a:pt x="31791" y="5700"/>
                    <a:pt x="31780" y="5699"/>
                  </a:cubicBezTo>
                  <a:cubicBezTo>
                    <a:pt x="30352" y="5649"/>
                    <a:pt x="29475" y="4246"/>
                    <a:pt x="28873" y="3168"/>
                  </a:cubicBezTo>
                  <a:cubicBezTo>
                    <a:pt x="28247" y="2015"/>
                    <a:pt x="27595" y="787"/>
                    <a:pt x="26342" y="236"/>
                  </a:cubicBezTo>
                  <a:cubicBezTo>
                    <a:pt x="25988" y="74"/>
                    <a:pt x="25632" y="0"/>
                    <a:pt x="252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6" name="Google Shape;3286;p38"/>
            <p:cNvSpPr/>
            <p:nvPr/>
          </p:nvSpPr>
          <p:spPr>
            <a:xfrm>
              <a:off x="3398555" y="2555687"/>
              <a:ext cx="704533" cy="119178"/>
            </a:xfrm>
            <a:custGeom>
              <a:rect b="b" l="l" r="r" t="t"/>
              <a:pathLst>
                <a:path extrusionOk="0" h="6686" w="39525">
                  <a:moveTo>
                    <a:pt x="25308" y="1"/>
                  </a:moveTo>
                  <a:cubicBezTo>
                    <a:pt x="24514" y="1"/>
                    <a:pt x="23763" y="393"/>
                    <a:pt x="23184" y="1008"/>
                  </a:cubicBezTo>
                  <a:cubicBezTo>
                    <a:pt x="21689" y="2576"/>
                    <a:pt x="21224" y="5799"/>
                    <a:pt x="18602" y="5799"/>
                  </a:cubicBezTo>
                  <a:cubicBezTo>
                    <a:pt x="18543" y="5799"/>
                    <a:pt x="18483" y="5798"/>
                    <a:pt x="18422" y="5795"/>
                  </a:cubicBezTo>
                  <a:cubicBezTo>
                    <a:pt x="17871" y="5769"/>
                    <a:pt x="17319" y="5569"/>
                    <a:pt x="16868" y="5243"/>
                  </a:cubicBezTo>
                  <a:cubicBezTo>
                    <a:pt x="16417" y="4917"/>
                    <a:pt x="16116" y="4491"/>
                    <a:pt x="15891" y="3990"/>
                  </a:cubicBezTo>
                  <a:cubicBezTo>
                    <a:pt x="15465" y="3088"/>
                    <a:pt x="15239" y="1985"/>
                    <a:pt x="14487" y="1283"/>
                  </a:cubicBezTo>
                  <a:cubicBezTo>
                    <a:pt x="14072" y="903"/>
                    <a:pt x="13567" y="734"/>
                    <a:pt x="13054" y="734"/>
                  </a:cubicBezTo>
                  <a:cubicBezTo>
                    <a:pt x="12453" y="734"/>
                    <a:pt x="11841" y="966"/>
                    <a:pt x="11354" y="1358"/>
                  </a:cubicBezTo>
                  <a:cubicBezTo>
                    <a:pt x="10352" y="2160"/>
                    <a:pt x="9976" y="3439"/>
                    <a:pt x="9424" y="4541"/>
                  </a:cubicBezTo>
                  <a:cubicBezTo>
                    <a:pt x="9014" y="5341"/>
                    <a:pt x="8361" y="6271"/>
                    <a:pt x="7418" y="6271"/>
                  </a:cubicBezTo>
                  <a:cubicBezTo>
                    <a:pt x="7267" y="6271"/>
                    <a:pt x="7109" y="6247"/>
                    <a:pt x="6943" y="6196"/>
                  </a:cubicBezTo>
                  <a:cubicBezTo>
                    <a:pt x="5790" y="5845"/>
                    <a:pt x="5289" y="4516"/>
                    <a:pt x="4888" y="3489"/>
                  </a:cubicBezTo>
                  <a:cubicBezTo>
                    <a:pt x="4487" y="2461"/>
                    <a:pt x="3986" y="1333"/>
                    <a:pt x="2883" y="907"/>
                  </a:cubicBezTo>
                  <a:cubicBezTo>
                    <a:pt x="2574" y="781"/>
                    <a:pt x="2258" y="724"/>
                    <a:pt x="1943" y="724"/>
                  </a:cubicBezTo>
                  <a:cubicBezTo>
                    <a:pt x="1260" y="724"/>
                    <a:pt x="584" y="989"/>
                    <a:pt x="1" y="1383"/>
                  </a:cubicBezTo>
                  <a:lnTo>
                    <a:pt x="1" y="1910"/>
                  </a:lnTo>
                  <a:cubicBezTo>
                    <a:pt x="76" y="1860"/>
                    <a:pt x="126" y="1784"/>
                    <a:pt x="201" y="1759"/>
                  </a:cubicBezTo>
                  <a:cubicBezTo>
                    <a:pt x="719" y="1374"/>
                    <a:pt x="1329" y="1157"/>
                    <a:pt x="1923" y="1157"/>
                  </a:cubicBezTo>
                  <a:cubicBezTo>
                    <a:pt x="2566" y="1157"/>
                    <a:pt x="3191" y="1412"/>
                    <a:pt x="3660" y="1985"/>
                  </a:cubicBezTo>
                  <a:cubicBezTo>
                    <a:pt x="4412" y="2937"/>
                    <a:pt x="4587" y="4191"/>
                    <a:pt x="5239" y="5218"/>
                  </a:cubicBezTo>
                  <a:cubicBezTo>
                    <a:pt x="5731" y="5989"/>
                    <a:pt x="6479" y="6686"/>
                    <a:pt x="7405" y="6686"/>
                  </a:cubicBezTo>
                  <a:cubicBezTo>
                    <a:pt x="7564" y="6686"/>
                    <a:pt x="7727" y="6666"/>
                    <a:pt x="7896" y="6622"/>
                  </a:cubicBezTo>
                  <a:cubicBezTo>
                    <a:pt x="8973" y="6346"/>
                    <a:pt x="9575" y="5218"/>
                    <a:pt x="10001" y="4291"/>
                  </a:cubicBezTo>
                  <a:cubicBezTo>
                    <a:pt x="10527" y="3113"/>
                    <a:pt x="11054" y="1684"/>
                    <a:pt x="12407" y="1258"/>
                  </a:cubicBezTo>
                  <a:cubicBezTo>
                    <a:pt x="12627" y="1185"/>
                    <a:pt x="12851" y="1145"/>
                    <a:pt x="13071" y="1145"/>
                  </a:cubicBezTo>
                  <a:cubicBezTo>
                    <a:pt x="13451" y="1145"/>
                    <a:pt x="13819" y="1264"/>
                    <a:pt x="14136" y="1534"/>
                  </a:cubicBezTo>
                  <a:cubicBezTo>
                    <a:pt x="14537" y="1860"/>
                    <a:pt x="14763" y="2361"/>
                    <a:pt x="14963" y="2837"/>
                  </a:cubicBezTo>
                  <a:cubicBezTo>
                    <a:pt x="15364" y="3790"/>
                    <a:pt x="15665" y="4842"/>
                    <a:pt x="16542" y="5519"/>
                  </a:cubicBezTo>
                  <a:cubicBezTo>
                    <a:pt x="17117" y="5975"/>
                    <a:pt x="17852" y="6215"/>
                    <a:pt x="18584" y="6215"/>
                  </a:cubicBezTo>
                  <a:cubicBezTo>
                    <a:pt x="18938" y="6215"/>
                    <a:pt x="19291" y="6159"/>
                    <a:pt x="19625" y="6045"/>
                  </a:cubicBezTo>
                  <a:cubicBezTo>
                    <a:pt x="20803" y="5669"/>
                    <a:pt x="21480" y="4617"/>
                    <a:pt x="22031" y="3589"/>
                  </a:cubicBezTo>
                  <a:cubicBezTo>
                    <a:pt x="22608" y="2511"/>
                    <a:pt x="23159" y="1283"/>
                    <a:pt x="24287" y="657"/>
                  </a:cubicBezTo>
                  <a:cubicBezTo>
                    <a:pt x="24604" y="489"/>
                    <a:pt x="24922" y="415"/>
                    <a:pt x="25234" y="415"/>
                  </a:cubicBezTo>
                  <a:cubicBezTo>
                    <a:pt x="26178" y="415"/>
                    <a:pt x="27055" y="1093"/>
                    <a:pt x="27620" y="1885"/>
                  </a:cubicBezTo>
                  <a:cubicBezTo>
                    <a:pt x="28422" y="3013"/>
                    <a:pt x="28873" y="4391"/>
                    <a:pt x="29926" y="5318"/>
                  </a:cubicBezTo>
                  <a:cubicBezTo>
                    <a:pt x="30486" y="5790"/>
                    <a:pt x="31158" y="6096"/>
                    <a:pt x="31825" y="6096"/>
                  </a:cubicBezTo>
                  <a:cubicBezTo>
                    <a:pt x="32294" y="6096"/>
                    <a:pt x="32760" y="5945"/>
                    <a:pt x="33184" y="5594"/>
                  </a:cubicBezTo>
                  <a:cubicBezTo>
                    <a:pt x="33660" y="5218"/>
                    <a:pt x="34011" y="4667"/>
                    <a:pt x="34362" y="4165"/>
                  </a:cubicBezTo>
                  <a:cubicBezTo>
                    <a:pt x="34763" y="3564"/>
                    <a:pt x="35214" y="3038"/>
                    <a:pt x="35715" y="2536"/>
                  </a:cubicBezTo>
                  <a:cubicBezTo>
                    <a:pt x="36588" y="1664"/>
                    <a:pt x="37764" y="628"/>
                    <a:pt x="39065" y="628"/>
                  </a:cubicBezTo>
                  <a:cubicBezTo>
                    <a:pt x="39109" y="628"/>
                    <a:pt x="39154" y="629"/>
                    <a:pt x="39199" y="632"/>
                  </a:cubicBezTo>
                  <a:cubicBezTo>
                    <a:pt x="39324" y="632"/>
                    <a:pt x="39425" y="657"/>
                    <a:pt x="39525" y="682"/>
                  </a:cubicBezTo>
                  <a:lnTo>
                    <a:pt x="39525" y="256"/>
                  </a:lnTo>
                  <a:cubicBezTo>
                    <a:pt x="39395" y="236"/>
                    <a:pt x="39263" y="227"/>
                    <a:pt x="39131" y="227"/>
                  </a:cubicBezTo>
                  <a:cubicBezTo>
                    <a:pt x="38573" y="227"/>
                    <a:pt x="38001" y="389"/>
                    <a:pt x="37495" y="632"/>
                  </a:cubicBezTo>
                  <a:cubicBezTo>
                    <a:pt x="36292" y="1233"/>
                    <a:pt x="35289" y="2286"/>
                    <a:pt x="34462" y="3313"/>
                  </a:cubicBezTo>
                  <a:cubicBezTo>
                    <a:pt x="33772" y="4201"/>
                    <a:pt x="33130" y="5695"/>
                    <a:pt x="31844" y="5695"/>
                  </a:cubicBezTo>
                  <a:cubicBezTo>
                    <a:pt x="31823" y="5695"/>
                    <a:pt x="31802" y="5695"/>
                    <a:pt x="31780" y="5694"/>
                  </a:cubicBezTo>
                  <a:cubicBezTo>
                    <a:pt x="30352" y="5669"/>
                    <a:pt x="29475" y="4266"/>
                    <a:pt x="28873" y="3163"/>
                  </a:cubicBezTo>
                  <a:cubicBezTo>
                    <a:pt x="28247" y="2035"/>
                    <a:pt x="27595" y="782"/>
                    <a:pt x="26342" y="231"/>
                  </a:cubicBezTo>
                  <a:cubicBezTo>
                    <a:pt x="25996" y="73"/>
                    <a:pt x="25648" y="1"/>
                    <a:pt x="2530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7" name="Google Shape;3287;p38"/>
            <p:cNvSpPr/>
            <p:nvPr/>
          </p:nvSpPr>
          <p:spPr>
            <a:xfrm>
              <a:off x="3398555" y="2669059"/>
              <a:ext cx="704533" cy="119285"/>
            </a:xfrm>
            <a:custGeom>
              <a:rect b="b" l="l" r="r" t="t"/>
              <a:pathLst>
                <a:path extrusionOk="0" h="6692" w="39525">
                  <a:moveTo>
                    <a:pt x="25285" y="1"/>
                  </a:moveTo>
                  <a:cubicBezTo>
                    <a:pt x="24500" y="1"/>
                    <a:pt x="23757" y="380"/>
                    <a:pt x="23184" y="988"/>
                  </a:cubicBezTo>
                  <a:cubicBezTo>
                    <a:pt x="21694" y="2552"/>
                    <a:pt x="21228" y="5782"/>
                    <a:pt x="18629" y="5782"/>
                  </a:cubicBezTo>
                  <a:cubicBezTo>
                    <a:pt x="18561" y="5782"/>
                    <a:pt x="18492" y="5780"/>
                    <a:pt x="18422" y="5775"/>
                  </a:cubicBezTo>
                  <a:cubicBezTo>
                    <a:pt x="17871" y="5750"/>
                    <a:pt x="17319" y="5575"/>
                    <a:pt x="16868" y="5249"/>
                  </a:cubicBezTo>
                  <a:cubicBezTo>
                    <a:pt x="16417" y="4923"/>
                    <a:pt x="16116" y="4472"/>
                    <a:pt x="15891" y="3996"/>
                  </a:cubicBezTo>
                  <a:cubicBezTo>
                    <a:pt x="15465" y="3094"/>
                    <a:pt x="15239" y="1966"/>
                    <a:pt x="14487" y="1264"/>
                  </a:cubicBezTo>
                  <a:cubicBezTo>
                    <a:pt x="14079" y="890"/>
                    <a:pt x="13584" y="726"/>
                    <a:pt x="13080" y="726"/>
                  </a:cubicBezTo>
                  <a:cubicBezTo>
                    <a:pt x="12470" y="726"/>
                    <a:pt x="11848" y="966"/>
                    <a:pt x="11354" y="1364"/>
                  </a:cubicBezTo>
                  <a:cubicBezTo>
                    <a:pt x="10352" y="2166"/>
                    <a:pt x="9976" y="3420"/>
                    <a:pt x="9424" y="4522"/>
                  </a:cubicBezTo>
                  <a:cubicBezTo>
                    <a:pt x="9013" y="5324"/>
                    <a:pt x="8357" y="6276"/>
                    <a:pt x="7410" y="6276"/>
                  </a:cubicBezTo>
                  <a:cubicBezTo>
                    <a:pt x="7262" y="6276"/>
                    <a:pt x="7106" y="6252"/>
                    <a:pt x="6943" y="6201"/>
                  </a:cubicBezTo>
                  <a:cubicBezTo>
                    <a:pt x="5790" y="5851"/>
                    <a:pt x="5289" y="4497"/>
                    <a:pt x="4888" y="3495"/>
                  </a:cubicBezTo>
                  <a:cubicBezTo>
                    <a:pt x="4487" y="2467"/>
                    <a:pt x="3986" y="1339"/>
                    <a:pt x="2883" y="888"/>
                  </a:cubicBezTo>
                  <a:cubicBezTo>
                    <a:pt x="2575" y="770"/>
                    <a:pt x="2259" y="716"/>
                    <a:pt x="1945" y="716"/>
                  </a:cubicBezTo>
                  <a:cubicBezTo>
                    <a:pt x="1262" y="716"/>
                    <a:pt x="584" y="970"/>
                    <a:pt x="1" y="1364"/>
                  </a:cubicBezTo>
                  <a:lnTo>
                    <a:pt x="1" y="1891"/>
                  </a:lnTo>
                  <a:cubicBezTo>
                    <a:pt x="76" y="1841"/>
                    <a:pt x="126" y="1790"/>
                    <a:pt x="201" y="1740"/>
                  </a:cubicBezTo>
                  <a:cubicBezTo>
                    <a:pt x="715" y="1370"/>
                    <a:pt x="1320" y="1159"/>
                    <a:pt x="1909" y="1159"/>
                  </a:cubicBezTo>
                  <a:cubicBezTo>
                    <a:pt x="2557" y="1159"/>
                    <a:pt x="3188" y="1414"/>
                    <a:pt x="3660" y="1991"/>
                  </a:cubicBezTo>
                  <a:cubicBezTo>
                    <a:pt x="4412" y="2943"/>
                    <a:pt x="4587" y="4196"/>
                    <a:pt x="5239" y="5224"/>
                  </a:cubicBezTo>
                  <a:cubicBezTo>
                    <a:pt x="5731" y="5995"/>
                    <a:pt x="6479" y="6692"/>
                    <a:pt x="7405" y="6692"/>
                  </a:cubicBezTo>
                  <a:cubicBezTo>
                    <a:pt x="7564" y="6692"/>
                    <a:pt x="7727" y="6671"/>
                    <a:pt x="7896" y="6628"/>
                  </a:cubicBezTo>
                  <a:cubicBezTo>
                    <a:pt x="8973" y="6352"/>
                    <a:pt x="9575" y="5224"/>
                    <a:pt x="10001" y="4297"/>
                  </a:cubicBezTo>
                  <a:cubicBezTo>
                    <a:pt x="10527" y="3119"/>
                    <a:pt x="11054" y="1690"/>
                    <a:pt x="12407" y="1239"/>
                  </a:cubicBezTo>
                  <a:cubicBezTo>
                    <a:pt x="12619" y="1168"/>
                    <a:pt x="12834" y="1132"/>
                    <a:pt x="13046" y="1132"/>
                  </a:cubicBezTo>
                  <a:cubicBezTo>
                    <a:pt x="13434" y="1132"/>
                    <a:pt x="13812" y="1255"/>
                    <a:pt x="14136" y="1515"/>
                  </a:cubicBezTo>
                  <a:cubicBezTo>
                    <a:pt x="14537" y="1866"/>
                    <a:pt x="14763" y="2342"/>
                    <a:pt x="14963" y="2818"/>
                  </a:cubicBezTo>
                  <a:cubicBezTo>
                    <a:pt x="15364" y="3795"/>
                    <a:pt x="15665" y="4848"/>
                    <a:pt x="16542" y="5525"/>
                  </a:cubicBezTo>
                  <a:cubicBezTo>
                    <a:pt x="17124" y="5970"/>
                    <a:pt x="17869" y="6216"/>
                    <a:pt x="18610" y="6216"/>
                  </a:cubicBezTo>
                  <a:cubicBezTo>
                    <a:pt x="18955" y="6216"/>
                    <a:pt x="19299" y="6163"/>
                    <a:pt x="19625" y="6051"/>
                  </a:cubicBezTo>
                  <a:cubicBezTo>
                    <a:pt x="20803" y="5650"/>
                    <a:pt x="21480" y="4623"/>
                    <a:pt x="22031" y="3595"/>
                  </a:cubicBezTo>
                  <a:cubicBezTo>
                    <a:pt x="22608" y="2517"/>
                    <a:pt x="23159" y="1264"/>
                    <a:pt x="24287" y="663"/>
                  </a:cubicBezTo>
                  <a:cubicBezTo>
                    <a:pt x="24611" y="484"/>
                    <a:pt x="24937" y="406"/>
                    <a:pt x="25256" y="406"/>
                  </a:cubicBezTo>
                  <a:cubicBezTo>
                    <a:pt x="26191" y="406"/>
                    <a:pt x="27059" y="1080"/>
                    <a:pt x="27620" y="1866"/>
                  </a:cubicBezTo>
                  <a:cubicBezTo>
                    <a:pt x="28422" y="2993"/>
                    <a:pt x="28873" y="4397"/>
                    <a:pt x="29926" y="5299"/>
                  </a:cubicBezTo>
                  <a:cubicBezTo>
                    <a:pt x="30488" y="5787"/>
                    <a:pt x="31163" y="6101"/>
                    <a:pt x="31833" y="6101"/>
                  </a:cubicBezTo>
                  <a:cubicBezTo>
                    <a:pt x="32299" y="6101"/>
                    <a:pt x="32763" y="5949"/>
                    <a:pt x="33184" y="5600"/>
                  </a:cubicBezTo>
                  <a:cubicBezTo>
                    <a:pt x="33660" y="5199"/>
                    <a:pt x="34011" y="4648"/>
                    <a:pt x="34362" y="4146"/>
                  </a:cubicBezTo>
                  <a:cubicBezTo>
                    <a:pt x="34763" y="3570"/>
                    <a:pt x="35214" y="3019"/>
                    <a:pt x="35715" y="2517"/>
                  </a:cubicBezTo>
                  <a:cubicBezTo>
                    <a:pt x="36578" y="1654"/>
                    <a:pt x="37739" y="631"/>
                    <a:pt x="39023" y="631"/>
                  </a:cubicBezTo>
                  <a:cubicBezTo>
                    <a:pt x="39081" y="631"/>
                    <a:pt x="39140" y="633"/>
                    <a:pt x="39199" y="638"/>
                  </a:cubicBezTo>
                  <a:cubicBezTo>
                    <a:pt x="39324" y="638"/>
                    <a:pt x="39425" y="663"/>
                    <a:pt x="39525" y="688"/>
                  </a:cubicBezTo>
                  <a:lnTo>
                    <a:pt x="39525" y="262"/>
                  </a:lnTo>
                  <a:cubicBezTo>
                    <a:pt x="39376" y="234"/>
                    <a:pt x="39224" y="221"/>
                    <a:pt x="39072" y="221"/>
                  </a:cubicBezTo>
                  <a:cubicBezTo>
                    <a:pt x="38533" y="221"/>
                    <a:pt x="37983" y="384"/>
                    <a:pt x="37495" y="638"/>
                  </a:cubicBezTo>
                  <a:cubicBezTo>
                    <a:pt x="36292" y="1214"/>
                    <a:pt x="35289" y="2267"/>
                    <a:pt x="34462" y="3319"/>
                  </a:cubicBezTo>
                  <a:cubicBezTo>
                    <a:pt x="33766" y="4189"/>
                    <a:pt x="33119" y="5701"/>
                    <a:pt x="31813" y="5701"/>
                  </a:cubicBezTo>
                  <a:cubicBezTo>
                    <a:pt x="31802" y="5701"/>
                    <a:pt x="31791" y="5700"/>
                    <a:pt x="31780" y="5700"/>
                  </a:cubicBezTo>
                  <a:cubicBezTo>
                    <a:pt x="30352" y="5650"/>
                    <a:pt x="29475" y="4247"/>
                    <a:pt x="28873" y="3169"/>
                  </a:cubicBezTo>
                  <a:cubicBezTo>
                    <a:pt x="28247" y="2016"/>
                    <a:pt x="27595" y="788"/>
                    <a:pt x="26342" y="237"/>
                  </a:cubicBezTo>
                  <a:cubicBezTo>
                    <a:pt x="25988" y="75"/>
                    <a:pt x="25632" y="1"/>
                    <a:pt x="2528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8" name="Google Shape;3288;p38"/>
            <p:cNvSpPr/>
            <p:nvPr/>
          </p:nvSpPr>
          <p:spPr>
            <a:xfrm>
              <a:off x="3398555" y="2795086"/>
              <a:ext cx="101888" cy="80123"/>
            </a:xfrm>
            <a:custGeom>
              <a:rect b="b" l="l" r="r" t="t"/>
              <a:pathLst>
                <a:path extrusionOk="0" h="4495" w="5716">
                  <a:moveTo>
                    <a:pt x="1943" y="1"/>
                  </a:moveTo>
                  <a:cubicBezTo>
                    <a:pt x="1260" y="1"/>
                    <a:pt x="584" y="266"/>
                    <a:pt x="1" y="660"/>
                  </a:cubicBezTo>
                  <a:lnTo>
                    <a:pt x="1" y="1187"/>
                  </a:lnTo>
                  <a:cubicBezTo>
                    <a:pt x="76" y="1137"/>
                    <a:pt x="126" y="1086"/>
                    <a:pt x="201" y="1036"/>
                  </a:cubicBezTo>
                  <a:cubicBezTo>
                    <a:pt x="716" y="654"/>
                    <a:pt x="1321" y="436"/>
                    <a:pt x="1912" y="436"/>
                  </a:cubicBezTo>
                  <a:cubicBezTo>
                    <a:pt x="2559" y="436"/>
                    <a:pt x="3188" y="697"/>
                    <a:pt x="3660" y="1287"/>
                  </a:cubicBezTo>
                  <a:cubicBezTo>
                    <a:pt x="4412" y="2214"/>
                    <a:pt x="4587" y="3467"/>
                    <a:pt x="5239" y="4495"/>
                  </a:cubicBezTo>
                  <a:lnTo>
                    <a:pt x="5715" y="4495"/>
                  </a:lnTo>
                  <a:cubicBezTo>
                    <a:pt x="5364" y="3944"/>
                    <a:pt x="5114" y="3317"/>
                    <a:pt x="4888" y="2791"/>
                  </a:cubicBezTo>
                  <a:cubicBezTo>
                    <a:pt x="4487" y="1738"/>
                    <a:pt x="3986" y="610"/>
                    <a:pt x="2883" y="184"/>
                  </a:cubicBezTo>
                  <a:cubicBezTo>
                    <a:pt x="2574" y="57"/>
                    <a:pt x="2258" y="1"/>
                    <a:pt x="19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9" name="Google Shape;3289;p38"/>
            <p:cNvSpPr/>
            <p:nvPr/>
          </p:nvSpPr>
          <p:spPr>
            <a:xfrm>
              <a:off x="3986941" y="2786458"/>
              <a:ext cx="116166" cy="88751"/>
            </a:xfrm>
            <a:custGeom>
              <a:rect b="b" l="l" r="r" t="t"/>
              <a:pathLst>
                <a:path extrusionOk="0" h="4979" w="6517">
                  <a:moveTo>
                    <a:pt x="6059" y="1"/>
                  </a:moveTo>
                  <a:cubicBezTo>
                    <a:pt x="5521" y="1"/>
                    <a:pt x="4974" y="159"/>
                    <a:pt x="4487" y="392"/>
                  </a:cubicBezTo>
                  <a:cubicBezTo>
                    <a:pt x="3284" y="994"/>
                    <a:pt x="2281" y="2047"/>
                    <a:pt x="1454" y="3074"/>
                  </a:cubicBezTo>
                  <a:cubicBezTo>
                    <a:pt x="1003" y="3651"/>
                    <a:pt x="602" y="4453"/>
                    <a:pt x="1" y="4979"/>
                  </a:cubicBezTo>
                  <a:lnTo>
                    <a:pt x="577" y="4979"/>
                  </a:lnTo>
                  <a:cubicBezTo>
                    <a:pt x="853" y="4628"/>
                    <a:pt x="1103" y="4277"/>
                    <a:pt x="1354" y="3926"/>
                  </a:cubicBezTo>
                  <a:cubicBezTo>
                    <a:pt x="1755" y="3350"/>
                    <a:pt x="2206" y="2798"/>
                    <a:pt x="2707" y="2297"/>
                  </a:cubicBezTo>
                  <a:cubicBezTo>
                    <a:pt x="3580" y="1425"/>
                    <a:pt x="4756" y="389"/>
                    <a:pt x="6057" y="389"/>
                  </a:cubicBezTo>
                  <a:cubicBezTo>
                    <a:pt x="6101" y="389"/>
                    <a:pt x="6146" y="390"/>
                    <a:pt x="6191" y="392"/>
                  </a:cubicBezTo>
                  <a:cubicBezTo>
                    <a:pt x="6316" y="392"/>
                    <a:pt x="6417" y="417"/>
                    <a:pt x="6517" y="443"/>
                  </a:cubicBezTo>
                  <a:lnTo>
                    <a:pt x="6517" y="42"/>
                  </a:lnTo>
                  <a:cubicBezTo>
                    <a:pt x="6366" y="14"/>
                    <a:pt x="6213" y="1"/>
                    <a:pt x="60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0" name="Google Shape;3290;p38"/>
            <p:cNvSpPr/>
            <p:nvPr/>
          </p:nvSpPr>
          <p:spPr>
            <a:xfrm>
              <a:off x="3760431" y="2782198"/>
              <a:ext cx="180514" cy="93011"/>
            </a:xfrm>
            <a:custGeom>
              <a:rect b="b" l="l" r="r" t="t"/>
              <a:pathLst>
                <a:path extrusionOk="0" h="5218" w="10127">
                  <a:moveTo>
                    <a:pt x="5007" y="0"/>
                  </a:moveTo>
                  <a:cubicBezTo>
                    <a:pt x="4213" y="0"/>
                    <a:pt x="3462" y="393"/>
                    <a:pt x="2883" y="1007"/>
                  </a:cubicBezTo>
                  <a:cubicBezTo>
                    <a:pt x="1780" y="2160"/>
                    <a:pt x="1254" y="4190"/>
                    <a:pt x="1" y="5218"/>
                  </a:cubicBezTo>
                  <a:lnTo>
                    <a:pt x="627" y="5218"/>
                  </a:lnTo>
                  <a:cubicBezTo>
                    <a:pt x="1078" y="4742"/>
                    <a:pt x="1429" y="4165"/>
                    <a:pt x="1730" y="3589"/>
                  </a:cubicBezTo>
                  <a:cubicBezTo>
                    <a:pt x="2307" y="2511"/>
                    <a:pt x="2858" y="1283"/>
                    <a:pt x="3986" y="682"/>
                  </a:cubicBezTo>
                  <a:cubicBezTo>
                    <a:pt x="4310" y="503"/>
                    <a:pt x="4636" y="425"/>
                    <a:pt x="4955" y="425"/>
                  </a:cubicBezTo>
                  <a:cubicBezTo>
                    <a:pt x="5890" y="425"/>
                    <a:pt x="6758" y="1099"/>
                    <a:pt x="7319" y="1885"/>
                  </a:cubicBezTo>
                  <a:cubicBezTo>
                    <a:pt x="8096" y="2962"/>
                    <a:pt x="8547" y="4291"/>
                    <a:pt x="9525" y="5218"/>
                  </a:cubicBezTo>
                  <a:lnTo>
                    <a:pt x="10126" y="5218"/>
                  </a:lnTo>
                  <a:cubicBezTo>
                    <a:pt x="9449" y="4692"/>
                    <a:pt x="8973" y="3865"/>
                    <a:pt x="8572" y="3163"/>
                  </a:cubicBezTo>
                  <a:cubicBezTo>
                    <a:pt x="7946" y="2035"/>
                    <a:pt x="7294" y="807"/>
                    <a:pt x="6041" y="230"/>
                  </a:cubicBezTo>
                  <a:cubicBezTo>
                    <a:pt x="5695" y="73"/>
                    <a:pt x="5347" y="0"/>
                    <a:pt x="500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1" name="Google Shape;3291;p38"/>
            <p:cNvSpPr/>
            <p:nvPr/>
          </p:nvSpPr>
          <p:spPr>
            <a:xfrm>
              <a:off x="3559395" y="2795282"/>
              <a:ext cx="138946" cy="79927"/>
            </a:xfrm>
            <a:custGeom>
              <a:rect b="b" l="l" r="r" t="t"/>
              <a:pathLst>
                <a:path extrusionOk="0" h="4484" w="7795">
                  <a:moveTo>
                    <a:pt x="4031" y="0"/>
                  </a:moveTo>
                  <a:cubicBezTo>
                    <a:pt x="3430" y="0"/>
                    <a:pt x="2818" y="232"/>
                    <a:pt x="2331" y="624"/>
                  </a:cubicBezTo>
                  <a:cubicBezTo>
                    <a:pt x="1329" y="1426"/>
                    <a:pt x="953" y="2704"/>
                    <a:pt x="401" y="3807"/>
                  </a:cubicBezTo>
                  <a:cubicBezTo>
                    <a:pt x="276" y="4033"/>
                    <a:pt x="151" y="4258"/>
                    <a:pt x="0" y="4484"/>
                  </a:cubicBezTo>
                  <a:lnTo>
                    <a:pt x="502" y="4484"/>
                  </a:lnTo>
                  <a:cubicBezTo>
                    <a:pt x="677" y="4183"/>
                    <a:pt x="828" y="3857"/>
                    <a:pt x="978" y="3557"/>
                  </a:cubicBezTo>
                  <a:cubicBezTo>
                    <a:pt x="1504" y="2379"/>
                    <a:pt x="2031" y="975"/>
                    <a:pt x="3384" y="524"/>
                  </a:cubicBezTo>
                  <a:cubicBezTo>
                    <a:pt x="3604" y="451"/>
                    <a:pt x="3828" y="411"/>
                    <a:pt x="4048" y="411"/>
                  </a:cubicBezTo>
                  <a:cubicBezTo>
                    <a:pt x="4428" y="411"/>
                    <a:pt x="4796" y="530"/>
                    <a:pt x="5113" y="800"/>
                  </a:cubicBezTo>
                  <a:cubicBezTo>
                    <a:pt x="5514" y="1126"/>
                    <a:pt x="5740" y="1627"/>
                    <a:pt x="5940" y="2103"/>
                  </a:cubicBezTo>
                  <a:cubicBezTo>
                    <a:pt x="6291" y="2930"/>
                    <a:pt x="6567" y="3807"/>
                    <a:pt x="7168" y="4484"/>
                  </a:cubicBezTo>
                  <a:lnTo>
                    <a:pt x="7795" y="4484"/>
                  </a:lnTo>
                  <a:cubicBezTo>
                    <a:pt x="7369" y="4158"/>
                    <a:pt x="7093" y="3732"/>
                    <a:pt x="6868" y="3281"/>
                  </a:cubicBezTo>
                  <a:cubicBezTo>
                    <a:pt x="6442" y="2354"/>
                    <a:pt x="6216" y="1251"/>
                    <a:pt x="5464" y="549"/>
                  </a:cubicBezTo>
                  <a:cubicBezTo>
                    <a:pt x="5049" y="168"/>
                    <a:pt x="4544" y="0"/>
                    <a:pt x="403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2" name="Google Shape;3292;p38"/>
            <p:cNvSpPr/>
            <p:nvPr/>
          </p:nvSpPr>
          <p:spPr>
            <a:xfrm>
              <a:off x="3460213" y="2273383"/>
              <a:ext cx="409690" cy="540401"/>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3" name="Google Shape;3293;p38"/>
            <p:cNvSpPr/>
            <p:nvPr/>
          </p:nvSpPr>
          <p:spPr>
            <a:xfrm>
              <a:off x="3459322" y="2269639"/>
              <a:ext cx="414146" cy="547691"/>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p38"/>
            <p:cNvSpPr/>
            <p:nvPr/>
          </p:nvSpPr>
          <p:spPr>
            <a:xfrm>
              <a:off x="3495508" y="2376611"/>
              <a:ext cx="82672" cy="79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5" name="Google Shape;3295;p38"/>
            <p:cNvSpPr/>
            <p:nvPr/>
          </p:nvSpPr>
          <p:spPr>
            <a:xfrm>
              <a:off x="3491925" y="2469536"/>
              <a:ext cx="74633" cy="79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6" name="Google Shape;3296;p38"/>
            <p:cNvSpPr/>
            <p:nvPr/>
          </p:nvSpPr>
          <p:spPr>
            <a:xfrm>
              <a:off x="3505793" y="2555919"/>
              <a:ext cx="58537" cy="8360"/>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38"/>
            <p:cNvSpPr/>
            <p:nvPr/>
          </p:nvSpPr>
          <p:spPr>
            <a:xfrm>
              <a:off x="3544689" y="2297875"/>
              <a:ext cx="128197" cy="14741"/>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8" name="Google Shape;3298;p38"/>
            <p:cNvSpPr/>
            <p:nvPr/>
          </p:nvSpPr>
          <p:spPr>
            <a:xfrm>
              <a:off x="3692980" y="2301119"/>
              <a:ext cx="9839" cy="7166"/>
            </a:xfrm>
            <a:custGeom>
              <a:rect b="b" l="l" r="r" t="t"/>
              <a:pathLst>
                <a:path extrusionOk="0" h="402" w="552">
                  <a:moveTo>
                    <a:pt x="276" y="0"/>
                  </a:moveTo>
                  <a:cubicBezTo>
                    <a:pt x="0" y="0"/>
                    <a:pt x="0"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9" name="Google Shape;3299;p38"/>
            <p:cNvSpPr/>
            <p:nvPr/>
          </p:nvSpPr>
          <p:spPr>
            <a:xfrm>
              <a:off x="3787241" y="2366343"/>
              <a:ext cx="20124" cy="25026"/>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0" name="Google Shape;3300;p38"/>
            <p:cNvSpPr/>
            <p:nvPr/>
          </p:nvSpPr>
          <p:spPr>
            <a:xfrm>
              <a:off x="3804211" y="2377966"/>
              <a:ext cx="16114" cy="20998"/>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1" name="Google Shape;3301;p38"/>
            <p:cNvSpPr/>
            <p:nvPr/>
          </p:nvSpPr>
          <p:spPr>
            <a:xfrm>
              <a:off x="3705939" y="2681430"/>
              <a:ext cx="18485" cy="10203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2" name="Google Shape;3302;p38"/>
            <p:cNvSpPr/>
            <p:nvPr/>
          </p:nvSpPr>
          <p:spPr>
            <a:xfrm>
              <a:off x="3734085" y="2764854"/>
              <a:ext cx="8057" cy="8057"/>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3" name="Google Shape;3303;p38"/>
            <p:cNvSpPr/>
            <p:nvPr/>
          </p:nvSpPr>
          <p:spPr>
            <a:xfrm>
              <a:off x="3608986" y="2573638"/>
              <a:ext cx="12977" cy="22798"/>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4" name="Google Shape;3304;p38"/>
            <p:cNvSpPr/>
            <p:nvPr/>
          </p:nvSpPr>
          <p:spPr>
            <a:xfrm>
              <a:off x="3622836" y="2574440"/>
              <a:ext cx="12085" cy="22798"/>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5" name="Google Shape;3305;p38"/>
            <p:cNvSpPr/>
            <p:nvPr/>
          </p:nvSpPr>
          <p:spPr>
            <a:xfrm>
              <a:off x="3502210" y="2492353"/>
              <a:ext cx="16987" cy="4019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6" name="Google Shape;3306;p38"/>
            <p:cNvSpPr/>
            <p:nvPr/>
          </p:nvSpPr>
          <p:spPr>
            <a:xfrm>
              <a:off x="3532585" y="2525384"/>
              <a:ext cx="9412" cy="7166"/>
            </a:xfrm>
            <a:custGeom>
              <a:rect b="b" l="l" r="r" t="t"/>
              <a:pathLst>
                <a:path extrusionOk="0" h="402" w="528">
                  <a:moveTo>
                    <a:pt x="276" y="1"/>
                  </a:moveTo>
                  <a:cubicBezTo>
                    <a:pt x="1" y="1"/>
                    <a:pt x="1" y="402"/>
                    <a:pt x="276" y="402"/>
                  </a:cubicBezTo>
                  <a:cubicBezTo>
                    <a:pt x="527" y="402"/>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7" name="Google Shape;3307;p38"/>
            <p:cNvSpPr/>
            <p:nvPr/>
          </p:nvSpPr>
          <p:spPr>
            <a:xfrm>
              <a:off x="3536168" y="2397449"/>
              <a:ext cx="89802" cy="9144"/>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8" name="Google Shape;3308;p38"/>
            <p:cNvSpPr/>
            <p:nvPr/>
          </p:nvSpPr>
          <p:spPr>
            <a:xfrm>
              <a:off x="3655439" y="2397610"/>
              <a:ext cx="9412" cy="7611"/>
            </a:xfrm>
            <a:custGeom>
              <a:rect b="b" l="l" r="r" t="t"/>
              <a:pathLst>
                <a:path extrusionOk="0" h="427" w="528">
                  <a:moveTo>
                    <a:pt x="277" y="1"/>
                  </a:moveTo>
                  <a:cubicBezTo>
                    <a:pt x="1" y="1"/>
                    <a:pt x="1" y="427"/>
                    <a:pt x="277" y="427"/>
                  </a:cubicBezTo>
                  <a:cubicBezTo>
                    <a:pt x="527" y="427"/>
                    <a:pt x="527"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9" name="Google Shape;3309;p38"/>
            <p:cNvSpPr/>
            <p:nvPr/>
          </p:nvSpPr>
          <p:spPr>
            <a:xfrm>
              <a:off x="3779202" y="2536115"/>
              <a:ext cx="19679" cy="23244"/>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0" name="Google Shape;3310;p38"/>
            <p:cNvSpPr/>
            <p:nvPr/>
          </p:nvSpPr>
          <p:spPr>
            <a:xfrm>
              <a:off x="3798863" y="2541480"/>
              <a:ext cx="17433" cy="25026"/>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1" name="Google Shape;3311;p38"/>
            <p:cNvSpPr/>
            <p:nvPr/>
          </p:nvSpPr>
          <p:spPr>
            <a:xfrm>
              <a:off x="3860950" y="2250637"/>
              <a:ext cx="76861" cy="413700"/>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2" name="Google Shape;3312;p38"/>
            <p:cNvSpPr/>
            <p:nvPr/>
          </p:nvSpPr>
          <p:spPr>
            <a:xfrm>
              <a:off x="3857385" y="2247036"/>
              <a:ext cx="84027" cy="420937"/>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3" name="Google Shape;3313;p38"/>
            <p:cNvSpPr/>
            <p:nvPr/>
          </p:nvSpPr>
          <p:spPr>
            <a:xfrm>
              <a:off x="3874800" y="2283294"/>
              <a:ext cx="49607" cy="39678"/>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4" name="Google Shape;3314;p38"/>
            <p:cNvSpPr/>
            <p:nvPr/>
          </p:nvSpPr>
          <p:spPr>
            <a:xfrm>
              <a:off x="3869381" y="2304506"/>
              <a:ext cx="61158" cy="46951"/>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5" name="Google Shape;3315;p38"/>
            <p:cNvSpPr/>
            <p:nvPr/>
          </p:nvSpPr>
          <p:spPr>
            <a:xfrm>
              <a:off x="3876137" y="2333669"/>
              <a:ext cx="46167" cy="36006"/>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6" name="Google Shape;3316;p38"/>
            <p:cNvSpPr/>
            <p:nvPr/>
          </p:nvSpPr>
          <p:spPr>
            <a:xfrm>
              <a:off x="3880611" y="2357502"/>
              <a:ext cx="40677" cy="3237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7" name="Google Shape;3317;p38"/>
            <p:cNvSpPr/>
            <p:nvPr/>
          </p:nvSpPr>
          <p:spPr>
            <a:xfrm>
              <a:off x="3885085" y="2443511"/>
              <a:ext cx="25472" cy="19108"/>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8" name="Google Shape;3318;p38"/>
            <p:cNvSpPr/>
            <p:nvPr/>
          </p:nvSpPr>
          <p:spPr>
            <a:xfrm>
              <a:off x="3883000" y="2452174"/>
              <a:ext cx="42744" cy="30374"/>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9" name="Google Shape;3319;p38"/>
            <p:cNvSpPr/>
            <p:nvPr/>
          </p:nvSpPr>
          <p:spPr>
            <a:xfrm>
              <a:off x="3875246" y="2475953"/>
              <a:ext cx="46042" cy="36773"/>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0" name="Google Shape;3320;p38"/>
            <p:cNvSpPr/>
            <p:nvPr/>
          </p:nvSpPr>
          <p:spPr>
            <a:xfrm>
              <a:off x="3877242" y="2503654"/>
              <a:ext cx="44046" cy="31301"/>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1" name="Google Shape;3321;p38"/>
            <p:cNvSpPr/>
            <p:nvPr/>
          </p:nvSpPr>
          <p:spPr>
            <a:xfrm>
              <a:off x="3868205" y="2526667"/>
              <a:ext cx="61692" cy="41497"/>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2" name="Google Shape;3322;p38"/>
            <p:cNvSpPr/>
            <p:nvPr/>
          </p:nvSpPr>
          <p:spPr>
            <a:xfrm>
              <a:off x="3884194" y="2551391"/>
              <a:ext cx="42905" cy="33636"/>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3" name="Google Shape;3323;p38"/>
            <p:cNvSpPr/>
            <p:nvPr/>
          </p:nvSpPr>
          <p:spPr>
            <a:xfrm>
              <a:off x="3877492" y="2581035"/>
              <a:ext cx="42014" cy="27468"/>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4" name="Google Shape;3324;p38"/>
            <p:cNvSpPr/>
            <p:nvPr/>
          </p:nvSpPr>
          <p:spPr>
            <a:xfrm>
              <a:off x="3889542" y="2608576"/>
              <a:ext cx="29964" cy="2290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5" name="Google Shape;3325;p38"/>
            <p:cNvSpPr/>
            <p:nvPr/>
          </p:nvSpPr>
          <p:spPr>
            <a:xfrm>
              <a:off x="3936904" y="2250637"/>
              <a:ext cx="76861" cy="413700"/>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6" name="Google Shape;3326;p38"/>
            <p:cNvSpPr/>
            <p:nvPr/>
          </p:nvSpPr>
          <p:spPr>
            <a:xfrm>
              <a:off x="3933339" y="2247036"/>
              <a:ext cx="84027" cy="420937"/>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7" name="Google Shape;3327;p38"/>
            <p:cNvSpPr/>
            <p:nvPr/>
          </p:nvSpPr>
          <p:spPr>
            <a:xfrm>
              <a:off x="3963268" y="2274523"/>
              <a:ext cx="8503" cy="209889"/>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8" name="Google Shape;3328;p38"/>
            <p:cNvSpPr/>
            <p:nvPr/>
          </p:nvSpPr>
          <p:spPr>
            <a:xfrm>
              <a:off x="3983144" y="2310834"/>
              <a:ext cx="10517" cy="89250"/>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9" name="Google Shape;3329;p38"/>
            <p:cNvSpPr/>
            <p:nvPr/>
          </p:nvSpPr>
          <p:spPr>
            <a:xfrm>
              <a:off x="3990524" y="2416826"/>
              <a:ext cx="9394" cy="7166"/>
            </a:xfrm>
            <a:custGeom>
              <a:rect b="b" l="l" r="r" t="t"/>
              <a:pathLst>
                <a:path extrusionOk="0" h="402" w="527">
                  <a:moveTo>
                    <a:pt x="276" y="0"/>
                  </a:moveTo>
                  <a:cubicBezTo>
                    <a:pt x="0" y="0"/>
                    <a:pt x="0" y="402"/>
                    <a:pt x="276" y="402"/>
                  </a:cubicBezTo>
                  <a:cubicBezTo>
                    <a:pt x="526" y="402"/>
                    <a:pt x="526"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0" name="Google Shape;3330;p38"/>
            <p:cNvSpPr/>
            <p:nvPr/>
          </p:nvSpPr>
          <p:spPr>
            <a:xfrm>
              <a:off x="3957671" y="2523049"/>
              <a:ext cx="10071" cy="101638"/>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1" name="Google Shape;3331;p38"/>
            <p:cNvSpPr/>
            <p:nvPr/>
          </p:nvSpPr>
          <p:spPr>
            <a:xfrm>
              <a:off x="3953429" y="2498128"/>
              <a:ext cx="7611" cy="807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2" name="Google Shape;3332;p38"/>
            <p:cNvSpPr/>
            <p:nvPr/>
          </p:nvSpPr>
          <p:spPr>
            <a:xfrm>
              <a:off x="3981807" y="2557452"/>
              <a:ext cx="8734" cy="58751"/>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3" name="Google Shape;3333;p38"/>
            <p:cNvSpPr/>
            <p:nvPr/>
          </p:nvSpPr>
          <p:spPr>
            <a:xfrm>
              <a:off x="3982021" y="2534332"/>
              <a:ext cx="9412" cy="7611"/>
            </a:xfrm>
            <a:custGeom>
              <a:rect b="b" l="l" r="r" t="t"/>
              <a:pathLst>
                <a:path extrusionOk="0" h="427" w="528">
                  <a:moveTo>
                    <a:pt x="251" y="0"/>
                  </a:moveTo>
                  <a:cubicBezTo>
                    <a:pt x="1" y="0"/>
                    <a:pt x="1" y="426"/>
                    <a:pt x="251" y="426"/>
                  </a:cubicBezTo>
                  <a:cubicBezTo>
                    <a:pt x="527" y="426"/>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4" name="Google Shape;3334;p38"/>
            <p:cNvSpPr/>
            <p:nvPr/>
          </p:nvSpPr>
          <p:spPr>
            <a:xfrm>
              <a:off x="3398555" y="2040651"/>
              <a:ext cx="704533" cy="112155"/>
            </a:xfrm>
            <a:custGeom>
              <a:rect b="b" l="l" r="r" t="t"/>
              <a:pathLst>
                <a:path extrusionOk="0" h="6292" w="39525">
                  <a:moveTo>
                    <a:pt x="1" y="1"/>
                  </a:moveTo>
                  <a:lnTo>
                    <a:pt x="1" y="6291"/>
                  </a:lnTo>
                  <a:lnTo>
                    <a:pt x="39525" y="6291"/>
                  </a:lnTo>
                  <a:lnTo>
                    <a:pt x="39525"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38"/>
            <p:cNvSpPr/>
            <p:nvPr/>
          </p:nvSpPr>
          <p:spPr>
            <a:xfrm>
              <a:off x="3394491" y="2036640"/>
              <a:ext cx="712180" cy="120176"/>
            </a:xfrm>
            <a:custGeom>
              <a:rect b="b" l="l" r="r" t="t"/>
              <a:pathLst>
                <a:path extrusionOk="0" h="6742" w="39954">
                  <a:moveTo>
                    <a:pt x="39552" y="426"/>
                  </a:moveTo>
                  <a:lnTo>
                    <a:pt x="39552" y="5739"/>
                  </a:lnTo>
                  <a:lnTo>
                    <a:pt x="39552" y="6316"/>
                  </a:lnTo>
                  <a:lnTo>
                    <a:pt x="429" y="6316"/>
                  </a:lnTo>
                  <a:lnTo>
                    <a:pt x="429" y="1003"/>
                  </a:lnTo>
                  <a:lnTo>
                    <a:pt x="429" y="426"/>
                  </a:lnTo>
                  <a:close/>
                  <a:moveTo>
                    <a:pt x="229" y="0"/>
                  </a:moveTo>
                  <a:cubicBezTo>
                    <a:pt x="129" y="0"/>
                    <a:pt x="28" y="100"/>
                    <a:pt x="28" y="226"/>
                  </a:cubicBezTo>
                  <a:lnTo>
                    <a:pt x="28" y="5739"/>
                  </a:lnTo>
                  <a:lnTo>
                    <a:pt x="28" y="6474"/>
                  </a:lnTo>
                  <a:lnTo>
                    <a:pt x="28" y="6474"/>
                  </a:lnTo>
                  <a:cubicBezTo>
                    <a:pt x="0" y="6595"/>
                    <a:pt x="67" y="6742"/>
                    <a:pt x="229" y="6742"/>
                  </a:cubicBezTo>
                  <a:lnTo>
                    <a:pt x="39753" y="6742"/>
                  </a:lnTo>
                  <a:cubicBezTo>
                    <a:pt x="39853" y="6742"/>
                    <a:pt x="39953" y="6642"/>
                    <a:pt x="39953" y="6516"/>
                  </a:cubicBezTo>
                  <a:lnTo>
                    <a:pt x="39953" y="1003"/>
                  </a:lnTo>
                  <a:lnTo>
                    <a:pt x="39953" y="226"/>
                  </a:lnTo>
                  <a:cubicBezTo>
                    <a:pt x="39953" y="100"/>
                    <a:pt x="39853" y="0"/>
                    <a:pt x="3975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6" name="Google Shape;3336;p38"/>
            <p:cNvSpPr/>
            <p:nvPr/>
          </p:nvSpPr>
          <p:spPr>
            <a:xfrm>
              <a:off x="3434295" y="2075161"/>
              <a:ext cx="46933" cy="43939"/>
            </a:xfrm>
            <a:custGeom>
              <a:rect b="b" l="l" r="r" t="t"/>
              <a:pathLst>
                <a:path extrusionOk="0" h="2465" w="2633">
                  <a:moveTo>
                    <a:pt x="1308" y="1"/>
                  </a:moveTo>
                  <a:cubicBezTo>
                    <a:pt x="719" y="1"/>
                    <a:pt x="144" y="486"/>
                    <a:pt x="76" y="1072"/>
                  </a:cubicBezTo>
                  <a:cubicBezTo>
                    <a:pt x="1" y="1699"/>
                    <a:pt x="477" y="2350"/>
                    <a:pt x="1079" y="2451"/>
                  </a:cubicBezTo>
                  <a:cubicBezTo>
                    <a:pt x="1138" y="2460"/>
                    <a:pt x="1197" y="2465"/>
                    <a:pt x="1256" y="2465"/>
                  </a:cubicBezTo>
                  <a:cubicBezTo>
                    <a:pt x="1823" y="2465"/>
                    <a:pt x="2371" y="2043"/>
                    <a:pt x="2507" y="1498"/>
                  </a:cubicBezTo>
                  <a:cubicBezTo>
                    <a:pt x="2632" y="847"/>
                    <a:pt x="2156" y="120"/>
                    <a:pt x="1505" y="20"/>
                  </a:cubicBezTo>
                  <a:cubicBezTo>
                    <a:pt x="1439" y="7"/>
                    <a:pt x="1374" y="1"/>
                    <a:pt x="130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7" name="Google Shape;3337;p38"/>
            <p:cNvSpPr/>
            <p:nvPr/>
          </p:nvSpPr>
          <p:spPr>
            <a:xfrm>
              <a:off x="3431621" y="2071525"/>
              <a:ext cx="53635" cy="51247"/>
            </a:xfrm>
            <a:custGeom>
              <a:rect b="b" l="l" r="r" t="t"/>
              <a:pathLst>
                <a:path extrusionOk="0" h="2875" w="3009">
                  <a:moveTo>
                    <a:pt x="1457" y="420"/>
                  </a:moveTo>
                  <a:cubicBezTo>
                    <a:pt x="1689" y="420"/>
                    <a:pt x="1918" y="502"/>
                    <a:pt x="2106" y="675"/>
                  </a:cubicBezTo>
                  <a:cubicBezTo>
                    <a:pt x="2407" y="950"/>
                    <a:pt x="2557" y="1376"/>
                    <a:pt x="2407" y="1777"/>
                  </a:cubicBezTo>
                  <a:cubicBezTo>
                    <a:pt x="2271" y="2162"/>
                    <a:pt x="1849" y="2465"/>
                    <a:pt x="1437" y="2465"/>
                  </a:cubicBezTo>
                  <a:cubicBezTo>
                    <a:pt x="1392" y="2465"/>
                    <a:pt x="1348" y="2461"/>
                    <a:pt x="1304" y="2454"/>
                  </a:cubicBezTo>
                  <a:lnTo>
                    <a:pt x="1304" y="2454"/>
                  </a:lnTo>
                  <a:cubicBezTo>
                    <a:pt x="1304" y="2454"/>
                    <a:pt x="1304" y="2454"/>
                    <a:pt x="1304" y="2454"/>
                  </a:cubicBezTo>
                  <a:cubicBezTo>
                    <a:pt x="1298" y="2453"/>
                    <a:pt x="1293" y="2452"/>
                    <a:pt x="1287" y="2451"/>
                  </a:cubicBezTo>
                  <a:lnTo>
                    <a:pt x="1287" y="2451"/>
                  </a:lnTo>
                  <a:cubicBezTo>
                    <a:pt x="845" y="2370"/>
                    <a:pt x="526" y="2023"/>
                    <a:pt x="452" y="1602"/>
                  </a:cubicBezTo>
                  <a:cubicBezTo>
                    <a:pt x="351" y="1176"/>
                    <a:pt x="602" y="775"/>
                    <a:pt x="953" y="549"/>
                  </a:cubicBezTo>
                  <a:cubicBezTo>
                    <a:pt x="1112" y="464"/>
                    <a:pt x="1286" y="420"/>
                    <a:pt x="1457" y="420"/>
                  </a:cubicBezTo>
                  <a:close/>
                  <a:moveTo>
                    <a:pt x="1472" y="1"/>
                  </a:moveTo>
                  <a:cubicBezTo>
                    <a:pt x="1306" y="1"/>
                    <a:pt x="1139" y="32"/>
                    <a:pt x="978" y="98"/>
                  </a:cubicBezTo>
                  <a:cubicBezTo>
                    <a:pt x="427" y="299"/>
                    <a:pt x="1" y="850"/>
                    <a:pt x="1" y="1452"/>
                  </a:cubicBezTo>
                  <a:cubicBezTo>
                    <a:pt x="26" y="2103"/>
                    <a:pt x="527" y="2730"/>
                    <a:pt x="1178" y="2855"/>
                  </a:cubicBezTo>
                  <a:cubicBezTo>
                    <a:pt x="1178" y="2855"/>
                    <a:pt x="1178" y="2855"/>
                    <a:pt x="1178" y="2855"/>
                  </a:cubicBezTo>
                  <a:lnTo>
                    <a:pt x="1178" y="2855"/>
                  </a:lnTo>
                  <a:cubicBezTo>
                    <a:pt x="1188" y="2857"/>
                    <a:pt x="1198" y="2859"/>
                    <a:pt x="1207" y="2860"/>
                  </a:cubicBezTo>
                  <a:lnTo>
                    <a:pt x="1207" y="2860"/>
                  </a:lnTo>
                  <a:cubicBezTo>
                    <a:pt x="1275" y="2870"/>
                    <a:pt x="1343" y="2874"/>
                    <a:pt x="1411" y="2874"/>
                  </a:cubicBezTo>
                  <a:cubicBezTo>
                    <a:pt x="1931" y="2874"/>
                    <a:pt x="2424" y="2590"/>
                    <a:pt x="2707" y="2153"/>
                  </a:cubicBezTo>
                  <a:cubicBezTo>
                    <a:pt x="3008" y="1627"/>
                    <a:pt x="2908" y="975"/>
                    <a:pt x="2532" y="524"/>
                  </a:cubicBezTo>
                  <a:cubicBezTo>
                    <a:pt x="2266" y="187"/>
                    <a:pt x="1874" y="1"/>
                    <a:pt x="147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8" name="Google Shape;3338;p38"/>
            <p:cNvSpPr/>
            <p:nvPr/>
          </p:nvSpPr>
          <p:spPr>
            <a:xfrm>
              <a:off x="3523655" y="2075161"/>
              <a:ext cx="47379" cy="43939"/>
            </a:xfrm>
            <a:custGeom>
              <a:rect b="b" l="l" r="r" t="t"/>
              <a:pathLst>
                <a:path extrusionOk="0" h="2465" w="2658">
                  <a:moveTo>
                    <a:pt x="1307" y="1"/>
                  </a:moveTo>
                  <a:cubicBezTo>
                    <a:pt x="718" y="1"/>
                    <a:pt x="143" y="486"/>
                    <a:pt x="76" y="1072"/>
                  </a:cubicBezTo>
                  <a:cubicBezTo>
                    <a:pt x="0" y="1699"/>
                    <a:pt x="477" y="2350"/>
                    <a:pt x="1103" y="2451"/>
                  </a:cubicBezTo>
                  <a:cubicBezTo>
                    <a:pt x="1160" y="2460"/>
                    <a:pt x="1217" y="2465"/>
                    <a:pt x="1275" y="2465"/>
                  </a:cubicBezTo>
                  <a:cubicBezTo>
                    <a:pt x="1827" y="2465"/>
                    <a:pt x="2393" y="2043"/>
                    <a:pt x="2507" y="1498"/>
                  </a:cubicBezTo>
                  <a:cubicBezTo>
                    <a:pt x="2657" y="847"/>
                    <a:pt x="2181" y="120"/>
                    <a:pt x="1504" y="20"/>
                  </a:cubicBezTo>
                  <a:cubicBezTo>
                    <a:pt x="1439" y="7"/>
                    <a:pt x="1373" y="1"/>
                    <a:pt x="130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9" name="Google Shape;3339;p38"/>
            <p:cNvSpPr/>
            <p:nvPr/>
          </p:nvSpPr>
          <p:spPr>
            <a:xfrm>
              <a:off x="3520981" y="2071525"/>
              <a:ext cx="53618" cy="51247"/>
            </a:xfrm>
            <a:custGeom>
              <a:rect b="b" l="l" r="r" t="t"/>
              <a:pathLst>
                <a:path extrusionOk="0" h="2875" w="3008">
                  <a:moveTo>
                    <a:pt x="1464" y="420"/>
                  </a:moveTo>
                  <a:cubicBezTo>
                    <a:pt x="1701" y="420"/>
                    <a:pt x="1932" y="502"/>
                    <a:pt x="2105" y="675"/>
                  </a:cubicBezTo>
                  <a:cubicBezTo>
                    <a:pt x="2406" y="950"/>
                    <a:pt x="2556" y="1376"/>
                    <a:pt x="2406" y="1777"/>
                  </a:cubicBezTo>
                  <a:cubicBezTo>
                    <a:pt x="2270" y="2162"/>
                    <a:pt x="1849" y="2465"/>
                    <a:pt x="1436" y="2465"/>
                  </a:cubicBezTo>
                  <a:cubicBezTo>
                    <a:pt x="1392" y="2465"/>
                    <a:pt x="1347" y="2461"/>
                    <a:pt x="1303" y="2454"/>
                  </a:cubicBezTo>
                  <a:lnTo>
                    <a:pt x="1303" y="2454"/>
                  </a:lnTo>
                  <a:cubicBezTo>
                    <a:pt x="1303" y="2454"/>
                    <a:pt x="1303" y="2454"/>
                    <a:pt x="1303" y="2454"/>
                  </a:cubicBezTo>
                  <a:cubicBezTo>
                    <a:pt x="1299" y="2453"/>
                    <a:pt x="1296" y="2453"/>
                    <a:pt x="1292" y="2452"/>
                  </a:cubicBezTo>
                  <a:lnTo>
                    <a:pt x="1292" y="2452"/>
                  </a:lnTo>
                  <a:cubicBezTo>
                    <a:pt x="871" y="2373"/>
                    <a:pt x="526" y="2024"/>
                    <a:pt x="451" y="1602"/>
                  </a:cubicBezTo>
                  <a:cubicBezTo>
                    <a:pt x="351" y="1176"/>
                    <a:pt x="602" y="775"/>
                    <a:pt x="952" y="549"/>
                  </a:cubicBezTo>
                  <a:cubicBezTo>
                    <a:pt x="1112" y="464"/>
                    <a:pt x="1290" y="420"/>
                    <a:pt x="1464" y="420"/>
                  </a:cubicBezTo>
                  <a:close/>
                  <a:moveTo>
                    <a:pt x="1471" y="1"/>
                  </a:moveTo>
                  <a:cubicBezTo>
                    <a:pt x="1306" y="1"/>
                    <a:pt x="1138" y="32"/>
                    <a:pt x="978" y="98"/>
                  </a:cubicBezTo>
                  <a:cubicBezTo>
                    <a:pt x="426" y="299"/>
                    <a:pt x="0" y="850"/>
                    <a:pt x="0" y="1452"/>
                  </a:cubicBezTo>
                  <a:cubicBezTo>
                    <a:pt x="25" y="2103"/>
                    <a:pt x="526" y="2730"/>
                    <a:pt x="1178" y="2855"/>
                  </a:cubicBezTo>
                  <a:cubicBezTo>
                    <a:pt x="1178" y="2855"/>
                    <a:pt x="1178" y="2855"/>
                    <a:pt x="1178" y="2855"/>
                  </a:cubicBezTo>
                  <a:lnTo>
                    <a:pt x="1178" y="2855"/>
                  </a:lnTo>
                  <a:cubicBezTo>
                    <a:pt x="1188" y="2857"/>
                    <a:pt x="1197" y="2859"/>
                    <a:pt x="1207" y="2860"/>
                  </a:cubicBezTo>
                  <a:lnTo>
                    <a:pt x="1207" y="2860"/>
                  </a:lnTo>
                  <a:cubicBezTo>
                    <a:pt x="1275" y="2870"/>
                    <a:pt x="1343" y="2874"/>
                    <a:pt x="1411" y="2874"/>
                  </a:cubicBezTo>
                  <a:cubicBezTo>
                    <a:pt x="1930" y="2874"/>
                    <a:pt x="2423" y="2590"/>
                    <a:pt x="2707" y="2153"/>
                  </a:cubicBezTo>
                  <a:cubicBezTo>
                    <a:pt x="3008" y="1627"/>
                    <a:pt x="2907" y="975"/>
                    <a:pt x="2531" y="524"/>
                  </a:cubicBezTo>
                  <a:cubicBezTo>
                    <a:pt x="2265" y="187"/>
                    <a:pt x="1873" y="1"/>
                    <a:pt x="147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0" name="Google Shape;3340;p38"/>
            <p:cNvSpPr/>
            <p:nvPr/>
          </p:nvSpPr>
          <p:spPr>
            <a:xfrm>
              <a:off x="3613014" y="2075161"/>
              <a:ext cx="47361" cy="43939"/>
            </a:xfrm>
            <a:custGeom>
              <a:rect b="b" l="l" r="r" t="t"/>
              <a:pathLst>
                <a:path extrusionOk="0" h="2465" w="2657">
                  <a:moveTo>
                    <a:pt x="1308" y="1"/>
                  </a:moveTo>
                  <a:cubicBezTo>
                    <a:pt x="722" y="1"/>
                    <a:pt x="165" y="486"/>
                    <a:pt x="75" y="1072"/>
                  </a:cubicBezTo>
                  <a:cubicBezTo>
                    <a:pt x="0" y="1699"/>
                    <a:pt x="476" y="2350"/>
                    <a:pt x="1103" y="2451"/>
                  </a:cubicBezTo>
                  <a:cubicBezTo>
                    <a:pt x="1162" y="2460"/>
                    <a:pt x="1221" y="2465"/>
                    <a:pt x="1280" y="2465"/>
                  </a:cubicBezTo>
                  <a:cubicBezTo>
                    <a:pt x="1847" y="2465"/>
                    <a:pt x="2393" y="2043"/>
                    <a:pt x="2506" y="1498"/>
                  </a:cubicBezTo>
                  <a:cubicBezTo>
                    <a:pt x="2657" y="847"/>
                    <a:pt x="2180" y="120"/>
                    <a:pt x="1504" y="20"/>
                  </a:cubicBezTo>
                  <a:cubicBezTo>
                    <a:pt x="1438" y="7"/>
                    <a:pt x="1373" y="1"/>
                    <a:pt x="130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1" name="Google Shape;3341;p38"/>
            <p:cNvSpPr/>
            <p:nvPr/>
          </p:nvSpPr>
          <p:spPr>
            <a:xfrm>
              <a:off x="3610322" y="2071525"/>
              <a:ext cx="53635" cy="51247"/>
            </a:xfrm>
            <a:custGeom>
              <a:rect b="b" l="l" r="r" t="t"/>
              <a:pathLst>
                <a:path extrusionOk="0" h="2875" w="3009">
                  <a:moveTo>
                    <a:pt x="1465" y="420"/>
                  </a:moveTo>
                  <a:cubicBezTo>
                    <a:pt x="1702" y="420"/>
                    <a:pt x="1933" y="502"/>
                    <a:pt x="2106" y="675"/>
                  </a:cubicBezTo>
                  <a:cubicBezTo>
                    <a:pt x="2407" y="950"/>
                    <a:pt x="2557" y="1376"/>
                    <a:pt x="2432" y="1777"/>
                  </a:cubicBezTo>
                  <a:cubicBezTo>
                    <a:pt x="2296" y="2162"/>
                    <a:pt x="1854" y="2465"/>
                    <a:pt x="1437" y="2465"/>
                  </a:cubicBezTo>
                  <a:cubicBezTo>
                    <a:pt x="1392" y="2465"/>
                    <a:pt x="1348" y="2461"/>
                    <a:pt x="1304" y="2454"/>
                  </a:cubicBezTo>
                  <a:lnTo>
                    <a:pt x="1304" y="2454"/>
                  </a:lnTo>
                  <a:cubicBezTo>
                    <a:pt x="1304" y="2454"/>
                    <a:pt x="1304" y="2454"/>
                    <a:pt x="1304" y="2454"/>
                  </a:cubicBezTo>
                  <a:cubicBezTo>
                    <a:pt x="1296" y="2452"/>
                    <a:pt x="1288" y="2451"/>
                    <a:pt x="1280" y="2450"/>
                  </a:cubicBezTo>
                  <a:lnTo>
                    <a:pt x="1280" y="2450"/>
                  </a:lnTo>
                  <a:cubicBezTo>
                    <a:pt x="865" y="2366"/>
                    <a:pt x="526" y="2020"/>
                    <a:pt x="452" y="1602"/>
                  </a:cubicBezTo>
                  <a:cubicBezTo>
                    <a:pt x="377" y="1176"/>
                    <a:pt x="602" y="775"/>
                    <a:pt x="953" y="549"/>
                  </a:cubicBezTo>
                  <a:cubicBezTo>
                    <a:pt x="1113" y="464"/>
                    <a:pt x="1290" y="420"/>
                    <a:pt x="1465" y="420"/>
                  </a:cubicBezTo>
                  <a:close/>
                  <a:moveTo>
                    <a:pt x="1477" y="1"/>
                  </a:moveTo>
                  <a:cubicBezTo>
                    <a:pt x="1309" y="1"/>
                    <a:pt x="1139" y="32"/>
                    <a:pt x="978" y="98"/>
                  </a:cubicBezTo>
                  <a:cubicBezTo>
                    <a:pt x="427" y="299"/>
                    <a:pt x="1" y="850"/>
                    <a:pt x="26" y="1452"/>
                  </a:cubicBezTo>
                  <a:cubicBezTo>
                    <a:pt x="26" y="2103"/>
                    <a:pt x="527" y="2730"/>
                    <a:pt x="1204" y="2855"/>
                  </a:cubicBezTo>
                  <a:cubicBezTo>
                    <a:pt x="1204" y="2855"/>
                    <a:pt x="1204" y="2855"/>
                    <a:pt x="1204" y="2855"/>
                  </a:cubicBezTo>
                  <a:lnTo>
                    <a:pt x="1204" y="2855"/>
                  </a:lnTo>
                  <a:cubicBezTo>
                    <a:pt x="1215" y="2858"/>
                    <a:pt x="1227" y="2860"/>
                    <a:pt x="1239" y="2861"/>
                  </a:cubicBezTo>
                  <a:lnTo>
                    <a:pt x="1239" y="2861"/>
                  </a:lnTo>
                  <a:cubicBezTo>
                    <a:pt x="1302" y="2870"/>
                    <a:pt x="1365" y="2874"/>
                    <a:pt x="1429" y="2874"/>
                  </a:cubicBezTo>
                  <a:cubicBezTo>
                    <a:pt x="1937" y="2874"/>
                    <a:pt x="2446" y="2590"/>
                    <a:pt x="2707" y="2153"/>
                  </a:cubicBezTo>
                  <a:cubicBezTo>
                    <a:pt x="3008" y="1627"/>
                    <a:pt x="2908" y="975"/>
                    <a:pt x="2557" y="524"/>
                  </a:cubicBezTo>
                  <a:cubicBezTo>
                    <a:pt x="2291" y="187"/>
                    <a:pt x="1886" y="1"/>
                    <a:pt x="14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2" name="Google Shape;3342;p38"/>
            <p:cNvSpPr/>
            <p:nvPr/>
          </p:nvSpPr>
          <p:spPr>
            <a:xfrm>
              <a:off x="2783823" y="1167515"/>
              <a:ext cx="1199070" cy="593466"/>
            </a:xfrm>
            <a:custGeom>
              <a:rect b="b" l="l" r="r" t="t"/>
              <a:pathLst>
                <a:path extrusionOk="0" h="33294" w="67269">
                  <a:moveTo>
                    <a:pt x="45172" y="1"/>
                  </a:moveTo>
                  <a:cubicBezTo>
                    <a:pt x="33622" y="1"/>
                    <a:pt x="22062" y="29"/>
                    <a:pt x="10502" y="85"/>
                  </a:cubicBezTo>
                  <a:cubicBezTo>
                    <a:pt x="4687" y="110"/>
                    <a:pt x="0" y="4847"/>
                    <a:pt x="0" y="10662"/>
                  </a:cubicBezTo>
                  <a:cubicBezTo>
                    <a:pt x="0" y="16486"/>
                    <a:pt x="4737" y="21213"/>
                    <a:pt x="10556" y="21213"/>
                  </a:cubicBezTo>
                  <a:cubicBezTo>
                    <a:pt x="10571" y="21213"/>
                    <a:pt x="10587" y="21213"/>
                    <a:pt x="10602" y="21213"/>
                  </a:cubicBezTo>
                  <a:cubicBezTo>
                    <a:pt x="14011" y="21188"/>
                    <a:pt x="17394" y="21188"/>
                    <a:pt x="20803" y="21188"/>
                  </a:cubicBezTo>
                  <a:cubicBezTo>
                    <a:pt x="20677" y="25223"/>
                    <a:pt x="20602" y="29258"/>
                    <a:pt x="20577" y="33293"/>
                  </a:cubicBezTo>
                  <a:lnTo>
                    <a:pt x="32582" y="21138"/>
                  </a:lnTo>
                  <a:lnTo>
                    <a:pt x="56692" y="21138"/>
                  </a:lnTo>
                  <a:cubicBezTo>
                    <a:pt x="62532" y="21138"/>
                    <a:pt x="67269" y="16426"/>
                    <a:pt x="67269" y="10586"/>
                  </a:cubicBezTo>
                  <a:cubicBezTo>
                    <a:pt x="67269" y="4747"/>
                    <a:pt x="62557" y="10"/>
                    <a:pt x="56718" y="10"/>
                  </a:cubicBezTo>
                  <a:cubicBezTo>
                    <a:pt x="52870" y="4"/>
                    <a:pt x="49022" y="1"/>
                    <a:pt x="451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3" name="Google Shape;3343;p38"/>
            <p:cNvSpPr/>
            <p:nvPr/>
          </p:nvSpPr>
          <p:spPr>
            <a:xfrm>
              <a:off x="2763716" y="1163771"/>
              <a:ext cx="1227679" cy="601184"/>
            </a:xfrm>
            <a:custGeom>
              <a:rect b="b" l="l" r="r" t="t"/>
              <a:pathLst>
                <a:path extrusionOk="0" h="33727" w="68874">
                  <a:moveTo>
                    <a:pt x="55289" y="420"/>
                  </a:moveTo>
                  <a:cubicBezTo>
                    <a:pt x="56141" y="420"/>
                    <a:pt x="56993" y="420"/>
                    <a:pt x="57846" y="445"/>
                  </a:cubicBezTo>
                  <a:cubicBezTo>
                    <a:pt x="60628" y="445"/>
                    <a:pt x="63284" y="1548"/>
                    <a:pt x="65214" y="3528"/>
                  </a:cubicBezTo>
                  <a:cubicBezTo>
                    <a:pt x="67144" y="5483"/>
                    <a:pt x="68222" y="8165"/>
                    <a:pt x="68196" y="10897"/>
                  </a:cubicBezTo>
                  <a:cubicBezTo>
                    <a:pt x="68171" y="13629"/>
                    <a:pt x="67019" y="16285"/>
                    <a:pt x="65064" y="18215"/>
                  </a:cubicBezTo>
                  <a:cubicBezTo>
                    <a:pt x="63034" y="20195"/>
                    <a:pt x="60352" y="21147"/>
                    <a:pt x="57545" y="21147"/>
                  </a:cubicBezTo>
                  <a:lnTo>
                    <a:pt x="34236" y="21147"/>
                  </a:lnTo>
                  <a:cubicBezTo>
                    <a:pt x="34136" y="21147"/>
                    <a:pt x="33995" y="21131"/>
                    <a:pt x="33864" y="21131"/>
                  </a:cubicBezTo>
                  <a:cubicBezTo>
                    <a:pt x="33766" y="21131"/>
                    <a:pt x="33674" y="21140"/>
                    <a:pt x="33610" y="21172"/>
                  </a:cubicBezTo>
                  <a:cubicBezTo>
                    <a:pt x="33409" y="21273"/>
                    <a:pt x="33259" y="21523"/>
                    <a:pt x="33109" y="21649"/>
                  </a:cubicBezTo>
                  <a:cubicBezTo>
                    <a:pt x="32708" y="22075"/>
                    <a:pt x="32307" y="22476"/>
                    <a:pt x="31906" y="22902"/>
                  </a:cubicBezTo>
                  <a:cubicBezTo>
                    <a:pt x="30627" y="24180"/>
                    <a:pt x="29374" y="25458"/>
                    <a:pt x="28096" y="26736"/>
                  </a:cubicBezTo>
                  <a:cubicBezTo>
                    <a:pt x="26049" y="28831"/>
                    <a:pt x="23979" y="30903"/>
                    <a:pt x="21931" y="32996"/>
                  </a:cubicBezTo>
                  <a:lnTo>
                    <a:pt x="21931" y="32996"/>
                  </a:lnTo>
                  <a:cubicBezTo>
                    <a:pt x="21937" y="29130"/>
                    <a:pt x="22011" y="25264"/>
                    <a:pt x="22131" y="21398"/>
                  </a:cubicBezTo>
                  <a:cubicBezTo>
                    <a:pt x="22131" y="21273"/>
                    <a:pt x="22031" y="21172"/>
                    <a:pt x="21931" y="21172"/>
                  </a:cubicBezTo>
                  <a:cubicBezTo>
                    <a:pt x="18522" y="21197"/>
                    <a:pt x="15139" y="21223"/>
                    <a:pt x="11730" y="21223"/>
                  </a:cubicBezTo>
                  <a:cubicBezTo>
                    <a:pt x="9399" y="21223"/>
                    <a:pt x="7118" y="20446"/>
                    <a:pt x="5264" y="18992"/>
                  </a:cubicBezTo>
                  <a:cubicBezTo>
                    <a:pt x="1580" y="16060"/>
                    <a:pt x="301" y="10821"/>
                    <a:pt x="2281" y="6536"/>
                  </a:cubicBezTo>
                  <a:cubicBezTo>
                    <a:pt x="3234" y="4481"/>
                    <a:pt x="4838" y="2776"/>
                    <a:pt x="6843" y="1699"/>
                  </a:cubicBezTo>
                  <a:cubicBezTo>
                    <a:pt x="7870" y="1172"/>
                    <a:pt x="8973" y="796"/>
                    <a:pt x="10101" y="621"/>
                  </a:cubicBezTo>
                  <a:cubicBezTo>
                    <a:pt x="10884" y="502"/>
                    <a:pt x="11681" y="473"/>
                    <a:pt x="12477" y="473"/>
                  </a:cubicBezTo>
                  <a:cubicBezTo>
                    <a:pt x="13184" y="473"/>
                    <a:pt x="13891" y="496"/>
                    <a:pt x="14587" y="496"/>
                  </a:cubicBezTo>
                  <a:cubicBezTo>
                    <a:pt x="21379" y="471"/>
                    <a:pt x="28171" y="445"/>
                    <a:pt x="34938" y="445"/>
                  </a:cubicBezTo>
                  <a:cubicBezTo>
                    <a:pt x="41730" y="420"/>
                    <a:pt x="48522" y="420"/>
                    <a:pt x="55289" y="420"/>
                  </a:cubicBezTo>
                  <a:close/>
                  <a:moveTo>
                    <a:pt x="47307" y="1"/>
                  </a:moveTo>
                  <a:cubicBezTo>
                    <a:pt x="43792" y="1"/>
                    <a:pt x="40277" y="7"/>
                    <a:pt x="36768" y="19"/>
                  </a:cubicBezTo>
                  <a:cubicBezTo>
                    <a:pt x="29775" y="19"/>
                    <a:pt x="22783" y="44"/>
                    <a:pt x="15790" y="70"/>
                  </a:cubicBezTo>
                  <a:cubicBezTo>
                    <a:pt x="14934" y="70"/>
                    <a:pt x="14069" y="46"/>
                    <a:pt x="13203" y="46"/>
                  </a:cubicBezTo>
                  <a:cubicBezTo>
                    <a:pt x="11256" y="46"/>
                    <a:pt x="9309" y="166"/>
                    <a:pt x="7469" y="947"/>
                  </a:cubicBezTo>
                  <a:cubicBezTo>
                    <a:pt x="5364" y="1849"/>
                    <a:pt x="3560" y="3403"/>
                    <a:pt x="2407" y="5383"/>
                  </a:cubicBezTo>
                  <a:cubicBezTo>
                    <a:pt x="1" y="9443"/>
                    <a:pt x="602" y="14756"/>
                    <a:pt x="3810" y="18215"/>
                  </a:cubicBezTo>
                  <a:cubicBezTo>
                    <a:pt x="5389" y="19894"/>
                    <a:pt x="7494" y="21072"/>
                    <a:pt x="9775" y="21473"/>
                  </a:cubicBezTo>
                  <a:cubicBezTo>
                    <a:pt x="10569" y="21612"/>
                    <a:pt x="11370" y="21643"/>
                    <a:pt x="12171" y="21643"/>
                  </a:cubicBezTo>
                  <a:cubicBezTo>
                    <a:pt x="12811" y="21643"/>
                    <a:pt x="13451" y="21624"/>
                    <a:pt x="14086" y="21624"/>
                  </a:cubicBezTo>
                  <a:cubicBezTo>
                    <a:pt x="15840" y="21624"/>
                    <a:pt x="17620" y="21624"/>
                    <a:pt x="19374" y="21598"/>
                  </a:cubicBezTo>
                  <a:lnTo>
                    <a:pt x="21724" y="21598"/>
                  </a:lnTo>
                  <a:cubicBezTo>
                    <a:pt x="21602" y="25567"/>
                    <a:pt x="21529" y="29535"/>
                    <a:pt x="21505" y="33503"/>
                  </a:cubicBezTo>
                  <a:cubicBezTo>
                    <a:pt x="21505" y="33637"/>
                    <a:pt x="21605" y="33726"/>
                    <a:pt x="21709" y="33726"/>
                  </a:cubicBezTo>
                  <a:cubicBezTo>
                    <a:pt x="21761" y="33726"/>
                    <a:pt x="21814" y="33704"/>
                    <a:pt x="21855" y="33654"/>
                  </a:cubicBezTo>
                  <a:cubicBezTo>
                    <a:pt x="23760" y="31749"/>
                    <a:pt x="25665" y="29819"/>
                    <a:pt x="27545" y="27889"/>
                  </a:cubicBezTo>
                  <a:cubicBezTo>
                    <a:pt x="28898" y="26511"/>
                    <a:pt x="30276" y="25132"/>
                    <a:pt x="31630" y="23779"/>
                  </a:cubicBezTo>
                  <a:cubicBezTo>
                    <a:pt x="32106" y="23278"/>
                    <a:pt x="32582" y="22776"/>
                    <a:pt x="33084" y="22300"/>
                  </a:cubicBezTo>
                  <a:cubicBezTo>
                    <a:pt x="33309" y="22050"/>
                    <a:pt x="33535" y="21724"/>
                    <a:pt x="33810" y="21548"/>
                  </a:cubicBezTo>
                  <a:cubicBezTo>
                    <a:pt x="33812" y="21548"/>
                    <a:pt x="33814" y="21548"/>
                    <a:pt x="33815" y="21548"/>
                  </a:cubicBezTo>
                  <a:lnTo>
                    <a:pt x="33815" y="21548"/>
                  </a:lnTo>
                  <a:cubicBezTo>
                    <a:pt x="33827" y="21582"/>
                    <a:pt x="33938" y="21598"/>
                    <a:pt x="33990" y="21598"/>
                  </a:cubicBezTo>
                  <a:cubicBezTo>
                    <a:pt x="34028" y="21598"/>
                    <a:pt x="34036" y="21590"/>
                    <a:pt x="33961" y="21573"/>
                  </a:cubicBezTo>
                  <a:lnTo>
                    <a:pt x="33961" y="21573"/>
                  </a:lnTo>
                  <a:cubicBezTo>
                    <a:pt x="34002" y="21582"/>
                    <a:pt x="34050" y="21585"/>
                    <a:pt x="34098" y="21585"/>
                  </a:cubicBezTo>
                  <a:cubicBezTo>
                    <a:pt x="34195" y="21585"/>
                    <a:pt x="34295" y="21573"/>
                    <a:pt x="34362" y="21573"/>
                  </a:cubicBezTo>
                  <a:lnTo>
                    <a:pt x="38246" y="21573"/>
                  </a:lnTo>
                  <a:cubicBezTo>
                    <a:pt x="40302" y="21548"/>
                    <a:pt x="42357" y="21548"/>
                    <a:pt x="44412" y="21548"/>
                  </a:cubicBezTo>
                  <a:lnTo>
                    <a:pt x="56743" y="21548"/>
                  </a:lnTo>
                  <a:cubicBezTo>
                    <a:pt x="56907" y="21551"/>
                    <a:pt x="57071" y="21553"/>
                    <a:pt x="57235" y="21553"/>
                  </a:cubicBezTo>
                  <a:cubicBezTo>
                    <a:pt x="58590" y="21553"/>
                    <a:pt x="59907" y="21447"/>
                    <a:pt x="61204" y="21022"/>
                  </a:cubicBezTo>
                  <a:cubicBezTo>
                    <a:pt x="62482" y="20596"/>
                    <a:pt x="63660" y="19944"/>
                    <a:pt x="64688" y="19092"/>
                  </a:cubicBezTo>
                  <a:cubicBezTo>
                    <a:pt x="66793" y="17363"/>
                    <a:pt x="68171" y="14882"/>
                    <a:pt x="68522" y="12175"/>
                  </a:cubicBezTo>
                  <a:cubicBezTo>
                    <a:pt x="68873" y="9468"/>
                    <a:pt x="68146" y="6636"/>
                    <a:pt x="66517" y="4430"/>
                  </a:cubicBezTo>
                  <a:cubicBezTo>
                    <a:pt x="64938" y="2275"/>
                    <a:pt x="62582" y="746"/>
                    <a:pt x="59951" y="220"/>
                  </a:cubicBezTo>
                  <a:cubicBezTo>
                    <a:pt x="59249" y="95"/>
                    <a:pt x="58547" y="19"/>
                    <a:pt x="57846" y="19"/>
                  </a:cubicBezTo>
                  <a:cubicBezTo>
                    <a:pt x="54337" y="7"/>
                    <a:pt x="50822" y="1"/>
                    <a:pt x="473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4" name="Google Shape;3344;p38"/>
            <p:cNvSpPr/>
            <p:nvPr/>
          </p:nvSpPr>
          <p:spPr>
            <a:xfrm>
              <a:off x="727396" y="1505436"/>
              <a:ext cx="747866" cy="527620"/>
            </a:xfrm>
            <a:custGeom>
              <a:rect b="b" l="l" r="r" t="t"/>
              <a:pathLst>
                <a:path extrusionOk="0" h="29600" w="41956">
                  <a:moveTo>
                    <a:pt x="30552" y="0"/>
                  </a:moveTo>
                  <a:cubicBezTo>
                    <a:pt x="24161" y="0"/>
                    <a:pt x="17745" y="25"/>
                    <a:pt x="11354" y="51"/>
                  </a:cubicBezTo>
                  <a:cubicBezTo>
                    <a:pt x="5063" y="101"/>
                    <a:pt x="0" y="4812"/>
                    <a:pt x="0" y="10627"/>
                  </a:cubicBezTo>
                  <a:cubicBezTo>
                    <a:pt x="0" y="16436"/>
                    <a:pt x="5085" y="21179"/>
                    <a:pt x="11380" y="21179"/>
                  </a:cubicBezTo>
                  <a:cubicBezTo>
                    <a:pt x="11413" y="21179"/>
                    <a:pt x="11446" y="21179"/>
                    <a:pt x="11479" y="21178"/>
                  </a:cubicBezTo>
                  <a:cubicBezTo>
                    <a:pt x="14687" y="21153"/>
                    <a:pt x="17895" y="21153"/>
                    <a:pt x="21128" y="21153"/>
                  </a:cubicBezTo>
                  <a:cubicBezTo>
                    <a:pt x="23359" y="24111"/>
                    <a:pt x="25765" y="26943"/>
                    <a:pt x="28346" y="29600"/>
                  </a:cubicBezTo>
                  <a:lnTo>
                    <a:pt x="29700" y="21128"/>
                  </a:lnTo>
                  <a:lnTo>
                    <a:pt x="30552" y="21128"/>
                  </a:lnTo>
                  <a:cubicBezTo>
                    <a:pt x="36868" y="21128"/>
                    <a:pt x="41956" y="16417"/>
                    <a:pt x="41956" y="10577"/>
                  </a:cubicBezTo>
                  <a:cubicBezTo>
                    <a:pt x="41956" y="4737"/>
                    <a:pt x="36868" y="0"/>
                    <a:pt x="305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5" name="Google Shape;3345;p38"/>
            <p:cNvSpPr/>
            <p:nvPr/>
          </p:nvSpPr>
          <p:spPr>
            <a:xfrm>
              <a:off x="716219" y="1501853"/>
              <a:ext cx="767527" cy="534928"/>
            </a:xfrm>
            <a:custGeom>
              <a:rect b="b" l="l" r="r" t="t"/>
              <a:pathLst>
                <a:path extrusionOk="0" h="30010" w="43059">
                  <a:moveTo>
                    <a:pt x="31179" y="427"/>
                  </a:moveTo>
                  <a:cubicBezTo>
                    <a:pt x="35715" y="427"/>
                    <a:pt x="40202" y="3084"/>
                    <a:pt x="41806" y="7445"/>
                  </a:cubicBezTo>
                  <a:cubicBezTo>
                    <a:pt x="42557" y="9525"/>
                    <a:pt x="42583" y="11831"/>
                    <a:pt x="41856" y="13911"/>
                  </a:cubicBezTo>
                  <a:cubicBezTo>
                    <a:pt x="41154" y="15991"/>
                    <a:pt x="39725" y="17770"/>
                    <a:pt x="37946" y="19024"/>
                  </a:cubicBezTo>
                  <a:cubicBezTo>
                    <a:pt x="36893" y="19775"/>
                    <a:pt x="35715" y="20327"/>
                    <a:pt x="34487" y="20678"/>
                  </a:cubicBezTo>
                  <a:cubicBezTo>
                    <a:pt x="33134" y="21054"/>
                    <a:pt x="31755" y="21129"/>
                    <a:pt x="30327" y="21129"/>
                  </a:cubicBezTo>
                  <a:cubicBezTo>
                    <a:pt x="30252" y="21129"/>
                    <a:pt x="30151" y="21204"/>
                    <a:pt x="30126" y="21279"/>
                  </a:cubicBezTo>
                  <a:cubicBezTo>
                    <a:pt x="29725" y="23760"/>
                    <a:pt x="29349" y="26242"/>
                    <a:pt x="28948" y="28723"/>
                  </a:cubicBezTo>
                  <a:cubicBezTo>
                    <a:pt x="28917" y="28926"/>
                    <a:pt x="28876" y="29139"/>
                    <a:pt x="28838" y="29355"/>
                  </a:cubicBezTo>
                  <a:lnTo>
                    <a:pt x="28838" y="29355"/>
                  </a:lnTo>
                  <a:cubicBezTo>
                    <a:pt x="26988" y="27439"/>
                    <a:pt x="25228" y="25433"/>
                    <a:pt x="23560" y="23359"/>
                  </a:cubicBezTo>
                  <a:cubicBezTo>
                    <a:pt x="23134" y="22808"/>
                    <a:pt x="22708" y="22257"/>
                    <a:pt x="22282" y="21705"/>
                  </a:cubicBezTo>
                  <a:cubicBezTo>
                    <a:pt x="22131" y="21505"/>
                    <a:pt x="21956" y="21154"/>
                    <a:pt x="21705" y="21129"/>
                  </a:cubicBezTo>
                  <a:lnTo>
                    <a:pt x="20552" y="21129"/>
                  </a:lnTo>
                  <a:cubicBezTo>
                    <a:pt x="19074" y="21154"/>
                    <a:pt x="17620" y="21154"/>
                    <a:pt x="16141" y="21154"/>
                  </a:cubicBezTo>
                  <a:cubicBezTo>
                    <a:pt x="14978" y="21154"/>
                    <a:pt x="13832" y="21186"/>
                    <a:pt x="12675" y="21186"/>
                  </a:cubicBezTo>
                  <a:cubicBezTo>
                    <a:pt x="12386" y="21186"/>
                    <a:pt x="12096" y="21184"/>
                    <a:pt x="11805" y="21179"/>
                  </a:cubicBezTo>
                  <a:cubicBezTo>
                    <a:pt x="10728" y="21154"/>
                    <a:pt x="9675" y="21004"/>
                    <a:pt x="8648" y="20703"/>
                  </a:cubicBezTo>
                  <a:cubicBezTo>
                    <a:pt x="6743" y="20126"/>
                    <a:pt x="4988" y="19074"/>
                    <a:pt x="3610" y="17645"/>
                  </a:cubicBezTo>
                  <a:cubicBezTo>
                    <a:pt x="2257" y="16217"/>
                    <a:pt x="1329" y="14437"/>
                    <a:pt x="978" y="12507"/>
                  </a:cubicBezTo>
                  <a:cubicBezTo>
                    <a:pt x="627" y="10552"/>
                    <a:pt x="903" y="8522"/>
                    <a:pt x="1730" y="6743"/>
                  </a:cubicBezTo>
                  <a:cubicBezTo>
                    <a:pt x="3460" y="3033"/>
                    <a:pt x="7344" y="703"/>
                    <a:pt x="11379" y="477"/>
                  </a:cubicBezTo>
                  <a:cubicBezTo>
                    <a:pt x="11981" y="445"/>
                    <a:pt x="12587" y="436"/>
                    <a:pt x="13196" y="436"/>
                  </a:cubicBezTo>
                  <a:cubicBezTo>
                    <a:pt x="14007" y="436"/>
                    <a:pt x="14824" y="452"/>
                    <a:pt x="15640" y="452"/>
                  </a:cubicBezTo>
                  <a:cubicBezTo>
                    <a:pt x="17119" y="452"/>
                    <a:pt x="18597" y="427"/>
                    <a:pt x="20076" y="427"/>
                  </a:cubicBezTo>
                  <a:close/>
                  <a:moveTo>
                    <a:pt x="31179" y="1"/>
                  </a:moveTo>
                  <a:cubicBezTo>
                    <a:pt x="25866" y="1"/>
                    <a:pt x="20527" y="1"/>
                    <a:pt x="15214" y="26"/>
                  </a:cubicBezTo>
                  <a:cubicBezTo>
                    <a:pt x="15003" y="28"/>
                    <a:pt x="14792" y="29"/>
                    <a:pt x="14582" y="29"/>
                  </a:cubicBezTo>
                  <a:cubicBezTo>
                    <a:pt x="14169" y="29"/>
                    <a:pt x="13756" y="26"/>
                    <a:pt x="13344" y="26"/>
                  </a:cubicBezTo>
                  <a:cubicBezTo>
                    <a:pt x="11765" y="26"/>
                    <a:pt x="10193" y="71"/>
                    <a:pt x="8648" y="502"/>
                  </a:cubicBezTo>
                  <a:cubicBezTo>
                    <a:pt x="6943" y="1003"/>
                    <a:pt x="5339" y="1856"/>
                    <a:pt x="4011" y="3033"/>
                  </a:cubicBezTo>
                  <a:cubicBezTo>
                    <a:pt x="1379" y="5364"/>
                    <a:pt x="1" y="8873"/>
                    <a:pt x="527" y="12382"/>
                  </a:cubicBezTo>
                  <a:cubicBezTo>
                    <a:pt x="1079" y="15841"/>
                    <a:pt x="3460" y="18798"/>
                    <a:pt x="6592" y="20352"/>
                  </a:cubicBezTo>
                  <a:cubicBezTo>
                    <a:pt x="8247" y="21154"/>
                    <a:pt x="10101" y="21580"/>
                    <a:pt x="11956" y="21580"/>
                  </a:cubicBezTo>
                  <a:cubicBezTo>
                    <a:pt x="12719" y="21587"/>
                    <a:pt x="13483" y="21590"/>
                    <a:pt x="14246" y="21590"/>
                  </a:cubicBezTo>
                  <a:cubicBezTo>
                    <a:pt x="16089" y="21590"/>
                    <a:pt x="17932" y="21573"/>
                    <a:pt x="19775" y="21555"/>
                  </a:cubicBezTo>
                  <a:lnTo>
                    <a:pt x="21631" y="21555"/>
                  </a:lnTo>
                  <a:cubicBezTo>
                    <a:pt x="23865" y="24501"/>
                    <a:pt x="26271" y="27299"/>
                    <a:pt x="28823" y="29951"/>
                  </a:cubicBezTo>
                  <a:cubicBezTo>
                    <a:pt x="28862" y="29990"/>
                    <a:pt x="28919" y="30010"/>
                    <a:pt x="28976" y="30010"/>
                  </a:cubicBezTo>
                  <a:cubicBezTo>
                    <a:pt x="29067" y="30010"/>
                    <a:pt x="29159" y="29959"/>
                    <a:pt x="29174" y="29851"/>
                  </a:cubicBezTo>
                  <a:cubicBezTo>
                    <a:pt x="29575" y="27395"/>
                    <a:pt x="29976" y="24913"/>
                    <a:pt x="30377" y="22432"/>
                  </a:cubicBezTo>
                  <a:cubicBezTo>
                    <a:pt x="30419" y="22134"/>
                    <a:pt x="30462" y="21837"/>
                    <a:pt x="30505" y="21555"/>
                  </a:cubicBezTo>
                  <a:lnTo>
                    <a:pt x="30505" y="21555"/>
                  </a:lnTo>
                  <a:cubicBezTo>
                    <a:pt x="31769" y="21550"/>
                    <a:pt x="32990" y="21490"/>
                    <a:pt x="34212" y="21179"/>
                  </a:cubicBezTo>
                  <a:cubicBezTo>
                    <a:pt x="35364" y="20878"/>
                    <a:pt x="36467" y="20427"/>
                    <a:pt x="37470" y="19826"/>
                  </a:cubicBezTo>
                  <a:cubicBezTo>
                    <a:pt x="39450" y="18648"/>
                    <a:pt x="41054" y="16893"/>
                    <a:pt x="41956" y="14788"/>
                  </a:cubicBezTo>
                  <a:cubicBezTo>
                    <a:pt x="42883" y="12708"/>
                    <a:pt x="43059" y="10327"/>
                    <a:pt x="42457" y="8121"/>
                  </a:cubicBezTo>
                  <a:cubicBezTo>
                    <a:pt x="41856" y="5916"/>
                    <a:pt x="40502" y="3986"/>
                    <a:pt x="38723" y="2582"/>
                  </a:cubicBezTo>
                  <a:cubicBezTo>
                    <a:pt x="36843" y="1079"/>
                    <a:pt x="34512" y="226"/>
                    <a:pt x="32131" y="26"/>
                  </a:cubicBezTo>
                  <a:cubicBezTo>
                    <a:pt x="31806" y="1"/>
                    <a:pt x="31505" y="1"/>
                    <a:pt x="311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6" name="Google Shape;3346;p38"/>
            <p:cNvSpPr/>
            <p:nvPr/>
          </p:nvSpPr>
          <p:spPr>
            <a:xfrm>
              <a:off x="1640118" y="1425915"/>
              <a:ext cx="73742" cy="146593"/>
            </a:xfrm>
            <a:custGeom>
              <a:rect b="b" l="l" r="r" t="t"/>
              <a:pathLst>
                <a:path extrusionOk="0" h="8224" w="4137">
                  <a:moveTo>
                    <a:pt x="1855" y="0"/>
                  </a:moveTo>
                  <a:cubicBezTo>
                    <a:pt x="1530" y="1253"/>
                    <a:pt x="903" y="2431"/>
                    <a:pt x="502" y="3659"/>
                  </a:cubicBezTo>
                  <a:cubicBezTo>
                    <a:pt x="151" y="4712"/>
                    <a:pt x="1" y="5865"/>
                    <a:pt x="352" y="6918"/>
                  </a:cubicBezTo>
                  <a:cubicBezTo>
                    <a:pt x="452" y="7268"/>
                    <a:pt x="627" y="7594"/>
                    <a:pt x="903" y="7845"/>
                  </a:cubicBezTo>
                  <a:cubicBezTo>
                    <a:pt x="1202" y="8098"/>
                    <a:pt x="1585" y="8224"/>
                    <a:pt x="1974" y="8224"/>
                  </a:cubicBezTo>
                  <a:cubicBezTo>
                    <a:pt x="2010" y="8224"/>
                    <a:pt x="2045" y="8223"/>
                    <a:pt x="2081" y="8221"/>
                  </a:cubicBezTo>
                  <a:cubicBezTo>
                    <a:pt x="2507" y="8196"/>
                    <a:pt x="2933" y="8020"/>
                    <a:pt x="3259" y="7745"/>
                  </a:cubicBezTo>
                  <a:cubicBezTo>
                    <a:pt x="3885" y="7193"/>
                    <a:pt x="4136" y="6266"/>
                    <a:pt x="4086" y="5414"/>
                  </a:cubicBezTo>
                  <a:cubicBezTo>
                    <a:pt x="4011" y="4562"/>
                    <a:pt x="3660" y="3760"/>
                    <a:pt x="3259" y="3008"/>
                  </a:cubicBezTo>
                  <a:cubicBezTo>
                    <a:pt x="2733" y="2030"/>
                    <a:pt x="2106" y="1078"/>
                    <a:pt x="18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7" name="Google Shape;3347;p38"/>
            <p:cNvSpPr/>
            <p:nvPr/>
          </p:nvSpPr>
          <p:spPr>
            <a:xfrm>
              <a:off x="1636606" y="1421887"/>
              <a:ext cx="83902" cy="154186"/>
            </a:xfrm>
            <a:custGeom>
              <a:rect b="b" l="l" r="r" t="t"/>
              <a:pathLst>
                <a:path extrusionOk="0" h="8650" w="4707">
                  <a:moveTo>
                    <a:pt x="2054" y="927"/>
                  </a:moveTo>
                  <a:cubicBezTo>
                    <a:pt x="2531" y="2194"/>
                    <a:pt x="3402" y="3299"/>
                    <a:pt x="3832" y="4587"/>
                  </a:cubicBezTo>
                  <a:cubicBezTo>
                    <a:pt x="4082" y="5339"/>
                    <a:pt x="4183" y="6116"/>
                    <a:pt x="3932" y="6868"/>
                  </a:cubicBezTo>
                  <a:cubicBezTo>
                    <a:pt x="3681" y="7595"/>
                    <a:pt x="3080" y="8171"/>
                    <a:pt x="2278" y="8246"/>
                  </a:cubicBezTo>
                  <a:cubicBezTo>
                    <a:pt x="2274" y="8246"/>
                    <a:pt x="2269" y="8246"/>
                    <a:pt x="2265" y="8247"/>
                  </a:cubicBezTo>
                  <a:lnTo>
                    <a:pt x="2265" y="8247"/>
                  </a:lnTo>
                  <a:cubicBezTo>
                    <a:pt x="2250" y="8247"/>
                    <a:pt x="2236" y="8247"/>
                    <a:pt x="2221" y="8247"/>
                  </a:cubicBezTo>
                  <a:cubicBezTo>
                    <a:pt x="448" y="8247"/>
                    <a:pt x="426" y="5902"/>
                    <a:pt x="699" y="4637"/>
                  </a:cubicBezTo>
                  <a:cubicBezTo>
                    <a:pt x="999" y="3353"/>
                    <a:pt x="1627" y="2179"/>
                    <a:pt x="2054" y="927"/>
                  </a:cubicBezTo>
                  <a:close/>
                  <a:moveTo>
                    <a:pt x="2052" y="1"/>
                  </a:moveTo>
                  <a:cubicBezTo>
                    <a:pt x="1965" y="1"/>
                    <a:pt x="1877" y="51"/>
                    <a:pt x="1852" y="151"/>
                  </a:cubicBezTo>
                  <a:cubicBezTo>
                    <a:pt x="1401" y="1855"/>
                    <a:pt x="423" y="3409"/>
                    <a:pt x="198" y="5164"/>
                  </a:cubicBezTo>
                  <a:cubicBezTo>
                    <a:pt x="1" y="6592"/>
                    <a:pt x="409" y="8649"/>
                    <a:pt x="2182" y="8649"/>
                  </a:cubicBezTo>
                  <a:cubicBezTo>
                    <a:pt x="2204" y="8649"/>
                    <a:pt x="2227" y="8649"/>
                    <a:pt x="2249" y="8648"/>
                  </a:cubicBezTo>
                  <a:lnTo>
                    <a:pt x="2249" y="8648"/>
                  </a:lnTo>
                  <a:cubicBezTo>
                    <a:pt x="2251" y="8648"/>
                    <a:pt x="2253" y="8648"/>
                    <a:pt x="2255" y="8648"/>
                  </a:cubicBezTo>
                  <a:cubicBezTo>
                    <a:pt x="2262" y="8648"/>
                    <a:pt x="2270" y="8648"/>
                    <a:pt x="2278" y="8647"/>
                  </a:cubicBezTo>
                  <a:lnTo>
                    <a:pt x="2278" y="8647"/>
                  </a:lnTo>
                  <a:cubicBezTo>
                    <a:pt x="2278" y="8647"/>
                    <a:pt x="2278" y="8647"/>
                    <a:pt x="2278" y="8647"/>
                  </a:cubicBezTo>
                  <a:cubicBezTo>
                    <a:pt x="2294" y="8647"/>
                    <a:pt x="2310" y="8646"/>
                    <a:pt x="2324" y="8643"/>
                  </a:cubicBezTo>
                  <a:lnTo>
                    <a:pt x="2324" y="8643"/>
                  </a:lnTo>
                  <a:cubicBezTo>
                    <a:pt x="4069" y="8465"/>
                    <a:pt x="4706" y="6654"/>
                    <a:pt x="4408" y="5113"/>
                  </a:cubicBezTo>
                  <a:cubicBezTo>
                    <a:pt x="4057" y="3309"/>
                    <a:pt x="2704" y="1930"/>
                    <a:pt x="2253" y="151"/>
                  </a:cubicBezTo>
                  <a:cubicBezTo>
                    <a:pt x="2228" y="51"/>
                    <a:pt x="2140" y="1"/>
                    <a:pt x="20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38"/>
            <p:cNvSpPr/>
            <p:nvPr/>
          </p:nvSpPr>
          <p:spPr>
            <a:xfrm>
              <a:off x="1673184" y="1502298"/>
              <a:ext cx="22353" cy="47824"/>
            </a:xfrm>
            <a:custGeom>
              <a:rect b="b" l="l" r="r" t="t"/>
              <a:pathLst>
                <a:path extrusionOk="0" h="2683" w="1254">
                  <a:moveTo>
                    <a:pt x="903" y="1"/>
                  </a:moveTo>
                  <a:cubicBezTo>
                    <a:pt x="802" y="1"/>
                    <a:pt x="702" y="101"/>
                    <a:pt x="702" y="201"/>
                  </a:cubicBezTo>
                  <a:cubicBezTo>
                    <a:pt x="802" y="903"/>
                    <a:pt x="903" y="1931"/>
                    <a:pt x="126" y="2282"/>
                  </a:cubicBezTo>
                  <a:cubicBezTo>
                    <a:pt x="25" y="2332"/>
                    <a:pt x="0" y="2482"/>
                    <a:pt x="50" y="2582"/>
                  </a:cubicBezTo>
                  <a:cubicBezTo>
                    <a:pt x="101" y="2649"/>
                    <a:pt x="173" y="2683"/>
                    <a:pt x="245" y="2683"/>
                  </a:cubicBezTo>
                  <a:cubicBezTo>
                    <a:pt x="282" y="2683"/>
                    <a:pt x="318" y="2674"/>
                    <a:pt x="351" y="2658"/>
                  </a:cubicBezTo>
                  <a:cubicBezTo>
                    <a:pt x="727" y="2482"/>
                    <a:pt x="978" y="2106"/>
                    <a:pt x="1103" y="1705"/>
                  </a:cubicBezTo>
                  <a:cubicBezTo>
                    <a:pt x="1253" y="1229"/>
                    <a:pt x="1178" y="703"/>
                    <a:pt x="1128" y="201"/>
                  </a:cubicBezTo>
                  <a:cubicBezTo>
                    <a:pt x="1103" y="101"/>
                    <a:pt x="1028" y="1"/>
                    <a:pt x="9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9" name="Google Shape;3349;p38"/>
            <p:cNvSpPr/>
            <p:nvPr/>
          </p:nvSpPr>
          <p:spPr>
            <a:xfrm>
              <a:off x="1674075" y="1475952"/>
              <a:ext cx="9839" cy="7611"/>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0" name="Google Shape;3350;p38"/>
            <p:cNvSpPr/>
            <p:nvPr/>
          </p:nvSpPr>
          <p:spPr>
            <a:xfrm>
              <a:off x="2065881" y="1358445"/>
              <a:ext cx="74170" cy="146611"/>
            </a:xfrm>
            <a:custGeom>
              <a:rect b="b" l="l" r="r" t="t"/>
              <a:pathLst>
                <a:path extrusionOk="0" h="8225" w="4161">
                  <a:moveTo>
                    <a:pt x="2306" y="1"/>
                  </a:moveTo>
                  <a:cubicBezTo>
                    <a:pt x="2031" y="1104"/>
                    <a:pt x="1429" y="2031"/>
                    <a:pt x="903" y="3008"/>
                  </a:cubicBezTo>
                  <a:cubicBezTo>
                    <a:pt x="502" y="3760"/>
                    <a:pt x="151" y="4562"/>
                    <a:pt x="76" y="5414"/>
                  </a:cubicBezTo>
                  <a:cubicBezTo>
                    <a:pt x="1" y="6266"/>
                    <a:pt x="276" y="7194"/>
                    <a:pt x="903" y="7745"/>
                  </a:cubicBezTo>
                  <a:cubicBezTo>
                    <a:pt x="1229" y="8021"/>
                    <a:pt x="1655" y="8196"/>
                    <a:pt x="2081" y="8221"/>
                  </a:cubicBezTo>
                  <a:cubicBezTo>
                    <a:pt x="2116" y="8223"/>
                    <a:pt x="2152" y="8224"/>
                    <a:pt x="2187" y="8224"/>
                  </a:cubicBezTo>
                  <a:cubicBezTo>
                    <a:pt x="2577" y="8224"/>
                    <a:pt x="2958" y="8098"/>
                    <a:pt x="3234" y="7845"/>
                  </a:cubicBezTo>
                  <a:cubicBezTo>
                    <a:pt x="3534" y="7595"/>
                    <a:pt x="3710" y="7269"/>
                    <a:pt x="3810" y="6918"/>
                  </a:cubicBezTo>
                  <a:cubicBezTo>
                    <a:pt x="4161" y="5865"/>
                    <a:pt x="3986" y="4713"/>
                    <a:pt x="3660" y="3685"/>
                  </a:cubicBezTo>
                  <a:cubicBezTo>
                    <a:pt x="3259" y="2432"/>
                    <a:pt x="2632" y="1254"/>
                    <a:pt x="230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1" name="Google Shape;3351;p38"/>
            <p:cNvSpPr/>
            <p:nvPr/>
          </p:nvSpPr>
          <p:spPr>
            <a:xfrm>
              <a:off x="2059660" y="1354435"/>
              <a:ext cx="83902" cy="154168"/>
            </a:xfrm>
            <a:custGeom>
              <a:rect b="b" l="l" r="r" t="t"/>
              <a:pathLst>
                <a:path extrusionOk="0" h="8649" w="4707">
                  <a:moveTo>
                    <a:pt x="2650" y="915"/>
                  </a:moveTo>
                  <a:lnTo>
                    <a:pt x="2650" y="915"/>
                  </a:lnTo>
                  <a:cubicBezTo>
                    <a:pt x="3077" y="2171"/>
                    <a:pt x="3708" y="3349"/>
                    <a:pt x="4009" y="4637"/>
                  </a:cubicBezTo>
                  <a:cubicBezTo>
                    <a:pt x="4282" y="5902"/>
                    <a:pt x="4260" y="8247"/>
                    <a:pt x="2486" y="8247"/>
                  </a:cubicBezTo>
                  <a:cubicBezTo>
                    <a:pt x="2472" y="8247"/>
                    <a:pt x="2457" y="8246"/>
                    <a:pt x="2443" y="8246"/>
                  </a:cubicBezTo>
                  <a:lnTo>
                    <a:pt x="2443" y="8246"/>
                  </a:lnTo>
                  <a:cubicBezTo>
                    <a:pt x="2438" y="8246"/>
                    <a:pt x="2434" y="8246"/>
                    <a:pt x="2430" y="8246"/>
                  </a:cubicBezTo>
                  <a:cubicBezTo>
                    <a:pt x="1628" y="8171"/>
                    <a:pt x="1026" y="7594"/>
                    <a:pt x="776" y="6867"/>
                  </a:cubicBezTo>
                  <a:cubicBezTo>
                    <a:pt x="525" y="6115"/>
                    <a:pt x="625" y="5339"/>
                    <a:pt x="876" y="4587"/>
                  </a:cubicBezTo>
                  <a:cubicBezTo>
                    <a:pt x="1307" y="3294"/>
                    <a:pt x="2163" y="2187"/>
                    <a:pt x="2650" y="915"/>
                  </a:cubicBezTo>
                  <a:close/>
                  <a:moveTo>
                    <a:pt x="2655" y="0"/>
                  </a:moveTo>
                  <a:cubicBezTo>
                    <a:pt x="2568" y="0"/>
                    <a:pt x="2480" y="50"/>
                    <a:pt x="2455" y="151"/>
                  </a:cubicBezTo>
                  <a:cubicBezTo>
                    <a:pt x="2004" y="1930"/>
                    <a:pt x="650" y="3308"/>
                    <a:pt x="299" y="5113"/>
                  </a:cubicBezTo>
                  <a:cubicBezTo>
                    <a:pt x="1" y="6655"/>
                    <a:pt x="641" y="8494"/>
                    <a:pt x="2391" y="8644"/>
                  </a:cubicBezTo>
                  <a:lnTo>
                    <a:pt x="2391" y="8644"/>
                  </a:lnTo>
                  <a:cubicBezTo>
                    <a:pt x="2403" y="8646"/>
                    <a:pt x="2416" y="8647"/>
                    <a:pt x="2430" y="8647"/>
                  </a:cubicBezTo>
                  <a:cubicBezTo>
                    <a:pt x="2430" y="8647"/>
                    <a:pt x="2430" y="8647"/>
                    <a:pt x="2430" y="8647"/>
                  </a:cubicBezTo>
                  <a:lnTo>
                    <a:pt x="2430" y="8647"/>
                  </a:lnTo>
                  <a:cubicBezTo>
                    <a:pt x="2438" y="8648"/>
                    <a:pt x="2445" y="8648"/>
                    <a:pt x="2453" y="8648"/>
                  </a:cubicBezTo>
                  <a:cubicBezTo>
                    <a:pt x="2455" y="8648"/>
                    <a:pt x="2457" y="8648"/>
                    <a:pt x="2458" y="8648"/>
                  </a:cubicBezTo>
                  <a:lnTo>
                    <a:pt x="2458" y="8648"/>
                  </a:lnTo>
                  <a:cubicBezTo>
                    <a:pt x="2481" y="8648"/>
                    <a:pt x="2503" y="8649"/>
                    <a:pt x="2525" y="8649"/>
                  </a:cubicBezTo>
                  <a:cubicBezTo>
                    <a:pt x="4299" y="8649"/>
                    <a:pt x="4707" y="6591"/>
                    <a:pt x="4510" y="5163"/>
                  </a:cubicBezTo>
                  <a:cubicBezTo>
                    <a:pt x="4284" y="3409"/>
                    <a:pt x="3307" y="1855"/>
                    <a:pt x="2856" y="151"/>
                  </a:cubicBezTo>
                  <a:cubicBezTo>
                    <a:pt x="2831" y="50"/>
                    <a:pt x="2743" y="0"/>
                    <a:pt x="26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2" name="Google Shape;3352;p38"/>
            <p:cNvSpPr/>
            <p:nvPr/>
          </p:nvSpPr>
          <p:spPr>
            <a:xfrm>
              <a:off x="2084651" y="1434846"/>
              <a:ext cx="22353" cy="47824"/>
            </a:xfrm>
            <a:custGeom>
              <a:rect b="b" l="l" r="r" t="t"/>
              <a:pathLst>
                <a:path extrusionOk="0" h="2683" w="1254">
                  <a:moveTo>
                    <a:pt x="326" y="0"/>
                  </a:moveTo>
                  <a:cubicBezTo>
                    <a:pt x="201" y="0"/>
                    <a:pt x="151" y="101"/>
                    <a:pt x="126" y="201"/>
                  </a:cubicBezTo>
                  <a:cubicBezTo>
                    <a:pt x="75" y="702"/>
                    <a:pt x="0" y="1229"/>
                    <a:pt x="151" y="1705"/>
                  </a:cubicBezTo>
                  <a:cubicBezTo>
                    <a:pt x="276" y="2106"/>
                    <a:pt x="527" y="2482"/>
                    <a:pt x="902" y="2657"/>
                  </a:cubicBezTo>
                  <a:cubicBezTo>
                    <a:pt x="936" y="2674"/>
                    <a:pt x="972" y="2682"/>
                    <a:pt x="1007" y="2682"/>
                  </a:cubicBezTo>
                  <a:cubicBezTo>
                    <a:pt x="1078" y="2682"/>
                    <a:pt x="1145" y="2649"/>
                    <a:pt x="1178" y="2582"/>
                  </a:cubicBezTo>
                  <a:cubicBezTo>
                    <a:pt x="1253" y="2482"/>
                    <a:pt x="1203" y="2331"/>
                    <a:pt x="1103" y="2306"/>
                  </a:cubicBezTo>
                  <a:cubicBezTo>
                    <a:pt x="351" y="1930"/>
                    <a:pt x="451" y="903"/>
                    <a:pt x="552" y="201"/>
                  </a:cubicBezTo>
                  <a:cubicBezTo>
                    <a:pt x="552" y="101"/>
                    <a:pt x="426" y="0"/>
                    <a:pt x="3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3" name="Google Shape;3353;p38"/>
            <p:cNvSpPr/>
            <p:nvPr/>
          </p:nvSpPr>
          <p:spPr>
            <a:xfrm>
              <a:off x="2096256" y="1408482"/>
              <a:ext cx="9857" cy="7611"/>
            </a:xfrm>
            <a:custGeom>
              <a:rect b="b" l="l" r="r" t="t"/>
              <a:pathLst>
                <a:path extrusionOk="0" h="427" w="553">
                  <a:moveTo>
                    <a:pt x="277" y="1"/>
                  </a:moveTo>
                  <a:cubicBezTo>
                    <a:pt x="1" y="1"/>
                    <a:pt x="1" y="427"/>
                    <a:pt x="277" y="427"/>
                  </a:cubicBezTo>
                  <a:cubicBezTo>
                    <a:pt x="552" y="427"/>
                    <a:pt x="552" y="1"/>
                    <a:pt x="2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4" name="Google Shape;3354;p38"/>
            <p:cNvSpPr/>
            <p:nvPr/>
          </p:nvSpPr>
          <p:spPr>
            <a:xfrm>
              <a:off x="2517563" y="1433064"/>
              <a:ext cx="74170" cy="146593"/>
            </a:xfrm>
            <a:custGeom>
              <a:rect b="b" l="l" r="r" t="t"/>
              <a:pathLst>
                <a:path extrusionOk="0" h="8224" w="4161">
                  <a:moveTo>
                    <a:pt x="2306" y="0"/>
                  </a:moveTo>
                  <a:cubicBezTo>
                    <a:pt x="2030" y="1078"/>
                    <a:pt x="1429" y="2030"/>
                    <a:pt x="902" y="3008"/>
                  </a:cubicBezTo>
                  <a:cubicBezTo>
                    <a:pt x="501" y="3760"/>
                    <a:pt x="150" y="4562"/>
                    <a:pt x="75" y="5414"/>
                  </a:cubicBezTo>
                  <a:cubicBezTo>
                    <a:pt x="0" y="6266"/>
                    <a:pt x="276" y="7193"/>
                    <a:pt x="902" y="7745"/>
                  </a:cubicBezTo>
                  <a:cubicBezTo>
                    <a:pt x="1228" y="8020"/>
                    <a:pt x="1654" y="8196"/>
                    <a:pt x="2080" y="8221"/>
                  </a:cubicBezTo>
                  <a:cubicBezTo>
                    <a:pt x="2116" y="8223"/>
                    <a:pt x="2151" y="8224"/>
                    <a:pt x="2187" y="8224"/>
                  </a:cubicBezTo>
                  <a:cubicBezTo>
                    <a:pt x="2576" y="8224"/>
                    <a:pt x="2957" y="8098"/>
                    <a:pt x="3233" y="7845"/>
                  </a:cubicBezTo>
                  <a:cubicBezTo>
                    <a:pt x="3509" y="7594"/>
                    <a:pt x="3709" y="7268"/>
                    <a:pt x="3810" y="6918"/>
                  </a:cubicBezTo>
                  <a:cubicBezTo>
                    <a:pt x="4160" y="5865"/>
                    <a:pt x="3985" y="4712"/>
                    <a:pt x="3659" y="3659"/>
                  </a:cubicBezTo>
                  <a:cubicBezTo>
                    <a:pt x="3258" y="2431"/>
                    <a:pt x="2632" y="1253"/>
                    <a:pt x="230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5" name="Google Shape;3355;p38"/>
            <p:cNvSpPr/>
            <p:nvPr/>
          </p:nvSpPr>
          <p:spPr>
            <a:xfrm>
              <a:off x="2511342" y="1429035"/>
              <a:ext cx="83902" cy="154186"/>
            </a:xfrm>
            <a:custGeom>
              <a:rect b="b" l="l" r="r" t="t"/>
              <a:pathLst>
                <a:path extrusionOk="0" h="8650" w="4707">
                  <a:moveTo>
                    <a:pt x="2649" y="916"/>
                  </a:moveTo>
                  <a:cubicBezTo>
                    <a:pt x="3076" y="2172"/>
                    <a:pt x="3708" y="3349"/>
                    <a:pt x="4008" y="4637"/>
                  </a:cubicBezTo>
                  <a:cubicBezTo>
                    <a:pt x="4281" y="5902"/>
                    <a:pt x="4259" y="8247"/>
                    <a:pt x="2486" y="8247"/>
                  </a:cubicBezTo>
                  <a:cubicBezTo>
                    <a:pt x="2471" y="8247"/>
                    <a:pt x="2457" y="8247"/>
                    <a:pt x="2442" y="8247"/>
                  </a:cubicBezTo>
                  <a:lnTo>
                    <a:pt x="2442" y="8247"/>
                  </a:lnTo>
                  <a:cubicBezTo>
                    <a:pt x="2438" y="8246"/>
                    <a:pt x="2434" y="8246"/>
                    <a:pt x="2429" y="8246"/>
                  </a:cubicBezTo>
                  <a:cubicBezTo>
                    <a:pt x="1627" y="8171"/>
                    <a:pt x="1026" y="7595"/>
                    <a:pt x="775" y="6868"/>
                  </a:cubicBezTo>
                  <a:cubicBezTo>
                    <a:pt x="524" y="6116"/>
                    <a:pt x="625" y="5339"/>
                    <a:pt x="875" y="4587"/>
                  </a:cubicBezTo>
                  <a:cubicBezTo>
                    <a:pt x="1306" y="3295"/>
                    <a:pt x="2162" y="2188"/>
                    <a:pt x="2649" y="916"/>
                  </a:cubicBezTo>
                  <a:close/>
                  <a:moveTo>
                    <a:pt x="2655" y="1"/>
                  </a:moveTo>
                  <a:cubicBezTo>
                    <a:pt x="2567" y="1"/>
                    <a:pt x="2479" y="51"/>
                    <a:pt x="2454" y="151"/>
                  </a:cubicBezTo>
                  <a:cubicBezTo>
                    <a:pt x="2003" y="1930"/>
                    <a:pt x="650" y="3309"/>
                    <a:pt x="299" y="5113"/>
                  </a:cubicBezTo>
                  <a:cubicBezTo>
                    <a:pt x="1" y="6654"/>
                    <a:pt x="639" y="8465"/>
                    <a:pt x="2383" y="8643"/>
                  </a:cubicBezTo>
                  <a:lnTo>
                    <a:pt x="2383" y="8643"/>
                  </a:lnTo>
                  <a:cubicBezTo>
                    <a:pt x="2398" y="8646"/>
                    <a:pt x="2413" y="8647"/>
                    <a:pt x="2429" y="8647"/>
                  </a:cubicBezTo>
                  <a:cubicBezTo>
                    <a:pt x="2429" y="8647"/>
                    <a:pt x="2429" y="8647"/>
                    <a:pt x="2429" y="8647"/>
                  </a:cubicBezTo>
                  <a:lnTo>
                    <a:pt x="2429" y="8647"/>
                  </a:lnTo>
                  <a:cubicBezTo>
                    <a:pt x="2437" y="8648"/>
                    <a:pt x="2445" y="8648"/>
                    <a:pt x="2452" y="8648"/>
                  </a:cubicBezTo>
                  <a:cubicBezTo>
                    <a:pt x="2454" y="8648"/>
                    <a:pt x="2456" y="8648"/>
                    <a:pt x="2458" y="8648"/>
                  </a:cubicBezTo>
                  <a:lnTo>
                    <a:pt x="2458" y="8648"/>
                  </a:lnTo>
                  <a:cubicBezTo>
                    <a:pt x="2481" y="8649"/>
                    <a:pt x="2503" y="8649"/>
                    <a:pt x="2525" y="8649"/>
                  </a:cubicBezTo>
                  <a:cubicBezTo>
                    <a:pt x="4299" y="8649"/>
                    <a:pt x="4706" y="6592"/>
                    <a:pt x="4509" y="5164"/>
                  </a:cubicBezTo>
                  <a:cubicBezTo>
                    <a:pt x="4284" y="3409"/>
                    <a:pt x="3306" y="1855"/>
                    <a:pt x="2855" y="151"/>
                  </a:cubicBezTo>
                  <a:cubicBezTo>
                    <a:pt x="2830" y="51"/>
                    <a:pt x="2743" y="1"/>
                    <a:pt x="26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6" name="Google Shape;3356;p38"/>
            <p:cNvSpPr/>
            <p:nvPr/>
          </p:nvSpPr>
          <p:spPr>
            <a:xfrm>
              <a:off x="2536315" y="1509446"/>
              <a:ext cx="22353" cy="47824"/>
            </a:xfrm>
            <a:custGeom>
              <a:rect b="b" l="l" r="r" t="t"/>
              <a:pathLst>
                <a:path extrusionOk="0" h="2683" w="1254">
                  <a:moveTo>
                    <a:pt x="326" y="1"/>
                  </a:moveTo>
                  <a:cubicBezTo>
                    <a:pt x="201" y="1"/>
                    <a:pt x="151" y="101"/>
                    <a:pt x="126" y="201"/>
                  </a:cubicBezTo>
                  <a:cubicBezTo>
                    <a:pt x="76" y="703"/>
                    <a:pt x="1" y="1229"/>
                    <a:pt x="151" y="1705"/>
                  </a:cubicBezTo>
                  <a:cubicBezTo>
                    <a:pt x="276" y="2106"/>
                    <a:pt x="527" y="2482"/>
                    <a:pt x="903" y="2658"/>
                  </a:cubicBezTo>
                  <a:cubicBezTo>
                    <a:pt x="936" y="2674"/>
                    <a:pt x="973" y="2683"/>
                    <a:pt x="1008" y="2683"/>
                  </a:cubicBezTo>
                  <a:cubicBezTo>
                    <a:pt x="1078" y="2683"/>
                    <a:pt x="1145" y="2649"/>
                    <a:pt x="1179" y="2582"/>
                  </a:cubicBezTo>
                  <a:cubicBezTo>
                    <a:pt x="1254" y="2482"/>
                    <a:pt x="1204" y="2332"/>
                    <a:pt x="1103" y="2282"/>
                  </a:cubicBezTo>
                  <a:cubicBezTo>
                    <a:pt x="352" y="1931"/>
                    <a:pt x="452" y="903"/>
                    <a:pt x="552" y="201"/>
                  </a:cubicBezTo>
                  <a:cubicBezTo>
                    <a:pt x="552" y="101"/>
                    <a:pt x="427"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7" name="Google Shape;3357;p38"/>
            <p:cNvSpPr/>
            <p:nvPr/>
          </p:nvSpPr>
          <p:spPr>
            <a:xfrm>
              <a:off x="2547937" y="1483100"/>
              <a:ext cx="9839" cy="7611"/>
            </a:xfrm>
            <a:custGeom>
              <a:rect b="b" l="l" r="r" t="t"/>
              <a:pathLst>
                <a:path extrusionOk="0" h="427" w="552">
                  <a:moveTo>
                    <a:pt x="276" y="0"/>
                  </a:moveTo>
                  <a:cubicBezTo>
                    <a:pt x="0" y="0"/>
                    <a:pt x="0"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8" name="Google Shape;3358;p38"/>
            <p:cNvSpPr/>
            <p:nvPr/>
          </p:nvSpPr>
          <p:spPr>
            <a:xfrm>
              <a:off x="1468565" y="890219"/>
              <a:ext cx="1227233" cy="443753"/>
            </a:xfrm>
            <a:custGeom>
              <a:rect b="b" l="l" r="r" t="t"/>
              <a:pathLst>
                <a:path extrusionOk="0" h="24895" w="68849">
                  <a:moveTo>
                    <a:pt x="41008" y="1"/>
                  </a:moveTo>
                  <a:cubicBezTo>
                    <a:pt x="40305" y="1"/>
                    <a:pt x="39596" y="154"/>
                    <a:pt x="38923" y="378"/>
                  </a:cubicBezTo>
                  <a:cubicBezTo>
                    <a:pt x="36392" y="1230"/>
                    <a:pt x="34211" y="3009"/>
                    <a:pt x="32858" y="5290"/>
                  </a:cubicBezTo>
                  <a:cubicBezTo>
                    <a:pt x="30889" y="2907"/>
                    <a:pt x="27841" y="1432"/>
                    <a:pt x="24761" y="1432"/>
                  </a:cubicBezTo>
                  <a:cubicBezTo>
                    <a:pt x="24117" y="1432"/>
                    <a:pt x="23471" y="1497"/>
                    <a:pt x="22833" y="1631"/>
                  </a:cubicBezTo>
                  <a:cubicBezTo>
                    <a:pt x="18672" y="2508"/>
                    <a:pt x="15289" y="6493"/>
                    <a:pt x="15314" y="10779"/>
                  </a:cubicBezTo>
                  <a:cubicBezTo>
                    <a:pt x="15255" y="10794"/>
                    <a:pt x="15198" y="10801"/>
                    <a:pt x="15143" y="10801"/>
                  </a:cubicBezTo>
                  <a:cubicBezTo>
                    <a:pt x="14478" y="10801"/>
                    <a:pt x="14106" y="9750"/>
                    <a:pt x="13434" y="9426"/>
                  </a:cubicBezTo>
                  <a:cubicBezTo>
                    <a:pt x="13291" y="9357"/>
                    <a:pt x="13139" y="9326"/>
                    <a:pt x="12985" y="9326"/>
                  </a:cubicBezTo>
                  <a:cubicBezTo>
                    <a:pt x="12520" y="9326"/>
                    <a:pt x="12044" y="9613"/>
                    <a:pt x="11780" y="10027"/>
                  </a:cubicBezTo>
                  <a:cubicBezTo>
                    <a:pt x="11429" y="10553"/>
                    <a:pt x="11354" y="11205"/>
                    <a:pt x="11304" y="11857"/>
                  </a:cubicBezTo>
                  <a:cubicBezTo>
                    <a:pt x="11016" y="11245"/>
                    <a:pt x="10340" y="10878"/>
                    <a:pt x="9676" y="10878"/>
                  </a:cubicBezTo>
                  <a:cubicBezTo>
                    <a:pt x="9415" y="10878"/>
                    <a:pt x="9156" y="10935"/>
                    <a:pt x="8923" y="11055"/>
                  </a:cubicBezTo>
                  <a:cubicBezTo>
                    <a:pt x="8096" y="11481"/>
                    <a:pt x="7745" y="12634"/>
                    <a:pt x="8196" y="13461"/>
                  </a:cubicBezTo>
                  <a:cubicBezTo>
                    <a:pt x="7528" y="12926"/>
                    <a:pt x="6681" y="12670"/>
                    <a:pt x="5820" y="12670"/>
                  </a:cubicBezTo>
                  <a:cubicBezTo>
                    <a:pt x="5389" y="12670"/>
                    <a:pt x="4955" y="12734"/>
                    <a:pt x="4537" y="12859"/>
                  </a:cubicBezTo>
                  <a:cubicBezTo>
                    <a:pt x="3309" y="13210"/>
                    <a:pt x="2281" y="14062"/>
                    <a:pt x="1479" y="15090"/>
                  </a:cubicBezTo>
                  <a:cubicBezTo>
                    <a:pt x="126" y="16819"/>
                    <a:pt x="1" y="18924"/>
                    <a:pt x="1404" y="20679"/>
                  </a:cubicBezTo>
                  <a:cubicBezTo>
                    <a:pt x="4011" y="23962"/>
                    <a:pt x="8246" y="24689"/>
                    <a:pt x="12206" y="24789"/>
                  </a:cubicBezTo>
                  <a:cubicBezTo>
                    <a:pt x="15671" y="24865"/>
                    <a:pt x="19140" y="24894"/>
                    <a:pt x="22612" y="24894"/>
                  </a:cubicBezTo>
                  <a:cubicBezTo>
                    <a:pt x="28282" y="24894"/>
                    <a:pt x="33961" y="24817"/>
                    <a:pt x="39650" y="24739"/>
                  </a:cubicBezTo>
                  <a:cubicBezTo>
                    <a:pt x="45339" y="24664"/>
                    <a:pt x="51028" y="24589"/>
                    <a:pt x="56718" y="24538"/>
                  </a:cubicBezTo>
                  <a:cubicBezTo>
                    <a:pt x="56827" y="24538"/>
                    <a:pt x="56938" y="24537"/>
                    <a:pt x="57052" y="24537"/>
                  </a:cubicBezTo>
                  <a:cubicBezTo>
                    <a:pt x="57464" y="24537"/>
                    <a:pt x="57907" y="24541"/>
                    <a:pt x="58370" y="24541"/>
                  </a:cubicBezTo>
                  <a:cubicBezTo>
                    <a:pt x="62200" y="24541"/>
                    <a:pt x="67448" y="24287"/>
                    <a:pt x="68447" y="19576"/>
                  </a:cubicBezTo>
                  <a:cubicBezTo>
                    <a:pt x="68848" y="17571"/>
                    <a:pt x="67620" y="16769"/>
                    <a:pt x="65765" y="16167"/>
                  </a:cubicBezTo>
                  <a:cubicBezTo>
                    <a:pt x="65075" y="15937"/>
                    <a:pt x="64353" y="15839"/>
                    <a:pt x="63626" y="15839"/>
                  </a:cubicBezTo>
                  <a:cubicBezTo>
                    <a:pt x="62770" y="15839"/>
                    <a:pt x="61906" y="15976"/>
                    <a:pt x="61079" y="16192"/>
                  </a:cubicBezTo>
                  <a:cubicBezTo>
                    <a:pt x="61805" y="14739"/>
                    <a:pt x="62206" y="13110"/>
                    <a:pt x="62206" y="11481"/>
                  </a:cubicBezTo>
                  <a:cubicBezTo>
                    <a:pt x="62206" y="10127"/>
                    <a:pt x="61856" y="8649"/>
                    <a:pt x="60828" y="7771"/>
                  </a:cubicBezTo>
                  <a:cubicBezTo>
                    <a:pt x="60158" y="7213"/>
                    <a:pt x="59295" y="6970"/>
                    <a:pt x="58414" y="6970"/>
                  </a:cubicBezTo>
                  <a:cubicBezTo>
                    <a:pt x="57911" y="6970"/>
                    <a:pt x="57401" y="7049"/>
                    <a:pt x="56918" y="7195"/>
                  </a:cubicBezTo>
                  <a:cubicBezTo>
                    <a:pt x="55615" y="7596"/>
                    <a:pt x="54487" y="8423"/>
                    <a:pt x="53384" y="9250"/>
                  </a:cubicBezTo>
                  <a:cubicBezTo>
                    <a:pt x="53760" y="8598"/>
                    <a:pt x="53309" y="7696"/>
                    <a:pt x="52607" y="7471"/>
                  </a:cubicBezTo>
                  <a:cubicBezTo>
                    <a:pt x="52436" y="7412"/>
                    <a:pt x="52262" y="7385"/>
                    <a:pt x="52090" y="7385"/>
                  </a:cubicBezTo>
                  <a:cubicBezTo>
                    <a:pt x="51529" y="7385"/>
                    <a:pt x="50980" y="7670"/>
                    <a:pt x="50577" y="8072"/>
                  </a:cubicBezTo>
                  <a:cubicBezTo>
                    <a:pt x="51143" y="7365"/>
                    <a:pt x="50244" y="6280"/>
                    <a:pt x="49343" y="6280"/>
                  </a:cubicBezTo>
                  <a:cubicBezTo>
                    <a:pt x="49286" y="6280"/>
                    <a:pt x="49230" y="6284"/>
                    <a:pt x="49174" y="6293"/>
                  </a:cubicBezTo>
                  <a:cubicBezTo>
                    <a:pt x="48221" y="6468"/>
                    <a:pt x="47570" y="7345"/>
                    <a:pt x="47119" y="8197"/>
                  </a:cubicBezTo>
                  <a:cubicBezTo>
                    <a:pt x="47018" y="6318"/>
                    <a:pt x="46417" y="4488"/>
                    <a:pt x="45414" y="2884"/>
                  </a:cubicBezTo>
                  <a:cubicBezTo>
                    <a:pt x="44612" y="1606"/>
                    <a:pt x="43459" y="428"/>
                    <a:pt x="41956" y="102"/>
                  </a:cubicBezTo>
                  <a:cubicBezTo>
                    <a:pt x="41643" y="32"/>
                    <a:pt x="41326" y="1"/>
                    <a:pt x="410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9" name="Google Shape;3359;p38"/>
            <p:cNvSpPr/>
            <p:nvPr/>
          </p:nvSpPr>
          <p:spPr>
            <a:xfrm>
              <a:off x="1468119" y="886850"/>
              <a:ext cx="1227233" cy="450776"/>
            </a:xfrm>
            <a:custGeom>
              <a:rect b="b" l="l" r="r" t="t"/>
              <a:pathLst>
                <a:path extrusionOk="0" h="25289" w="68849">
                  <a:moveTo>
                    <a:pt x="41040" y="415"/>
                  </a:moveTo>
                  <a:cubicBezTo>
                    <a:pt x="41703" y="415"/>
                    <a:pt x="42360" y="552"/>
                    <a:pt x="42983" y="893"/>
                  </a:cubicBezTo>
                  <a:cubicBezTo>
                    <a:pt x="44136" y="1519"/>
                    <a:pt x="44963" y="2622"/>
                    <a:pt x="45590" y="3750"/>
                  </a:cubicBezTo>
                  <a:cubicBezTo>
                    <a:pt x="46392" y="5178"/>
                    <a:pt x="46843" y="6757"/>
                    <a:pt x="46943" y="8386"/>
                  </a:cubicBezTo>
                  <a:cubicBezTo>
                    <a:pt x="46943" y="8510"/>
                    <a:pt x="47048" y="8596"/>
                    <a:pt x="47153" y="8596"/>
                  </a:cubicBezTo>
                  <a:cubicBezTo>
                    <a:pt x="47217" y="8596"/>
                    <a:pt x="47281" y="8563"/>
                    <a:pt x="47319" y="8487"/>
                  </a:cubicBezTo>
                  <a:cubicBezTo>
                    <a:pt x="47720" y="7735"/>
                    <a:pt x="48297" y="6833"/>
                    <a:pt x="49224" y="6707"/>
                  </a:cubicBezTo>
                  <a:cubicBezTo>
                    <a:pt x="49271" y="6699"/>
                    <a:pt x="49319" y="6695"/>
                    <a:pt x="49368" y="6695"/>
                  </a:cubicBezTo>
                  <a:cubicBezTo>
                    <a:pt x="50031" y="6695"/>
                    <a:pt x="50841" y="7433"/>
                    <a:pt x="50468" y="8096"/>
                  </a:cubicBezTo>
                  <a:lnTo>
                    <a:pt x="50468" y="8096"/>
                  </a:lnTo>
                  <a:cubicBezTo>
                    <a:pt x="50462" y="8101"/>
                    <a:pt x="50457" y="8106"/>
                    <a:pt x="50452" y="8111"/>
                  </a:cubicBezTo>
                  <a:cubicBezTo>
                    <a:pt x="50454" y="8112"/>
                    <a:pt x="50455" y="8113"/>
                    <a:pt x="50457" y="8114"/>
                  </a:cubicBezTo>
                  <a:lnTo>
                    <a:pt x="50457" y="8114"/>
                  </a:lnTo>
                  <a:cubicBezTo>
                    <a:pt x="50447" y="8130"/>
                    <a:pt x="50438" y="8145"/>
                    <a:pt x="50427" y="8161"/>
                  </a:cubicBezTo>
                  <a:cubicBezTo>
                    <a:pt x="50313" y="8312"/>
                    <a:pt x="50457" y="8464"/>
                    <a:pt x="50610" y="8464"/>
                  </a:cubicBezTo>
                  <a:cubicBezTo>
                    <a:pt x="50660" y="8464"/>
                    <a:pt x="50710" y="8448"/>
                    <a:pt x="50753" y="8412"/>
                  </a:cubicBezTo>
                  <a:cubicBezTo>
                    <a:pt x="51108" y="8056"/>
                    <a:pt x="51604" y="7784"/>
                    <a:pt x="52103" y="7784"/>
                  </a:cubicBezTo>
                  <a:cubicBezTo>
                    <a:pt x="52273" y="7784"/>
                    <a:pt x="52442" y="7815"/>
                    <a:pt x="52607" y="7885"/>
                  </a:cubicBezTo>
                  <a:cubicBezTo>
                    <a:pt x="53159" y="8086"/>
                    <a:pt x="53510" y="8787"/>
                    <a:pt x="53234" y="9314"/>
                  </a:cubicBezTo>
                  <a:cubicBezTo>
                    <a:pt x="53152" y="9456"/>
                    <a:pt x="53269" y="9648"/>
                    <a:pt x="53410" y="9648"/>
                  </a:cubicBezTo>
                  <a:cubicBezTo>
                    <a:pt x="53443" y="9648"/>
                    <a:pt x="53477" y="9638"/>
                    <a:pt x="53510" y="9615"/>
                  </a:cubicBezTo>
                  <a:cubicBezTo>
                    <a:pt x="54955" y="8552"/>
                    <a:pt x="56617" y="7362"/>
                    <a:pt x="58450" y="7362"/>
                  </a:cubicBezTo>
                  <a:cubicBezTo>
                    <a:pt x="58778" y="7362"/>
                    <a:pt x="59111" y="7401"/>
                    <a:pt x="59449" y="7484"/>
                  </a:cubicBezTo>
                  <a:cubicBezTo>
                    <a:pt x="61630" y="8036"/>
                    <a:pt x="62106" y="10391"/>
                    <a:pt x="61981" y="12346"/>
                  </a:cubicBezTo>
                  <a:cubicBezTo>
                    <a:pt x="61906" y="13700"/>
                    <a:pt x="61530" y="15053"/>
                    <a:pt x="60928" y="16256"/>
                  </a:cubicBezTo>
                  <a:cubicBezTo>
                    <a:pt x="60834" y="16420"/>
                    <a:pt x="60960" y="16584"/>
                    <a:pt x="61120" y="16584"/>
                  </a:cubicBezTo>
                  <a:cubicBezTo>
                    <a:pt x="61131" y="16584"/>
                    <a:pt x="61142" y="16584"/>
                    <a:pt x="61154" y="16582"/>
                  </a:cubicBezTo>
                  <a:cubicBezTo>
                    <a:pt x="61977" y="16376"/>
                    <a:pt x="62813" y="16250"/>
                    <a:pt x="63645" y="16250"/>
                  </a:cubicBezTo>
                  <a:cubicBezTo>
                    <a:pt x="64435" y="16250"/>
                    <a:pt x="65222" y="16364"/>
                    <a:pt x="65991" y="16632"/>
                  </a:cubicBezTo>
                  <a:cubicBezTo>
                    <a:pt x="66943" y="16983"/>
                    <a:pt x="68071" y="17484"/>
                    <a:pt x="68297" y="18587"/>
                  </a:cubicBezTo>
                  <a:cubicBezTo>
                    <a:pt x="68497" y="19615"/>
                    <a:pt x="68021" y="20843"/>
                    <a:pt x="67445" y="21695"/>
                  </a:cubicBezTo>
                  <a:cubicBezTo>
                    <a:pt x="66918" y="22472"/>
                    <a:pt x="66141" y="23048"/>
                    <a:pt x="65314" y="23474"/>
                  </a:cubicBezTo>
                  <a:cubicBezTo>
                    <a:pt x="63535" y="24326"/>
                    <a:pt x="61455" y="24477"/>
                    <a:pt x="59500" y="24527"/>
                  </a:cubicBezTo>
                  <a:cubicBezTo>
                    <a:pt x="58196" y="24552"/>
                    <a:pt x="56893" y="24552"/>
                    <a:pt x="55590" y="24552"/>
                  </a:cubicBezTo>
                  <a:cubicBezTo>
                    <a:pt x="54287" y="24552"/>
                    <a:pt x="52983" y="24552"/>
                    <a:pt x="51680" y="24577"/>
                  </a:cubicBezTo>
                  <a:cubicBezTo>
                    <a:pt x="47670" y="24602"/>
                    <a:pt x="43660" y="24677"/>
                    <a:pt x="39675" y="24727"/>
                  </a:cubicBezTo>
                  <a:cubicBezTo>
                    <a:pt x="39673" y="24727"/>
                    <a:pt x="39670" y="24727"/>
                    <a:pt x="39668" y="24727"/>
                  </a:cubicBezTo>
                  <a:lnTo>
                    <a:pt x="39668" y="24727"/>
                  </a:lnTo>
                  <a:cubicBezTo>
                    <a:pt x="34230" y="24798"/>
                    <a:pt x="28804" y="24869"/>
                    <a:pt x="23382" y="24869"/>
                  </a:cubicBezTo>
                  <a:cubicBezTo>
                    <a:pt x="21135" y="24869"/>
                    <a:pt x="18888" y="24857"/>
                    <a:pt x="16642" y="24828"/>
                  </a:cubicBezTo>
                  <a:cubicBezTo>
                    <a:pt x="16238" y="24825"/>
                    <a:pt x="15832" y="24824"/>
                    <a:pt x="15426" y="24824"/>
                  </a:cubicBezTo>
                  <a:cubicBezTo>
                    <a:pt x="15290" y="24824"/>
                    <a:pt x="15154" y="24824"/>
                    <a:pt x="15019" y="24824"/>
                  </a:cubicBezTo>
                  <a:cubicBezTo>
                    <a:pt x="12304" y="24824"/>
                    <a:pt x="9554" y="24807"/>
                    <a:pt x="6943" y="24076"/>
                  </a:cubicBezTo>
                  <a:cubicBezTo>
                    <a:pt x="5590" y="23700"/>
                    <a:pt x="4261" y="23123"/>
                    <a:pt x="3133" y="22271"/>
                  </a:cubicBezTo>
                  <a:cubicBezTo>
                    <a:pt x="1930" y="21344"/>
                    <a:pt x="777" y="20041"/>
                    <a:pt x="652" y="18462"/>
                  </a:cubicBezTo>
                  <a:cubicBezTo>
                    <a:pt x="457" y="15814"/>
                    <a:pt x="3227" y="13045"/>
                    <a:pt x="5882" y="13045"/>
                  </a:cubicBezTo>
                  <a:cubicBezTo>
                    <a:pt x="6646" y="13045"/>
                    <a:pt x="7399" y="13274"/>
                    <a:pt x="8071" y="13800"/>
                  </a:cubicBezTo>
                  <a:cubicBezTo>
                    <a:pt x="8115" y="13831"/>
                    <a:pt x="8165" y="13845"/>
                    <a:pt x="8213" y="13845"/>
                  </a:cubicBezTo>
                  <a:cubicBezTo>
                    <a:pt x="8359" y="13845"/>
                    <a:pt x="8491" y="13719"/>
                    <a:pt x="8397" y="13549"/>
                  </a:cubicBezTo>
                  <a:cubicBezTo>
                    <a:pt x="8021" y="12823"/>
                    <a:pt x="8321" y="11795"/>
                    <a:pt x="9048" y="11419"/>
                  </a:cubicBezTo>
                  <a:cubicBezTo>
                    <a:pt x="9257" y="11318"/>
                    <a:pt x="9479" y="11271"/>
                    <a:pt x="9699" y="11271"/>
                  </a:cubicBezTo>
                  <a:cubicBezTo>
                    <a:pt x="10296" y="11271"/>
                    <a:pt x="10879" y="11615"/>
                    <a:pt x="11153" y="12146"/>
                  </a:cubicBezTo>
                  <a:cubicBezTo>
                    <a:pt x="11190" y="12219"/>
                    <a:pt x="11250" y="12249"/>
                    <a:pt x="11312" y="12249"/>
                  </a:cubicBezTo>
                  <a:cubicBezTo>
                    <a:pt x="11421" y="12249"/>
                    <a:pt x="11539" y="12157"/>
                    <a:pt x="11554" y="12046"/>
                  </a:cubicBezTo>
                  <a:cubicBezTo>
                    <a:pt x="11605" y="11394"/>
                    <a:pt x="11655" y="10667"/>
                    <a:pt x="12106" y="10166"/>
                  </a:cubicBezTo>
                  <a:cubicBezTo>
                    <a:pt x="12331" y="9908"/>
                    <a:pt x="12670" y="9723"/>
                    <a:pt x="13010" y="9723"/>
                  </a:cubicBezTo>
                  <a:cubicBezTo>
                    <a:pt x="13199" y="9723"/>
                    <a:pt x="13389" y="9781"/>
                    <a:pt x="13560" y="9915"/>
                  </a:cubicBezTo>
                  <a:cubicBezTo>
                    <a:pt x="14086" y="10304"/>
                    <a:pt x="14445" y="11194"/>
                    <a:pt x="15170" y="11194"/>
                  </a:cubicBezTo>
                  <a:cubicBezTo>
                    <a:pt x="15240" y="11194"/>
                    <a:pt x="15313" y="11186"/>
                    <a:pt x="15389" y="11168"/>
                  </a:cubicBezTo>
                  <a:cubicBezTo>
                    <a:pt x="15489" y="11143"/>
                    <a:pt x="15565" y="11043"/>
                    <a:pt x="15565" y="10968"/>
                  </a:cubicBezTo>
                  <a:cubicBezTo>
                    <a:pt x="15565" y="7960"/>
                    <a:pt x="17219" y="5128"/>
                    <a:pt x="19675" y="3449"/>
                  </a:cubicBezTo>
                  <a:cubicBezTo>
                    <a:pt x="21234" y="2375"/>
                    <a:pt x="23030" y="1848"/>
                    <a:pt x="24849" y="1848"/>
                  </a:cubicBezTo>
                  <a:cubicBezTo>
                    <a:pt x="26042" y="1848"/>
                    <a:pt x="27245" y="2075"/>
                    <a:pt x="28397" y="2522"/>
                  </a:cubicBezTo>
                  <a:cubicBezTo>
                    <a:pt x="30076" y="3173"/>
                    <a:pt x="31580" y="4251"/>
                    <a:pt x="32733" y="5630"/>
                  </a:cubicBezTo>
                  <a:cubicBezTo>
                    <a:pt x="32771" y="5668"/>
                    <a:pt x="32820" y="5684"/>
                    <a:pt x="32871" y="5684"/>
                  </a:cubicBezTo>
                  <a:cubicBezTo>
                    <a:pt x="32952" y="5684"/>
                    <a:pt x="33037" y="5641"/>
                    <a:pt x="33083" y="5579"/>
                  </a:cubicBezTo>
                  <a:cubicBezTo>
                    <a:pt x="34362" y="3399"/>
                    <a:pt x="36392" y="1695"/>
                    <a:pt x="38798" y="843"/>
                  </a:cubicBezTo>
                  <a:cubicBezTo>
                    <a:pt x="39529" y="590"/>
                    <a:pt x="40289" y="415"/>
                    <a:pt x="41040" y="415"/>
                  </a:cubicBezTo>
                  <a:close/>
                  <a:moveTo>
                    <a:pt x="40977" y="0"/>
                  </a:moveTo>
                  <a:cubicBezTo>
                    <a:pt x="39113" y="0"/>
                    <a:pt x="37172" y="943"/>
                    <a:pt x="35740" y="2021"/>
                  </a:cubicBezTo>
                  <a:cubicBezTo>
                    <a:pt x="34592" y="2864"/>
                    <a:pt x="33618" y="3927"/>
                    <a:pt x="32862" y="5128"/>
                  </a:cubicBezTo>
                  <a:lnTo>
                    <a:pt x="32862" y="5128"/>
                  </a:lnTo>
                  <a:cubicBezTo>
                    <a:pt x="30861" y="2843"/>
                    <a:pt x="27845" y="1406"/>
                    <a:pt x="24796" y="1406"/>
                  </a:cubicBezTo>
                  <a:cubicBezTo>
                    <a:pt x="24626" y="1406"/>
                    <a:pt x="24456" y="1410"/>
                    <a:pt x="24286" y="1419"/>
                  </a:cubicBezTo>
                  <a:cubicBezTo>
                    <a:pt x="21154" y="1594"/>
                    <a:pt x="18296" y="3399"/>
                    <a:pt x="16617" y="6006"/>
                  </a:cubicBezTo>
                  <a:cubicBezTo>
                    <a:pt x="15724" y="7430"/>
                    <a:pt x="15179" y="9088"/>
                    <a:pt x="15141" y="10777"/>
                  </a:cubicBezTo>
                  <a:lnTo>
                    <a:pt x="15141" y="10777"/>
                  </a:lnTo>
                  <a:cubicBezTo>
                    <a:pt x="14739" y="10743"/>
                    <a:pt x="14432" y="10234"/>
                    <a:pt x="14186" y="9965"/>
                  </a:cubicBezTo>
                  <a:cubicBezTo>
                    <a:pt x="13883" y="9615"/>
                    <a:pt x="13514" y="9309"/>
                    <a:pt x="13060" y="9309"/>
                  </a:cubicBezTo>
                  <a:cubicBezTo>
                    <a:pt x="13026" y="9309"/>
                    <a:pt x="12992" y="9310"/>
                    <a:pt x="12958" y="9314"/>
                  </a:cubicBezTo>
                  <a:cubicBezTo>
                    <a:pt x="11777" y="9377"/>
                    <a:pt x="11359" y="10470"/>
                    <a:pt x="11196" y="11488"/>
                  </a:cubicBezTo>
                  <a:lnTo>
                    <a:pt x="11196" y="11488"/>
                  </a:lnTo>
                  <a:cubicBezTo>
                    <a:pt x="10817" y="11088"/>
                    <a:pt x="10271" y="10856"/>
                    <a:pt x="9719" y="10856"/>
                  </a:cubicBezTo>
                  <a:cubicBezTo>
                    <a:pt x="9422" y="10856"/>
                    <a:pt x="9123" y="10923"/>
                    <a:pt x="8848" y="11068"/>
                  </a:cubicBezTo>
                  <a:cubicBezTo>
                    <a:pt x="8088" y="11448"/>
                    <a:pt x="7727" y="12339"/>
                    <a:pt x="7854" y="13154"/>
                  </a:cubicBezTo>
                  <a:lnTo>
                    <a:pt x="7854" y="13154"/>
                  </a:lnTo>
                  <a:cubicBezTo>
                    <a:pt x="7232" y="12804"/>
                    <a:pt x="6569" y="12648"/>
                    <a:pt x="5903" y="12648"/>
                  </a:cubicBezTo>
                  <a:cubicBezTo>
                    <a:pt x="3730" y="12648"/>
                    <a:pt x="1527" y="14309"/>
                    <a:pt x="627" y="16306"/>
                  </a:cubicBezTo>
                  <a:cubicBezTo>
                    <a:pt x="1" y="17760"/>
                    <a:pt x="126" y="19389"/>
                    <a:pt x="1028" y="20692"/>
                  </a:cubicBezTo>
                  <a:cubicBezTo>
                    <a:pt x="1905" y="21945"/>
                    <a:pt x="3133" y="22923"/>
                    <a:pt x="4487" y="23600"/>
                  </a:cubicBezTo>
                  <a:cubicBezTo>
                    <a:pt x="7294" y="25003"/>
                    <a:pt x="10477" y="25153"/>
                    <a:pt x="13560" y="25204"/>
                  </a:cubicBezTo>
                  <a:cubicBezTo>
                    <a:pt x="16642" y="25260"/>
                    <a:pt x="19711" y="25288"/>
                    <a:pt x="22787" y="25288"/>
                  </a:cubicBezTo>
                  <a:cubicBezTo>
                    <a:pt x="23812" y="25288"/>
                    <a:pt x="24838" y="25285"/>
                    <a:pt x="25865" y="25279"/>
                  </a:cubicBezTo>
                  <a:cubicBezTo>
                    <a:pt x="30477" y="25279"/>
                    <a:pt x="35063" y="25204"/>
                    <a:pt x="39675" y="25153"/>
                  </a:cubicBezTo>
                  <a:cubicBezTo>
                    <a:pt x="39677" y="25153"/>
                    <a:pt x="39679" y="25153"/>
                    <a:pt x="39681" y="25153"/>
                  </a:cubicBezTo>
                  <a:lnTo>
                    <a:pt x="39681" y="25153"/>
                  </a:lnTo>
                  <a:cubicBezTo>
                    <a:pt x="43463" y="25103"/>
                    <a:pt x="47271" y="25028"/>
                    <a:pt x="51079" y="25003"/>
                  </a:cubicBezTo>
                  <a:cubicBezTo>
                    <a:pt x="53911" y="24953"/>
                    <a:pt x="56743" y="25003"/>
                    <a:pt x="59575" y="24928"/>
                  </a:cubicBezTo>
                  <a:cubicBezTo>
                    <a:pt x="61605" y="24878"/>
                    <a:pt x="63760" y="24702"/>
                    <a:pt x="65615" y="23775"/>
                  </a:cubicBezTo>
                  <a:cubicBezTo>
                    <a:pt x="66492" y="23349"/>
                    <a:pt x="67244" y="22697"/>
                    <a:pt x="67795" y="21895"/>
                  </a:cubicBezTo>
                  <a:cubicBezTo>
                    <a:pt x="68397" y="21018"/>
                    <a:pt x="68848" y="19815"/>
                    <a:pt x="68748" y="18737"/>
                  </a:cubicBezTo>
                  <a:cubicBezTo>
                    <a:pt x="68597" y="17459"/>
                    <a:pt x="67520" y="16783"/>
                    <a:pt x="66442" y="16356"/>
                  </a:cubicBezTo>
                  <a:cubicBezTo>
                    <a:pt x="65504" y="15995"/>
                    <a:pt x="64545" y="15841"/>
                    <a:pt x="63580" y="15841"/>
                  </a:cubicBezTo>
                  <a:cubicBezTo>
                    <a:pt x="62881" y="15841"/>
                    <a:pt x="62178" y="15922"/>
                    <a:pt x="61478" y="16063"/>
                  </a:cubicBezTo>
                  <a:lnTo>
                    <a:pt x="61478" y="16063"/>
                  </a:lnTo>
                  <a:cubicBezTo>
                    <a:pt x="61942" y="15033"/>
                    <a:pt x="62247" y="13947"/>
                    <a:pt x="62357" y="12823"/>
                  </a:cubicBezTo>
                  <a:cubicBezTo>
                    <a:pt x="62482" y="11720"/>
                    <a:pt x="62457" y="10517"/>
                    <a:pt x="62081" y="9439"/>
                  </a:cubicBezTo>
                  <a:cubicBezTo>
                    <a:pt x="61705" y="8462"/>
                    <a:pt x="61054" y="7660"/>
                    <a:pt x="60076" y="7259"/>
                  </a:cubicBezTo>
                  <a:cubicBezTo>
                    <a:pt x="59570" y="7051"/>
                    <a:pt x="59023" y="6958"/>
                    <a:pt x="58471" y="6958"/>
                  </a:cubicBezTo>
                  <a:cubicBezTo>
                    <a:pt x="57957" y="6958"/>
                    <a:pt x="57439" y="7038"/>
                    <a:pt x="56943" y="7183"/>
                  </a:cubicBezTo>
                  <a:cubicBezTo>
                    <a:pt x="55761" y="7534"/>
                    <a:pt x="54732" y="8209"/>
                    <a:pt x="53738" y="8926"/>
                  </a:cubicBezTo>
                  <a:lnTo>
                    <a:pt x="53738" y="8926"/>
                  </a:lnTo>
                  <a:cubicBezTo>
                    <a:pt x="53746" y="8372"/>
                    <a:pt x="53426" y="7833"/>
                    <a:pt x="52933" y="7559"/>
                  </a:cubicBezTo>
                  <a:cubicBezTo>
                    <a:pt x="52678" y="7425"/>
                    <a:pt x="52410" y="7366"/>
                    <a:pt x="52143" y="7366"/>
                  </a:cubicBezTo>
                  <a:cubicBezTo>
                    <a:pt x="51737" y="7366"/>
                    <a:pt x="51333" y="7501"/>
                    <a:pt x="50979" y="7711"/>
                  </a:cubicBezTo>
                  <a:lnTo>
                    <a:pt x="50979" y="7711"/>
                  </a:lnTo>
                  <a:cubicBezTo>
                    <a:pt x="50950" y="7022"/>
                    <a:pt x="50235" y="6376"/>
                    <a:pt x="49550" y="6281"/>
                  </a:cubicBezTo>
                  <a:cubicBezTo>
                    <a:pt x="49482" y="6273"/>
                    <a:pt x="49415" y="6269"/>
                    <a:pt x="49349" y="6269"/>
                  </a:cubicBezTo>
                  <a:cubicBezTo>
                    <a:pt x="48469" y="6269"/>
                    <a:pt x="47777" y="6999"/>
                    <a:pt x="47293" y="7739"/>
                  </a:cubicBezTo>
                  <a:lnTo>
                    <a:pt x="47293" y="7739"/>
                  </a:lnTo>
                  <a:cubicBezTo>
                    <a:pt x="47150" y="6440"/>
                    <a:pt x="46772" y="5183"/>
                    <a:pt x="46191" y="4000"/>
                  </a:cubicBezTo>
                  <a:cubicBezTo>
                    <a:pt x="45590" y="2747"/>
                    <a:pt x="44738" y="1569"/>
                    <a:pt x="43585" y="767"/>
                  </a:cubicBezTo>
                  <a:cubicBezTo>
                    <a:pt x="42779" y="225"/>
                    <a:pt x="41887" y="0"/>
                    <a:pt x="409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0" name="Google Shape;3360;p38"/>
            <p:cNvSpPr/>
            <p:nvPr/>
          </p:nvSpPr>
          <p:spPr>
            <a:xfrm>
              <a:off x="1540491" y="1165269"/>
              <a:ext cx="236342" cy="103118"/>
            </a:xfrm>
            <a:custGeom>
              <a:rect b="b" l="l" r="r" t="t"/>
              <a:pathLst>
                <a:path extrusionOk="0" h="5785" w="13259">
                  <a:moveTo>
                    <a:pt x="3806" y="1"/>
                  </a:moveTo>
                  <a:cubicBezTo>
                    <a:pt x="2627" y="1"/>
                    <a:pt x="1449" y="577"/>
                    <a:pt x="702" y="1514"/>
                  </a:cubicBezTo>
                  <a:cubicBezTo>
                    <a:pt x="427" y="1890"/>
                    <a:pt x="201" y="2316"/>
                    <a:pt x="76" y="2768"/>
                  </a:cubicBezTo>
                  <a:cubicBezTo>
                    <a:pt x="26" y="2943"/>
                    <a:pt x="1" y="3219"/>
                    <a:pt x="226" y="3319"/>
                  </a:cubicBezTo>
                  <a:cubicBezTo>
                    <a:pt x="252" y="3326"/>
                    <a:pt x="280" y="3330"/>
                    <a:pt x="307" y="3330"/>
                  </a:cubicBezTo>
                  <a:cubicBezTo>
                    <a:pt x="463" y="3330"/>
                    <a:pt x="624" y="3214"/>
                    <a:pt x="602" y="3043"/>
                  </a:cubicBezTo>
                  <a:cubicBezTo>
                    <a:pt x="594" y="2949"/>
                    <a:pt x="538" y="2887"/>
                    <a:pt x="470" y="2857"/>
                  </a:cubicBezTo>
                  <a:lnTo>
                    <a:pt x="470" y="2857"/>
                  </a:lnTo>
                  <a:cubicBezTo>
                    <a:pt x="502" y="2749"/>
                    <a:pt x="561" y="2616"/>
                    <a:pt x="577" y="2567"/>
                  </a:cubicBezTo>
                  <a:cubicBezTo>
                    <a:pt x="652" y="2392"/>
                    <a:pt x="728" y="2241"/>
                    <a:pt x="828" y="2091"/>
                  </a:cubicBezTo>
                  <a:cubicBezTo>
                    <a:pt x="1003" y="1790"/>
                    <a:pt x="1229" y="1539"/>
                    <a:pt x="1479" y="1314"/>
                  </a:cubicBezTo>
                  <a:cubicBezTo>
                    <a:pt x="2006" y="863"/>
                    <a:pt x="2657" y="537"/>
                    <a:pt x="3334" y="437"/>
                  </a:cubicBezTo>
                  <a:cubicBezTo>
                    <a:pt x="3489" y="412"/>
                    <a:pt x="3642" y="400"/>
                    <a:pt x="3793" y="400"/>
                  </a:cubicBezTo>
                  <a:cubicBezTo>
                    <a:pt x="5037" y="400"/>
                    <a:pt x="6134" y="1199"/>
                    <a:pt x="6692" y="2316"/>
                  </a:cubicBezTo>
                  <a:cubicBezTo>
                    <a:pt x="7032" y="2996"/>
                    <a:pt x="7137" y="3770"/>
                    <a:pt x="6984" y="4524"/>
                  </a:cubicBezTo>
                  <a:lnTo>
                    <a:pt x="6984" y="4524"/>
                  </a:lnTo>
                  <a:cubicBezTo>
                    <a:pt x="6979" y="4532"/>
                    <a:pt x="6973" y="4539"/>
                    <a:pt x="6968" y="4547"/>
                  </a:cubicBezTo>
                  <a:cubicBezTo>
                    <a:pt x="6972" y="4548"/>
                    <a:pt x="6975" y="4549"/>
                    <a:pt x="6978" y="4550"/>
                  </a:cubicBezTo>
                  <a:lnTo>
                    <a:pt x="6978" y="4550"/>
                  </a:lnTo>
                  <a:cubicBezTo>
                    <a:pt x="6975" y="4566"/>
                    <a:pt x="6972" y="4582"/>
                    <a:pt x="6968" y="4597"/>
                  </a:cubicBezTo>
                  <a:cubicBezTo>
                    <a:pt x="6919" y="4744"/>
                    <a:pt x="7040" y="4848"/>
                    <a:pt x="7165" y="4848"/>
                  </a:cubicBezTo>
                  <a:cubicBezTo>
                    <a:pt x="7232" y="4848"/>
                    <a:pt x="7300" y="4818"/>
                    <a:pt x="7344" y="4747"/>
                  </a:cubicBezTo>
                  <a:cubicBezTo>
                    <a:pt x="7737" y="4158"/>
                    <a:pt x="8347" y="3544"/>
                    <a:pt x="9104" y="3544"/>
                  </a:cubicBezTo>
                  <a:cubicBezTo>
                    <a:pt x="9118" y="3544"/>
                    <a:pt x="9134" y="3544"/>
                    <a:pt x="9149" y="3544"/>
                  </a:cubicBezTo>
                  <a:cubicBezTo>
                    <a:pt x="9800" y="3544"/>
                    <a:pt x="10477" y="4221"/>
                    <a:pt x="10226" y="4873"/>
                  </a:cubicBezTo>
                  <a:cubicBezTo>
                    <a:pt x="10172" y="5016"/>
                    <a:pt x="10312" y="5134"/>
                    <a:pt x="10441" y="5134"/>
                  </a:cubicBezTo>
                  <a:cubicBezTo>
                    <a:pt x="10492" y="5134"/>
                    <a:pt x="10542" y="5116"/>
                    <a:pt x="10577" y="5073"/>
                  </a:cubicBezTo>
                  <a:cubicBezTo>
                    <a:pt x="10895" y="4777"/>
                    <a:pt x="11337" y="4463"/>
                    <a:pt x="11799" y="4463"/>
                  </a:cubicBezTo>
                  <a:cubicBezTo>
                    <a:pt x="11884" y="4463"/>
                    <a:pt x="11970" y="4473"/>
                    <a:pt x="12056" y="4497"/>
                  </a:cubicBezTo>
                  <a:cubicBezTo>
                    <a:pt x="12432" y="4597"/>
                    <a:pt x="12783" y="5073"/>
                    <a:pt x="12582" y="5474"/>
                  </a:cubicBezTo>
                  <a:cubicBezTo>
                    <a:pt x="12496" y="5630"/>
                    <a:pt x="12647" y="5785"/>
                    <a:pt x="12783" y="5785"/>
                  </a:cubicBezTo>
                  <a:cubicBezTo>
                    <a:pt x="12844" y="5785"/>
                    <a:pt x="12902" y="5753"/>
                    <a:pt x="12933" y="5675"/>
                  </a:cubicBezTo>
                  <a:cubicBezTo>
                    <a:pt x="13259" y="5098"/>
                    <a:pt x="12883" y="4422"/>
                    <a:pt x="12332" y="4146"/>
                  </a:cubicBezTo>
                  <a:cubicBezTo>
                    <a:pt x="12161" y="4070"/>
                    <a:pt x="11987" y="4036"/>
                    <a:pt x="11812" y="4036"/>
                  </a:cubicBezTo>
                  <a:cubicBezTo>
                    <a:pt x="11420" y="4036"/>
                    <a:pt x="11030" y="4206"/>
                    <a:pt x="10694" y="4444"/>
                  </a:cubicBezTo>
                  <a:lnTo>
                    <a:pt x="10694" y="4444"/>
                  </a:lnTo>
                  <a:cubicBezTo>
                    <a:pt x="10611" y="3799"/>
                    <a:pt x="9996" y="3241"/>
                    <a:pt x="9349" y="3143"/>
                  </a:cubicBezTo>
                  <a:cubicBezTo>
                    <a:pt x="9264" y="3131"/>
                    <a:pt x="9180" y="3125"/>
                    <a:pt x="9098" y="3125"/>
                  </a:cubicBezTo>
                  <a:cubicBezTo>
                    <a:pt x="8474" y="3125"/>
                    <a:pt x="7917" y="3472"/>
                    <a:pt x="7474" y="3924"/>
                  </a:cubicBezTo>
                  <a:lnTo>
                    <a:pt x="7474" y="3924"/>
                  </a:lnTo>
                  <a:cubicBezTo>
                    <a:pt x="7507" y="2473"/>
                    <a:pt x="6657" y="1021"/>
                    <a:pt x="5339" y="361"/>
                  </a:cubicBezTo>
                  <a:cubicBezTo>
                    <a:pt x="4853" y="115"/>
                    <a:pt x="4329" y="1"/>
                    <a:pt x="38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1" name="Google Shape;3361;p38"/>
            <p:cNvSpPr/>
            <p:nvPr/>
          </p:nvSpPr>
          <p:spPr>
            <a:xfrm>
              <a:off x="1821511" y="980381"/>
              <a:ext cx="361883" cy="154899"/>
            </a:xfrm>
            <a:custGeom>
              <a:rect b="b" l="l" r="r" t="t"/>
              <a:pathLst>
                <a:path extrusionOk="0" h="8690" w="20302">
                  <a:moveTo>
                    <a:pt x="6461" y="1"/>
                  </a:moveTo>
                  <a:cubicBezTo>
                    <a:pt x="5400" y="1"/>
                    <a:pt x="4334" y="264"/>
                    <a:pt x="3384" y="759"/>
                  </a:cubicBezTo>
                  <a:cubicBezTo>
                    <a:pt x="2131" y="1435"/>
                    <a:pt x="1178" y="2538"/>
                    <a:pt x="652" y="3841"/>
                  </a:cubicBezTo>
                  <a:cubicBezTo>
                    <a:pt x="50" y="5320"/>
                    <a:pt x="0" y="7049"/>
                    <a:pt x="602" y="8553"/>
                  </a:cubicBezTo>
                  <a:cubicBezTo>
                    <a:pt x="640" y="8649"/>
                    <a:pt x="722" y="8690"/>
                    <a:pt x="804" y="8690"/>
                  </a:cubicBezTo>
                  <a:cubicBezTo>
                    <a:pt x="935" y="8690"/>
                    <a:pt x="1065" y="8583"/>
                    <a:pt x="1003" y="8428"/>
                  </a:cubicBezTo>
                  <a:cubicBezTo>
                    <a:pt x="25" y="5946"/>
                    <a:pt x="852" y="2914"/>
                    <a:pt x="3108" y="1435"/>
                  </a:cubicBezTo>
                  <a:cubicBezTo>
                    <a:pt x="4107" y="762"/>
                    <a:pt x="5266" y="425"/>
                    <a:pt x="6420" y="425"/>
                  </a:cubicBezTo>
                  <a:cubicBezTo>
                    <a:pt x="7843" y="425"/>
                    <a:pt x="9258" y="937"/>
                    <a:pt x="10351" y="1962"/>
                  </a:cubicBezTo>
                  <a:cubicBezTo>
                    <a:pt x="11404" y="2939"/>
                    <a:pt x="12080" y="4292"/>
                    <a:pt x="12231" y="5746"/>
                  </a:cubicBezTo>
                  <a:cubicBezTo>
                    <a:pt x="12231" y="5852"/>
                    <a:pt x="12344" y="5959"/>
                    <a:pt x="12454" y="5959"/>
                  </a:cubicBezTo>
                  <a:cubicBezTo>
                    <a:pt x="12500" y="5959"/>
                    <a:pt x="12545" y="5940"/>
                    <a:pt x="12582" y="5896"/>
                  </a:cubicBezTo>
                  <a:cubicBezTo>
                    <a:pt x="13112" y="5221"/>
                    <a:pt x="13921" y="4615"/>
                    <a:pt x="14830" y="4615"/>
                  </a:cubicBezTo>
                  <a:cubicBezTo>
                    <a:pt x="14866" y="4615"/>
                    <a:pt x="14902" y="4616"/>
                    <a:pt x="14938" y="4618"/>
                  </a:cubicBezTo>
                  <a:cubicBezTo>
                    <a:pt x="15765" y="4693"/>
                    <a:pt x="16592" y="5470"/>
                    <a:pt x="16391" y="6348"/>
                  </a:cubicBezTo>
                  <a:cubicBezTo>
                    <a:pt x="16361" y="6497"/>
                    <a:pt x="16474" y="6593"/>
                    <a:pt x="16591" y="6593"/>
                  </a:cubicBezTo>
                  <a:cubicBezTo>
                    <a:pt x="16670" y="6593"/>
                    <a:pt x="16752" y="6549"/>
                    <a:pt x="16792" y="6448"/>
                  </a:cubicBezTo>
                  <a:cubicBezTo>
                    <a:pt x="17041" y="5873"/>
                    <a:pt x="17686" y="5400"/>
                    <a:pt x="18323" y="5400"/>
                  </a:cubicBezTo>
                  <a:cubicBezTo>
                    <a:pt x="18519" y="5400"/>
                    <a:pt x="18715" y="5445"/>
                    <a:pt x="18898" y="5545"/>
                  </a:cubicBezTo>
                  <a:cubicBezTo>
                    <a:pt x="19524" y="5871"/>
                    <a:pt x="19825" y="6824"/>
                    <a:pt x="19324" y="7400"/>
                  </a:cubicBezTo>
                  <a:cubicBezTo>
                    <a:pt x="19191" y="7551"/>
                    <a:pt x="19330" y="7746"/>
                    <a:pt x="19481" y="7746"/>
                  </a:cubicBezTo>
                  <a:cubicBezTo>
                    <a:pt x="19531" y="7746"/>
                    <a:pt x="19581" y="7725"/>
                    <a:pt x="19624" y="7676"/>
                  </a:cubicBezTo>
                  <a:cubicBezTo>
                    <a:pt x="20301" y="6924"/>
                    <a:pt x="20000" y="5646"/>
                    <a:pt x="19123" y="5170"/>
                  </a:cubicBezTo>
                  <a:cubicBezTo>
                    <a:pt x="18873" y="5038"/>
                    <a:pt x="18611" y="4980"/>
                    <a:pt x="18352" y="4980"/>
                  </a:cubicBezTo>
                  <a:cubicBezTo>
                    <a:pt x="17763" y="4980"/>
                    <a:pt x="17187" y="5283"/>
                    <a:pt x="16786" y="5731"/>
                  </a:cubicBezTo>
                  <a:lnTo>
                    <a:pt x="16786" y="5731"/>
                  </a:lnTo>
                  <a:cubicBezTo>
                    <a:pt x="16615" y="4998"/>
                    <a:pt x="15958" y="4395"/>
                    <a:pt x="15213" y="4242"/>
                  </a:cubicBezTo>
                  <a:cubicBezTo>
                    <a:pt x="15069" y="4214"/>
                    <a:pt x="14926" y="4201"/>
                    <a:pt x="14784" y="4201"/>
                  </a:cubicBezTo>
                  <a:cubicBezTo>
                    <a:pt x="13942" y="4201"/>
                    <a:pt x="13163" y="4673"/>
                    <a:pt x="12571" y="5274"/>
                  </a:cubicBezTo>
                  <a:lnTo>
                    <a:pt x="12571" y="5274"/>
                  </a:lnTo>
                  <a:cubicBezTo>
                    <a:pt x="12134" y="2691"/>
                    <a:pt x="10069" y="484"/>
                    <a:pt x="7469" y="82"/>
                  </a:cubicBezTo>
                  <a:cubicBezTo>
                    <a:pt x="7136" y="27"/>
                    <a:pt x="6799" y="1"/>
                    <a:pt x="646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2" name="Google Shape;3362;p38"/>
            <p:cNvSpPr/>
            <p:nvPr/>
          </p:nvSpPr>
          <p:spPr>
            <a:xfrm>
              <a:off x="2123315" y="938509"/>
              <a:ext cx="219123" cy="160354"/>
            </a:xfrm>
            <a:custGeom>
              <a:rect b="b" l="l" r="r" t="t"/>
              <a:pathLst>
                <a:path extrusionOk="0" h="8996" w="12293">
                  <a:moveTo>
                    <a:pt x="3497" y="0"/>
                  </a:moveTo>
                  <a:cubicBezTo>
                    <a:pt x="3052" y="0"/>
                    <a:pt x="2603" y="80"/>
                    <a:pt x="2167" y="250"/>
                  </a:cubicBezTo>
                  <a:cubicBezTo>
                    <a:pt x="1265" y="601"/>
                    <a:pt x="538" y="1278"/>
                    <a:pt x="87" y="2130"/>
                  </a:cubicBezTo>
                  <a:cubicBezTo>
                    <a:pt x="1" y="2285"/>
                    <a:pt x="152" y="2441"/>
                    <a:pt x="295" y="2441"/>
                  </a:cubicBezTo>
                  <a:cubicBezTo>
                    <a:pt x="360" y="2441"/>
                    <a:pt x="424" y="2409"/>
                    <a:pt x="463" y="2331"/>
                  </a:cubicBezTo>
                  <a:cubicBezTo>
                    <a:pt x="1063" y="1151"/>
                    <a:pt x="2269" y="434"/>
                    <a:pt x="3546" y="434"/>
                  </a:cubicBezTo>
                  <a:cubicBezTo>
                    <a:pt x="3870" y="434"/>
                    <a:pt x="4199" y="480"/>
                    <a:pt x="4523" y="576"/>
                  </a:cubicBezTo>
                  <a:cubicBezTo>
                    <a:pt x="6177" y="1052"/>
                    <a:pt x="7054" y="2681"/>
                    <a:pt x="7305" y="4311"/>
                  </a:cubicBezTo>
                  <a:cubicBezTo>
                    <a:pt x="7455" y="5413"/>
                    <a:pt x="7380" y="6566"/>
                    <a:pt x="7280" y="7669"/>
                  </a:cubicBezTo>
                  <a:cubicBezTo>
                    <a:pt x="7280" y="7809"/>
                    <a:pt x="7407" y="7885"/>
                    <a:pt x="7522" y="7885"/>
                  </a:cubicBezTo>
                  <a:cubicBezTo>
                    <a:pt x="7551" y="7885"/>
                    <a:pt x="7580" y="7880"/>
                    <a:pt x="7606" y="7869"/>
                  </a:cubicBezTo>
                  <a:cubicBezTo>
                    <a:pt x="7956" y="7714"/>
                    <a:pt x="8382" y="7513"/>
                    <a:pt x="8789" y="7513"/>
                  </a:cubicBezTo>
                  <a:cubicBezTo>
                    <a:pt x="8907" y="7513"/>
                    <a:pt x="9022" y="7529"/>
                    <a:pt x="9135" y="7569"/>
                  </a:cubicBezTo>
                  <a:cubicBezTo>
                    <a:pt x="9460" y="7694"/>
                    <a:pt x="9811" y="8095"/>
                    <a:pt x="9636" y="8446"/>
                  </a:cubicBezTo>
                  <a:cubicBezTo>
                    <a:pt x="9562" y="8611"/>
                    <a:pt x="9677" y="8763"/>
                    <a:pt x="9813" y="8763"/>
                  </a:cubicBezTo>
                  <a:cubicBezTo>
                    <a:pt x="9863" y="8763"/>
                    <a:pt x="9915" y="8743"/>
                    <a:pt x="9962" y="8697"/>
                  </a:cubicBezTo>
                  <a:cubicBezTo>
                    <a:pt x="10262" y="8421"/>
                    <a:pt x="10588" y="8070"/>
                    <a:pt x="11039" y="8045"/>
                  </a:cubicBezTo>
                  <a:cubicBezTo>
                    <a:pt x="11060" y="8041"/>
                    <a:pt x="11082" y="8040"/>
                    <a:pt x="11104" y="8040"/>
                  </a:cubicBezTo>
                  <a:cubicBezTo>
                    <a:pt x="11406" y="8040"/>
                    <a:pt x="11828" y="8346"/>
                    <a:pt x="11641" y="8697"/>
                  </a:cubicBezTo>
                  <a:cubicBezTo>
                    <a:pt x="11554" y="8852"/>
                    <a:pt x="11695" y="8996"/>
                    <a:pt x="11839" y="8996"/>
                  </a:cubicBezTo>
                  <a:cubicBezTo>
                    <a:pt x="11904" y="8996"/>
                    <a:pt x="11970" y="8967"/>
                    <a:pt x="12017" y="8897"/>
                  </a:cubicBezTo>
                  <a:cubicBezTo>
                    <a:pt x="12292" y="8396"/>
                    <a:pt x="11891" y="7794"/>
                    <a:pt x="11365" y="7644"/>
                  </a:cubicBezTo>
                  <a:cubicBezTo>
                    <a:pt x="11270" y="7615"/>
                    <a:pt x="11176" y="7601"/>
                    <a:pt x="11084" y="7601"/>
                  </a:cubicBezTo>
                  <a:cubicBezTo>
                    <a:pt x="10715" y="7601"/>
                    <a:pt x="10368" y="7812"/>
                    <a:pt x="10062" y="8061"/>
                  </a:cubicBezTo>
                  <a:lnTo>
                    <a:pt x="10062" y="8061"/>
                  </a:lnTo>
                  <a:cubicBezTo>
                    <a:pt x="9999" y="7735"/>
                    <a:pt x="9781" y="7439"/>
                    <a:pt x="9485" y="7268"/>
                  </a:cubicBezTo>
                  <a:cubicBezTo>
                    <a:pt x="9266" y="7146"/>
                    <a:pt x="9036" y="7098"/>
                    <a:pt x="8803" y="7098"/>
                  </a:cubicBezTo>
                  <a:cubicBezTo>
                    <a:pt x="8443" y="7098"/>
                    <a:pt x="8076" y="7213"/>
                    <a:pt x="7730" y="7349"/>
                  </a:cubicBezTo>
                  <a:lnTo>
                    <a:pt x="7730" y="7349"/>
                  </a:lnTo>
                  <a:cubicBezTo>
                    <a:pt x="7866" y="5481"/>
                    <a:pt x="7919" y="3465"/>
                    <a:pt x="6829" y="1829"/>
                  </a:cubicBezTo>
                  <a:cubicBezTo>
                    <a:pt x="6097" y="704"/>
                    <a:pt x="4819" y="0"/>
                    <a:pt x="34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3" name="Google Shape;3363;p38"/>
            <p:cNvSpPr/>
            <p:nvPr/>
          </p:nvSpPr>
          <p:spPr>
            <a:xfrm>
              <a:off x="2440521" y="1074554"/>
              <a:ext cx="215451" cy="171655"/>
            </a:xfrm>
            <a:custGeom>
              <a:rect b="b" l="l" r="r" t="t"/>
              <a:pathLst>
                <a:path extrusionOk="0" h="9630" w="12087">
                  <a:moveTo>
                    <a:pt x="2970" y="1"/>
                  </a:moveTo>
                  <a:cubicBezTo>
                    <a:pt x="2776" y="1"/>
                    <a:pt x="2579" y="29"/>
                    <a:pt x="2392" y="62"/>
                  </a:cubicBezTo>
                  <a:cubicBezTo>
                    <a:pt x="1540" y="187"/>
                    <a:pt x="763" y="613"/>
                    <a:pt x="137" y="1190"/>
                  </a:cubicBezTo>
                  <a:cubicBezTo>
                    <a:pt x="0" y="1345"/>
                    <a:pt x="136" y="1546"/>
                    <a:pt x="297" y="1546"/>
                  </a:cubicBezTo>
                  <a:cubicBezTo>
                    <a:pt x="344" y="1546"/>
                    <a:pt x="392" y="1530"/>
                    <a:pt x="437" y="1491"/>
                  </a:cubicBezTo>
                  <a:cubicBezTo>
                    <a:pt x="989" y="964"/>
                    <a:pt x="1665" y="613"/>
                    <a:pt x="2417" y="463"/>
                  </a:cubicBezTo>
                  <a:cubicBezTo>
                    <a:pt x="2571" y="432"/>
                    <a:pt x="2742" y="406"/>
                    <a:pt x="2911" y="406"/>
                  </a:cubicBezTo>
                  <a:cubicBezTo>
                    <a:pt x="3154" y="406"/>
                    <a:pt x="3393" y="461"/>
                    <a:pt x="3570" y="638"/>
                  </a:cubicBezTo>
                  <a:cubicBezTo>
                    <a:pt x="3846" y="914"/>
                    <a:pt x="3921" y="1340"/>
                    <a:pt x="3971" y="1691"/>
                  </a:cubicBezTo>
                  <a:cubicBezTo>
                    <a:pt x="4071" y="2568"/>
                    <a:pt x="3846" y="3445"/>
                    <a:pt x="3620" y="4298"/>
                  </a:cubicBezTo>
                  <a:cubicBezTo>
                    <a:pt x="3420" y="5125"/>
                    <a:pt x="3169" y="5977"/>
                    <a:pt x="2893" y="6804"/>
                  </a:cubicBezTo>
                  <a:cubicBezTo>
                    <a:pt x="2840" y="6948"/>
                    <a:pt x="2966" y="7065"/>
                    <a:pt x="3097" y="7065"/>
                  </a:cubicBezTo>
                  <a:cubicBezTo>
                    <a:pt x="3149" y="7065"/>
                    <a:pt x="3202" y="7047"/>
                    <a:pt x="3244" y="7004"/>
                  </a:cubicBezTo>
                  <a:cubicBezTo>
                    <a:pt x="3350" y="6890"/>
                    <a:pt x="3492" y="6840"/>
                    <a:pt x="3641" y="6840"/>
                  </a:cubicBezTo>
                  <a:cubicBezTo>
                    <a:pt x="3882" y="6840"/>
                    <a:pt x="4142" y="6969"/>
                    <a:pt x="4297" y="7155"/>
                  </a:cubicBezTo>
                  <a:cubicBezTo>
                    <a:pt x="4598" y="7531"/>
                    <a:pt x="4573" y="8082"/>
                    <a:pt x="4523" y="8533"/>
                  </a:cubicBezTo>
                  <a:cubicBezTo>
                    <a:pt x="4487" y="8676"/>
                    <a:pt x="4591" y="8806"/>
                    <a:pt x="4717" y="8806"/>
                  </a:cubicBezTo>
                  <a:cubicBezTo>
                    <a:pt x="4768" y="8806"/>
                    <a:pt x="4823" y="8784"/>
                    <a:pt x="4873" y="8734"/>
                  </a:cubicBezTo>
                  <a:cubicBezTo>
                    <a:pt x="5797" y="7855"/>
                    <a:pt x="7045" y="7179"/>
                    <a:pt x="8344" y="7179"/>
                  </a:cubicBezTo>
                  <a:cubicBezTo>
                    <a:pt x="8490" y="7179"/>
                    <a:pt x="8637" y="7187"/>
                    <a:pt x="8783" y="7205"/>
                  </a:cubicBezTo>
                  <a:cubicBezTo>
                    <a:pt x="10061" y="7330"/>
                    <a:pt x="11289" y="8207"/>
                    <a:pt x="11640" y="9486"/>
                  </a:cubicBezTo>
                  <a:cubicBezTo>
                    <a:pt x="11660" y="9585"/>
                    <a:pt x="11739" y="9629"/>
                    <a:pt x="11823" y="9629"/>
                  </a:cubicBezTo>
                  <a:cubicBezTo>
                    <a:pt x="11950" y="9629"/>
                    <a:pt x="12087" y="9527"/>
                    <a:pt x="12041" y="9360"/>
                  </a:cubicBezTo>
                  <a:cubicBezTo>
                    <a:pt x="11665" y="7957"/>
                    <a:pt x="10337" y="6979"/>
                    <a:pt x="8934" y="6804"/>
                  </a:cubicBezTo>
                  <a:cubicBezTo>
                    <a:pt x="8743" y="6777"/>
                    <a:pt x="8553" y="6765"/>
                    <a:pt x="8364" y="6765"/>
                  </a:cubicBezTo>
                  <a:cubicBezTo>
                    <a:pt x="7119" y="6765"/>
                    <a:pt x="5930" y="7315"/>
                    <a:pt x="4970" y="8105"/>
                  </a:cubicBezTo>
                  <a:lnTo>
                    <a:pt x="4970" y="8105"/>
                  </a:lnTo>
                  <a:cubicBezTo>
                    <a:pt x="4975" y="7605"/>
                    <a:pt x="4862" y="7100"/>
                    <a:pt x="4497" y="6754"/>
                  </a:cubicBezTo>
                  <a:cubicBezTo>
                    <a:pt x="4251" y="6548"/>
                    <a:pt x="3937" y="6425"/>
                    <a:pt x="3634" y="6425"/>
                  </a:cubicBezTo>
                  <a:cubicBezTo>
                    <a:pt x="3571" y="6425"/>
                    <a:pt x="3508" y="6431"/>
                    <a:pt x="3446" y="6442"/>
                  </a:cubicBezTo>
                  <a:lnTo>
                    <a:pt x="3446" y="6442"/>
                  </a:lnTo>
                  <a:cubicBezTo>
                    <a:pt x="3713" y="5612"/>
                    <a:pt x="3956" y="4767"/>
                    <a:pt x="4147" y="3922"/>
                  </a:cubicBezTo>
                  <a:cubicBezTo>
                    <a:pt x="4372" y="2994"/>
                    <a:pt x="4573" y="1942"/>
                    <a:pt x="4247" y="1014"/>
                  </a:cubicBezTo>
                  <a:cubicBezTo>
                    <a:pt x="4147" y="689"/>
                    <a:pt x="3971" y="363"/>
                    <a:pt x="3670" y="187"/>
                  </a:cubicBezTo>
                  <a:cubicBezTo>
                    <a:pt x="3460" y="47"/>
                    <a:pt x="3217" y="1"/>
                    <a:pt x="297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4" name="Google Shape;3364;p38"/>
            <p:cNvSpPr/>
            <p:nvPr/>
          </p:nvSpPr>
          <p:spPr>
            <a:xfrm>
              <a:off x="1929177" y="1128370"/>
              <a:ext cx="79535" cy="34973"/>
            </a:xfrm>
            <a:custGeom>
              <a:rect b="b" l="l" r="r" t="t"/>
              <a:pathLst>
                <a:path extrusionOk="0" h="1962" w="4462">
                  <a:moveTo>
                    <a:pt x="1103" y="0"/>
                  </a:moveTo>
                  <a:cubicBezTo>
                    <a:pt x="527" y="25"/>
                    <a:pt x="0" y="602"/>
                    <a:pt x="151" y="1178"/>
                  </a:cubicBezTo>
                  <a:cubicBezTo>
                    <a:pt x="171" y="1288"/>
                    <a:pt x="246" y="1334"/>
                    <a:pt x="327" y="1334"/>
                  </a:cubicBezTo>
                  <a:cubicBezTo>
                    <a:pt x="449" y="1334"/>
                    <a:pt x="582" y="1229"/>
                    <a:pt x="552" y="1078"/>
                  </a:cubicBezTo>
                  <a:cubicBezTo>
                    <a:pt x="451" y="752"/>
                    <a:pt x="802" y="452"/>
                    <a:pt x="1103" y="426"/>
                  </a:cubicBezTo>
                  <a:cubicBezTo>
                    <a:pt x="1115" y="425"/>
                    <a:pt x="1127" y="425"/>
                    <a:pt x="1138" y="425"/>
                  </a:cubicBezTo>
                  <a:cubicBezTo>
                    <a:pt x="1362" y="425"/>
                    <a:pt x="1551" y="602"/>
                    <a:pt x="1587" y="807"/>
                  </a:cubicBezTo>
                  <a:lnTo>
                    <a:pt x="1587" y="807"/>
                  </a:lnTo>
                  <a:cubicBezTo>
                    <a:pt x="1566" y="878"/>
                    <a:pt x="1554" y="952"/>
                    <a:pt x="1554" y="1028"/>
                  </a:cubicBezTo>
                  <a:cubicBezTo>
                    <a:pt x="1568" y="1170"/>
                    <a:pt x="1679" y="1247"/>
                    <a:pt x="1785" y="1247"/>
                  </a:cubicBezTo>
                  <a:cubicBezTo>
                    <a:pt x="1868" y="1247"/>
                    <a:pt x="1948" y="1201"/>
                    <a:pt x="1980" y="1103"/>
                  </a:cubicBezTo>
                  <a:cubicBezTo>
                    <a:pt x="2000" y="1030"/>
                    <a:pt x="2010" y="957"/>
                    <a:pt x="2010" y="885"/>
                  </a:cubicBezTo>
                  <a:lnTo>
                    <a:pt x="2010" y="885"/>
                  </a:lnTo>
                  <a:cubicBezTo>
                    <a:pt x="2064" y="754"/>
                    <a:pt x="2189" y="650"/>
                    <a:pt x="2343" y="650"/>
                  </a:cubicBezTo>
                  <a:cubicBezTo>
                    <a:pt x="2356" y="650"/>
                    <a:pt x="2368" y="651"/>
                    <a:pt x="2381" y="652"/>
                  </a:cubicBezTo>
                  <a:cubicBezTo>
                    <a:pt x="2557" y="652"/>
                    <a:pt x="2707" y="878"/>
                    <a:pt x="2682" y="1053"/>
                  </a:cubicBezTo>
                  <a:cubicBezTo>
                    <a:pt x="2657" y="1153"/>
                    <a:pt x="2682" y="1254"/>
                    <a:pt x="2782" y="1304"/>
                  </a:cubicBezTo>
                  <a:cubicBezTo>
                    <a:pt x="2849" y="1331"/>
                    <a:pt x="2910" y="1343"/>
                    <a:pt x="2968" y="1343"/>
                  </a:cubicBezTo>
                  <a:cubicBezTo>
                    <a:pt x="3174" y="1343"/>
                    <a:pt x="3339" y="1195"/>
                    <a:pt x="3534" y="1078"/>
                  </a:cubicBezTo>
                  <a:cubicBezTo>
                    <a:pt x="3594" y="1038"/>
                    <a:pt x="3650" y="1018"/>
                    <a:pt x="3703" y="1018"/>
                  </a:cubicBezTo>
                  <a:cubicBezTo>
                    <a:pt x="3781" y="1018"/>
                    <a:pt x="3850" y="1063"/>
                    <a:pt x="3910" y="1153"/>
                  </a:cubicBezTo>
                  <a:cubicBezTo>
                    <a:pt x="4035" y="1304"/>
                    <a:pt x="4010" y="1554"/>
                    <a:pt x="4010" y="1755"/>
                  </a:cubicBezTo>
                  <a:cubicBezTo>
                    <a:pt x="3998" y="1893"/>
                    <a:pt x="4098" y="1962"/>
                    <a:pt x="4205" y="1962"/>
                  </a:cubicBezTo>
                  <a:cubicBezTo>
                    <a:pt x="4311" y="1962"/>
                    <a:pt x="4424" y="1893"/>
                    <a:pt x="4436" y="1755"/>
                  </a:cubicBezTo>
                  <a:cubicBezTo>
                    <a:pt x="4462" y="1329"/>
                    <a:pt x="4386" y="827"/>
                    <a:pt x="3935" y="652"/>
                  </a:cubicBezTo>
                  <a:cubicBezTo>
                    <a:pt x="3851" y="621"/>
                    <a:pt x="3772" y="607"/>
                    <a:pt x="3695" y="607"/>
                  </a:cubicBezTo>
                  <a:cubicBezTo>
                    <a:pt x="3588" y="607"/>
                    <a:pt x="3486" y="633"/>
                    <a:pt x="3384" y="677"/>
                  </a:cubicBezTo>
                  <a:cubicBezTo>
                    <a:pt x="3331" y="712"/>
                    <a:pt x="3191" y="847"/>
                    <a:pt x="3087" y="906"/>
                  </a:cubicBezTo>
                  <a:lnTo>
                    <a:pt x="3087" y="906"/>
                  </a:lnTo>
                  <a:cubicBezTo>
                    <a:pt x="3039" y="560"/>
                    <a:pt x="2791" y="266"/>
                    <a:pt x="2431" y="226"/>
                  </a:cubicBezTo>
                  <a:cubicBezTo>
                    <a:pt x="2404" y="223"/>
                    <a:pt x="2377" y="222"/>
                    <a:pt x="2351" y="222"/>
                  </a:cubicBezTo>
                  <a:cubicBezTo>
                    <a:pt x="2164" y="222"/>
                    <a:pt x="1992" y="290"/>
                    <a:pt x="1856" y="402"/>
                  </a:cubicBezTo>
                  <a:lnTo>
                    <a:pt x="1856" y="402"/>
                  </a:lnTo>
                  <a:cubicBezTo>
                    <a:pt x="1694" y="164"/>
                    <a:pt x="1417" y="0"/>
                    <a:pt x="110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5" name="Google Shape;3365;p38"/>
            <p:cNvSpPr/>
            <p:nvPr/>
          </p:nvSpPr>
          <p:spPr>
            <a:xfrm>
              <a:off x="1879141" y="1013145"/>
              <a:ext cx="80106" cy="71122"/>
            </a:xfrm>
            <a:custGeom>
              <a:rect b="b" l="l" r="r" t="t"/>
              <a:pathLst>
                <a:path extrusionOk="0" h="3990" w="4494">
                  <a:moveTo>
                    <a:pt x="2950" y="0"/>
                  </a:moveTo>
                  <a:cubicBezTo>
                    <a:pt x="2361" y="0"/>
                    <a:pt x="1769" y="205"/>
                    <a:pt x="1304" y="575"/>
                  </a:cubicBezTo>
                  <a:cubicBezTo>
                    <a:pt x="351" y="1327"/>
                    <a:pt x="0" y="2605"/>
                    <a:pt x="25" y="3783"/>
                  </a:cubicBezTo>
                  <a:cubicBezTo>
                    <a:pt x="38" y="3921"/>
                    <a:pt x="144" y="3989"/>
                    <a:pt x="248" y="3989"/>
                  </a:cubicBezTo>
                  <a:cubicBezTo>
                    <a:pt x="351" y="3989"/>
                    <a:pt x="451" y="3921"/>
                    <a:pt x="451" y="3783"/>
                  </a:cubicBezTo>
                  <a:cubicBezTo>
                    <a:pt x="401" y="2780"/>
                    <a:pt x="677" y="1677"/>
                    <a:pt x="1454" y="976"/>
                  </a:cubicBezTo>
                  <a:cubicBezTo>
                    <a:pt x="1852" y="622"/>
                    <a:pt x="2414" y="407"/>
                    <a:pt x="2963" y="407"/>
                  </a:cubicBezTo>
                  <a:cubicBezTo>
                    <a:pt x="3348" y="407"/>
                    <a:pt x="3726" y="513"/>
                    <a:pt x="4035" y="750"/>
                  </a:cubicBezTo>
                  <a:cubicBezTo>
                    <a:pt x="4083" y="787"/>
                    <a:pt x="4134" y="803"/>
                    <a:pt x="4181" y="803"/>
                  </a:cubicBezTo>
                  <a:cubicBezTo>
                    <a:pt x="4357" y="803"/>
                    <a:pt x="4494" y="587"/>
                    <a:pt x="4336" y="449"/>
                  </a:cubicBezTo>
                  <a:cubicBezTo>
                    <a:pt x="3926" y="142"/>
                    <a:pt x="3439" y="0"/>
                    <a:pt x="29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6" name="Google Shape;3366;p38"/>
            <p:cNvSpPr/>
            <p:nvPr/>
          </p:nvSpPr>
          <p:spPr>
            <a:xfrm>
              <a:off x="1873329" y="1121222"/>
              <a:ext cx="9394" cy="7166"/>
            </a:xfrm>
            <a:custGeom>
              <a:rect b="b" l="l" r="r" t="t"/>
              <a:pathLst>
                <a:path extrusionOk="0" h="402" w="527">
                  <a:moveTo>
                    <a:pt x="251" y="0"/>
                  </a:moveTo>
                  <a:cubicBezTo>
                    <a:pt x="0" y="0"/>
                    <a:pt x="0" y="401"/>
                    <a:pt x="251" y="401"/>
                  </a:cubicBezTo>
                  <a:cubicBezTo>
                    <a:pt x="527" y="401"/>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7" name="Google Shape;3367;p38"/>
            <p:cNvSpPr/>
            <p:nvPr/>
          </p:nvSpPr>
          <p:spPr>
            <a:xfrm>
              <a:off x="2257987" y="1194485"/>
              <a:ext cx="190335" cy="74081"/>
            </a:xfrm>
            <a:custGeom>
              <a:rect b="b" l="l" r="r" t="t"/>
              <a:pathLst>
                <a:path extrusionOk="0" h="4156" w="10678">
                  <a:moveTo>
                    <a:pt x="2507" y="1"/>
                  </a:moveTo>
                  <a:cubicBezTo>
                    <a:pt x="1880" y="1"/>
                    <a:pt x="1329" y="352"/>
                    <a:pt x="878" y="753"/>
                  </a:cubicBezTo>
                  <a:cubicBezTo>
                    <a:pt x="427" y="1154"/>
                    <a:pt x="1" y="1730"/>
                    <a:pt x="76" y="2382"/>
                  </a:cubicBezTo>
                  <a:cubicBezTo>
                    <a:pt x="88" y="2520"/>
                    <a:pt x="201" y="2588"/>
                    <a:pt x="308" y="2588"/>
                  </a:cubicBezTo>
                  <a:cubicBezTo>
                    <a:pt x="414" y="2588"/>
                    <a:pt x="514" y="2520"/>
                    <a:pt x="502" y="2382"/>
                  </a:cubicBezTo>
                  <a:cubicBezTo>
                    <a:pt x="452" y="1855"/>
                    <a:pt x="778" y="1404"/>
                    <a:pt x="1153" y="1078"/>
                  </a:cubicBezTo>
                  <a:cubicBezTo>
                    <a:pt x="1504" y="728"/>
                    <a:pt x="1981" y="402"/>
                    <a:pt x="2507" y="402"/>
                  </a:cubicBezTo>
                  <a:cubicBezTo>
                    <a:pt x="3710" y="402"/>
                    <a:pt x="3986" y="1855"/>
                    <a:pt x="4086" y="2758"/>
                  </a:cubicBezTo>
                  <a:cubicBezTo>
                    <a:pt x="4101" y="2890"/>
                    <a:pt x="4219" y="2980"/>
                    <a:pt x="4330" y="2980"/>
                  </a:cubicBezTo>
                  <a:cubicBezTo>
                    <a:pt x="4408" y="2980"/>
                    <a:pt x="4481" y="2936"/>
                    <a:pt x="4512" y="2833"/>
                  </a:cubicBezTo>
                  <a:cubicBezTo>
                    <a:pt x="4681" y="2182"/>
                    <a:pt x="5244" y="1577"/>
                    <a:pt x="5934" y="1577"/>
                  </a:cubicBezTo>
                  <a:cubicBezTo>
                    <a:pt x="5961" y="1577"/>
                    <a:pt x="5988" y="1578"/>
                    <a:pt x="6016" y="1580"/>
                  </a:cubicBezTo>
                  <a:cubicBezTo>
                    <a:pt x="6692" y="1630"/>
                    <a:pt x="7244" y="2357"/>
                    <a:pt x="6993" y="3008"/>
                  </a:cubicBezTo>
                  <a:cubicBezTo>
                    <a:pt x="6953" y="3148"/>
                    <a:pt x="7088" y="3256"/>
                    <a:pt x="7208" y="3256"/>
                  </a:cubicBezTo>
                  <a:cubicBezTo>
                    <a:pt x="7239" y="3256"/>
                    <a:pt x="7268" y="3249"/>
                    <a:pt x="7294" y="3234"/>
                  </a:cubicBezTo>
                  <a:cubicBezTo>
                    <a:pt x="7783" y="2989"/>
                    <a:pt x="8355" y="2679"/>
                    <a:pt x="8915" y="2679"/>
                  </a:cubicBezTo>
                  <a:cubicBezTo>
                    <a:pt x="9044" y="2679"/>
                    <a:pt x="9172" y="2695"/>
                    <a:pt x="9299" y="2733"/>
                  </a:cubicBezTo>
                  <a:cubicBezTo>
                    <a:pt x="9775" y="2883"/>
                    <a:pt x="10226" y="3384"/>
                    <a:pt x="10026" y="3910"/>
                  </a:cubicBezTo>
                  <a:cubicBezTo>
                    <a:pt x="9966" y="4060"/>
                    <a:pt x="10084" y="4156"/>
                    <a:pt x="10211" y="4156"/>
                  </a:cubicBezTo>
                  <a:cubicBezTo>
                    <a:pt x="10297" y="4156"/>
                    <a:pt x="10386" y="4112"/>
                    <a:pt x="10427" y="4011"/>
                  </a:cubicBezTo>
                  <a:cubicBezTo>
                    <a:pt x="10677" y="3359"/>
                    <a:pt x="10201" y="2657"/>
                    <a:pt x="9600" y="2407"/>
                  </a:cubicBezTo>
                  <a:cubicBezTo>
                    <a:pt x="9374" y="2307"/>
                    <a:pt x="9146" y="2266"/>
                    <a:pt x="8917" y="2266"/>
                  </a:cubicBezTo>
                  <a:cubicBezTo>
                    <a:pt x="8423" y="2266"/>
                    <a:pt x="7930" y="2460"/>
                    <a:pt x="7475" y="2685"/>
                  </a:cubicBezTo>
                  <a:lnTo>
                    <a:pt x="7475" y="2685"/>
                  </a:lnTo>
                  <a:cubicBezTo>
                    <a:pt x="7485" y="1966"/>
                    <a:pt x="6874" y="1283"/>
                    <a:pt x="6141" y="1179"/>
                  </a:cubicBezTo>
                  <a:cubicBezTo>
                    <a:pt x="6063" y="1166"/>
                    <a:pt x="5985" y="1160"/>
                    <a:pt x="5909" y="1160"/>
                  </a:cubicBezTo>
                  <a:cubicBezTo>
                    <a:pt x="5293" y="1160"/>
                    <a:pt x="4740" y="1544"/>
                    <a:pt x="4401" y="2059"/>
                  </a:cubicBezTo>
                  <a:lnTo>
                    <a:pt x="4401" y="2059"/>
                  </a:lnTo>
                  <a:cubicBezTo>
                    <a:pt x="4322" y="1628"/>
                    <a:pt x="4204" y="1201"/>
                    <a:pt x="3960" y="828"/>
                  </a:cubicBezTo>
                  <a:cubicBezTo>
                    <a:pt x="3635" y="352"/>
                    <a:pt x="3108" y="1"/>
                    <a:pt x="25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8" name="Google Shape;3368;p38"/>
            <p:cNvSpPr/>
            <p:nvPr/>
          </p:nvSpPr>
          <p:spPr>
            <a:xfrm>
              <a:off x="2102513" y="1236928"/>
              <a:ext cx="100444" cy="38092"/>
            </a:xfrm>
            <a:custGeom>
              <a:rect b="b" l="l" r="r" t="t"/>
              <a:pathLst>
                <a:path extrusionOk="0" h="2137" w="5635">
                  <a:moveTo>
                    <a:pt x="1479" y="1"/>
                  </a:moveTo>
                  <a:cubicBezTo>
                    <a:pt x="803" y="1"/>
                    <a:pt x="1" y="552"/>
                    <a:pt x="51" y="1304"/>
                  </a:cubicBezTo>
                  <a:cubicBezTo>
                    <a:pt x="63" y="1429"/>
                    <a:pt x="176" y="1492"/>
                    <a:pt x="283" y="1492"/>
                  </a:cubicBezTo>
                  <a:cubicBezTo>
                    <a:pt x="389" y="1492"/>
                    <a:pt x="489" y="1429"/>
                    <a:pt x="477" y="1304"/>
                  </a:cubicBezTo>
                  <a:cubicBezTo>
                    <a:pt x="427" y="828"/>
                    <a:pt x="953" y="477"/>
                    <a:pt x="1379" y="427"/>
                  </a:cubicBezTo>
                  <a:cubicBezTo>
                    <a:pt x="1410" y="423"/>
                    <a:pt x="1441" y="421"/>
                    <a:pt x="1472" y="421"/>
                  </a:cubicBezTo>
                  <a:cubicBezTo>
                    <a:pt x="1771" y="421"/>
                    <a:pt x="2061" y="587"/>
                    <a:pt x="2134" y="858"/>
                  </a:cubicBezTo>
                  <a:lnTo>
                    <a:pt x="2134" y="858"/>
                  </a:lnTo>
                  <a:cubicBezTo>
                    <a:pt x="2104" y="987"/>
                    <a:pt x="2101" y="1122"/>
                    <a:pt x="2131" y="1254"/>
                  </a:cubicBezTo>
                  <a:cubicBezTo>
                    <a:pt x="2143" y="1363"/>
                    <a:pt x="2226" y="1414"/>
                    <a:pt x="2314" y="1414"/>
                  </a:cubicBezTo>
                  <a:cubicBezTo>
                    <a:pt x="2407" y="1414"/>
                    <a:pt x="2506" y="1357"/>
                    <a:pt x="2532" y="1254"/>
                  </a:cubicBezTo>
                  <a:cubicBezTo>
                    <a:pt x="2571" y="1123"/>
                    <a:pt x="2580" y="996"/>
                    <a:pt x="2564" y="877"/>
                  </a:cubicBezTo>
                  <a:lnTo>
                    <a:pt x="2564" y="877"/>
                  </a:lnTo>
                  <a:cubicBezTo>
                    <a:pt x="2635" y="695"/>
                    <a:pt x="2798" y="547"/>
                    <a:pt x="2996" y="547"/>
                  </a:cubicBezTo>
                  <a:cubicBezTo>
                    <a:pt x="3016" y="547"/>
                    <a:pt x="3037" y="549"/>
                    <a:pt x="3058" y="552"/>
                  </a:cubicBezTo>
                  <a:cubicBezTo>
                    <a:pt x="3359" y="577"/>
                    <a:pt x="3560" y="903"/>
                    <a:pt x="3484" y="1179"/>
                  </a:cubicBezTo>
                  <a:cubicBezTo>
                    <a:pt x="3449" y="1336"/>
                    <a:pt x="3561" y="1445"/>
                    <a:pt x="3683" y="1445"/>
                  </a:cubicBezTo>
                  <a:cubicBezTo>
                    <a:pt x="3735" y="1445"/>
                    <a:pt x="3790" y="1424"/>
                    <a:pt x="3835" y="1379"/>
                  </a:cubicBezTo>
                  <a:cubicBezTo>
                    <a:pt x="4086" y="1179"/>
                    <a:pt x="4462" y="978"/>
                    <a:pt x="4813" y="953"/>
                  </a:cubicBezTo>
                  <a:cubicBezTo>
                    <a:pt x="4822" y="952"/>
                    <a:pt x="4832" y="951"/>
                    <a:pt x="4841" y="951"/>
                  </a:cubicBezTo>
                  <a:cubicBezTo>
                    <a:pt x="5038" y="951"/>
                    <a:pt x="5039" y="1211"/>
                    <a:pt x="5063" y="1379"/>
                  </a:cubicBezTo>
                  <a:cubicBezTo>
                    <a:pt x="5114" y="1580"/>
                    <a:pt x="5164" y="1780"/>
                    <a:pt x="5189" y="1981"/>
                  </a:cubicBezTo>
                  <a:cubicBezTo>
                    <a:pt x="5209" y="2090"/>
                    <a:pt x="5288" y="2137"/>
                    <a:pt x="5372" y="2137"/>
                  </a:cubicBezTo>
                  <a:cubicBezTo>
                    <a:pt x="5499" y="2137"/>
                    <a:pt x="5635" y="2031"/>
                    <a:pt x="5590" y="1880"/>
                  </a:cubicBezTo>
                  <a:cubicBezTo>
                    <a:pt x="5540" y="1580"/>
                    <a:pt x="5489" y="1254"/>
                    <a:pt x="5414" y="953"/>
                  </a:cubicBezTo>
                  <a:cubicBezTo>
                    <a:pt x="5339" y="727"/>
                    <a:pt x="5189" y="577"/>
                    <a:pt x="4963" y="527"/>
                  </a:cubicBezTo>
                  <a:cubicBezTo>
                    <a:pt x="4928" y="524"/>
                    <a:pt x="4893" y="522"/>
                    <a:pt x="4858" y="522"/>
                  </a:cubicBezTo>
                  <a:cubicBezTo>
                    <a:pt x="4527" y="522"/>
                    <a:pt x="4173" y="668"/>
                    <a:pt x="3879" y="852"/>
                  </a:cubicBezTo>
                  <a:lnTo>
                    <a:pt x="3879" y="852"/>
                  </a:lnTo>
                  <a:cubicBezTo>
                    <a:pt x="3783" y="473"/>
                    <a:pt x="3473" y="144"/>
                    <a:pt x="3058" y="126"/>
                  </a:cubicBezTo>
                  <a:cubicBezTo>
                    <a:pt x="3046" y="125"/>
                    <a:pt x="3034" y="125"/>
                    <a:pt x="3022" y="125"/>
                  </a:cubicBezTo>
                  <a:cubicBezTo>
                    <a:pt x="2761" y="125"/>
                    <a:pt x="2530" y="243"/>
                    <a:pt x="2366" y="422"/>
                  </a:cubicBezTo>
                  <a:lnTo>
                    <a:pt x="2366" y="422"/>
                  </a:lnTo>
                  <a:cubicBezTo>
                    <a:pt x="2162" y="165"/>
                    <a:pt x="1828" y="1"/>
                    <a:pt x="14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9" name="Google Shape;3369;p38"/>
            <p:cNvSpPr/>
            <p:nvPr/>
          </p:nvSpPr>
          <p:spPr>
            <a:xfrm>
              <a:off x="2393568" y="1141151"/>
              <a:ext cx="55650" cy="35276"/>
            </a:xfrm>
            <a:custGeom>
              <a:rect b="b" l="l" r="r" t="t"/>
              <a:pathLst>
                <a:path extrusionOk="0" h="1979" w="3122">
                  <a:moveTo>
                    <a:pt x="1035" y="1"/>
                  </a:moveTo>
                  <a:cubicBezTo>
                    <a:pt x="916" y="1"/>
                    <a:pt x="796" y="33"/>
                    <a:pt x="690" y="85"/>
                  </a:cubicBezTo>
                  <a:cubicBezTo>
                    <a:pt x="490" y="186"/>
                    <a:pt x="365" y="361"/>
                    <a:pt x="189" y="486"/>
                  </a:cubicBezTo>
                  <a:cubicBezTo>
                    <a:pt x="0" y="591"/>
                    <a:pt x="110" y="872"/>
                    <a:pt x="298" y="872"/>
                  </a:cubicBezTo>
                  <a:cubicBezTo>
                    <a:pt x="335" y="872"/>
                    <a:pt x="374" y="862"/>
                    <a:pt x="415" y="837"/>
                  </a:cubicBezTo>
                  <a:cubicBezTo>
                    <a:pt x="540" y="762"/>
                    <a:pt x="665" y="637"/>
                    <a:pt x="791" y="511"/>
                  </a:cubicBezTo>
                  <a:cubicBezTo>
                    <a:pt x="863" y="457"/>
                    <a:pt x="948" y="416"/>
                    <a:pt x="1037" y="416"/>
                  </a:cubicBezTo>
                  <a:cubicBezTo>
                    <a:pt x="1071" y="416"/>
                    <a:pt x="1106" y="422"/>
                    <a:pt x="1141" y="436"/>
                  </a:cubicBezTo>
                  <a:cubicBezTo>
                    <a:pt x="1492" y="612"/>
                    <a:pt x="1417" y="1113"/>
                    <a:pt x="1367" y="1439"/>
                  </a:cubicBezTo>
                  <a:cubicBezTo>
                    <a:pt x="1367" y="1560"/>
                    <a:pt x="1486" y="1645"/>
                    <a:pt x="1602" y="1645"/>
                  </a:cubicBezTo>
                  <a:cubicBezTo>
                    <a:pt x="1653" y="1645"/>
                    <a:pt x="1704" y="1628"/>
                    <a:pt x="1743" y="1589"/>
                  </a:cubicBezTo>
                  <a:cubicBezTo>
                    <a:pt x="1843" y="1439"/>
                    <a:pt x="1969" y="1313"/>
                    <a:pt x="2119" y="1238"/>
                  </a:cubicBezTo>
                  <a:cubicBezTo>
                    <a:pt x="2188" y="1211"/>
                    <a:pt x="2264" y="1191"/>
                    <a:pt x="2335" y="1191"/>
                  </a:cubicBezTo>
                  <a:cubicBezTo>
                    <a:pt x="2394" y="1191"/>
                    <a:pt x="2450" y="1204"/>
                    <a:pt x="2495" y="1238"/>
                  </a:cubicBezTo>
                  <a:cubicBezTo>
                    <a:pt x="2545" y="1263"/>
                    <a:pt x="2595" y="1364"/>
                    <a:pt x="2595" y="1439"/>
                  </a:cubicBezTo>
                  <a:cubicBezTo>
                    <a:pt x="2620" y="1489"/>
                    <a:pt x="2595" y="1489"/>
                    <a:pt x="2595" y="1539"/>
                  </a:cubicBezTo>
                  <a:cubicBezTo>
                    <a:pt x="2595" y="1539"/>
                    <a:pt x="2570" y="1564"/>
                    <a:pt x="2570" y="1564"/>
                  </a:cubicBezTo>
                  <a:cubicBezTo>
                    <a:pt x="2470" y="1614"/>
                    <a:pt x="2395" y="1714"/>
                    <a:pt x="2420" y="1815"/>
                  </a:cubicBezTo>
                  <a:cubicBezTo>
                    <a:pt x="2440" y="1897"/>
                    <a:pt x="2527" y="1978"/>
                    <a:pt x="2627" y="1978"/>
                  </a:cubicBezTo>
                  <a:cubicBezTo>
                    <a:pt x="2649" y="1978"/>
                    <a:pt x="2672" y="1974"/>
                    <a:pt x="2695" y="1965"/>
                  </a:cubicBezTo>
                  <a:cubicBezTo>
                    <a:pt x="3121" y="1790"/>
                    <a:pt x="3096" y="1238"/>
                    <a:pt x="2796" y="963"/>
                  </a:cubicBezTo>
                  <a:cubicBezTo>
                    <a:pt x="2661" y="828"/>
                    <a:pt x="2507" y="774"/>
                    <a:pt x="2349" y="774"/>
                  </a:cubicBezTo>
                  <a:cubicBezTo>
                    <a:pt x="2170" y="774"/>
                    <a:pt x="1986" y="844"/>
                    <a:pt x="1823" y="948"/>
                  </a:cubicBezTo>
                  <a:lnTo>
                    <a:pt x="1823" y="948"/>
                  </a:lnTo>
                  <a:cubicBezTo>
                    <a:pt x="1805" y="593"/>
                    <a:pt x="1685" y="257"/>
                    <a:pt x="1342" y="85"/>
                  </a:cubicBezTo>
                  <a:cubicBezTo>
                    <a:pt x="1247" y="26"/>
                    <a:pt x="1141" y="1"/>
                    <a:pt x="10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0" name="Google Shape;3370;p38"/>
            <p:cNvSpPr/>
            <p:nvPr/>
          </p:nvSpPr>
          <p:spPr>
            <a:xfrm>
              <a:off x="2222692" y="1132719"/>
              <a:ext cx="17896" cy="26773"/>
            </a:xfrm>
            <a:custGeom>
              <a:rect b="b" l="l" r="r" t="t"/>
              <a:pathLst>
                <a:path extrusionOk="0" h="1502" w="1004">
                  <a:moveTo>
                    <a:pt x="791" y="1"/>
                  </a:moveTo>
                  <a:cubicBezTo>
                    <a:pt x="688" y="1"/>
                    <a:pt x="598" y="53"/>
                    <a:pt x="577" y="157"/>
                  </a:cubicBezTo>
                  <a:cubicBezTo>
                    <a:pt x="552" y="258"/>
                    <a:pt x="527" y="333"/>
                    <a:pt x="502" y="433"/>
                  </a:cubicBezTo>
                  <a:cubicBezTo>
                    <a:pt x="502" y="458"/>
                    <a:pt x="477" y="483"/>
                    <a:pt x="477" y="508"/>
                  </a:cubicBezTo>
                  <a:cubicBezTo>
                    <a:pt x="477" y="508"/>
                    <a:pt x="463" y="551"/>
                    <a:pt x="456" y="551"/>
                  </a:cubicBezTo>
                  <a:cubicBezTo>
                    <a:pt x="453" y="551"/>
                    <a:pt x="452" y="546"/>
                    <a:pt x="452" y="533"/>
                  </a:cubicBezTo>
                  <a:cubicBezTo>
                    <a:pt x="452" y="583"/>
                    <a:pt x="427" y="634"/>
                    <a:pt x="402" y="684"/>
                  </a:cubicBezTo>
                  <a:cubicBezTo>
                    <a:pt x="351" y="759"/>
                    <a:pt x="301" y="859"/>
                    <a:pt x="251" y="934"/>
                  </a:cubicBezTo>
                  <a:cubicBezTo>
                    <a:pt x="226" y="984"/>
                    <a:pt x="201" y="1010"/>
                    <a:pt x="176" y="1060"/>
                  </a:cubicBezTo>
                  <a:cubicBezTo>
                    <a:pt x="151" y="1085"/>
                    <a:pt x="151" y="1085"/>
                    <a:pt x="126" y="1110"/>
                  </a:cubicBezTo>
                  <a:cubicBezTo>
                    <a:pt x="116" y="1119"/>
                    <a:pt x="101" y="1135"/>
                    <a:pt x="101" y="1135"/>
                  </a:cubicBezTo>
                  <a:cubicBezTo>
                    <a:pt x="26" y="1235"/>
                    <a:pt x="1" y="1360"/>
                    <a:pt x="101" y="1436"/>
                  </a:cubicBezTo>
                  <a:cubicBezTo>
                    <a:pt x="141" y="1476"/>
                    <a:pt x="203" y="1502"/>
                    <a:pt x="263" y="1502"/>
                  </a:cubicBezTo>
                  <a:cubicBezTo>
                    <a:pt x="315" y="1502"/>
                    <a:pt x="367" y="1482"/>
                    <a:pt x="402" y="1436"/>
                  </a:cubicBezTo>
                  <a:cubicBezTo>
                    <a:pt x="677" y="1085"/>
                    <a:pt x="878" y="684"/>
                    <a:pt x="978" y="258"/>
                  </a:cubicBezTo>
                  <a:cubicBezTo>
                    <a:pt x="1003" y="157"/>
                    <a:pt x="953" y="32"/>
                    <a:pt x="853" y="7"/>
                  </a:cubicBezTo>
                  <a:cubicBezTo>
                    <a:pt x="832" y="3"/>
                    <a:pt x="811" y="1"/>
                    <a:pt x="7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1" name="Google Shape;3371;p38"/>
            <p:cNvSpPr/>
            <p:nvPr/>
          </p:nvSpPr>
          <p:spPr>
            <a:xfrm>
              <a:off x="2236097" y="1142024"/>
              <a:ext cx="18342" cy="20980"/>
            </a:xfrm>
            <a:custGeom>
              <a:rect b="b" l="l" r="r" t="t"/>
              <a:pathLst>
                <a:path extrusionOk="0" h="1177" w="1029">
                  <a:moveTo>
                    <a:pt x="773" y="0"/>
                  </a:moveTo>
                  <a:cubicBezTo>
                    <a:pt x="702" y="0"/>
                    <a:pt x="635" y="45"/>
                    <a:pt x="602" y="112"/>
                  </a:cubicBezTo>
                  <a:cubicBezTo>
                    <a:pt x="401" y="362"/>
                    <a:pt x="226" y="613"/>
                    <a:pt x="51" y="863"/>
                  </a:cubicBezTo>
                  <a:cubicBezTo>
                    <a:pt x="0" y="964"/>
                    <a:pt x="26" y="1114"/>
                    <a:pt x="126" y="1139"/>
                  </a:cubicBezTo>
                  <a:cubicBezTo>
                    <a:pt x="161" y="1165"/>
                    <a:pt x="199" y="1176"/>
                    <a:pt x="237" y="1176"/>
                  </a:cubicBezTo>
                  <a:cubicBezTo>
                    <a:pt x="307" y="1176"/>
                    <a:pt x="378" y="1138"/>
                    <a:pt x="427" y="1089"/>
                  </a:cubicBezTo>
                  <a:cubicBezTo>
                    <a:pt x="602" y="813"/>
                    <a:pt x="777" y="563"/>
                    <a:pt x="953" y="312"/>
                  </a:cubicBezTo>
                  <a:cubicBezTo>
                    <a:pt x="1028" y="237"/>
                    <a:pt x="978" y="87"/>
                    <a:pt x="878" y="36"/>
                  </a:cubicBezTo>
                  <a:cubicBezTo>
                    <a:pt x="844" y="11"/>
                    <a:pt x="808" y="0"/>
                    <a:pt x="7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2" name="Google Shape;3372;p38"/>
            <p:cNvSpPr/>
            <p:nvPr/>
          </p:nvSpPr>
          <p:spPr>
            <a:xfrm>
              <a:off x="2183833" y="975943"/>
              <a:ext cx="33957" cy="54241"/>
            </a:xfrm>
            <a:custGeom>
              <a:rect b="b" l="l" r="r" t="t"/>
              <a:pathLst>
                <a:path extrusionOk="0" h="3043" w="1905">
                  <a:moveTo>
                    <a:pt x="344" y="1"/>
                  </a:moveTo>
                  <a:cubicBezTo>
                    <a:pt x="313" y="1"/>
                    <a:pt x="282" y="2"/>
                    <a:pt x="251" y="5"/>
                  </a:cubicBezTo>
                  <a:cubicBezTo>
                    <a:pt x="7" y="29"/>
                    <a:pt x="0" y="432"/>
                    <a:pt x="230" y="432"/>
                  </a:cubicBezTo>
                  <a:cubicBezTo>
                    <a:pt x="237" y="432"/>
                    <a:pt x="244" y="432"/>
                    <a:pt x="251" y="431"/>
                  </a:cubicBezTo>
                  <a:cubicBezTo>
                    <a:pt x="267" y="430"/>
                    <a:pt x="283" y="430"/>
                    <a:pt x="300" y="430"/>
                  </a:cubicBezTo>
                  <a:cubicBezTo>
                    <a:pt x="729" y="430"/>
                    <a:pt x="1084" y="745"/>
                    <a:pt x="1253" y="1108"/>
                  </a:cubicBezTo>
                  <a:cubicBezTo>
                    <a:pt x="1479" y="1634"/>
                    <a:pt x="1379" y="2236"/>
                    <a:pt x="1303" y="2762"/>
                  </a:cubicBezTo>
                  <a:cubicBezTo>
                    <a:pt x="1303" y="2887"/>
                    <a:pt x="1328" y="2987"/>
                    <a:pt x="1454" y="3038"/>
                  </a:cubicBezTo>
                  <a:cubicBezTo>
                    <a:pt x="1467" y="3041"/>
                    <a:pt x="1481" y="3042"/>
                    <a:pt x="1495" y="3042"/>
                  </a:cubicBezTo>
                  <a:cubicBezTo>
                    <a:pt x="1591" y="3042"/>
                    <a:pt x="1704" y="2974"/>
                    <a:pt x="1704" y="2887"/>
                  </a:cubicBezTo>
                  <a:cubicBezTo>
                    <a:pt x="1805" y="2211"/>
                    <a:pt x="1905" y="1509"/>
                    <a:pt x="1579" y="857"/>
                  </a:cubicBezTo>
                  <a:cubicBezTo>
                    <a:pt x="1366" y="407"/>
                    <a:pt x="883"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3" name="Google Shape;3373;p38"/>
            <p:cNvSpPr/>
            <p:nvPr/>
          </p:nvSpPr>
          <p:spPr>
            <a:xfrm>
              <a:off x="2204831" y="1049741"/>
              <a:ext cx="9839" cy="7611"/>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4" name="Google Shape;3374;p38"/>
            <p:cNvSpPr/>
            <p:nvPr/>
          </p:nvSpPr>
          <p:spPr>
            <a:xfrm>
              <a:off x="2204831" y="1049741"/>
              <a:ext cx="9839" cy="7611"/>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5" name="Google Shape;3375;p38"/>
            <p:cNvSpPr/>
            <p:nvPr/>
          </p:nvSpPr>
          <p:spPr>
            <a:xfrm>
              <a:off x="1849764" y="1244183"/>
              <a:ext cx="60213" cy="33743"/>
            </a:xfrm>
            <a:custGeom>
              <a:rect b="b" l="l" r="r" t="t"/>
              <a:pathLst>
                <a:path extrusionOk="0" h="1893" w="3378">
                  <a:moveTo>
                    <a:pt x="892" y="1"/>
                  </a:moveTo>
                  <a:cubicBezTo>
                    <a:pt x="471" y="1"/>
                    <a:pt x="1" y="291"/>
                    <a:pt x="44" y="772"/>
                  </a:cubicBezTo>
                  <a:cubicBezTo>
                    <a:pt x="44" y="872"/>
                    <a:pt x="145" y="972"/>
                    <a:pt x="245" y="972"/>
                  </a:cubicBezTo>
                  <a:cubicBezTo>
                    <a:pt x="370" y="972"/>
                    <a:pt x="470" y="872"/>
                    <a:pt x="470" y="772"/>
                  </a:cubicBezTo>
                  <a:cubicBezTo>
                    <a:pt x="451" y="554"/>
                    <a:pt x="665" y="415"/>
                    <a:pt x="867" y="415"/>
                  </a:cubicBezTo>
                  <a:cubicBezTo>
                    <a:pt x="921" y="415"/>
                    <a:pt x="974" y="425"/>
                    <a:pt x="1022" y="446"/>
                  </a:cubicBezTo>
                  <a:cubicBezTo>
                    <a:pt x="1354" y="564"/>
                    <a:pt x="1461" y="997"/>
                    <a:pt x="1493" y="1319"/>
                  </a:cubicBezTo>
                  <a:lnTo>
                    <a:pt x="1493" y="1319"/>
                  </a:lnTo>
                  <a:cubicBezTo>
                    <a:pt x="1494" y="1337"/>
                    <a:pt x="1496" y="1355"/>
                    <a:pt x="1498" y="1373"/>
                  </a:cubicBezTo>
                  <a:cubicBezTo>
                    <a:pt x="1511" y="1501"/>
                    <a:pt x="1622" y="1571"/>
                    <a:pt x="1724" y="1571"/>
                  </a:cubicBezTo>
                  <a:cubicBezTo>
                    <a:pt x="1822" y="1571"/>
                    <a:pt x="1911" y="1508"/>
                    <a:pt x="1899" y="1373"/>
                  </a:cubicBezTo>
                  <a:cubicBezTo>
                    <a:pt x="1899" y="1354"/>
                    <a:pt x="1899" y="1335"/>
                    <a:pt x="1898" y="1316"/>
                  </a:cubicBezTo>
                  <a:lnTo>
                    <a:pt x="1898" y="1316"/>
                  </a:lnTo>
                  <a:cubicBezTo>
                    <a:pt x="1909" y="1067"/>
                    <a:pt x="2116" y="834"/>
                    <a:pt x="2358" y="834"/>
                  </a:cubicBezTo>
                  <a:cubicBezTo>
                    <a:pt x="2413" y="834"/>
                    <a:pt x="2469" y="846"/>
                    <a:pt x="2526" y="872"/>
                  </a:cubicBezTo>
                  <a:cubicBezTo>
                    <a:pt x="2801" y="972"/>
                    <a:pt x="2876" y="1348"/>
                    <a:pt x="2726" y="1574"/>
                  </a:cubicBezTo>
                  <a:cubicBezTo>
                    <a:pt x="2620" y="1733"/>
                    <a:pt x="2764" y="1893"/>
                    <a:pt x="2911" y="1893"/>
                  </a:cubicBezTo>
                  <a:cubicBezTo>
                    <a:pt x="2972" y="1893"/>
                    <a:pt x="3033" y="1865"/>
                    <a:pt x="3077" y="1799"/>
                  </a:cubicBezTo>
                  <a:cubicBezTo>
                    <a:pt x="3378" y="1348"/>
                    <a:pt x="3152" y="671"/>
                    <a:pt x="2676" y="471"/>
                  </a:cubicBezTo>
                  <a:cubicBezTo>
                    <a:pt x="2583" y="434"/>
                    <a:pt x="2487" y="418"/>
                    <a:pt x="2392" y="418"/>
                  </a:cubicBezTo>
                  <a:cubicBezTo>
                    <a:pt x="2161" y="418"/>
                    <a:pt x="1936" y="517"/>
                    <a:pt x="1769" y="674"/>
                  </a:cubicBezTo>
                  <a:lnTo>
                    <a:pt x="1769" y="674"/>
                  </a:lnTo>
                  <a:cubicBezTo>
                    <a:pt x="1644" y="360"/>
                    <a:pt x="1421" y="93"/>
                    <a:pt x="1072" y="20"/>
                  </a:cubicBezTo>
                  <a:cubicBezTo>
                    <a:pt x="1014" y="7"/>
                    <a:pt x="953" y="1"/>
                    <a:pt x="89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6" name="Google Shape;3376;p38"/>
            <p:cNvSpPr/>
            <p:nvPr/>
          </p:nvSpPr>
          <p:spPr>
            <a:xfrm>
              <a:off x="1601704" y="1198728"/>
              <a:ext cx="49607" cy="51621"/>
            </a:xfrm>
            <a:custGeom>
              <a:rect b="b" l="l" r="r" t="t"/>
              <a:pathLst>
                <a:path extrusionOk="0" h="2896" w="2783">
                  <a:moveTo>
                    <a:pt x="839" y="1"/>
                  </a:moveTo>
                  <a:cubicBezTo>
                    <a:pt x="587" y="1"/>
                    <a:pt x="339" y="72"/>
                    <a:pt x="126" y="239"/>
                  </a:cubicBezTo>
                  <a:cubicBezTo>
                    <a:pt x="50" y="289"/>
                    <a:pt x="0" y="414"/>
                    <a:pt x="50" y="515"/>
                  </a:cubicBezTo>
                  <a:cubicBezTo>
                    <a:pt x="84" y="581"/>
                    <a:pt x="162" y="626"/>
                    <a:pt x="232" y="626"/>
                  </a:cubicBezTo>
                  <a:cubicBezTo>
                    <a:pt x="268" y="626"/>
                    <a:pt x="301" y="615"/>
                    <a:pt x="326" y="590"/>
                  </a:cubicBezTo>
                  <a:cubicBezTo>
                    <a:pt x="484" y="476"/>
                    <a:pt x="664" y="426"/>
                    <a:pt x="846" y="426"/>
                  </a:cubicBezTo>
                  <a:cubicBezTo>
                    <a:pt x="1183" y="426"/>
                    <a:pt x="1527" y="596"/>
                    <a:pt x="1755" y="840"/>
                  </a:cubicBezTo>
                  <a:cubicBezTo>
                    <a:pt x="2181" y="1317"/>
                    <a:pt x="2281" y="2068"/>
                    <a:pt x="2331" y="2695"/>
                  </a:cubicBezTo>
                  <a:cubicBezTo>
                    <a:pt x="2356" y="2795"/>
                    <a:pt x="2431" y="2896"/>
                    <a:pt x="2557" y="2896"/>
                  </a:cubicBezTo>
                  <a:cubicBezTo>
                    <a:pt x="2657" y="2896"/>
                    <a:pt x="2782" y="2795"/>
                    <a:pt x="2757" y="2695"/>
                  </a:cubicBezTo>
                  <a:cubicBezTo>
                    <a:pt x="2682" y="1918"/>
                    <a:pt x="2557" y="1066"/>
                    <a:pt x="2005" y="490"/>
                  </a:cubicBezTo>
                  <a:cubicBezTo>
                    <a:pt x="1706" y="206"/>
                    <a:pt x="1267" y="1"/>
                    <a:pt x="8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7" name="Google Shape;3377;p38"/>
            <p:cNvSpPr/>
            <p:nvPr/>
          </p:nvSpPr>
          <p:spPr>
            <a:xfrm>
              <a:off x="1635661" y="1273560"/>
              <a:ext cx="9839" cy="7611"/>
            </a:xfrm>
            <a:custGeom>
              <a:rect b="b" l="l" r="r" t="t"/>
              <a:pathLst>
                <a:path extrusionOk="0" h="427" w="552">
                  <a:moveTo>
                    <a:pt x="276" y="1"/>
                  </a:moveTo>
                  <a:cubicBezTo>
                    <a:pt x="0" y="1"/>
                    <a:pt x="0" y="427"/>
                    <a:pt x="276" y="427"/>
                  </a:cubicBezTo>
                  <a:cubicBezTo>
                    <a:pt x="551" y="427"/>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8" name="Google Shape;3378;p38"/>
            <p:cNvSpPr/>
            <p:nvPr/>
          </p:nvSpPr>
          <p:spPr>
            <a:xfrm>
              <a:off x="1740636" y="1140313"/>
              <a:ext cx="15668" cy="22923"/>
            </a:xfrm>
            <a:custGeom>
              <a:rect b="b" l="l" r="r" t="t"/>
              <a:pathLst>
                <a:path extrusionOk="0" h="1286" w="879">
                  <a:moveTo>
                    <a:pt x="631" y="1"/>
                  </a:moveTo>
                  <a:cubicBezTo>
                    <a:pt x="567" y="1"/>
                    <a:pt x="508" y="31"/>
                    <a:pt x="477" y="107"/>
                  </a:cubicBezTo>
                  <a:cubicBezTo>
                    <a:pt x="327" y="383"/>
                    <a:pt x="176" y="684"/>
                    <a:pt x="51" y="959"/>
                  </a:cubicBezTo>
                  <a:cubicBezTo>
                    <a:pt x="1" y="1060"/>
                    <a:pt x="1" y="1210"/>
                    <a:pt x="126" y="1260"/>
                  </a:cubicBezTo>
                  <a:cubicBezTo>
                    <a:pt x="151" y="1277"/>
                    <a:pt x="185" y="1285"/>
                    <a:pt x="220" y="1285"/>
                  </a:cubicBezTo>
                  <a:cubicBezTo>
                    <a:pt x="290" y="1285"/>
                    <a:pt x="368" y="1252"/>
                    <a:pt x="402" y="1185"/>
                  </a:cubicBezTo>
                  <a:cubicBezTo>
                    <a:pt x="552" y="884"/>
                    <a:pt x="678" y="609"/>
                    <a:pt x="828" y="308"/>
                  </a:cubicBezTo>
                  <a:cubicBezTo>
                    <a:pt x="878" y="208"/>
                    <a:pt x="853" y="82"/>
                    <a:pt x="753" y="32"/>
                  </a:cubicBezTo>
                  <a:cubicBezTo>
                    <a:pt x="714" y="13"/>
                    <a:pt x="671" y="1"/>
                    <a:pt x="63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9" name="Google Shape;3379;p38"/>
            <p:cNvSpPr/>
            <p:nvPr/>
          </p:nvSpPr>
          <p:spPr>
            <a:xfrm>
              <a:off x="1762080" y="1144270"/>
              <a:ext cx="13422" cy="15133"/>
            </a:xfrm>
            <a:custGeom>
              <a:rect b="b" l="l" r="r" t="t"/>
              <a:pathLst>
                <a:path extrusionOk="0" h="849" w="753">
                  <a:moveTo>
                    <a:pt x="546" y="0"/>
                  </a:moveTo>
                  <a:cubicBezTo>
                    <a:pt x="531" y="0"/>
                    <a:pt x="517" y="3"/>
                    <a:pt x="502" y="11"/>
                  </a:cubicBezTo>
                  <a:cubicBezTo>
                    <a:pt x="477" y="11"/>
                    <a:pt x="452" y="11"/>
                    <a:pt x="452" y="36"/>
                  </a:cubicBezTo>
                  <a:cubicBezTo>
                    <a:pt x="402" y="36"/>
                    <a:pt x="377" y="61"/>
                    <a:pt x="377" y="111"/>
                  </a:cubicBezTo>
                  <a:cubicBezTo>
                    <a:pt x="251" y="236"/>
                    <a:pt x="151" y="387"/>
                    <a:pt x="51" y="537"/>
                  </a:cubicBezTo>
                  <a:cubicBezTo>
                    <a:pt x="1" y="587"/>
                    <a:pt x="1" y="662"/>
                    <a:pt x="26" y="687"/>
                  </a:cubicBezTo>
                  <a:cubicBezTo>
                    <a:pt x="26" y="737"/>
                    <a:pt x="76" y="788"/>
                    <a:pt x="126" y="813"/>
                  </a:cubicBezTo>
                  <a:cubicBezTo>
                    <a:pt x="162" y="830"/>
                    <a:pt x="197" y="848"/>
                    <a:pt x="233" y="848"/>
                  </a:cubicBezTo>
                  <a:cubicBezTo>
                    <a:pt x="247" y="848"/>
                    <a:pt x="262" y="845"/>
                    <a:pt x="277" y="838"/>
                  </a:cubicBezTo>
                  <a:cubicBezTo>
                    <a:pt x="302" y="838"/>
                    <a:pt x="302" y="838"/>
                    <a:pt x="327" y="813"/>
                  </a:cubicBezTo>
                  <a:cubicBezTo>
                    <a:pt x="352" y="813"/>
                    <a:pt x="377" y="788"/>
                    <a:pt x="402" y="737"/>
                  </a:cubicBezTo>
                  <a:cubicBezTo>
                    <a:pt x="502" y="612"/>
                    <a:pt x="627" y="462"/>
                    <a:pt x="728" y="311"/>
                  </a:cubicBezTo>
                  <a:cubicBezTo>
                    <a:pt x="753" y="286"/>
                    <a:pt x="753" y="211"/>
                    <a:pt x="753" y="161"/>
                  </a:cubicBezTo>
                  <a:cubicBezTo>
                    <a:pt x="728" y="111"/>
                    <a:pt x="703" y="61"/>
                    <a:pt x="652" y="36"/>
                  </a:cubicBezTo>
                  <a:cubicBezTo>
                    <a:pt x="617" y="18"/>
                    <a:pt x="582" y="0"/>
                    <a:pt x="5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0" name="Google Shape;3380;p38"/>
            <p:cNvSpPr/>
            <p:nvPr/>
          </p:nvSpPr>
          <p:spPr>
            <a:xfrm>
              <a:off x="2578312" y="1244967"/>
              <a:ext cx="13868" cy="18788"/>
            </a:xfrm>
            <a:custGeom>
              <a:rect b="b" l="l" r="r" t="t"/>
              <a:pathLst>
                <a:path extrusionOk="0" h="1054" w="778">
                  <a:moveTo>
                    <a:pt x="558" y="1"/>
                  </a:moveTo>
                  <a:cubicBezTo>
                    <a:pt x="488" y="1"/>
                    <a:pt x="410" y="34"/>
                    <a:pt x="377" y="101"/>
                  </a:cubicBezTo>
                  <a:lnTo>
                    <a:pt x="51" y="728"/>
                  </a:lnTo>
                  <a:cubicBezTo>
                    <a:pt x="1" y="828"/>
                    <a:pt x="26" y="978"/>
                    <a:pt x="126" y="1028"/>
                  </a:cubicBezTo>
                  <a:cubicBezTo>
                    <a:pt x="159" y="1045"/>
                    <a:pt x="196" y="1053"/>
                    <a:pt x="231" y="1053"/>
                  </a:cubicBezTo>
                  <a:cubicBezTo>
                    <a:pt x="301" y="1053"/>
                    <a:pt x="368" y="1020"/>
                    <a:pt x="402" y="953"/>
                  </a:cubicBezTo>
                  <a:cubicBezTo>
                    <a:pt x="527" y="728"/>
                    <a:pt x="627" y="527"/>
                    <a:pt x="727" y="302"/>
                  </a:cubicBezTo>
                  <a:cubicBezTo>
                    <a:pt x="778" y="201"/>
                    <a:pt x="778" y="76"/>
                    <a:pt x="652" y="26"/>
                  </a:cubicBezTo>
                  <a:cubicBezTo>
                    <a:pt x="627" y="9"/>
                    <a:pt x="594" y="1"/>
                    <a:pt x="55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1" name="Google Shape;3381;p38"/>
            <p:cNvSpPr/>
            <p:nvPr/>
          </p:nvSpPr>
          <p:spPr>
            <a:xfrm>
              <a:off x="2596191" y="1252115"/>
              <a:ext cx="16987" cy="21212"/>
            </a:xfrm>
            <a:custGeom>
              <a:rect b="b" l="l" r="r" t="t"/>
              <a:pathLst>
                <a:path extrusionOk="0" h="1190" w="953">
                  <a:moveTo>
                    <a:pt x="475" y="773"/>
                  </a:moveTo>
                  <a:cubicBezTo>
                    <a:pt x="472" y="773"/>
                    <a:pt x="464" y="792"/>
                    <a:pt x="458" y="802"/>
                  </a:cubicBezTo>
                  <a:lnTo>
                    <a:pt x="458" y="802"/>
                  </a:lnTo>
                  <a:cubicBezTo>
                    <a:pt x="465" y="800"/>
                    <a:pt x="476" y="794"/>
                    <a:pt x="476" y="778"/>
                  </a:cubicBezTo>
                  <a:cubicBezTo>
                    <a:pt x="476" y="774"/>
                    <a:pt x="476" y="773"/>
                    <a:pt x="475" y="773"/>
                  </a:cubicBezTo>
                  <a:close/>
                  <a:moveTo>
                    <a:pt x="458" y="802"/>
                  </a:moveTo>
                  <a:cubicBezTo>
                    <a:pt x="454" y="803"/>
                    <a:pt x="451" y="803"/>
                    <a:pt x="451" y="803"/>
                  </a:cubicBezTo>
                  <a:cubicBezTo>
                    <a:pt x="451" y="806"/>
                    <a:pt x="452" y="808"/>
                    <a:pt x="453" y="808"/>
                  </a:cubicBezTo>
                  <a:cubicBezTo>
                    <a:pt x="454" y="808"/>
                    <a:pt x="456" y="806"/>
                    <a:pt x="458" y="802"/>
                  </a:cubicBezTo>
                  <a:close/>
                  <a:moveTo>
                    <a:pt x="707" y="1"/>
                  </a:moveTo>
                  <a:cubicBezTo>
                    <a:pt x="671" y="1"/>
                    <a:pt x="635" y="9"/>
                    <a:pt x="602" y="26"/>
                  </a:cubicBezTo>
                  <a:cubicBezTo>
                    <a:pt x="301" y="226"/>
                    <a:pt x="50" y="552"/>
                    <a:pt x="0" y="928"/>
                  </a:cubicBezTo>
                  <a:cubicBezTo>
                    <a:pt x="0" y="978"/>
                    <a:pt x="0" y="1028"/>
                    <a:pt x="25" y="1078"/>
                  </a:cubicBezTo>
                  <a:cubicBezTo>
                    <a:pt x="50" y="1129"/>
                    <a:pt x="100" y="1179"/>
                    <a:pt x="150" y="1179"/>
                  </a:cubicBezTo>
                  <a:cubicBezTo>
                    <a:pt x="165" y="1186"/>
                    <a:pt x="180" y="1189"/>
                    <a:pt x="195" y="1189"/>
                  </a:cubicBezTo>
                  <a:cubicBezTo>
                    <a:pt x="230" y="1189"/>
                    <a:pt x="265" y="1171"/>
                    <a:pt x="301" y="1154"/>
                  </a:cubicBezTo>
                  <a:cubicBezTo>
                    <a:pt x="351" y="1129"/>
                    <a:pt x="401" y="1078"/>
                    <a:pt x="401" y="1028"/>
                  </a:cubicBezTo>
                  <a:cubicBezTo>
                    <a:pt x="401" y="953"/>
                    <a:pt x="426" y="878"/>
                    <a:pt x="451" y="803"/>
                  </a:cubicBezTo>
                  <a:cubicBezTo>
                    <a:pt x="476" y="778"/>
                    <a:pt x="476" y="753"/>
                    <a:pt x="476" y="753"/>
                  </a:cubicBezTo>
                  <a:cubicBezTo>
                    <a:pt x="501" y="703"/>
                    <a:pt x="526" y="677"/>
                    <a:pt x="551" y="652"/>
                  </a:cubicBezTo>
                  <a:cubicBezTo>
                    <a:pt x="551" y="627"/>
                    <a:pt x="577" y="602"/>
                    <a:pt x="577" y="602"/>
                  </a:cubicBezTo>
                  <a:cubicBezTo>
                    <a:pt x="577" y="602"/>
                    <a:pt x="577" y="602"/>
                    <a:pt x="602" y="577"/>
                  </a:cubicBezTo>
                  <a:cubicBezTo>
                    <a:pt x="627" y="552"/>
                    <a:pt x="652" y="527"/>
                    <a:pt x="677" y="502"/>
                  </a:cubicBezTo>
                  <a:cubicBezTo>
                    <a:pt x="677" y="502"/>
                    <a:pt x="702" y="477"/>
                    <a:pt x="702" y="477"/>
                  </a:cubicBezTo>
                  <a:cubicBezTo>
                    <a:pt x="727" y="452"/>
                    <a:pt x="727" y="452"/>
                    <a:pt x="727" y="452"/>
                  </a:cubicBezTo>
                  <a:cubicBezTo>
                    <a:pt x="752" y="427"/>
                    <a:pt x="777" y="402"/>
                    <a:pt x="827" y="402"/>
                  </a:cubicBezTo>
                  <a:cubicBezTo>
                    <a:pt x="927" y="327"/>
                    <a:pt x="952" y="201"/>
                    <a:pt x="902" y="101"/>
                  </a:cubicBezTo>
                  <a:cubicBezTo>
                    <a:pt x="852" y="34"/>
                    <a:pt x="780" y="1"/>
                    <a:pt x="7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2" name="Google Shape;3382;p38"/>
            <p:cNvSpPr/>
            <p:nvPr/>
          </p:nvSpPr>
          <p:spPr>
            <a:xfrm>
              <a:off x="2501858" y="1046889"/>
              <a:ext cx="46095" cy="64170"/>
            </a:xfrm>
            <a:custGeom>
              <a:rect b="b" l="l" r="r" t="t"/>
              <a:pathLst>
                <a:path extrusionOk="0" h="3600" w="2586">
                  <a:moveTo>
                    <a:pt x="294" y="1"/>
                  </a:moveTo>
                  <a:cubicBezTo>
                    <a:pt x="85" y="1"/>
                    <a:pt x="0" y="342"/>
                    <a:pt x="229" y="411"/>
                  </a:cubicBezTo>
                  <a:cubicBezTo>
                    <a:pt x="1382" y="837"/>
                    <a:pt x="2134" y="2140"/>
                    <a:pt x="1884" y="3343"/>
                  </a:cubicBezTo>
                  <a:cubicBezTo>
                    <a:pt x="1853" y="3494"/>
                    <a:pt x="1987" y="3600"/>
                    <a:pt x="2114" y="3600"/>
                  </a:cubicBezTo>
                  <a:cubicBezTo>
                    <a:pt x="2198" y="3600"/>
                    <a:pt x="2280" y="3553"/>
                    <a:pt x="2310" y="3444"/>
                  </a:cubicBezTo>
                  <a:cubicBezTo>
                    <a:pt x="2585" y="2015"/>
                    <a:pt x="1733" y="511"/>
                    <a:pt x="355" y="10"/>
                  </a:cubicBezTo>
                  <a:cubicBezTo>
                    <a:pt x="333" y="4"/>
                    <a:pt x="313" y="1"/>
                    <a:pt x="29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3" name="Google Shape;3383;p38"/>
            <p:cNvSpPr/>
            <p:nvPr/>
          </p:nvSpPr>
          <p:spPr>
            <a:xfrm>
              <a:off x="2526939" y="1130598"/>
              <a:ext cx="9839" cy="7611"/>
            </a:xfrm>
            <a:custGeom>
              <a:rect b="b" l="l" r="r" t="t"/>
              <a:pathLst>
                <a:path extrusionOk="0" h="427" w="552">
                  <a:moveTo>
                    <a:pt x="276" y="1"/>
                  </a:moveTo>
                  <a:cubicBezTo>
                    <a:pt x="0" y="1"/>
                    <a:pt x="0"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4" name="Google Shape;3384;p38"/>
            <p:cNvSpPr/>
            <p:nvPr/>
          </p:nvSpPr>
          <p:spPr>
            <a:xfrm>
              <a:off x="1869034" y="949507"/>
              <a:ext cx="106576" cy="22067"/>
            </a:xfrm>
            <a:custGeom>
              <a:rect b="b" l="l" r="r" t="t"/>
              <a:pathLst>
                <a:path extrusionOk="0" h="1238" w="5979">
                  <a:moveTo>
                    <a:pt x="3471" y="1"/>
                  </a:moveTo>
                  <a:cubicBezTo>
                    <a:pt x="2341" y="1"/>
                    <a:pt x="1213" y="286"/>
                    <a:pt x="216" y="836"/>
                  </a:cubicBezTo>
                  <a:cubicBezTo>
                    <a:pt x="1" y="944"/>
                    <a:pt x="138" y="1238"/>
                    <a:pt x="324" y="1238"/>
                  </a:cubicBezTo>
                  <a:cubicBezTo>
                    <a:pt x="354" y="1238"/>
                    <a:pt x="385" y="1230"/>
                    <a:pt x="417" y="1212"/>
                  </a:cubicBezTo>
                  <a:cubicBezTo>
                    <a:pt x="1357" y="683"/>
                    <a:pt x="2409" y="421"/>
                    <a:pt x="3463" y="421"/>
                  </a:cubicBezTo>
                  <a:cubicBezTo>
                    <a:pt x="4206" y="421"/>
                    <a:pt x="4950" y="552"/>
                    <a:pt x="5655" y="811"/>
                  </a:cubicBezTo>
                  <a:cubicBezTo>
                    <a:pt x="5683" y="822"/>
                    <a:pt x="5708" y="827"/>
                    <a:pt x="5732" y="827"/>
                  </a:cubicBezTo>
                  <a:cubicBezTo>
                    <a:pt x="5923" y="827"/>
                    <a:pt x="5978" y="500"/>
                    <a:pt x="5755" y="410"/>
                  </a:cubicBezTo>
                  <a:cubicBezTo>
                    <a:pt x="5021" y="135"/>
                    <a:pt x="4246" y="1"/>
                    <a:pt x="347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5" name="Google Shape;3385;p38"/>
            <p:cNvSpPr/>
            <p:nvPr/>
          </p:nvSpPr>
          <p:spPr>
            <a:xfrm>
              <a:off x="1990835" y="966638"/>
              <a:ext cx="9394" cy="7611"/>
            </a:xfrm>
            <a:custGeom>
              <a:rect b="b" l="l" r="r" t="t"/>
              <a:pathLst>
                <a:path extrusionOk="0" h="427" w="527">
                  <a:moveTo>
                    <a:pt x="276" y="1"/>
                  </a:moveTo>
                  <a:cubicBezTo>
                    <a:pt x="0" y="1"/>
                    <a:pt x="0" y="427"/>
                    <a:pt x="276" y="427"/>
                  </a:cubicBezTo>
                  <a:cubicBezTo>
                    <a:pt x="526" y="427"/>
                    <a:pt x="526"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6" name="Google Shape;3386;p38"/>
            <p:cNvSpPr/>
            <p:nvPr/>
          </p:nvSpPr>
          <p:spPr>
            <a:xfrm>
              <a:off x="1930995" y="1203826"/>
              <a:ext cx="141067" cy="90212"/>
            </a:xfrm>
            <a:custGeom>
              <a:rect b="b" l="l" r="r" t="t"/>
              <a:pathLst>
                <a:path extrusionOk="0" h="5061" w="7914">
                  <a:moveTo>
                    <a:pt x="1648" y="0"/>
                  </a:moveTo>
                  <a:cubicBezTo>
                    <a:pt x="1164" y="0"/>
                    <a:pt x="680" y="84"/>
                    <a:pt x="224" y="254"/>
                  </a:cubicBezTo>
                  <a:cubicBezTo>
                    <a:pt x="1" y="343"/>
                    <a:pt x="56" y="671"/>
                    <a:pt x="248" y="671"/>
                  </a:cubicBezTo>
                  <a:cubicBezTo>
                    <a:pt x="271" y="671"/>
                    <a:pt x="297" y="666"/>
                    <a:pt x="324" y="655"/>
                  </a:cubicBezTo>
                  <a:cubicBezTo>
                    <a:pt x="750" y="497"/>
                    <a:pt x="1204" y="418"/>
                    <a:pt x="1656" y="418"/>
                  </a:cubicBezTo>
                  <a:cubicBezTo>
                    <a:pt x="2426" y="418"/>
                    <a:pt x="3192" y="648"/>
                    <a:pt x="3808" y="1106"/>
                  </a:cubicBezTo>
                  <a:cubicBezTo>
                    <a:pt x="4786" y="1858"/>
                    <a:pt x="5287" y="3086"/>
                    <a:pt x="5187" y="4289"/>
                  </a:cubicBezTo>
                  <a:cubicBezTo>
                    <a:pt x="5187" y="4411"/>
                    <a:pt x="5307" y="4484"/>
                    <a:pt x="5423" y="4484"/>
                  </a:cubicBezTo>
                  <a:cubicBezTo>
                    <a:pt x="5474" y="4484"/>
                    <a:pt x="5524" y="4470"/>
                    <a:pt x="5563" y="4439"/>
                  </a:cubicBezTo>
                  <a:cubicBezTo>
                    <a:pt x="5798" y="4213"/>
                    <a:pt x="6087" y="4107"/>
                    <a:pt x="6370" y="4107"/>
                  </a:cubicBezTo>
                  <a:cubicBezTo>
                    <a:pt x="6840" y="4107"/>
                    <a:pt x="7295" y="4399"/>
                    <a:pt x="7467" y="4915"/>
                  </a:cubicBezTo>
                  <a:cubicBezTo>
                    <a:pt x="7498" y="5017"/>
                    <a:pt x="7581" y="5060"/>
                    <a:pt x="7665" y="5060"/>
                  </a:cubicBezTo>
                  <a:cubicBezTo>
                    <a:pt x="7789" y="5060"/>
                    <a:pt x="7913" y="4965"/>
                    <a:pt x="7868" y="4815"/>
                  </a:cubicBezTo>
                  <a:cubicBezTo>
                    <a:pt x="7647" y="4105"/>
                    <a:pt x="7009" y="3703"/>
                    <a:pt x="6353" y="3703"/>
                  </a:cubicBezTo>
                  <a:cubicBezTo>
                    <a:pt x="6105" y="3703"/>
                    <a:pt x="5854" y="3760"/>
                    <a:pt x="5622" y="3881"/>
                  </a:cubicBezTo>
                  <a:lnTo>
                    <a:pt x="5622" y="3881"/>
                  </a:lnTo>
                  <a:cubicBezTo>
                    <a:pt x="5590" y="2689"/>
                    <a:pt x="5029" y="1525"/>
                    <a:pt x="4084" y="805"/>
                  </a:cubicBezTo>
                  <a:cubicBezTo>
                    <a:pt x="3390" y="273"/>
                    <a:pt x="2521" y="0"/>
                    <a:pt x="164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7" name="Google Shape;3387;p38"/>
            <p:cNvSpPr/>
            <p:nvPr/>
          </p:nvSpPr>
          <p:spPr>
            <a:xfrm>
              <a:off x="2748974" y="1584956"/>
              <a:ext cx="172903" cy="249300"/>
            </a:xfrm>
            <a:custGeom>
              <a:rect b="b" l="l" r="r" t="t"/>
              <a:pathLst>
                <a:path extrusionOk="0" h="13986" w="9700">
                  <a:moveTo>
                    <a:pt x="4687" y="1"/>
                  </a:moveTo>
                  <a:lnTo>
                    <a:pt x="1" y="6768"/>
                  </a:lnTo>
                  <a:lnTo>
                    <a:pt x="5264" y="7344"/>
                  </a:lnTo>
                  <a:lnTo>
                    <a:pt x="2356" y="13986"/>
                  </a:lnTo>
                  <a:lnTo>
                    <a:pt x="9700" y="5414"/>
                  </a:lnTo>
                  <a:lnTo>
                    <a:pt x="3610" y="4863"/>
                  </a:lnTo>
                  <a:lnTo>
                    <a:pt x="468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8" name="Google Shape;3388;p38"/>
            <p:cNvSpPr/>
            <p:nvPr/>
          </p:nvSpPr>
          <p:spPr>
            <a:xfrm>
              <a:off x="2743609" y="1581052"/>
              <a:ext cx="183188" cy="257197"/>
            </a:xfrm>
            <a:custGeom>
              <a:rect b="b" l="l" r="r" t="t"/>
              <a:pathLst>
                <a:path extrusionOk="0" h="14429" w="10277">
                  <a:moveTo>
                    <a:pt x="4562" y="1191"/>
                  </a:moveTo>
                  <a:lnTo>
                    <a:pt x="4562" y="1191"/>
                  </a:lnTo>
                  <a:cubicBezTo>
                    <a:pt x="4327" y="2263"/>
                    <a:pt x="4081" y="3327"/>
                    <a:pt x="3835" y="4405"/>
                  </a:cubicBezTo>
                  <a:cubicBezTo>
                    <a:pt x="3785" y="4606"/>
                    <a:pt x="3760" y="4806"/>
                    <a:pt x="3710" y="5007"/>
                  </a:cubicBezTo>
                  <a:cubicBezTo>
                    <a:pt x="3685" y="5157"/>
                    <a:pt x="3760" y="5257"/>
                    <a:pt x="3911" y="5282"/>
                  </a:cubicBezTo>
                  <a:cubicBezTo>
                    <a:pt x="5690" y="5433"/>
                    <a:pt x="7470" y="5608"/>
                    <a:pt x="9224" y="5758"/>
                  </a:cubicBezTo>
                  <a:cubicBezTo>
                    <a:pt x="9348" y="5770"/>
                    <a:pt x="9467" y="5781"/>
                    <a:pt x="9582" y="5792"/>
                  </a:cubicBezTo>
                  <a:lnTo>
                    <a:pt x="9582" y="5792"/>
                  </a:lnTo>
                  <a:cubicBezTo>
                    <a:pt x="8845" y="6646"/>
                    <a:pt x="8107" y="7518"/>
                    <a:pt x="7369" y="8390"/>
                  </a:cubicBezTo>
                  <a:cubicBezTo>
                    <a:pt x="6041" y="9919"/>
                    <a:pt x="4738" y="11448"/>
                    <a:pt x="3434" y="13002"/>
                  </a:cubicBezTo>
                  <a:lnTo>
                    <a:pt x="3380" y="13064"/>
                  </a:lnTo>
                  <a:lnTo>
                    <a:pt x="3380" y="13064"/>
                  </a:lnTo>
                  <a:cubicBezTo>
                    <a:pt x="4050" y="11540"/>
                    <a:pt x="4719" y="10007"/>
                    <a:pt x="5389" y="8490"/>
                  </a:cubicBezTo>
                  <a:cubicBezTo>
                    <a:pt x="5515" y="8215"/>
                    <a:pt x="5640" y="7939"/>
                    <a:pt x="5740" y="7663"/>
                  </a:cubicBezTo>
                  <a:cubicBezTo>
                    <a:pt x="5815" y="7513"/>
                    <a:pt x="5740" y="7362"/>
                    <a:pt x="5565" y="7362"/>
                  </a:cubicBezTo>
                  <a:lnTo>
                    <a:pt x="953" y="6861"/>
                  </a:lnTo>
                  <a:cubicBezTo>
                    <a:pt x="859" y="6851"/>
                    <a:pt x="764" y="6840"/>
                    <a:pt x="672" y="6830"/>
                  </a:cubicBezTo>
                  <a:lnTo>
                    <a:pt x="672" y="6830"/>
                  </a:lnTo>
                  <a:lnTo>
                    <a:pt x="4562" y="1191"/>
                  </a:lnTo>
                  <a:close/>
                  <a:moveTo>
                    <a:pt x="4981" y="1"/>
                  </a:moveTo>
                  <a:cubicBezTo>
                    <a:pt x="4908" y="1"/>
                    <a:pt x="4835" y="36"/>
                    <a:pt x="4799" y="114"/>
                  </a:cubicBezTo>
                  <a:lnTo>
                    <a:pt x="4799" y="114"/>
                  </a:lnTo>
                  <a:lnTo>
                    <a:pt x="101" y="6886"/>
                  </a:lnTo>
                  <a:cubicBezTo>
                    <a:pt x="1" y="7037"/>
                    <a:pt x="151" y="7187"/>
                    <a:pt x="302" y="7212"/>
                  </a:cubicBezTo>
                  <a:lnTo>
                    <a:pt x="4913" y="7688"/>
                  </a:lnTo>
                  <a:cubicBezTo>
                    <a:pt x="5026" y="7702"/>
                    <a:pt x="5147" y="7717"/>
                    <a:pt x="5271" y="7731"/>
                  </a:cubicBezTo>
                  <a:lnTo>
                    <a:pt x="5271" y="7731"/>
                  </a:lnTo>
                  <a:cubicBezTo>
                    <a:pt x="4458" y="9573"/>
                    <a:pt x="3646" y="11437"/>
                    <a:pt x="2833" y="13277"/>
                  </a:cubicBezTo>
                  <a:cubicBezTo>
                    <a:pt x="2733" y="13553"/>
                    <a:pt x="2607" y="13829"/>
                    <a:pt x="2482" y="14104"/>
                  </a:cubicBezTo>
                  <a:cubicBezTo>
                    <a:pt x="2426" y="14253"/>
                    <a:pt x="2536" y="14429"/>
                    <a:pt x="2667" y="14429"/>
                  </a:cubicBezTo>
                  <a:cubicBezTo>
                    <a:pt x="2713" y="14429"/>
                    <a:pt x="2762" y="14407"/>
                    <a:pt x="2808" y="14355"/>
                  </a:cubicBezTo>
                  <a:cubicBezTo>
                    <a:pt x="3635" y="13378"/>
                    <a:pt x="4462" y="12425"/>
                    <a:pt x="5289" y="11448"/>
                  </a:cubicBezTo>
                  <a:cubicBezTo>
                    <a:pt x="6617" y="9919"/>
                    <a:pt x="7921" y="8365"/>
                    <a:pt x="9249" y="6836"/>
                  </a:cubicBezTo>
                  <a:cubicBezTo>
                    <a:pt x="9550" y="6485"/>
                    <a:pt x="9850" y="6134"/>
                    <a:pt x="10151" y="5758"/>
                  </a:cubicBezTo>
                  <a:cubicBezTo>
                    <a:pt x="10277" y="5633"/>
                    <a:pt x="10176" y="5433"/>
                    <a:pt x="10001" y="5408"/>
                  </a:cubicBezTo>
                  <a:cubicBezTo>
                    <a:pt x="8221" y="5257"/>
                    <a:pt x="6442" y="5082"/>
                    <a:pt x="4662" y="4931"/>
                  </a:cubicBezTo>
                  <a:cubicBezTo>
                    <a:pt x="4498" y="4915"/>
                    <a:pt x="4333" y="4898"/>
                    <a:pt x="4168" y="4882"/>
                  </a:cubicBezTo>
                  <a:lnTo>
                    <a:pt x="4168" y="4882"/>
                  </a:lnTo>
                  <a:cubicBezTo>
                    <a:pt x="4472" y="3539"/>
                    <a:pt x="4757" y="2216"/>
                    <a:pt x="5063" y="871"/>
                  </a:cubicBezTo>
                  <a:lnTo>
                    <a:pt x="5185" y="288"/>
                  </a:lnTo>
                  <a:lnTo>
                    <a:pt x="5185" y="288"/>
                  </a:lnTo>
                  <a:cubicBezTo>
                    <a:pt x="5229" y="209"/>
                    <a:pt x="5209" y="136"/>
                    <a:pt x="5158" y="84"/>
                  </a:cubicBezTo>
                  <a:lnTo>
                    <a:pt x="5158" y="84"/>
                  </a:lnTo>
                  <a:cubicBezTo>
                    <a:pt x="5117" y="31"/>
                    <a:pt x="5048" y="1"/>
                    <a:pt x="498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9" name="Google Shape;3389;p38"/>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0" name="Google Shape;3390;p38"/>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1" name="Google Shape;3391;p38"/>
            <p:cNvSpPr/>
            <p:nvPr/>
          </p:nvSpPr>
          <p:spPr>
            <a:xfrm>
              <a:off x="1428350" y="1341475"/>
              <a:ext cx="137627" cy="236787"/>
            </a:xfrm>
            <a:custGeom>
              <a:rect b="b" l="l" r="r" t="t"/>
              <a:pathLst>
                <a:path extrusionOk="0" h="13284" w="7721">
                  <a:moveTo>
                    <a:pt x="678" y="0"/>
                  </a:moveTo>
                  <a:cubicBezTo>
                    <a:pt x="452" y="2732"/>
                    <a:pt x="227" y="5489"/>
                    <a:pt x="1" y="8221"/>
                  </a:cubicBezTo>
                  <a:lnTo>
                    <a:pt x="4863" y="6066"/>
                  </a:lnTo>
                  <a:lnTo>
                    <a:pt x="5665" y="13284"/>
                  </a:lnTo>
                  <a:lnTo>
                    <a:pt x="7720" y="2181"/>
                  </a:lnTo>
                  <a:lnTo>
                    <a:pt x="2181" y="4737"/>
                  </a:lnTo>
                  <a:lnTo>
                    <a:pt x="6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2" name="Google Shape;3392;p38"/>
            <p:cNvSpPr/>
            <p:nvPr/>
          </p:nvSpPr>
          <p:spPr>
            <a:xfrm>
              <a:off x="1424446" y="1337785"/>
              <a:ext cx="145808" cy="244024"/>
            </a:xfrm>
            <a:custGeom>
              <a:rect b="b" l="l" r="r" t="t"/>
              <a:pathLst>
                <a:path extrusionOk="0" h="13690" w="8180">
                  <a:moveTo>
                    <a:pt x="1017" y="1282"/>
                  </a:moveTo>
                  <a:lnTo>
                    <a:pt x="1999" y="4418"/>
                  </a:lnTo>
                  <a:cubicBezTo>
                    <a:pt x="2075" y="4618"/>
                    <a:pt x="2125" y="4794"/>
                    <a:pt x="2200" y="4994"/>
                  </a:cubicBezTo>
                  <a:cubicBezTo>
                    <a:pt x="2217" y="5098"/>
                    <a:pt x="2294" y="5154"/>
                    <a:pt x="2382" y="5154"/>
                  </a:cubicBezTo>
                  <a:cubicBezTo>
                    <a:pt x="2421" y="5154"/>
                    <a:pt x="2462" y="5143"/>
                    <a:pt x="2501" y="5120"/>
                  </a:cubicBezTo>
                  <a:cubicBezTo>
                    <a:pt x="4130" y="4393"/>
                    <a:pt x="5734" y="3641"/>
                    <a:pt x="7363" y="2889"/>
                  </a:cubicBezTo>
                  <a:cubicBezTo>
                    <a:pt x="7463" y="2834"/>
                    <a:pt x="7563" y="2783"/>
                    <a:pt x="7663" y="2735"/>
                  </a:cubicBezTo>
                  <a:lnTo>
                    <a:pt x="7663" y="2735"/>
                  </a:lnTo>
                  <a:cubicBezTo>
                    <a:pt x="7462" y="3847"/>
                    <a:pt x="7259" y="4960"/>
                    <a:pt x="7037" y="6072"/>
                  </a:cubicBezTo>
                  <a:cubicBezTo>
                    <a:pt x="6688" y="8068"/>
                    <a:pt x="6314" y="10038"/>
                    <a:pt x="5940" y="12033"/>
                  </a:cubicBezTo>
                  <a:lnTo>
                    <a:pt x="5940" y="12033"/>
                  </a:lnTo>
                  <a:cubicBezTo>
                    <a:pt x="5754" y="10414"/>
                    <a:pt x="5576" y="8794"/>
                    <a:pt x="5383" y="7175"/>
                  </a:cubicBezTo>
                  <a:cubicBezTo>
                    <a:pt x="5358" y="6874"/>
                    <a:pt x="5333" y="6573"/>
                    <a:pt x="5283" y="6273"/>
                  </a:cubicBezTo>
                  <a:cubicBezTo>
                    <a:pt x="5283" y="6143"/>
                    <a:pt x="5201" y="6068"/>
                    <a:pt x="5097" y="6068"/>
                  </a:cubicBezTo>
                  <a:cubicBezTo>
                    <a:pt x="5060" y="6068"/>
                    <a:pt x="5021" y="6077"/>
                    <a:pt x="4982" y="6097"/>
                  </a:cubicBezTo>
                  <a:lnTo>
                    <a:pt x="746" y="7977"/>
                  </a:lnTo>
                  <a:cubicBezTo>
                    <a:pt x="651" y="8019"/>
                    <a:pt x="561" y="8057"/>
                    <a:pt x="473" y="8094"/>
                  </a:cubicBezTo>
                  <a:lnTo>
                    <a:pt x="473" y="8094"/>
                  </a:lnTo>
                  <a:cubicBezTo>
                    <a:pt x="660" y="5830"/>
                    <a:pt x="846" y="3549"/>
                    <a:pt x="1017" y="1282"/>
                  </a:cubicBezTo>
                  <a:close/>
                  <a:moveTo>
                    <a:pt x="915" y="1"/>
                  </a:moveTo>
                  <a:cubicBezTo>
                    <a:pt x="910" y="1"/>
                    <a:pt x="904" y="1"/>
                    <a:pt x="898" y="1"/>
                  </a:cubicBezTo>
                  <a:lnTo>
                    <a:pt x="898" y="1"/>
                  </a:lnTo>
                  <a:cubicBezTo>
                    <a:pt x="778" y="4"/>
                    <a:pt x="658" y="103"/>
                    <a:pt x="693" y="246"/>
                  </a:cubicBezTo>
                  <a:lnTo>
                    <a:pt x="693" y="246"/>
                  </a:lnTo>
                  <a:cubicBezTo>
                    <a:pt x="468" y="2965"/>
                    <a:pt x="244" y="5709"/>
                    <a:pt x="19" y="8428"/>
                  </a:cubicBezTo>
                  <a:cubicBezTo>
                    <a:pt x="1" y="8558"/>
                    <a:pt x="105" y="8632"/>
                    <a:pt x="222" y="8632"/>
                  </a:cubicBezTo>
                  <a:cubicBezTo>
                    <a:pt x="263" y="8632"/>
                    <a:pt x="306" y="8623"/>
                    <a:pt x="345" y="8603"/>
                  </a:cubicBezTo>
                  <a:lnTo>
                    <a:pt x="4581" y="6724"/>
                  </a:lnTo>
                  <a:cubicBezTo>
                    <a:pt x="4692" y="6682"/>
                    <a:pt x="4803" y="6633"/>
                    <a:pt x="4915" y="6580"/>
                  </a:cubicBezTo>
                  <a:lnTo>
                    <a:pt x="4915" y="6580"/>
                  </a:lnTo>
                  <a:cubicBezTo>
                    <a:pt x="5132" y="8583"/>
                    <a:pt x="5369" y="10585"/>
                    <a:pt x="5583" y="12588"/>
                  </a:cubicBezTo>
                  <a:cubicBezTo>
                    <a:pt x="5608" y="12889"/>
                    <a:pt x="5659" y="13190"/>
                    <a:pt x="5684" y="13491"/>
                  </a:cubicBezTo>
                  <a:cubicBezTo>
                    <a:pt x="5698" y="13607"/>
                    <a:pt x="5822" y="13689"/>
                    <a:pt x="5929" y="13689"/>
                  </a:cubicBezTo>
                  <a:cubicBezTo>
                    <a:pt x="6006" y="13689"/>
                    <a:pt x="6074" y="13646"/>
                    <a:pt x="6085" y="13541"/>
                  </a:cubicBezTo>
                  <a:cubicBezTo>
                    <a:pt x="6088" y="13523"/>
                    <a:pt x="6092" y="13506"/>
                    <a:pt x="6095" y="13488"/>
                  </a:cubicBezTo>
                  <a:lnTo>
                    <a:pt x="6095" y="13488"/>
                  </a:lnTo>
                  <a:cubicBezTo>
                    <a:pt x="6100" y="13489"/>
                    <a:pt x="6105" y="13490"/>
                    <a:pt x="6110" y="13491"/>
                  </a:cubicBezTo>
                  <a:cubicBezTo>
                    <a:pt x="6108" y="13475"/>
                    <a:pt x="6106" y="13459"/>
                    <a:pt x="6104" y="13443"/>
                  </a:cubicBezTo>
                  <a:lnTo>
                    <a:pt x="6104" y="13443"/>
                  </a:lnTo>
                  <a:cubicBezTo>
                    <a:pt x="6347" y="12223"/>
                    <a:pt x="6567" y="11002"/>
                    <a:pt x="6786" y="9781"/>
                  </a:cubicBezTo>
                  <a:cubicBezTo>
                    <a:pt x="7162" y="7776"/>
                    <a:pt x="7513" y="5796"/>
                    <a:pt x="7889" y="3816"/>
                  </a:cubicBezTo>
                  <a:cubicBezTo>
                    <a:pt x="7964" y="3340"/>
                    <a:pt x="8065" y="2889"/>
                    <a:pt x="8140" y="2438"/>
                  </a:cubicBezTo>
                  <a:cubicBezTo>
                    <a:pt x="8180" y="2278"/>
                    <a:pt x="8076" y="2165"/>
                    <a:pt x="7942" y="2165"/>
                  </a:cubicBezTo>
                  <a:cubicBezTo>
                    <a:pt x="7909" y="2165"/>
                    <a:pt x="7874" y="2172"/>
                    <a:pt x="7839" y="2187"/>
                  </a:cubicBezTo>
                  <a:lnTo>
                    <a:pt x="2977" y="4443"/>
                  </a:lnTo>
                  <a:cubicBezTo>
                    <a:pt x="2826" y="4510"/>
                    <a:pt x="2676" y="4588"/>
                    <a:pt x="2525" y="4662"/>
                  </a:cubicBezTo>
                  <a:lnTo>
                    <a:pt x="2525" y="4662"/>
                  </a:lnTo>
                  <a:cubicBezTo>
                    <a:pt x="2102" y="3361"/>
                    <a:pt x="1700" y="2059"/>
                    <a:pt x="1298" y="734"/>
                  </a:cubicBezTo>
                  <a:cubicBezTo>
                    <a:pt x="1222" y="533"/>
                    <a:pt x="1172" y="333"/>
                    <a:pt x="1097" y="157"/>
                  </a:cubicBezTo>
                  <a:cubicBezTo>
                    <a:pt x="1097" y="157"/>
                    <a:pt x="1097" y="156"/>
                    <a:pt x="1097" y="155"/>
                  </a:cubicBezTo>
                  <a:lnTo>
                    <a:pt x="1097" y="155"/>
                  </a:lnTo>
                  <a:cubicBezTo>
                    <a:pt x="1084" y="52"/>
                    <a:pt x="1002" y="1"/>
                    <a:pt x="91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3" name="Google Shape;3393;p38"/>
            <p:cNvSpPr/>
            <p:nvPr/>
          </p:nvSpPr>
          <p:spPr>
            <a:xfrm>
              <a:off x="890464" y="2056730"/>
              <a:ext cx="186307" cy="201957"/>
            </a:xfrm>
            <a:custGeom>
              <a:rect b="b" l="l" r="r" t="t"/>
              <a:pathLst>
                <a:path extrusionOk="0" h="11330" w="10452">
                  <a:moveTo>
                    <a:pt x="8522" y="1"/>
                  </a:moveTo>
                  <a:lnTo>
                    <a:pt x="8522" y="1"/>
                  </a:lnTo>
                  <a:cubicBezTo>
                    <a:pt x="6091" y="1279"/>
                    <a:pt x="3660" y="2557"/>
                    <a:pt x="1203" y="3835"/>
                  </a:cubicBezTo>
                  <a:lnTo>
                    <a:pt x="5639" y="6768"/>
                  </a:lnTo>
                  <a:lnTo>
                    <a:pt x="0" y="11329"/>
                  </a:lnTo>
                  <a:lnTo>
                    <a:pt x="10452" y="7094"/>
                  </a:lnTo>
                  <a:lnTo>
                    <a:pt x="5314" y="3810"/>
                  </a:lnTo>
                  <a:lnTo>
                    <a:pt x="85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4" name="Google Shape;3394;p38"/>
            <p:cNvSpPr/>
            <p:nvPr/>
          </p:nvSpPr>
          <p:spPr>
            <a:xfrm>
              <a:off x="884992" y="2052826"/>
              <a:ext cx="196699" cy="209640"/>
            </a:xfrm>
            <a:custGeom>
              <a:rect b="b" l="l" r="r" t="t"/>
              <a:pathLst>
                <a:path extrusionOk="0" h="11761" w="11035">
                  <a:moveTo>
                    <a:pt x="7988" y="890"/>
                  </a:moveTo>
                  <a:lnTo>
                    <a:pt x="7988" y="890"/>
                  </a:lnTo>
                  <a:cubicBezTo>
                    <a:pt x="7290" y="1720"/>
                    <a:pt x="6588" y="2555"/>
                    <a:pt x="5871" y="3403"/>
                  </a:cubicBezTo>
                  <a:cubicBezTo>
                    <a:pt x="5746" y="3553"/>
                    <a:pt x="5596" y="3704"/>
                    <a:pt x="5470" y="3879"/>
                  </a:cubicBezTo>
                  <a:cubicBezTo>
                    <a:pt x="5395" y="3979"/>
                    <a:pt x="5395" y="4130"/>
                    <a:pt x="5520" y="4205"/>
                  </a:cubicBezTo>
                  <a:cubicBezTo>
                    <a:pt x="7024" y="5157"/>
                    <a:pt x="8503" y="6135"/>
                    <a:pt x="10007" y="7087"/>
                  </a:cubicBezTo>
                  <a:lnTo>
                    <a:pt x="10301" y="7280"/>
                  </a:lnTo>
                  <a:lnTo>
                    <a:pt x="10301" y="7280"/>
                  </a:lnTo>
                  <a:lnTo>
                    <a:pt x="7175" y="8566"/>
                  </a:lnTo>
                  <a:cubicBezTo>
                    <a:pt x="5295" y="9318"/>
                    <a:pt x="3415" y="10070"/>
                    <a:pt x="1535" y="10821"/>
                  </a:cubicBezTo>
                  <a:cubicBezTo>
                    <a:pt x="1528" y="10824"/>
                    <a:pt x="1521" y="10827"/>
                    <a:pt x="1514" y="10830"/>
                  </a:cubicBezTo>
                  <a:lnTo>
                    <a:pt x="1514" y="10830"/>
                  </a:lnTo>
                  <a:lnTo>
                    <a:pt x="5395" y="7714"/>
                  </a:lnTo>
                  <a:cubicBezTo>
                    <a:pt x="5621" y="7513"/>
                    <a:pt x="5846" y="7338"/>
                    <a:pt x="6097" y="7137"/>
                  </a:cubicBezTo>
                  <a:cubicBezTo>
                    <a:pt x="6197" y="7062"/>
                    <a:pt x="6147" y="6887"/>
                    <a:pt x="6047" y="6811"/>
                  </a:cubicBezTo>
                  <a:lnTo>
                    <a:pt x="2187" y="4255"/>
                  </a:lnTo>
                  <a:cubicBezTo>
                    <a:pt x="2104" y="4196"/>
                    <a:pt x="2015" y="4136"/>
                    <a:pt x="1926" y="4077"/>
                  </a:cubicBezTo>
                  <a:lnTo>
                    <a:pt x="1926" y="4077"/>
                  </a:lnTo>
                  <a:lnTo>
                    <a:pt x="7988" y="890"/>
                  </a:lnTo>
                  <a:close/>
                  <a:moveTo>
                    <a:pt x="8820" y="0"/>
                  </a:moveTo>
                  <a:cubicBezTo>
                    <a:pt x="8771" y="0"/>
                    <a:pt x="8721" y="21"/>
                    <a:pt x="8678" y="70"/>
                  </a:cubicBezTo>
                  <a:cubicBezTo>
                    <a:pt x="8678" y="70"/>
                    <a:pt x="8677" y="71"/>
                    <a:pt x="8676" y="72"/>
                  </a:cubicBezTo>
                  <a:lnTo>
                    <a:pt x="8676" y="72"/>
                  </a:lnTo>
                  <a:cubicBezTo>
                    <a:pt x="6262" y="1341"/>
                    <a:pt x="3824" y="2610"/>
                    <a:pt x="1410" y="3879"/>
                  </a:cubicBezTo>
                  <a:cubicBezTo>
                    <a:pt x="1260" y="3954"/>
                    <a:pt x="1285" y="4155"/>
                    <a:pt x="1410" y="4230"/>
                  </a:cubicBezTo>
                  <a:cubicBezTo>
                    <a:pt x="2713" y="5107"/>
                    <a:pt x="3992" y="5959"/>
                    <a:pt x="5270" y="6811"/>
                  </a:cubicBezTo>
                  <a:lnTo>
                    <a:pt x="5595" y="7024"/>
                  </a:lnTo>
                  <a:lnTo>
                    <a:pt x="859" y="10847"/>
                  </a:lnTo>
                  <a:cubicBezTo>
                    <a:pt x="608" y="11022"/>
                    <a:pt x="383" y="11222"/>
                    <a:pt x="157" y="11398"/>
                  </a:cubicBezTo>
                  <a:cubicBezTo>
                    <a:pt x="1" y="11510"/>
                    <a:pt x="123" y="11761"/>
                    <a:pt x="293" y="11761"/>
                  </a:cubicBezTo>
                  <a:cubicBezTo>
                    <a:pt x="314" y="11761"/>
                    <a:pt x="336" y="11757"/>
                    <a:pt x="357" y="11749"/>
                  </a:cubicBezTo>
                  <a:cubicBezTo>
                    <a:pt x="1535" y="11273"/>
                    <a:pt x="2713" y="10796"/>
                    <a:pt x="3891" y="10320"/>
                  </a:cubicBezTo>
                  <a:cubicBezTo>
                    <a:pt x="5771" y="9568"/>
                    <a:pt x="7651" y="8816"/>
                    <a:pt x="9530" y="8039"/>
                  </a:cubicBezTo>
                  <a:cubicBezTo>
                    <a:pt x="9957" y="7864"/>
                    <a:pt x="10383" y="7689"/>
                    <a:pt x="10834" y="7538"/>
                  </a:cubicBezTo>
                  <a:cubicBezTo>
                    <a:pt x="10984" y="7463"/>
                    <a:pt x="11034" y="7237"/>
                    <a:pt x="10884" y="7137"/>
                  </a:cubicBezTo>
                  <a:cubicBezTo>
                    <a:pt x="9380" y="6185"/>
                    <a:pt x="7876" y="5207"/>
                    <a:pt x="6373" y="4255"/>
                  </a:cubicBezTo>
                  <a:cubicBezTo>
                    <a:pt x="6221" y="4171"/>
                    <a:pt x="6082" y="4076"/>
                    <a:pt x="5938" y="3977"/>
                  </a:cubicBezTo>
                  <a:lnTo>
                    <a:pt x="5938" y="3977"/>
                  </a:lnTo>
                  <a:cubicBezTo>
                    <a:pt x="6810" y="2920"/>
                    <a:pt x="7683" y="1883"/>
                    <a:pt x="8578" y="846"/>
                  </a:cubicBezTo>
                  <a:cubicBezTo>
                    <a:pt x="8703" y="671"/>
                    <a:pt x="8829" y="521"/>
                    <a:pt x="8979" y="370"/>
                  </a:cubicBezTo>
                  <a:cubicBezTo>
                    <a:pt x="8986" y="362"/>
                    <a:pt x="8992" y="353"/>
                    <a:pt x="8997" y="345"/>
                  </a:cubicBezTo>
                  <a:lnTo>
                    <a:pt x="8997" y="345"/>
                  </a:lnTo>
                  <a:cubicBezTo>
                    <a:pt x="9050" y="284"/>
                    <a:pt x="9049" y="205"/>
                    <a:pt x="9015" y="139"/>
                  </a:cubicBezTo>
                  <a:lnTo>
                    <a:pt x="9015" y="139"/>
                  </a:lnTo>
                  <a:cubicBezTo>
                    <a:pt x="8981" y="59"/>
                    <a:pt x="8902" y="0"/>
                    <a:pt x="882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5" name="Google Shape;3395;p38"/>
            <p:cNvSpPr/>
            <p:nvPr/>
          </p:nvSpPr>
          <p:spPr>
            <a:xfrm>
              <a:off x="2934823" y="2859561"/>
              <a:ext cx="159516" cy="199266"/>
            </a:xfrm>
            <a:custGeom>
              <a:rect b="b" l="l" r="r" t="t"/>
              <a:pathLst>
                <a:path extrusionOk="0" h="11179" w="8949">
                  <a:moveTo>
                    <a:pt x="7369" y="1"/>
                  </a:moveTo>
                  <a:lnTo>
                    <a:pt x="2933" y="4211"/>
                  </a:lnTo>
                  <a:lnTo>
                    <a:pt x="1" y="176"/>
                  </a:lnTo>
                  <a:lnTo>
                    <a:pt x="1981" y="8196"/>
                  </a:lnTo>
                  <a:lnTo>
                    <a:pt x="5890" y="4612"/>
                  </a:lnTo>
                  <a:lnTo>
                    <a:pt x="8948" y="11179"/>
                  </a:lnTo>
                  <a:lnTo>
                    <a:pt x="736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6" name="Google Shape;3396;p38"/>
            <p:cNvSpPr/>
            <p:nvPr/>
          </p:nvSpPr>
          <p:spPr>
            <a:xfrm>
              <a:off x="2930705" y="2856263"/>
              <a:ext cx="167502" cy="206663"/>
            </a:xfrm>
            <a:custGeom>
              <a:rect b="b" l="l" r="r" t="t"/>
              <a:pathLst>
                <a:path extrusionOk="0" h="11594" w="9397">
                  <a:moveTo>
                    <a:pt x="7452" y="621"/>
                  </a:moveTo>
                  <a:lnTo>
                    <a:pt x="7951" y="4045"/>
                  </a:lnTo>
                  <a:lnTo>
                    <a:pt x="8774" y="10006"/>
                  </a:lnTo>
                  <a:lnTo>
                    <a:pt x="8774" y="10006"/>
                  </a:lnTo>
                  <a:cubicBezTo>
                    <a:pt x="8083" y="8512"/>
                    <a:pt x="7383" y="7005"/>
                    <a:pt x="6698" y="5499"/>
                  </a:cubicBezTo>
                  <a:cubicBezTo>
                    <a:pt x="6573" y="5248"/>
                    <a:pt x="6447" y="4973"/>
                    <a:pt x="6322" y="4697"/>
                  </a:cubicBezTo>
                  <a:cubicBezTo>
                    <a:pt x="6280" y="4626"/>
                    <a:pt x="6205" y="4596"/>
                    <a:pt x="6131" y="4596"/>
                  </a:cubicBezTo>
                  <a:cubicBezTo>
                    <a:pt x="6073" y="4596"/>
                    <a:pt x="6015" y="4614"/>
                    <a:pt x="5971" y="4647"/>
                  </a:cubicBezTo>
                  <a:cubicBezTo>
                    <a:pt x="4843" y="5700"/>
                    <a:pt x="3690" y="6727"/>
                    <a:pt x="2563" y="7780"/>
                  </a:cubicBezTo>
                  <a:cubicBezTo>
                    <a:pt x="2481" y="7850"/>
                    <a:pt x="2405" y="7920"/>
                    <a:pt x="2329" y="7989"/>
                  </a:cubicBezTo>
                  <a:lnTo>
                    <a:pt x="2329" y="7989"/>
                  </a:lnTo>
                  <a:cubicBezTo>
                    <a:pt x="1789" y="5768"/>
                    <a:pt x="1249" y="3548"/>
                    <a:pt x="693" y="1342"/>
                  </a:cubicBezTo>
                  <a:lnTo>
                    <a:pt x="693" y="1342"/>
                  </a:lnTo>
                  <a:cubicBezTo>
                    <a:pt x="1333" y="2226"/>
                    <a:pt x="1973" y="3111"/>
                    <a:pt x="2613" y="3995"/>
                  </a:cubicBezTo>
                  <a:cubicBezTo>
                    <a:pt x="2738" y="4171"/>
                    <a:pt x="2863" y="4321"/>
                    <a:pt x="2989" y="4497"/>
                  </a:cubicBezTo>
                  <a:cubicBezTo>
                    <a:pt x="3035" y="4558"/>
                    <a:pt x="3110" y="4601"/>
                    <a:pt x="3185" y="4601"/>
                  </a:cubicBezTo>
                  <a:cubicBezTo>
                    <a:pt x="3231" y="4601"/>
                    <a:pt x="3276" y="4585"/>
                    <a:pt x="3314" y="4547"/>
                  </a:cubicBezTo>
                  <a:lnTo>
                    <a:pt x="7199" y="862"/>
                  </a:lnTo>
                  <a:cubicBezTo>
                    <a:pt x="7280" y="782"/>
                    <a:pt x="7366" y="701"/>
                    <a:pt x="7452" y="621"/>
                  </a:cubicBezTo>
                  <a:close/>
                  <a:moveTo>
                    <a:pt x="7620" y="0"/>
                  </a:moveTo>
                  <a:cubicBezTo>
                    <a:pt x="7562" y="0"/>
                    <a:pt x="7500" y="20"/>
                    <a:pt x="7450" y="60"/>
                  </a:cubicBezTo>
                  <a:cubicBezTo>
                    <a:pt x="6172" y="1263"/>
                    <a:pt x="4868" y="2492"/>
                    <a:pt x="3565" y="3720"/>
                  </a:cubicBezTo>
                  <a:cubicBezTo>
                    <a:pt x="3444" y="3840"/>
                    <a:pt x="3312" y="3961"/>
                    <a:pt x="3184" y="4081"/>
                  </a:cubicBezTo>
                  <a:lnTo>
                    <a:pt x="3184" y="4081"/>
                  </a:lnTo>
                  <a:cubicBezTo>
                    <a:pt x="2384" y="2975"/>
                    <a:pt x="1583" y="1869"/>
                    <a:pt x="783" y="762"/>
                  </a:cubicBezTo>
                  <a:cubicBezTo>
                    <a:pt x="658" y="587"/>
                    <a:pt x="532" y="436"/>
                    <a:pt x="432" y="261"/>
                  </a:cubicBezTo>
                  <a:cubicBezTo>
                    <a:pt x="421" y="246"/>
                    <a:pt x="409" y="234"/>
                    <a:pt x="396" y="223"/>
                  </a:cubicBezTo>
                  <a:lnTo>
                    <a:pt x="396" y="223"/>
                  </a:lnTo>
                  <a:cubicBezTo>
                    <a:pt x="362" y="176"/>
                    <a:pt x="310" y="155"/>
                    <a:pt x="256" y="155"/>
                  </a:cubicBezTo>
                  <a:cubicBezTo>
                    <a:pt x="195" y="155"/>
                    <a:pt x="131" y="181"/>
                    <a:pt x="86" y="227"/>
                  </a:cubicBezTo>
                  <a:lnTo>
                    <a:pt x="86" y="227"/>
                  </a:lnTo>
                  <a:cubicBezTo>
                    <a:pt x="29" y="276"/>
                    <a:pt x="0" y="351"/>
                    <a:pt x="35" y="426"/>
                  </a:cubicBezTo>
                  <a:lnTo>
                    <a:pt x="35" y="426"/>
                  </a:lnTo>
                  <a:cubicBezTo>
                    <a:pt x="685" y="3103"/>
                    <a:pt x="1361" y="5779"/>
                    <a:pt x="2011" y="8431"/>
                  </a:cubicBezTo>
                  <a:cubicBezTo>
                    <a:pt x="2027" y="8528"/>
                    <a:pt x="2117" y="8584"/>
                    <a:pt x="2212" y="8584"/>
                  </a:cubicBezTo>
                  <a:cubicBezTo>
                    <a:pt x="2264" y="8584"/>
                    <a:pt x="2318" y="8567"/>
                    <a:pt x="2362" y="8532"/>
                  </a:cubicBezTo>
                  <a:cubicBezTo>
                    <a:pt x="3490" y="7479"/>
                    <a:pt x="4643" y="6451"/>
                    <a:pt x="5771" y="5399"/>
                  </a:cubicBezTo>
                  <a:cubicBezTo>
                    <a:pt x="5869" y="5314"/>
                    <a:pt x="5968" y="5230"/>
                    <a:pt x="6062" y="5145"/>
                  </a:cubicBezTo>
                  <a:lnTo>
                    <a:pt x="6062" y="5145"/>
                  </a:lnTo>
                  <a:cubicBezTo>
                    <a:pt x="6923" y="6993"/>
                    <a:pt x="7764" y="8839"/>
                    <a:pt x="8628" y="10662"/>
                  </a:cubicBezTo>
                  <a:cubicBezTo>
                    <a:pt x="8744" y="10919"/>
                    <a:pt x="8861" y="11176"/>
                    <a:pt x="8978" y="11432"/>
                  </a:cubicBezTo>
                  <a:lnTo>
                    <a:pt x="8978" y="11432"/>
                  </a:lnTo>
                  <a:cubicBezTo>
                    <a:pt x="8978" y="11435"/>
                    <a:pt x="8978" y="11437"/>
                    <a:pt x="8979" y="11439"/>
                  </a:cubicBezTo>
                  <a:cubicBezTo>
                    <a:pt x="8979" y="11439"/>
                    <a:pt x="8980" y="11438"/>
                    <a:pt x="8981" y="11438"/>
                  </a:cubicBezTo>
                  <a:lnTo>
                    <a:pt x="8981" y="11438"/>
                  </a:lnTo>
                  <a:cubicBezTo>
                    <a:pt x="8988" y="11455"/>
                    <a:pt x="8996" y="11472"/>
                    <a:pt x="9004" y="11489"/>
                  </a:cubicBezTo>
                  <a:cubicBezTo>
                    <a:pt x="9037" y="11563"/>
                    <a:pt x="9091" y="11594"/>
                    <a:pt x="9149" y="11594"/>
                  </a:cubicBezTo>
                  <a:cubicBezTo>
                    <a:pt x="9266" y="11594"/>
                    <a:pt x="9396" y="11465"/>
                    <a:pt x="9380" y="11314"/>
                  </a:cubicBezTo>
                  <a:lnTo>
                    <a:pt x="8853" y="7529"/>
                  </a:lnTo>
                  <a:cubicBezTo>
                    <a:pt x="8578" y="5524"/>
                    <a:pt x="8277" y="3519"/>
                    <a:pt x="8001" y="1514"/>
                  </a:cubicBezTo>
                  <a:cubicBezTo>
                    <a:pt x="7951" y="1063"/>
                    <a:pt x="7876" y="612"/>
                    <a:pt x="7801" y="136"/>
                  </a:cubicBezTo>
                  <a:cubicBezTo>
                    <a:pt x="7786" y="45"/>
                    <a:pt x="7707" y="0"/>
                    <a:pt x="762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7" name="Google Shape;3397;p38"/>
            <p:cNvSpPr/>
            <p:nvPr/>
          </p:nvSpPr>
          <p:spPr>
            <a:xfrm>
              <a:off x="3553138" y="1724353"/>
              <a:ext cx="203740" cy="150122"/>
            </a:xfrm>
            <a:custGeom>
              <a:rect b="b" l="l" r="r" t="t"/>
              <a:pathLst>
                <a:path extrusionOk="0" h="8422" w="11430">
                  <a:moveTo>
                    <a:pt x="11429" y="0"/>
                  </a:moveTo>
                  <a:lnTo>
                    <a:pt x="11429" y="0"/>
                  </a:lnTo>
                  <a:cubicBezTo>
                    <a:pt x="8722" y="526"/>
                    <a:pt x="6016" y="1053"/>
                    <a:pt x="3309" y="1579"/>
                  </a:cubicBezTo>
                  <a:lnTo>
                    <a:pt x="6717" y="5664"/>
                  </a:lnTo>
                  <a:lnTo>
                    <a:pt x="1" y="8421"/>
                  </a:lnTo>
                  <a:lnTo>
                    <a:pt x="11254" y="7369"/>
                  </a:lnTo>
                  <a:lnTo>
                    <a:pt x="7269" y="2732"/>
                  </a:lnTo>
                  <a:lnTo>
                    <a:pt x="1142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8" name="Google Shape;3398;p38"/>
            <p:cNvSpPr/>
            <p:nvPr/>
          </p:nvSpPr>
          <p:spPr>
            <a:xfrm>
              <a:off x="3548682" y="1720306"/>
              <a:ext cx="211725" cy="157769"/>
            </a:xfrm>
            <a:custGeom>
              <a:rect b="b" l="l" r="r" t="t"/>
              <a:pathLst>
                <a:path extrusionOk="0" h="8851" w="11878">
                  <a:moveTo>
                    <a:pt x="10632" y="641"/>
                  </a:moveTo>
                  <a:cubicBezTo>
                    <a:pt x="9735" y="1238"/>
                    <a:pt x="8834" y="1835"/>
                    <a:pt x="7920" y="2433"/>
                  </a:cubicBezTo>
                  <a:cubicBezTo>
                    <a:pt x="7744" y="2533"/>
                    <a:pt x="7569" y="2658"/>
                    <a:pt x="7393" y="2784"/>
                  </a:cubicBezTo>
                  <a:cubicBezTo>
                    <a:pt x="7293" y="2859"/>
                    <a:pt x="7268" y="2984"/>
                    <a:pt x="7368" y="3109"/>
                  </a:cubicBezTo>
                  <a:cubicBezTo>
                    <a:pt x="8521" y="4463"/>
                    <a:pt x="9674" y="5791"/>
                    <a:pt x="10852" y="7144"/>
                  </a:cubicBezTo>
                  <a:cubicBezTo>
                    <a:pt x="10919" y="7234"/>
                    <a:pt x="10991" y="7323"/>
                    <a:pt x="11066" y="7413"/>
                  </a:cubicBezTo>
                  <a:lnTo>
                    <a:pt x="11066" y="7413"/>
                  </a:lnTo>
                  <a:cubicBezTo>
                    <a:pt x="9934" y="7524"/>
                    <a:pt x="8804" y="7635"/>
                    <a:pt x="7694" y="7746"/>
                  </a:cubicBezTo>
                  <a:lnTo>
                    <a:pt x="1660" y="8297"/>
                  </a:lnTo>
                  <a:lnTo>
                    <a:pt x="1660" y="8297"/>
                  </a:lnTo>
                  <a:cubicBezTo>
                    <a:pt x="3177" y="7679"/>
                    <a:pt x="4684" y="7061"/>
                    <a:pt x="6190" y="6443"/>
                  </a:cubicBezTo>
                  <a:lnTo>
                    <a:pt x="7018" y="6092"/>
                  </a:lnTo>
                  <a:cubicBezTo>
                    <a:pt x="7168" y="6042"/>
                    <a:pt x="7218" y="5891"/>
                    <a:pt x="7118" y="5741"/>
                  </a:cubicBezTo>
                  <a:cubicBezTo>
                    <a:pt x="6115" y="4563"/>
                    <a:pt x="5138" y="3360"/>
                    <a:pt x="4135" y="2182"/>
                  </a:cubicBezTo>
                  <a:lnTo>
                    <a:pt x="3936" y="1947"/>
                  </a:lnTo>
                  <a:lnTo>
                    <a:pt x="3936" y="1947"/>
                  </a:lnTo>
                  <a:cubicBezTo>
                    <a:pt x="6156" y="1512"/>
                    <a:pt x="8393" y="1077"/>
                    <a:pt x="10632" y="641"/>
                  </a:cubicBezTo>
                  <a:close/>
                  <a:moveTo>
                    <a:pt x="11652" y="0"/>
                  </a:moveTo>
                  <a:cubicBezTo>
                    <a:pt x="11620" y="0"/>
                    <a:pt x="11587" y="8"/>
                    <a:pt x="11554" y="27"/>
                  </a:cubicBezTo>
                  <a:cubicBezTo>
                    <a:pt x="11547" y="31"/>
                    <a:pt x="11540" y="36"/>
                    <a:pt x="11533" y="41"/>
                  </a:cubicBezTo>
                  <a:lnTo>
                    <a:pt x="11533" y="41"/>
                  </a:lnTo>
                  <a:cubicBezTo>
                    <a:pt x="8875" y="562"/>
                    <a:pt x="6192" y="1084"/>
                    <a:pt x="3509" y="1606"/>
                  </a:cubicBezTo>
                  <a:cubicBezTo>
                    <a:pt x="3358" y="1656"/>
                    <a:pt x="3333" y="1856"/>
                    <a:pt x="3434" y="1957"/>
                  </a:cubicBezTo>
                  <a:cubicBezTo>
                    <a:pt x="4411" y="3160"/>
                    <a:pt x="5388" y="4337"/>
                    <a:pt x="6391" y="5540"/>
                  </a:cubicBezTo>
                  <a:cubicBezTo>
                    <a:pt x="6474" y="5624"/>
                    <a:pt x="6550" y="5715"/>
                    <a:pt x="6627" y="5810"/>
                  </a:cubicBezTo>
                  <a:lnTo>
                    <a:pt x="6627" y="5810"/>
                  </a:lnTo>
                  <a:cubicBezTo>
                    <a:pt x="4767" y="6572"/>
                    <a:pt x="2886" y="7335"/>
                    <a:pt x="1028" y="8097"/>
                  </a:cubicBezTo>
                  <a:lnTo>
                    <a:pt x="200" y="8448"/>
                  </a:lnTo>
                  <a:cubicBezTo>
                    <a:pt x="7" y="8520"/>
                    <a:pt x="0" y="8850"/>
                    <a:pt x="226" y="8850"/>
                  </a:cubicBezTo>
                  <a:cubicBezTo>
                    <a:pt x="234" y="8850"/>
                    <a:pt x="242" y="8850"/>
                    <a:pt x="251" y="8849"/>
                  </a:cubicBezTo>
                  <a:cubicBezTo>
                    <a:pt x="267" y="8847"/>
                    <a:pt x="284" y="8845"/>
                    <a:pt x="301" y="8844"/>
                  </a:cubicBezTo>
                  <a:lnTo>
                    <a:pt x="301" y="8844"/>
                  </a:lnTo>
                  <a:cubicBezTo>
                    <a:pt x="301" y="8845"/>
                    <a:pt x="301" y="8847"/>
                    <a:pt x="301" y="8849"/>
                  </a:cubicBezTo>
                  <a:cubicBezTo>
                    <a:pt x="306" y="8847"/>
                    <a:pt x="311" y="8844"/>
                    <a:pt x="317" y="8842"/>
                  </a:cubicBezTo>
                  <a:lnTo>
                    <a:pt x="317" y="8842"/>
                  </a:lnTo>
                  <a:cubicBezTo>
                    <a:pt x="1572" y="8720"/>
                    <a:pt x="2804" y="8621"/>
                    <a:pt x="4060" y="8498"/>
                  </a:cubicBezTo>
                  <a:cubicBezTo>
                    <a:pt x="6065" y="8297"/>
                    <a:pt x="8095" y="8122"/>
                    <a:pt x="10100" y="7921"/>
                  </a:cubicBezTo>
                  <a:cubicBezTo>
                    <a:pt x="10576" y="7896"/>
                    <a:pt x="11028" y="7846"/>
                    <a:pt x="11504" y="7796"/>
                  </a:cubicBezTo>
                  <a:cubicBezTo>
                    <a:pt x="11679" y="7771"/>
                    <a:pt x="11754" y="7596"/>
                    <a:pt x="11654" y="7445"/>
                  </a:cubicBezTo>
                  <a:cubicBezTo>
                    <a:pt x="10476" y="6092"/>
                    <a:pt x="9323" y="4738"/>
                    <a:pt x="8145" y="3385"/>
                  </a:cubicBezTo>
                  <a:cubicBezTo>
                    <a:pt x="8045" y="3251"/>
                    <a:pt x="7933" y="3128"/>
                    <a:pt x="7818" y="3002"/>
                  </a:cubicBezTo>
                  <a:lnTo>
                    <a:pt x="7818" y="3002"/>
                  </a:lnTo>
                  <a:cubicBezTo>
                    <a:pt x="8955" y="2244"/>
                    <a:pt x="10093" y="1488"/>
                    <a:pt x="11253" y="753"/>
                  </a:cubicBezTo>
                  <a:cubicBezTo>
                    <a:pt x="11416" y="637"/>
                    <a:pt x="11578" y="521"/>
                    <a:pt x="11741" y="425"/>
                  </a:cubicBezTo>
                  <a:lnTo>
                    <a:pt x="11741" y="425"/>
                  </a:lnTo>
                  <a:cubicBezTo>
                    <a:pt x="11836" y="401"/>
                    <a:pt x="11876" y="324"/>
                    <a:pt x="11873" y="244"/>
                  </a:cubicBezTo>
                  <a:lnTo>
                    <a:pt x="11873" y="244"/>
                  </a:lnTo>
                  <a:cubicBezTo>
                    <a:pt x="11877" y="124"/>
                    <a:pt x="11776" y="0"/>
                    <a:pt x="116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9" name="Google Shape;3399;p38"/>
            <p:cNvSpPr/>
            <p:nvPr/>
          </p:nvSpPr>
          <p:spPr>
            <a:xfrm>
              <a:off x="3735868" y="3083844"/>
              <a:ext cx="203276" cy="150122"/>
            </a:xfrm>
            <a:custGeom>
              <a:rect b="b" l="l" r="r" t="t"/>
              <a:pathLst>
                <a:path extrusionOk="0" h="8422" w="11404">
                  <a:moveTo>
                    <a:pt x="11404" y="0"/>
                  </a:moveTo>
                  <a:lnTo>
                    <a:pt x="11404" y="0"/>
                  </a:lnTo>
                  <a:cubicBezTo>
                    <a:pt x="8722" y="527"/>
                    <a:pt x="6015" y="1053"/>
                    <a:pt x="3309" y="1604"/>
                  </a:cubicBezTo>
                  <a:lnTo>
                    <a:pt x="6717" y="5690"/>
                  </a:lnTo>
                  <a:lnTo>
                    <a:pt x="0" y="8421"/>
                  </a:lnTo>
                  <a:lnTo>
                    <a:pt x="11228" y="7369"/>
                  </a:lnTo>
                  <a:lnTo>
                    <a:pt x="7243" y="2732"/>
                  </a:lnTo>
                  <a:lnTo>
                    <a:pt x="114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0" name="Google Shape;3400;p38"/>
            <p:cNvSpPr/>
            <p:nvPr/>
          </p:nvSpPr>
          <p:spPr>
            <a:xfrm>
              <a:off x="3731394" y="3080065"/>
              <a:ext cx="212189" cy="157502"/>
            </a:xfrm>
            <a:custGeom>
              <a:rect b="b" l="l" r="r" t="t"/>
              <a:pathLst>
                <a:path extrusionOk="0" h="8836" w="11904">
                  <a:moveTo>
                    <a:pt x="10673" y="618"/>
                  </a:moveTo>
                  <a:cubicBezTo>
                    <a:pt x="9756" y="1218"/>
                    <a:pt x="8831" y="1811"/>
                    <a:pt x="7920" y="2418"/>
                  </a:cubicBezTo>
                  <a:cubicBezTo>
                    <a:pt x="7745" y="2543"/>
                    <a:pt x="7570" y="2643"/>
                    <a:pt x="7394" y="2769"/>
                  </a:cubicBezTo>
                  <a:cubicBezTo>
                    <a:pt x="7269" y="2844"/>
                    <a:pt x="7269" y="2994"/>
                    <a:pt x="7344" y="3094"/>
                  </a:cubicBezTo>
                  <a:cubicBezTo>
                    <a:pt x="8522" y="4448"/>
                    <a:pt x="9675" y="5801"/>
                    <a:pt x="10828" y="7155"/>
                  </a:cubicBezTo>
                  <a:cubicBezTo>
                    <a:pt x="10910" y="7236"/>
                    <a:pt x="10991" y="7324"/>
                    <a:pt x="11071" y="7414"/>
                  </a:cubicBezTo>
                  <a:lnTo>
                    <a:pt x="11071" y="7414"/>
                  </a:lnTo>
                  <a:cubicBezTo>
                    <a:pt x="9949" y="7508"/>
                    <a:pt x="8809" y="7619"/>
                    <a:pt x="7670" y="7731"/>
                  </a:cubicBezTo>
                  <a:cubicBezTo>
                    <a:pt x="5665" y="7907"/>
                    <a:pt x="3660" y="8107"/>
                    <a:pt x="1630" y="8308"/>
                  </a:cubicBezTo>
                  <a:cubicBezTo>
                    <a:pt x="1612" y="8308"/>
                    <a:pt x="1595" y="8310"/>
                    <a:pt x="1577" y="8311"/>
                  </a:cubicBezTo>
                  <a:lnTo>
                    <a:pt x="1577" y="8311"/>
                  </a:lnTo>
                  <a:cubicBezTo>
                    <a:pt x="3108" y="7683"/>
                    <a:pt x="4642" y="7055"/>
                    <a:pt x="6191" y="6428"/>
                  </a:cubicBezTo>
                  <a:cubicBezTo>
                    <a:pt x="6467" y="6328"/>
                    <a:pt x="6743" y="6202"/>
                    <a:pt x="7018" y="6102"/>
                  </a:cubicBezTo>
                  <a:cubicBezTo>
                    <a:pt x="7169" y="6027"/>
                    <a:pt x="7219" y="5876"/>
                    <a:pt x="7118" y="5751"/>
                  </a:cubicBezTo>
                  <a:cubicBezTo>
                    <a:pt x="6116" y="4548"/>
                    <a:pt x="5139" y="3370"/>
                    <a:pt x="4136" y="2167"/>
                  </a:cubicBezTo>
                  <a:cubicBezTo>
                    <a:pt x="4070" y="2091"/>
                    <a:pt x="4010" y="2019"/>
                    <a:pt x="3949" y="1948"/>
                  </a:cubicBezTo>
                  <a:lnTo>
                    <a:pt x="3949" y="1948"/>
                  </a:lnTo>
                  <a:cubicBezTo>
                    <a:pt x="6191" y="1493"/>
                    <a:pt x="8432" y="1054"/>
                    <a:pt x="10673" y="618"/>
                  </a:cubicBezTo>
                  <a:close/>
                  <a:moveTo>
                    <a:pt x="11666" y="0"/>
                  </a:moveTo>
                  <a:cubicBezTo>
                    <a:pt x="11645" y="0"/>
                    <a:pt x="11623" y="4"/>
                    <a:pt x="11601" y="12"/>
                  </a:cubicBezTo>
                  <a:lnTo>
                    <a:pt x="11601" y="12"/>
                  </a:lnTo>
                  <a:lnTo>
                    <a:pt x="3509" y="1616"/>
                  </a:lnTo>
                  <a:cubicBezTo>
                    <a:pt x="3334" y="1641"/>
                    <a:pt x="3334" y="1841"/>
                    <a:pt x="3409" y="1967"/>
                  </a:cubicBezTo>
                  <a:cubicBezTo>
                    <a:pt x="4412" y="3145"/>
                    <a:pt x="5389" y="4323"/>
                    <a:pt x="6392" y="5526"/>
                  </a:cubicBezTo>
                  <a:cubicBezTo>
                    <a:pt x="6457" y="5616"/>
                    <a:pt x="6528" y="5707"/>
                    <a:pt x="6603" y="5795"/>
                  </a:cubicBezTo>
                  <a:lnTo>
                    <a:pt x="6603" y="5795"/>
                  </a:lnTo>
                  <a:cubicBezTo>
                    <a:pt x="4745" y="6557"/>
                    <a:pt x="2887" y="7320"/>
                    <a:pt x="1028" y="8082"/>
                  </a:cubicBezTo>
                  <a:lnTo>
                    <a:pt x="201" y="8433"/>
                  </a:lnTo>
                  <a:cubicBezTo>
                    <a:pt x="8" y="8505"/>
                    <a:pt x="1" y="8835"/>
                    <a:pt x="226" y="8835"/>
                  </a:cubicBezTo>
                  <a:cubicBezTo>
                    <a:pt x="234" y="8835"/>
                    <a:pt x="243" y="8835"/>
                    <a:pt x="251" y="8834"/>
                  </a:cubicBezTo>
                  <a:cubicBezTo>
                    <a:pt x="268" y="8833"/>
                    <a:pt x="284" y="8831"/>
                    <a:pt x="301" y="8830"/>
                  </a:cubicBezTo>
                  <a:lnTo>
                    <a:pt x="301" y="8830"/>
                  </a:lnTo>
                  <a:cubicBezTo>
                    <a:pt x="301" y="8831"/>
                    <a:pt x="301" y="8833"/>
                    <a:pt x="301" y="8834"/>
                  </a:cubicBezTo>
                  <a:cubicBezTo>
                    <a:pt x="305" y="8832"/>
                    <a:pt x="310" y="8831"/>
                    <a:pt x="314" y="8829"/>
                  </a:cubicBezTo>
                  <a:lnTo>
                    <a:pt x="314" y="8829"/>
                  </a:lnTo>
                  <a:cubicBezTo>
                    <a:pt x="1547" y="8729"/>
                    <a:pt x="2804" y="8606"/>
                    <a:pt x="4061" y="8483"/>
                  </a:cubicBezTo>
                  <a:cubicBezTo>
                    <a:pt x="6066" y="8308"/>
                    <a:pt x="8071" y="8107"/>
                    <a:pt x="10101" y="7932"/>
                  </a:cubicBezTo>
                  <a:cubicBezTo>
                    <a:pt x="10552" y="7881"/>
                    <a:pt x="11028" y="7831"/>
                    <a:pt x="11479" y="7781"/>
                  </a:cubicBezTo>
                  <a:cubicBezTo>
                    <a:pt x="11680" y="7781"/>
                    <a:pt x="11755" y="7581"/>
                    <a:pt x="11630" y="7430"/>
                  </a:cubicBezTo>
                  <a:cubicBezTo>
                    <a:pt x="10477" y="6077"/>
                    <a:pt x="9299" y="4724"/>
                    <a:pt x="8146" y="3370"/>
                  </a:cubicBezTo>
                  <a:cubicBezTo>
                    <a:pt x="8026" y="3250"/>
                    <a:pt x="7917" y="3118"/>
                    <a:pt x="7805" y="2982"/>
                  </a:cubicBezTo>
                  <a:lnTo>
                    <a:pt x="7805" y="2982"/>
                  </a:lnTo>
                  <a:cubicBezTo>
                    <a:pt x="8960" y="2229"/>
                    <a:pt x="10096" y="1495"/>
                    <a:pt x="11254" y="739"/>
                  </a:cubicBezTo>
                  <a:cubicBezTo>
                    <a:pt x="11420" y="620"/>
                    <a:pt x="11587" y="523"/>
                    <a:pt x="11753" y="407"/>
                  </a:cubicBezTo>
                  <a:lnTo>
                    <a:pt x="11753" y="407"/>
                  </a:lnTo>
                  <a:cubicBezTo>
                    <a:pt x="11897" y="362"/>
                    <a:pt x="11904" y="187"/>
                    <a:pt x="11817" y="84"/>
                  </a:cubicBezTo>
                  <a:lnTo>
                    <a:pt x="11817" y="84"/>
                  </a:lnTo>
                  <a:cubicBezTo>
                    <a:pt x="11781" y="35"/>
                    <a:pt x="11728" y="0"/>
                    <a:pt x="116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1" name="Google Shape;3401;p38"/>
            <p:cNvSpPr/>
            <p:nvPr/>
          </p:nvSpPr>
          <p:spPr>
            <a:xfrm>
              <a:off x="1519492" y="2875640"/>
              <a:ext cx="186753" cy="202403"/>
            </a:xfrm>
            <a:custGeom>
              <a:rect b="b" l="l" r="r" t="t"/>
              <a:pathLst>
                <a:path extrusionOk="0" h="11355" w="10477">
                  <a:moveTo>
                    <a:pt x="8522" y="1"/>
                  </a:moveTo>
                  <a:lnTo>
                    <a:pt x="8522" y="1"/>
                  </a:lnTo>
                  <a:cubicBezTo>
                    <a:pt x="6091" y="1304"/>
                    <a:pt x="3660" y="2582"/>
                    <a:pt x="1229" y="3861"/>
                  </a:cubicBezTo>
                  <a:lnTo>
                    <a:pt x="5640" y="6793"/>
                  </a:lnTo>
                  <a:lnTo>
                    <a:pt x="1" y="11354"/>
                  </a:lnTo>
                  <a:lnTo>
                    <a:pt x="10477" y="7119"/>
                  </a:lnTo>
                  <a:lnTo>
                    <a:pt x="5314" y="3811"/>
                  </a:lnTo>
                  <a:lnTo>
                    <a:pt x="85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2" name="Google Shape;3402;p38"/>
            <p:cNvSpPr/>
            <p:nvPr/>
          </p:nvSpPr>
          <p:spPr>
            <a:xfrm>
              <a:off x="1514430" y="2871986"/>
              <a:ext cx="196289" cy="209836"/>
            </a:xfrm>
            <a:custGeom>
              <a:rect b="b" l="l" r="r" t="t"/>
              <a:pathLst>
                <a:path extrusionOk="0" h="11772" w="11012">
                  <a:moveTo>
                    <a:pt x="7953" y="916"/>
                  </a:moveTo>
                  <a:cubicBezTo>
                    <a:pt x="7260" y="1741"/>
                    <a:pt x="6567" y="2565"/>
                    <a:pt x="5874" y="3389"/>
                  </a:cubicBezTo>
                  <a:cubicBezTo>
                    <a:pt x="5723" y="3564"/>
                    <a:pt x="5598" y="3715"/>
                    <a:pt x="5473" y="3865"/>
                  </a:cubicBezTo>
                  <a:cubicBezTo>
                    <a:pt x="5373" y="3990"/>
                    <a:pt x="5373" y="4116"/>
                    <a:pt x="5498" y="4216"/>
                  </a:cubicBezTo>
                  <a:cubicBezTo>
                    <a:pt x="7002" y="5168"/>
                    <a:pt x="8505" y="6121"/>
                    <a:pt x="10009" y="7098"/>
                  </a:cubicBezTo>
                  <a:lnTo>
                    <a:pt x="10309" y="7283"/>
                  </a:lnTo>
                  <a:lnTo>
                    <a:pt x="10309" y="7283"/>
                  </a:lnTo>
                  <a:cubicBezTo>
                    <a:pt x="9245" y="7706"/>
                    <a:pt x="8198" y="8129"/>
                    <a:pt x="7152" y="8552"/>
                  </a:cubicBezTo>
                  <a:cubicBezTo>
                    <a:pt x="5272" y="9304"/>
                    <a:pt x="3393" y="10081"/>
                    <a:pt x="1538" y="10833"/>
                  </a:cubicBezTo>
                  <a:cubicBezTo>
                    <a:pt x="1529" y="10836"/>
                    <a:pt x="1520" y="10839"/>
                    <a:pt x="1512" y="10843"/>
                  </a:cubicBezTo>
                  <a:lnTo>
                    <a:pt x="1512" y="10843"/>
                  </a:lnTo>
                  <a:cubicBezTo>
                    <a:pt x="2799" y="9803"/>
                    <a:pt x="4078" y="8764"/>
                    <a:pt x="5373" y="7725"/>
                  </a:cubicBezTo>
                  <a:cubicBezTo>
                    <a:pt x="5623" y="7524"/>
                    <a:pt x="5849" y="7349"/>
                    <a:pt x="6074" y="7148"/>
                  </a:cubicBezTo>
                  <a:cubicBezTo>
                    <a:pt x="6200" y="7048"/>
                    <a:pt x="6149" y="6898"/>
                    <a:pt x="6024" y="6823"/>
                  </a:cubicBezTo>
                  <a:cubicBezTo>
                    <a:pt x="4746" y="5970"/>
                    <a:pt x="3468" y="5118"/>
                    <a:pt x="2164" y="4241"/>
                  </a:cubicBezTo>
                  <a:lnTo>
                    <a:pt x="1915" y="4082"/>
                  </a:lnTo>
                  <a:lnTo>
                    <a:pt x="1915" y="4082"/>
                  </a:lnTo>
                  <a:cubicBezTo>
                    <a:pt x="3922" y="3027"/>
                    <a:pt x="5930" y="1972"/>
                    <a:pt x="7953" y="916"/>
                  </a:cubicBezTo>
                  <a:close/>
                  <a:moveTo>
                    <a:pt x="8803" y="0"/>
                  </a:moveTo>
                  <a:cubicBezTo>
                    <a:pt x="8773" y="0"/>
                    <a:pt x="8743" y="9"/>
                    <a:pt x="8714" y="27"/>
                  </a:cubicBezTo>
                  <a:lnTo>
                    <a:pt x="8714" y="27"/>
                  </a:lnTo>
                  <a:cubicBezTo>
                    <a:pt x="8711" y="28"/>
                    <a:pt x="8708" y="29"/>
                    <a:pt x="8706" y="31"/>
                  </a:cubicBezTo>
                  <a:cubicBezTo>
                    <a:pt x="6275" y="1309"/>
                    <a:pt x="3844" y="2612"/>
                    <a:pt x="1413" y="3890"/>
                  </a:cubicBezTo>
                  <a:cubicBezTo>
                    <a:pt x="1262" y="3965"/>
                    <a:pt x="1287" y="4166"/>
                    <a:pt x="1413" y="4241"/>
                  </a:cubicBezTo>
                  <a:cubicBezTo>
                    <a:pt x="2691" y="5093"/>
                    <a:pt x="3969" y="5945"/>
                    <a:pt x="5272" y="6823"/>
                  </a:cubicBezTo>
                  <a:cubicBezTo>
                    <a:pt x="5367" y="6890"/>
                    <a:pt x="5470" y="6951"/>
                    <a:pt x="5572" y="7012"/>
                  </a:cubicBezTo>
                  <a:lnTo>
                    <a:pt x="5572" y="7012"/>
                  </a:lnTo>
                  <a:cubicBezTo>
                    <a:pt x="4008" y="8286"/>
                    <a:pt x="2422" y="9559"/>
                    <a:pt x="836" y="10833"/>
                  </a:cubicBezTo>
                  <a:cubicBezTo>
                    <a:pt x="611" y="11033"/>
                    <a:pt x="360" y="11209"/>
                    <a:pt x="134" y="11409"/>
                  </a:cubicBezTo>
                  <a:cubicBezTo>
                    <a:pt x="0" y="11521"/>
                    <a:pt x="125" y="11772"/>
                    <a:pt x="278" y="11772"/>
                  </a:cubicBezTo>
                  <a:cubicBezTo>
                    <a:pt x="297" y="11772"/>
                    <a:pt x="316" y="11768"/>
                    <a:pt x="335" y="11760"/>
                  </a:cubicBezTo>
                  <a:cubicBezTo>
                    <a:pt x="1513" y="11284"/>
                    <a:pt x="2716" y="10808"/>
                    <a:pt x="3894" y="10331"/>
                  </a:cubicBezTo>
                  <a:cubicBezTo>
                    <a:pt x="5774" y="9554"/>
                    <a:pt x="7628" y="8803"/>
                    <a:pt x="9508" y="8051"/>
                  </a:cubicBezTo>
                  <a:cubicBezTo>
                    <a:pt x="9934" y="7875"/>
                    <a:pt x="10385" y="7700"/>
                    <a:pt x="10811" y="7524"/>
                  </a:cubicBezTo>
                  <a:cubicBezTo>
                    <a:pt x="10987" y="7474"/>
                    <a:pt x="11012" y="7249"/>
                    <a:pt x="10861" y="7148"/>
                  </a:cubicBezTo>
                  <a:cubicBezTo>
                    <a:pt x="9357" y="6196"/>
                    <a:pt x="7854" y="5219"/>
                    <a:pt x="6350" y="4266"/>
                  </a:cubicBezTo>
                  <a:lnTo>
                    <a:pt x="5916" y="3971"/>
                  </a:lnTo>
                  <a:lnTo>
                    <a:pt x="5916" y="3971"/>
                  </a:lnTo>
                  <a:cubicBezTo>
                    <a:pt x="6810" y="2933"/>
                    <a:pt x="7683" y="1896"/>
                    <a:pt x="8555" y="858"/>
                  </a:cubicBezTo>
                  <a:lnTo>
                    <a:pt x="8906" y="420"/>
                  </a:lnTo>
                  <a:lnTo>
                    <a:pt x="8906" y="420"/>
                  </a:lnTo>
                  <a:cubicBezTo>
                    <a:pt x="8914" y="415"/>
                    <a:pt x="8923" y="411"/>
                    <a:pt x="8931" y="406"/>
                  </a:cubicBezTo>
                  <a:cubicBezTo>
                    <a:pt x="9096" y="315"/>
                    <a:pt x="9034" y="89"/>
                    <a:pt x="8890" y="24"/>
                  </a:cubicBezTo>
                  <a:lnTo>
                    <a:pt x="8890" y="24"/>
                  </a:lnTo>
                  <a:cubicBezTo>
                    <a:pt x="8863" y="9"/>
                    <a:pt x="8833" y="0"/>
                    <a:pt x="880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3" name="Google Shape;3403;p38"/>
            <p:cNvSpPr/>
            <p:nvPr/>
          </p:nvSpPr>
          <p:spPr>
            <a:xfrm>
              <a:off x="1498939" y="3674015"/>
              <a:ext cx="1006988" cy="252420"/>
            </a:xfrm>
            <a:custGeom>
              <a:rect b="b" l="l" r="r" t="t"/>
              <a:pathLst>
                <a:path extrusionOk="0" h="14161" w="56493">
                  <a:moveTo>
                    <a:pt x="56492" y="0"/>
                  </a:moveTo>
                  <a:cubicBezTo>
                    <a:pt x="54512" y="451"/>
                    <a:pt x="52507" y="902"/>
                    <a:pt x="50527" y="1379"/>
                  </a:cubicBezTo>
                  <a:cubicBezTo>
                    <a:pt x="40126" y="3835"/>
                    <a:pt x="29725" y="6366"/>
                    <a:pt x="19374" y="8948"/>
                  </a:cubicBezTo>
                  <a:cubicBezTo>
                    <a:pt x="15314" y="9950"/>
                    <a:pt x="11279" y="10978"/>
                    <a:pt x="7219" y="12005"/>
                  </a:cubicBezTo>
                  <a:cubicBezTo>
                    <a:pt x="5364" y="12481"/>
                    <a:pt x="3510" y="12933"/>
                    <a:pt x="1655" y="13409"/>
                  </a:cubicBezTo>
                  <a:cubicBezTo>
                    <a:pt x="1104" y="13559"/>
                    <a:pt x="552" y="13710"/>
                    <a:pt x="1" y="13835"/>
                  </a:cubicBezTo>
                  <a:cubicBezTo>
                    <a:pt x="126" y="13960"/>
                    <a:pt x="251" y="14060"/>
                    <a:pt x="377" y="14161"/>
                  </a:cubicBezTo>
                  <a:cubicBezTo>
                    <a:pt x="5465" y="12857"/>
                    <a:pt x="10552" y="11579"/>
                    <a:pt x="15640" y="10301"/>
                  </a:cubicBezTo>
                  <a:cubicBezTo>
                    <a:pt x="26016" y="7720"/>
                    <a:pt x="36392" y="5163"/>
                    <a:pt x="46793" y="2707"/>
                  </a:cubicBezTo>
                  <a:cubicBezTo>
                    <a:pt x="50026" y="1930"/>
                    <a:pt x="53259" y="1178"/>
                    <a:pt x="56492" y="426"/>
                  </a:cubicBezTo>
                  <a:lnTo>
                    <a:pt x="56492"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4" name="Google Shape;3404;p38"/>
            <p:cNvSpPr/>
            <p:nvPr/>
          </p:nvSpPr>
          <p:spPr>
            <a:xfrm>
              <a:off x="1693220" y="3869973"/>
              <a:ext cx="257892" cy="70480"/>
            </a:xfrm>
            <a:custGeom>
              <a:rect b="b" l="l" r="r" t="t"/>
              <a:pathLst>
                <a:path extrusionOk="0" h="3954" w="14468">
                  <a:moveTo>
                    <a:pt x="14176" y="0"/>
                  </a:moveTo>
                  <a:cubicBezTo>
                    <a:pt x="14156" y="0"/>
                    <a:pt x="14136" y="3"/>
                    <a:pt x="14115" y="10"/>
                  </a:cubicBezTo>
                  <a:cubicBezTo>
                    <a:pt x="10505" y="912"/>
                    <a:pt x="6896" y="1839"/>
                    <a:pt x="3287" y="2767"/>
                  </a:cubicBezTo>
                  <a:cubicBezTo>
                    <a:pt x="2285" y="3017"/>
                    <a:pt x="1257" y="3293"/>
                    <a:pt x="230" y="3544"/>
                  </a:cubicBezTo>
                  <a:cubicBezTo>
                    <a:pt x="0" y="3612"/>
                    <a:pt x="65" y="3954"/>
                    <a:pt x="269" y="3954"/>
                  </a:cubicBezTo>
                  <a:cubicBezTo>
                    <a:pt x="288" y="3954"/>
                    <a:pt x="309" y="3951"/>
                    <a:pt x="330" y="3945"/>
                  </a:cubicBezTo>
                  <a:lnTo>
                    <a:pt x="11157" y="1188"/>
                  </a:lnTo>
                  <a:lnTo>
                    <a:pt x="14215" y="411"/>
                  </a:lnTo>
                  <a:cubicBezTo>
                    <a:pt x="14467" y="342"/>
                    <a:pt x="14384" y="0"/>
                    <a:pt x="141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5" name="Google Shape;3405;p38"/>
            <p:cNvSpPr/>
            <p:nvPr/>
          </p:nvSpPr>
          <p:spPr>
            <a:xfrm>
              <a:off x="2093582" y="3976374"/>
              <a:ext cx="15205" cy="30606"/>
            </a:xfrm>
            <a:custGeom>
              <a:rect b="b" l="l" r="r" t="t"/>
              <a:pathLst>
                <a:path extrusionOk="0" h="1717" w="853">
                  <a:moveTo>
                    <a:pt x="613" y="1"/>
                  </a:moveTo>
                  <a:cubicBezTo>
                    <a:pt x="526" y="1"/>
                    <a:pt x="445" y="69"/>
                    <a:pt x="401" y="156"/>
                  </a:cubicBezTo>
                  <a:cubicBezTo>
                    <a:pt x="276" y="582"/>
                    <a:pt x="151" y="1033"/>
                    <a:pt x="26" y="1459"/>
                  </a:cubicBezTo>
                  <a:cubicBezTo>
                    <a:pt x="0" y="1560"/>
                    <a:pt x="76" y="1685"/>
                    <a:pt x="176" y="1710"/>
                  </a:cubicBezTo>
                  <a:cubicBezTo>
                    <a:pt x="197" y="1714"/>
                    <a:pt x="217" y="1716"/>
                    <a:pt x="236" y="1716"/>
                  </a:cubicBezTo>
                  <a:cubicBezTo>
                    <a:pt x="333" y="1716"/>
                    <a:pt x="410" y="1664"/>
                    <a:pt x="452" y="1560"/>
                  </a:cubicBezTo>
                  <a:cubicBezTo>
                    <a:pt x="552" y="1134"/>
                    <a:pt x="677" y="707"/>
                    <a:pt x="802" y="281"/>
                  </a:cubicBezTo>
                  <a:cubicBezTo>
                    <a:pt x="853" y="156"/>
                    <a:pt x="777" y="31"/>
                    <a:pt x="652" y="6"/>
                  </a:cubicBezTo>
                  <a:cubicBezTo>
                    <a:pt x="639" y="2"/>
                    <a:pt x="626" y="1"/>
                    <a:pt x="6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6" name="Google Shape;3406;p38"/>
            <p:cNvSpPr/>
            <p:nvPr/>
          </p:nvSpPr>
          <p:spPr>
            <a:xfrm>
              <a:off x="2113689" y="3976196"/>
              <a:ext cx="16987" cy="34331"/>
            </a:xfrm>
            <a:custGeom>
              <a:rect b="b" l="l" r="r" t="t"/>
              <a:pathLst>
                <a:path extrusionOk="0" h="1926" w="953">
                  <a:moveTo>
                    <a:pt x="711" y="0"/>
                  </a:moveTo>
                  <a:cubicBezTo>
                    <a:pt x="628" y="0"/>
                    <a:pt x="546" y="68"/>
                    <a:pt x="527" y="166"/>
                  </a:cubicBezTo>
                  <a:cubicBezTo>
                    <a:pt x="351" y="667"/>
                    <a:pt x="201" y="1169"/>
                    <a:pt x="25" y="1670"/>
                  </a:cubicBezTo>
                  <a:cubicBezTo>
                    <a:pt x="0" y="1770"/>
                    <a:pt x="75" y="1895"/>
                    <a:pt x="176" y="1920"/>
                  </a:cubicBezTo>
                  <a:cubicBezTo>
                    <a:pt x="192" y="1924"/>
                    <a:pt x="208" y="1925"/>
                    <a:pt x="224" y="1925"/>
                  </a:cubicBezTo>
                  <a:cubicBezTo>
                    <a:pt x="327" y="1925"/>
                    <a:pt x="408" y="1857"/>
                    <a:pt x="451" y="1770"/>
                  </a:cubicBezTo>
                  <a:cubicBezTo>
                    <a:pt x="602" y="1269"/>
                    <a:pt x="752" y="768"/>
                    <a:pt x="928" y="266"/>
                  </a:cubicBezTo>
                  <a:cubicBezTo>
                    <a:pt x="953" y="166"/>
                    <a:pt x="877" y="41"/>
                    <a:pt x="777" y="16"/>
                  </a:cubicBezTo>
                  <a:cubicBezTo>
                    <a:pt x="756" y="5"/>
                    <a:pt x="733" y="0"/>
                    <a:pt x="71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7" name="Google Shape;3407;p38"/>
            <p:cNvSpPr/>
            <p:nvPr/>
          </p:nvSpPr>
          <p:spPr>
            <a:xfrm>
              <a:off x="2231160" y="4085396"/>
              <a:ext cx="86861" cy="23939"/>
            </a:xfrm>
            <a:custGeom>
              <a:rect b="b" l="l" r="r" t="t"/>
              <a:pathLst>
                <a:path extrusionOk="0" h="1343" w="4873">
                  <a:moveTo>
                    <a:pt x="4556" y="1"/>
                  </a:moveTo>
                  <a:cubicBezTo>
                    <a:pt x="4542" y="1"/>
                    <a:pt x="4528" y="2"/>
                    <a:pt x="4513" y="5"/>
                  </a:cubicBezTo>
                  <a:cubicBezTo>
                    <a:pt x="3085" y="331"/>
                    <a:pt x="1656" y="632"/>
                    <a:pt x="252" y="932"/>
                  </a:cubicBezTo>
                  <a:cubicBezTo>
                    <a:pt x="0" y="1001"/>
                    <a:pt x="84" y="1343"/>
                    <a:pt x="292" y="1343"/>
                  </a:cubicBezTo>
                  <a:cubicBezTo>
                    <a:pt x="311" y="1343"/>
                    <a:pt x="331" y="1340"/>
                    <a:pt x="353" y="1333"/>
                  </a:cubicBezTo>
                  <a:cubicBezTo>
                    <a:pt x="1781" y="1033"/>
                    <a:pt x="3210" y="732"/>
                    <a:pt x="4613" y="406"/>
                  </a:cubicBezTo>
                  <a:cubicBezTo>
                    <a:pt x="4873" y="359"/>
                    <a:pt x="4777" y="1"/>
                    <a:pt x="45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8" name="Google Shape;3408;p38"/>
            <p:cNvSpPr/>
            <p:nvPr/>
          </p:nvSpPr>
          <p:spPr>
            <a:xfrm>
              <a:off x="1819265" y="4081741"/>
              <a:ext cx="148411" cy="45293"/>
            </a:xfrm>
            <a:custGeom>
              <a:rect b="b" l="l" r="r" t="t"/>
              <a:pathLst>
                <a:path extrusionOk="0" h="2541" w="8326">
                  <a:moveTo>
                    <a:pt x="8037" y="0"/>
                  </a:moveTo>
                  <a:cubicBezTo>
                    <a:pt x="8016" y="0"/>
                    <a:pt x="7994" y="3"/>
                    <a:pt x="7971" y="10"/>
                  </a:cubicBezTo>
                  <a:cubicBezTo>
                    <a:pt x="5314" y="761"/>
                    <a:pt x="2658" y="1513"/>
                    <a:pt x="1" y="2290"/>
                  </a:cubicBezTo>
                  <a:cubicBezTo>
                    <a:pt x="176" y="2365"/>
                    <a:pt x="377" y="2466"/>
                    <a:pt x="577" y="2541"/>
                  </a:cubicBezTo>
                  <a:cubicBezTo>
                    <a:pt x="3084" y="1839"/>
                    <a:pt x="5590" y="1137"/>
                    <a:pt x="8096" y="411"/>
                  </a:cubicBezTo>
                  <a:cubicBezTo>
                    <a:pt x="8325" y="342"/>
                    <a:pt x="8261" y="0"/>
                    <a:pt x="803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9" name="Google Shape;3409;p38"/>
            <p:cNvSpPr/>
            <p:nvPr/>
          </p:nvSpPr>
          <p:spPr>
            <a:xfrm>
              <a:off x="2179804" y="3743250"/>
              <a:ext cx="326144" cy="327481"/>
            </a:xfrm>
            <a:custGeom>
              <a:rect b="b" l="l" r="r" t="t"/>
              <a:pathLst>
                <a:path extrusionOk="0" h="18372" w="18297">
                  <a:moveTo>
                    <a:pt x="16283" y="1646"/>
                  </a:moveTo>
                  <a:cubicBezTo>
                    <a:pt x="16506" y="1646"/>
                    <a:pt x="16571" y="1987"/>
                    <a:pt x="16342" y="2056"/>
                  </a:cubicBezTo>
                  <a:cubicBezTo>
                    <a:pt x="14913" y="2507"/>
                    <a:pt x="13509" y="2983"/>
                    <a:pt x="12106" y="3435"/>
                  </a:cubicBezTo>
                  <a:cubicBezTo>
                    <a:pt x="12082" y="3441"/>
                    <a:pt x="12060" y="3444"/>
                    <a:pt x="12039" y="3444"/>
                  </a:cubicBezTo>
                  <a:cubicBezTo>
                    <a:pt x="11816" y="3444"/>
                    <a:pt x="11751" y="3102"/>
                    <a:pt x="11981" y="3034"/>
                  </a:cubicBezTo>
                  <a:cubicBezTo>
                    <a:pt x="13409" y="2582"/>
                    <a:pt x="14813" y="2106"/>
                    <a:pt x="16216" y="1655"/>
                  </a:cubicBezTo>
                  <a:cubicBezTo>
                    <a:pt x="16240" y="1649"/>
                    <a:pt x="16262" y="1646"/>
                    <a:pt x="16283" y="1646"/>
                  </a:cubicBezTo>
                  <a:close/>
                  <a:moveTo>
                    <a:pt x="6062" y="5709"/>
                  </a:moveTo>
                  <a:cubicBezTo>
                    <a:pt x="6081" y="5709"/>
                    <a:pt x="6099" y="5711"/>
                    <a:pt x="6116" y="5715"/>
                  </a:cubicBezTo>
                  <a:cubicBezTo>
                    <a:pt x="6216" y="5740"/>
                    <a:pt x="6266" y="5866"/>
                    <a:pt x="6266" y="5966"/>
                  </a:cubicBezTo>
                  <a:cubicBezTo>
                    <a:pt x="6191" y="6242"/>
                    <a:pt x="6141" y="6492"/>
                    <a:pt x="6091" y="6768"/>
                  </a:cubicBezTo>
                  <a:cubicBezTo>
                    <a:pt x="6070" y="6872"/>
                    <a:pt x="5979" y="6925"/>
                    <a:pt x="5892" y="6925"/>
                  </a:cubicBezTo>
                  <a:cubicBezTo>
                    <a:pt x="5874" y="6925"/>
                    <a:pt x="5857" y="6922"/>
                    <a:pt x="5840" y="6918"/>
                  </a:cubicBezTo>
                  <a:cubicBezTo>
                    <a:pt x="5715" y="6893"/>
                    <a:pt x="5665" y="6768"/>
                    <a:pt x="5690" y="6668"/>
                  </a:cubicBezTo>
                  <a:cubicBezTo>
                    <a:pt x="5740" y="6392"/>
                    <a:pt x="5790" y="6116"/>
                    <a:pt x="5840" y="5866"/>
                  </a:cubicBezTo>
                  <a:cubicBezTo>
                    <a:pt x="5861" y="5761"/>
                    <a:pt x="5969" y="5709"/>
                    <a:pt x="6062" y="5709"/>
                  </a:cubicBezTo>
                  <a:close/>
                  <a:moveTo>
                    <a:pt x="4988" y="5866"/>
                  </a:moveTo>
                  <a:cubicBezTo>
                    <a:pt x="5113" y="5866"/>
                    <a:pt x="5214" y="5966"/>
                    <a:pt x="5214" y="6066"/>
                  </a:cubicBezTo>
                  <a:cubicBezTo>
                    <a:pt x="5189" y="6317"/>
                    <a:pt x="5164" y="6542"/>
                    <a:pt x="5164" y="6768"/>
                  </a:cubicBezTo>
                  <a:cubicBezTo>
                    <a:pt x="5138" y="6893"/>
                    <a:pt x="5063" y="6968"/>
                    <a:pt x="4938" y="6968"/>
                  </a:cubicBezTo>
                  <a:cubicBezTo>
                    <a:pt x="4838" y="6968"/>
                    <a:pt x="4737" y="6868"/>
                    <a:pt x="4737" y="6768"/>
                  </a:cubicBezTo>
                  <a:cubicBezTo>
                    <a:pt x="4762" y="6542"/>
                    <a:pt x="4762" y="6317"/>
                    <a:pt x="4788" y="6066"/>
                  </a:cubicBezTo>
                  <a:cubicBezTo>
                    <a:pt x="4788" y="5966"/>
                    <a:pt x="4888" y="5866"/>
                    <a:pt x="4988" y="5866"/>
                  </a:cubicBezTo>
                  <a:close/>
                  <a:moveTo>
                    <a:pt x="10200" y="11630"/>
                  </a:moveTo>
                  <a:cubicBezTo>
                    <a:pt x="10232" y="11630"/>
                    <a:pt x="10266" y="11638"/>
                    <a:pt x="10301" y="11655"/>
                  </a:cubicBezTo>
                  <a:cubicBezTo>
                    <a:pt x="11905" y="12557"/>
                    <a:pt x="13484" y="13510"/>
                    <a:pt x="15013" y="14537"/>
                  </a:cubicBezTo>
                  <a:cubicBezTo>
                    <a:pt x="15200" y="14662"/>
                    <a:pt x="15077" y="14925"/>
                    <a:pt x="14901" y="14925"/>
                  </a:cubicBezTo>
                  <a:cubicBezTo>
                    <a:pt x="14864" y="14925"/>
                    <a:pt x="14826" y="14914"/>
                    <a:pt x="14788" y="14888"/>
                  </a:cubicBezTo>
                  <a:cubicBezTo>
                    <a:pt x="13259" y="13861"/>
                    <a:pt x="11705" y="12908"/>
                    <a:pt x="10076" y="12031"/>
                  </a:cubicBezTo>
                  <a:cubicBezTo>
                    <a:pt x="9882" y="11923"/>
                    <a:pt x="10003" y="11630"/>
                    <a:pt x="10200" y="11630"/>
                  </a:cubicBezTo>
                  <a:close/>
                  <a:moveTo>
                    <a:pt x="18296" y="1"/>
                  </a:moveTo>
                  <a:cubicBezTo>
                    <a:pt x="15565" y="878"/>
                    <a:pt x="12833" y="1755"/>
                    <a:pt x="10101" y="2658"/>
                  </a:cubicBezTo>
                  <a:cubicBezTo>
                    <a:pt x="6717" y="3810"/>
                    <a:pt x="3359" y="4988"/>
                    <a:pt x="1" y="6216"/>
                  </a:cubicBezTo>
                  <a:cubicBezTo>
                    <a:pt x="151" y="6317"/>
                    <a:pt x="276" y="6417"/>
                    <a:pt x="402" y="6517"/>
                  </a:cubicBezTo>
                  <a:cubicBezTo>
                    <a:pt x="928" y="6868"/>
                    <a:pt x="1429" y="7194"/>
                    <a:pt x="1955" y="7545"/>
                  </a:cubicBezTo>
                  <a:cubicBezTo>
                    <a:pt x="5364" y="9800"/>
                    <a:pt x="8773" y="12056"/>
                    <a:pt x="12181" y="14312"/>
                  </a:cubicBezTo>
                  <a:cubicBezTo>
                    <a:pt x="14211" y="15665"/>
                    <a:pt x="16241" y="17019"/>
                    <a:pt x="18296" y="18372"/>
                  </a:cubicBezTo>
                  <a:cubicBezTo>
                    <a:pt x="18296" y="18297"/>
                    <a:pt x="18296" y="18222"/>
                    <a:pt x="18296" y="18171"/>
                  </a:cubicBezTo>
                  <a:lnTo>
                    <a:pt x="18296" y="17144"/>
                  </a:lnTo>
                  <a:lnTo>
                    <a:pt x="18296" y="13886"/>
                  </a:lnTo>
                  <a:lnTo>
                    <a:pt x="18296" y="13660"/>
                  </a:lnTo>
                  <a:cubicBezTo>
                    <a:pt x="18246" y="13635"/>
                    <a:pt x="18196" y="13610"/>
                    <a:pt x="18146" y="13585"/>
                  </a:cubicBezTo>
                  <a:cubicBezTo>
                    <a:pt x="14838" y="11780"/>
                    <a:pt x="11630" y="9800"/>
                    <a:pt x="8572" y="7645"/>
                  </a:cubicBezTo>
                  <a:cubicBezTo>
                    <a:pt x="8422" y="7545"/>
                    <a:pt x="8422" y="7319"/>
                    <a:pt x="8622" y="7269"/>
                  </a:cubicBezTo>
                  <a:cubicBezTo>
                    <a:pt x="9249" y="7044"/>
                    <a:pt x="9900" y="6843"/>
                    <a:pt x="10552" y="6618"/>
                  </a:cubicBezTo>
                  <a:cubicBezTo>
                    <a:pt x="13133" y="5765"/>
                    <a:pt x="15715" y="4913"/>
                    <a:pt x="18296" y="4086"/>
                  </a:cubicBezTo>
                  <a:lnTo>
                    <a:pt x="18296" y="4011"/>
                  </a:lnTo>
                  <a:lnTo>
                    <a:pt x="1829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0" name="Google Shape;3410;p38"/>
            <p:cNvSpPr/>
            <p:nvPr/>
          </p:nvSpPr>
          <p:spPr>
            <a:xfrm>
              <a:off x="2170874" y="3735656"/>
              <a:ext cx="335074" cy="123777"/>
            </a:xfrm>
            <a:custGeom>
              <a:rect b="b" l="l" r="r" t="t"/>
              <a:pathLst>
                <a:path extrusionOk="0" h="6944" w="18798">
                  <a:moveTo>
                    <a:pt x="18797" y="1"/>
                  </a:moveTo>
                  <a:cubicBezTo>
                    <a:pt x="17995" y="251"/>
                    <a:pt x="17218" y="502"/>
                    <a:pt x="16416" y="753"/>
                  </a:cubicBezTo>
                  <a:cubicBezTo>
                    <a:pt x="12908" y="1881"/>
                    <a:pt x="9399" y="3059"/>
                    <a:pt x="5915" y="4262"/>
                  </a:cubicBezTo>
                  <a:cubicBezTo>
                    <a:pt x="3960" y="4963"/>
                    <a:pt x="2005" y="5665"/>
                    <a:pt x="50" y="6367"/>
                  </a:cubicBezTo>
                  <a:cubicBezTo>
                    <a:pt x="25" y="6367"/>
                    <a:pt x="25" y="6367"/>
                    <a:pt x="0" y="6392"/>
                  </a:cubicBezTo>
                  <a:cubicBezTo>
                    <a:pt x="50" y="6392"/>
                    <a:pt x="76" y="6392"/>
                    <a:pt x="101" y="6417"/>
                  </a:cubicBezTo>
                  <a:cubicBezTo>
                    <a:pt x="376" y="6592"/>
                    <a:pt x="652" y="6768"/>
                    <a:pt x="903" y="6943"/>
                  </a:cubicBezTo>
                  <a:cubicBezTo>
                    <a:pt x="777" y="6843"/>
                    <a:pt x="652" y="6743"/>
                    <a:pt x="502" y="6642"/>
                  </a:cubicBezTo>
                  <a:cubicBezTo>
                    <a:pt x="3860" y="5414"/>
                    <a:pt x="7218" y="4236"/>
                    <a:pt x="10602" y="3084"/>
                  </a:cubicBezTo>
                  <a:cubicBezTo>
                    <a:pt x="13334" y="2181"/>
                    <a:pt x="16066" y="1304"/>
                    <a:pt x="18797" y="427"/>
                  </a:cubicBezTo>
                  <a:lnTo>
                    <a:pt x="18797" y="1"/>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1" name="Google Shape;3411;p38"/>
            <p:cNvSpPr/>
            <p:nvPr/>
          </p:nvSpPr>
          <p:spPr>
            <a:xfrm>
              <a:off x="2342427" y="3823679"/>
              <a:ext cx="163527" cy="154578"/>
            </a:xfrm>
            <a:custGeom>
              <a:rect b="b" l="l" r="r" t="t"/>
              <a:pathLst>
                <a:path extrusionOk="0" h="8672" w="9174">
                  <a:moveTo>
                    <a:pt x="9173" y="0"/>
                  </a:moveTo>
                  <a:cubicBezTo>
                    <a:pt x="7770" y="476"/>
                    <a:pt x="6366" y="928"/>
                    <a:pt x="4963" y="1404"/>
                  </a:cubicBezTo>
                  <a:lnTo>
                    <a:pt x="0" y="3008"/>
                  </a:lnTo>
                  <a:cubicBezTo>
                    <a:pt x="777" y="3559"/>
                    <a:pt x="1554" y="4085"/>
                    <a:pt x="2331" y="4587"/>
                  </a:cubicBezTo>
                  <a:cubicBezTo>
                    <a:pt x="4562" y="6040"/>
                    <a:pt x="6843" y="7394"/>
                    <a:pt x="9173" y="8672"/>
                  </a:cubicBezTo>
                  <a:lnTo>
                    <a:pt x="917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2" name="Google Shape;3412;p38"/>
            <p:cNvSpPr/>
            <p:nvPr/>
          </p:nvSpPr>
          <p:spPr>
            <a:xfrm>
              <a:off x="2329913" y="3816086"/>
              <a:ext cx="176040" cy="170674"/>
            </a:xfrm>
            <a:custGeom>
              <a:rect b="b" l="l" r="r" t="t"/>
              <a:pathLst>
                <a:path extrusionOk="0" h="9575" w="9876">
                  <a:moveTo>
                    <a:pt x="9875" y="0"/>
                  </a:moveTo>
                  <a:cubicBezTo>
                    <a:pt x="7294" y="852"/>
                    <a:pt x="4712" y="1679"/>
                    <a:pt x="2131" y="2532"/>
                  </a:cubicBezTo>
                  <a:cubicBezTo>
                    <a:pt x="1479" y="2757"/>
                    <a:pt x="828" y="2958"/>
                    <a:pt x="201" y="3183"/>
                  </a:cubicBezTo>
                  <a:cubicBezTo>
                    <a:pt x="1" y="3233"/>
                    <a:pt x="1" y="3459"/>
                    <a:pt x="151" y="3559"/>
                  </a:cubicBezTo>
                  <a:cubicBezTo>
                    <a:pt x="3209" y="5714"/>
                    <a:pt x="6417" y="7694"/>
                    <a:pt x="9725" y="9499"/>
                  </a:cubicBezTo>
                  <a:cubicBezTo>
                    <a:pt x="9775" y="9524"/>
                    <a:pt x="9825" y="9549"/>
                    <a:pt x="9875" y="9574"/>
                  </a:cubicBezTo>
                  <a:lnTo>
                    <a:pt x="9875" y="9098"/>
                  </a:lnTo>
                  <a:cubicBezTo>
                    <a:pt x="7545" y="7820"/>
                    <a:pt x="5264" y="6466"/>
                    <a:pt x="3033" y="5013"/>
                  </a:cubicBezTo>
                  <a:cubicBezTo>
                    <a:pt x="2256" y="4511"/>
                    <a:pt x="1479" y="3985"/>
                    <a:pt x="702" y="3434"/>
                  </a:cubicBezTo>
                  <a:lnTo>
                    <a:pt x="5665" y="1830"/>
                  </a:lnTo>
                  <a:cubicBezTo>
                    <a:pt x="7068" y="1354"/>
                    <a:pt x="8472" y="902"/>
                    <a:pt x="9875" y="426"/>
                  </a:cubicBezTo>
                  <a:lnTo>
                    <a:pt x="9875" y="0"/>
                  </a:ln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3" name="Google Shape;3413;p38"/>
            <p:cNvSpPr/>
            <p:nvPr/>
          </p:nvSpPr>
          <p:spPr>
            <a:xfrm>
              <a:off x="2264244" y="3847797"/>
              <a:ext cx="8503" cy="19679"/>
            </a:xfrm>
            <a:custGeom>
              <a:rect b="b" l="l" r="r" t="t"/>
              <a:pathLst>
                <a:path extrusionOk="0" h="1104" w="477">
                  <a:moveTo>
                    <a:pt x="251" y="1"/>
                  </a:moveTo>
                  <a:cubicBezTo>
                    <a:pt x="151" y="1"/>
                    <a:pt x="51" y="101"/>
                    <a:pt x="51" y="201"/>
                  </a:cubicBezTo>
                  <a:cubicBezTo>
                    <a:pt x="25" y="452"/>
                    <a:pt x="25" y="677"/>
                    <a:pt x="0" y="903"/>
                  </a:cubicBezTo>
                  <a:cubicBezTo>
                    <a:pt x="0" y="1003"/>
                    <a:pt x="101" y="1103"/>
                    <a:pt x="201" y="1103"/>
                  </a:cubicBezTo>
                  <a:cubicBezTo>
                    <a:pt x="326" y="1103"/>
                    <a:pt x="401" y="1028"/>
                    <a:pt x="427" y="903"/>
                  </a:cubicBezTo>
                  <a:cubicBezTo>
                    <a:pt x="427" y="677"/>
                    <a:pt x="452" y="452"/>
                    <a:pt x="477" y="201"/>
                  </a:cubicBezTo>
                  <a:cubicBezTo>
                    <a:pt x="477" y="101"/>
                    <a:pt x="376"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4" name="Google Shape;3414;p38"/>
            <p:cNvSpPr/>
            <p:nvPr/>
          </p:nvSpPr>
          <p:spPr>
            <a:xfrm>
              <a:off x="2280768" y="3844999"/>
              <a:ext cx="10748" cy="21693"/>
            </a:xfrm>
            <a:custGeom>
              <a:rect b="b" l="l" r="r" t="t"/>
              <a:pathLst>
                <a:path extrusionOk="0" h="1217" w="603">
                  <a:moveTo>
                    <a:pt x="398" y="1"/>
                  </a:moveTo>
                  <a:cubicBezTo>
                    <a:pt x="305" y="1"/>
                    <a:pt x="197" y="53"/>
                    <a:pt x="176" y="158"/>
                  </a:cubicBezTo>
                  <a:cubicBezTo>
                    <a:pt x="126" y="408"/>
                    <a:pt x="76" y="684"/>
                    <a:pt x="26" y="960"/>
                  </a:cubicBezTo>
                  <a:cubicBezTo>
                    <a:pt x="1" y="1060"/>
                    <a:pt x="51" y="1185"/>
                    <a:pt x="176" y="1210"/>
                  </a:cubicBezTo>
                  <a:cubicBezTo>
                    <a:pt x="193" y="1214"/>
                    <a:pt x="210" y="1217"/>
                    <a:pt x="228" y="1217"/>
                  </a:cubicBezTo>
                  <a:cubicBezTo>
                    <a:pt x="315" y="1217"/>
                    <a:pt x="406" y="1164"/>
                    <a:pt x="427" y="1060"/>
                  </a:cubicBezTo>
                  <a:cubicBezTo>
                    <a:pt x="477" y="784"/>
                    <a:pt x="527" y="534"/>
                    <a:pt x="602" y="258"/>
                  </a:cubicBezTo>
                  <a:cubicBezTo>
                    <a:pt x="602" y="158"/>
                    <a:pt x="552" y="32"/>
                    <a:pt x="452" y="7"/>
                  </a:cubicBezTo>
                  <a:cubicBezTo>
                    <a:pt x="435" y="3"/>
                    <a:pt x="417" y="1"/>
                    <a:pt x="3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5" name="Google Shape;3415;p38"/>
            <p:cNvSpPr/>
            <p:nvPr/>
          </p:nvSpPr>
          <p:spPr>
            <a:xfrm>
              <a:off x="2355938" y="3950545"/>
              <a:ext cx="94829" cy="58751"/>
            </a:xfrm>
            <a:custGeom>
              <a:rect b="b" l="l" r="r" t="t"/>
              <a:pathLst>
                <a:path extrusionOk="0" h="3296" w="5320">
                  <a:moveTo>
                    <a:pt x="319" y="1"/>
                  </a:moveTo>
                  <a:cubicBezTo>
                    <a:pt x="122" y="1"/>
                    <a:pt x="1" y="294"/>
                    <a:pt x="195" y="402"/>
                  </a:cubicBezTo>
                  <a:cubicBezTo>
                    <a:pt x="1824" y="1279"/>
                    <a:pt x="3378" y="2232"/>
                    <a:pt x="4907" y="3259"/>
                  </a:cubicBezTo>
                  <a:cubicBezTo>
                    <a:pt x="4945" y="3285"/>
                    <a:pt x="4983" y="3296"/>
                    <a:pt x="5020" y="3296"/>
                  </a:cubicBezTo>
                  <a:cubicBezTo>
                    <a:pt x="5196" y="3296"/>
                    <a:pt x="5319" y="3033"/>
                    <a:pt x="5132" y="2908"/>
                  </a:cubicBezTo>
                  <a:cubicBezTo>
                    <a:pt x="3603" y="1881"/>
                    <a:pt x="2024" y="928"/>
                    <a:pt x="420" y="26"/>
                  </a:cubicBezTo>
                  <a:cubicBezTo>
                    <a:pt x="385" y="9"/>
                    <a:pt x="351" y="1"/>
                    <a:pt x="31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6" name="Google Shape;3416;p38"/>
            <p:cNvSpPr/>
            <p:nvPr/>
          </p:nvSpPr>
          <p:spPr>
            <a:xfrm>
              <a:off x="2389272" y="3772573"/>
              <a:ext cx="85917" cy="32067"/>
            </a:xfrm>
            <a:custGeom>
              <a:rect b="b" l="l" r="r" t="t"/>
              <a:pathLst>
                <a:path extrusionOk="0" h="1799" w="4820">
                  <a:moveTo>
                    <a:pt x="4532" y="1"/>
                  </a:moveTo>
                  <a:cubicBezTo>
                    <a:pt x="4511" y="1"/>
                    <a:pt x="4489" y="4"/>
                    <a:pt x="4465" y="10"/>
                  </a:cubicBezTo>
                  <a:cubicBezTo>
                    <a:pt x="3062" y="461"/>
                    <a:pt x="1658" y="937"/>
                    <a:pt x="230" y="1389"/>
                  </a:cubicBezTo>
                  <a:cubicBezTo>
                    <a:pt x="0" y="1457"/>
                    <a:pt x="65" y="1799"/>
                    <a:pt x="288" y="1799"/>
                  </a:cubicBezTo>
                  <a:cubicBezTo>
                    <a:pt x="309" y="1799"/>
                    <a:pt x="331" y="1796"/>
                    <a:pt x="355" y="1790"/>
                  </a:cubicBezTo>
                  <a:cubicBezTo>
                    <a:pt x="1758" y="1338"/>
                    <a:pt x="3162" y="862"/>
                    <a:pt x="4591" y="411"/>
                  </a:cubicBezTo>
                  <a:cubicBezTo>
                    <a:pt x="4820" y="342"/>
                    <a:pt x="4755" y="1"/>
                    <a:pt x="45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7" name="Google Shape;3417;p38"/>
            <p:cNvSpPr/>
            <p:nvPr/>
          </p:nvSpPr>
          <p:spPr>
            <a:xfrm>
              <a:off x="3575919" y="3116001"/>
              <a:ext cx="463" cy="463"/>
            </a:xfrm>
            <a:custGeom>
              <a:rect b="b" l="l" r="r" t="t"/>
              <a:pathLst>
                <a:path extrusionOk="0" h="26" w="26">
                  <a:moveTo>
                    <a:pt x="1" y="1"/>
                  </a:moveTo>
                  <a:cubicBezTo>
                    <a:pt x="1" y="1"/>
                    <a:pt x="26" y="26"/>
                    <a:pt x="26" y="26"/>
                  </a:cubicBezTo>
                  <a:cubicBezTo>
                    <a:pt x="26" y="26"/>
                    <a:pt x="1" y="1"/>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8" name="Google Shape;3418;p38"/>
            <p:cNvSpPr/>
            <p:nvPr/>
          </p:nvSpPr>
          <p:spPr>
            <a:xfrm>
              <a:off x="3570108" y="3117801"/>
              <a:ext cx="7629" cy="642431"/>
            </a:xfrm>
            <a:custGeom>
              <a:rect b="b" l="l" r="r" t="t"/>
              <a:pathLst>
                <a:path extrusionOk="0" h="36041" w="428">
                  <a:moveTo>
                    <a:pt x="402" y="0"/>
                  </a:moveTo>
                  <a:cubicBezTo>
                    <a:pt x="402" y="6"/>
                    <a:pt x="403" y="12"/>
                    <a:pt x="406" y="18"/>
                  </a:cubicBezTo>
                  <a:lnTo>
                    <a:pt x="406" y="18"/>
                  </a:lnTo>
                  <a:cubicBezTo>
                    <a:pt x="405" y="12"/>
                    <a:pt x="403" y="6"/>
                    <a:pt x="402" y="0"/>
                  </a:cubicBezTo>
                  <a:close/>
                  <a:moveTo>
                    <a:pt x="406" y="18"/>
                  </a:moveTo>
                  <a:cubicBezTo>
                    <a:pt x="421" y="114"/>
                    <a:pt x="370" y="228"/>
                    <a:pt x="252" y="276"/>
                  </a:cubicBezTo>
                  <a:lnTo>
                    <a:pt x="1" y="351"/>
                  </a:lnTo>
                  <a:lnTo>
                    <a:pt x="1" y="1203"/>
                  </a:lnTo>
                  <a:lnTo>
                    <a:pt x="1" y="4286"/>
                  </a:lnTo>
                  <a:lnTo>
                    <a:pt x="1" y="8872"/>
                  </a:lnTo>
                  <a:lnTo>
                    <a:pt x="1" y="14411"/>
                  </a:lnTo>
                  <a:lnTo>
                    <a:pt x="1" y="20526"/>
                  </a:lnTo>
                  <a:lnTo>
                    <a:pt x="1" y="26692"/>
                  </a:lnTo>
                  <a:lnTo>
                    <a:pt x="1" y="32456"/>
                  </a:lnTo>
                  <a:lnTo>
                    <a:pt x="1" y="36040"/>
                  </a:lnTo>
                  <a:cubicBezTo>
                    <a:pt x="126" y="35915"/>
                    <a:pt x="277" y="35765"/>
                    <a:pt x="427" y="35614"/>
                  </a:cubicBezTo>
                  <a:lnTo>
                    <a:pt x="427" y="33735"/>
                  </a:lnTo>
                  <a:lnTo>
                    <a:pt x="427" y="28171"/>
                  </a:lnTo>
                  <a:lnTo>
                    <a:pt x="427" y="22055"/>
                  </a:lnTo>
                  <a:lnTo>
                    <a:pt x="427" y="18246"/>
                  </a:lnTo>
                  <a:lnTo>
                    <a:pt x="427" y="17820"/>
                  </a:lnTo>
                  <a:lnTo>
                    <a:pt x="427" y="15890"/>
                  </a:lnTo>
                  <a:lnTo>
                    <a:pt x="427" y="11805"/>
                  </a:lnTo>
                  <a:lnTo>
                    <a:pt x="427" y="10978"/>
                  </a:lnTo>
                  <a:lnTo>
                    <a:pt x="427" y="10150"/>
                  </a:lnTo>
                  <a:lnTo>
                    <a:pt x="427" y="5288"/>
                  </a:lnTo>
                  <a:lnTo>
                    <a:pt x="427" y="1779"/>
                  </a:lnTo>
                  <a:cubicBezTo>
                    <a:pt x="427" y="1228"/>
                    <a:pt x="427" y="677"/>
                    <a:pt x="427" y="125"/>
                  </a:cubicBezTo>
                  <a:cubicBezTo>
                    <a:pt x="402" y="100"/>
                    <a:pt x="427" y="75"/>
                    <a:pt x="427" y="50"/>
                  </a:cubicBezTo>
                  <a:cubicBezTo>
                    <a:pt x="427" y="50"/>
                    <a:pt x="412" y="36"/>
                    <a:pt x="406" y="18"/>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9" name="Google Shape;3419;p38"/>
            <p:cNvSpPr/>
            <p:nvPr/>
          </p:nvSpPr>
          <p:spPr>
            <a:xfrm>
              <a:off x="2568045" y="3930901"/>
              <a:ext cx="805048" cy="243489"/>
            </a:xfrm>
            <a:custGeom>
              <a:rect b="b" l="l" r="r" t="t"/>
              <a:pathLst>
                <a:path extrusionOk="0" h="13660" w="45164">
                  <a:moveTo>
                    <a:pt x="45163" y="0"/>
                  </a:moveTo>
                  <a:lnTo>
                    <a:pt x="45163" y="0"/>
                  </a:lnTo>
                  <a:cubicBezTo>
                    <a:pt x="41529" y="1053"/>
                    <a:pt x="37920" y="2106"/>
                    <a:pt x="34311" y="3183"/>
                  </a:cubicBezTo>
                  <a:cubicBezTo>
                    <a:pt x="26968" y="5339"/>
                    <a:pt x="19599" y="7469"/>
                    <a:pt x="12256" y="9624"/>
                  </a:cubicBezTo>
                  <a:lnTo>
                    <a:pt x="201" y="13158"/>
                  </a:lnTo>
                  <a:lnTo>
                    <a:pt x="201" y="13434"/>
                  </a:lnTo>
                  <a:cubicBezTo>
                    <a:pt x="201" y="13522"/>
                    <a:pt x="151" y="13585"/>
                    <a:pt x="87" y="13624"/>
                  </a:cubicBezTo>
                  <a:lnTo>
                    <a:pt x="87" y="13624"/>
                  </a:lnTo>
                  <a:cubicBezTo>
                    <a:pt x="7418" y="11497"/>
                    <a:pt x="14749" y="9345"/>
                    <a:pt x="22106" y="7193"/>
                  </a:cubicBezTo>
                  <a:cubicBezTo>
                    <a:pt x="29449" y="5038"/>
                    <a:pt x="36792" y="2883"/>
                    <a:pt x="44161" y="727"/>
                  </a:cubicBezTo>
                  <a:cubicBezTo>
                    <a:pt x="44487" y="476"/>
                    <a:pt x="44812" y="251"/>
                    <a:pt x="45163" y="0"/>
                  </a:cubicBezTo>
                  <a:close/>
                  <a:moveTo>
                    <a:pt x="87" y="13624"/>
                  </a:moveTo>
                  <a:cubicBezTo>
                    <a:pt x="75" y="13627"/>
                    <a:pt x="63" y="13631"/>
                    <a:pt x="50" y="13634"/>
                  </a:cubicBezTo>
                  <a:cubicBezTo>
                    <a:pt x="42" y="13642"/>
                    <a:pt x="35" y="13648"/>
                    <a:pt x="27" y="13651"/>
                  </a:cubicBezTo>
                  <a:lnTo>
                    <a:pt x="27" y="13651"/>
                  </a:lnTo>
                  <a:cubicBezTo>
                    <a:pt x="48" y="13644"/>
                    <a:pt x="68" y="13635"/>
                    <a:pt x="87" y="13624"/>
                  </a:cubicBezTo>
                  <a:close/>
                  <a:moveTo>
                    <a:pt x="27" y="13651"/>
                  </a:moveTo>
                  <a:lnTo>
                    <a:pt x="27" y="13651"/>
                  </a:lnTo>
                  <a:cubicBezTo>
                    <a:pt x="18" y="13655"/>
                    <a:pt x="9" y="13657"/>
                    <a:pt x="0" y="13660"/>
                  </a:cubicBezTo>
                  <a:cubicBezTo>
                    <a:pt x="0" y="13660"/>
                    <a:pt x="12" y="13660"/>
                    <a:pt x="27" y="1365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0" name="Google Shape;3420;p38"/>
            <p:cNvSpPr/>
            <p:nvPr/>
          </p:nvSpPr>
          <p:spPr>
            <a:xfrm>
              <a:off x="2972809" y="3520447"/>
              <a:ext cx="239461" cy="222813"/>
            </a:xfrm>
            <a:custGeom>
              <a:rect b="b" l="l" r="r" t="t"/>
              <a:pathLst>
                <a:path extrusionOk="0" h="12500" w="13434">
                  <a:moveTo>
                    <a:pt x="6715" y="0"/>
                  </a:moveTo>
                  <a:cubicBezTo>
                    <a:pt x="5696" y="0"/>
                    <a:pt x="4669" y="257"/>
                    <a:pt x="3734" y="771"/>
                  </a:cubicBezTo>
                  <a:cubicBezTo>
                    <a:pt x="1479" y="2049"/>
                    <a:pt x="0" y="4605"/>
                    <a:pt x="501" y="7212"/>
                  </a:cubicBezTo>
                  <a:cubicBezTo>
                    <a:pt x="977" y="9768"/>
                    <a:pt x="3058" y="11949"/>
                    <a:pt x="5614" y="12425"/>
                  </a:cubicBezTo>
                  <a:cubicBezTo>
                    <a:pt x="5940" y="12475"/>
                    <a:pt x="6241" y="12500"/>
                    <a:pt x="6566" y="12500"/>
                  </a:cubicBezTo>
                  <a:cubicBezTo>
                    <a:pt x="9098" y="12475"/>
                    <a:pt x="11604" y="10771"/>
                    <a:pt x="12531" y="8415"/>
                  </a:cubicBezTo>
                  <a:cubicBezTo>
                    <a:pt x="13434" y="6034"/>
                    <a:pt x="12582" y="3302"/>
                    <a:pt x="10752" y="1598"/>
                  </a:cubicBezTo>
                  <a:cubicBezTo>
                    <a:pt x="9628" y="533"/>
                    <a:pt x="8181" y="0"/>
                    <a:pt x="671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1" name="Google Shape;3421;p38"/>
            <p:cNvSpPr/>
            <p:nvPr/>
          </p:nvSpPr>
          <p:spPr>
            <a:xfrm>
              <a:off x="2971900" y="3512782"/>
              <a:ext cx="247964" cy="237768"/>
            </a:xfrm>
            <a:custGeom>
              <a:rect b="b" l="l" r="r" t="t"/>
              <a:pathLst>
                <a:path extrusionOk="0" h="13339" w="13911">
                  <a:moveTo>
                    <a:pt x="6766" y="430"/>
                  </a:moveTo>
                  <a:cubicBezTo>
                    <a:pt x="8232" y="430"/>
                    <a:pt x="9679" y="963"/>
                    <a:pt x="10803" y="2028"/>
                  </a:cubicBezTo>
                  <a:cubicBezTo>
                    <a:pt x="12633" y="3732"/>
                    <a:pt x="13485" y="6464"/>
                    <a:pt x="12582" y="8845"/>
                  </a:cubicBezTo>
                  <a:cubicBezTo>
                    <a:pt x="11655" y="11201"/>
                    <a:pt x="9149" y="12905"/>
                    <a:pt x="6617" y="12930"/>
                  </a:cubicBezTo>
                  <a:cubicBezTo>
                    <a:pt x="6292" y="12930"/>
                    <a:pt x="5991" y="12905"/>
                    <a:pt x="5665" y="12855"/>
                  </a:cubicBezTo>
                  <a:cubicBezTo>
                    <a:pt x="3109" y="12379"/>
                    <a:pt x="1028" y="10198"/>
                    <a:pt x="552" y="7642"/>
                  </a:cubicBezTo>
                  <a:cubicBezTo>
                    <a:pt x="51" y="5035"/>
                    <a:pt x="1530" y="2479"/>
                    <a:pt x="3785" y="1201"/>
                  </a:cubicBezTo>
                  <a:cubicBezTo>
                    <a:pt x="4720" y="687"/>
                    <a:pt x="5747" y="430"/>
                    <a:pt x="6766" y="430"/>
                  </a:cubicBezTo>
                  <a:close/>
                  <a:moveTo>
                    <a:pt x="6753" y="1"/>
                  </a:moveTo>
                  <a:cubicBezTo>
                    <a:pt x="6020" y="1"/>
                    <a:pt x="5280" y="129"/>
                    <a:pt x="4562" y="399"/>
                  </a:cubicBezTo>
                  <a:cubicBezTo>
                    <a:pt x="1981" y="1376"/>
                    <a:pt x="1" y="3857"/>
                    <a:pt x="26" y="6664"/>
                  </a:cubicBezTo>
                  <a:cubicBezTo>
                    <a:pt x="76" y="9421"/>
                    <a:pt x="1956" y="12028"/>
                    <a:pt x="4537" y="12980"/>
                  </a:cubicBezTo>
                  <a:cubicBezTo>
                    <a:pt x="4888" y="13105"/>
                    <a:pt x="5214" y="13181"/>
                    <a:pt x="5565" y="13256"/>
                  </a:cubicBezTo>
                  <a:cubicBezTo>
                    <a:pt x="5900" y="13312"/>
                    <a:pt x="6237" y="13339"/>
                    <a:pt x="6574" y="13339"/>
                  </a:cubicBezTo>
                  <a:cubicBezTo>
                    <a:pt x="8951" y="13339"/>
                    <a:pt x="11278" y="11986"/>
                    <a:pt x="12507" y="9922"/>
                  </a:cubicBezTo>
                  <a:cubicBezTo>
                    <a:pt x="13911" y="7566"/>
                    <a:pt x="13485" y="4584"/>
                    <a:pt x="11805" y="2454"/>
                  </a:cubicBezTo>
                  <a:cubicBezTo>
                    <a:pt x="10552" y="892"/>
                    <a:pt x="8680" y="1"/>
                    <a:pt x="67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2" name="Google Shape;3422;p38"/>
            <p:cNvSpPr/>
            <p:nvPr/>
          </p:nvSpPr>
          <p:spPr>
            <a:xfrm>
              <a:off x="2670684" y="3397201"/>
              <a:ext cx="128055" cy="195148"/>
            </a:xfrm>
            <a:custGeom>
              <a:rect b="b" l="l" r="r" t="t"/>
              <a:pathLst>
                <a:path extrusionOk="0" h="10948" w="7184">
                  <a:moveTo>
                    <a:pt x="6918" y="0"/>
                  </a:moveTo>
                  <a:cubicBezTo>
                    <a:pt x="6854" y="0"/>
                    <a:pt x="6789" y="34"/>
                    <a:pt x="6748" y="116"/>
                  </a:cubicBezTo>
                  <a:cubicBezTo>
                    <a:pt x="5370" y="2998"/>
                    <a:pt x="3716" y="5780"/>
                    <a:pt x="1836" y="8386"/>
                  </a:cubicBezTo>
                  <a:cubicBezTo>
                    <a:pt x="1285" y="9138"/>
                    <a:pt x="708" y="9865"/>
                    <a:pt x="132" y="10592"/>
                  </a:cubicBezTo>
                  <a:cubicBezTo>
                    <a:pt x="1" y="10742"/>
                    <a:pt x="136" y="10948"/>
                    <a:pt x="286" y="10948"/>
                  </a:cubicBezTo>
                  <a:cubicBezTo>
                    <a:pt x="336" y="10948"/>
                    <a:pt x="388" y="10924"/>
                    <a:pt x="433" y="10868"/>
                  </a:cubicBezTo>
                  <a:cubicBezTo>
                    <a:pt x="2463" y="8361"/>
                    <a:pt x="4292" y="5654"/>
                    <a:pt x="5846" y="2797"/>
                  </a:cubicBezTo>
                  <a:cubicBezTo>
                    <a:pt x="6297" y="1995"/>
                    <a:pt x="6698" y="1143"/>
                    <a:pt x="7099" y="316"/>
                  </a:cubicBezTo>
                  <a:cubicBezTo>
                    <a:pt x="7184" y="147"/>
                    <a:pt x="7051" y="0"/>
                    <a:pt x="69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3" name="Google Shape;3423;p38"/>
            <p:cNvSpPr/>
            <p:nvPr/>
          </p:nvSpPr>
          <p:spPr>
            <a:xfrm>
              <a:off x="2691273" y="3368020"/>
              <a:ext cx="217732" cy="356001"/>
            </a:xfrm>
            <a:custGeom>
              <a:rect b="b" l="l" r="r" t="t"/>
              <a:pathLst>
                <a:path extrusionOk="0" h="19972" w="12215">
                  <a:moveTo>
                    <a:pt x="11922" y="0"/>
                  </a:moveTo>
                  <a:cubicBezTo>
                    <a:pt x="11859" y="0"/>
                    <a:pt x="11797" y="29"/>
                    <a:pt x="11759" y="98"/>
                  </a:cubicBezTo>
                  <a:cubicBezTo>
                    <a:pt x="8776" y="5211"/>
                    <a:pt x="5769" y="10299"/>
                    <a:pt x="2711" y="15362"/>
                  </a:cubicBezTo>
                  <a:cubicBezTo>
                    <a:pt x="1834" y="16790"/>
                    <a:pt x="982" y="18219"/>
                    <a:pt x="105" y="19672"/>
                  </a:cubicBezTo>
                  <a:cubicBezTo>
                    <a:pt x="1" y="19828"/>
                    <a:pt x="136" y="19972"/>
                    <a:pt x="279" y="19972"/>
                  </a:cubicBezTo>
                  <a:cubicBezTo>
                    <a:pt x="343" y="19972"/>
                    <a:pt x="409" y="19943"/>
                    <a:pt x="456" y="19873"/>
                  </a:cubicBezTo>
                  <a:cubicBezTo>
                    <a:pt x="3538" y="14835"/>
                    <a:pt x="6571" y="9773"/>
                    <a:pt x="9578" y="4685"/>
                  </a:cubicBezTo>
                  <a:cubicBezTo>
                    <a:pt x="10431" y="3231"/>
                    <a:pt x="11283" y="1778"/>
                    <a:pt x="12110" y="324"/>
                  </a:cubicBezTo>
                  <a:cubicBezTo>
                    <a:pt x="12214" y="150"/>
                    <a:pt x="12065" y="0"/>
                    <a:pt x="1192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4" name="Google Shape;3424;p38"/>
            <p:cNvSpPr/>
            <p:nvPr/>
          </p:nvSpPr>
          <p:spPr>
            <a:xfrm>
              <a:off x="2795570" y="3455562"/>
              <a:ext cx="127271" cy="222296"/>
            </a:xfrm>
            <a:custGeom>
              <a:rect b="b" l="l" r="r" t="t"/>
              <a:pathLst>
                <a:path extrusionOk="0" h="12471" w="7140">
                  <a:moveTo>
                    <a:pt x="6850" y="1"/>
                  </a:moveTo>
                  <a:cubicBezTo>
                    <a:pt x="6787" y="1"/>
                    <a:pt x="6724" y="30"/>
                    <a:pt x="6685" y="100"/>
                  </a:cubicBezTo>
                  <a:cubicBezTo>
                    <a:pt x="4755" y="3107"/>
                    <a:pt x="2976" y="6215"/>
                    <a:pt x="1397" y="9398"/>
                  </a:cubicBezTo>
                  <a:cubicBezTo>
                    <a:pt x="945" y="10325"/>
                    <a:pt x="494" y="11228"/>
                    <a:pt x="68" y="12155"/>
                  </a:cubicBezTo>
                  <a:cubicBezTo>
                    <a:pt x="1" y="12324"/>
                    <a:pt x="139" y="12471"/>
                    <a:pt x="266" y="12471"/>
                  </a:cubicBezTo>
                  <a:cubicBezTo>
                    <a:pt x="328" y="12471"/>
                    <a:pt x="387" y="12437"/>
                    <a:pt x="419" y="12355"/>
                  </a:cubicBezTo>
                  <a:cubicBezTo>
                    <a:pt x="1923" y="9122"/>
                    <a:pt x="3602" y="5964"/>
                    <a:pt x="5432" y="2882"/>
                  </a:cubicBezTo>
                  <a:cubicBezTo>
                    <a:pt x="5958" y="2030"/>
                    <a:pt x="6484" y="1152"/>
                    <a:pt x="7036" y="300"/>
                  </a:cubicBezTo>
                  <a:cubicBezTo>
                    <a:pt x="7140" y="145"/>
                    <a:pt x="6993" y="1"/>
                    <a:pt x="68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5" name="Google Shape;3425;p38"/>
            <p:cNvSpPr/>
            <p:nvPr/>
          </p:nvSpPr>
          <p:spPr>
            <a:xfrm>
              <a:off x="2881899" y="3525028"/>
              <a:ext cx="53154" cy="119267"/>
            </a:xfrm>
            <a:custGeom>
              <a:rect b="b" l="l" r="r" t="t"/>
              <a:pathLst>
                <a:path extrusionOk="0" h="6691" w="2982">
                  <a:moveTo>
                    <a:pt x="2720" y="1"/>
                  </a:moveTo>
                  <a:cubicBezTo>
                    <a:pt x="2639" y="1"/>
                    <a:pt x="2557" y="42"/>
                    <a:pt x="2519" y="138"/>
                  </a:cubicBezTo>
                  <a:cubicBezTo>
                    <a:pt x="1666" y="2218"/>
                    <a:pt x="839" y="4323"/>
                    <a:pt x="62" y="6428"/>
                  </a:cubicBezTo>
                  <a:cubicBezTo>
                    <a:pt x="0" y="6583"/>
                    <a:pt x="130" y="6690"/>
                    <a:pt x="262" y="6690"/>
                  </a:cubicBezTo>
                  <a:cubicBezTo>
                    <a:pt x="343" y="6690"/>
                    <a:pt x="425" y="6649"/>
                    <a:pt x="463" y="6554"/>
                  </a:cubicBezTo>
                  <a:cubicBezTo>
                    <a:pt x="1240" y="4423"/>
                    <a:pt x="2067" y="2343"/>
                    <a:pt x="2920" y="263"/>
                  </a:cubicBezTo>
                  <a:cubicBezTo>
                    <a:pt x="2982" y="108"/>
                    <a:pt x="2852" y="1"/>
                    <a:pt x="27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6" name="Google Shape;3426;p38"/>
            <p:cNvSpPr/>
            <p:nvPr/>
          </p:nvSpPr>
          <p:spPr>
            <a:xfrm>
              <a:off x="3213098" y="3401211"/>
              <a:ext cx="257268" cy="476052"/>
            </a:xfrm>
            <a:custGeom>
              <a:rect b="b" l="l" r="r" t="t"/>
              <a:pathLst>
                <a:path extrusionOk="0" h="26707" w="14433">
                  <a:moveTo>
                    <a:pt x="14159" y="1"/>
                  </a:moveTo>
                  <a:cubicBezTo>
                    <a:pt x="14094" y="1"/>
                    <a:pt x="14030" y="35"/>
                    <a:pt x="13989" y="116"/>
                  </a:cubicBezTo>
                  <a:cubicBezTo>
                    <a:pt x="12335" y="3575"/>
                    <a:pt x="10605" y="7033"/>
                    <a:pt x="8826" y="10467"/>
                  </a:cubicBezTo>
                  <a:cubicBezTo>
                    <a:pt x="7046" y="13926"/>
                    <a:pt x="5217" y="17334"/>
                    <a:pt x="3312" y="20718"/>
                  </a:cubicBezTo>
                  <a:cubicBezTo>
                    <a:pt x="2259" y="22623"/>
                    <a:pt x="1182" y="24502"/>
                    <a:pt x="104" y="26407"/>
                  </a:cubicBezTo>
                  <a:cubicBezTo>
                    <a:pt x="0" y="26563"/>
                    <a:pt x="147" y="26706"/>
                    <a:pt x="289" y="26706"/>
                  </a:cubicBezTo>
                  <a:cubicBezTo>
                    <a:pt x="353" y="26706"/>
                    <a:pt x="416" y="26677"/>
                    <a:pt x="455" y="26608"/>
                  </a:cubicBezTo>
                  <a:cubicBezTo>
                    <a:pt x="2385" y="23274"/>
                    <a:pt x="4264" y="19891"/>
                    <a:pt x="6119" y="16507"/>
                  </a:cubicBezTo>
                  <a:cubicBezTo>
                    <a:pt x="7949" y="13074"/>
                    <a:pt x="9753" y="9640"/>
                    <a:pt x="11483" y="6181"/>
                  </a:cubicBezTo>
                  <a:cubicBezTo>
                    <a:pt x="12460" y="4226"/>
                    <a:pt x="13412" y="2272"/>
                    <a:pt x="14365" y="317"/>
                  </a:cubicBezTo>
                  <a:cubicBezTo>
                    <a:pt x="14432" y="147"/>
                    <a:pt x="14294" y="1"/>
                    <a:pt x="141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7" name="Google Shape;3427;p38"/>
            <p:cNvSpPr/>
            <p:nvPr/>
          </p:nvSpPr>
          <p:spPr>
            <a:xfrm>
              <a:off x="3321976" y="3570626"/>
              <a:ext cx="138589" cy="262170"/>
            </a:xfrm>
            <a:custGeom>
              <a:rect b="b" l="l" r="r" t="t"/>
              <a:pathLst>
                <a:path extrusionOk="0" h="14708" w="7775">
                  <a:moveTo>
                    <a:pt x="7492" y="1"/>
                  </a:moveTo>
                  <a:cubicBezTo>
                    <a:pt x="7430" y="1"/>
                    <a:pt x="7369" y="33"/>
                    <a:pt x="7329" y="111"/>
                  </a:cubicBezTo>
                  <a:cubicBezTo>
                    <a:pt x="5575" y="3870"/>
                    <a:pt x="3720" y="7605"/>
                    <a:pt x="1766" y="11264"/>
                  </a:cubicBezTo>
                  <a:cubicBezTo>
                    <a:pt x="1214" y="12317"/>
                    <a:pt x="663" y="13344"/>
                    <a:pt x="86" y="14397"/>
                  </a:cubicBezTo>
                  <a:cubicBezTo>
                    <a:pt x="0" y="14552"/>
                    <a:pt x="151" y="14707"/>
                    <a:pt x="295" y="14707"/>
                  </a:cubicBezTo>
                  <a:cubicBezTo>
                    <a:pt x="360" y="14707"/>
                    <a:pt x="423" y="14675"/>
                    <a:pt x="462" y="14597"/>
                  </a:cubicBezTo>
                  <a:cubicBezTo>
                    <a:pt x="2442" y="10963"/>
                    <a:pt x="4347" y="7254"/>
                    <a:pt x="6177" y="3519"/>
                  </a:cubicBezTo>
                  <a:cubicBezTo>
                    <a:pt x="6678" y="2467"/>
                    <a:pt x="7204" y="1389"/>
                    <a:pt x="7705" y="311"/>
                  </a:cubicBezTo>
                  <a:cubicBezTo>
                    <a:pt x="7774" y="156"/>
                    <a:pt x="7630" y="1"/>
                    <a:pt x="749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8" name="Google Shape;3428;p38"/>
            <p:cNvSpPr/>
            <p:nvPr/>
          </p:nvSpPr>
          <p:spPr>
            <a:xfrm>
              <a:off x="3386434" y="3613978"/>
              <a:ext cx="123278" cy="217483"/>
            </a:xfrm>
            <a:custGeom>
              <a:rect b="b" l="l" r="r" t="t"/>
              <a:pathLst>
                <a:path extrusionOk="0" h="12201" w="6916">
                  <a:moveTo>
                    <a:pt x="6633" y="0"/>
                  </a:moveTo>
                  <a:cubicBezTo>
                    <a:pt x="6570" y="0"/>
                    <a:pt x="6509" y="32"/>
                    <a:pt x="6470" y="110"/>
                  </a:cubicBezTo>
                  <a:cubicBezTo>
                    <a:pt x="4891" y="3193"/>
                    <a:pt x="3262" y="6275"/>
                    <a:pt x="1558" y="9308"/>
                  </a:cubicBezTo>
                  <a:cubicBezTo>
                    <a:pt x="1082" y="10160"/>
                    <a:pt x="581" y="11037"/>
                    <a:pt x="104" y="11890"/>
                  </a:cubicBezTo>
                  <a:cubicBezTo>
                    <a:pt x="1" y="12045"/>
                    <a:pt x="147" y="12200"/>
                    <a:pt x="289" y="12200"/>
                  </a:cubicBezTo>
                  <a:cubicBezTo>
                    <a:pt x="353" y="12200"/>
                    <a:pt x="416" y="12168"/>
                    <a:pt x="455" y="12090"/>
                  </a:cubicBezTo>
                  <a:cubicBezTo>
                    <a:pt x="2185" y="9083"/>
                    <a:pt x="3864" y="6025"/>
                    <a:pt x="5468" y="2942"/>
                  </a:cubicBezTo>
                  <a:cubicBezTo>
                    <a:pt x="5944" y="2065"/>
                    <a:pt x="6395" y="1188"/>
                    <a:pt x="6846" y="311"/>
                  </a:cubicBezTo>
                  <a:cubicBezTo>
                    <a:pt x="6915" y="155"/>
                    <a:pt x="6771" y="0"/>
                    <a:pt x="66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9" name="Google Shape;3429;p38"/>
            <p:cNvSpPr/>
            <p:nvPr/>
          </p:nvSpPr>
          <p:spPr>
            <a:xfrm>
              <a:off x="3461943" y="3707064"/>
              <a:ext cx="54331" cy="92030"/>
            </a:xfrm>
            <a:custGeom>
              <a:rect b="b" l="l" r="r" t="t"/>
              <a:pathLst>
                <a:path extrusionOk="0" h="5163" w="3048">
                  <a:moveTo>
                    <a:pt x="2779" y="0"/>
                  </a:moveTo>
                  <a:cubicBezTo>
                    <a:pt x="2696" y="0"/>
                    <a:pt x="2614" y="39"/>
                    <a:pt x="2585" y="126"/>
                  </a:cubicBezTo>
                  <a:cubicBezTo>
                    <a:pt x="1909" y="1780"/>
                    <a:pt x="1081" y="3359"/>
                    <a:pt x="104" y="4863"/>
                  </a:cubicBezTo>
                  <a:cubicBezTo>
                    <a:pt x="0" y="5019"/>
                    <a:pt x="147" y="5162"/>
                    <a:pt x="298" y="5162"/>
                  </a:cubicBezTo>
                  <a:cubicBezTo>
                    <a:pt x="365" y="5162"/>
                    <a:pt x="433" y="5133"/>
                    <a:pt x="480" y="5064"/>
                  </a:cubicBezTo>
                  <a:cubicBezTo>
                    <a:pt x="1457" y="3560"/>
                    <a:pt x="2284" y="1931"/>
                    <a:pt x="2986" y="251"/>
                  </a:cubicBezTo>
                  <a:cubicBezTo>
                    <a:pt x="3048" y="98"/>
                    <a:pt x="2911" y="0"/>
                    <a:pt x="277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0" name="Google Shape;3430;p38"/>
            <p:cNvSpPr/>
            <p:nvPr/>
          </p:nvSpPr>
          <p:spPr>
            <a:xfrm>
              <a:off x="3541516" y="3174861"/>
              <a:ext cx="8966" cy="75418"/>
            </a:xfrm>
            <a:custGeom>
              <a:rect b="b" l="l" r="r" t="t"/>
              <a:pathLst>
                <a:path extrusionOk="0" h="4231" w="503">
                  <a:moveTo>
                    <a:pt x="239" y="1"/>
                  </a:moveTo>
                  <a:cubicBezTo>
                    <a:pt x="133" y="1"/>
                    <a:pt x="26" y="70"/>
                    <a:pt x="26" y="208"/>
                  </a:cubicBezTo>
                  <a:cubicBezTo>
                    <a:pt x="1" y="1486"/>
                    <a:pt x="26" y="2764"/>
                    <a:pt x="76" y="4042"/>
                  </a:cubicBezTo>
                  <a:cubicBezTo>
                    <a:pt x="89" y="4167"/>
                    <a:pt x="195" y="4230"/>
                    <a:pt x="299" y="4230"/>
                  </a:cubicBezTo>
                  <a:cubicBezTo>
                    <a:pt x="402" y="4230"/>
                    <a:pt x="502" y="4167"/>
                    <a:pt x="502" y="4042"/>
                  </a:cubicBezTo>
                  <a:cubicBezTo>
                    <a:pt x="427" y="2764"/>
                    <a:pt x="402" y="1486"/>
                    <a:pt x="452" y="208"/>
                  </a:cubicBezTo>
                  <a:cubicBezTo>
                    <a:pt x="452" y="70"/>
                    <a:pt x="346" y="1"/>
                    <a:pt x="23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1" name="Google Shape;3431;p38"/>
            <p:cNvSpPr/>
            <p:nvPr/>
          </p:nvSpPr>
          <p:spPr>
            <a:xfrm>
              <a:off x="3547327" y="3272813"/>
              <a:ext cx="9857" cy="7611"/>
            </a:xfrm>
            <a:custGeom>
              <a:rect b="b" l="l" r="r" t="t"/>
              <a:pathLst>
                <a:path extrusionOk="0" h="427" w="553">
                  <a:moveTo>
                    <a:pt x="226" y="1"/>
                  </a:moveTo>
                  <a:cubicBezTo>
                    <a:pt x="176" y="1"/>
                    <a:pt x="151" y="1"/>
                    <a:pt x="126" y="26"/>
                  </a:cubicBezTo>
                  <a:cubicBezTo>
                    <a:pt x="101" y="26"/>
                    <a:pt x="76" y="51"/>
                    <a:pt x="76" y="51"/>
                  </a:cubicBezTo>
                  <a:cubicBezTo>
                    <a:pt x="51" y="76"/>
                    <a:pt x="26" y="101"/>
                    <a:pt x="26" y="126"/>
                  </a:cubicBezTo>
                  <a:cubicBezTo>
                    <a:pt x="1" y="151"/>
                    <a:pt x="1" y="176"/>
                    <a:pt x="1" y="201"/>
                  </a:cubicBezTo>
                  <a:cubicBezTo>
                    <a:pt x="1" y="226"/>
                    <a:pt x="1" y="251"/>
                    <a:pt x="1" y="251"/>
                  </a:cubicBezTo>
                  <a:cubicBezTo>
                    <a:pt x="26" y="302"/>
                    <a:pt x="51" y="327"/>
                    <a:pt x="76" y="352"/>
                  </a:cubicBezTo>
                  <a:cubicBezTo>
                    <a:pt x="76" y="377"/>
                    <a:pt x="101" y="377"/>
                    <a:pt x="101" y="377"/>
                  </a:cubicBezTo>
                  <a:cubicBezTo>
                    <a:pt x="151" y="402"/>
                    <a:pt x="176" y="427"/>
                    <a:pt x="226" y="427"/>
                  </a:cubicBezTo>
                  <a:lnTo>
                    <a:pt x="327" y="427"/>
                  </a:lnTo>
                  <a:cubicBezTo>
                    <a:pt x="377" y="427"/>
                    <a:pt x="402" y="402"/>
                    <a:pt x="427" y="402"/>
                  </a:cubicBezTo>
                  <a:cubicBezTo>
                    <a:pt x="452" y="402"/>
                    <a:pt x="477" y="377"/>
                    <a:pt x="477" y="352"/>
                  </a:cubicBezTo>
                  <a:cubicBezTo>
                    <a:pt x="502" y="327"/>
                    <a:pt x="527" y="302"/>
                    <a:pt x="527" y="276"/>
                  </a:cubicBezTo>
                  <a:cubicBezTo>
                    <a:pt x="552" y="251"/>
                    <a:pt x="552" y="226"/>
                    <a:pt x="552" y="201"/>
                  </a:cubicBezTo>
                  <a:cubicBezTo>
                    <a:pt x="552" y="176"/>
                    <a:pt x="552" y="176"/>
                    <a:pt x="527" y="151"/>
                  </a:cubicBezTo>
                  <a:cubicBezTo>
                    <a:pt x="527" y="126"/>
                    <a:pt x="502" y="76"/>
                    <a:pt x="477" y="51"/>
                  </a:cubicBezTo>
                  <a:cubicBezTo>
                    <a:pt x="477" y="51"/>
                    <a:pt x="452" y="26"/>
                    <a:pt x="452" y="26"/>
                  </a:cubicBezTo>
                  <a:cubicBezTo>
                    <a:pt x="402" y="1"/>
                    <a:pt x="377" y="1"/>
                    <a:pt x="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2" name="Google Shape;3432;p38"/>
            <p:cNvSpPr/>
            <p:nvPr/>
          </p:nvSpPr>
          <p:spPr>
            <a:xfrm>
              <a:off x="2794073" y="3994164"/>
              <a:ext cx="226164" cy="73617"/>
            </a:xfrm>
            <a:custGeom>
              <a:rect b="b" l="l" r="r" t="t"/>
              <a:pathLst>
                <a:path extrusionOk="0" h="4130" w="12688">
                  <a:moveTo>
                    <a:pt x="12418" y="1"/>
                  </a:moveTo>
                  <a:cubicBezTo>
                    <a:pt x="12399" y="1"/>
                    <a:pt x="12379" y="4"/>
                    <a:pt x="12358" y="10"/>
                  </a:cubicBezTo>
                  <a:lnTo>
                    <a:pt x="253" y="3694"/>
                  </a:lnTo>
                  <a:cubicBezTo>
                    <a:pt x="0" y="3786"/>
                    <a:pt x="84" y="4130"/>
                    <a:pt x="292" y="4130"/>
                  </a:cubicBezTo>
                  <a:cubicBezTo>
                    <a:pt x="311" y="4130"/>
                    <a:pt x="332" y="4127"/>
                    <a:pt x="353" y="4121"/>
                  </a:cubicBezTo>
                  <a:lnTo>
                    <a:pt x="12458" y="411"/>
                  </a:lnTo>
                  <a:cubicBezTo>
                    <a:pt x="12687" y="342"/>
                    <a:pt x="12623" y="1"/>
                    <a:pt x="124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3" name="Google Shape;3433;p38"/>
            <p:cNvSpPr/>
            <p:nvPr/>
          </p:nvSpPr>
          <p:spPr>
            <a:xfrm>
              <a:off x="3041153" y="3991205"/>
              <a:ext cx="9839" cy="7611"/>
            </a:xfrm>
            <a:custGeom>
              <a:rect b="b" l="l" r="r" t="t"/>
              <a:pathLst>
                <a:path extrusionOk="0" h="427" w="552">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4" name="Google Shape;3434;p38"/>
            <p:cNvSpPr/>
            <p:nvPr/>
          </p:nvSpPr>
          <p:spPr>
            <a:xfrm>
              <a:off x="2933932" y="3981294"/>
              <a:ext cx="40231" cy="18698"/>
            </a:xfrm>
            <a:custGeom>
              <a:rect b="b" l="l" r="r" t="t"/>
              <a:pathLst>
                <a:path extrusionOk="0" h="1049" w="2257">
                  <a:moveTo>
                    <a:pt x="2021" y="1"/>
                  </a:moveTo>
                  <a:cubicBezTo>
                    <a:pt x="2007" y="1"/>
                    <a:pt x="1994" y="2"/>
                    <a:pt x="1981" y="5"/>
                  </a:cubicBezTo>
                  <a:cubicBezTo>
                    <a:pt x="1379" y="231"/>
                    <a:pt x="778" y="431"/>
                    <a:pt x="176" y="632"/>
                  </a:cubicBezTo>
                  <a:cubicBezTo>
                    <a:pt x="76" y="682"/>
                    <a:pt x="1" y="782"/>
                    <a:pt x="51" y="908"/>
                  </a:cubicBezTo>
                  <a:cubicBezTo>
                    <a:pt x="70" y="986"/>
                    <a:pt x="136" y="1049"/>
                    <a:pt x="223" y="1049"/>
                  </a:cubicBezTo>
                  <a:cubicBezTo>
                    <a:pt x="248" y="1049"/>
                    <a:pt x="274" y="1044"/>
                    <a:pt x="301" y="1033"/>
                  </a:cubicBezTo>
                  <a:cubicBezTo>
                    <a:pt x="903" y="832"/>
                    <a:pt x="1479" y="632"/>
                    <a:pt x="2081" y="406"/>
                  </a:cubicBezTo>
                  <a:cubicBezTo>
                    <a:pt x="2181" y="381"/>
                    <a:pt x="2256" y="281"/>
                    <a:pt x="2231" y="156"/>
                  </a:cubicBezTo>
                  <a:cubicBezTo>
                    <a:pt x="2209" y="69"/>
                    <a:pt x="2112" y="1"/>
                    <a:pt x="202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5" name="Google Shape;3435;p38"/>
            <p:cNvSpPr/>
            <p:nvPr/>
          </p:nvSpPr>
          <p:spPr>
            <a:xfrm>
              <a:off x="2613161" y="3993522"/>
              <a:ext cx="15650" cy="25062"/>
            </a:xfrm>
            <a:custGeom>
              <a:rect b="b" l="l" r="r" t="t"/>
              <a:pathLst>
                <a:path extrusionOk="0" h="1406" w="878">
                  <a:moveTo>
                    <a:pt x="653" y="1"/>
                  </a:moveTo>
                  <a:cubicBezTo>
                    <a:pt x="573" y="1"/>
                    <a:pt x="506" y="42"/>
                    <a:pt x="452" y="96"/>
                  </a:cubicBezTo>
                  <a:cubicBezTo>
                    <a:pt x="226" y="422"/>
                    <a:pt x="76" y="773"/>
                    <a:pt x="0" y="1149"/>
                  </a:cubicBezTo>
                  <a:cubicBezTo>
                    <a:pt x="0" y="1249"/>
                    <a:pt x="51" y="1375"/>
                    <a:pt x="151" y="1400"/>
                  </a:cubicBezTo>
                  <a:cubicBezTo>
                    <a:pt x="168" y="1404"/>
                    <a:pt x="186" y="1406"/>
                    <a:pt x="204" y="1406"/>
                  </a:cubicBezTo>
                  <a:cubicBezTo>
                    <a:pt x="297" y="1406"/>
                    <a:pt x="401" y="1354"/>
                    <a:pt x="401" y="1249"/>
                  </a:cubicBezTo>
                  <a:cubicBezTo>
                    <a:pt x="427" y="1174"/>
                    <a:pt x="452" y="1074"/>
                    <a:pt x="477" y="999"/>
                  </a:cubicBezTo>
                  <a:cubicBezTo>
                    <a:pt x="477" y="948"/>
                    <a:pt x="502" y="923"/>
                    <a:pt x="527" y="873"/>
                  </a:cubicBezTo>
                  <a:cubicBezTo>
                    <a:pt x="527" y="848"/>
                    <a:pt x="527" y="823"/>
                    <a:pt x="527" y="798"/>
                  </a:cubicBezTo>
                  <a:cubicBezTo>
                    <a:pt x="552" y="798"/>
                    <a:pt x="552" y="773"/>
                    <a:pt x="552" y="773"/>
                  </a:cubicBezTo>
                  <a:cubicBezTo>
                    <a:pt x="627" y="623"/>
                    <a:pt x="702" y="447"/>
                    <a:pt x="828" y="322"/>
                  </a:cubicBezTo>
                  <a:cubicBezTo>
                    <a:pt x="878" y="222"/>
                    <a:pt x="828" y="71"/>
                    <a:pt x="752" y="21"/>
                  </a:cubicBezTo>
                  <a:cubicBezTo>
                    <a:pt x="717" y="7"/>
                    <a:pt x="684" y="1"/>
                    <a:pt x="65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6" name="Google Shape;3436;p38"/>
            <p:cNvSpPr/>
            <p:nvPr/>
          </p:nvSpPr>
          <p:spPr>
            <a:xfrm>
              <a:off x="2630577" y="3991544"/>
              <a:ext cx="12531" cy="23814"/>
            </a:xfrm>
            <a:custGeom>
              <a:rect b="b" l="l" r="r" t="t"/>
              <a:pathLst>
                <a:path extrusionOk="0" h="1336" w="703">
                  <a:moveTo>
                    <a:pt x="476" y="1"/>
                  </a:moveTo>
                  <a:cubicBezTo>
                    <a:pt x="388" y="1"/>
                    <a:pt x="298" y="53"/>
                    <a:pt x="277" y="157"/>
                  </a:cubicBezTo>
                  <a:cubicBezTo>
                    <a:pt x="226" y="458"/>
                    <a:pt x="126" y="784"/>
                    <a:pt x="1" y="1059"/>
                  </a:cubicBezTo>
                  <a:cubicBezTo>
                    <a:pt x="1" y="1110"/>
                    <a:pt x="1" y="1185"/>
                    <a:pt x="26" y="1235"/>
                  </a:cubicBezTo>
                  <a:cubicBezTo>
                    <a:pt x="51" y="1260"/>
                    <a:pt x="101" y="1310"/>
                    <a:pt x="151" y="1335"/>
                  </a:cubicBezTo>
                  <a:cubicBezTo>
                    <a:pt x="201" y="1335"/>
                    <a:pt x="277" y="1335"/>
                    <a:pt x="327" y="1310"/>
                  </a:cubicBezTo>
                  <a:cubicBezTo>
                    <a:pt x="377" y="1260"/>
                    <a:pt x="402" y="1235"/>
                    <a:pt x="402" y="1185"/>
                  </a:cubicBezTo>
                  <a:cubicBezTo>
                    <a:pt x="527" y="884"/>
                    <a:pt x="627" y="583"/>
                    <a:pt x="678" y="257"/>
                  </a:cubicBezTo>
                  <a:cubicBezTo>
                    <a:pt x="703" y="157"/>
                    <a:pt x="653" y="32"/>
                    <a:pt x="527" y="7"/>
                  </a:cubicBezTo>
                  <a:cubicBezTo>
                    <a:pt x="511" y="3"/>
                    <a:pt x="493" y="1"/>
                    <a:pt x="4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7" name="Google Shape;3437;p38"/>
            <p:cNvSpPr/>
            <p:nvPr/>
          </p:nvSpPr>
          <p:spPr>
            <a:xfrm>
              <a:off x="3197964" y="3313474"/>
              <a:ext cx="16096" cy="28164"/>
            </a:xfrm>
            <a:custGeom>
              <a:rect b="b" l="l" r="r" t="t"/>
              <a:pathLst>
                <a:path extrusionOk="0" h="1580" w="903">
                  <a:moveTo>
                    <a:pt x="677" y="1"/>
                  </a:moveTo>
                  <a:cubicBezTo>
                    <a:pt x="552" y="1"/>
                    <a:pt x="477" y="101"/>
                    <a:pt x="477" y="201"/>
                  </a:cubicBezTo>
                  <a:cubicBezTo>
                    <a:pt x="477" y="197"/>
                    <a:pt x="477" y="196"/>
                    <a:pt x="477" y="196"/>
                  </a:cubicBezTo>
                  <a:cubicBezTo>
                    <a:pt x="476" y="196"/>
                    <a:pt x="473" y="251"/>
                    <a:pt x="452" y="251"/>
                  </a:cubicBezTo>
                  <a:cubicBezTo>
                    <a:pt x="452" y="276"/>
                    <a:pt x="452" y="301"/>
                    <a:pt x="452" y="326"/>
                  </a:cubicBezTo>
                  <a:cubicBezTo>
                    <a:pt x="452" y="376"/>
                    <a:pt x="427" y="427"/>
                    <a:pt x="427" y="477"/>
                  </a:cubicBezTo>
                  <a:cubicBezTo>
                    <a:pt x="402" y="577"/>
                    <a:pt x="352" y="677"/>
                    <a:pt x="326" y="777"/>
                  </a:cubicBezTo>
                  <a:cubicBezTo>
                    <a:pt x="326" y="777"/>
                    <a:pt x="301" y="803"/>
                    <a:pt x="301" y="828"/>
                  </a:cubicBezTo>
                  <a:cubicBezTo>
                    <a:pt x="301" y="853"/>
                    <a:pt x="276" y="853"/>
                    <a:pt x="276" y="878"/>
                  </a:cubicBezTo>
                  <a:cubicBezTo>
                    <a:pt x="251" y="903"/>
                    <a:pt x="226" y="953"/>
                    <a:pt x="201" y="1003"/>
                  </a:cubicBezTo>
                  <a:cubicBezTo>
                    <a:pt x="176" y="1103"/>
                    <a:pt x="101" y="1178"/>
                    <a:pt x="51" y="1279"/>
                  </a:cubicBezTo>
                  <a:cubicBezTo>
                    <a:pt x="1" y="1354"/>
                    <a:pt x="26" y="1504"/>
                    <a:pt x="126" y="1554"/>
                  </a:cubicBezTo>
                  <a:cubicBezTo>
                    <a:pt x="159" y="1571"/>
                    <a:pt x="196" y="1579"/>
                    <a:pt x="232" y="1579"/>
                  </a:cubicBezTo>
                  <a:cubicBezTo>
                    <a:pt x="304" y="1579"/>
                    <a:pt x="377" y="1546"/>
                    <a:pt x="427" y="1479"/>
                  </a:cubicBezTo>
                  <a:cubicBezTo>
                    <a:pt x="677" y="1103"/>
                    <a:pt x="828" y="677"/>
                    <a:pt x="878" y="201"/>
                  </a:cubicBezTo>
                  <a:cubicBezTo>
                    <a:pt x="903" y="101"/>
                    <a:pt x="778" y="1"/>
                    <a:pt x="67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8" name="Google Shape;3438;p38"/>
            <p:cNvSpPr/>
            <p:nvPr/>
          </p:nvSpPr>
          <p:spPr>
            <a:xfrm>
              <a:off x="3213597" y="3323224"/>
              <a:ext cx="12531" cy="20766"/>
            </a:xfrm>
            <a:custGeom>
              <a:rect b="b" l="l" r="r" t="t"/>
              <a:pathLst>
                <a:path extrusionOk="0" h="1165" w="703">
                  <a:moveTo>
                    <a:pt x="487" y="0"/>
                  </a:moveTo>
                  <a:cubicBezTo>
                    <a:pt x="396" y="0"/>
                    <a:pt x="298" y="68"/>
                    <a:pt x="277" y="155"/>
                  </a:cubicBezTo>
                  <a:cubicBezTo>
                    <a:pt x="201" y="406"/>
                    <a:pt x="101" y="657"/>
                    <a:pt x="26" y="907"/>
                  </a:cubicBezTo>
                  <a:cubicBezTo>
                    <a:pt x="1" y="1007"/>
                    <a:pt x="76" y="1133"/>
                    <a:pt x="176" y="1158"/>
                  </a:cubicBezTo>
                  <a:cubicBezTo>
                    <a:pt x="193" y="1162"/>
                    <a:pt x="210" y="1164"/>
                    <a:pt x="228" y="1164"/>
                  </a:cubicBezTo>
                  <a:cubicBezTo>
                    <a:pt x="316" y="1164"/>
                    <a:pt x="406" y="1112"/>
                    <a:pt x="427" y="1007"/>
                  </a:cubicBezTo>
                  <a:cubicBezTo>
                    <a:pt x="502" y="757"/>
                    <a:pt x="602" y="531"/>
                    <a:pt x="678" y="281"/>
                  </a:cubicBezTo>
                  <a:cubicBezTo>
                    <a:pt x="703" y="180"/>
                    <a:pt x="627" y="30"/>
                    <a:pt x="527" y="5"/>
                  </a:cubicBezTo>
                  <a:cubicBezTo>
                    <a:pt x="514" y="2"/>
                    <a:pt x="500" y="0"/>
                    <a:pt x="48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9" name="Google Shape;3439;p38"/>
            <p:cNvSpPr/>
            <p:nvPr/>
          </p:nvSpPr>
          <p:spPr>
            <a:xfrm>
              <a:off x="3440552" y="3275059"/>
              <a:ext cx="9857" cy="7362"/>
            </a:xfrm>
            <a:custGeom>
              <a:rect b="b" l="l" r="r" t="t"/>
              <a:pathLst>
                <a:path extrusionOk="0" h="413" w="553">
                  <a:moveTo>
                    <a:pt x="226" y="0"/>
                  </a:moveTo>
                  <a:cubicBezTo>
                    <a:pt x="176" y="0"/>
                    <a:pt x="151" y="0"/>
                    <a:pt x="126" y="25"/>
                  </a:cubicBezTo>
                  <a:cubicBezTo>
                    <a:pt x="101" y="25"/>
                    <a:pt x="76" y="25"/>
                    <a:pt x="76" y="50"/>
                  </a:cubicBezTo>
                  <a:cubicBezTo>
                    <a:pt x="51" y="75"/>
                    <a:pt x="26" y="100"/>
                    <a:pt x="26" y="125"/>
                  </a:cubicBezTo>
                  <a:cubicBezTo>
                    <a:pt x="1" y="150"/>
                    <a:pt x="1" y="176"/>
                    <a:pt x="1" y="201"/>
                  </a:cubicBezTo>
                  <a:cubicBezTo>
                    <a:pt x="1" y="226"/>
                    <a:pt x="1" y="251"/>
                    <a:pt x="26" y="251"/>
                  </a:cubicBezTo>
                  <a:cubicBezTo>
                    <a:pt x="26" y="301"/>
                    <a:pt x="51" y="326"/>
                    <a:pt x="76" y="351"/>
                  </a:cubicBezTo>
                  <a:cubicBezTo>
                    <a:pt x="76" y="351"/>
                    <a:pt x="101" y="376"/>
                    <a:pt x="101" y="376"/>
                  </a:cubicBezTo>
                  <a:cubicBezTo>
                    <a:pt x="151" y="401"/>
                    <a:pt x="176" y="401"/>
                    <a:pt x="226" y="401"/>
                  </a:cubicBezTo>
                  <a:lnTo>
                    <a:pt x="327" y="401"/>
                  </a:lnTo>
                  <a:cubicBezTo>
                    <a:pt x="343" y="409"/>
                    <a:pt x="357" y="412"/>
                    <a:pt x="369" y="412"/>
                  </a:cubicBezTo>
                  <a:cubicBezTo>
                    <a:pt x="393" y="412"/>
                    <a:pt x="410" y="401"/>
                    <a:pt x="427" y="401"/>
                  </a:cubicBezTo>
                  <a:cubicBezTo>
                    <a:pt x="452" y="376"/>
                    <a:pt x="477" y="376"/>
                    <a:pt x="477" y="351"/>
                  </a:cubicBezTo>
                  <a:cubicBezTo>
                    <a:pt x="502" y="326"/>
                    <a:pt x="527" y="301"/>
                    <a:pt x="527" y="276"/>
                  </a:cubicBezTo>
                  <a:cubicBezTo>
                    <a:pt x="552" y="251"/>
                    <a:pt x="552" y="226"/>
                    <a:pt x="552" y="201"/>
                  </a:cubicBezTo>
                  <a:cubicBezTo>
                    <a:pt x="552" y="176"/>
                    <a:pt x="552" y="176"/>
                    <a:pt x="552" y="150"/>
                  </a:cubicBezTo>
                  <a:cubicBezTo>
                    <a:pt x="527" y="125"/>
                    <a:pt x="502" y="75"/>
                    <a:pt x="477" y="50"/>
                  </a:cubicBezTo>
                  <a:cubicBezTo>
                    <a:pt x="477" y="50"/>
                    <a:pt x="452" y="25"/>
                    <a:pt x="452" y="25"/>
                  </a:cubicBezTo>
                  <a:cubicBezTo>
                    <a:pt x="402" y="0"/>
                    <a:pt x="377" y="0"/>
                    <a:pt x="32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0" name="Google Shape;3440;p38"/>
            <p:cNvSpPr/>
            <p:nvPr/>
          </p:nvSpPr>
          <p:spPr>
            <a:xfrm>
              <a:off x="2174439" y="3380035"/>
              <a:ext cx="389583" cy="783605"/>
            </a:xfrm>
            <a:custGeom>
              <a:rect b="b" l="l" r="r" t="t"/>
              <a:pathLst>
                <a:path extrusionOk="0" h="43961" w="21856">
                  <a:moveTo>
                    <a:pt x="20325" y="2325"/>
                  </a:moveTo>
                  <a:cubicBezTo>
                    <a:pt x="20343" y="2325"/>
                    <a:pt x="20360" y="2328"/>
                    <a:pt x="20377" y="2332"/>
                  </a:cubicBezTo>
                  <a:cubicBezTo>
                    <a:pt x="20502" y="2357"/>
                    <a:pt x="20552" y="2482"/>
                    <a:pt x="20527" y="2582"/>
                  </a:cubicBezTo>
                  <a:cubicBezTo>
                    <a:pt x="20427" y="2933"/>
                    <a:pt x="20302" y="3284"/>
                    <a:pt x="20201" y="3635"/>
                  </a:cubicBezTo>
                  <a:cubicBezTo>
                    <a:pt x="20180" y="3722"/>
                    <a:pt x="20082" y="3790"/>
                    <a:pt x="19991" y="3790"/>
                  </a:cubicBezTo>
                  <a:cubicBezTo>
                    <a:pt x="19978" y="3790"/>
                    <a:pt x="19964" y="3789"/>
                    <a:pt x="19951" y="3785"/>
                  </a:cubicBezTo>
                  <a:cubicBezTo>
                    <a:pt x="19851" y="3760"/>
                    <a:pt x="19775" y="3635"/>
                    <a:pt x="19800" y="3510"/>
                  </a:cubicBezTo>
                  <a:cubicBezTo>
                    <a:pt x="19901" y="3159"/>
                    <a:pt x="20026" y="2833"/>
                    <a:pt x="20126" y="2482"/>
                  </a:cubicBezTo>
                  <a:cubicBezTo>
                    <a:pt x="20147" y="2378"/>
                    <a:pt x="20238" y="2325"/>
                    <a:pt x="20325" y="2325"/>
                  </a:cubicBezTo>
                  <a:close/>
                  <a:moveTo>
                    <a:pt x="21129" y="2632"/>
                  </a:moveTo>
                  <a:cubicBezTo>
                    <a:pt x="21229" y="2632"/>
                    <a:pt x="21329" y="2733"/>
                    <a:pt x="21329" y="2833"/>
                  </a:cubicBezTo>
                  <a:cubicBezTo>
                    <a:pt x="21304" y="3159"/>
                    <a:pt x="21229" y="3460"/>
                    <a:pt x="21054" y="3735"/>
                  </a:cubicBezTo>
                  <a:cubicBezTo>
                    <a:pt x="21003" y="3802"/>
                    <a:pt x="20931" y="3835"/>
                    <a:pt x="20859" y="3835"/>
                  </a:cubicBezTo>
                  <a:cubicBezTo>
                    <a:pt x="20822" y="3835"/>
                    <a:pt x="20786" y="3827"/>
                    <a:pt x="20753" y="3810"/>
                  </a:cubicBezTo>
                  <a:cubicBezTo>
                    <a:pt x="20653" y="3760"/>
                    <a:pt x="20627" y="3610"/>
                    <a:pt x="20678" y="3535"/>
                  </a:cubicBezTo>
                  <a:cubicBezTo>
                    <a:pt x="20728" y="3460"/>
                    <a:pt x="20753" y="3409"/>
                    <a:pt x="20778" y="3334"/>
                  </a:cubicBezTo>
                  <a:cubicBezTo>
                    <a:pt x="20803" y="3334"/>
                    <a:pt x="20803" y="3309"/>
                    <a:pt x="20803" y="3284"/>
                  </a:cubicBezTo>
                  <a:cubicBezTo>
                    <a:pt x="20828" y="3259"/>
                    <a:pt x="20828" y="3234"/>
                    <a:pt x="20853" y="3209"/>
                  </a:cubicBezTo>
                  <a:cubicBezTo>
                    <a:pt x="20878" y="3134"/>
                    <a:pt x="20878" y="3059"/>
                    <a:pt x="20903" y="3008"/>
                  </a:cubicBezTo>
                  <a:cubicBezTo>
                    <a:pt x="20903" y="2983"/>
                    <a:pt x="20903" y="2958"/>
                    <a:pt x="20903" y="2958"/>
                  </a:cubicBezTo>
                  <a:cubicBezTo>
                    <a:pt x="20903" y="2933"/>
                    <a:pt x="20903" y="2933"/>
                    <a:pt x="20903" y="2933"/>
                  </a:cubicBezTo>
                  <a:cubicBezTo>
                    <a:pt x="20903" y="2908"/>
                    <a:pt x="20903" y="2883"/>
                    <a:pt x="20903" y="2833"/>
                  </a:cubicBezTo>
                  <a:cubicBezTo>
                    <a:pt x="20928" y="2708"/>
                    <a:pt x="21003" y="2632"/>
                    <a:pt x="21129" y="2632"/>
                  </a:cubicBezTo>
                  <a:close/>
                  <a:moveTo>
                    <a:pt x="20599" y="7438"/>
                  </a:moveTo>
                  <a:cubicBezTo>
                    <a:pt x="20703" y="7438"/>
                    <a:pt x="20803" y="7507"/>
                    <a:pt x="20803" y="7645"/>
                  </a:cubicBezTo>
                  <a:cubicBezTo>
                    <a:pt x="20753" y="10477"/>
                    <a:pt x="20753" y="13334"/>
                    <a:pt x="20778" y="16166"/>
                  </a:cubicBezTo>
                  <a:cubicBezTo>
                    <a:pt x="20778" y="16304"/>
                    <a:pt x="20671" y="16373"/>
                    <a:pt x="20565" y="16373"/>
                  </a:cubicBezTo>
                  <a:cubicBezTo>
                    <a:pt x="20458" y="16373"/>
                    <a:pt x="20352" y="16304"/>
                    <a:pt x="20352" y="16166"/>
                  </a:cubicBezTo>
                  <a:cubicBezTo>
                    <a:pt x="20327" y="13334"/>
                    <a:pt x="20327" y="10477"/>
                    <a:pt x="20377" y="7645"/>
                  </a:cubicBezTo>
                  <a:cubicBezTo>
                    <a:pt x="20389" y="7507"/>
                    <a:pt x="20496" y="7438"/>
                    <a:pt x="20599" y="7438"/>
                  </a:cubicBezTo>
                  <a:close/>
                  <a:moveTo>
                    <a:pt x="20552" y="17620"/>
                  </a:moveTo>
                  <a:cubicBezTo>
                    <a:pt x="20828" y="17620"/>
                    <a:pt x="20828" y="18046"/>
                    <a:pt x="20552" y="18046"/>
                  </a:cubicBezTo>
                  <a:cubicBezTo>
                    <a:pt x="20302" y="18046"/>
                    <a:pt x="20302" y="17620"/>
                    <a:pt x="20552" y="17620"/>
                  </a:cubicBezTo>
                  <a:close/>
                  <a:moveTo>
                    <a:pt x="1970" y="29664"/>
                  </a:moveTo>
                  <a:cubicBezTo>
                    <a:pt x="2005" y="29664"/>
                    <a:pt x="2043" y="29675"/>
                    <a:pt x="2081" y="29700"/>
                  </a:cubicBezTo>
                  <a:cubicBezTo>
                    <a:pt x="4838" y="31780"/>
                    <a:pt x="7720" y="33685"/>
                    <a:pt x="10728" y="35364"/>
                  </a:cubicBezTo>
                  <a:cubicBezTo>
                    <a:pt x="10917" y="35469"/>
                    <a:pt x="10807" y="35750"/>
                    <a:pt x="10633" y="35750"/>
                  </a:cubicBezTo>
                  <a:cubicBezTo>
                    <a:pt x="10600" y="35750"/>
                    <a:pt x="10564" y="35740"/>
                    <a:pt x="10527" y="35715"/>
                  </a:cubicBezTo>
                  <a:cubicBezTo>
                    <a:pt x="7520" y="34036"/>
                    <a:pt x="4612" y="32156"/>
                    <a:pt x="1855" y="30051"/>
                  </a:cubicBezTo>
                  <a:cubicBezTo>
                    <a:pt x="1689" y="29926"/>
                    <a:pt x="1799" y="29664"/>
                    <a:pt x="1970" y="29664"/>
                  </a:cubicBezTo>
                  <a:close/>
                  <a:moveTo>
                    <a:pt x="11229" y="36342"/>
                  </a:moveTo>
                  <a:cubicBezTo>
                    <a:pt x="11505" y="36342"/>
                    <a:pt x="11505" y="36743"/>
                    <a:pt x="11229" y="36743"/>
                  </a:cubicBezTo>
                  <a:cubicBezTo>
                    <a:pt x="10978" y="36743"/>
                    <a:pt x="10978" y="36342"/>
                    <a:pt x="11229" y="36342"/>
                  </a:cubicBezTo>
                  <a:close/>
                  <a:moveTo>
                    <a:pt x="19023" y="1"/>
                  </a:moveTo>
                  <a:cubicBezTo>
                    <a:pt x="19023" y="26"/>
                    <a:pt x="19023" y="76"/>
                    <a:pt x="19023" y="101"/>
                  </a:cubicBezTo>
                  <a:lnTo>
                    <a:pt x="19023" y="1129"/>
                  </a:lnTo>
                  <a:lnTo>
                    <a:pt x="19023" y="4387"/>
                  </a:lnTo>
                  <a:lnTo>
                    <a:pt x="19023" y="14262"/>
                  </a:lnTo>
                  <a:lnTo>
                    <a:pt x="19023" y="25740"/>
                  </a:lnTo>
                  <a:lnTo>
                    <a:pt x="19023" y="35189"/>
                  </a:lnTo>
                  <a:lnTo>
                    <a:pt x="19023" y="39149"/>
                  </a:lnTo>
                  <a:cubicBezTo>
                    <a:pt x="19023" y="39262"/>
                    <a:pt x="18925" y="39360"/>
                    <a:pt x="18812" y="39360"/>
                  </a:cubicBezTo>
                  <a:cubicBezTo>
                    <a:pt x="18774" y="39360"/>
                    <a:pt x="18735" y="39349"/>
                    <a:pt x="18698" y="39324"/>
                  </a:cubicBezTo>
                  <a:cubicBezTo>
                    <a:pt x="17921" y="38798"/>
                    <a:pt x="17144" y="38297"/>
                    <a:pt x="16367" y="37771"/>
                  </a:cubicBezTo>
                  <a:cubicBezTo>
                    <a:pt x="12958" y="35515"/>
                    <a:pt x="9550" y="33259"/>
                    <a:pt x="6141" y="31004"/>
                  </a:cubicBezTo>
                  <a:cubicBezTo>
                    <a:pt x="4086" y="29650"/>
                    <a:pt x="2056" y="28297"/>
                    <a:pt x="1" y="26943"/>
                  </a:cubicBezTo>
                  <a:lnTo>
                    <a:pt x="1" y="30653"/>
                  </a:lnTo>
                  <a:cubicBezTo>
                    <a:pt x="878" y="31204"/>
                    <a:pt x="1780" y="31730"/>
                    <a:pt x="2657" y="32282"/>
                  </a:cubicBezTo>
                  <a:cubicBezTo>
                    <a:pt x="6642" y="34713"/>
                    <a:pt x="10653" y="37144"/>
                    <a:pt x="14637" y="39575"/>
                  </a:cubicBezTo>
                  <a:cubicBezTo>
                    <a:pt x="17044" y="41054"/>
                    <a:pt x="19450" y="42507"/>
                    <a:pt x="21831" y="43961"/>
                  </a:cubicBezTo>
                  <a:cubicBezTo>
                    <a:pt x="21856" y="43886"/>
                    <a:pt x="21856" y="43786"/>
                    <a:pt x="21856" y="43710"/>
                  </a:cubicBezTo>
                  <a:lnTo>
                    <a:pt x="21856" y="42633"/>
                  </a:lnTo>
                  <a:lnTo>
                    <a:pt x="21856" y="42608"/>
                  </a:lnTo>
                  <a:lnTo>
                    <a:pt x="21856" y="39124"/>
                  </a:lnTo>
                  <a:lnTo>
                    <a:pt x="21856" y="34262"/>
                  </a:lnTo>
                  <a:lnTo>
                    <a:pt x="21856" y="28522"/>
                  </a:lnTo>
                  <a:lnTo>
                    <a:pt x="21856" y="22357"/>
                  </a:lnTo>
                  <a:lnTo>
                    <a:pt x="21856" y="16242"/>
                  </a:lnTo>
                  <a:lnTo>
                    <a:pt x="21856" y="16217"/>
                  </a:lnTo>
                  <a:lnTo>
                    <a:pt x="21856" y="10678"/>
                  </a:lnTo>
                  <a:lnTo>
                    <a:pt x="21856" y="6116"/>
                  </a:lnTo>
                  <a:lnTo>
                    <a:pt x="21856" y="6091"/>
                  </a:lnTo>
                  <a:lnTo>
                    <a:pt x="21856" y="3008"/>
                  </a:lnTo>
                  <a:lnTo>
                    <a:pt x="21856" y="1956"/>
                  </a:lnTo>
                  <a:cubicBezTo>
                    <a:pt x="20853" y="1379"/>
                    <a:pt x="19926" y="703"/>
                    <a:pt x="19023" y="1"/>
                  </a:cubicBezTo>
                  <a:close/>
                </a:path>
              </a:pathLst>
            </a:custGeom>
            <a:solidFill>
              <a:srgbClr val="B6E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1" name="Google Shape;3441;p38"/>
            <p:cNvSpPr/>
            <p:nvPr/>
          </p:nvSpPr>
          <p:spPr>
            <a:xfrm>
              <a:off x="2516654" y="3090546"/>
              <a:ext cx="1046755" cy="318533"/>
            </a:xfrm>
            <a:custGeom>
              <a:rect b="b" l="l" r="r" t="t"/>
              <a:pathLst>
                <a:path extrusionOk="0" h="17870" w="58724">
                  <a:moveTo>
                    <a:pt x="54192" y="961"/>
                  </a:moveTo>
                  <a:cubicBezTo>
                    <a:pt x="54216" y="961"/>
                    <a:pt x="54241" y="967"/>
                    <a:pt x="54262" y="978"/>
                  </a:cubicBezTo>
                  <a:cubicBezTo>
                    <a:pt x="54312" y="978"/>
                    <a:pt x="54362" y="1028"/>
                    <a:pt x="54387" y="1078"/>
                  </a:cubicBezTo>
                  <a:cubicBezTo>
                    <a:pt x="54412" y="1103"/>
                    <a:pt x="54412" y="1178"/>
                    <a:pt x="54412" y="1228"/>
                  </a:cubicBezTo>
                  <a:lnTo>
                    <a:pt x="54287" y="1730"/>
                  </a:lnTo>
                  <a:cubicBezTo>
                    <a:pt x="54287" y="1780"/>
                    <a:pt x="54237" y="1830"/>
                    <a:pt x="54187" y="1855"/>
                  </a:cubicBezTo>
                  <a:cubicBezTo>
                    <a:pt x="54137" y="1880"/>
                    <a:pt x="54086" y="1880"/>
                    <a:pt x="54036" y="1880"/>
                  </a:cubicBezTo>
                  <a:cubicBezTo>
                    <a:pt x="53986" y="1855"/>
                    <a:pt x="53936" y="1805"/>
                    <a:pt x="53911" y="1780"/>
                  </a:cubicBezTo>
                  <a:cubicBezTo>
                    <a:pt x="53886" y="1730"/>
                    <a:pt x="53886" y="1654"/>
                    <a:pt x="53886" y="1604"/>
                  </a:cubicBezTo>
                  <a:cubicBezTo>
                    <a:pt x="53936" y="1454"/>
                    <a:pt x="53961" y="1278"/>
                    <a:pt x="54011" y="1128"/>
                  </a:cubicBezTo>
                  <a:cubicBezTo>
                    <a:pt x="54011" y="1053"/>
                    <a:pt x="54061" y="1028"/>
                    <a:pt x="54111" y="1003"/>
                  </a:cubicBezTo>
                  <a:cubicBezTo>
                    <a:pt x="54126" y="973"/>
                    <a:pt x="54158" y="961"/>
                    <a:pt x="54192" y="961"/>
                  </a:cubicBezTo>
                  <a:close/>
                  <a:moveTo>
                    <a:pt x="53211" y="1097"/>
                  </a:moveTo>
                  <a:cubicBezTo>
                    <a:pt x="53253" y="1097"/>
                    <a:pt x="53296" y="1109"/>
                    <a:pt x="53335" y="1128"/>
                  </a:cubicBezTo>
                  <a:cubicBezTo>
                    <a:pt x="53435" y="1178"/>
                    <a:pt x="53460" y="1303"/>
                    <a:pt x="53410" y="1404"/>
                  </a:cubicBezTo>
                  <a:cubicBezTo>
                    <a:pt x="53385" y="1454"/>
                    <a:pt x="53360" y="1479"/>
                    <a:pt x="53335" y="1529"/>
                  </a:cubicBezTo>
                  <a:cubicBezTo>
                    <a:pt x="53284" y="1654"/>
                    <a:pt x="53259" y="1755"/>
                    <a:pt x="53234" y="1880"/>
                  </a:cubicBezTo>
                  <a:cubicBezTo>
                    <a:pt x="53234" y="1905"/>
                    <a:pt x="53234" y="1955"/>
                    <a:pt x="53234" y="1980"/>
                  </a:cubicBezTo>
                  <a:cubicBezTo>
                    <a:pt x="53234" y="2080"/>
                    <a:pt x="53134" y="2181"/>
                    <a:pt x="53034" y="2181"/>
                  </a:cubicBezTo>
                  <a:cubicBezTo>
                    <a:pt x="52908" y="2181"/>
                    <a:pt x="52808" y="2080"/>
                    <a:pt x="52808" y="1980"/>
                  </a:cubicBezTo>
                  <a:cubicBezTo>
                    <a:pt x="52833" y="1704"/>
                    <a:pt x="52908" y="1429"/>
                    <a:pt x="53034" y="1203"/>
                  </a:cubicBezTo>
                  <a:cubicBezTo>
                    <a:pt x="53080" y="1126"/>
                    <a:pt x="53145" y="1097"/>
                    <a:pt x="53211" y="1097"/>
                  </a:cubicBezTo>
                  <a:close/>
                  <a:moveTo>
                    <a:pt x="47361" y="3750"/>
                  </a:moveTo>
                  <a:cubicBezTo>
                    <a:pt x="47585" y="3750"/>
                    <a:pt x="47649" y="4092"/>
                    <a:pt x="47420" y="4161"/>
                  </a:cubicBezTo>
                  <a:cubicBezTo>
                    <a:pt x="46342" y="4411"/>
                    <a:pt x="45289" y="4712"/>
                    <a:pt x="44262" y="5088"/>
                  </a:cubicBezTo>
                  <a:cubicBezTo>
                    <a:pt x="44241" y="5094"/>
                    <a:pt x="44220" y="5097"/>
                    <a:pt x="44201" y="5097"/>
                  </a:cubicBezTo>
                  <a:cubicBezTo>
                    <a:pt x="43993" y="5097"/>
                    <a:pt x="43909" y="4754"/>
                    <a:pt x="44162" y="4662"/>
                  </a:cubicBezTo>
                  <a:cubicBezTo>
                    <a:pt x="45189" y="4311"/>
                    <a:pt x="46242" y="4010"/>
                    <a:pt x="47294" y="3760"/>
                  </a:cubicBezTo>
                  <a:cubicBezTo>
                    <a:pt x="47318" y="3753"/>
                    <a:pt x="47340" y="3750"/>
                    <a:pt x="47361" y="3750"/>
                  </a:cubicBezTo>
                  <a:close/>
                  <a:moveTo>
                    <a:pt x="34212" y="6892"/>
                  </a:moveTo>
                  <a:cubicBezTo>
                    <a:pt x="34262" y="6892"/>
                    <a:pt x="34337" y="6892"/>
                    <a:pt x="34362" y="6918"/>
                  </a:cubicBezTo>
                  <a:cubicBezTo>
                    <a:pt x="34412" y="6943"/>
                    <a:pt x="34462" y="6993"/>
                    <a:pt x="34462" y="7043"/>
                  </a:cubicBezTo>
                  <a:cubicBezTo>
                    <a:pt x="34487" y="7068"/>
                    <a:pt x="34487" y="7093"/>
                    <a:pt x="34462" y="7118"/>
                  </a:cubicBezTo>
                  <a:cubicBezTo>
                    <a:pt x="34462" y="7143"/>
                    <a:pt x="34462" y="7168"/>
                    <a:pt x="34437" y="7193"/>
                  </a:cubicBezTo>
                  <a:cubicBezTo>
                    <a:pt x="34412" y="7243"/>
                    <a:pt x="34412" y="7268"/>
                    <a:pt x="34387" y="7319"/>
                  </a:cubicBezTo>
                  <a:cubicBezTo>
                    <a:pt x="34362" y="7344"/>
                    <a:pt x="34362" y="7394"/>
                    <a:pt x="34362" y="7444"/>
                  </a:cubicBezTo>
                  <a:cubicBezTo>
                    <a:pt x="34362" y="7444"/>
                    <a:pt x="34362" y="7469"/>
                    <a:pt x="34337" y="7469"/>
                  </a:cubicBezTo>
                  <a:cubicBezTo>
                    <a:pt x="34337" y="7519"/>
                    <a:pt x="34337" y="7569"/>
                    <a:pt x="34287" y="7619"/>
                  </a:cubicBezTo>
                  <a:cubicBezTo>
                    <a:pt x="34262" y="7669"/>
                    <a:pt x="34187" y="7669"/>
                    <a:pt x="34136" y="7669"/>
                  </a:cubicBezTo>
                  <a:cubicBezTo>
                    <a:pt x="34086" y="7669"/>
                    <a:pt x="34036" y="7644"/>
                    <a:pt x="33986" y="7619"/>
                  </a:cubicBezTo>
                  <a:cubicBezTo>
                    <a:pt x="33961" y="7569"/>
                    <a:pt x="33936" y="7519"/>
                    <a:pt x="33936" y="7469"/>
                  </a:cubicBezTo>
                  <a:cubicBezTo>
                    <a:pt x="33936" y="7394"/>
                    <a:pt x="33936" y="7293"/>
                    <a:pt x="33986" y="7218"/>
                  </a:cubicBezTo>
                  <a:cubicBezTo>
                    <a:pt x="34011" y="7143"/>
                    <a:pt x="34036" y="7068"/>
                    <a:pt x="34086" y="6993"/>
                  </a:cubicBezTo>
                  <a:cubicBezTo>
                    <a:pt x="34111" y="6968"/>
                    <a:pt x="34136" y="6943"/>
                    <a:pt x="34161" y="6918"/>
                  </a:cubicBezTo>
                  <a:cubicBezTo>
                    <a:pt x="34187" y="6918"/>
                    <a:pt x="34187" y="6892"/>
                    <a:pt x="34212" y="6892"/>
                  </a:cubicBezTo>
                  <a:close/>
                  <a:moveTo>
                    <a:pt x="33510" y="6943"/>
                  </a:moveTo>
                  <a:cubicBezTo>
                    <a:pt x="33560" y="6943"/>
                    <a:pt x="33610" y="6968"/>
                    <a:pt x="33660" y="7018"/>
                  </a:cubicBezTo>
                  <a:cubicBezTo>
                    <a:pt x="33685" y="7043"/>
                    <a:pt x="33735" y="7118"/>
                    <a:pt x="33710" y="7168"/>
                  </a:cubicBezTo>
                  <a:lnTo>
                    <a:pt x="33660" y="7644"/>
                  </a:lnTo>
                  <a:cubicBezTo>
                    <a:pt x="33660" y="7694"/>
                    <a:pt x="33660" y="7720"/>
                    <a:pt x="33635" y="7770"/>
                  </a:cubicBezTo>
                  <a:cubicBezTo>
                    <a:pt x="33610" y="7770"/>
                    <a:pt x="33610" y="7795"/>
                    <a:pt x="33610" y="7795"/>
                  </a:cubicBezTo>
                  <a:cubicBezTo>
                    <a:pt x="33560" y="7845"/>
                    <a:pt x="33510" y="7870"/>
                    <a:pt x="33460" y="7870"/>
                  </a:cubicBezTo>
                  <a:cubicBezTo>
                    <a:pt x="33410" y="7870"/>
                    <a:pt x="33334" y="7845"/>
                    <a:pt x="33309" y="7795"/>
                  </a:cubicBezTo>
                  <a:cubicBezTo>
                    <a:pt x="33259" y="7770"/>
                    <a:pt x="33234" y="7694"/>
                    <a:pt x="33234" y="7644"/>
                  </a:cubicBezTo>
                  <a:lnTo>
                    <a:pt x="33309" y="7168"/>
                  </a:lnTo>
                  <a:cubicBezTo>
                    <a:pt x="33309" y="7118"/>
                    <a:pt x="33309" y="7093"/>
                    <a:pt x="33334" y="7043"/>
                  </a:cubicBezTo>
                  <a:cubicBezTo>
                    <a:pt x="33334" y="7043"/>
                    <a:pt x="33359" y="7018"/>
                    <a:pt x="33359" y="7018"/>
                  </a:cubicBezTo>
                  <a:cubicBezTo>
                    <a:pt x="33410" y="6968"/>
                    <a:pt x="33460" y="6943"/>
                    <a:pt x="33510" y="6943"/>
                  </a:cubicBezTo>
                  <a:close/>
                  <a:moveTo>
                    <a:pt x="25490" y="9725"/>
                  </a:moveTo>
                  <a:cubicBezTo>
                    <a:pt x="25540" y="9725"/>
                    <a:pt x="25565" y="9750"/>
                    <a:pt x="25615" y="9750"/>
                  </a:cubicBezTo>
                  <a:cubicBezTo>
                    <a:pt x="25615" y="9775"/>
                    <a:pt x="25640" y="9775"/>
                    <a:pt x="25640" y="9800"/>
                  </a:cubicBezTo>
                  <a:cubicBezTo>
                    <a:pt x="25665" y="9825"/>
                    <a:pt x="25690" y="9850"/>
                    <a:pt x="25690" y="9875"/>
                  </a:cubicBezTo>
                  <a:cubicBezTo>
                    <a:pt x="25715" y="9900"/>
                    <a:pt x="25715" y="9925"/>
                    <a:pt x="25715" y="9950"/>
                  </a:cubicBezTo>
                  <a:cubicBezTo>
                    <a:pt x="25715" y="9975"/>
                    <a:pt x="25715" y="10000"/>
                    <a:pt x="25690" y="10025"/>
                  </a:cubicBezTo>
                  <a:cubicBezTo>
                    <a:pt x="25690" y="10050"/>
                    <a:pt x="25665" y="10075"/>
                    <a:pt x="25640" y="10075"/>
                  </a:cubicBezTo>
                  <a:cubicBezTo>
                    <a:pt x="25640" y="10100"/>
                    <a:pt x="25615" y="10126"/>
                    <a:pt x="25590" y="10126"/>
                  </a:cubicBezTo>
                  <a:cubicBezTo>
                    <a:pt x="25565" y="10151"/>
                    <a:pt x="25540" y="10151"/>
                    <a:pt x="25490" y="10151"/>
                  </a:cubicBezTo>
                  <a:lnTo>
                    <a:pt x="25364" y="10151"/>
                  </a:lnTo>
                  <a:cubicBezTo>
                    <a:pt x="25339" y="10151"/>
                    <a:pt x="25314" y="10126"/>
                    <a:pt x="25264" y="10126"/>
                  </a:cubicBezTo>
                  <a:cubicBezTo>
                    <a:pt x="25264" y="10100"/>
                    <a:pt x="25239" y="10100"/>
                    <a:pt x="25239" y="10075"/>
                  </a:cubicBezTo>
                  <a:cubicBezTo>
                    <a:pt x="25214" y="10050"/>
                    <a:pt x="25189" y="10025"/>
                    <a:pt x="25164" y="10000"/>
                  </a:cubicBezTo>
                  <a:cubicBezTo>
                    <a:pt x="25164" y="9975"/>
                    <a:pt x="25164" y="9950"/>
                    <a:pt x="25164" y="9950"/>
                  </a:cubicBezTo>
                  <a:cubicBezTo>
                    <a:pt x="25164" y="9900"/>
                    <a:pt x="25164" y="9875"/>
                    <a:pt x="25189" y="9850"/>
                  </a:cubicBezTo>
                  <a:cubicBezTo>
                    <a:pt x="25189" y="9825"/>
                    <a:pt x="25214" y="9800"/>
                    <a:pt x="25239" y="9800"/>
                  </a:cubicBezTo>
                  <a:cubicBezTo>
                    <a:pt x="25239" y="9775"/>
                    <a:pt x="25264" y="9750"/>
                    <a:pt x="25289" y="9750"/>
                  </a:cubicBezTo>
                  <a:cubicBezTo>
                    <a:pt x="25314" y="9725"/>
                    <a:pt x="25339" y="9725"/>
                    <a:pt x="25364" y="9725"/>
                  </a:cubicBezTo>
                  <a:close/>
                  <a:moveTo>
                    <a:pt x="23521" y="10392"/>
                  </a:moveTo>
                  <a:cubicBezTo>
                    <a:pt x="23729" y="10392"/>
                    <a:pt x="23814" y="10733"/>
                    <a:pt x="23585" y="10802"/>
                  </a:cubicBezTo>
                  <a:cubicBezTo>
                    <a:pt x="19500" y="12106"/>
                    <a:pt x="15364" y="13334"/>
                    <a:pt x="11229" y="14461"/>
                  </a:cubicBezTo>
                  <a:cubicBezTo>
                    <a:pt x="11208" y="14468"/>
                    <a:pt x="11187" y="14471"/>
                    <a:pt x="11168" y="14471"/>
                  </a:cubicBezTo>
                  <a:cubicBezTo>
                    <a:pt x="10960" y="14471"/>
                    <a:pt x="10877" y="14129"/>
                    <a:pt x="11129" y="14060"/>
                  </a:cubicBezTo>
                  <a:cubicBezTo>
                    <a:pt x="15264" y="12933"/>
                    <a:pt x="19374" y="11705"/>
                    <a:pt x="23460" y="10401"/>
                  </a:cubicBezTo>
                  <a:cubicBezTo>
                    <a:pt x="23481" y="10395"/>
                    <a:pt x="23501" y="10392"/>
                    <a:pt x="23521" y="10392"/>
                  </a:cubicBezTo>
                  <a:close/>
                  <a:moveTo>
                    <a:pt x="55440" y="0"/>
                  </a:moveTo>
                  <a:cubicBezTo>
                    <a:pt x="55314" y="50"/>
                    <a:pt x="54989" y="126"/>
                    <a:pt x="54964" y="126"/>
                  </a:cubicBezTo>
                  <a:lnTo>
                    <a:pt x="51580" y="1103"/>
                  </a:lnTo>
                  <a:cubicBezTo>
                    <a:pt x="49625" y="1654"/>
                    <a:pt x="47670" y="2206"/>
                    <a:pt x="45715" y="2782"/>
                  </a:cubicBezTo>
                  <a:cubicBezTo>
                    <a:pt x="43184" y="3509"/>
                    <a:pt x="40653" y="4211"/>
                    <a:pt x="38121" y="4938"/>
                  </a:cubicBezTo>
                  <a:cubicBezTo>
                    <a:pt x="35264" y="5765"/>
                    <a:pt x="32432" y="6567"/>
                    <a:pt x="29575" y="7394"/>
                  </a:cubicBezTo>
                  <a:cubicBezTo>
                    <a:pt x="26668" y="8221"/>
                    <a:pt x="23760" y="9048"/>
                    <a:pt x="20878" y="9875"/>
                  </a:cubicBezTo>
                  <a:cubicBezTo>
                    <a:pt x="18171" y="10652"/>
                    <a:pt x="15465" y="11429"/>
                    <a:pt x="12758" y="12206"/>
                  </a:cubicBezTo>
                  <a:cubicBezTo>
                    <a:pt x="10502" y="12857"/>
                    <a:pt x="8247" y="13484"/>
                    <a:pt x="5991" y="14136"/>
                  </a:cubicBezTo>
                  <a:cubicBezTo>
                    <a:pt x="4462" y="14562"/>
                    <a:pt x="2908" y="15013"/>
                    <a:pt x="1379" y="15464"/>
                  </a:cubicBezTo>
                  <a:cubicBezTo>
                    <a:pt x="928" y="15589"/>
                    <a:pt x="452" y="15715"/>
                    <a:pt x="1" y="15840"/>
                  </a:cubicBezTo>
                  <a:cubicBezTo>
                    <a:pt x="928" y="16592"/>
                    <a:pt x="1906" y="17268"/>
                    <a:pt x="2933" y="17870"/>
                  </a:cubicBezTo>
                  <a:cubicBezTo>
                    <a:pt x="7018" y="16692"/>
                    <a:pt x="11104" y="15489"/>
                    <a:pt x="15189" y="14286"/>
                  </a:cubicBezTo>
                  <a:cubicBezTo>
                    <a:pt x="22532" y="12156"/>
                    <a:pt x="29876" y="10000"/>
                    <a:pt x="37219" y="7845"/>
                  </a:cubicBezTo>
                  <a:cubicBezTo>
                    <a:pt x="44387" y="5740"/>
                    <a:pt x="51555" y="3634"/>
                    <a:pt x="58723" y="1554"/>
                  </a:cubicBezTo>
                  <a:cubicBezTo>
                    <a:pt x="58523" y="1454"/>
                    <a:pt x="58322" y="1354"/>
                    <a:pt x="58122" y="1253"/>
                  </a:cubicBezTo>
                  <a:lnTo>
                    <a:pt x="56167" y="351"/>
                  </a:lnTo>
                  <a:cubicBezTo>
                    <a:pt x="55941" y="251"/>
                    <a:pt x="55715" y="126"/>
                    <a:pt x="55490" y="25"/>
                  </a:cubicBezTo>
                  <a:cubicBezTo>
                    <a:pt x="55465" y="25"/>
                    <a:pt x="55440" y="0"/>
                    <a:pt x="5544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2" name="Google Shape;3442;p38"/>
            <p:cNvSpPr/>
            <p:nvPr/>
          </p:nvSpPr>
          <p:spPr>
            <a:xfrm>
              <a:off x="2165062" y="3083344"/>
              <a:ext cx="1412631" cy="1091015"/>
            </a:xfrm>
            <a:custGeom>
              <a:rect b="b" l="l" r="r" t="t"/>
              <a:pathLst>
                <a:path extrusionOk="0" h="61207" w="79250">
                  <a:moveTo>
                    <a:pt x="75164" y="404"/>
                  </a:moveTo>
                  <a:cubicBezTo>
                    <a:pt x="75164" y="404"/>
                    <a:pt x="75189" y="429"/>
                    <a:pt x="75214" y="429"/>
                  </a:cubicBezTo>
                  <a:cubicBezTo>
                    <a:pt x="75439" y="530"/>
                    <a:pt x="75665" y="655"/>
                    <a:pt x="75891" y="755"/>
                  </a:cubicBezTo>
                  <a:lnTo>
                    <a:pt x="77846" y="1682"/>
                  </a:lnTo>
                  <a:cubicBezTo>
                    <a:pt x="78046" y="1758"/>
                    <a:pt x="78247" y="1858"/>
                    <a:pt x="78447" y="1958"/>
                  </a:cubicBezTo>
                  <a:cubicBezTo>
                    <a:pt x="71279" y="4038"/>
                    <a:pt x="64111" y="6144"/>
                    <a:pt x="56943" y="8249"/>
                  </a:cubicBezTo>
                  <a:cubicBezTo>
                    <a:pt x="49600" y="10404"/>
                    <a:pt x="42256" y="12560"/>
                    <a:pt x="34913" y="14690"/>
                  </a:cubicBezTo>
                  <a:cubicBezTo>
                    <a:pt x="30828" y="15893"/>
                    <a:pt x="26742" y="17096"/>
                    <a:pt x="22657" y="18299"/>
                  </a:cubicBezTo>
                  <a:lnTo>
                    <a:pt x="22707" y="18299"/>
                  </a:lnTo>
                  <a:cubicBezTo>
                    <a:pt x="22900" y="18427"/>
                    <a:pt x="22764" y="18702"/>
                    <a:pt x="22580" y="18702"/>
                  </a:cubicBezTo>
                  <a:cubicBezTo>
                    <a:pt x="22548" y="18702"/>
                    <a:pt x="22515" y="18693"/>
                    <a:pt x="22482" y="18675"/>
                  </a:cubicBezTo>
                  <a:cubicBezTo>
                    <a:pt x="22457" y="18650"/>
                    <a:pt x="22407" y="18625"/>
                    <a:pt x="22382" y="18600"/>
                  </a:cubicBezTo>
                  <a:lnTo>
                    <a:pt x="22382" y="19652"/>
                  </a:lnTo>
                  <a:lnTo>
                    <a:pt x="22382" y="22735"/>
                  </a:lnTo>
                  <a:lnTo>
                    <a:pt x="22382" y="22760"/>
                  </a:lnTo>
                  <a:lnTo>
                    <a:pt x="22382" y="27322"/>
                  </a:lnTo>
                  <a:lnTo>
                    <a:pt x="22382" y="32886"/>
                  </a:lnTo>
                  <a:lnTo>
                    <a:pt x="22382" y="39001"/>
                  </a:lnTo>
                  <a:lnTo>
                    <a:pt x="22382" y="45166"/>
                  </a:lnTo>
                  <a:lnTo>
                    <a:pt x="22382" y="50906"/>
                  </a:lnTo>
                  <a:lnTo>
                    <a:pt x="22382" y="55768"/>
                  </a:lnTo>
                  <a:lnTo>
                    <a:pt x="22382" y="59252"/>
                  </a:lnTo>
                  <a:lnTo>
                    <a:pt x="22382" y="59277"/>
                  </a:lnTo>
                  <a:lnTo>
                    <a:pt x="22382" y="60354"/>
                  </a:lnTo>
                  <a:cubicBezTo>
                    <a:pt x="22382" y="60430"/>
                    <a:pt x="22382" y="60530"/>
                    <a:pt x="22357" y="60605"/>
                  </a:cubicBezTo>
                  <a:lnTo>
                    <a:pt x="15163" y="56219"/>
                  </a:lnTo>
                  <a:cubicBezTo>
                    <a:pt x="11179" y="53788"/>
                    <a:pt x="7168" y="51357"/>
                    <a:pt x="3183" y="48926"/>
                  </a:cubicBezTo>
                  <a:cubicBezTo>
                    <a:pt x="2306" y="48374"/>
                    <a:pt x="1404" y="47848"/>
                    <a:pt x="527" y="47297"/>
                  </a:cubicBezTo>
                  <a:lnTo>
                    <a:pt x="527" y="43587"/>
                  </a:lnTo>
                  <a:lnTo>
                    <a:pt x="6667" y="47648"/>
                  </a:lnTo>
                  <a:cubicBezTo>
                    <a:pt x="10076" y="49903"/>
                    <a:pt x="13484" y="52159"/>
                    <a:pt x="16893" y="54415"/>
                  </a:cubicBezTo>
                  <a:cubicBezTo>
                    <a:pt x="17670" y="54941"/>
                    <a:pt x="18447" y="55442"/>
                    <a:pt x="19224" y="55968"/>
                  </a:cubicBezTo>
                  <a:cubicBezTo>
                    <a:pt x="19261" y="55993"/>
                    <a:pt x="19300" y="56004"/>
                    <a:pt x="19338" y="56004"/>
                  </a:cubicBezTo>
                  <a:cubicBezTo>
                    <a:pt x="19451" y="56004"/>
                    <a:pt x="19549" y="55906"/>
                    <a:pt x="19549" y="55793"/>
                  </a:cubicBezTo>
                  <a:lnTo>
                    <a:pt x="19549" y="51833"/>
                  </a:lnTo>
                  <a:lnTo>
                    <a:pt x="19549" y="42384"/>
                  </a:lnTo>
                  <a:lnTo>
                    <a:pt x="19549" y="30906"/>
                  </a:lnTo>
                  <a:lnTo>
                    <a:pt x="19549" y="21031"/>
                  </a:lnTo>
                  <a:lnTo>
                    <a:pt x="19549" y="17773"/>
                  </a:lnTo>
                  <a:lnTo>
                    <a:pt x="19549" y="16745"/>
                  </a:lnTo>
                  <a:cubicBezTo>
                    <a:pt x="19549" y="16720"/>
                    <a:pt x="19549" y="16670"/>
                    <a:pt x="19549" y="16645"/>
                  </a:cubicBezTo>
                  <a:cubicBezTo>
                    <a:pt x="19449" y="16545"/>
                    <a:pt x="19324" y="16469"/>
                    <a:pt x="19224" y="16369"/>
                  </a:cubicBezTo>
                  <a:cubicBezTo>
                    <a:pt x="19066" y="16231"/>
                    <a:pt x="19203" y="16015"/>
                    <a:pt x="19379" y="16015"/>
                  </a:cubicBezTo>
                  <a:cubicBezTo>
                    <a:pt x="19426" y="16015"/>
                    <a:pt x="19476" y="16031"/>
                    <a:pt x="19524" y="16068"/>
                  </a:cubicBezTo>
                  <a:cubicBezTo>
                    <a:pt x="19575" y="16144"/>
                    <a:pt x="19650" y="16194"/>
                    <a:pt x="19725" y="16244"/>
                  </a:cubicBezTo>
                  <a:cubicBezTo>
                    <a:pt x="20176" y="16119"/>
                    <a:pt x="20652" y="15993"/>
                    <a:pt x="21103" y="15868"/>
                  </a:cubicBezTo>
                  <a:cubicBezTo>
                    <a:pt x="22632" y="15417"/>
                    <a:pt x="24186" y="14966"/>
                    <a:pt x="25715" y="14540"/>
                  </a:cubicBezTo>
                  <a:cubicBezTo>
                    <a:pt x="27971" y="13888"/>
                    <a:pt x="30226" y="13261"/>
                    <a:pt x="32482" y="12610"/>
                  </a:cubicBezTo>
                  <a:lnTo>
                    <a:pt x="40602" y="10279"/>
                  </a:lnTo>
                  <a:cubicBezTo>
                    <a:pt x="43484" y="9452"/>
                    <a:pt x="46392" y="8625"/>
                    <a:pt x="49299" y="7798"/>
                  </a:cubicBezTo>
                  <a:cubicBezTo>
                    <a:pt x="52156" y="6971"/>
                    <a:pt x="54988" y="6169"/>
                    <a:pt x="57845" y="5342"/>
                  </a:cubicBezTo>
                  <a:cubicBezTo>
                    <a:pt x="60377" y="4615"/>
                    <a:pt x="62908" y="3913"/>
                    <a:pt x="65439" y="3186"/>
                  </a:cubicBezTo>
                  <a:cubicBezTo>
                    <a:pt x="67394" y="2610"/>
                    <a:pt x="69349" y="2058"/>
                    <a:pt x="71304" y="1507"/>
                  </a:cubicBezTo>
                  <a:lnTo>
                    <a:pt x="74688" y="530"/>
                  </a:lnTo>
                  <a:cubicBezTo>
                    <a:pt x="74713" y="530"/>
                    <a:pt x="75038" y="454"/>
                    <a:pt x="75164" y="404"/>
                  </a:cubicBezTo>
                  <a:close/>
                  <a:moveTo>
                    <a:pt x="75140" y="0"/>
                  </a:moveTo>
                  <a:cubicBezTo>
                    <a:pt x="75081" y="0"/>
                    <a:pt x="75022" y="9"/>
                    <a:pt x="74963" y="28"/>
                  </a:cubicBezTo>
                  <a:cubicBezTo>
                    <a:pt x="74111" y="254"/>
                    <a:pt x="73234" y="504"/>
                    <a:pt x="72382" y="755"/>
                  </a:cubicBezTo>
                  <a:cubicBezTo>
                    <a:pt x="71379" y="1056"/>
                    <a:pt x="70377" y="1332"/>
                    <a:pt x="69349" y="1632"/>
                  </a:cubicBezTo>
                  <a:cubicBezTo>
                    <a:pt x="68597" y="1833"/>
                    <a:pt x="67845" y="2058"/>
                    <a:pt x="67094" y="2259"/>
                  </a:cubicBezTo>
                  <a:cubicBezTo>
                    <a:pt x="66617" y="2409"/>
                    <a:pt x="66116" y="2535"/>
                    <a:pt x="65640" y="2685"/>
                  </a:cubicBezTo>
                  <a:cubicBezTo>
                    <a:pt x="63710" y="3236"/>
                    <a:pt x="61780" y="3788"/>
                    <a:pt x="59850" y="4339"/>
                  </a:cubicBezTo>
                  <a:cubicBezTo>
                    <a:pt x="57043" y="5141"/>
                    <a:pt x="54261" y="5943"/>
                    <a:pt x="51454" y="6745"/>
                  </a:cubicBezTo>
                  <a:lnTo>
                    <a:pt x="42707" y="9251"/>
                  </a:lnTo>
                  <a:lnTo>
                    <a:pt x="34337" y="11632"/>
                  </a:lnTo>
                  <a:cubicBezTo>
                    <a:pt x="31930" y="12334"/>
                    <a:pt x="29524" y="13011"/>
                    <a:pt x="27118" y="13687"/>
                  </a:cubicBezTo>
                  <a:lnTo>
                    <a:pt x="21905" y="15191"/>
                  </a:lnTo>
                  <a:cubicBezTo>
                    <a:pt x="21053" y="15442"/>
                    <a:pt x="20226" y="15667"/>
                    <a:pt x="19399" y="15918"/>
                  </a:cubicBezTo>
                  <a:cubicBezTo>
                    <a:pt x="19349" y="15918"/>
                    <a:pt x="19324" y="15943"/>
                    <a:pt x="19274" y="15943"/>
                  </a:cubicBezTo>
                  <a:cubicBezTo>
                    <a:pt x="19199" y="15968"/>
                    <a:pt x="19123" y="16043"/>
                    <a:pt x="19123" y="16144"/>
                  </a:cubicBezTo>
                  <a:lnTo>
                    <a:pt x="19123" y="17021"/>
                  </a:lnTo>
                  <a:lnTo>
                    <a:pt x="19123" y="17873"/>
                  </a:lnTo>
                  <a:lnTo>
                    <a:pt x="19123" y="20104"/>
                  </a:lnTo>
                  <a:lnTo>
                    <a:pt x="19123" y="28850"/>
                  </a:lnTo>
                  <a:lnTo>
                    <a:pt x="19123" y="29552"/>
                  </a:lnTo>
                  <a:lnTo>
                    <a:pt x="19123" y="29678"/>
                  </a:lnTo>
                  <a:lnTo>
                    <a:pt x="19123" y="33136"/>
                  </a:lnTo>
                  <a:lnTo>
                    <a:pt x="19123" y="33562"/>
                  </a:lnTo>
                  <a:lnTo>
                    <a:pt x="19123" y="36595"/>
                  </a:lnTo>
                  <a:lnTo>
                    <a:pt x="19123" y="37021"/>
                  </a:lnTo>
                  <a:lnTo>
                    <a:pt x="19123" y="41031"/>
                  </a:lnTo>
                  <a:lnTo>
                    <a:pt x="19123" y="41106"/>
                  </a:lnTo>
                  <a:lnTo>
                    <a:pt x="19123" y="41532"/>
                  </a:lnTo>
                  <a:lnTo>
                    <a:pt x="19123" y="50204"/>
                  </a:lnTo>
                  <a:lnTo>
                    <a:pt x="19123" y="50680"/>
                  </a:lnTo>
                  <a:lnTo>
                    <a:pt x="19123" y="50906"/>
                  </a:lnTo>
                  <a:lnTo>
                    <a:pt x="19123" y="54164"/>
                  </a:lnTo>
                  <a:lnTo>
                    <a:pt x="19123" y="55191"/>
                  </a:lnTo>
                  <a:cubicBezTo>
                    <a:pt x="19123" y="55242"/>
                    <a:pt x="19123" y="55317"/>
                    <a:pt x="19123" y="55392"/>
                  </a:cubicBezTo>
                  <a:cubicBezTo>
                    <a:pt x="17068" y="54039"/>
                    <a:pt x="15038" y="52685"/>
                    <a:pt x="13008" y="51332"/>
                  </a:cubicBezTo>
                  <a:cubicBezTo>
                    <a:pt x="9600" y="49076"/>
                    <a:pt x="6191" y="46820"/>
                    <a:pt x="2782" y="44565"/>
                  </a:cubicBezTo>
                  <a:cubicBezTo>
                    <a:pt x="2256" y="44214"/>
                    <a:pt x="1755" y="43888"/>
                    <a:pt x="1229" y="43537"/>
                  </a:cubicBezTo>
                  <a:cubicBezTo>
                    <a:pt x="978" y="43362"/>
                    <a:pt x="702" y="43186"/>
                    <a:pt x="427" y="43011"/>
                  </a:cubicBezTo>
                  <a:cubicBezTo>
                    <a:pt x="402" y="42986"/>
                    <a:pt x="376" y="42986"/>
                    <a:pt x="326" y="42986"/>
                  </a:cubicBezTo>
                  <a:cubicBezTo>
                    <a:pt x="226" y="42986"/>
                    <a:pt x="126" y="43086"/>
                    <a:pt x="126" y="43186"/>
                  </a:cubicBezTo>
                  <a:lnTo>
                    <a:pt x="126" y="46520"/>
                  </a:lnTo>
                  <a:cubicBezTo>
                    <a:pt x="126" y="46795"/>
                    <a:pt x="0" y="47397"/>
                    <a:pt x="226" y="47597"/>
                  </a:cubicBezTo>
                  <a:cubicBezTo>
                    <a:pt x="276" y="47648"/>
                    <a:pt x="376" y="47698"/>
                    <a:pt x="427" y="47723"/>
                  </a:cubicBezTo>
                  <a:cubicBezTo>
                    <a:pt x="1830" y="48600"/>
                    <a:pt x="3234" y="49452"/>
                    <a:pt x="4637" y="50304"/>
                  </a:cubicBezTo>
                  <a:cubicBezTo>
                    <a:pt x="7043" y="51758"/>
                    <a:pt x="9449" y="53237"/>
                    <a:pt x="11855" y="54690"/>
                  </a:cubicBezTo>
                  <a:cubicBezTo>
                    <a:pt x="14186" y="56119"/>
                    <a:pt x="16517" y="57522"/>
                    <a:pt x="18848" y="58951"/>
                  </a:cubicBezTo>
                  <a:cubicBezTo>
                    <a:pt x="19650" y="59452"/>
                    <a:pt x="20452" y="59928"/>
                    <a:pt x="21254" y="60430"/>
                  </a:cubicBezTo>
                  <a:cubicBezTo>
                    <a:pt x="21630" y="60655"/>
                    <a:pt x="22031" y="60931"/>
                    <a:pt x="22432" y="61131"/>
                  </a:cubicBezTo>
                  <a:cubicBezTo>
                    <a:pt x="22457" y="61156"/>
                    <a:pt x="22457" y="61156"/>
                    <a:pt x="22482" y="61181"/>
                  </a:cubicBezTo>
                  <a:cubicBezTo>
                    <a:pt x="22507" y="61181"/>
                    <a:pt x="22557" y="61207"/>
                    <a:pt x="22582" y="61207"/>
                  </a:cubicBezTo>
                  <a:lnTo>
                    <a:pt x="22607" y="61207"/>
                  </a:lnTo>
                  <a:cubicBezTo>
                    <a:pt x="22707" y="61181"/>
                    <a:pt x="22808" y="61106"/>
                    <a:pt x="22808" y="60981"/>
                  </a:cubicBezTo>
                  <a:lnTo>
                    <a:pt x="22808" y="60705"/>
                  </a:lnTo>
                  <a:lnTo>
                    <a:pt x="22808" y="59853"/>
                  </a:lnTo>
                  <a:lnTo>
                    <a:pt x="22808" y="56770"/>
                  </a:lnTo>
                  <a:lnTo>
                    <a:pt x="22808" y="52184"/>
                  </a:lnTo>
                  <a:lnTo>
                    <a:pt x="22808" y="46645"/>
                  </a:lnTo>
                  <a:lnTo>
                    <a:pt x="22808" y="40530"/>
                  </a:lnTo>
                  <a:lnTo>
                    <a:pt x="22808" y="34364"/>
                  </a:lnTo>
                  <a:lnTo>
                    <a:pt x="22808" y="34339"/>
                  </a:lnTo>
                  <a:lnTo>
                    <a:pt x="22808" y="28600"/>
                  </a:lnTo>
                  <a:lnTo>
                    <a:pt x="22808" y="23763"/>
                  </a:lnTo>
                  <a:lnTo>
                    <a:pt x="22808" y="23738"/>
                  </a:lnTo>
                  <a:lnTo>
                    <a:pt x="22808" y="20254"/>
                  </a:lnTo>
                  <a:cubicBezTo>
                    <a:pt x="22808" y="19728"/>
                    <a:pt x="22833" y="19201"/>
                    <a:pt x="22808" y="18675"/>
                  </a:cubicBezTo>
                  <a:cubicBezTo>
                    <a:pt x="30101" y="16545"/>
                    <a:pt x="37394" y="14414"/>
                    <a:pt x="44687" y="12284"/>
                  </a:cubicBezTo>
                  <a:cubicBezTo>
                    <a:pt x="52031" y="10129"/>
                    <a:pt x="59374" y="7973"/>
                    <a:pt x="66718" y="5818"/>
                  </a:cubicBezTo>
                  <a:cubicBezTo>
                    <a:pt x="70753" y="4640"/>
                    <a:pt x="74788" y="3462"/>
                    <a:pt x="78823" y="2284"/>
                  </a:cubicBezTo>
                  <a:lnTo>
                    <a:pt x="79074" y="2209"/>
                  </a:lnTo>
                  <a:cubicBezTo>
                    <a:pt x="79199" y="2159"/>
                    <a:pt x="79249" y="2033"/>
                    <a:pt x="79224" y="1933"/>
                  </a:cubicBezTo>
                  <a:cubicBezTo>
                    <a:pt x="79224" y="1933"/>
                    <a:pt x="79224" y="1908"/>
                    <a:pt x="79224" y="1883"/>
                  </a:cubicBezTo>
                  <a:cubicBezTo>
                    <a:pt x="79199" y="1883"/>
                    <a:pt x="79199" y="1883"/>
                    <a:pt x="79174" y="1858"/>
                  </a:cubicBezTo>
                  <a:cubicBezTo>
                    <a:pt x="79174" y="1858"/>
                    <a:pt x="79149" y="1833"/>
                    <a:pt x="79149" y="1833"/>
                  </a:cubicBezTo>
                  <a:cubicBezTo>
                    <a:pt x="79149" y="1833"/>
                    <a:pt x="79149" y="1808"/>
                    <a:pt x="79124" y="1808"/>
                  </a:cubicBezTo>
                  <a:cubicBezTo>
                    <a:pt x="78648" y="1582"/>
                    <a:pt x="78171" y="1357"/>
                    <a:pt x="77695" y="1131"/>
                  </a:cubicBezTo>
                  <a:lnTo>
                    <a:pt x="76066" y="379"/>
                  </a:lnTo>
                  <a:cubicBezTo>
                    <a:pt x="75791" y="252"/>
                    <a:pt x="75462" y="0"/>
                    <a:pt x="7514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3" name="Google Shape;3443;p38"/>
            <p:cNvSpPr/>
            <p:nvPr/>
          </p:nvSpPr>
          <p:spPr>
            <a:xfrm>
              <a:off x="2504907" y="3368822"/>
              <a:ext cx="68359" cy="47896"/>
            </a:xfrm>
            <a:custGeom>
              <a:rect b="b" l="l" r="r" t="t"/>
              <a:pathLst>
                <a:path extrusionOk="0" h="2687" w="3835">
                  <a:moveTo>
                    <a:pt x="314" y="0"/>
                  </a:moveTo>
                  <a:cubicBezTo>
                    <a:pt x="138" y="0"/>
                    <a:pt x="1" y="216"/>
                    <a:pt x="159" y="354"/>
                  </a:cubicBezTo>
                  <a:cubicBezTo>
                    <a:pt x="259" y="454"/>
                    <a:pt x="384" y="530"/>
                    <a:pt x="484" y="630"/>
                  </a:cubicBezTo>
                  <a:cubicBezTo>
                    <a:pt x="1387" y="1332"/>
                    <a:pt x="2314" y="2008"/>
                    <a:pt x="3317" y="2585"/>
                  </a:cubicBezTo>
                  <a:cubicBezTo>
                    <a:pt x="3342" y="2610"/>
                    <a:pt x="3392" y="2635"/>
                    <a:pt x="3417" y="2660"/>
                  </a:cubicBezTo>
                  <a:cubicBezTo>
                    <a:pt x="3450" y="2678"/>
                    <a:pt x="3483" y="2687"/>
                    <a:pt x="3515" y="2687"/>
                  </a:cubicBezTo>
                  <a:cubicBezTo>
                    <a:pt x="3699" y="2687"/>
                    <a:pt x="3835" y="2412"/>
                    <a:pt x="3642" y="2284"/>
                  </a:cubicBezTo>
                  <a:lnTo>
                    <a:pt x="3592" y="2284"/>
                  </a:lnTo>
                  <a:cubicBezTo>
                    <a:pt x="2565" y="1683"/>
                    <a:pt x="1587" y="981"/>
                    <a:pt x="660" y="229"/>
                  </a:cubicBezTo>
                  <a:cubicBezTo>
                    <a:pt x="585" y="179"/>
                    <a:pt x="510" y="129"/>
                    <a:pt x="459" y="53"/>
                  </a:cubicBezTo>
                  <a:cubicBezTo>
                    <a:pt x="411" y="16"/>
                    <a:pt x="361" y="0"/>
                    <a:pt x="31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4" name="Google Shape;3444;p38"/>
            <p:cNvSpPr/>
            <p:nvPr/>
          </p:nvSpPr>
          <p:spPr>
            <a:xfrm>
              <a:off x="2204546" y="3908797"/>
              <a:ext cx="164489" cy="108519"/>
            </a:xfrm>
            <a:custGeom>
              <a:rect b="b" l="l" r="r" t="t"/>
              <a:pathLst>
                <a:path extrusionOk="0" h="6088" w="9228">
                  <a:moveTo>
                    <a:pt x="281" y="1"/>
                  </a:moveTo>
                  <a:cubicBezTo>
                    <a:pt x="110" y="1"/>
                    <a:pt x="0" y="263"/>
                    <a:pt x="166" y="388"/>
                  </a:cubicBezTo>
                  <a:cubicBezTo>
                    <a:pt x="2923" y="2493"/>
                    <a:pt x="5831" y="4373"/>
                    <a:pt x="8838" y="6052"/>
                  </a:cubicBezTo>
                  <a:cubicBezTo>
                    <a:pt x="8875" y="6077"/>
                    <a:pt x="8911" y="6087"/>
                    <a:pt x="8944" y="6087"/>
                  </a:cubicBezTo>
                  <a:cubicBezTo>
                    <a:pt x="9118" y="6087"/>
                    <a:pt x="9228" y="5806"/>
                    <a:pt x="9039" y="5701"/>
                  </a:cubicBezTo>
                  <a:cubicBezTo>
                    <a:pt x="6031" y="4022"/>
                    <a:pt x="3149" y="2117"/>
                    <a:pt x="392" y="37"/>
                  </a:cubicBezTo>
                  <a:cubicBezTo>
                    <a:pt x="354" y="12"/>
                    <a:pt x="316" y="1"/>
                    <a:pt x="28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5" name="Google Shape;3445;p38"/>
            <p:cNvSpPr/>
            <p:nvPr/>
          </p:nvSpPr>
          <p:spPr>
            <a:xfrm>
              <a:off x="2370128" y="4027837"/>
              <a:ext cx="9394" cy="7166"/>
            </a:xfrm>
            <a:custGeom>
              <a:rect b="b" l="l" r="r" t="t"/>
              <a:pathLst>
                <a:path extrusionOk="0" h="402" w="527">
                  <a:moveTo>
                    <a:pt x="251" y="1"/>
                  </a:moveTo>
                  <a:cubicBezTo>
                    <a:pt x="0" y="1"/>
                    <a:pt x="0" y="402"/>
                    <a:pt x="251" y="402"/>
                  </a:cubicBezTo>
                  <a:cubicBezTo>
                    <a:pt x="527" y="402"/>
                    <a:pt x="527" y="1"/>
                    <a:pt x="2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6" name="Google Shape;3446;p38"/>
            <p:cNvSpPr/>
            <p:nvPr/>
          </p:nvSpPr>
          <p:spPr>
            <a:xfrm>
              <a:off x="2536761" y="3512622"/>
              <a:ext cx="8503" cy="159284"/>
            </a:xfrm>
            <a:custGeom>
              <a:rect b="b" l="l" r="r" t="t"/>
              <a:pathLst>
                <a:path extrusionOk="0" h="8936" w="477">
                  <a:moveTo>
                    <a:pt x="273" y="0"/>
                  </a:moveTo>
                  <a:cubicBezTo>
                    <a:pt x="170" y="0"/>
                    <a:pt x="63" y="69"/>
                    <a:pt x="51" y="207"/>
                  </a:cubicBezTo>
                  <a:cubicBezTo>
                    <a:pt x="1" y="3064"/>
                    <a:pt x="1" y="5896"/>
                    <a:pt x="26" y="8728"/>
                  </a:cubicBezTo>
                  <a:cubicBezTo>
                    <a:pt x="26" y="8866"/>
                    <a:pt x="132" y="8935"/>
                    <a:pt x="239" y="8935"/>
                  </a:cubicBezTo>
                  <a:cubicBezTo>
                    <a:pt x="345" y="8935"/>
                    <a:pt x="452" y="8866"/>
                    <a:pt x="452" y="8728"/>
                  </a:cubicBezTo>
                  <a:cubicBezTo>
                    <a:pt x="427" y="5896"/>
                    <a:pt x="427" y="3064"/>
                    <a:pt x="477" y="207"/>
                  </a:cubicBezTo>
                  <a:cubicBezTo>
                    <a:pt x="477" y="69"/>
                    <a:pt x="377" y="0"/>
                    <a:pt x="27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7" name="Google Shape;3447;p38"/>
            <p:cNvSpPr/>
            <p:nvPr/>
          </p:nvSpPr>
          <p:spPr>
            <a:xfrm>
              <a:off x="2536315" y="3694123"/>
              <a:ext cx="9394" cy="7611"/>
            </a:xfrm>
            <a:custGeom>
              <a:rect b="b" l="l" r="r" t="t"/>
              <a:pathLst>
                <a:path extrusionOk="0" h="427" w="527">
                  <a:moveTo>
                    <a:pt x="251" y="0"/>
                  </a:moveTo>
                  <a:cubicBezTo>
                    <a:pt x="1" y="0"/>
                    <a:pt x="1" y="426"/>
                    <a:pt x="251" y="426"/>
                  </a:cubicBezTo>
                  <a:cubicBezTo>
                    <a:pt x="527" y="426"/>
                    <a:pt x="527" y="0"/>
                    <a:pt x="2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8" name="Google Shape;3448;p38"/>
            <p:cNvSpPr/>
            <p:nvPr/>
          </p:nvSpPr>
          <p:spPr>
            <a:xfrm>
              <a:off x="2526939" y="3421479"/>
              <a:ext cx="13868" cy="26131"/>
            </a:xfrm>
            <a:custGeom>
              <a:rect b="b" l="l" r="r" t="t"/>
              <a:pathLst>
                <a:path extrusionOk="0" h="1466" w="778">
                  <a:moveTo>
                    <a:pt x="550" y="0"/>
                  </a:moveTo>
                  <a:cubicBezTo>
                    <a:pt x="463" y="0"/>
                    <a:pt x="372" y="53"/>
                    <a:pt x="351" y="157"/>
                  </a:cubicBezTo>
                  <a:cubicBezTo>
                    <a:pt x="251" y="508"/>
                    <a:pt x="126" y="859"/>
                    <a:pt x="25" y="1185"/>
                  </a:cubicBezTo>
                  <a:cubicBezTo>
                    <a:pt x="0" y="1310"/>
                    <a:pt x="76" y="1435"/>
                    <a:pt x="176" y="1460"/>
                  </a:cubicBezTo>
                  <a:cubicBezTo>
                    <a:pt x="189" y="1464"/>
                    <a:pt x="203" y="1465"/>
                    <a:pt x="216" y="1465"/>
                  </a:cubicBezTo>
                  <a:cubicBezTo>
                    <a:pt x="307" y="1465"/>
                    <a:pt x="405" y="1397"/>
                    <a:pt x="426" y="1310"/>
                  </a:cubicBezTo>
                  <a:cubicBezTo>
                    <a:pt x="527" y="959"/>
                    <a:pt x="652" y="608"/>
                    <a:pt x="752" y="257"/>
                  </a:cubicBezTo>
                  <a:cubicBezTo>
                    <a:pt x="777" y="157"/>
                    <a:pt x="727" y="32"/>
                    <a:pt x="602" y="7"/>
                  </a:cubicBezTo>
                  <a:cubicBezTo>
                    <a:pt x="585" y="3"/>
                    <a:pt x="568" y="0"/>
                    <a:pt x="55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9" name="Google Shape;3449;p38"/>
            <p:cNvSpPr/>
            <p:nvPr/>
          </p:nvSpPr>
          <p:spPr>
            <a:xfrm>
              <a:off x="2542126" y="3426952"/>
              <a:ext cx="12531" cy="21461"/>
            </a:xfrm>
            <a:custGeom>
              <a:rect b="b" l="l" r="r" t="t"/>
              <a:pathLst>
                <a:path extrusionOk="0" h="1204" w="703">
                  <a:moveTo>
                    <a:pt x="502" y="0"/>
                  </a:moveTo>
                  <a:cubicBezTo>
                    <a:pt x="376" y="0"/>
                    <a:pt x="301" y="76"/>
                    <a:pt x="276" y="201"/>
                  </a:cubicBezTo>
                  <a:cubicBezTo>
                    <a:pt x="276" y="251"/>
                    <a:pt x="276" y="276"/>
                    <a:pt x="276" y="301"/>
                  </a:cubicBezTo>
                  <a:lnTo>
                    <a:pt x="276" y="326"/>
                  </a:lnTo>
                  <a:cubicBezTo>
                    <a:pt x="276" y="326"/>
                    <a:pt x="276" y="351"/>
                    <a:pt x="276" y="376"/>
                  </a:cubicBezTo>
                  <a:cubicBezTo>
                    <a:pt x="251" y="427"/>
                    <a:pt x="251" y="502"/>
                    <a:pt x="226" y="577"/>
                  </a:cubicBezTo>
                  <a:cubicBezTo>
                    <a:pt x="201" y="602"/>
                    <a:pt x="201" y="627"/>
                    <a:pt x="176" y="652"/>
                  </a:cubicBezTo>
                  <a:cubicBezTo>
                    <a:pt x="176" y="677"/>
                    <a:pt x="176" y="702"/>
                    <a:pt x="151" y="727"/>
                  </a:cubicBezTo>
                  <a:cubicBezTo>
                    <a:pt x="126" y="777"/>
                    <a:pt x="101" y="828"/>
                    <a:pt x="51" y="903"/>
                  </a:cubicBezTo>
                  <a:cubicBezTo>
                    <a:pt x="0" y="978"/>
                    <a:pt x="26" y="1128"/>
                    <a:pt x="126" y="1178"/>
                  </a:cubicBezTo>
                  <a:cubicBezTo>
                    <a:pt x="159" y="1195"/>
                    <a:pt x="195" y="1203"/>
                    <a:pt x="232" y="1203"/>
                  </a:cubicBezTo>
                  <a:cubicBezTo>
                    <a:pt x="304" y="1203"/>
                    <a:pt x="376" y="1170"/>
                    <a:pt x="427" y="1103"/>
                  </a:cubicBezTo>
                  <a:cubicBezTo>
                    <a:pt x="602" y="828"/>
                    <a:pt x="677" y="527"/>
                    <a:pt x="702" y="201"/>
                  </a:cubicBezTo>
                  <a:cubicBezTo>
                    <a:pt x="702" y="101"/>
                    <a:pt x="602" y="0"/>
                    <a:pt x="50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38"/>
            <p:cNvSpPr/>
            <p:nvPr/>
          </p:nvSpPr>
          <p:spPr>
            <a:xfrm>
              <a:off x="2710524" y="3275772"/>
              <a:ext cx="230638" cy="72726"/>
            </a:xfrm>
            <a:custGeom>
              <a:rect b="b" l="l" r="r" t="t"/>
              <a:pathLst>
                <a:path extrusionOk="0" h="4080" w="12939">
                  <a:moveTo>
                    <a:pt x="12645" y="1"/>
                  </a:moveTo>
                  <a:cubicBezTo>
                    <a:pt x="12625" y="1"/>
                    <a:pt x="12605" y="4"/>
                    <a:pt x="12584" y="10"/>
                  </a:cubicBezTo>
                  <a:cubicBezTo>
                    <a:pt x="8498" y="1314"/>
                    <a:pt x="4388" y="2542"/>
                    <a:pt x="253" y="3669"/>
                  </a:cubicBezTo>
                  <a:cubicBezTo>
                    <a:pt x="1" y="3738"/>
                    <a:pt x="84" y="4080"/>
                    <a:pt x="292" y="4080"/>
                  </a:cubicBezTo>
                  <a:cubicBezTo>
                    <a:pt x="311" y="4080"/>
                    <a:pt x="332" y="4077"/>
                    <a:pt x="353" y="4070"/>
                  </a:cubicBezTo>
                  <a:cubicBezTo>
                    <a:pt x="4488" y="2943"/>
                    <a:pt x="8624" y="1715"/>
                    <a:pt x="12709" y="411"/>
                  </a:cubicBezTo>
                  <a:cubicBezTo>
                    <a:pt x="12938" y="342"/>
                    <a:pt x="12853" y="1"/>
                    <a:pt x="1264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1" name="Google Shape;3451;p38"/>
            <p:cNvSpPr/>
            <p:nvPr/>
          </p:nvSpPr>
          <p:spPr>
            <a:xfrm>
              <a:off x="2965198" y="3263883"/>
              <a:ext cx="9857" cy="7611"/>
            </a:xfrm>
            <a:custGeom>
              <a:rect b="b" l="l" r="r" t="t"/>
              <a:pathLst>
                <a:path extrusionOk="0" h="427" w="553">
                  <a:moveTo>
                    <a:pt x="201" y="1"/>
                  </a:moveTo>
                  <a:cubicBezTo>
                    <a:pt x="176" y="1"/>
                    <a:pt x="151" y="1"/>
                    <a:pt x="126" y="26"/>
                  </a:cubicBezTo>
                  <a:cubicBezTo>
                    <a:pt x="101" y="26"/>
                    <a:pt x="76" y="51"/>
                    <a:pt x="76" y="76"/>
                  </a:cubicBezTo>
                  <a:cubicBezTo>
                    <a:pt x="51" y="76"/>
                    <a:pt x="26" y="101"/>
                    <a:pt x="26" y="126"/>
                  </a:cubicBezTo>
                  <a:cubicBezTo>
                    <a:pt x="1" y="151"/>
                    <a:pt x="1" y="176"/>
                    <a:pt x="1" y="226"/>
                  </a:cubicBezTo>
                  <a:cubicBezTo>
                    <a:pt x="1" y="226"/>
                    <a:pt x="1" y="251"/>
                    <a:pt x="1" y="276"/>
                  </a:cubicBezTo>
                  <a:cubicBezTo>
                    <a:pt x="26" y="301"/>
                    <a:pt x="51" y="326"/>
                    <a:pt x="76" y="351"/>
                  </a:cubicBezTo>
                  <a:cubicBezTo>
                    <a:pt x="76" y="376"/>
                    <a:pt x="101" y="376"/>
                    <a:pt x="101" y="402"/>
                  </a:cubicBezTo>
                  <a:cubicBezTo>
                    <a:pt x="151" y="402"/>
                    <a:pt x="176" y="427"/>
                    <a:pt x="201" y="427"/>
                  </a:cubicBezTo>
                  <a:lnTo>
                    <a:pt x="327" y="427"/>
                  </a:lnTo>
                  <a:cubicBezTo>
                    <a:pt x="377" y="427"/>
                    <a:pt x="402" y="427"/>
                    <a:pt x="427" y="402"/>
                  </a:cubicBezTo>
                  <a:cubicBezTo>
                    <a:pt x="452" y="402"/>
                    <a:pt x="477" y="376"/>
                    <a:pt x="477" y="351"/>
                  </a:cubicBezTo>
                  <a:cubicBezTo>
                    <a:pt x="502" y="351"/>
                    <a:pt x="527" y="326"/>
                    <a:pt x="527" y="301"/>
                  </a:cubicBezTo>
                  <a:cubicBezTo>
                    <a:pt x="552" y="276"/>
                    <a:pt x="552" y="251"/>
                    <a:pt x="552" y="226"/>
                  </a:cubicBezTo>
                  <a:cubicBezTo>
                    <a:pt x="552" y="201"/>
                    <a:pt x="552" y="176"/>
                    <a:pt x="527" y="151"/>
                  </a:cubicBezTo>
                  <a:cubicBezTo>
                    <a:pt x="527" y="126"/>
                    <a:pt x="502" y="101"/>
                    <a:pt x="477" y="76"/>
                  </a:cubicBezTo>
                  <a:lnTo>
                    <a:pt x="452" y="26"/>
                  </a:lnTo>
                  <a:cubicBezTo>
                    <a:pt x="402" y="26"/>
                    <a:pt x="377" y="1"/>
                    <a:pt x="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2" name="Google Shape;3452;p38"/>
            <p:cNvSpPr/>
            <p:nvPr/>
          </p:nvSpPr>
          <p:spPr>
            <a:xfrm>
              <a:off x="3109068" y="3214292"/>
              <a:ext cx="8948" cy="16542"/>
            </a:xfrm>
            <a:custGeom>
              <a:rect b="b" l="l" r="r" t="t"/>
              <a:pathLst>
                <a:path extrusionOk="0" h="928" w="502">
                  <a:moveTo>
                    <a:pt x="276" y="1"/>
                  </a:moveTo>
                  <a:cubicBezTo>
                    <a:pt x="226" y="1"/>
                    <a:pt x="176" y="26"/>
                    <a:pt x="125" y="76"/>
                  </a:cubicBezTo>
                  <a:cubicBezTo>
                    <a:pt x="125" y="76"/>
                    <a:pt x="100" y="101"/>
                    <a:pt x="100" y="101"/>
                  </a:cubicBezTo>
                  <a:cubicBezTo>
                    <a:pt x="75" y="151"/>
                    <a:pt x="75" y="176"/>
                    <a:pt x="75" y="226"/>
                  </a:cubicBezTo>
                  <a:lnTo>
                    <a:pt x="0" y="702"/>
                  </a:lnTo>
                  <a:cubicBezTo>
                    <a:pt x="0" y="752"/>
                    <a:pt x="25" y="828"/>
                    <a:pt x="75" y="853"/>
                  </a:cubicBezTo>
                  <a:cubicBezTo>
                    <a:pt x="100" y="903"/>
                    <a:pt x="176" y="928"/>
                    <a:pt x="226" y="928"/>
                  </a:cubicBezTo>
                  <a:cubicBezTo>
                    <a:pt x="276" y="928"/>
                    <a:pt x="326" y="903"/>
                    <a:pt x="376" y="853"/>
                  </a:cubicBezTo>
                  <a:cubicBezTo>
                    <a:pt x="376" y="853"/>
                    <a:pt x="376" y="828"/>
                    <a:pt x="401" y="828"/>
                  </a:cubicBezTo>
                  <a:cubicBezTo>
                    <a:pt x="426" y="778"/>
                    <a:pt x="426" y="752"/>
                    <a:pt x="426" y="702"/>
                  </a:cubicBezTo>
                  <a:lnTo>
                    <a:pt x="476" y="226"/>
                  </a:lnTo>
                  <a:cubicBezTo>
                    <a:pt x="501" y="176"/>
                    <a:pt x="451" y="101"/>
                    <a:pt x="426" y="76"/>
                  </a:cubicBezTo>
                  <a:cubicBezTo>
                    <a:pt x="376" y="26"/>
                    <a:pt x="326"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3" name="Google Shape;3453;p38"/>
            <p:cNvSpPr/>
            <p:nvPr/>
          </p:nvSpPr>
          <p:spPr>
            <a:xfrm>
              <a:off x="3121564" y="3213400"/>
              <a:ext cx="9857" cy="13868"/>
            </a:xfrm>
            <a:custGeom>
              <a:rect b="b" l="l" r="r" t="t"/>
              <a:pathLst>
                <a:path extrusionOk="0" h="778" w="553">
                  <a:moveTo>
                    <a:pt x="277" y="0"/>
                  </a:moveTo>
                  <a:cubicBezTo>
                    <a:pt x="252" y="0"/>
                    <a:pt x="252" y="26"/>
                    <a:pt x="226" y="26"/>
                  </a:cubicBezTo>
                  <a:cubicBezTo>
                    <a:pt x="201" y="51"/>
                    <a:pt x="176" y="76"/>
                    <a:pt x="151" y="101"/>
                  </a:cubicBezTo>
                  <a:cubicBezTo>
                    <a:pt x="101" y="176"/>
                    <a:pt x="76" y="251"/>
                    <a:pt x="51" y="326"/>
                  </a:cubicBezTo>
                  <a:cubicBezTo>
                    <a:pt x="1" y="401"/>
                    <a:pt x="1" y="502"/>
                    <a:pt x="1" y="577"/>
                  </a:cubicBezTo>
                  <a:cubicBezTo>
                    <a:pt x="1" y="627"/>
                    <a:pt x="26" y="677"/>
                    <a:pt x="51" y="727"/>
                  </a:cubicBezTo>
                  <a:cubicBezTo>
                    <a:pt x="101" y="752"/>
                    <a:pt x="151" y="777"/>
                    <a:pt x="201" y="777"/>
                  </a:cubicBezTo>
                  <a:cubicBezTo>
                    <a:pt x="252" y="777"/>
                    <a:pt x="327" y="777"/>
                    <a:pt x="352" y="727"/>
                  </a:cubicBezTo>
                  <a:cubicBezTo>
                    <a:pt x="402" y="677"/>
                    <a:pt x="402" y="627"/>
                    <a:pt x="402" y="577"/>
                  </a:cubicBezTo>
                  <a:cubicBezTo>
                    <a:pt x="427" y="577"/>
                    <a:pt x="427" y="552"/>
                    <a:pt x="427" y="552"/>
                  </a:cubicBezTo>
                  <a:cubicBezTo>
                    <a:pt x="427" y="502"/>
                    <a:pt x="427" y="452"/>
                    <a:pt x="452" y="427"/>
                  </a:cubicBezTo>
                  <a:cubicBezTo>
                    <a:pt x="477" y="376"/>
                    <a:pt x="477" y="351"/>
                    <a:pt x="502" y="301"/>
                  </a:cubicBezTo>
                  <a:cubicBezTo>
                    <a:pt x="527" y="301"/>
                    <a:pt x="527" y="251"/>
                    <a:pt x="527" y="226"/>
                  </a:cubicBezTo>
                  <a:cubicBezTo>
                    <a:pt x="552" y="201"/>
                    <a:pt x="552" y="176"/>
                    <a:pt x="527" y="151"/>
                  </a:cubicBezTo>
                  <a:cubicBezTo>
                    <a:pt x="527" y="101"/>
                    <a:pt x="477" y="51"/>
                    <a:pt x="427" y="26"/>
                  </a:cubicBezTo>
                  <a:cubicBezTo>
                    <a:pt x="377" y="0"/>
                    <a:pt x="327" y="0"/>
                    <a:pt x="2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4" name="Google Shape;3454;p38"/>
            <p:cNvSpPr/>
            <p:nvPr/>
          </p:nvSpPr>
          <p:spPr>
            <a:xfrm>
              <a:off x="3299356" y="3157392"/>
              <a:ext cx="66683" cy="24028"/>
            </a:xfrm>
            <a:custGeom>
              <a:rect b="b" l="l" r="r" t="t"/>
              <a:pathLst>
                <a:path extrusionOk="0" h="1348" w="3741">
                  <a:moveTo>
                    <a:pt x="3452" y="0"/>
                  </a:moveTo>
                  <a:cubicBezTo>
                    <a:pt x="3431" y="0"/>
                    <a:pt x="3409" y="3"/>
                    <a:pt x="3385" y="10"/>
                  </a:cubicBezTo>
                  <a:cubicBezTo>
                    <a:pt x="2333" y="260"/>
                    <a:pt x="1280" y="561"/>
                    <a:pt x="253" y="912"/>
                  </a:cubicBezTo>
                  <a:cubicBezTo>
                    <a:pt x="0" y="1004"/>
                    <a:pt x="84" y="1347"/>
                    <a:pt x="292" y="1347"/>
                  </a:cubicBezTo>
                  <a:cubicBezTo>
                    <a:pt x="311" y="1347"/>
                    <a:pt x="332" y="1344"/>
                    <a:pt x="353" y="1338"/>
                  </a:cubicBezTo>
                  <a:cubicBezTo>
                    <a:pt x="1380" y="962"/>
                    <a:pt x="2433" y="661"/>
                    <a:pt x="3511" y="411"/>
                  </a:cubicBezTo>
                  <a:cubicBezTo>
                    <a:pt x="3740" y="342"/>
                    <a:pt x="3676" y="0"/>
                    <a:pt x="34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5" name="Google Shape;3455;p38"/>
            <p:cNvSpPr/>
            <p:nvPr/>
          </p:nvSpPr>
          <p:spPr>
            <a:xfrm>
              <a:off x="3457985" y="3110083"/>
              <a:ext cx="11622" cy="19340"/>
            </a:xfrm>
            <a:custGeom>
              <a:rect b="b" l="l" r="r" t="t"/>
              <a:pathLst>
                <a:path extrusionOk="0" h="1085" w="652">
                  <a:moveTo>
                    <a:pt x="403" y="1"/>
                  </a:moveTo>
                  <a:cubicBezTo>
                    <a:pt x="337" y="1"/>
                    <a:pt x="272" y="30"/>
                    <a:pt x="226" y="107"/>
                  </a:cubicBezTo>
                  <a:cubicBezTo>
                    <a:pt x="100" y="333"/>
                    <a:pt x="25" y="608"/>
                    <a:pt x="0" y="884"/>
                  </a:cubicBezTo>
                  <a:cubicBezTo>
                    <a:pt x="0" y="984"/>
                    <a:pt x="100" y="1085"/>
                    <a:pt x="226" y="1085"/>
                  </a:cubicBezTo>
                  <a:cubicBezTo>
                    <a:pt x="326" y="1085"/>
                    <a:pt x="426" y="984"/>
                    <a:pt x="426" y="884"/>
                  </a:cubicBezTo>
                  <a:cubicBezTo>
                    <a:pt x="426" y="859"/>
                    <a:pt x="426" y="809"/>
                    <a:pt x="426" y="784"/>
                  </a:cubicBezTo>
                  <a:cubicBezTo>
                    <a:pt x="451" y="659"/>
                    <a:pt x="476" y="558"/>
                    <a:pt x="527" y="433"/>
                  </a:cubicBezTo>
                  <a:cubicBezTo>
                    <a:pt x="552" y="383"/>
                    <a:pt x="577" y="358"/>
                    <a:pt x="602" y="308"/>
                  </a:cubicBezTo>
                  <a:cubicBezTo>
                    <a:pt x="652" y="207"/>
                    <a:pt x="627" y="82"/>
                    <a:pt x="527" y="32"/>
                  </a:cubicBezTo>
                  <a:cubicBezTo>
                    <a:pt x="488" y="13"/>
                    <a:pt x="445" y="1"/>
                    <a:pt x="40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6" name="Google Shape;3456;p38"/>
            <p:cNvSpPr/>
            <p:nvPr/>
          </p:nvSpPr>
          <p:spPr>
            <a:xfrm>
              <a:off x="3477183" y="3107676"/>
              <a:ext cx="9412" cy="16381"/>
            </a:xfrm>
            <a:custGeom>
              <a:rect b="b" l="l" r="r" t="t"/>
              <a:pathLst>
                <a:path extrusionOk="0" h="919" w="528">
                  <a:moveTo>
                    <a:pt x="307" y="0"/>
                  </a:moveTo>
                  <a:cubicBezTo>
                    <a:pt x="273" y="0"/>
                    <a:pt x="241" y="12"/>
                    <a:pt x="226" y="42"/>
                  </a:cubicBezTo>
                  <a:cubicBezTo>
                    <a:pt x="176" y="67"/>
                    <a:pt x="126" y="92"/>
                    <a:pt x="126" y="167"/>
                  </a:cubicBezTo>
                  <a:cubicBezTo>
                    <a:pt x="76" y="317"/>
                    <a:pt x="51" y="493"/>
                    <a:pt x="1" y="643"/>
                  </a:cubicBezTo>
                  <a:cubicBezTo>
                    <a:pt x="1" y="693"/>
                    <a:pt x="1" y="769"/>
                    <a:pt x="26" y="819"/>
                  </a:cubicBezTo>
                  <a:cubicBezTo>
                    <a:pt x="51" y="844"/>
                    <a:pt x="101" y="894"/>
                    <a:pt x="151" y="919"/>
                  </a:cubicBezTo>
                  <a:cubicBezTo>
                    <a:pt x="201" y="919"/>
                    <a:pt x="252" y="919"/>
                    <a:pt x="302" y="894"/>
                  </a:cubicBezTo>
                  <a:cubicBezTo>
                    <a:pt x="352" y="869"/>
                    <a:pt x="402" y="819"/>
                    <a:pt x="402" y="769"/>
                  </a:cubicBezTo>
                  <a:lnTo>
                    <a:pt x="527" y="267"/>
                  </a:lnTo>
                  <a:cubicBezTo>
                    <a:pt x="527" y="217"/>
                    <a:pt x="527" y="142"/>
                    <a:pt x="502" y="117"/>
                  </a:cubicBezTo>
                  <a:cubicBezTo>
                    <a:pt x="477" y="67"/>
                    <a:pt x="427" y="17"/>
                    <a:pt x="377" y="17"/>
                  </a:cubicBezTo>
                  <a:cubicBezTo>
                    <a:pt x="356" y="6"/>
                    <a:pt x="331" y="0"/>
                    <a:pt x="30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7" name="Google Shape;3457;p38"/>
            <p:cNvSpPr/>
            <p:nvPr/>
          </p:nvSpPr>
          <p:spPr>
            <a:xfrm>
              <a:off x="804225" y="1585825"/>
              <a:ext cx="603031" cy="220649"/>
            </a:xfrm>
            <a:prstGeom prst="rect">
              <a:avLst/>
            </a:prstGeom>
          </p:spPr>
          <p:txBody>
            <a:bodyPr>
              <a:prstTxWarp prst="textPlain"/>
            </a:bodyPr>
            <a:lstStyle/>
            <a:p>
              <a:pPr lvl="0" algn="ctr"/>
              <a:r>
                <a:rPr b="0" i="0">
                  <a:ln>
                    <a:noFill/>
                  </a:ln>
                  <a:solidFill>
                    <a:schemeClr val="lt2"/>
                  </a:solidFill>
                  <a:latin typeface="Oswald"/>
                </a:rPr>
                <a:t>@#&amp;!*</a:t>
              </a:r>
            </a:p>
          </p:txBody>
        </p:sp>
        <p:sp>
          <p:nvSpPr>
            <p:cNvPr id="3458" name="Google Shape;3458;p38"/>
            <p:cNvSpPr/>
            <p:nvPr/>
          </p:nvSpPr>
          <p:spPr>
            <a:xfrm>
              <a:off x="2935175" y="1278525"/>
              <a:ext cx="896374" cy="160275"/>
            </a:xfrm>
            <a:prstGeom prst="rect">
              <a:avLst/>
            </a:prstGeom>
          </p:spPr>
          <p:txBody>
            <a:bodyPr>
              <a:prstTxWarp prst="textPlain"/>
            </a:bodyPr>
            <a:lstStyle/>
            <a:p>
              <a:pPr lvl="0" algn="ctr"/>
              <a:r>
                <a:rPr b="0" i="0">
                  <a:ln>
                    <a:noFill/>
                  </a:ln>
                  <a:solidFill>
                    <a:schemeClr val="lt2"/>
                  </a:solidFill>
                  <a:latin typeface="Oswald"/>
                </a:rPr>
                <a:t>DISGUSTING</a:t>
              </a:r>
            </a:p>
          </p:txBody>
        </p:sp>
      </p:grpSp>
      <p:grpSp>
        <p:nvGrpSpPr>
          <p:cNvPr id="3459" name="Google Shape;3459;p38"/>
          <p:cNvGrpSpPr/>
          <p:nvPr/>
        </p:nvGrpSpPr>
        <p:grpSpPr>
          <a:xfrm flipH="1" rot="-3614422">
            <a:off x="4238990" y="733798"/>
            <a:ext cx="1552943" cy="1095839"/>
            <a:chOff x="-1931650" y="1578588"/>
            <a:chExt cx="2932000" cy="2068975"/>
          </a:xfrm>
        </p:grpSpPr>
        <p:sp>
          <p:nvSpPr>
            <p:cNvPr id="3460" name="Google Shape;3460;p38"/>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rgbClr val="D36C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38"/>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2" name="Google Shape;3462;p38"/>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3" name="Google Shape;3463;p38"/>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4" name="Google Shape;3464;p38"/>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5" name="Google Shape;3465;p38"/>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6" name="Google Shape;3466;p38"/>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7" name="Google Shape;3467;p38"/>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8" name="Google Shape;3468;p38"/>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9" name="Google Shape;3469;p38"/>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0" name="Google Shape;3470;p38"/>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1" name="Google Shape;3471;p38"/>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2" name="Google Shape;3472;p38"/>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3" name="Google Shape;3473;p38"/>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4" name="Google Shape;3474;p38"/>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5" name="Google Shape;3475;p38"/>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6" name="Google Shape;3476;p38"/>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7" name="Google Shape;3477;p38"/>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8" name="Google Shape;3478;p38"/>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9" name="Google Shape;3479;p38"/>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0" name="Google Shape;3480;p38"/>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1" name="Google Shape;3481;p38"/>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2" name="Google Shape;3482;p38"/>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3" name="Google Shape;3483;p38"/>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4" name="Google Shape;3484;p38"/>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5" name="Google Shape;3485;p38"/>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6" name="Google Shape;3486;p38"/>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7" name="Google Shape;3487;p38"/>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8" name="Google Shape;3488;p38"/>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9" name="Google Shape;3489;p38"/>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0" name="Google Shape;3490;p38"/>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1" name="Google Shape;3491;p38"/>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2" name="Google Shape;3492;p38"/>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3" name="Google Shape;3493;p38"/>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4" name="Google Shape;3494;p38"/>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5" name="Google Shape;3495;p38"/>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6" name="Google Shape;3496;p38"/>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7" name="Google Shape;3497;p38"/>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8" name="Google Shape;3498;p38"/>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9" name="Google Shape;3499;p38"/>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0" name="Google Shape;3500;p38"/>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1" name="Google Shape;3501;p38"/>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2" name="Google Shape;3502;p38"/>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3" name="Google Shape;3503;p38"/>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4" name="Google Shape;3504;p38"/>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5" name="Google Shape;3505;p38"/>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38"/>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07" name="Google Shape;3507;p38"/>
          <p:cNvGrpSpPr/>
          <p:nvPr/>
        </p:nvGrpSpPr>
        <p:grpSpPr>
          <a:xfrm flipH="1" rot="893725">
            <a:off x="4096736" y="4066213"/>
            <a:ext cx="699936" cy="664453"/>
            <a:chOff x="209175" y="1831500"/>
            <a:chExt cx="886754" cy="841801"/>
          </a:xfrm>
        </p:grpSpPr>
        <p:sp>
          <p:nvSpPr>
            <p:cNvPr id="3508" name="Google Shape;3508;p38"/>
            <p:cNvSpPr/>
            <p:nvPr/>
          </p:nvSpPr>
          <p:spPr>
            <a:xfrm>
              <a:off x="225716" y="1836995"/>
              <a:ext cx="862244" cy="830590"/>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9" name="Google Shape;3509;p38"/>
            <p:cNvSpPr/>
            <p:nvPr/>
          </p:nvSpPr>
          <p:spPr>
            <a:xfrm>
              <a:off x="209175" y="1831500"/>
              <a:ext cx="886754" cy="841801"/>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0" name="Google Shape;3510;p38"/>
            <p:cNvSpPr/>
            <p:nvPr/>
          </p:nvSpPr>
          <p:spPr>
            <a:xfrm>
              <a:off x="326229" y="2037471"/>
              <a:ext cx="582688" cy="454148"/>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p38"/>
            <p:cNvSpPr/>
            <p:nvPr/>
          </p:nvSpPr>
          <p:spPr>
            <a:xfrm>
              <a:off x="320734" y="2031151"/>
              <a:ext cx="595053" cy="465854"/>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2" name="Google Shape;3512;p38"/>
            <p:cNvSpPr/>
            <p:nvPr/>
          </p:nvSpPr>
          <p:spPr>
            <a:xfrm>
              <a:off x="568635" y="2143259"/>
              <a:ext cx="114416" cy="347645"/>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3" name="Google Shape;3513;p38"/>
            <p:cNvSpPr/>
            <p:nvPr/>
          </p:nvSpPr>
          <p:spPr>
            <a:xfrm>
              <a:off x="377227" y="2077588"/>
              <a:ext cx="73640" cy="136508"/>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4" name="Google Shape;3514;p38"/>
            <p:cNvSpPr/>
            <p:nvPr/>
          </p:nvSpPr>
          <p:spPr>
            <a:xfrm>
              <a:off x="364807" y="2166176"/>
              <a:ext cx="46877" cy="15223"/>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38"/>
            <p:cNvSpPr/>
            <p:nvPr/>
          </p:nvSpPr>
          <p:spPr>
            <a:xfrm>
              <a:off x="371677" y="2133093"/>
              <a:ext cx="45503" cy="19344"/>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6" name="Google Shape;3516;p38"/>
            <p:cNvSpPr/>
            <p:nvPr/>
          </p:nvSpPr>
          <p:spPr>
            <a:xfrm>
              <a:off x="382723" y="2094185"/>
              <a:ext cx="49624" cy="23850"/>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38"/>
            <p:cNvSpPr/>
            <p:nvPr/>
          </p:nvSpPr>
          <p:spPr>
            <a:xfrm>
              <a:off x="777574" y="2121662"/>
              <a:ext cx="85895" cy="241967"/>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8" name="Google Shape;3518;p38"/>
            <p:cNvSpPr/>
            <p:nvPr/>
          </p:nvSpPr>
          <p:spPr>
            <a:xfrm>
              <a:off x="786257" y="2303233"/>
              <a:ext cx="44129" cy="32423"/>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9" name="Google Shape;3519;p38"/>
            <p:cNvSpPr/>
            <p:nvPr/>
          </p:nvSpPr>
          <p:spPr>
            <a:xfrm>
              <a:off x="815218" y="2268117"/>
              <a:ext cx="42755" cy="25719"/>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38"/>
            <p:cNvSpPr/>
            <p:nvPr/>
          </p:nvSpPr>
          <p:spPr>
            <a:xfrm>
              <a:off x="819340" y="2223659"/>
              <a:ext cx="49624" cy="17311"/>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1" name="Google Shape;3521;p38"/>
            <p:cNvSpPr/>
            <p:nvPr/>
          </p:nvSpPr>
          <p:spPr>
            <a:xfrm>
              <a:off x="824835" y="2172495"/>
              <a:ext cx="53746" cy="22092"/>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2" name="Google Shape;3522;p38"/>
            <p:cNvSpPr/>
            <p:nvPr/>
          </p:nvSpPr>
          <p:spPr>
            <a:xfrm>
              <a:off x="809668" y="2136720"/>
              <a:ext cx="52427" cy="25939"/>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3" name="Google Shape;3523;p38"/>
            <p:cNvSpPr/>
            <p:nvPr/>
          </p:nvSpPr>
          <p:spPr>
            <a:xfrm>
              <a:off x="709155" y="2102263"/>
              <a:ext cx="26214" cy="35941"/>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38"/>
            <p:cNvSpPr/>
            <p:nvPr/>
          </p:nvSpPr>
          <p:spPr>
            <a:xfrm>
              <a:off x="728444" y="2112485"/>
              <a:ext cx="20718" cy="33632"/>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5" name="Google Shape;3525;p38"/>
            <p:cNvSpPr/>
            <p:nvPr/>
          </p:nvSpPr>
          <p:spPr>
            <a:xfrm>
              <a:off x="497029" y="2342966"/>
              <a:ext cx="24840" cy="37644"/>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38"/>
            <p:cNvSpPr/>
            <p:nvPr/>
          </p:nvSpPr>
          <p:spPr>
            <a:xfrm>
              <a:off x="521814" y="2352088"/>
              <a:ext cx="22092" cy="34896"/>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7" name="Google Shape;3527;p38"/>
            <p:cNvSpPr/>
            <p:nvPr/>
          </p:nvSpPr>
          <p:spPr>
            <a:xfrm>
              <a:off x="491534" y="2083029"/>
              <a:ext cx="70287" cy="43469"/>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8" name="Google Shape;3528;p38"/>
            <p:cNvSpPr/>
            <p:nvPr/>
          </p:nvSpPr>
          <p:spPr>
            <a:xfrm>
              <a:off x="404760" y="2268117"/>
              <a:ext cx="13849" cy="24840"/>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38"/>
            <p:cNvSpPr/>
            <p:nvPr/>
          </p:nvSpPr>
          <p:spPr>
            <a:xfrm>
              <a:off x="425423" y="2265369"/>
              <a:ext cx="15223" cy="29511"/>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0" name="Google Shape;3530;p38"/>
            <p:cNvSpPr/>
            <p:nvPr/>
          </p:nvSpPr>
          <p:spPr>
            <a:xfrm>
              <a:off x="676512" y="2396986"/>
              <a:ext cx="74024" cy="40722"/>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38"/>
            <p:cNvSpPr/>
            <p:nvPr/>
          </p:nvSpPr>
          <p:spPr>
            <a:xfrm>
              <a:off x="717398" y="2258445"/>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38"/>
            <p:cNvSpPr/>
            <p:nvPr/>
          </p:nvSpPr>
          <p:spPr>
            <a:xfrm>
              <a:off x="495655" y="2197830"/>
              <a:ext cx="13849" cy="11101"/>
            </a:xfrm>
            <a:custGeom>
              <a:rect b="b" l="l" r="r" t="t"/>
              <a:pathLst>
                <a:path extrusionOk="0" h="202" w="252">
                  <a:moveTo>
                    <a:pt x="126" y="1"/>
                  </a:moveTo>
                  <a:cubicBezTo>
                    <a:pt x="1" y="1"/>
                    <a:pt x="1" y="201"/>
                    <a:pt x="126" y="201"/>
                  </a:cubicBezTo>
                  <a:cubicBezTo>
                    <a:pt x="251" y="201"/>
                    <a:pt x="2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38"/>
            <p:cNvSpPr/>
            <p:nvPr/>
          </p:nvSpPr>
          <p:spPr>
            <a:xfrm>
              <a:off x="524561" y="2276360"/>
              <a:ext cx="15223" cy="11101"/>
            </a:xfrm>
            <a:custGeom>
              <a:rect b="b" l="l" r="r" t="t"/>
              <a:pathLst>
                <a:path extrusionOk="0" h="202" w="277">
                  <a:moveTo>
                    <a:pt x="151" y="1"/>
                  </a:moveTo>
                  <a:cubicBezTo>
                    <a:pt x="1" y="1"/>
                    <a:pt x="1" y="201"/>
                    <a:pt x="151" y="201"/>
                  </a:cubicBezTo>
                  <a:cubicBezTo>
                    <a:pt x="277" y="201"/>
                    <a:pt x="277"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4" name="Google Shape;3534;p38"/>
            <p:cNvSpPr/>
            <p:nvPr/>
          </p:nvSpPr>
          <p:spPr>
            <a:xfrm>
              <a:off x="772518" y="2086271"/>
              <a:ext cx="13794" cy="11101"/>
            </a:xfrm>
            <a:custGeom>
              <a:rect b="b" l="l" r="r" t="t"/>
              <a:pathLst>
                <a:path extrusionOk="0" h="202" w="251">
                  <a:moveTo>
                    <a:pt x="125" y="1"/>
                  </a:moveTo>
                  <a:cubicBezTo>
                    <a:pt x="0" y="1"/>
                    <a:pt x="0" y="201"/>
                    <a:pt x="125" y="201"/>
                  </a:cubicBezTo>
                  <a:cubicBezTo>
                    <a:pt x="251" y="201"/>
                    <a:pt x="251"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38"/>
            <p:cNvSpPr/>
            <p:nvPr/>
          </p:nvSpPr>
          <p:spPr>
            <a:xfrm>
              <a:off x="655409" y="2167550"/>
              <a:ext cx="12475" cy="11101"/>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6" name="Google Shape;3536;p38"/>
            <p:cNvSpPr/>
            <p:nvPr/>
          </p:nvSpPr>
          <p:spPr>
            <a:xfrm>
              <a:off x="435040" y="2131719"/>
              <a:ext cx="15223" cy="11101"/>
            </a:xfrm>
            <a:custGeom>
              <a:rect b="b" l="l" r="r" t="t"/>
              <a:pathLst>
                <a:path extrusionOk="0" h="202" w="277">
                  <a:moveTo>
                    <a:pt x="151" y="1"/>
                  </a:moveTo>
                  <a:cubicBezTo>
                    <a:pt x="1" y="1"/>
                    <a:pt x="1"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0" name="Shape 3540"/>
        <p:cNvGrpSpPr/>
        <p:nvPr/>
      </p:nvGrpSpPr>
      <p:grpSpPr>
        <a:xfrm>
          <a:off x="0" y="0"/>
          <a:ext cx="0" cy="0"/>
          <a:chOff x="0" y="0"/>
          <a:chExt cx="0" cy="0"/>
        </a:xfrm>
      </p:grpSpPr>
      <p:pic>
        <p:nvPicPr>
          <p:cNvPr id="3541" name="Google Shape;3541;p39"/>
          <p:cNvPicPr preferRelativeResize="0"/>
          <p:nvPr/>
        </p:nvPicPr>
        <p:blipFill rotWithShape="1">
          <a:blip r:embed="rId3">
            <a:alphaModFix/>
          </a:blip>
          <a:srcRect b="0" l="0" r="0" t="0"/>
          <a:stretch/>
        </p:blipFill>
        <p:spPr>
          <a:xfrm>
            <a:off x="-1732626" y="225270"/>
            <a:ext cx="6096000" cy="4918200"/>
          </a:xfrm>
          <a:prstGeom prst="rect">
            <a:avLst/>
          </a:prstGeom>
          <a:noFill/>
          <a:ln>
            <a:noFill/>
          </a:ln>
        </p:spPr>
      </p:pic>
      <p:sp>
        <p:nvSpPr>
          <p:cNvPr id="3542" name="Google Shape;3542;p39"/>
          <p:cNvSpPr txBox="1"/>
          <p:nvPr/>
        </p:nvSpPr>
        <p:spPr>
          <a:xfrm>
            <a:off x="798990" y="2521258"/>
            <a:ext cx="914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72,7%</a:t>
            </a:r>
            <a:endParaRPr b="0" i="0" sz="1400" u="none" cap="none" strike="noStrike">
              <a:solidFill>
                <a:srgbClr val="000000"/>
              </a:solidFill>
              <a:latin typeface="Arial"/>
              <a:ea typeface="Arial"/>
              <a:cs typeface="Arial"/>
              <a:sym typeface="Arial"/>
            </a:endParaRPr>
          </a:p>
        </p:txBody>
      </p:sp>
      <p:pic>
        <p:nvPicPr>
          <p:cNvPr id="3543" name="Google Shape;3543;p39"/>
          <p:cNvPicPr preferRelativeResize="0"/>
          <p:nvPr/>
        </p:nvPicPr>
        <p:blipFill rotWithShape="1">
          <a:blip r:embed="rId4">
            <a:alphaModFix/>
          </a:blip>
          <a:srcRect b="0" l="0" r="0" t="0"/>
          <a:stretch/>
        </p:blipFill>
        <p:spPr>
          <a:xfrm>
            <a:off x="3426780" y="895365"/>
            <a:ext cx="3166369" cy="3251785"/>
          </a:xfrm>
          <a:prstGeom prst="rect">
            <a:avLst/>
          </a:prstGeom>
          <a:noFill/>
          <a:ln>
            <a:noFill/>
          </a:ln>
        </p:spPr>
      </p:pic>
      <p:sp>
        <p:nvSpPr>
          <p:cNvPr id="3544" name="Google Shape;3544;p39"/>
          <p:cNvSpPr txBox="1"/>
          <p:nvPr/>
        </p:nvSpPr>
        <p:spPr>
          <a:xfrm>
            <a:off x="5162364" y="1560114"/>
            <a:ext cx="914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12,7%</a:t>
            </a:r>
            <a:endParaRPr b="0" i="0" sz="1400" u="none" cap="none" strike="noStrike">
              <a:solidFill>
                <a:srgbClr val="000000"/>
              </a:solidFill>
              <a:latin typeface="Arial"/>
              <a:ea typeface="Arial"/>
              <a:cs typeface="Arial"/>
              <a:sym typeface="Arial"/>
            </a:endParaRPr>
          </a:p>
        </p:txBody>
      </p:sp>
      <p:sp>
        <p:nvSpPr>
          <p:cNvPr id="3545" name="Google Shape;3545;p39"/>
          <p:cNvSpPr txBox="1"/>
          <p:nvPr/>
        </p:nvSpPr>
        <p:spPr>
          <a:xfrm>
            <a:off x="5162364" y="2734709"/>
            <a:ext cx="6928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52,7%</a:t>
            </a:r>
            <a:endParaRPr b="0" i="0" sz="1400" u="none" cap="none" strike="noStrike">
              <a:solidFill>
                <a:srgbClr val="000000"/>
              </a:solidFill>
              <a:latin typeface="Arial"/>
              <a:ea typeface="Arial"/>
              <a:cs typeface="Arial"/>
              <a:sym typeface="Arial"/>
            </a:endParaRPr>
          </a:p>
        </p:txBody>
      </p:sp>
      <p:sp>
        <p:nvSpPr>
          <p:cNvPr id="3546" name="Google Shape;3546;p39"/>
          <p:cNvSpPr txBox="1"/>
          <p:nvPr/>
        </p:nvSpPr>
        <p:spPr>
          <a:xfrm>
            <a:off x="4181383" y="2269744"/>
            <a:ext cx="914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23,6%</a:t>
            </a:r>
            <a:endParaRPr b="0" i="0" sz="1400" u="none" cap="none" strike="noStrike">
              <a:solidFill>
                <a:srgbClr val="000000"/>
              </a:solidFill>
              <a:latin typeface="Arial"/>
              <a:ea typeface="Arial"/>
              <a:cs typeface="Arial"/>
              <a:sym typeface="Arial"/>
            </a:endParaRPr>
          </a:p>
        </p:txBody>
      </p:sp>
      <p:sp>
        <p:nvSpPr>
          <p:cNvPr id="3547" name="Google Shape;3547;p39"/>
          <p:cNvSpPr txBox="1"/>
          <p:nvPr/>
        </p:nvSpPr>
        <p:spPr>
          <a:xfrm>
            <a:off x="4363374" y="1560114"/>
            <a:ext cx="914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10,9%</a:t>
            </a:r>
            <a:endParaRPr b="0" i="0" sz="1400" u="none" cap="none" strike="noStrike">
              <a:solidFill>
                <a:srgbClr val="000000"/>
              </a:solidFill>
              <a:latin typeface="Arial"/>
              <a:ea typeface="Arial"/>
              <a:cs typeface="Arial"/>
              <a:sym typeface="Arial"/>
            </a:endParaRPr>
          </a:p>
        </p:txBody>
      </p:sp>
      <p:cxnSp>
        <p:nvCxnSpPr>
          <p:cNvPr id="3548" name="Google Shape;3548;p39"/>
          <p:cNvCxnSpPr/>
          <p:nvPr/>
        </p:nvCxnSpPr>
        <p:spPr>
          <a:xfrm>
            <a:off x="1494825" y="743400"/>
            <a:ext cx="3515100" cy="568800"/>
          </a:xfrm>
          <a:prstGeom prst="straightConnector1">
            <a:avLst/>
          </a:prstGeom>
          <a:noFill/>
          <a:ln cap="flat" cmpd="sng" w="9525">
            <a:solidFill>
              <a:srgbClr val="FB9FAE"/>
            </a:solidFill>
            <a:prstDash val="solid"/>
            <a:round/>
            <a:headEnd len="sm" w="sm" type="none"/>
            <a:tailEnd len="sm" w="sm" type="none"/>
          </a:ln>
        </p:spPr>
      </p:cxnSp>
      <p:cxnSp>
        <p:nvCxnSpPr>
          <p:cNvPr id="3549" name="Google Shape;3549;p39"/>
          <p:cNvCxnSpPr/>
          <p:nvPr/>
        </p:nvCxnSpPr>
        <p:spPr>
          <a:xfrm flipH="1" rot="10800000">
            <a:off x="1665600" y="3716900"/>
            <a:ext cx="3355500" cy="964500"/>
          </a:xfrm>
          <a:prstGeom prst="straightConnector1">
            <a:avLst/>
          </a:prstGeom>
          <a:noFill/>
          <a:ln cap="flat" cmpd="sng" w="9525">
            <a:solidFill>
              <a:srgbClr val="FB9FAE"/>
            </a:solidFill>
            <a:prstDash val="solid"/>
            <a:round/>
            <a:headEnd len="sm" w="sm" type="none"/>
            <a:tailEnd len="sm" w="sm" type="none"/>
          </a:ln>
        </p:spPr>
      </p:cxnSp>
      <p:cxnSp>
        <p:nvCxnSpPr>
          <p:cNvPr id="3550" name="Google Shape;3550;p39"/>
          <p:cNvCxnSpPr/>
          <p:nvPr/>
        </p:nvCxnSpPr>
        <p:spPr>
          <a:xfrm>
            <a:off x="5162364" y="1402672"/>
            <a:ext cx="2463554" cy="311330"/>
          </a:xfrm>
          <a:prstGeom prst="straightConnector1">
            <a:avLst/>
          </a:prstGeom>
          <a:noFill/>
          <a:ln cap="flat" cmpd="sng" w="9525">
            <a:solidFill>
              <a:srgbClr val="FB9FAE"/>
            </a:solidFill>
            <a:prstDash val="solid"/>
            <a:round/>
            <a:headEnd len="sm" w="sm" type="none"/>
            <a:tailEnd len="sm" w="sm" type="none"/>
          </a:ln>
        </p:spPr>
      </p:cxnSp>
      <p:cxnSp>
        <p:nvCxnSpPr>
          <p:cNvPr id="3551" name="Google Shape;3551;p39"/>
          <p:cNvCxnSpPr/>
          <p:nvPr/>
        </p:nvCxnSpPr>
        <p:spPr>
          <a:xfrm flipH="1" rot="10800000">
            <a:off x="5095783" y="3300528"/>
            <a:ext cx="2476574" cy="405234"/>
          </a:xfrm>
          <a:prstGeom prst="straightConnector1">
            <a:avLst/>
          </a:prstGeom>
          <a:noFill/>
          <a:ln cap="flat" cmpd="sng" w="9525">
            <a:solidFill>
              <a:srgbClr val="FB9FAE"/>
            </a:solidFill>
            <a:prstDash val="solid"/>
            <a:round/>
            <a:headEnd len="sm" w="sm" type="none"/>
            <a:tailEnd len="sm" w="sm" type="none"/>
          </a:ln>
        </p:spPr>
      </p:cxnSp>
      <p:pic>
        <p:nvPicPr>
          <p:cNvPr id="3552" name="Google Shape;3552;p39"/>
          <p:cNvPicPr preferRelativeResize="0"/>
          <p:nvPr/>
        </p:nvPicPr>
        <p:blipFill>
          <a:blip r:embed="rId5">
            <a:alphaModFix/>
          </a:blip>
          <a:stretch>
            <a:fillRect/>
          </a:stretch>
        </p:blipFill>
        <p:spPr>
          <a:xfrm>
            <a:off x="6207499" y="1560125"/>
            <a:ext cx="3060024" cy="2967300"/>
          </a:xfrm>
          <a:prstGeom prst="rect">
            <a:avLst/>
          </a:prstGeom>
          <a:noFill/>
          <a:ln>
            <a:noFill/>
          </a:ln>
        </p:spPr>
      </p:pic>
      <p:sp>
        <p:nvSpPr>
          <p:cNvPr id="3553" name="Google Shape;3553;p39"/>
          <p:cNvSpPr txBox="1"/>
          <p:nvPr/>
        </p:nvSpPr>
        <p:spPr>
          <a:xfrm>
            <a:off x="7452050" y="2732475"/>
            <a:ext cx="69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latin typeface="Rubik"/>
                <a:ea typeface="Rubik"/>
                <a:cs typeface="Rubik"/>
                <a:sym typeface="Rubik"/>
              </a:rPr>
              <a:t>63.6%</a:t>
            </a:r>
            <a:endParaRPr>
              <a:latin typeface="Rubik"/>
              <a:ea typeface="Rubik"/>
              <a:cs typeface="Rubik"/>
              <a:sym typeface="Rubik"/>
            </a:endParaRPr>
          </a:p>
        </p:txBody>
      </p:sp>
      <p:sp>
        <p:nvSpPr>
          <p:cNvPr id="3554" name="Google Shape;3554;p39"/>
          <p:cNvSpPr txBox="1"/>
          <p:nvPr/>
        </p:nvSpPr>
        <p:spPr>
          <a:xfrm>
            <a:off x="6969850" y="2049375"/>
            <a:ext cx="76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latin typeface="Rubik"/>
                <a:ea typeface="Rubik"/>
                <a:cs typeface="Rubik"/>
                <a:sym typeface="Rubik"/>
              </a:rPr>
              <a:t>23.6%</a:t>
            </a:r>
            <a:endParaRPr>
              <a:latin typeface="Rubik"/>
              <a:ea typeface="Rubik"/>
              <a:cs typeface="Rubik"/>
              <a:sym typeface="Rubik"/>
            </a:endParaRPr>
          </a:p>
        </p:txBody>
      </p:sp>
      <p:sp>
        <p:nvSpPr>
          <p:cNvPr id="3555" name="Google Shape;3555;p39"/>
          <p:cNvSpPr txBox="1"/>
          <p:nvPr/>
        </p:nvSpPr>
        <p:spPr>
          <a:xfrm>
            <a:off x="7625925" y="1867900"/>
            <a:ext cx="76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latin typeface="Rubik"/>
                <a:ea typeface="Rubik"/>
                <a:cs typeface="Rubik"/>
                <a:sym typeface="Rubik"/>
              </a:rPr>
              <a:t>12.7%</a:t>
            </a:r>
            <a:endParaRPr>
              <a:latin typeface="Rubik"/>
              <a:ea typeface="Rubik"/>
              <a:cs typeface="Rubik"/>
              <a:sym typeface="Rubi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9" name="Shape 3559"/>
        <p:cNvGrpSpPr/>
        <p:nvPr/>
      </p:nvGrpSpPr>
      <p:grpSpPr>
        <a:xfrm>
          <a:off x="0" y="0"/>
          <a:ext cx="0" cy="0"/>
          <a:chOff x="0" y="0"/>
          <a:chExt cx="0" cy="0"/>
        </a:xfrm>
      </p:grpSpPr>
      <p:pic>
        <p:nvPicPr>
          <p:cNvPr id="3560" name="Google Shape;3560;p40"/>
          <p:cNvPicPr preferRelativeResize="0"/>
          <p:nvPr/>
        </p:nvPicPr>
        <p:blipFill rotWithShape="1">
          <a:blip r:embed="rId3">
            <a:alphaModFix/>
          </a:blip>
          <a:srcRect b="0" l="0" r="0" t="0"/>
          <a:stretch/>
        </p:blipFill>
        <p:spPr>
          <a:xfrm>
            <a:off x="1523999" y="319596"/>
            <a:ext cx="6403759" cy="42841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4" name="Shape 3564"/>
        <p:cNvGrpSpPr/>
        <p:nvPr/>
      </p:nvGrpSpPr>
      <p:grpSpPr>
        <a:xfrm>
          <a:off x="0" y="0"/>
          <a:ext cx="0" cy="0"/>
          <a:chOff x="0" y="0"/>
          <a:chExt cx="0" cy="0"/>
        </a:xfrm>
      </p:grpSpPr>
      <p:pic>
        <p:nvPicPr>
          <p:cNvPr id="3565" name="Google Shape;3565;p41"/>
          <p:cNvPicPr preferRelativeResize="0"/>
          <p:nvPr/>
        </p:nvPicPr>
        <p:blipFill rotWithShape="1">
          <a:blip r:embed="rId3">
            <a:alphaModFix/>
          </a:blip>
          <a:srcRect b="0" l="0" r="0" t="0"/>
          <a:stretch/>
        </p:blipFill>
        <p:spPr>
          <a:xfrm>
            <a:off x="1031084" y="539695"/>
            <a:ext cx="6860100" cy="4064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9" name="Shape 3569"/>
        <p:cNvGrpSpPr/>
        <p:nvPr/>
      </p:nvGrpSpPr>
      <p:grpSpPr>
        <a:xfrm>
          <a:off x="0" y="0"/>
          <a:ext cx="0" cy="0"/>
          <a:chOff x="0" y="0"/>
          <a:chExt cx="0" cy="0"/>
        </a:xfrm>
      </p:grpSpPr>
      <p:pic>
        <p:nvPicPr>
          <p:cNvPr id="3570" name="Google Shape;3570;p42"/>
          <p:cNvPicPr preferRelativeResize="0"/>
          <p:nvPr/>
        </p:nvPicPr>
        <p:blipFill rotWithShape="1">
          <a:blip r:embed="rId3">
            <a:alphaModFix/>
          </a:blip>
          <a:srcRect b="0" l="0" r="0" t="0"/>
          <a:stretch/>
        </p:blipFill>
        <p:spPr>
          <a:xfrm>
            <a:off x="1668177" y="252180"/>
            <a:ext cx="6096000" cy="4064000"/>
          </a:xfrm>
          <a:prstGeom prst="rect">
            <a:avLst/>
          </a:prstGeom>
          <a:noFill/>
          <a:ln>
            <a:noFill/>
          </a:ln>
        </p:spPr>
      </p:pic>
      <p:pic>
        <p:nvPicPr>
          <p:cNvPr id="3571" name="Google Shape;3571;p42"/>
          <p:cNvPicPr preferRelativeResize="0"/>
          <p:nvPr/>
        </p:nvPicPr>
        <p:blipFill rotWithShape="1">
          <a:blip r:embed="rId4">
            <a:alphaModFix/>
          </a:blip>
          <a:srcRect b="0" l="0" r="0" t="0"/>
          <a:stretch/>
        </p:blipFill>
        <p:spPr>
          <a:xfrm>
            <a:off x="5923710" y="867203"/>
            <a:ext cx="4536490" cy="3174443"/>
          </a:xfrm>
          <a:prstGeom prst="rect">
            <a:avLst/>
          </a:prstGeom>
          <a:noFill/>
          <a:ln>
            <a:noFill/>
          </a:ln>
        </p:spPr>
      </p:pic>
      <p:sp>
        <p:nvSpPr>
          <p:cNvPr id="3572" name="Google Shape;3572;p42"/>
          <p:cNvSpPr txBox="1"/>
          <p:nvPr/>
        </p:nvSpPr>
        <p:spPr>
          <a:xfrm>
            <a:off x="4178461" y="-428263"/>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573" name="Google Shape;3573;p42"/>
          <p:cNvCxnSpPr/>
          <p:nvPr/>
        </p:nvCxnSpPr>
        <p:spPr>
          <a:xfrm>
            <a:off x="4751700" y="648975"/>
            <a:ext cx="3435600" cy="653100"/>
          </a:xfrm>
          <a:prstGeom prst="straightConnector1">
            <a:avLst/>
          </a:prstGeom>
          <a:noFill/>
          <a:ln cap="flat" cmpd="sng" w="9525">
            <a:solidFill>
              <a:srgbClr val="FB9FAE"/>
            </a:solidFill>
            <a:prstDash val="solid"/>
            <a:round/>
            <a:headEnd len="sm" w="sm" type="none"/>
            <a:tailEnd len="sm" w="sm" type="none"/>
          </a:ln>
        </p:spPr>
      </p:cxnSp>
      <p:cxnSp>
        <p:nvCxnSpPr>
          <p:cNvPr id="3574" name="Google Shape;3574;p42"/>
          <p:cNvCxnSpPr/>
          <p:nvPr/>
        </p:nvCxnSpPr>
        <p:spPr>
          <a:xfrm flipH="1" rot="10800000">
            <a:off x="4711525" y="3576525"/>
            <a:ext cx="3480300" cy="347400"/>
          </a:xfrm>
          <a:prstGeom prst="straightConnector1">
            <a:avLst/>
          </a:prstGeom>
          <a:noFill/>
          <a:ln cap="flat" cmpd="sng" w="9525">
            <a:solidFill>
              <a:srgbClr val="FB9FAE"/>
            </a:solidFill>
            <a:prstDash val="solid"/>
            <a:round/>
            <a:headEnd len="sm" w="sm" type="none"/>
            <a:tailEnd len="sm" w="sm" type="none"/>
          </a:ln>
        </p:spPr>
      </p:cxnSp>
      <p:pic>
        <p:nvPicPr>
          <p:cNvPr id="3575" name="Google Shape;3575;p42"/>
          <p:cNvPicPr preferRelativeResize="0"/>
          <p:nvPr/>
        </p:nvPicPr>
        <p:blipFill rotWithShape="1">
          <a:blip r:embed="rId5">
            <a:alphaModFix/>
          </a:blip>
          <a:srcRect b="0" l="0" r="0" t="0"/>
          <a:stretch/>
        </p:blipFill>
        <p:spPr>
          <a:xfrm>
            <a:off x="216090" y="775504"/>
            <a:ext cx="2476519" cy="3174443"/>
          </a:xfrm>
          <a:prstGeom prst="rect">
            <a:avLst/>
          </a:prstGeom>
          <a:noFill/>
          <a:ln>
            <a:noFill/>
          </a:ln>
        </p:spPr>
      </p:pic>
      <p:sp>
        <p:nvSpPr>
          <p:cNvPr id="3576" name="Google Shape;3576;p42"/>
          <p:cNvSpPr txBox="1"/>
          <p:nvPr/>
        </p:nvSpPr>
        <p:spPr>
          <a:xfrm flipH="1">
            <a:off x="1668177" y="2395959"/>
            <a:ext cx="831955"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500" u="none" cap="none" strike="noStrike">
                <a:solidFill>
                  <a:srgbClr val="000000"/>
                </a:solidFill>
                <a:latin typeface="Arial"/>
                <a:ea typeface="Arial"/>
                <a:cs typeface="Arial"/>
                <a:sym typeface="Arial"/>
              </a:rPr>
              <a:t>72,2%</a:t>
            </a:r>
            <a:endParaRPr b="1" i="0" sz="1500" u="none" cap="none" strike="noStrike">
              <a:solidFill>
                <a:srgbClr val="000000"/>
              </a:solidFill>
              <a:latin typeface="Arial"/>
              <a:ea typeface="Arial"/>
              <a:cs typeface="Arial"/>
              <a:sym typeface="Arial"/>
            </a:endParaRPr>
          </a:p>
        </p:txBody>
      </p:sp>
      <p:sp>
        <p:nvSpPr>
          <p:cNvPr id="3577" name="Google Shape;3577;p42"/>
          <p:cNvSpPr txBox="1"/>
          <p:nvPr/>
        </p:nvSpPr>
        <p:spPr>
          <a:xfrm>
            <a:off x="682906" y="1828800"/>
            <a:ext cx="9144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27,8%</a:t>
            </a:r>
            <a:endParaRPr b="1" i="0" sz="1400" u="none" cap="none" strike="noStrike">
              <a:solidFill>
                <a:srgbClr val="000000"/>
              </a:solidFill>
              <a:latin typeface="Arial"/>
              <a:ea typeface="Arial"/>
              <a:cs typeface="Arial"/>
              <a:sym typeface="Arial"/>
            </a:endParaRPr>
          </a:p>
        </p:txBody>
      </p:sp>
      <p:cxnSp>
        <p:nvCxnSpPr>
          <p:cNvPr id="3578" name="Google Shape;3578;p42"/>
          <p:cNvCxnSpPr/>
          <p:nvPr/>
        </p:nvCxnSpPr>
        <p:spPr>
          <a:xfrm flipH="1">
            <a:off x="1454450" y="638925"/>
            <a:ext cx="3216900" cy="6807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cxnSp>
        <p:nvCxnSpPr>
          <p:cNvPr id="3579" name="Google Shape;3579;p42"/>
          <p:cNvCxnSpPr/>
          <p:nvPr/>
        </p:nvCxnSpPr>
        <p:spPr>
          <a:xfrm>
            <a:off x="1454349" y="3483980"/>
            <a:ext cx="3257100" cy="4398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3" name="Shape 3583"/>
        <p:cNvGrpSpPr/>
        <p:nvPr/>
      </p:nvGrpSpPr>
      <p:grpSpPr>
        <a:xfrm>
          <a:off x="0" y="0"/>
          <a:ext cx="0" cy="0"/>
          <a:chOff x="0" y="0"/>
          <a:chExt cx="0" cy="0"/>
        </a:xfrm>
      </p:grpSpPr>
      <p:pic>
        <p:nvPicPr>
          <p:cNvPr id="3584" name="Google Shape;3584;p43"/>
          <p:cNvPicPr preferRelativeResize="0"/>
          <p:nvPr/>
        </p:nvPicPr>
        <p:blipFill rotWithShape="1">
          <a:blip r:embed="rId3">
            <a:alphaModFix/>
          </a:blip>
          <a:srcRect b="0" l="0" r="0" t="0"/>
          <a:stretch/>
        </p:blipFill>
        <p:spPr>
          <a:xfrm>
            <a:off x="150470" y="505026"/>
            <a:ext cx="7974957" cy="4064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8" name="Shape 3588"/>
        <p:cNvGrpSpPr/>
        <p:nvPr/>
      </p:nvGrpSpPr>
      <p:grpSpPr>
        <a:xfrm>
          <a:off x="0" y="0"/>
          <a:ext cx="0" cy="0"/>
          <a:chOff x="0" y="0"/>
          <a:chExt cx="0" cy="0"/>
        </a:xfrm>
      </p:grpSpPr>
      <p:pic>
        <p:nvPicPr>
          <p:cNvPr id="3589" name="Google Shape;3589;p44"/>
          <p:cNvPicPr preferRelativeResize="0"/>
          <p:nvPr/>
        </p:nvPicPr>
        <p:blipFill>
          <a:blip r:embed="rId3">
            <a:alphaModFix/>
          </a:blip>
          <a:stretch>
            <a:fillRect/>
          </a:stretch>
        </p:blipFill>
        <p:spPr>
          <a:xfrm>
            <a:off x="152400" y="152400"/>
            <a:ext cx="8839199" cy="986018"/>
          </a:xfrm>
          <a:prstGeom prst="rect">
            <a:avLst/>
          </a:prstGeom>
          <a:noFill/>
          <a:ln>
            <a:noFill/>
          </a:ln>
        </p:spPr>
      </p:pic>
      <p:pic>
        <p:nvPicPr>
          <p:cNvPr id="3590" name="Google Shape;3590;p44"/>
          <p:cNvPicPr preferRelativeResize="0"/>
          <p:nvPr/>
        </p:nvPicPr>
        <p:blipFill rotWithShape="1">
          <a:blip r:embed="rId4">
            <a:alphaModFix/>
          </a:blip>
          <a:srcRect b="1359" l="-11770" r="11769" t="-1360"/>
          <a:stretch/>
        </p:blipFill>
        <p:spPr>
          <a:xfrm>
            <a:off x="3718675" y="1138418"/>
            <a:ext cx="5547650" cy="3700283"/>
          </a:xfrm>
          <a:prstGeom prst="rect">
            <a:avLst/>
          </a:prstGeom>
          <a:noFill/>
          <a:ln>
            <a:noFill/>
          </a:ln>
        </p:spPr>
      </p:pic>
      <p:pic>
        <p:nvPicPr>
          <p:cNvPr id="3591" name="Google Shape;3591;p44"/>
          <p:cNvPicPr preferRelativeResize="0"/>
          <p:nvPr/>
        </p:nvPicPr>
        <p:blipFill>
          <a:blip r:embed="rId5">
            <a:alphaModFix/>
          </a:blip>
          <a:stretch>
            <a:fillRect/>
          </a:stretch>
        </p:blipFill>
        <p:spPr>
          <a:xfrm>
            <a:off x="4462100" y="1531918"/>
            <a:ext cx="514350" cy="504825"/>
          </a:xfrm>
          <a:prstGeom prst="rect">
            <a:avLst/>
          </a:prstGeom>
          <a:noFill/>
          <a:ln>
            <a:noFill/>
          </a:ln>
        </p:spPr>
      </p:pic>
      <p:pic>
        <p:nvPicPr>
          <p:cNvPr id="3592" name="Google Shape;3592;p44"/>
          <p:cNvPicPr preferRelativeResize="0"/>
          <p:nvPr/>
        </p:nvPicPr>
        <p:blipFill>
          <a:blip r:embed="rId6">
            <a:alphaModFix/>
          </a:blip>
          <a:stretch>
            <a:fillRect/>
          </a:stretch>
        </p:blipFill>
        <p:spPr>
          <a:xfrm>
            <a:off x="2342425" y="1426524"/>
            <a:ext cx="2383250" cy="819775"/>
          </a:xfrm>
          <a:prstGeom prst="rect">
            <a:avLst/>
          </a:prstGeom>
          <a:noFill/>
          <a:ln>
            <a:noFill/>
          </a:ln>
        </p:spPr>
      </p:pic>
      <p:pic>
        <p:nvPicPr>
          <p:cNvPr id="3593" name="Google Shape;3593;p44"/>
          <p:cNvPicPr preferRelativeResize="0"/>
          <p:nvPr/>
        </p:nvPicPr>
        <p:blipFill>
          <a:blip r:embed="rId7">
            <a:alphaModFix/>
          </a:blip>
          <a:stretch>
            <a:fillRect/>
          </a:stretch>
        </p:blipFill>
        <p:spPr>
          <a:xfrm flipH="1">
            <a:off x="1984500" y="1386325"/>
            <a:ext cx="514350" cy="650425"/>
          </a:xfrm>
          <a:prstGeom prst="rect">
            <a:avLst/>
          </a:prstGeom>
          <a:noFill/>
          <a:ln>
            <a:noFill/>
          </a:ln>
        </p:spPr>
      </p:pic>
      <p:pic>
        <p:nvPicPr>
          <p:cNvPr id="3594" name="Google Shape;3594;p44"/>
          <p:cNvPicPr preferRelativeResize="0"/>
          <p:nvPr/>
        </p:nvPicPr>
        <p:blipFill>
          <a:blip r:embed="rId8">
            <a:alphaModFix/>
          </a:blip>
          <a:stretch>
            <a:fillRect/>
          </a:stretch>
        </p:blipFill>
        <p:spPr>
          <a:xfrm>
            <a:off x="-293375" y="1374450"/>
            <a:ext cx="2383263" cy="819775"/>
          </a:xfrm>
          <a:prstGeom prst="rect">
            <a:avLst/>
          </a:prstGeom>
          <a:noFill/>
          <a:ln>
            <a:noFill/>
          </a:ln>
        </p:spPr>
      </p:pic>
      <p:pic>
        <p:nvPicPr>
          <p:cNvPr id="3595" name="Google Shape;3595;p44"/>
          <p:cNvPicPr preferRelativeResize="0"/>
          <p:nvPr/>
        </p:nvPicPr>
        <p:blipFill>
          <a:blip r:embed="rId9">
            <a:alphaModFix/>
          </a:blip>
          <a:stretch>
            <a:fillRect/>
          </a:stretch>
        </p:blipFill>
        <p:spPr>
          <a:xfrm>
            <a:off x="152400" y="2571077"/>
            <a:ext cx="2190025" cy="761072"/>
          </a:xfrm>
          <a:prstGeom prst="rect">
            <a:avLst/>
          </a:prstGeom>
          <a:noFill/>
          <a:ln>
            <a:noFill/>
          </a:ln>
        </p:spPr>
      </p:pic>
      <p:pic>
        <p:nvPicPr>
          <p:cNvPr id="3596" name="Google Shape;3596;p44"/>
          <p:cNvPicPr preferRelativeResize="0"/>
          <p:nvPr/>
        </p:nvPicPr>
        <p:blipFill>
          <a:blip r:embed="rId10">
            <a:alphaModFix/>
          </a:blip>
          <a:stretch>
            <a:fillRect/>
          </a:stretch>
        </p:blipFill>
        <p:spPr>
          <a:xfrm>
            <a:off x="2140125" y="2631350"/>
            <a:ext cx="504825" cy="514350"/>
          </a:xfrm>
          <a:prstGeom prst="rect">
            <a:avLst/>
          </a:prstGeom>
          <a:noFill/>
          <a:ln>
            <a:noFill/>
          </a:ln>
        </p:spPr>
      </p:pic>
      <p:pic>
        <p:nvPicPr>
          <p:cNvPr id="3597" name="Google Shape;3597;p44"/>
          <p:cNvPicPr preferRelativeResize="0"/>
          <p:nvPr/>
        </p:nvPicPr>
        <p:blipFill>
          <a:blip r:embed="rId11">
            <a:alphaModFix/>
          </a:blip>
          <a:stretch>
            <a:fillRect/>
          </a:stretch>
        </p:blipFill>
        <p:spPr>
          <a:xfrm>
            <a:off x="383450" y="3332150"/>
            <a:ext cx="2551737" cy="877725"/>
          </a:xfrm>
          <a:prstGeom prst="rect">
            <a:avLst/>
          </a:prstGeom>
          <a:noFill/>
          <a:ln>
            <a:noFill/>
          </a:ln>
        </p:spPr>
      </p:pic>
      <p:pic>
        <p:nvPicPr>
          <p:cNvPr id="3598" name="Google Shape;3598;p44"/>
          <p:cNvPicPr preferRelativeResize="0"/>
          <p:nvPr/>
        </p:nvPicPr>
        <p:blipFill>
          <a:blip r:embed="rId12">
            <a:alphaModFix/>
          </a:blip>
          <a:stretch>
            <a:fillRect/>
          </a:stretch>
        </p:blipFill>
        <p:spPr>
          <a:xfrm>
            <a:off x="986200" y="2036750"/>
            <a:ext cx="1828130" cy="628825"/>
          </a:xfrm>
          <a:prstGeom prst="rect">
            <a:avLst/>
          </a:prstGeom>
          <a:noFill/>
          <a:ln>
            <a:noFill/>
          </a:ln>
        </p:spPr>
      </p:pic>
      <p:pic>
        <p:nvPicPr>
          <p:cNvPr id="3599" name="Google Shape;3599;p44"/>
          <p:cNvPicPr preferRelativeResize="0"/>
          <p:nvPr/>
        </p:nvPicPr>
        <p:blipFill>
          <a:blip r:embed="rId13">
            <a:alphaModFix/>
          </a:blip>
          <a:stretch>
            <a:fillRect/>
          </a:stretch>
        </p:blipFill>
        <p:spPr>
          <a:xfrm>
            <a:off x="3296775" y="2036750"/>
            <a:ext cx="1828130" cy="628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3" name="Shape 3603"/>
        <p:cNvGrpSpPr/>
        <p:nvPr/>
      </p:nvGrpSpPr>
      <p:grpSpPr>
        <a:xfrm>
          <a:off x="0" y="0"/>
          <a:ext cx="0" cy="0"/>
          <a:chOff x="0" y="0"/>
          <a:chExt cx="0" cy="0"/>
        </a:xfrm>
      </p:grpSpPr>
      <p:pic>
        <p:nvPicPr>
          <p:cNvPr id="3604" name="Google Shape;3604;p45"/>
          <p:cNvPicPr preferRelativeResize="0"/>
          <p:nvPr/>
        </p:nvPicPr>
        <p:blipFill rotWithShape="1">
          <a:blip r:embed="rId3">
            <a:alphaModFix/>
          </a:blip>
          <a:srcRect b="0" l="0" r="0" t="0"/>
          <a:stretch/>
        </p:blipFill>
        <p:spPr>
          <a:xfrm>
            <a:off x="1524000" y="539700"/>
            <a:ext cx="6096000" cy="4064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8" name="Shape 3608"/>
        <p:cNvGrpSpPr/>
        <p:nvPr/>
      </p:nvGrpSpPr>
      <p:grpSpPr>
        <a:xfrm>
          <a:off x="0" y="0"/>
          <a:ext cx="0" cy="0"/>
          <a:chOff x="0" y="0"/>
          <a:chExt cx="0" cy="0"/>
        </a:xfrm>
      </p:grpSpPr>
      <p:pic>
        <p:nvPicPr>
          <p:cNvPr id="3609" name="Google Shape;3609;p46"/>
          <p:cNvPicPr preferRelativeResize="0"/>
          <p:nvPr/>
        </p:nvPicPr>
        <p:blipFill rotWithShape="1">
          <a:blip r:embed="rId3">
            <a:alphaModFix/>
          </a:blip>
          <a:srcRect b="0" l="0" r="0" t="0"/>
          <a:stretch/>
        </p:blipFill>
        <p:spPr>
          <a:xfrm>
            <a:off x="1524000" y="539750"/>
            <a:ext cx="6096000" cy="4064000"/>
          </a:xfrm>
          <a:prstGeom prst="rect">
            <a:avLst/>
          </a:prstGeom>
          <a:noFill/>
          <a:ln>
            <a:noFill/>
          </a:ln>
        </p:spPr>
      </p:pic>
      <p:sp>
        <p:nvSpPr>
          <p:cNvPr id="3610" name="Google Shape;3610;p46"/>
          <p:cNvSpPr txBox="1"/>
          <p:nvPr/>
        </p:nvSpPr>
        <p:spPr>
          <a:xfrm>
            <a:off x="3599727" y="2141316"/>
            <a:ext cx="6976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2000" u="none" cap="none" strike="noStrike">
                <a:solidFill>
                  <a:srgbClr val="000000"/>
                </a:solidFill>
                <a:latin typeface="Arial"/>
                <a:ea typeface="Arial"/>
                <a:cs typeface="Arial"/>
                <a:sym typeface="Arial"/>
              </a:rPr>
              <a:t>50%</a:t>
            </a:r>
            <a:endParaRPr b="1" i="0" sz="2000" u="none" cap="none" strike="noStrike">
              <a:solidFill>
                <a:srgbClr val="000000"/>
              </a:solidFill>
              <a:latin typeface="Arial"/>
              <a:ea typeface="Arial"/>
              <a:cs typeface="Arial"/>
              <a:sym typeface="Arial"/>
            </a:endParaRPr>
          </a:p>
        </p:txBody>
      </p:sp>
      <p:sp>
        <p:nvSpPr>
          <p:cNvPr id="3611" name="Google Shape;3611;p46"/>
          <p:cNvSpPr txBox="1"/>
          <p:nvPr/>
        </p:nvSpPr>
        <p:spPr>
          <a:xfrm>
            <a:off x="5092861" y="2171640"/>
            <a:ext cx="6976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2000" u="none" cap="none" strike="noStrike">
                <a:solidFill>
                  <a:srgbClr val="000000"/>
                </a:solidFill>
                <a:latin typeface="Arial"/>
                <a:ea typeface="Arial"/>
                <a:cs typeface="Arial"/>
                <a:sym typeface="Arial"/>
              </a:rPr>
              <a:t>20%</a:t>
            </a:r>
            <a:endParaRPr b="1" i="0" sz="2000" u="none" cap="none" strike="noStrike">
              <a:solidFill>
                <a:srgbClr val="000000"/>
              </a:solidFill>
              <a:latin typeface="Arial"/>
              <a:ea typeface="Arial"/>
              <a:cs typeface="Arial"/>
              <a:sym typeface="Arial"/>
            </a:endParaRPr>
          </a:p>
        </p:txBody>
      </p:sp>
      <p:sp>
        <p:nvSpPr>
          <p:cNvPr id="3612" name="Google Shape;3612;p46"/>
          <p:cNvSpPr txBox="1"/>
          <p:nvPr/>
        </p:nvSpPr>
        <p:spPr>
          <a:xfrm>
            <a:off x="4838218" y="1608881"/>
            <a:ext cx="6976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2000" u="none" cap="none" strike="noStrike">
                <a:solidFill>
                  <a:srgbClr val="000000"/>
                </a:solidFill>
                <a:latin typeface="Arial"/>
                <a:ea typeface="Arial"/>
                <a:cs typeface="Arial"/>
                <a:sym typeface="Arial"/>
              </a:rPr>
              <a:t>30%</a:t>
            </a:r>
            <a:endParaRPr b="1" i="0" sz="2000" u="none" cap="none" strike="noStrike">
              <a:solidFill>
                <a:srgbClr val="000000"/>
              </a:solidFill>
              <a:latin typeface="Arial"/>
              <a:ea typeface="Arial"/>
              <a:cs typeface="Arial"/>
              <a:sym typeface="Arial"/>
            </a:endParaRPr>
          </a:p>
        </p:txBody>
      </p:sp>
      <p:sp>
        <p:nvSpPr>
          <p:cNvPr id="3613" name="Google Shape;3613;p46"/>
          <p:cNvSpPr txBox="1"/>
          <p:nvPr>
            <p:ph type="title"/>
          </p:nvPr>
        </p:nvSpPr>
        <p:spPr>
          <a:xfrm>
            <a:off x="1440000" y="139640"/>
            <a:ext cx="7704000" cy="572700"/>
          </a:xfrm>
          <a:prstGeom prst="rect">
            <a:avLst/>
          </a:prstGeom>
          <a:noFill/>
          <a:ln>
            <a:noFill/>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SzPts val="9600"/>
              <a:buNone/>
            </a:pPr>
            <a:r>
              <a:rPr lang="fr-FR" sz="5000"/>
              <a:t>How other one harres you</a:t>
            </a:r>
            <a:endParaRPr sz="5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7" name="Shape 3617"/>
        <p:cNvGrpSpPr/>
        <p:nvPr/>
      </p:nvGrpSpPr>
      <p:grpSpPr>
        <a:xfrm>
          <a:off x="0" y="0"/>
          <a:ext cx="0" cy="0"/>
          <a:chOff x="0" y="0"/>
          <a:chExt cx="0" cy="0"/>
        </a:xfrm>
      </p:grpSpPr>
      <p:pic>
        <p:nvPicPr>
          <p:cNvPr id="3618" name="Google Shape;3618;p47"/>
          <p:cNvPicPr preferRelativeResize="0"/>
          <p:nvPr/>
        </p:nvPicPr>
        <p:blipFill rotWithShape="1">
          <a:blip r:embed="rId3">
            <a:alphaModFix/>
          </a:blip>
          <a:srcRect b="0" l="0" r="0" t="0"/>
          <a:stretch/>
        </p:blipFill>
        <p:spPr>
          <a:xfrm>
            <a:off x="1524000" y="539750"/>
            <a:ext cx="6096000" cy="4064000"/>
          </a:xfrm>
          <a:prstGeom prst="rect">
            <a:avLst/>
          </a:prstGeom>
          <a:noFill/>
          <a:ln>
            <a:noFill/>
          </a:ln>
        </p:spPr>
      </p:pic>
      <p:sp>
        <p:nvSpPr>
          <p:cNvPr id="3619" name="Google Shape;3619;p47"/>
          <p:cNvSpPr txBox="1"/>
          <p:nvPr/>
        </p:nvSpPr>
        <p:spPr>
          <a:xfrm>
            <a:off x="5197033" y="1759352"/>
            <a:ext cx="910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2000" u="none" cap="none" strike="noStrike">
                <a:solidFill>
                  <a:srgbClr val="000000"/>
                </a:solidFill>
                <a:latin typeface="Arial"/>
                <a:ea typeface="Arial"/>
                <a:cs typeface="Arial"/>
                <a:sym typeface="Arial"/>
              </a:rPr>
              <a:t>25,9%</a:t>
            </a:r>
            <a:endParaRPr b="1" i="0" sz="2000" u="none" cap="none" strike="noStrike">
              <a:solidFill>
                <a:srgbClr val="000000"/>
              </a:solidFill>
              <a:latin typeface="Arial"/>
              <a:ea typeface="Arial"/>
              <a:cs typeface="Arial"/>
              <a:sym typeface="Arial"/>
            </a:endParaRPr>
          </a:p>
        </p:txBody>
      </p:sp>
      <p:sp>
        <p:nvSpPr>
          <p:cNvPr id="3620" name="Google Shape;3620;p47"/>
          <p:cNvSpPr txBox="1"/>
          <p:nvPr/>
        </p:nvSpPr>
        <p:spPr>
          <a:xfrm>
            <a:off x="3229337" y="2571750"/>
            <a:ext cx="910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2000" u="none" cap="none" strike="noStrike">
                <a:solidFill>
                  <a:srgbClr val="000000"/>
                </a:solidFill>
                <a:latin typeface="Arial"/>
                <a:ea typeface="Arial"/>
                <a:cs typeface="Arial"/>
                <a:sym typeface="Arial"/>
              </a:rPr>
              <a:t>74,1%</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4" name="Shape 3624"/>
        <p:cNvGrpSpPr/>
        <p:nvPr/>
      </p:nvGrpSpPr>
      <p:grpSpPr>
        <a:xfrm>
          <a:off x="0" y="0"/>
          <a:ext cx="0" cy="0"/>
          <a:chOff x="0" y="0"/>
          <a:chExt cx="0" cy="0"/>
        </a:xfrm>
      </p:grpSpPr>
      <p:sp>
        <p:nvSpPr>
          <p:cNvPr id="3625" name="Google Shape;3625;p48"/>
          <p:cNvSpPr/>
          <p:nvPr/>
        </p:nvSpPr>
        <p:spPr>
          <a:xfrm>
            <a:off x="1756350" y="1329863"/>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6" name="Google Shape;3626;p48"/>
          <p:cNvSpPr txBox="1"/>
          <p:nvPr>
            <p:ph type="title"/>
          </p:nvPr>
        </p:nvSpPr>
        <p:spPr>
          <a:xfrm>
            <a:off x="713100" y="2456450"/>
            <a:ext cx="3839378"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fr-FR"/>
              <a:t>ACTION PLAN</a:t>
            </a:r>
            <a:endParaRPr/>
          </a:p>
        </p:txBody>
      </p:sp>
      <p:sp>
        <p:nvSpPr>
          <p:cNvPr id="3627" name="Google Shape;3627;p48"/>
          <p:cNvSpPr txBox="1"/>
          <p:nvPr>
            <p:ph idx="2" type="title"/>
          </p:nvPr>
        </p:nvSpPr>
        <p:spPr>
          <a:xfrm>
            <a:off x="1776300" y="1442363"/>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05</a:t>
            </a:r>
            <a:endParaRPr/>
          </a:p>
        </p:txBody>
      </p:sp>
      <p:grpSp>
        <p:nvGrpSpPr>
          <p:cNvPr id="3628" name="Google Shape;3628;p48"/>
          <p:cNvGrpSpPr/>
          <p:nvPr/>
        </p:nvGrpSpPr>
        <p:grpSpPr>
          <a:xfrm>
            <a:off x="4820750" y="862965"/>
            <a:ext cx="3619720" cy="3417576"/>
            <a:chOff x="4820750" y="862965"/>
            <a:chExt cx="3619720" cy="3417576"/>
          </a:xfrm>
        </p:grpSpPr>
        <p:grpSp>
          <p:nvGrpSpPr>
            <p:cNvPr id="3629" name="Google Shape;3629;p48"/>
            <p:cNvGrpSpPr/>
            <p:nvPr/>
          </p:nvGrpSpPr>
          <p:grpSpPr>
            <a:xfrm>
              <a:off x="4820750" y="1003788"/>
              <a:ext cx="3610144" cy="3271898"/>
              <a:chOff x="4635125" y="933376"/>
              <a:chExt cx="3610144" cy="3271898"/>
            </a:xfrm>
          </p:grpSpPr>
          <p:sp>
            <p:nvSpPr>
              <p:cNvPr id="3630" name="Google Shape;3630;p48"/>
              <p:cNvSpPr/>
              <p:nvPr/>
            </p:nvSpPr>
            <p:spPr>
              <a:xfrm>
                <a:off x="4635125" y="936830"/>
                <a:ext cx="3610144" cy="3265496"/>
              </a:xfrm>
              <a:custGeom>
                <a:rect b="b" l="l" r="r" t="t"/>
                <a:pathLst>
                  <a:path extrusionOk="0" h="77533" w="85716">
                    <a:moveTo>
                      <a:pt x="42151" y="0"/>
                    </a:moveTo>
                    <a:cubicBezTo>
                      <a:pt x="24195" y="0"/>
                      <a:pt x="6908" y="13876"/>
                      <a:pt x="3560" y="31627"/>
                    </a:cubicBezTo>
                    <a:cubicBezTo>
                      <a:pt x="1" y="50449"/>
                      <a:pt x="12633" y="70900"/>
                      <a:pt x="31054" y="76188"/>
                    </a:cubicBezTo>
                    <a:cubicBezTo>
                      <a:pt x="34238" y="77099"/>
                      <a:pt x="37518" y="77532"/>
                      <a:pt x="40799" y="77532"/>
                    </a:cubicBezTo>
                    <a:cubicBezTo>
                      <a:pt x="56475" y="77532"/>
                      <a:pt x="72206" y="67660"/>
                      <a:pt x="77946" y="52905"/>
                    </a:cubicBezTo>
                    <a:cubicBezTo>
                      <a:pt x="85716" y="32855"/>
                      <a:pt x="73836" y="7015"/>
                      <a:pt x="52382" y="1576"/>
                    </a:cubicBezTo>
                    <a:cubicBezTo>
                      <a:pt x="49009" y="503"/>
                      <a:pt x="45568" y="0"/>
                      <a:pt x="42151" y="0"/>
                    </a:cubicBezTo>
                    <a:close/>
                  </a:path>
                </a:pathLst>
              </a:custGeom>
              <a:solidFill>
                <a:srgbClr val="4545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1" name="Google Shape;3631;p48"/>
              <p:cNvSpPr/>
              <p:nvPr/>
            </p:nvSpPr>
            <p:spPr>
              <a:xfrm>
                <a:off x="5085868" y="2848384"/>
                <a:ext cx="1041903" cy="442318"/>
              </a:xfrm>
              <a:custGeom>
                <a:rect b="b" l="l" r="r" t="t"/>
                <a:pathLst>
                  <a:path extrusionOk="0" h="10502" w="24738">
                    <a:moveTo>
                      <a:pt x="19023" y="0"/>
                    </a:moveTo>
                    <a:cubicBezTo>
                      <a:pt x="18798" y="25"/>
                      <a:pt x="18572" y="50"/>
                      <a:pt x="18347" y="75"/>
                    </a:cubicBezTo>
                    <a:cubicBezTo>
                      <a:pt x="17520" y="201"/>
                      <a:pt x="16743" y="451"/>
                      <a:pt x="16041" y="877"/>
                    </a:cubicBezTo>
                    <a:cubicBezTo>
                      <a:pt x="15364" y="1253"/>
                      <a:pt x="14763" y="1754"/>
                      <a:pt x="14211" y="2306"/>
                    </a:cubicBezTo>
                    <a:cubicBezTo>
                      <a:pt x="13109" y="3384"/>
                      <a:pt x="12257" y="4687"/>
                      <a:pt x="11304" y="5915"/>
                    </a:cubicBezTo>
                    <a:cubicBezTo>
                      <a:pt x="10878" y="6491"/>
                      <a:pt x="10427" y="7043"/>
                      <a:pt x="9926" y="7544"/>
                    </a:cubicBezTo>
                    <a:cubicBezTo>
                      <a:pt x="9349" y="8120"/>
                      <a:pt x="8647" y="8597"/>
                      <a:pt x="7871" y="8922"/>
                    </a:cubicBezTo>
                    <a:cubicBezTo>
                      <a:pt x="7233" y="9177"/>
                      <a:pt x="6540" y="9307"/>
                      <a:pt x="5848" y="9307"/>
                    </a:cubicBezTo>
                    <a:cubicBezTo>
                      <a:pt x="4635" y="9307"/>
                      <a:pt x="3426" y="8909"/>
                      <a:pt x="2532" y="8095"/>
                    </a:cubicBezTo>
                    <a:cubicBezTo>
                      <a:pt x="2231" y="7820"/>
                      <a:pt x="1956" y="7494"/>
                      <a:pt x="1780" y="7118"/>
                    </a:cubicBezTo>
                    <a:cubicBezTo>
                      <a:pt x="1555" y="6742"/>
                      <a:pt x="1454" y="6341"/>
                      <a:pt x="1404" y="5915"/>
                    </a:cubicBezTo>
                    <a:cubicBezTo>
                      <a:pt x="1304" y="5088"/>
                      <a:pt x="1454" y="4211"/>
                      <a:pt x="2006" y="3559"/>
                    </a:cubicBezTo>
                    <a:cubicBezTo>
                      <a:pt x="2507" y="2958"/>
                      <a:pt x="3284" y="2657"/>
                      <a:pt x="4086" y="2607"/>
                    </a:cubicBezTo>
                    <a:cubicBezTo>
                      <a:pt x="4188" y="2600"/>
                      <a:pt x="4291" y="2596"/>
                      <a:pt x="4394" y="2596"/>
                    </a:cubicBezTo>
                    <a:cubicBezTo>
                      <a:pt x="5025" y="2596"/>
                      <a:pt x="5653" y="2748"/>
                      <a:pt x="6041" y="3308"/>
                    </a:cubicBezTo>
                    <a:cubicBezTo>
                      <a:pt x="6392" y="3785"/>
                      <a:pt x="6442" y="4461"/>
                      <a:pt x="6292" y="5038"/>
                    </a:cubicBezTo>
                    <a:cubicBezTo>
                      <a:pt x="6166" y="5564"/>
                      <a:pt x="5815" y="6065"/>
                      <a:pt x="5264" y="6191"/>
                    </a:cubicBezTo>
                    <a:cubicBezTo>
                      <a:pt x="5155" y="6219"/>
                      <a:pt x="5047" y="6232"/>
                      <a:pt x="4941" y="6232"/>
                    </a:cubicBezTo>
                    <a:cubicBezTo>
                      <a:pt x="4388" y="6232"/>
                      <a:pt x="3891" y="5868"/>
                      <a:pt x="3660" y="5364"/>
                    </a:cubicBezTo>
                    <a:cubicBezTo>
                      <a:pt x="3510" y="5063"/>
                      <a:pt x="3434" y="4737"/>
                      <a:pt x="3384" y="4411"/>
                    </a:cubicBezTo>
                    <a:cubicBezTo>
                      <a:pt x="3209" y="4687"/>
                      <a:pt x="3134" y="5013"/>
                      <a:pt x="3134" y="5338"/>
                    </a:cubicBezTo>
                    <a:cubicBezTo>
                      <a:pt x="3109" y="6191"/>
                      <a:pt x="3710" y="6892"/>
                      <a:pt x="4537" y="7118"/>
                    </a:cubicBezTo>
                    <a:cubicBezTo>
                      <a:pt x="4728" y="7168"/>
                      <a:pt x="4919" y="7193"/>
                      <a:pt x="5106" y="7193"/>
                    </a:cubicBezTo>
                    <a:cubicBezTo>
                      <a:pt x="5757" y="7193"/>
                      <a:pt x="6370" y="6903"/>
                      <a:pt x="6818" y="6416"/>
                    </a:cubicBezTo>
                    <a:cubicBezTo>
                      <a:pt x="7369" y="5815"/>
                      <a:pt x="7620" y="4988"/>
                      <a:pt x="7545" y="4186"/>
                    </a:cubicBezTo>
                    <a:cubicBezTo>
                      <a:pt x="7444" y="3409"/>
                      <a:pt x="7069" y="2707"/>
                      <a:pt x="6542" y="2156"/>
                    </a:cubicBezTo>
                    <a:cubicBezTo>
                      <a:pt x="5966" y="1579"/>
                      <a:pt x="5239" y="1228"/>
                      <a:pt x="4462" y="1178"/>
                    </a:cubicBezTo>
                    <a:cubicBezTo>
                      <a:pt x="4359" y="1168"/>
                      <a:pt x="4256" y="1164"/>
                      <a:pt x="4152" y="1164"/>
                    </a:cubicBezTo>
                    <a:cubicBezTo>
                      <a:pt x="3450" y="1164"/>
                      <a:pt x="2746" y="1380"/>
                      <a:pt x="2156" y="1729"/>
                    </a:cubicBezTo>
                    <a:cubicBezTo>
                      <a:pt x="1454" y="2156"/>
                      <a:pt x="878" y="2782"/>
                      <a:pt x="502" y="3509"/>
                    </a:cubicBezTo>
                    <a:cubicBezTo>
                      <a:pt x="126" y="4336"/>
                      <a:pt x="1" y="5263"/>
                      <a:pt x="126" y="6166"/>
                    </a:cubicBezTo>
                    <a:cubicBezTo>
                      <a:pt x="251" y="7043"/>
                      <a:pt x="577" y="7970"/>
                      <a:pt x="1154" y="8672"/>
                    </a:cubicBezTo>
                    <a:cubicBezTo>
                      <a:pt x="1705" y="9349"/>
                      <a:pt x="2507" y="9825"/>
                      <a:pt x="3334" y="10075"/>
                    </a:cubicBezTo>
                    <a:cubicBezTo>
                      <a:pt x="4211" y="10351"/>
                      <a:pt x="5189" y="10476"/>
                      <a:pt x="6091" y="10501"/>
                    </a:cubicBezTo>
                    <a:cubicBezTo>
                      <a:pt x="7069" y="10501"/>
                      <a:pt x="8046" y="10376"/>
                      <a:pt x="8948" y="10000"/>
                    </a:cubicBezTo>
                    <a:cubicBezTo>
                      <a:pt x="10602" y="9323"/>
                      <a:pt x="11830" y="7895"/>
                      <a:pt x="12883" y="6491"/>
                    </a:cubicBezTo>
                    <a:cubicBezTo>
                      <a:pt x="13409" y="5815"/>
                      <a:pt x="13911" y="5113"/>
                      <a:pt x="14437" y="4436"/>
                    </a:cubicBezTo>
                    <a:cubicBezTo>
                      <a:pt x="14938" y="3760"/>
                      <a:pt x="15439" y="3108"/>
                      <a:pt x="16041" y="2506"/>
                    </a:cubicBezTo>
                    <a:cubicBezTo>
                      <a:pt x="16592" y="1930"/>
                      <a:pt x="17219" y="1429"/>
                      <a:pt x="17971" y="1103"/>
                    </a:cubicBezTo>
                    <a:cubicBezTo>
                      <a:pt x="18507" y="873"/>
                      <a:pt x="19058" y="775"/>
                      <a:pt x="19634" y="775"/>
                    </a:cubicBezTo>
                    <a:cubicBezTo>
                      <a:pt x="19812" y="775"/>
                      <a:pt x="19993" y="784"/>
                      <a:pt x="20176" y="802"/>
                    </a:cubicBezTo>
                    <a:cubicBezTo>
                      <a:pt x="21003" y="877"/>
                      <a:pt x="21830" y="1053"/>
                      <a:pt x="22658" y="1178"/>
                    </a:cubicBezTo>
                    <a:cubicBezTo>
                      <a:pt x="23048" y="1221"/>
                      <a:pt x="23456" y="1265"/>
                      <a:pt x="23860" y="1265"/>
                    </a:cubicBezTo>
                    <a:cubicBezTo>
                      <a:pt x="24157" y="1265"/>
                      <a:pt x="24452" y="1242"/>
                      <a:pt x="24738" y="1178"/>
                    </a:cubicBezTo>
                    <a:cubicBezTo>
                      <a:pt x="24262" y="1028"/>
                      <a:pt x="23785" y="927"/>
                      <a:pt x="23309" y="802"/>
                    </a:cubicBezTo>
                    <a:cubicBezTo>
                      <a:pt x="22658" y="652"/>
                      <a:pt x="21981" y="526"/>
                      <a:pt x="21329" y="376"/>
                    </a:cubicBezTo>
                    <a:cubicBezTo>
                      <a:pt x="20828" y="276"/>
                      <a:pt x="20302" y="176"/>
                      <a:pt x="19800" y="75"/>
                    </a:cubicBezTo>
                    <a:cubicBezTo>
                      <a:pt x="19700" y="50"/>
                      <a:pt x="19600" y="0"/>
                      <a:pt x="19500"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2" name="Google Shape;3632;p48"/>
              <p:cNvSpPr/>
              <p:nvPr/>
            </p:nvSpPr>
            <p:spPr>
              <a:xfrm>
                <a:off x="5079550" y="2840971"/>
                <a:ext cx="1065109" cy="456217"/>
              </a:xfrm>
              <a:custGeom>
                <a:rect b="b" l="l" r="r" t="t"/>
                <a:pathLst>
                  <a:path extrusionOk="0" h="10832" w="25289">
                    <a:moveTo>
                      <a:pt x="19650" y="176"/>
                    </a:moveTo>
                    <a:cubicBezTo>
                      <a:pt x="19750" y="176"/>
                      <a:pt x="19850" y="226"/>
                      <a:pt x="19950" y="251"/>
                    </a:cubicBezTo>
                    <a:cubicBezTo>
                      <a:pt x="20452" y="352"/>
                      <a:pt x="20978" y="452"/>
                      <a:pt x="21479" y="552"/>
                    </a:cubicBezTo>
                    <a:cubicBezTo>
                      <a:pt x="22131" y="702"/>
                      <a:pt x="22808" y="828"/>
                      <a:pt x="23459" y="978"/>
                    </a:cubicBezTo>
                    <a:cubicBezTo>
                      <a:pt x="23935" y="1103"/>
                      <a:pt x="24412" y="1204"/>
                      <a:pt x="24888" y="1354"/>
                    </a:cubicBezTo>
                    <a:cubicBezTo>
                      <a:pt x="24602" y="1418"/>
                      <a:pt x="24307" y="1441"/>
                      <a:pt x="24010" y="1441"/>
                    </a:cubicBezTo>
                    <a:cubicBezTo>
                      <a:pt x="23606" y="1441"/>
                      <a:pt x="23198" y="1397"/>
                      <a:pt x="22808" y="1354"/>
                    </a:cubicBezTo>
                    <a:cubicBezTo>
                      <a:pt x="21980" y="1229"/>
                      <a:pt x="21153" y="1053"/>
                      <a:pt x="20326" y="978"/>
                    </a:cubicBezTo>
                    <a:cubicBezTo>
                      <a:pt x="20143" y="960"/>
                      <a:pt x="19962" y="951"/>
                      <a:pt x="19784" y="951"/>
                    </a:cubicBezTo>
                    <a:cubicBezTo>
                      <a:pt x="19208" y="951"/>
                      <a:pt x="18657" y="1049"/>
                      <a:pt x="18121" y="1279"/>
                    </a:cubicBezTo>
                    <a:cubicBezTo>
                      <a:pt x="17369" y="1605"/>
                      <a:pt x="16742" y="2106"/>
                      <a:pt x="16191" y="2682"/>
                    </a:cubicBezTo>
                    <a:cubicBezTo>
                      <a:pt x="15589" y="3284"/>
                      <a:pt x="15088" y="3936"/>
                      <a:pt x="14587" y="4612"/>
                    </a:cubicBezTo>
                    <a:cubicBezTo>
                      <a:pt x="14061" y="5289"/>
                      <a:pt x="13559" y="5991"/>
                      <a:pt x="13033" y="6667"/>
                    </a:cubicBezTo>
                    <a:cubicBezTo>
                      <a:pt x="11980" y="8071"/>
                      <a:pt x="10752" y="9499"/>
                      <a:pt x="9098" y="10176"/>
                    </a:cubicBezTo>
                    <a:cubicBezTo>
                      <a:pt x="8269" y="10522"/>
                      <a:pt x="7377" y="10655"/>
                      <a:pt x="6498" y="10655"/>
                    </a:cubicBezTo>
                    <a:cubicBezTo>
                      <a:pt x="6421" y="10655"/>
                      <a:pt x="6343" y="10654"/>
                      <a:pt x="6266" y="10652"/>
                    </a:cubicBezTo>
                    <a:cubicBezTo>
                      <a:pt x="5339" y="10652"/>
                      <a:pt x="4361" y="10527"/>
                      <a:pt x="3484" y="10251"/>
                    </a:cubicBezTo>
                    <a:cubicBezTo>
                      <a:pt x="2657" y="9976"/>
                      <a:pt x="1855" y="9525"/>
                      <a:pt x="1304" y="8848"/>
                    </a:cubicBezTo>
                    <a:cubicBezTo>
                      <a:pt x="727" y="8146"/>
                      <a:pt x="401" y="7219"/>
                      <a:pt x="276" y="6342"/>
                    </a:cubicBezTo>
                    <a:cubicBezTo>
                      <a:pt x="176" y="5439"/>
                      <a:pt x="276" y="4512"/>
                      <a:pt x="652" y="3685"/>
                    </a:cubicBezTo>
                    <a:cubicBezTo>
                      <a:pt x="1028" y="2958"/>
                      <a:pt x="1604" y="2332"/>
                      <a:pt x="2306" y="1905"/>
                    </a:cubicBezTo>
                    <a:cubicBezTo>
                      <a:pt x="2896" y="1556"/>
                      <a:pt x="3600" y="1340"/>
                      <a:pt x="4302" y="1340"/>
                    </a:cubicBezTo>
                    <a:cubicBezTo>
                      <a:pt x="4406" y="1340"/>
                      <a:pt x="4509" y="1344"/>
                      <a:pt x="4612" y="1354"/>
                    </a:cubicBezTo>
                    <a:cubicBezTo>
                      <a:pt x="5389" y="1404"/>
                      <a:pt x="6116" y="1755"/>
                      <a:pt x="6692" y="2332"/>
                    </a:cubicBezTo>
                    <a:cubicBezTo>
                      <a:pt x="7219" y="2858"/>
                      <a:pt x="7594" y="3585"/>
                      <a:pt x="7695" y="4362"/>
                    </a:cubicBezTo>
                    <a:cubicBezTo>
                      <a:pt x="7770" y="5164"/>
                      <a:pt x="7519" y="5991"/>
                      <a:pt x="6968" y="6592"/>
                    </a:cubicBezTo>
                    <a:cubicBezTo>
                      <a:pt x="6520" y="7079"/>
                      <a:pt x="5907" y="7369"/>
                      <a:pt x="5256" y="7369"/>
                    </a:cubicBezTo>
                    <a:cubicBezTo>
                      <a:pt x="5069" y="7369"/>
                      <a:pt x="4878" y="7344"/>
                      <a:pt x="4687" y="7294"/>
                    </a:cubicBezTo>
                    <a:cubicBezTo>
                      <a:pt x="3860" y="7068"/>
                      <a:pt x="3259" y="6367"/>
                      <a:pt x="3284" y="5514"/>
                    </a:cubicBezTo>
                    <a:cubicBezTo>
                      <a:pt x="3284" y="5189"/>
                      <a:pt x="3359" y="4863"/>
                      <a:pt x="3534" y="4587"/>
                    </a:cubicBezTo>
                    <a:cubicBezTo>
                      <a:pt x="3584" y="4913"/>
                      <a:pt x="3660" y="5239"/>
                      <a:pt x="3810" y="5540"/>
                    </a:cubicBezTo>
                    <a:cubicBezTo>
                      <a:pt x="4041" y="6044"/>
                      <a:pt x="4538" y="6408"/>
                      <a:pt x="5091" y="6408"/>
                    </a:cubicBezTo>
                    <a:cubicBezTo>
                      <a:pt x="5197" y="6408"/>
                      <a:pt x="5305" y="6395"/>
                      <a:pt x="5414" y="6367"/>
                    </a:cubicBezTo>
                    <a:cubicBezTo>
                      <a:pt x="5965" y="6241"/>
                      <a:pt x="6316" y="5740"/>
                      <a:pt x="6442" y="5214"/>
                    </a:cubicBezTo>
                    <a:cubicBezTo>
                      <a:pt x="6592" y="4637"/>
                      <a:pt x="6542" y="3961"/>
                      <a:pt x="6191" y="3484"/>
                    </a:cubicBezTo>
                    <a:cubicBezTo>
                      <a:pt x="5803" y="2924"/>
                      <a:pt x="5175" y="2772"/>
                      <a:pt x="4544" y="2772"/>
                    </a:cubicBezTo>
                    <a:cubicBezTo>
                      <a:pt x="4441" y="2772"/>
                      <a:pt x="4338" y="2776"/>
                      <a:pt x="4236" y="2783"/>
                    </a:cubicBezTo>
                    <a:cubicBezTo>
                      <a:pt x="3434" y="2833"/>
                      <a:pt x="2657" y="3134"/>
                      <a:pt x="2156" y="3735"/>
                    </a:cubicBezTo>
                    <a:cubicBezTo>
                      <a:pt x="1604" y="4387"/>
                      <a:pt x="1454" y="5264"/>
                      <a:pt x="1554" y="6091"/>
                    </a:cubicBezTo>
                    <a:cubicBezTo>
                      <a:pt x="1604" y="6517"/>
                      <a:pt x="1705" y="6918"/>
                      <a:pt x="1930" y="7294"/>
                    </a:cubicBezTo>
                    <a:cubicBezTo>
                      <a:pt x="2106" y="7670"/>
                      <a:pt x="2381" y="7996"/>
                      <a:pt x="2682" y="8271"/>
                    </a:cubicBezTo>
                    <a:cubicBezTo>
                      <a:pt x="3576" y="9085"/>
                      <a:pt x="4785" y="9483"/>
                      <a:pt x="5998" y="9483"/>
                    </a:cubicBezTo>
                    <a:cubicBezTo>
                      <a:pt x="6690" y="9483"/>
                      <a:pt x="7383" y="9353"/>
                      <a:pt x="8021" y="9098"/>
                    </a:cubicBezTo>
                    <a:cubicBezTo>
                      <a:pt x="8797" y="8773"/>
                      <a:pt x="9499" y="8296"/>
                      <a:pt x="10076" y="7720"/>
                    </a:cubicBezTo>
                    <a:cubicBezTo>
                      <a:pt x="10577" y="7219"/>
                      <a:pt x="11028" y="6667"/>
                      <a:pt x="11454" y="6091"/>
                    </a:cubicBezTo>
                    <a:cubicBezTo>
                      <a:pt x="12407" y="4863"/>
                      <a:pt x="13259" y="3560"/>
                      <a:pt x="14361" y="2482"/>
                    </a:cubicBezTo>
                    <a:cubicBezTo>
                      <a:pt x="14913" y="1930"/>
                      <a:pt x="15514" y="1429"/>
                      <a:pt x="16191" y="1053"/>
                    </a:cubicBezTo>
                    <a:cubicBezTo>
                      <a:pt x="16893" y="627"/>
                      <a:pt x="17670" y="377"/>
                      <a:pt x="18497" y="251"/>
                    </a:cubicBezTo>
                    <a:cubicBezTo>
                      <a:pt x="18722" y="226"/>
                      <a:pt x="18948" y="201"/>
                      <a:pt x="19173" y="176"/>
                    </a:cubicBezTo>
                    <a:close/>
                    <a:moveTo>
                      <a:pt x="19399" y="1"/>
                    </a:moveTo>
                    <a:cubicBezTo>
                      <a:pt x="18973" y="26"/>
                      <a:pt x="18522" y="51"/>
                      <a:pt x="18096" y="151"/>
                    </a:cubicBezTo>
                    <a:cubicBezTo>
                      <a:pt x="17344" y="301"/>
                      <a:pt x="16592" y="577"/>
                      <a:pt x="15940" y="1003"/>
                    </a:cubicBezTo>
                    <a:cubicBezTo>
                      <a:pt x="14612" y="1780"/>
                      <a:pt x="13610" y="2958"/>
                      <a:pt x="12682" y="4186"/>
                    </a:cubicBezTo>
                    <a:cubicBezTo>
                      <a:pt x="11805" y="5314"/>
                      <a:pt x="11003" y="6542"/>
                      <a:pt x="9975" y="7570"/>
                    </a:cubicBezTo>
                    <a:cubicBezTo>
                      <a:pt x="9399" y="8146"/>
                      <a:pt x="8722" y="8622"/>
                      <a:pt x="7970" y="8923"/>
                    </a:cubicBezTo>
                    <a:cubicBezTo>
                      <a:pt x="7339" y="9179"/>
                      <a:pt x="6650" y="9319"/>
                      <a:pt x="5966" y="9319"/>
                    </a:cubicBezTo>
                    <a:cubicBezTo>
                      <a:pt x="5645" y="9319"/>
                      <a:pt x="5325" y="9288"/>
                      <a:pt x="5013" y="9224"/>
                    </a:cubicBezTo>
                    <a:cubicBezTo>
                      <a:pt x="4136" y="9048"/>
                      <a:pt x="3309" y="8647"/>
                      <a:pt x="2682" y="8046"/>
                    </a:cubicBezTo>
                    <a:cubicBezTo>
                      <a:pt x="2406" y="7770"/>
                      <a:pt x="2156" y="7444"/>
                      <a:pt x="2005" y="7068"/>
                    </a:cubicBezTo>
                    <a:cubicBezTo>
                      <a:pt x="1805" y="6667"/>
                      <a:pt x="1730" y="6241"/>
                      <a:pt x="1705" y="5790"/>
                    </a:cubicBezTo>
                    <a:cubicBezTo>
                      <a:pt x="1655" y="4988"/>
                      <a:pt x="1880" y="4161"/>
                      <a:pt x="2507" y="3610"/>
                    </a:cubicBezTo>
                    <a:cubicBezTo>
                      <a:pt x="3059" y="3123"/>
                      <a:pt x="3787" y="2949"/>
                      <a:pt x="4485" y="2949"/>
                    </a:cubicBezTo>
                    <a:cubicBezTo>
                      <a:pt x="4578" y="2949"/>
                      <a:pt x="4671" y="2952"/>
                      <a:pt x="4762" y="2958"/>
                    </a:cubicBezTo>
                    <a:cubicBezTo>
                      <a:pt x="5138" y="2983"/>
                      <a:pt x="5489" y="3058"/>
                      <a:pt x="5765" y="3284"/>
                    </a:cubicBezTo>
                    <a:cubicBezTo>
                      <a:pt x="5990" y="3459"/>
                      <a:pt x="6166" y="3710"/>
                      <a:pt x="6266" y="3986"/>
                    </a:cubicBezTo>
                    <a:cubicBezTo>
                      <a:pt x="6442" y="4537"/>
                      <a:pt x="6366" y="5164"/>
                      <a:pt x="6066" y="5665"/>
                    </a:cubicBezTo>
                    <a:cubicBezTo>
                      <a:pt x="5940" y="5890"/>
                      <a:pt x="5740" y="6066"/>
                      <a:pt x="5514" y="6166"/>
                    </a:cubicBezTo>
                    <a:cubicBezTo>
                      <a:pt x="5393" y="6217"/>
                      <a:pt x="5263" y="6239"/>
                      <a:pt x="5132" y="6239"/>
                    </a:cubicBezTo>
                    <a:cubicBezTo>
                      <a:pt x="4938" y="6239"/>
                      <a:pt x="4741" y="6191"/>
                      <a:pt x="4562" y="6116"/>
                    </a:cubicBezTo>
                    <a:cubicBezTo>
                      <a:pt x="4036" y="5865"/>
                      <a:pt x="3810" y="5239"/>
                      <a:pt x="3735" y="4687"/>
                    </a:cubicBezTo>
                    <a:cubicBezTo>
                      <a:pt x="3710" y="4587"/>
                      <a:pt x="3710" y="4462"/>
                      <a:pt x="3710" y="4362"/>
                    </a:cubicBezTo>
                    <a:cubicBezTo>
                      <a:pt x="3710" y="4307"/>
                      <a:pt x="3658" y="4266"/>
                      <a:pt x="3610" y="4266"/>
                    </a:cubicBezTo>
                    <a:cubicBezTo>
                      <a:pt x="3591" y="4266"/>
                      <a:pt x="3573" y="4272"/>
                      <a:pt x="3559" y="4286"/>
                    </a:cubicBezTo>
                    <a:cubicBezTo>
                      <a:pt x="3008" y="4913"/>
                      <a:pt x="2958" y="5865"/>
                      <a:pt x="3384" y="6567"/>
                    </a:cubicBezTo>
                    <a:cubicBezTo>
                      <a:pt x="3775" y="7197"/>
                      <a:pt x="4523" y="7544"/>
                      <a:pt x="5254" y="7544"/>
                    </a:cubicBezTo>
                    <a:cubicBezTo>
                      <a:pt x="5367" y="7544"/>
                      <a:pt x="5479" y="7536"/>
                      <a:pt x="5589" y="7520"/>
                    </a:cubicBezTo>
                    <a:cubicBezTo>
                      <a:pt x="6416" y="7419"/>
                      <a:pt x="7143" y="6818"/>
                      <a:pt x="7544" y="6066"/>
                    </a:cubicBezTo>
                    <a:cubicBezTo>
                      <a:pt x="7920" y="5364"/>
                      <a:pt x="7970" y="4537"/>
                      <a:pt x="7745" y="3760"/>
                    </a:cubicBezTo>
                    <a:cubicBezTo>
                      <a:pt x="7519" y="3008"/>
                      <a:pt x="7018" y="2332"/>
                      <a:pt x="6391" y="1855"/>
                    </a:cubicBezTo>
                    <a:cubicBezTo>
                      <a:pt x="5799" y="1400"/>
                      <a:pt x="5103" y="1172"/>
                      <a:pt x="4360" y="1172"/>
                    </a:cubicBezTo>
                    <a:cubicBezTo>
                      <a:pt x="4286" y="1172"/>
                      <a:pt x="4211" y="1174"/>
                      <a:pt x="4136" y="1179"/>
                    </a:cubicBezTo>
                    <a:cubicBezTo>
                      <a:pt x="2432" y="1254"/>
                      <a:pt x="903" y="2432"/>
                      <a:pt x="326" y="4036"/>
                    </a:cubicBezTo>
                    <a:cubicBezTo>
                      <a:pt x="25" y="4913"/>
                      <a:pt x="0" y="5865"/>
                      <a:pt x="176" y="6793"/>
                    </a:cubicBezTo>
                    <a:cubicBezTo>
                      <a:pt x="376" y="7670"/>
                      <a:pt x="752" y="8572"/>
                      <a:pt x="1404" y="9224"/>
                    </a:cubicBezTo>
                    <a:cubicBezTo>
                      <a:pt x="2031" y="9875"/>
                      <a:pt x="2883" y="10276"/>
                      <a:pt x="3735" y="10502"/>
                    </a:cubicBezTo>
                    <a:cubicBezTo>
                      <a:pt x="4593" y="10728"/>
                      <a:pt x="5492" y="10832"/>
                      <a:pt x="6376" y="10832"/>
                    </a:cubicBezTo>
                    <a:cubicBezTo>
                      <a:pt x="6473" y="10832"/>
                      <a:pt x="6570" y="10830"/>
                      <a:pt x="6667" y="10828"/>
                    </a:cubicBezTo>
                    <a:cubicBezTo>
                      <a:pt x="7645" y="10803"/>
                      <a:pt x="8622" y="10627"/>
                      <a:pt x="9499" y="10176"/>
                    </a:cubicBezTo>
                    <a:cubicBezTo>
                      <a:pt x="10326" y="9800"/>
                      <a:pt x="11028" y="9199"/>
                      <a:pt x="11680" y="8572"/>
                    </a:cubicBezTo>
                    <a:cubicBezTo>
                      <a:pt x="12958" y="7244"/>
                      <a:pt x="13960" y="5690"/>
                      <a:pt x="15063" y="4261"/>
                    </a:cubicBezTo>
                    <a:cubicBezTo>
                      <a:pt x="16066" y="2933"/>
                      <a:pt x="17319" y="1504"/>
                      <a:pt x="19048" y="1179"/>
                    </a:cubicBezTo>
                    <a:cubicBezTo>
                      <a:pt x="19287" y="1134"/>
                      <a:pt x="19531" y="1116"/>
                      <a:pt x="19776" y="1116"/>
                    </a:cubicBezTo>
                    <a:cubicBezTo>
                      <a:pt x="20354" y="1116"/>
                      <a:pt x="20941" y="1216"/>
                      <a:pt x="21504" y="1304"/>
                    </a:cubicBezTo>
                    <a:cubicBezTo>
                      <a:pt x="22278" y="1445"/>
                      <a:pt x="23095" y="1607"/>
                      <a:pt x="23895" y="1607"/>
                    </a:cubicBezTo>
                    <a:cubicBezTo>
                      <a:pt x="23950" y="1607"/>
                      <a:pt x="24005" y="1606"/>
                      <a:pt x="24061" y="1605"/>
                    </a:cubicBezTo>
                    <a:cubicBezTo>
                      <a:pt x="24412" y="1605"/>
                      <a:pt x="24788" y="1580"/>
                      <a:pt x="25138" y="1454"/>
                    </a:cubicBezTo>
                    <a:cubicBezTo>
                      <a:pt x="25289" y="1404"/>
                      <a:pt x="25163" y="1279"/>
                      <a:pt x="25088" y="1229"/>
                    </a:cubicBezTo>
                    <a:cubicBezTo>
                      <a:pt x="24938" y="1179"/>
                      <a:pt x="24813" y="1128"/>
                      <a:pt x="24662" y="1103"/>
                    </a:cubicBezTo>
                    <a:cubicBezTo>
                      <a:pt x="24111" y="953"/>
                      <a:pt x="23585" y="828"/>
                      <a:pt x="23033" y="727"/>
                    </a:cubicBezTo>
                    <a:cubicBezTo>
                      <a:pt x="21955" y="477"/>
                      <a:pt x="20903" y="251"/>
                      <a:pt x="19825" y="26"/>
                    </a:cubicBezTo>
                    <a:cubicBezTo>
                      <a:pt x="19675" y="1"/>
                      <a:pt x="19549" y="1"/>
                      <a:pt x="193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3" name="Google Shape;3633;p48"/>
              <p:cNvSpPr/>
              <p:nvPr/>
            </p:nvSpPr>
            <p:spPr>
              <a:xfrm>
                <a:off x="7500008" y="2400799"/>
                <a:ext cx="515181" cy="583243"/>
              </a:xfrm>
              <a:custGeom>
                <a:rect b="b" l="l" r="r" t="t"/>
                <a:pathLst>
                  <a:path extrusionOk="0" h="13848" w="12232">
                    <a:moveTo>
                      <a:pt x="12081" y="0"/>
                    </a:moveTo>
                    <a:cubicBezTo>
                      <a:pt x="11855" y="276"/>
                      <a:pt x="11630" y="527"/>
                      <a:pt x="11379" y="777"/>
                    </a:cubicBezTo>
                    <a:cubicBezTo>
                      <a:pt x="10727" y="1379"/>
                      <a:pt x="10000" y="1880"/>
                      <a:pt x="9198" y="2281"/>
                    </a:cubicBezTo>
                    <a:cubicBezTo>
                      <a:pt x="8396" y="2682"/>
                      <a:pt x="7519" y="2933"/>
                      <a:pt x="6617" y="3058"/>
                    </a:cubicBezTo>
                    <a:cubicBezTo>
                      <a:pt x="5640" y="3183"/>
                      <a:pt x="4662" y="3234"/>
                      <a:pt x="3710" y="3534"/>
                    </a:cubicBezTo>
                    <a:cubicBezTo>
                      <a:pt x="1930" y="4086"/>
                      <a:pt x="752" y="5765"/>
                      <a:pt x="301" y="7519"/>
                    </a:cubicBezTo>
                    <a:cubicBezTo>
                      <a:pt x="51" y="8472"/>
                      <a:pt x="0" y="9524"/>
                      <a:pt x="301" y="10477"/>
                    </a:cubicBezTo>
                    <a:cubicBezTo>
                      <a:pt x="527" y="11304"/>
                      <a:pt x="1028" y="12081"/>
                      <a:pt x="1705" y="12632"/>
                    </a:cubicBezTo>
                    <a:cubicBezTo>
                      <a:pt x="2457" y="13259"/>
                      <a:pt x="3434" y="13509"/>
                      <a:pt x="4386" y="13685"/>
                    </a:cubicBezTo>
                    <a:cubicBezTo>
                      <a:pt x="4913" y="13775"/>
                      <a:pt x="5457" y="13847"/>
                      <a:pt x="6003" y="13847"/>
                    </a:cubicBezTo>
                    <a:cubicBezTo>
                      <a:pt x="6367" y="13847"/>
                      <a:pt x="6732" y="13815"/>
                      <a:pt x="7093" y="13735"/>
                    </a:cubicBezTo>
                    <a:cubicBezTo>
                      <a:pt x="7519" y="13635"/>
                      <a:pt x="7920" y="13459"/>
                      <a:pt x="8296" y="13209"/>
                    </a:cubicBezTo>
                    <a:cubicBezTo>
                      <a:pt x="8672" y="12933"/>
                      <a:pt x="8948" y="12557"/>
                      <a:pt x="9173" y="12156"/>
                    </a:cubicBezTo>
                    <a:cubicBezTo>
                      <a:pt x="9599" y="11404"/>
                      <a:pt x="9800" y="10502"/>
                      <a:pt x="9800" y="9650"/>
                    </a:cubicBezTo>
                    <a:cubicBezTo>
                      <a:pt x="9825" y="8046"/>
                      <a:pt x="9173" y="6291"/>
                      <a:pt x="7670" y="5539"/>
                    </a:cubicBezTo>
                    <a:cubicBezTo>
                      <a:pt x="7174" y="5301"/>
                      <a:pt x="6602" y="5171"/>
                      <a:pt x="6035" y="5171"/>
                    </a:cubicBezTo>
                    <a:cubicBezTo>
                      <a:pt x="5112" y="5171"/>
                      <a:pt x="4203" y="5515"/>
                      <a:pt x="3660" y="6291"/>
                    </a:cubicBezTo>
                    <a:cubicBezTo>
                      <a:pt x="3183" y="7018"/>
                      <a:pt x="3058" y="7945"/>
                      <a:pt x="3334" y="8772"/>
                    </a:cubicBezTo>
                    <a:cubicBezTo>
                      <a:pt x="3584" y="9600"/>
                      <a:pt x="4261" y="10226"/>
                      <a:pt x="5063" y="10527"/>
                    </a:cubicBezTo>
                    <a:cubicBezTo>
                      <a:pt x="5370" y="10636"/>
                      <a:pt x="5727" y="10705"/>
                      <a:pt x="6081" y="10705"/>
                    </a:cubicBezTo>
                    <a:cubicBezTo>
                      <a:pt x="6624" y="10705"/>
                      <a:pt x="7160" y="10541"/>
                      <a:pt x="7494" y="10101"/>
                    </a:cubicBezTo>
                    <a:cubicBezTo>
                      <a:pt x="7945" y="9549"/>
                      <a:pt x="7920" y="8722"/>
                      <a:pt x="7544" y="8121"/>
                    </a:cubicBezTo>
                    <a:lnTo>
                      <a:pt x="7544" y="8121"/>
                    </a:lnTo>
                    <a:cubicBezTo>
                      <a:pt x="7544" y="8146"/>
                      <a:pt x="7544" y="8171"/>
                      <a:pt x="7519" y="8221"/>
                    </a:cubicBezTo>
                    <a:cubicBezTo>
                      <a:pt x="7419" y="8697"/>
                      <a:pt x="7193" y="9224"/>
                      <a:pt x="6717" y="9449"/>
                    </a:cubicBezTo>
                    <a:cubicBezTo>
                      <a:pt x="6570" y="9506"/>
                      <a:pt x="6419" y="9532"/>
                      <a:pt x="6269" y="9532"/>
                    </a:cubicBezTo>
                    <a:cubicBezTo>
                      <a:pt x="6085" y="9532"/>
                      <a:pt x="5905" y="9493"/>
                      <a:pt x="5740" y="9424"/>
                    </a:cubicBezTo>
                    <a:cubicBezTo>
                      <a:pt x="5314" y="9249"/>
                      <a:pt x="4938" y="8998"/>
                      <a:pt x="4712" y="8622"/>
                    </a:cubicBezTo>
                    <a:cubicBezTo>
                      <a:pt x="4336" y="7996"/>
                      <a:pt x="4537" y="7194"/>
                      <a:pt x="5038" y="6692"/>
                    </a:cubicBezTo>
                    <a:cubicBezTo>
                      <a:pt x="5289" y="6467"/>
                      <a:pt x="5614" y="6291"/>
                      <a:pt x="5965" y="6241"/>
                    </a:cubicBezTo>
                    <a:cubicBezTo>
                      <a:pt x="5999" y="6238"/>
                      <a:pt x="6034" y="6237"/>
                      <a:pt x="6068" y="6237"/>
                    </a:cubicBezTo>
                    <a:cubicBezTo>
                      <a:pt x="6364" y="6237"/>
                      <a:pt x="6673" y="6329"/>
                      <a:pt x="6943" y="6442"/>
                    </a:cubicBezTo>
                    <a:cubicBezTo>
                      <a:pt x="7645" y="6692"/>
                      <a:pt x="8246" y="7194"/>
                      <a:pt x="8547" y="7895"/>
                    </a:cubicBezTo>
                    <a:cubicBezTo>
                      <a:pt x="8948" y="8772"/>
                      <a:pt x="8848" y="9850"/>
                      <a:pt x="8472" y="10727"/>
                    </a:cubicBezTo>
                    <a:cubicBezTo>
                      <a:pt x="8146" y="11479"/>
                      <a:pt x="7544" y="12081"/>
                      <a:pt x="6792" y="12381"/>
                    </a:cubicBezTo>
                    <a:cubicBezTo>
                      <a:pt x="6286" y="12601"/>
                      <a:pt x="5734" y="12695"/>
                      <a:pt x="5183" y="12695"/>
                    </a:cubicBezTo>
                    <a:cubicBezTo>
                      <a:pt x="4916" y="12695"/>
                      <a:pt x="4648" y="12673"/>
                      <a:pt x="4386" y="12632"/>
                    </a:cubicBezTo>
                    <a:cubicBezTo>
                      <a:pt x="3584" y="12507"/>
                      <a:pt x="2757" y="12181"/>
                      <a:pt x="2156" y="11630"/>
                    </a:cubicBezTo>
                    <a:cubicBezTo>
                      <a:pt x="1529" y="11078"/>
                      <a:pt x="1279" y="10251"/>
                      <a:pt x="1228" y="9424"/>
                    </a:cubicBezTo>
                    <a:cubicBezTo>
                      <a:pt x="1203" y="8522"/>
                      <a:pt x="1429" y="7620"/>
                      <a:pt x="1805" y="6792"/>
                    </a:cubicBezTo>
                    <a:cubicBezTo>
                      <a:pt x="2156" y="6041"/>
                      <a:pt x="2682" y="5264"/>
                      <a:pt x="3384" y="4787"/>
                    </a:cubicBezTo>
                    <a:cubicBezTo>
                      <a:pt x="3885" y="4437"/>
                      <a:pt x="4512" y="4311"/>
                      <a:pt x="5088" y="4211"/>
                    </a:cubicBezTo>
                    <a:cubicBezTo>
                      <a:pt x="5840" y="4086"/>
                      <a:pt x="6567" y="4036"/>
                      <a:pt x="7294" y="3910"/>
                    </a:cubicBezTo>
                    <a:cubicBezTo>
                      <a:pt x="8121" y="3810"/>
                      <a:pt x="8923" y="3635"/>
                      <a:pt x="9700" y="3334"/>
                    </a:cubicBezTo>
                    <a:cubicBezTo>
                      <a:pt x="10552" y="2983"/>
                      <a:pt x="11329" y="2457"/>
                      <a:pt x="11955" y="1780"/>
                    </a:cubicBezTo>
                    <a:cubicBezTo>
                      <a:pt x="12056" y="1680"/>
                      <a:pt x="12156" y="1579"/>
                      <a:pt x="12231" y="1479"/>
                    </a:cubicBezTo>
                    <a:cubicBezTo>
                      <a:pt x="12206" y="1003"/>
                      <a:pt x="12131" y="502"/>
                      <a:pt x="12081"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4" name="Google Shape;3634;p48"/>
              <p:cNvSpPr/>
              <p:nvPr/>
            </p:nvSpPr>
            <p:spPr>
              <a:xfrm>
                <a:off x="7492595" y="2391280"/>
                <a:ext cx="523647" cy="599922"/>
              </a:xfrm>
              <a:custGeom>
                <a:rect b="b" l="l" r="r" t="t"/>
                <a:pathLst>
                  <a:path extrusionOk="0" h="14244" w="12433">
                    <a:moveTo>
                      <a:pt x="12232" y="1"/>
                    </a:moveTo>
                    <a:cubicBezTo>
                      <a:pt x="12207" y="26"/>
                      <a:pt x="12207" y="26"/>
                      <a:pt x="12181" y="51"/>
                    </a:cubicBezTo>
                    <a:cubicBezTo>
                      <a:pt x="11605" y="778"/>
                      <a:pt x="10903" y="1404"/>
                      <a:pt x="10101" y="1906"/>
                    </a:cubicBezTo>
                    <a:cubicBezTo>
                      <a:pt x="9324" y="2407"/>
                      <a:pt x="8447" y="2758"/>
                      <a:pt x="7545" y="2958"/>
                    </a:cubicBezTo>
                    <a:cubicBezTo>
                      <a:pt x="6517" y="3209"/>
                      <a:pt x="5465" y="3209"/>
                      <a:pt x="4462" y="3435"/>
                    </a:cubicBezTo>
                    <a:cubicBezTo>
                      <a:pt x="3961" y="3535"/>
                      <a:pt x="3485" y="3685"/>
                      <a:pt x="3034" y="3911"/>
                    </a:cubicBezTo>
                    <a:cubicBezTo>
                      <a:pt x="2658" y="4136"/>
                      <a:pt x="2282" y="4387"/>
                      <a:pt x="1981" y="4713"/>
                    </a:cubicBezTo>
                    <a:cubicBezTo>
                      <a:pt x="1304" y="5364"/>
                      <a:pt x="828" y="6166"/>
                      <a:pt x="502" y="7044"/>
                    </a:cubicBezTo>
                    <a:cubicBezTo>
                      <a:pt x="126" y="8046"/>
                      <a:pt x="1" y="9149"/>
                      <a:pt x="176" y="10201"/>
                    </a:cubicBezTo>
                    <a:cubicBezTo>
                      <a:pt x="327" y="11079"/>
                      <a:pt x="728" y="11931"/>
                      <a:pt x="1329" y="12607"/>
                    </a:cubicBezTo>
                    <a:cubicBezTo>
                      <a:pt x="2006" y="13334"/>
                      <a:pt x="2933" y="13710"/>
                      <a:pt x="3886" y="13936"/>
                    </a:cubicBezTo>
                    <a:cubicBezTo>
                      <a:pt x="4612" y="14113"/>
                      <a:pt x="5385" y="14243"/>
                      <a:pt x="6156" y="14243"/>
                    </a:cubicBezTo>
                    <a:cubicBezTo>
                      <a:pt x="6369" y="14243"/>
                      <a:pt x="6581" y="14233"/>
                      <a:pt x="6793" y="14212"/>
                    </a:cubicBezTo>
                    <a:cubicBezTo>
                      <a:pt x="7695" y="14111"/>
                      <a:pt x="8572" y="13735"/>
                      <a:pt x="9149" y="13009"/>
                    </a:cubicBezTo>
                    <a:cubicBezTo>
                      <a:pt x="9725" y="12282"/>
                      <a:pt x="10001" y="11379"/>
                      <a:pt x="10101" y="10477"/>
                    </a:cubicBezTo>
                    <a:cubicBezTo>
                      <a:pt x="10302" y="8798"/>
                      <a:pt x="9801" y="6893"/>
                      <a:pt x="8372" y="5866"/>
                    </a:cubicBezTo>
                    <a:cubicBezTo>
                      <a:pt x="7762" y="5442"/>
                      <a:pt x="6991" y="5211"/>
                      <a:pt x="6229" y="5211"/>
                    </a:cubicBezTo>
                    <a:cubicBezTo>
                      <a:pt x="5456" y="5211"/>
                      <a:pt x="4692" y="5449"/>
                      <a:pt x="4111" y="5966"/>
                    </a:cubicBezTo>
                    <a:cubicBezTo>
                      <a:pt x="3460" y="6542"/>
                      <a:pt x="3134" y="7420"/>
                      <a:pt x="3184" y="8272"/>
                    </a:cubicBezTo>
                    <a:cubicBezTo>
                      <a:pt x="3234" y="9174"/>
                      <a:pt x="3685" y="9976"/>
                      <a:pt x="4412" y="10502"/>
                    </a:cubicBezTo>
                    <a:cubicBezTo>
                      <a:pt x="4919" y="10883"/>
                      <a:pt x="5570" y="11106"/>
                      <a:pt x="6223" y="11106"/>
                    </a:cubicBezTo>
                    <a:cubicBezTo>
                      <a:pt x="6474" y="11106"/>
                      <a:pt x="6725" y="11073"/>
                      <a:pt x="6968" y="11003"/>
                    </a:cubicBezTo>
                    <a:cubicBezTo>
                      <a:pt x="7369" y="10878"/>
                      <a:pt x="7745" y="10628"/>
                      <a:pt x="7946" y="10252"/>
                    </a:cubicBezTo>
                    <a:cubicBezTo>
                      <a:pt x="8146" y="9901"/>
                      <a:pt x="8196" y="9500"/>
                      <a:pt x="8171" y="9099"/>
                    </a:cubicBezTo>
                    <a:cubicBezTo>
                      <a:pt x="8121" y="8723"/>
                      <a:pt x="7971" y="8347"/>
                      <a:pt x="7745" y="8046"/>
                    </a:cubicBezTo>
                    <a:cubicBezTo>
                      <a:pt x="7731" y="8032"/>
                      <a:pt x="7713" y="8026"/>
                      <a:pt x="7695" y="8026"/>
                    </a:cubicBezTo>
                    <a:cubicBezTo>
                      <a:pt x="7647" y="8026"/>
                      <a:pt x="7595" y="8067"/>
                      <a:pt x="7595" y="8121"/>
                    </a:cubicBezTo>
                    <a:cubicBezTo>
                      <a:pt x="7570" y="8171"/>
                      <a:pt x="7595" y="8146"/>
                      <a:pt x="7570" y="8196"/>
                    </a:cubicBezTo>
                    <a:cubicBezTo>
                      <a:pt x="7570" y="8272"/>
                      <a:pt x="7545" y="8347"/>
                      <a:pt x="7520" y="8422"/>
                    </a:cubicBezTo>
                    <a:cubicBezTo>
                      <a:pt x="7470" y="8648"/>
                      <a:pt x="7394" y="8873"/>
                      <a:pt x="7269" y="9074"/>
                    </a:cubicBezTo>
                    <a:cubicBezTo>
                      <a:pt x="7144" y="9299"/>
                      <a:pt x="6968" y="9475"/>
                      <a:pt x="6718" y="9550"/>
                    </a:cubicBezTo>
                    <a:cubicBezTo>
                      <a:pt x="6632" y="9574"/>
                      <a:pt x="6542" y="9585"/>
                      <a:pt x="6452" y="9585"/>
                    </a:cubicBezTo>
                    <a:cubicBezTo>
                      <a:pt x="6176" y="9585"/>
                      <a:pt x="5892" y="9482"/>
                      <a:pt x="5665" y="9349"/>
                    </a:cubicBezTo>
                    <a:cubicBezTo>
                      <a:pt x="5314" y="9149"/>
                      <a:pt x="5014" y="8848"/>
                      <a:pt x="4913" y="8472"/>
                    </a:cubicBezTo>
                    <a:cubicBezTo>
                      <a:pt x="4813" y="8146"/>
                      <a:pt x="4863" y="7795"/>
                      <a:pt x="5014" y="7495"/>
                    </a:cubicBezTo>
                    <a:cubicBezTo>
                      <a:pt x="5164" y="7194"/>
                      <a:pt x="5415" y="6943"/>
                      <a:pt x="5715" y="6768"/>
                    </a:cubicBezTo>
                    <a:cubicBezTo>
                      <a:pt x="5891" y="6680"/>
                      <a:pt x="6076" y="6643"/>
                      <a:pt x="6265" y="6643"/>
                    </a:cubicBezTo>
                    <a:cubicBezTo>
                      <a:pt x="6398" y="6643"/>
                      <a:pt x="6533" y="6662"/>
                      <a:pt x="6668" y="6693"/>
                    </a:cubicBezTo>
                    <a:cubicBezTo>
                      <a:pt x="7344" y="6868"/>
                      <a:pt x="7996" y="7244"/>
                      <a:pt x="8372" y="7821"/>
                    </a:cubicBezTo>
                    <a:cubicBezTo>
                      <a:pt x="8923" y="8623"/>
                      <a:pt x="8898" y="9650"/>
                      <a:pt x="8623" y="10527"/>
                    </a:cubicBezTo>
                    <a:cubicBezTo>
                      <a:pt x="8397" y="11329"/>
                      <a:pt x="7871" y="11956"/>
                      <a:pt x="7144" y="12357"/>
                    </a:cubicBezTo>
                    <a:cubicBezTo>
                      <a:pt x="6566" y="12636"/>
                      <a:pt x="5925" y="12756"/>
                      <a:pt x="5296" y="12756"/>
                    </a:cubicBezTo>
                    <a:cubicBezTo>
                      <a:pt x="5134" y="12756"/>
                      <a:pt x="4972" y="12748"/>
                      <a:pt x="4813" y="12733"/>
                    </a:cubicBezTo>
                    <a:cubicBezTo>
                      <a:pt x="4011" y="12633"/>
                      <a:pt x="3209" y="12332"/>
                      <a:pt x="2557" y="11831"/>
                    </a:cubicBezTo>
                    <a:cubicBezTo>
                      <a:pt x="1931" y="11329"/>
                      <a:pt x="1630" y="10552"/>
                      <a:pt x="1580" y="9750"/>
                    </a:cubicBezTo>
                    <a:cubicBezTo>
                      <a:pt x="1530" y="8873"/>
                      <a:pt x="1730" y="7971"/>
                      <a:pt x="2106" y="7169"/>
                    </a:cubicBezTo>
                    <a:cubicBezTo>
                      <a:pt x="2282" y="6768"/>
                      <a:pt x="2507" y="6367"/>
                      <a:pt x="2783" y="6016"/>
                    </a:cubicBezTo>
                    <a:cubicBezTo>
                      <a:pt x="3008" y="5715"/>
                      <a:pt x="3284" y="5414"/>
                      <a:pt x="3610" y="5189"/>
                    </a:cubicBezTo>
                    <a:cubicBezTo>
                      <a:pt x="4111" y="4838"/>
                      <a:pt x="4713" y="4713"/>
                      <a:pt x="5289" y="4612"/>
                    </a:cubicBezTo>
                    <a:cubicBezTo>
                      <a:pt x="5991" y="4487"/>
                      <a:pt x="6693" y="4437"/>
                      <a:pt x="7394" y="4337"/>
                    </a:cubicBezTo>
                    <a:cubicBezTo>
                      <a:pt x="8196" y="4211"/>
                      <a:pt x="8999" y="4061"/>
                      <a:pt x="9750" y="3785"/>
                    </a:cubicBezTo>
                    <a:cubicBezTo>
                      <a:pt x="10552" y="3485"/>
                      <a:pt x="11304" y="3034"/>
                      <a:pt x="11956" y="2432"/>
                    </a:cubicBezTo>
                    <a:cubicBezTo>
                      <a:pt x="12131" y="2282"/>
                      <a:pt x="12282" y="2106"/>
                      <a:pt x="12432" y="1956"/>
                    </a:cubicBezTo>
                    <a:cubicBezTo>
                      <a:pt x="12432" y="1856"/>
                      <a:pt x="12432" y="1780"/>
                      <a:pt x="12407" y="1705"/>
                    </a:cubicBezTo>
                    <a:cubicBezTo>
                      <a:pt x="12332" y="1805"/>
                      <a:pt x="12232" y="1906"/>
                      <a:pt x="12131" y="2006"/>
                    </a:cubicBezTo>
                    <a:cubicBezTo>
                      <a:pt x="11505" y="2683"/>
                      <a:pt x="10728" y="3209"/>
                      <a:pt x="9876" y="3560"/>
                    </a:cubicBezTo>
                    <a:cubicBezTo>
                      <a:pt x="9099" y="3861"/>
                      <a:pt x="8297" y="4036"/>
                      <a:pt x="7470" y="4136"/>
                    </a:cubicBezTo>
                    <a:cubicBezTo>
                      <a:pt x="6743" y="4262"/>
                      <a:pt x="6016" y="4312"/>
                      <a:pt x="5289" y="4437"/>
                    </a:cubicBezTo>
                    <a:cubicBezTo>
                      <a:pt x="4688" y="4537"/>
                      <a:pt x="4061" y="4663"/>
                      <a:pt x="3560" y="5013"/>
                    </a:cubicBezTo>
                    <a:cubicBezTo>
                      <a:pt x="2858" y="5490"/>
                      <a:pt x="2332" y="6267"/>
                      <a:pt x="1981" y="7018"/>
                    </a:cubicBezTo>
                    <a:cubicBezTo>
                      <a:pt x="1605" y="7846"/>
                      <a:pt x="1379" y="8748"/>
                      <a:pt x="1404" y="9650"/>
                    </a:cubicBezTo>
                    <a:cubicBezTo>
                      <a:pt x="1455" y="10477"/>
                      <a:pt x="1705" y="11304"/>
                      <a:pt x="2332" y="11856"/>
                    </a:cubicBezTo>
                    <a:cubicBezTo>
                      <a:pt x="2933" y="12407"/>
                      <a:pt x="3760" y="12733"/>
                      <a:pt x="4562" y="12858"/>
                    </a:cubicBezTo>
                    <a:cubicBezTo>
                      <a:pt x="4824" y="12899"/>
                      <a:pt x="5092" y="12921"/>
                      <a:pt x="5359" y="12921"/>
                    </a:cubicBezTo>
                    <a:cubicBezTo>
                      <a:pt x="5910" y="12921"/>
                      <a:pt x="6462" y="12827"/>
                      <a:pt x="6968" y="12607"/>
                    </a:cubicBezTo>
                    <a:cubicBezTo>
                      <a:pt x="7720" y="12307"/>
                      <a:pt x="8322" y="11705"/>
                      <a:pt x="8648" y="10953"/>
                    </a:cubicBezTo>
                    <a:cubicBezTo>
                      <a:pt x="9024" y="10076"/>
                      <a:pt x="9124" y="8998"/>
                      <a:pt x="8723" y="8121"/>
                    </a:cubicBezTo>
                    <a:cubicBezTo>
                      <a:pt x="8422" y="7420"/>
                      <a:pt x="7821" y="6918"/>
                      <a:pt x="7119" y="6668"/>
                    </a:cubicBezTo>
                    <a:cubicBezTo>
                      <a:pt x="6849" y="6555"/>
                      <a:pt x="6540" y="6463"/>
                      <a:pt x="6244" y="6463"/>
                    </a:cubicBezTo>
                    <a:cubicBezTo>
                      <a:pt x="6210" y="6463"/>
                      <a:pt x="6175" y="6464"/>
                      <a:pt x="6141" y="6467"/>
                    </a:cubicBezTo>
                    <a:cubicBezTo>
                      <a:pt x="5790" y="6517"/>
                      <a:pt x="5465" y="6693"/>
                      <a:pt x="5214" y="6918"/>
                    </a:cubicBezTo>
                    <a:cubicBezTo>
                      <a:pt x="4713" y="7420"/>
                      <a:pt x="4512" y="8222"/>
                      <a:pt x="4888" y="8848"/>
                    </a:cubicBezTo>
                    <a:cubicBezTo>
                      <a:pt x="5114" y="9224"/>
                      <a:pt x="5490" y="9475"/>
                      <a:pt x="5916" y="9650"/>
                    </a:cubicBezTo>
                    <a:cubicBezTo>
                      <a:pt x="6081" y="9719"/>
                      <a:pt x="6261" y="9758"/>
                      <a:pt x="6445" y="9758"/>
                    </a:cubicBezTo>
                    <a:cubicBezTo>
                      <a:pt x="6595" y="9758"/>
                      <a:pt x="6746" y="9732"/>
                      <a:pt x="6893" y="9675"/>
                    </a:cubicBezTo>
                    <a:cubicBezTo>
                      <a:pt x="7369" y="9450"/>
                      <a:pt x="7595" y="8923"/>
                      <a:pt x="7695" y="8447"/>
                    </a:cubicBezTo>
                    <a:cubicBezTo>
                      <a:pt x="7720" y="8397"/>
                      <a:pt x="7720" y="8372"/>
                      <a:pt x="7720" y="8347"/>
                    </a:cubicBezTo>
                    <a:lnTo>
                      <a:pt x="7720" y="8347"/>
                    </a:lnTo>
                    <a:cubicBezTo>
                      <a:pt x="8096" y="8948"/>
                      <a:pt x="8121" y="9775"/>
                      <a:pt x="7670" y="10327"/>
                    </a:cubicBezTo>
                    <a:cubicBezTo>
                      <a:pt x="7336" y="10767"/>
                      <a:pt x="6800" y="10931"/>
                      <a:pt x="6257" y="10931"/>
                    </a:cubicBezTo>
                    <a:cubicBezTo>
                      <a:pt x="5903" y="10931"/>
                      <a:pt x="5546" y="10862"/>
                      <a:pt x="5239" y="10753"/>
                    </a:cubicBezTo>
                    <a:cubicBezTo>
                      <a:pt x="4437" y="10452"/>
                      <a:pt x="3760" y="9826"/>
                      <a:pt x="3510" y="8998"/>
                    </a:cubicBezTo>
                    <a:cubicBezTo>
                      <a:pt x="3234" y="8171"/>
                      <a:pt x="3359" y="7244"/>
                      <a:pt x="3836" y="6517"/>
                    </a:cubicBezTo>
                    <a:cubicBezTo>
                      <a:pt x="4379" y="5741"/>
                      <a:pt x="5288" y="5397"/>
                      <a:pt x="6211" y="5397"/>
                    </a:cubicBezTo>
                    <a:cubicBezTo>
                      <a:pt x="6778" y="5397"/>
                      <a:pt x="7350" y="5527"/>
                      <a:pt x="7846" y="5765"/>
                    </a:cubicBezTo>
                    <a:cubicBezTo>
                      <a:pt x="9349" y="6517"/>
                      <a:pt x="10001" y="8272"/>
                      <a:pt x="9976" y="9876"/>
                    </a:cubicBezTo>
                    <a:cubicBezTo>
                      <a:pt x="9976" y="10728"/>
                      <a:pt x="9775" y="11630"/>
                      <a:pt x="9349" y="12382"/>
                    </a:cubicBezTo>
                    <a:cubicBezTo>
                      <a:pt x="9124" y="12783"/>
                      <a:pt x="8848" y="13159"/>
                      <a:pt x="8472" y="13435"/>
                    </a:cubicBezTo>
                    <a:cubicBezTo>
                      <a:pt x="8096" y="13685"/>
                      <a:pt x="7695" y="13861"/>
                      <a:pt x="7269" y="13961"/>
                    </a:cubicBezTo>
                    <a:cubicBezTo>
                      <a:pt x="6908" y="14041"/>
                      <a:pt x="6543" y="14073"/>
                      <a:pt x="6179" y="14073"/>
                    </a:cubicBezTo>
                    <a:cubicBezTo>
                      <a:pt x="5633" y="14073"/>
                      <a:pt x="5089" y="14001"/>
                      <a:pt x="4562" y="13911"/>
                    </a:cubicBezTo>
                    <a:cubicBezTo>
                      <a:pt x="3610" y="13735"/>
                      <a:pt x="2633" y="13485"/>
                      <a:pt x="1881" y="12858"/>
                    </a:cubicBezTo>
                    <a:cubicBezTo>
                      <a:pt x="1204" y="12307"/>
                      <a:pt x="703" y="11530"/>
                      <a:pt x="477" y="10703"/>
                    </a:cubicBezTo>
                    <a:cubicBezTo>
                      <a:pt x="176" y="9750"/>
                      <a:pt x="227" y="8698"/>
                      <a:pt x="477" y="7745"/>
                    </a:cubicBezTo>
                    <a:cubicBezTo>
                      <a:pt x="928" y="5991"/>
                      <a:pt x="2106" y="4312"/>
                      <a:pt x="3886" y="3760"/>
                    </a:cubicBezTo>
                    <a:cubicBezTo>
                      <a:pt x="4838" y="3460"/>
                      <a:pt x="5816" y="3409"/>
                      <a:pt x="6793" y="3284"/>
                    </a:cubicBezTo>
                    <a:cubicBezTo>
                      <a:pt x="7695" y="3159"/>
                      <a:pt x="8572" y="2908"/>
                      <a:pt x="9374" y="2507"/>
                    </a:cubicBezTo>
                    <a:cubicBezTo>
                      <a:pt x="10176" y="2106"/>
                      <a:pt x="10903" y="1605"/>
                      <a:pt x="11555" y="1003"/>
                    </a:cubicBezTo>
                    <a:cubicBezTo>
                      <a:pt x="11806" y="753"/>
                      <a:pt x="12031" y="502"/>
                      <a:pt x="12257" y="226"/>
                    </a:cubicBezTo>
                    <a:cubicBezTo>
                      <a:pt x="12257" y="151"/>
                      <a:pt x="12232" y="76"/>
                      <a:pt x="122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5" name="Google Shape;3635;p48"/>
              <p:cNvSpPr/>
              <p:nvPr/>
            </p:nvSpPr>
            <p:spPr>
              <a:xfrm>
                <a:off x="5629522" y="1018833"/>
                <a:ext cx="466578" cy="415236"/>
              </a:xfrm>
              <a:custGeom>
                <a:rect b="b" l="l" r="r" t="t"/>
                <a:pathLst>
                  <a:path extrusionOk="0" h="9859" w="11078">
                    <a:moveTo>
                      <a:pt x="7295" y="0"/>
                    </a:moveTo>
                    <a:cubicBezTo>
                      <a:pt x="7136" y="0"/>
                      <a:pt x="6976" y="10"/>
                      <a:pt x="6817" y="30"/>
                    </a:cubicBezTo>
                    <a:cubicBezTo>
                      <a:pt x="5113" y="231"/>
                      <a:pt x="3810" y="1559"/>
                      <a:pt x="3158" y="3113"/>
                    </a:cubicBezTo>
                    <a:cubicBezTo>
                      <a:pt x="2832" y="3890"/>
                      <a:pt x="2607" y="4817"/>
                      <a:pt x="2832" y="5644"/>
                    </a:cubicBezTo>
                    <a:cubicBezTo>
                      <a:pt x="2932" y="6070"/>
                      <a:pt x="3158" y="6446"/>
                      <a:pt x="3509" y="6722"/>
                    </a:cubicBezTo>
                    <a:cubicBezTo>
                      <a:pt x="3835" y="6998"/>
                      <a:pt x="4286" y="7173"/>
                      <a:pt x="4712" y="7273"/>
                    </a:cubicBezTo>
                    <a:cubicBezTo>
                      <a:pt x="4965" y="7327"/>
                      <a:pt x="5224" y="7355"/>
                      <a:pt x="5484" y="7355"/>
                    </a:cubicBezTo>
                    <a:cubicBezTo>
                      <a:pt x="6074" y="7355"/>
                      <a:pt x="6663" y="7211"/>
                      <a:pt x="7168" y="6898"/>
                    </a:cubicBezTo>
                    <a:cubicBezTo>
                      <a:pt x="7845" y="6497"/>
                      <a:pt x="8246" y="5720"/>
                      <a:pt x="8221" y="4918"/>
                    </a:cubicBezTo>
                    <a:cubicBezTo>
                      <a:pt x="8196" y="4542"/>
                      <a:pt x="8070" y="4166"/>
                      <a:pt x="7820" y="3865"/>
                    </a:cubicBezTo>
                    <a:cubicBezTo>
                      <a:pt x="7619" y="3639"/>
                      <a:pt x="7318" y="3489"/>
                      <a:pt x="6993" y="3414"/>
                    </a:cubicBezTo>
                    <a:cubicBezTo>
                      <a:pt x="6879" y="3388"/>
                      <a:pt x="6761" y="3375"/>
                      <a:pt x="6642" y="3375"/>
                    </a:cubicBezTo>
                    <a:cubicBezTo>
                      <a:pt x="6186" y="3375"/>
                      <a:pt x="5722" y="3567"/>
                      <a:pt x="5464" y="3965"/>
                    </a:cubicBezTo>
                    <a:cubicBezTo>
                      <a:pt x="5489" y="3940"/>
                      <a:pt x="5514" y="3940"/>
                      <a:pt x="5539" y="3940"/>
                    </a:cubicBezTo>
                    <a:cubicBezTo>
                      <a:pt x="5940" y="3940"/>
                      <a:pt x="6366" y="3965"/>
                      <a:pt x="6742" y="4141"/>
                    </a:cubicBezTo>
                    <a:cubicBezTo>
                      <a:pt x="6917" y="4216"/>
                      <a:pt x="7068" y="4366"/>
                      <a:pt x="7143" y="4567"/>
                    </a:cubicBezTo>
                    <a:cubicBezTo>
                      <a:pt x="7243" y="4792"/>
                      <a:pt x="7193" y="5068"/>
                      <a:pt x="7093" y="5319"/>
                    </a:cubicBezTo>
                    <a:cubicBezTo>
                      <a:pt x="6845" y="5937"/>
                      <a:pt x="6140" y="6267"/>
                      <a:pt x="5479" y="6267"/>
                    </a:cubicBezTo>
                    <a:cubicBezTo>
                      <a:pt x="5337" y="6267"/>
                      <a:pt x="5196" y="6252"/>
                      <a:pt x="5063" y="6221"/>
                    </a:cubicBezTo>
                    <a:cubicBezTo>
                      <a:pt x="4662" y="6121"/>
                      <a:pt x="4311" y="5895"/>
                      <a:pt x="4110" y="5544"/>
                    </a:cubicBezTo>
                    <a:cubicBezTo>
                      <a:pt x="3860" y="5093"/>
                      <a:pt x="3935" y="4517"/>
                      <a:pt x="4085" y="4040"/>
                    </a:cubicBezTo>
                    <a:cubicBezTo>
                      <a:pt x="4486" y="2762"/>
                      <a:pt x="5489" y="1509"/>
                      <a:pt x="6892" y="1359"/>
                    </a:cubicBezTo>
                    <a:cubicBezTo>
                      <a:pt x="6967" y="1352"/>
                      <a:pt x="7042" y="1349"/>
                      <a:pt x="7116" y="1349"/>
                    </a:cubicBezTo>
                    <a:cubicBezTo>
                      <a:pt x="8135" y="1349"/>
                      <a:pt x="9077" y="1980"/>
                      <a:pt x="9474" y="2938"/>
                    </a:cubicBezTo>
                    <a:cubicBezTo>
                      <a:pt x="9699" y="3514"/>
                      <a:pt x="9699" y="4166"/>
                      <a:pt x="9624" y="4767"/>
                    </a:cubicBezTo>
                    <a:cubicBezTo>
                      <a:pt x="9524" y="5444"/>
                      <a:pt x="9273" y="6096"/>
                      <a:pt x="8922" y="6697"/>
                    </a:cubicBezTo>
                    <a:cubicBezTo>
                      <a:pt x="8221" y="7875"/>
                      <a:pt x="7018" y="8802"/>
                      <a:pt x="5589" y="8802"/>
                    </a:cubicBezTo>
                    <a:cubicBezTo>
                      <a:pt x="4135" y="8802"/>
                      <a:pt x="2732" y="7950"/>
                      <a:pt x="2005" y="6697"/>
                    </a:cubicBezTo>
                    <a:cubicBezTo>
                      <a:pt x="1379" y="5644"/>
                      <a:pt x="1203" y="4341"/>
                      <a:pt x="1303" y="3113"/>
                    </a:cubicBezTo>
                    <a:cubicBezTo>
                      <a:pt x="1354" y="2787"/>
                      <a:pt x="1404" y="2486"/>
                      <a:pt x="1479" y="2161"/>
                    </a:cubicBezTo>
                    <a:cubicBezTo>
                      <a:pt x="1479" y="2161"/>
                      <a:pt x="1479" y="2136"/>
                      <a:pt x="1479" y="2136"/>
                    </a:cubicBezTo>
                    <a:cubicBezTo>
                      <a:pt x="1128" y="2311"/>
                      <a:pt x="777" y="2486"/>
                      <a:pt x="451" y="2662"/>
                    </a:cubicBezTo>
                    <a:cubicBezTo>
                      <a:pt x="125" y="3489"/>
                      <a:pt x="0" y="4416"/>
                      <a:pt x="100" y="5294"/>
                    </a:cubicBezTo>
                    <a:cubicBezTo>
                      <a:pt x="176" y="6020"/>
                      <a:pt x="401" y="6747"/>
                      <a:pt x="802" y="7374"/>
                    </a:cubicBezTo>
                    <a:cubicBezTo>
                      <a:pt x="1178" y="8000"/>
                      <a:pt x="1729" y="8552"/>
                      <a:pt x="2356" y="8953"/>
                    </a:cubicBezTo>
                    <a:cubicBezTo>
                      <a:pt x="3274" y="9540"/>
                      <a:pt x="4368" y="9859"/>
                      <a:pt x="5459" y="9859"/>
                    </a:cubicBezTo>
                    <a:cubicBezTo>
                      <a:pt x="5856" y="9859"/>
                      <a:pt x="6253" y="9817"/>
                      <a:pt x="6642" y="9730"/>
                    </a:cubicBezTo>
                    <a:cubicBezTo>
                      <a:pt x="8146" y="9404"/>
                      <a:pt x="9374" y="8376"/>
                      <a:pt x="10100" y="7048"/>
                    </a:cubicBezTo>
                    <a:cubicBezTo>
                      <a:pt x="10852" y="5720"/>
                      <a:pt x="11078" y="4091"/>
                      <a:pt x="10627" y="2637"/>
                    </a:cubicBezTo>
                    <a:cubicBezTo>
                      <a:pt x="10376" y="1785"/>
                      <a:pt x="9900" y="983"/>
                      <a:pt x="9148" y="507"/>
                    </a:cubicBezTo>
                    <a:cubicBezTo>
                      <a:pt x="8585" y="165"/>
                      <a:pt x="7942" y="0"/>
                      <a:pt x="7295"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6" name="Google Shape;3636;p48"/>
              <p:cNvSpPr/>
              <p:nvPr/>
            </p:nvSpPr>
            <p:spPr>
              <a:xfrm>
                <a:off x="5621057" y="1011631"/>
                <a:ext cx="481403" cy="429135"/>
              </a:xfrm>
              <a:custGeom>
                <a:rect b="b" l="l" r="r" t="t"/>
                <a:pathLst>
                  <a:path extrusionOk="0" h="10189" w="11430">
                    <a:moveTo>
                      <a:pt x="7269" y="1"/>
                    </a:moveTo>
                    <a:cubicBezTo>
                      <a:pt x="6517" y="251"/>
                      <a:pt x="5790" y="502"/>
                      <a:pt x="5063" y="803"/>
                    </a:cubicBezTo>
                    <a:cubicBezTo>
                      <a:pt x="4437" y="1254"/>
                      <a:pt x="3910" y="1881"/>
                      <a:pt x="3509" y="2557"/>
                    </a:cubicBezTo>
                    <a:cubicBezTo>
                      <a:pt x="3083" y="3359"/>
                      <a:pt x="2783" y="4262"/>
                      <a:pt x="2783" y="5139"/>
                    </a:cubicBezTo>
                    <a:cubicBezTo>
                      <a:pt x="2783" y="5590"/>
                      <a:pt x="2858" y="6041"/>
                      <a:pt x="3083" y="6442"/>
                    </a:cubicBezTo>
                    <a:cubicBezTo>
                      <a:pt x="3309" y="6818"/>
                      <a:pt x="3660" y="7119"/>
                      <a:pt x="4086" y="7319"/>
                    </a:cubicBezTo>
                    <a:cubicBezTo>
                      <a:pt x="4570" y="7561"/>
                      <a:pt x="5137" y="7686"/>
                      <a:pt x="5703" y="7686"/>
                    </a:cubicBezTo>
                    <a:cubicBezTo>
                      <a:pt x="6895" y="7686"/>
                      <a:pt x="8081" y="7131"/>
                      <a:pt x="8472" y="5941"/>
                    </a:cubicBezTo>
                    <a:cubicBezTo>
                      <a:pt x="8722" y="5214"/>
                      <a:pt x="8622" y="4287"/>
                      <a:pt x="7996" y="3785"/>
                    </a:cubicBezTo>
                    <a:cubicBezTo>
                      <a:pt x="7689" y="3509"/>
                      <a:pt x="7278" y="3374"/>
                      <a:pt x="6868" y="3374"/>
                    </a:cubicBezTo>
                    <a:cubicBezTo>
                      <a:pt x="6608" y="3374"/>
                      <a:pt x="6349" y="3428"/>
                      <a:pt x="6116" y="3535"/>
                    </a:cubicBezTo>
                    <a:cubicBezTo>
                      <a:pt x="5815" y="3660"/>
                      <a:pt x="5565" y="3886"/>
                      <a:pt x="5439" y="4186"/>
                    </a:cubicBezTo>
                    <a:cubicBezTo>
                      <a:pt x="5414" y="4236"/>
                      <a:pt x="5439" y="4312"/>
                      <a:pt x="5514" y="4312"/>
                    </a:cubicBezTo>
                    <a:cubicBezTo>
                      <a:pt x="5640" y="4299"/>
                      <a:pt x="5765" y="4293"/>
                      <a:pt x="5890" y="4293"/>
                    </a:cubicBezTo>
                    <a:cubicBezTo>
                      <a:pt x="6016" y="4293"/>
                      <a:pt x="6141" y="4299"/>
                      <a:pt x="6266" y="4312"/>
                    </a:cubicBezTo>
                    <a:cubicBezTo>
                      <a:pt x="6592" y="4337"/>
                      <a:pt x="7068" y="4437"/>
                      <a:pt x="7194" y="4813"/>
                    </a:cubicBezTo>
                    <a:cubicBezTo>
                      <a:pt x="7319" y="5189"/>
                      <a:pt x="7068" y="5640"/>
                      <a:pt x="6768" y="5891"/>
                    </a:cubicBezTo>
                    <a:cubicBezTo>
                      <a:pt x="6492" y="6141"/>
                      <a:pt x="6116" y="6241"/>
                      <a:pt x="5740" y="6267"/>
                    </a:cubicBezTo>
                    <a:cubicBezTo>
                      <a:pt x="5389" y="6267"/>
                      <a:pt x="5013" y="6191"/>
                      <a:pt x="4712" y="5941"/>
                    </a:cubicBezTo>
                    <a:cubicBezTo>
                      <a:pt x="4412" y="5665"/>
                      <a:pt x="4286" y="5264"/>
                      <a:pt x="4336" y="4838"/>
                    </a:cubicBezTo>
                    <a:cubicBezTo>
                      <a:pt x="4362" y="4161"/>
                      <a:pt x="4712" y="3485"/>
                      <a:pt x="5113" y="2933"/>
                    </a:cubicBezTo>
                    <a:cubicBezTo>
                      <a:pt x="5489" y="2432"/>
                      <a:pt x="5991" y="2031"/>
                      <a:pt x="6592" y="1830"/>
                    </a:cubicBezTo>
                    <a:cubicBezTo>
                      <a:pt x="6834" y="1750"/>
                      <a:pt x="7085" y="1711"/>
                      <a:pt x="7335" y="1711"/>
                    </a:cubicBezTo>
                    <a:cubicBezTo>
                      <a:pt x="8094" y="1711"/>
                      <a:pt x="8840" y="2073"/>
                      <a:pt x="9274" y="2733"/>
                    </a:cubicBezTo>
                    <a:cubicBezTo>
                      <a:pt x="9951" y="3735"/>
                      <a:pt x="9750" y="5114"/>
                      <a:pt x="9274" y="6166"/>
                    </a:cubicBezTo>
                    <a:cubicBezTo>
                      <a:pt x="8773" y="7344"/>
                      <a:pt x="7795" y="8422"/>
                      <a:pt x="6517" y="8723"/>
                    </a:cubicBezTo>
                    <a:cubicBezTo>
                      <a:pt x="6277" y="8775"/>
                      <a:pt x="6034" y="8800"/>
                      <a:pt x="5791" y="8800"/>
                    </a:cubicBezTo>
                    <a:cubicBezTo>
                      <a:pt x="4634" y="8800"/>
                      <a:pt x="3478" y="8235"/>
                      <a:pt x="2732" y="7344"/>
                    </a:cubicBezTo>
                    <a:cubicBezTo>
                      <a:pt x="1956" y="6417"/>
                      <a:pt x="1655" y="5164"/>
                      <a:pt x="1655" y="3961"/>
                    </a:cubicBezTo>
                    <a:cubicBezTo>
                      <a:pt x="1655" y="3359"/>
                      <a:pt x="1755" y="2783"/>
                      <a:pt x="1880" y="2206"/>
                    </a:cubicBezTo>
                    <a:lnTo>
                      <a:pt x="1880" y="2206"/>
                    </a:lnTo>
                    <a:cubicBezTo>
                      <a:pt x="1805" y="2231"/>
                      <a:pt x="1755" y="2256"/>
                      <a:pt x="1680" y="2307"/>
                    </a:cubicBezTo>
                    <a:cubicBezTo>
                      <a:pt x="1680" y="2307"/>
                      <a:pt x="1680" y="2332"/>
                      <a:pt x="1680" y="2332"/>
                    </a:cubicBezTo>
                    <a:cubicBezTo>
                      <a:pt x="1605" y="2657"/>
                      <a:pt x="1555" y="2958"/>
                      <a:pt x="1504" y="3284"/>
                    </a:cubicBezTo>
                    <a:cubicBezTo>
                      <a:pt x="1404" y="4512"/>
                      <a:pt x="1580" y="5815"/>
                      <a:pt x="2206" y="6868"/>
                    </a:cubicBezTo>
                    <a:cubicBezTo>
                      <a:pt x="2933" y="8121"/>
                      <a:pt x="4336" y="8973"/>
                      <a:pt x="5790" y="8973"/>
                    </a:cubicBezTo>
                    <a:cubicBezTo>
                      <a:pt x="7219" y="8973"/>
                      <a:pt x="8422" y="8046"/>
                      <a:pt x="9123" y="6868"/>
                    </a:cubicBezTo>
                    <a:cubicBezTo>
                      <a:pt x="9474" y="6267"/>
                      <a:pt x="9725" y="5615"/>
                      <a:pt x="9825" y="4938"/>
                    </a:cubicBezTo>
                    <a:cubicBezTo>
                      <a:pt x="9900" y="4337"/>
                      <a:pt x="9900" y="3685"/>
                      <a:pt x="9675" y="3109"/>
                    </a:cubicBezTo>
                    <a:cubicBezTo>
                      <a:pt x="9278" y="2151"/>
                      <a:pt x="8336" y="1520"/>
                      <a:pt x="7317" y="1520"/>
                    </a:cubicBezTo>
                    <a:cubicBezTo>
                      <a:pt x="7243" y="1520"/>
                      <a:pt x="7168" y="1523"/>
                      <a:pt x="7093" y="1530"/>
                    </a:cubicBezTo>
                    <a:cubicBezTo>
                      <a:pt x="5690" y="1680"/>
                      <a:pt x="4687" y="2933"/>
                      <a:pt x="4286" y="4211"/>
                    </a:cubicBezTo>
                    <a:cubicBezTo>
                      <a:pt x="4136" y="4688"/>
                      <a:pt x="4061" y="5264"/>
                      <a:pt x="4311" y="5715"/>
                    </a:cubicBezTo>
                    <a:cubicBezTo>
                      <a:pt x="4512" y="6066"/>
                      <a:pt x="4863" y="6292"/>
                      <a:pt x="5264" y="6392"/>
                    </a:cubicBezTo>
                    <a:cubicBezTo>
                      <a:pt x="5397" y="6423"/>
                      <a:pt x="5538" y="6438"/>
                      <a:pt x="5680" y="6438"/>
                    </a:cubicBezTo>
                    <a:cubicBezTo>
                      <a:pt x="6341" y="6438"/>
                      <a:pt x="7046" y="6108"/>
                      <a:pt x="7294" y="5490"/>
                    </a:cubicBezTo>
                    <a:cubicBezTo>
                      <a:pt x="7394" y="5239"/>
                      <a:pt x="7444" y="4963"/>
                      <a:pt x="7344" y="4738"/>
                    </a:cubicBezTo>
                    <a:cubicBezTo>
                      <a:pt x="7269" y="4537"/>
                      <a:pt x="7118" y="4387"/>
                      <a:pt x="6943" y="4312"/>
                    </a:cubicBezTo>
                    <a:cubicBezTo>
                      <a:pt x="6567" y="4136"/>
                      <a:pt x="6141" y="4111"/>
                      <a:pt x="5740" y="4111"/>
                    </a:cubicBezTo>
                    <a:cubicBezTo>
                      <a:pt x="5715" y="4111"/>
                      <a:pt x="5690" y="4111"/>
                      <a:pt x="5665" y="4136"/>
                    </a:cubicBezTo>
                    <a:cubicBezTo>
                      <a:pt x="5923" y="3738"/>
                      <a:pt x="6387" y="3546"/>
                      <a:pt x="6843" y="3546"/>
                    </a:cubicBezTo>
                    <a:cubicBezTo>
                      <a:pt x="6962" y="3546"/>
                      <a:pt x="7080" y="3559"/>
                      <a:pt x="7194" y="3585"/>
                    </a:cubicBezTo>
                    <a:cubicBezTo>
                      <a:pt x="7519" y="3660"/>
                      <a:pt x="7820" y="3810"/>
                      <a:pt x="8021" y="4036"/>
                    </a:cubicBezTo>
                    <a:cubicBezTo>
                      <a:pt x="8271" y="4337"/>
                      <a:pt x="8397" y="4713"/>
                      <a:pt x="8422" y="5089"/>
                    </a:cubicBezTo>
                    <a:cubicBezTo>
                      <a:pt x="8447" y="5891"/>
                      <a:pt x="8046" y="6668"/>
                      <a:pt x="7369" y="7069"/>
                    </a:cubicBezTo>
                    <a:cubicBezTo>
                      <a:pt x="6864" y="7382"/>
                      <a:pt x="6275" y="7526"/>
                      <a:pt x="5685" y="7526"/>
                    </a:cubicBezTo>
                    <a:cubicBezTo>
                      <a:pt x="5425" y="7526"/>
                      <a:pt x="5166" y="7498"/>
                      <a:pt x="4913" y="7444"/>
                    </a:cubicBezTo>
                    <a:cubicBezTo>
                      <a:pt x="4487" y="7344"/>
                      <a:pt x="4036" y="7169"/>
                      <a:pt x="3710" y="6893"/>
                    </a:cubicBezTo>
                    <a:cubicBezTo>
                      <a:pt x="3359" y="6617"/>
                      <a:pt x="3133" y="6241"/>
                      <a:pt x="3033" y="5815"/>
                    </a:cubicBezTo>
                    <a:cubicBezTo>
                      <a:pt x="2808" y="4988"/>
                      <a:pt x="3033" y="4061"/>
                      <a:pt x="3359" y="3284"/>
                    </a:cubicBezTo>
                    <a:cubicBezTo>
                      <a:pt x="4011" y="1730"/>
                      <a:pt x="5314" y="402"/>
                      <a:pt x="7018" y="201"/>
                    </a:cubicBezTo>
                    <a:cubicBezTo>
                      <a:pt x="7177" y="181"/>
                      <a:pt x="7337" y="171"/>
                      <a:pt x="7496" y="171"/>
                    </a:cubicBezTo>
                    <a:cubicBezTo>
                      <a:pt x="8143" y="171"/>
                      <a:pt x="8786" y="336"/>
                      <a:pt x="9349" y="678"/>
                    </a:cubicBezTo>
                    <a:cubicBezTo>
                      <a:pt x="10101" y="1154"/>
                      <a:pt x="10577" y="1956"/>
                      <a:pt x="10828" y="2808"/>
                    </a:cubicBezTo>
                    <a:cubicBezTo>
                      <a:pt x="11279" y="4262"/>
                      <a:pt x="11053" y="5891"/>
                      <a:pt x="10301" y="7219"/>
                    </a:cubicBezTo>
                    <a:cubicBezTo>
                      <a:pt x="9575" y="8547"/>
                      <a:pt x="8347" y="9575"/>
                      <a:pt x="6843" y="9901"/>
                    </a:cubicBezTo>
                    <a:cubicBezTo>
                      <a:pt x="6454" y="9988"/>
                      <a:pt x="6057" y="10030"/>
                      <a:pt x="5660" y="10030"/>
                    </a:cubicBezTo>
                    <a:cubicBezTo>
                      <a:pt x="4569" y="10030"/>
                      <a:pt x="3475" y="9711"/>
                      <a:pt x="2557" y="9124"/>
                    </a:cubicBezTo>
                    <a:cubicBezTo>
                      <a:pt x="1930" y="8723"/>
                      <a:pt x="1379" y="8171"/>
                      <a:pt x="1003" y="7545"/>
                    </a:cubicBezTo>
                    <a:cubicBezTo>
                      <a:pt x="602" y="6918"/>
                      <a:pt x="377" y="6191"/>
                      <a:pt x="301" y="5465"/>
                    </a:cubicBezTo>
                    <a:cubicBezTo>
                      <a:pt x="201" y="4587"/>
                      <a:pt x="326" y="3660"/>
                      <a:pt x="652" y="2833"/>
                    </a:cubicBezTo>
                    <a:lnTo>
                      <a:pt x="652" y="2833"/>
                    </a:lnTo>
                    <a:cubicBezTo>
                      <a:pt x="577" y="2883"/>
                      <a:pt x="502" y="2908"/>
                      <a:pt x="427" y="2958"/>
                    </a:cubicBezTo>
                    <a:cubicBezTo>
                      <a:pt x="251" y="3434"/>
                      <a:pt x="151" y="3961"/>
                      <a:pt x="101" y="4462"/>
                    </a:cubicBezTo>
                    <a:cubicBezTo>
                      <a:pt x="1" y="6016"/>
                      <a:pt x="552" y="7595"/>
                      <a:pt x="1705" y="8673"/>
                    </a:cubicBezTo>
                    <a:cubicBezTo>
                      <a:pt x="2765" y="9664"/>
                      <a:pt x="4207" y="10188"/>
                      <a:pt x="5660" y="10188"/>
                    </a:cubicBezTo>
                    <a:cubicBezTo>
                      <a:pt x="5787" y="10188"/>
                      <a:pt x="5914" y="10184"/>
                      <a:pt x="6041" y="10176"/>
                    </a:cubicBezTo>
                    <a:cubicBezTo>
                      <a:pt x="6818" y="10126"/>
                      <a:pt x="7595" y="9926"/>
                      <a:pt x="8296" y="9525"/>
                    </a:cubicBezTo>
                    <a:cubicBezTo>
                      <a:pt x="8973" y="9149"/>
                      <a:pt x="9575" y="8597"/>
                      <a:pt x="10051" y="7946"/>
                    </a:cubicBezTo>
                    <a:cubicBezTo>
                      <a:pt x="11003" y="6668"/>
                      <a:pt x="11429" y="4988"/>
                      <a:pt x="11154" y="3384"/>
                    </a:cubicBezTo>
                    <a:cubicBezTo>
                      <a:pt x="11003" y="2507"/>
                      <a:pt x="10627" y="1605"/>
                      <a:pt x="10001" y="978"/>
                    </a:cubicBezTo>
                    <a:cubicBezTo>
                      <a:pt x="9399" y="377"/>
                      <a:pt x="8572" y="51"/>
                      <a:pt x="774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7" name="Google Shape;3637;p48"/>
              <p:cNvSpPr/>
              <p:nvPr/>
            </p:nvSpPr>
            <p:spPr>
              <a:xfrm>
                <a:off x="6760044" y="2439000"/>
                <a:ext cx="468726" cy="414857"/>
              </a:xfrm>
              <a:custGeom>
                <a:rect b="b" l="l" r="r" t="t"/>
                <a:pathLst>
                  <a:path extrusionOk="0" h="9850" w="11129">
                    <a:moveTo>
                      <a:pt x="7303" y="0"/>
                    </a:moveTo>
                    <a:cubicBezTo>
                      <a:pt x="7157" y="0"/>
                      <a:pt x="7012" y="7"/>
                      <a:pt x="6868" y="21"/>
                    </a:cubicBezTo>
                    <a:cubicBezTo>
                      <a:pt x="5163" y="246"/>
                      <a:pt x="3860" y="1600"/>
                      <a:pt x="3233" y="3129"/>
                    </a:cubicBezTo>
                    <a:cubicBezTo>
                      <a:pt x="2908" y="3931"/>
                      <a:pt x="2682" y="4833"/>
                      <a:pt x="2908" y="5685"/>
                    </a:cubicBezTo>
                    <a:cubicBezTo>
                      <a:pt x="3008" y="6111"/>
                      <a:pt x="3259" y="6462"/>
                      <a:pt x="3584" y="6738"/>
                    </a:cubicBezTo>
                    <a:cubicBezTo>
                      <a:pt x="3935" y="7013"/>
                      <a:pt x="4361" y="7189"/>
                      <a:pt x="4787" y="7264"/>
                    </a:cubicBezTo>
                    <a:cubicBezTo>
                      <a:pt x="5055" y="7321"/>
                      <a:pt x="5331" y="7351"/>
                      <a:pt x="5606" y="7351"/>
                    </a:cubicBezTo>
                    <a:cubicBezTo>
                      <a:pt x="6180" y="7351"/>
                      <a:pt x="6752" y="7218"/>
                      <a:pt x="7244" y="6913"/>
                    </a:cubicBezTo>
                    <a:cubicBezTo>
                      <a:pt x="7920" y="6487"/>
                      <a:pt x="8321" y="5710"/>
                      <a:pt x="8296" y="4908"/>
                    </a:cubicBezTo>
                    <a:cubicBezTo>
                      <a:pt x="8271" y="4532"/>
                      <a:pt x="8146" y="4156"/>
                      <a:pt x="7895" y="3880"/>
                    </a:cubicBezTo>
                    <a:cubicBezTo>
                      <a:pt x="7670" y="3630"/>
                      <a:pt x="7369" y="3479"/>
                      <a:pt x="7068" y="3404"/>
                    </a:cubicBezTo>
                    <a:cubicBezTo>
                      <a:pt x="6964" y="3386"/>
                      <a:pt x="6858" y="3377"/>
                      <a:pt x="6751" y="3377"/>
                    </a:cubicBezTo>
                    <a:cubicBezTo>
                      <a:pt x="6268" y="3377"/>
                      <a:pt x="5786" y="3565"/>
                      <a:pt x="5539" y="3956"/>
                    </a:cubicBezTo>
                    <a:lnTo>
                      <a:pt x="5614" y="3956"/>
                    </a:lnTo>
                    <a:cubicBezTo>
                      <a:pt x="5697" y="3950"/>
                      <a:pt x="5782" y="3947"/>
                      <a:pt x="5866" y="3947"/>
                    </a:cubicBezTo>
                    <a:cubicBezTo>
                      <a:pt x="6189" y="3947"/>
                      <a:pt x="6514" y="3992"/>
                      <a:pt x="6792" y="4131"/>
                    </a:cubicBezTo>
                    <a:cubicBezTo>
                      <a:pt x="6993" y="4231"/>
                      <a:pt x="7143" y="4357"/>
                      <a:pt x="7218" y="4557"/>
                    </a:cubicBezTo>
                    <a:cubicBezTo>
                      <a:pt x="7294" y="4808"/>
                      <a:pt x="7244" y="5083"/>
                      <a:pt x="7168" y="5309"/>
                    </a:cubicBezTo>
                    <a:cubicBezTo>
                      <a:pt x="6903" y="5943"/>
                      <a:pt x="6220" y="6260"/>
                      <a:pt x="5555" y="6260"/>
                    </a:cubicBezTo>
                    <a:cubicBezTo>
                      <a:pt x="5405" y="6260"/>
                      <a:pt x="5256" y="6244"/>
                      <a:pt x="5113" y="6211"/>
                    </a:cubicBezTo>
                    <a:cubicBezTo>
                      <a:pt x="4737" y="6136"/>
                      <a:pt x="4386" y="5911"/>
                      <a:pt x="4186" y="5560"/>
                    </a:cubicBezTo>
                    <a:cubicBezTo>
                      <a:pt x="3935" y="5083"/>
                      <a:pt x="3985" y="4532"/>
                      <a:pt x="4136" y="4031"/>
                    </a:cubicBezTo>
                    <a:cubicBezTo>
                      <a:pt x="4537" y="2753"/>
                      <a:pt x="5564" y="1500"/>
                      <a:pt x="6968" y="1374"/>
                    </a:cubicBezTo>
                    <a:cubicBezTo>
                      <a:pt x="7043" y="1367"/>
                      <a:pt x="7117" y="1364"/>
                      <a:pt x="7192" y="1364"/>
                    </a:cubicBezTo>
                    <a:cubicBezTo>
                      <a:pt x="8211" y="1364"/>
                      <a:pt x="9152" y="1994"/>
                      <a:pt x="9549" y="2928"/>
                    </a:cubicBezTo>
                    <a:cubicBezTo>
                      <a:pt x="9775" y="3505"/>
                      <a:pt x="9775" y="4156"/>
                      <a:pt x="9675" y="4758"/>
                    </a:cubicBezTo>
                    <a:cubicBezTo>
                      <a:pt x="9574" y="5459"/>
                      <a:pt x="9349" y="6111"/>
                      <a:pt x="8998" y="6688"/>
                    </a:cubicBezTo>
                    <a:cubicBezTo>
                      <a:pt x="8296" y="7891"/>
                      <a:pt x="7093" y="8793"/>
                      <a:pt x="5665" y="8793"/>
                    </a:cubicBezTo>
                    <a:cubicBezTo>
                      <a:pt x="5643" y="8793"/>
                      <a:pt x="5622" y="8793"/>
                      <a:pt x="5601" y="8793"/>
                    </a:cubicBezTo>
                    <a:cubicBezTo>
                      <a:pt x="4146" y="8793"/>
                      <a:pt x="2797" y="7948"/>
                      <a:pt x="2056" y="6713"/>
                    </a:cubicBezTo>
                    <a:cubicBezTo>
                      <a:pt x="1454" y="5635"/>
                      <a:pt x="1254" y="4332"/>
                      <a:pt x="1379" y="3129"/>
                    </a:cubicBezTo>
                    <a:cubicBezTo>
                      <a:pt x="1404" y="2803"/>
                      <a:pt x="1479" y="2477"/>
                      <a:pt x="1529" y="2176"/>
                    </a:cubicBezTo>
                    <a:cubicBezTo>
                      <a:pt x="1629" y="1775"/>
                      <a:pt x="1705" y="1399"/>
                      <a:pt x="1805" y="1023"/>
                    </a:cubicBezTo>
                    <a:cubicBezTo>
                      <a:pt x="1855" y="898"/>
                      <a:pt x="1880" y="773"/>
                      <a:pt x="1930" y="647"/>
                    </a:cubicBezTo>
                    <a:lnTo>
                      <a:pt x="1930" y="647"/>
                    </a:lnTo>
                    <a:cubicBezTo>
                      <a:pt x="1730" y="798"/>
                      <a:pt x="1554" y="973"/>
                      <a:pt x="1404" y="1174"/>
                    </a:cubicBezTo>
                    <a:cubicBezTo>
                      <a:pt x="426" y="2302"/>
                      <a:pt x="0" y="3830"/>
                      <a:pt x="151" y="5309"/>
                    </a:cubicBezTo>
                    <a:cubicBezTo>
                      <a:pt x="251" y="6036"/>
                      <a:pt x="477" y="6763"/>
                      <a:pt x="853" y="7389"/>
                    </a:cubicBezTo>
                    <a:cubicBezTo>
                      <a:pt x="1254" y="8016"/>
                      <a:pt x="1805" y="8542"/>
                      <a:pt x="2431" y="8943"/>
                    </a:cubicBezTo>
                    <a:cubicBezTo>
                      <a:pt x="3350" y="9531"/>
                      <a:pt x="4443" y="9849"/>
                      <a:pt x="5524" y="9849"/>
                    </a:cubicBezTo>
                    <a:cubicBezTo>
                      <a:pt x="5918" y="9849"/>
                      <a:pt x="6311" y="9807"/>
                      <a:pt x="6692" y="9720"/>
                    </a:cubicBezTo>
                    <a:cubicBezTo>
                      <a:pt x="8221" y="9394"/>
                      <a:pt x="9449" y="8392"/>
                      <a:pt x="10176" y="7038"/>
                    </a:cubicBezTo>
                    <a:cubicBezTo>
                      <a:pt x="10903" y="5710"/>
                      <a:pt x="11128" y="4081"/>
                      <a:pt x="10702" y="2627"/>
                    </a:cubicBezTo>
                    <a:cubicBezTo>
                      <a:pt x="10452" y="1775"/>
                      <a:pt x="9975" y="973"/>
                      <a:pt x="9198" y="497"/>
                    </a:cubicBezTo>
                    <a:cubicBezTo>
                      <a:pt x="8643" y="147"/>
                      <a:pt x="7970" y="0"/>
                      <a:pt x="7303"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8" name="Google Shape;3638;p48"/>
              <p:cNvSpPr/>
              <p:nvPr/>
            </p:nvSpPr>
            <p:spPr>
              <a:xfrm>
                <a:off x="6753726" y="2432177"/>
                <a:ext cx="481361" cy="429388"/>
              </a:xfrm>
              <a:custGeom>
                <a:rect b="b" l="l" r="r" t="t"/>
                <a:pathLst>
                  <a:path extrusionOk="0" h="10195" w="11429">
                    <a:moveTo>
                      <a:pt x="7453" y="162"/>
                    </a:moveTo>
                    <a:cubicBezTo>
                      <a:pt x="8120" y="162"/>
                      <a:pt x="8793" y="309"/>
                      <a:pt x="9348" y="659"/>
                    </a:cubicBezTo>
                    <a:cubicBezTo>
                      <a:pt x="10125" y="1135"/>
                      <a:pt x="10602" y="1937"/>
                      <a:pt x="10852" y="2789"/>
                    </a:cubicBezTo>
                    <a:cubicBezTo>
                      <a:pt x="11278" y="4243"/>
                      <a:pt x="11053" y="5872"/>
                      <a:pt x="10326" y="7200"/>
                    </a:cubicBezTo>
                    <a:cubicBezTo>
                      <a:pt x="9599" y="8554"/>
                      <a:pt x="8371" y="9556"/>
                      <a:pt x="6842" y="9882"/>
                    </a:cubicBezTo>
                    <a:cubicBezTo>
                      <a:pt x="6461" y="9969"/>
                      <a:pt x="6068" y="10011"/>
                      <a:pt x="5674" y="10011"/>
                    </a:cubicBezTo>
                    <a:cubicBezTo>
                      <a:pt x="4593" y="10011"/>
                      <a:pt x="3500" y="9693"/>
                      <a:pt x="2581" y="9105"/>
                    </a:cubicBezTo>
                    <a:cubicBezTo>
                      <a:pt x="1955" y="8704"/>
                      <a:pt x="1404" y="8178"/>
                      <a:pt x="1003" y="7551"/>
                    </a:cubicBezTo>
                    <a:cubicBezTo>
                      <a:pt x="627" y="6925"/>
                      <a:pt x="401" y="6198"/>
                      <a:pt x="301" y="5471"/>
                    </a:cubicBezTo>
                    <a:cubicBezTo>
                      <a:pt x="150" y="3992"/>
                      <a:pt x="576" y="2464"/>
                      <a:pt x="1554" y="1336"/>
                    </a:cubicBezTo>
                    <a:cubicBezTo>
                      <a:pt x="1704" y="1135"/>
                      <a:pt x="1880" y="960"/>
                      <a:pt x="2080" y="809"/>
                    </a:cubicBezTo>
                    <a:lnTo>
                      <a:pt x="2080" y="809"/>
                    </a:lnTo>
                    <a:cubicBezTo>
                      <a:pt x="2030" y="935"/>
                      <a:pt x="2005" y="1060"/>
                      <a:pt x="1955" y="1185"/>
                    </a:cubicBezTo>
                    <a:cubicBezTo>
                      <a:pt x="1855" y="1561"/>
                      <a:pt x="1779" y="1937"/>
                      <a:pt x="1679" y="2313"/>
                    </a:cubicBezTo>
                    <a:cubicBezTo>
                      <a:pt x="1629" y="2639"/>
                      <a:pt x="1554" y="2965"/>
                      <a:pt x="1529" y="3291"/>
                    </a:cubicBezTo>
                    <a:cubicBezTo>
                      <a:pt x="1404" y="4494"/>
                      <a:pt x="1604" y="5797"/>
                      <a:pt x="2206" y="6875"/>
                    </a:cubicBezTo>
                    <a:cubicBezTo>
                      <a:pt x="2947" y="8110"/>
                      <a:pt x="4296" y="8955"/>
                      <a:pt x="5751" y="8955"/>
                    </a:cubicBezTo>
                    <a:cubicBezTo>
                      <a:pt x="5772" y="8955"/>
                      <a:pt x="5793" y="8955"/>
                      <a:pt x="5815" y="8955"/>
                    </a:cubicBezTo>
                    <a:cubicBezTo>
                      <a:pt x="7243" y="8955"/>
                      <a:pt x="8421" y="8053"/>
                      <a:pt x="9148" y="6850"/>
                    </a:cubicBezTo>
                    <a:cubicBezTo>
                      <a:pt x="9499" y="6273"/>
                      <a:pt x="9724" y="5621"/>
                      <a:pt x="9825" y="4920"/>
                    </a:cubicBezTo>
                    <a:cubicBezTo>
                      <a:pt x="9925" y="4318"/>
                      <a:pt x="9925" y="3667"/>
                      <a:pt x="9699" y="3090"/>
                    </a:cubicBezTo>
                    <a:cubicBezTo>
                      <a:pt x="9302" y="2156"/>
                      <a:pt x="8361" y="1526"/>
                      <a:pt x="7342" y="1526"/>
                    </a:cubicBezTo>
                    <a:cubicBezTo>
                      <a:pt x="7267" y="1526"/>
                      <a:pt x="7193" y="1529"/>
                      <a:pt x="7118" y="1536"/>
                    </a:cubicBezTo>
                    <a:cubicBezTo>
                      <a:pt x="5714" y="1662"/>
                      <a:pt x="4687" y="2915"/>
                      <a:pt x="4286" y="4193"/>
                    </a:cubicBezTo>
                    <a:cubicBezTo>
                      <a:pt x="4135" y="4694"/>
                      <a:pt x="4085" y="5245"/>
                      <a:pt x="4336" y="5722"/>
                    </a:cubicBezTo>
                    <a:cubicBezTo>
                      <a:pt x="4536" y="6073"/>
                      <a:pt x="4887" y="6298"/>
                      <a:pt x="5263" y="6373"/>
                    </a:cubicBezTo>
                    <a:cubicBezTo>
                      <a:pt x="5406" y="6406"/>
                      <a:pt x="5555" y="6422"/>
                      <a:pt x="5705" y="6422"/>
                    </a:cubicBezTo>
                    <a:cubicBezTo>
                      <a:pt x="6370" y="6422"/>
                      <a:pt x="7053" y="6105"/>
                      <a:pt x="7318" y="5471"/>
                    </a:cubicBezTo>
                    <a:cubicBezTo>
                      <a:pt x="7394" y="5245"/>
                      <a:pt x="7444" y="4970"/>
                      <a:pt x="7368" y="4719"/>
                    </a:cubicBezTo>
                    <a:cubicBezTo>
                      <a:pt x="7293" y="4519"/>
                      <a:pt x="7143" y="4393"/>
                      <a:pt x="6942" y="4293"/>
                    </a:cubicBezTo>
                    <a:cubicBezTo>
                      <a:pt x="6664" y="4154"/>
                      <a:pt x="6339" y="4109"/>
                      <a:pt x="6016" y="4109"/>
                    </a:cubicBezTo>
                    <a:cubicBezTo>
                      <a:pt x="5932" y="4109"/>
                      <a:pt x="5847" y="4112"/>
                      <a:pt x="5764" y="4118"/>
                    </a:cubicBezTo>
                    <a:lnTo>
                      <a:pt x="5689" y="4118"/>
                    </a:lnTo>
                    <a:cubicBezTo>
                      <a:pt x="5936" y="3727"/>
                      <a:pt x="6418" y="3539"/>
                      <a:pt x="6901" y="3539"/>
                    </a:cubicBezTo>
                    <a:cubicBezTo>
                      <a:pt x="7008" y="3539"/>
                      <a:pt x="7114" y="3548"/>
                      <a:pt x="7218" y="3566"/>
                    </a:cubicBezTo>
                    <a:cubicBezTo>
                      <a:pt x="7519" y="3641"/>
                      <a:pt x="7820" y="3792"/>
                      <a:pt x="8045" y="4042"/>
                    </a:cubicBezTo>
                    <a:cubicBezTo>
                      <a:pt x="8296" y="4318"/>
                      <a:pt x="8421" y="4694"/>
                      <a:pt x="8446" y="5070"/>
                    </a:cubicBezTo>
                    <a:cubicBezTo>
                      <a:pt x="8471" y="5872"/>
                      <a:pt x="8070" y="6649"/>
                      <a:pt x="7394" y="7075"/>
                    </a:cubicBezTo>
                    <a:cubicBezTo>
                      <a:pt x="6902" y="7380"/>
                      <a:pt x="6330" y="7513"/>
                      <a:pt x="5756" y="7513"/>
                    </a:cubicBezTo>
                    <a:cubicBezTo>
                      <a:pt x="5481" y="7513"/>
                      <a:pt x="5205" y="7483"/>
                      <a:pt x="4937" y="7426"/>
                    </a:cubicBezTo>
                    <a:cubicBezTo>
                      <a:pt x="4511" y="7351"/>
                      <a:pt x="4085" y="7175"/>
                      <a:pt x="3734" y="6900"/>
                    </a:cubicBezTo>
                    <a:cubicBezTo>
                      <a:pt x="3409" y="6624"/>
                      <a:pt x="3158" y="6273"/>
                      <a:pt x="3058" y="5847"/>
                    </a:cubicBezTo>
                    <a:cubicBezTo>
                      <a:pt x="2832" y="4995"/>
                      <a:pt x="3058" y="4093"/>
                      <a:pt x="3383" y="3291"/>
                    </a:cubicBezTo>
                    <a:cubicBezTo>
                      <a:pt x="4010" y="1762"/>
                      <a:pt x="5313" y="408"/>
                      <a:pt x="7018" y="183"/>
                    </a:cubicBezTo>
                    <a:cubicBezTo>
                      <a:pt x="7162" y="169"/>
                      <a:pt x="7307" y="162"/>
                      <a:pt x="7453" y="162"/>
                    </a:cubicBezTo>
                    <a:close/>
                    <a:moveTo>
                      <a:pt x="7485" y="0"/>
                    </a:moveTo>
                    <a:cubicBezTo>
                      <a:pt x="6712" y="0"/>
                      <a:pt x="5948" y="224"/>
                      <a:pt x="5288" y="634"/>
                    </a:cubicBezTo>
                    <a:cubicBezTo>
                      <a:pt x="4536" y="1110"/>
                      <a:pt x="3960" y="1812"/>
                      <a:pt x="3534" y="2589"/>
                    </a:cubicBezTo>
                    <a:cubicBezTo>
                      <a:pt x="3108" y="3366"/>
                      <a:pt x="2782" y="4268"/>
                      <a:pt x="2782" y="5170"/>
                    </a:cubicBezTo>
                    <a:cubicBezTo>
                      <a:pt x="2807" y="5621"/>
                      <a:pt x="2882" y="6073"/>
                      <a:pt x="3108" y="6449"/>
                    </a:cubicBezTo>
                    <a:cubicBezTo>
                      <a:pt x="3358" y="6850"/>
                      <a:pt x="3709" y="7125"/>
                      <a:pt x="4110" y="7326"/>
                    </a:cubicBezTo>
                    <a:cubicBezTo>
                      <a:pt x="4593" y="7567"/>
                      <a:pt x="5158" y="7692"/>
                      <a:pt x="5721" y="7692"/>
                    </a:cubicBezTo>
                    <a:cubicBezTo>
                      <a:pt x="6915" y="7692"/>
                      <a:pt x="8105" y="7131"/>
                      <a:pt x="8496" y="5922"/>
                    </a:cubicBezTo>
                    <a:cubicBezTo>
                      <a:pt x="8722" y="5195"/>
                      <a:pt x="8622" y="4293"/>
                      <a:pt x="8020" y="3767"/>
                    </a:cubicBezTo>
                    <a:cubicBezTo>
                      <a:pt x="7707" y="3501"/>
                      <a:pt x="7287" y="3362"/>
                      <a:pt x="6863" y="3362"/>
                    </a:cubicBezTo>
                    <a:cubicBezTo>
                      <a:pt x="6608" y="3362"/>
                      <a:pt x="6351" y="3412"/>
                      <a:pt x="6115" y="3516"/>
                    </a:cubicBezTo>
                    <a:cubicBezTo>
                      <a:pt x="5840" y="3667"/>
                      <a:pt x="5589" y="3892"/>
                      <a:pt x="5439" y="4168"/>
                    </a:cubicBezTo>
                    <a:cubicBezTo>
                      <a:pt x="5416" y="4212"/>
                      <a:pt x="5434" y="4297"/>
                      <a:pt x="5491" y="4297"/>
                    </a:cubicBezTo>
                    <a:cubicBezTo>
                      <a:pt x="5498" y="4297"/>
                      <a:pt x="5506" y="4296"/>
                      <a:pt x="5514" y="4293"/>
                    </a:cubicBezTo>
                    <a:cubicBezTo>
                      <a:pt x="5639" y="4281"/>
                      <a:pt x="5771" y="4274"/>
                      <a:pt x="5902" y="4274"/>
                    </a:cubicBezTo>
                    <a:cubicBezTo>
                      <a:pt x="6034" y="4274"/>
                      <a:pt x="6165" y="4281"/>
                      <a:pt x="6291" y="4293"/>
                    </a:cubicBezTo>
                    <a:cubicBezTo>
                      <a:pt x="6617" y="4343"/>
                      <a:pt x="7093" y="4443"/>
                      <a:pt x="7218" y="4794"/>
                    </a:cubicBezTo>
                    <a:cubicBezTo>
                      <a:pt x="7343" y="5195"/>
                      <a:pt x="7093" y="5646"/>
                      <a:pt x="6792" y="5897"/>
                    </a:cubicBezTo>
                    <a:cubicBezTo>
                      <a:pt x="6516" y="6123"/>
                      <a:pt x="6115" y="6248"/>
                      <a:pt x="5764" y="6248"/>
                    </a:cubicBezTo>
                    <a:cubicBezTo>
                      <a:pt x="5727" y="6251"/>
                      <a:pt x="5689" y="6252"/>
                      <a:pt x="5652" y="6252"/>
                    </a:cubicBezTo>
                    <a:cubicBezTo>
                      <a:pt x="5314" y="6252"/>
                      <a:pt x="4985" y="6150"/>
                      <a:pt x="4737" y="5947"/>
                    </a:cubicBezTo>
                    <a:cubicBezTo>
                      <a:pt x="4411" y="5672"/>
                      <a:pt x="4311" y="5245"/>
                      <a:pt x="4336" y="4844"/>
                    </a:cubicBezTo>
                    <a:cubicBezTo>
                      <a:pt x="4386" y="4168"/>
                      <a:pt x="4737" y="3466"/>
                      <a:pt x="5138" y="2940"/>
                    </a:cubicBezTo>
                    <a:cubicBezTo>
                      <a:pt x="5489" y="2438"/>
                      <a:pt x="5990" y="2012"/>
                      <a:pt x="6592" y="1812"/>
                    </a:cubicBezTo>
                    <a:cubicBezTo>
                      <a:pt x="6833" y="1734"/>
                      <a:pt x="7079" y="1696"/>
                      <a:pt x="7324" y="1696"/>
                    </a:cubicBezTo>
                    <a:cubicBezTo>
                      <a:pt x="8095" y="1696"/>
                      <a:pt x="8841" y="2073"/>
                      <a:pt x="9298" y="2739"/>
                    </a:cubicBezTo>
                    <a:cubicBezTo>
                      <a:pt x="9975" y="3742"/>
                      <a:pt x="9749" y="5120"/>
                      <a:pt x="9298" y="6173"/>
                    </a:cubicBezTo>
                    <a:cubicBezTo>
                      <a:pt x="8797" y="7351"/>
                      <a:pt x="7820" y="8403"/>
                      <a:pt x="6516" y="8704"/>
                    </a:cubicBezTo>
                    <a:cubicBezTo>
                      <a:pt x="6273" y="8763"/>
                      <a:pt x="6023" y="8791"/>
                      <a:pt x="5773" y="8791"/>
                    </a:cubicBezTo>
                    <a:cubicBezTo>
                      <a:pt x="4634" y="8791"/>
                      <a:pt x="3476" y="8214"/>
                      <a:pt x="2757" y="7351"/>
                    </a:cubicBezTo>
                    <a:cubicBezTo>
                      <a:pt x="1980" y="6398"/>
                      <a:pt x="1679" y="5145"/>
                      <a:pt x="1679" y="3967"/>
                    </a:cubicBezTo>
                    <a:cubicBezTo>
                      <a:pt x="1679" y="3341"/>
                      <a:pt x="1779" y="2764"/>
                      <a:pt x="1905" y="2163"/>
                    </a:cubicBezTo>
                    <a:cubicBezTo>
                      <a:pt x="2005" y="1662"/>
                      <a:pt x="2130" y="1160"/>
                      <a:pt x="2306" y="684"/>
                    </a:cubicBezTo>
                    <a:cubicBezTo>
                      <a:pt x="2331" y="659"/>
                      <a:pt x="2331" y="609"/>
                      <a:pt x="2356" y="584"/>
                    </a:cubicBezTo>
                    <a:cubicBezTo>
                      <a:pt x="2381" y="534"/>
                      <a:pt x="2381" y="509"/>
                      <a:pt x="2356" y="484"/>
                    </a:cubicBezTo>
                    <a:cubicBezTo>
                      <a:pt x="2341" y="454"/>
                      <a:pt x="2318" y="442"/>
                      <a:pt x="2291" y="442"/>
                    </a:cubicBezTo>
                    <a:cubicBezTo>
                      <a:pt x="2272" y="442"/>
                      <a:pt x="2251" y="448"/>
                      <a:pt x="2231" y="458"/>
                    </a:cubicBezTo>
                    <a:cubicBezTo>
                      <a:pt x="952" y="1386"/>
                      <a:pt x="226" y="2915"/>
                      <a:pt x="125" y="4469"/>
                    </a:cubicBezTo>
                    <a:cubicBezTo>
                      <a:pt x="0" y="6022"/>
                      <a:pt x="551" y="7601"/>
                      <a:pt x="1729" y="8679"/>
                    </a:cubicBezTo>
                    <a:cubicBezTo>
                      <a:pt x="2793" y="9650"/>
                      <a:pt x="4240" y="10194"/>
                      <a:pt x="5697" y="10194"/>
                    </a:cubicBezTo>
                    <a:cubicBezTo>
                      <a:pt x="5820" y="10194"/>
                      <a:pt x="5943" y="10191"/>
                      <a:pt x="6065" y="10183"/>
                    </a:cubicBezTo>
                    <a:cubicBezTo>
                      <a:pt x="6842" y="10133"/>
                      <a:pt x="7619" y="9907"/>
                      <a:pt x="8296" y="9531"/>
                    </a:cubicBezTo>
                    <a:cubicBezTo>
                      <a:pt x="8998" y="9130"/>
                      <a:pt x="9599" y="8579"/>
                      <a:pt x="10075" y="7927"/>
                    </a:cubicBezTo>
                    <a:cubicBezTo>
                      <a:pt x="11003" y="6649"/>
                      <a:pt x="11429" y="4970"/>
                      <a:pt x="11153" y="3391"/>
                    </a:cubicBezTo>
                    <a:cubicBezTo>
                      <a:pt x="11003" y="2489"/>
                      <a:pt x="10652" y="1586"/>
                      <a:pt x="10000" y="960"/>
                    </a:cubicBezTo>
                    <a:cubicBezTo>
                      <a:pt x="9399" y="358"/>
                      <a:pt x="8546" y="32"/>
                      <a:pt x="7719" y="7"/>
                    </a:cubicBezTo>
                    <a:cubicBezTo>
                      <a:pt x="7641" y="3"/>
                      <a:pt x="7563" y="0"/>
                      <a:pt x="748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9" name="Google Shape;3639;p48"/>
              <p:cNvSpPr/>
              <p:nvPr/>
            </p:nvSpPr>
            <p:spPr>
              <a:xfrm>
                <a:off x="7623497" y="1848636"/>
                <a:ext cx="256538" cy="309901"/>
              </a:xfrm>
              <a:custGeom>
                <a:rect b="b" l="l" r="r" t="t"/>
                <a:pathLst>
                  <a:path extrusionOk="0" h="7358" w="6091">
                    <a:moveTo>
                      <a:pt x="4594" y="0"/>
                    </a:moveTo>
                    <a:cubicBezTo>
                      <a:pt x="4464" y="0"/>
                      <a:pt x="4336" y="9"/>
                      <a:pt x="4211" y="28"/>
                    </a:cubicBezTo>
                    <a:cubicBezTo>
                      <a:pt x="2482" y="228"/>
                      <a:pt x="1179" y="1607"/>
                      <a:pt x="552" y="3135"/>
                    </a:cubicBezTo>
                    <a:cubicBezTo>
                      <a:pt x="226" y="3912"/>
                      <a:pt x="1" y="4840"/>
                      <a:pt x="226" y="5692"/>
                    </a:cubicBezTo>
                    <a:cubicBezTo>
                      <a:pt x="352" y="6118"/>
                      <a:pt x="577" y="6469"/>
                      <a:pt x="928" y="6745"/>
                    </a:cubicBezTo>
                    <a:cubicBezTo>
                      <a:pt x="1279" y="7020"/>
                      <a:pt x="1705" y="7171"/>
                      <a:pt x="2131" y="7271"/>
                    </a:cubicBezTo>
                    <a:cubicBezTo>
                      <a:pt x="2387" y="7327"/>
                      <a:pt x="2656" y="7357"/>
                      <a:pt x="2926" y="7357"/>
                    </a:cubicBezTo>
                    <a:cubicBezTo>
                      <a:pt x="3502" y="7357"/>
                      <a:pt x="4085" y="7219"/>
                      <a:pt x="4562" y="6895"/>
                    </a:cubicBezTo>
                    <a:cubicBezTo>
                      <a:pt x="5239" y="6469"/>
                      <a:pt x="5665" y="5717"/>
                      <a:pt x="5615" y="4915"/>
                    </a:cubicBezTo>
                    <a:cubicBezTo>
                      <a:pt x="5590" y="4539"/>
                      <a:pt x="5464" y="4163"/>
                      <a:pt x="5214" y="3887"/>
                    </a:cubicBezTo>
                    <a:cubicBezTo>
                      <a:pt x="5013" y="3637"/>
                      <a:pt x="4713" y="3486"/>
                      <a:pt x="4387" y="3411"/>
                    </a:cubicBezTo>
                    <a:cubicBezTo>
                      <a:pt x="4281" y="3392"/>
                      <a:pt x="4171" y="3382"/>
                      <a:pt x="4060" y="3382"/>
                    </a:cubicBezTo>
                    <a:cubicBezTo>
                      <a:pt x="3596" y="3382"/>
                      <a:pt x="3121" y="3558"/>
                      <a:pt x="2858" y="3963"/>
                    </a:cubicBezTo>
                    <a:lnTo>
                      <a:pt x="2933" y="3963"/>
                    </a:lnTo>
                    <a:cubicBezTo>
                      <a:pt x="3016" y="3957"/>
                      <a:pt x="3100" y="3954"/>
                      <a:pt x="3185" y="3954"/>
                    </a:cubicBezTo>
                    <a:cubicBezTo>
                      <a:pt x="3508" y="3954"/>
                      <a:pt x="3838" y="3999"/>
                      <a:pt x="4136" y="4138"/>
                    </a:cubicBezTo>
                    <a:cubicBezTo>
                      <a:pt x="4312" y="4238"/>
                      <a:pt x="4462" y="4364"/>
                      <a:pt x="4537" y="4564"/>
                    </a:cubicBezTo>
                    <a:cubicBezTo>
                      <a:pt x="4637" y="4815"/>
                      <a:pt x="4587" y="5090"/>
                      <a:pt x="4487" y="5316"/>
                    </a:cubicBezTo>
                    <a:cubicBezTo>
                      <a:pt x="4242" y="5950"/>
                      <a:pt x="3546" y="6267"/>
                      <a:pt x="2890" y="6267"/>
                    </a:cubicBezTo>
                    <a:cubicBezTo>
                      <a:pt x="2742" y="6267"/>
                      <a:pt x="2595" y="6251"/>
                      <a:pt x="2457" y="6218"/>
                    </a:cubicBezTo>
                    <a:cubicBezTo>
                      <a:pt x="2056" y="6143"/>
                      <a:pt x="1705" y="5917"/>
                      <a:pt x="1505" y="5567"/>
                    </a:cubicBezTo>
                    <a:cubicBezTo>
                      <a:pt x="1254" y="5090"/>
                      <a:pt x="1329" y="4514"/>
                      <a:pt x="1479" y="4038"/>
                    </a:cubicBezTo>
                    <a:cubicBezTo>
                      <a:pt x="1880" y="2760"/>
                      <a:pt x="2883" y="1506"/>
                      <a:pt x="4286" y="1381"/>
                    </a:cubicBezTo>
                    <a:cubicBezTo>
                      <a:pt x="4377" y="1371"/>
                      <a:pt x="4468" y="1366"/>
                      <a:pt x="4558" y="1366"/>
                    </a:cubicBezTo>
                    <a:cubicBezTo>
                      <a:pt x="5116" y="1366"/>
                      <a:pt x="5659" y="1562"/>
                      <a:pt x="6091" y="1907"/>
                    </a:cubicBezTo>
                    <a:cubicBezTo>
                      <a:pt x="5815" y="1281"/>
                      <a:pt x="5540" y="654"/>
                      <a:pt x="5239" y="53"/>
                    </a:cubicBezTo>
                    <a:cubicBezTo>
                      <a:pt x="5022" y="22"/>
                      <a:pt x="4805" y="0"/>
                      <a:pt x="4594"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0" name="Google Shape;3640;p48"/>
              <p:cNvSpPr/>
              <p:nvPr/>
            </p:nvSpPr>
            <p:spPr>
              <a:xfrm>
                <a:off x="7511633" y="1876181"/>
                <a:ext cx="438106" cy="387607"/>
              </a:xfrm>
              <a:custGeom>
                <a:rect b="b" l="l" r="r" t="t"/>
                <a:pathLst>
                  <a:path extrusionOk="0" h="9203" w="10402">
                    <a:moveTo>
                      <a:pt x="1905" y="0"/>
                    </a:moveTo>
                    <a:lnTo>
                      <a:pt x="1905" y="0"/>
                    </a:lnTo>
                    <a:cubicBezTo>
                      <a:pt x="1729" y="151"/>
                      <a:pt x="1554" y="326"/>
                      <a:pt x="1379" y="502"/>
                    </a:cubicBezTo>
                    <a:cubicBezTo>
                      <a:pt x="426" y="1629"/>
                      <a:pt x="0" y="3183"/>
                      <a:pt x="150" y="4637"/>
                    </a:cubicBezTo>
                    <a:cubicBezTo>
                      <a:pt x="226" y="5389"/>
                      <a:pt x="451" y="6091"/>
                      <a:pt x="852" y="6717"/>
                    </a:cubicBezTo>
                    <a:cubicBezTo>
                      <a:pt x="1228" y="7369"/>
                      <a:pt x="1780" y="7895"/>
                      <a:pt x="2406" y="8296"/>
                    </a:cubicBezTo>
                    <a:cubicBezTo>
                      <a:pt x="3325" y="8884"/>
                      <a:pt x="4418" y="9202"/>
                      <a:pt x="5509" y="9202"/>
                    </a:cubicBezTo>
                    <a:cubicBezTo>
                      <a:pt x="5906" y="9202"/>
                      <a:pt x="6304" y="9160"/>
                      <a:pt x="6692" y="9073"/>
                    </a:cubicBezTo>
                    <a:cubicBezTo>
                      <a:pt x="8196" y="8747"/>
                      <a:pt x="9449" y="7720"/>
                      <a:pt x="10176" y="6391"/>
                    </a:cubicBezTo>
                    <a:cubicBezTo>
                      <a:pt x="10251" y="6216"/>
                      <a:pt x="10351" y="6065"/>
                      <a:pt x="10401" y="5890"/>
                    </a:cubicBezTo>
                    <a:cubicBezTo>
                      <a:pt x="10376" y="5790"/>
                      <a:pt x="10351" y="5715"/>
                      <a:pt x="10326" y="5614"/>
                    </a:cubicBezTo>
                    <a:cubicBezTo>
                      <a:pt x="10151" y="4988"/>
                      <a:pt x="9925" y="4361"/>
                      <a:pt x="9724" y="3735"/>
                    </a:cubicBezTo>
                    <a:cubicBezTo>
                      <a:pt x="9699" y="3860"/>
                      <a:pt x="9699" y="3985"/>
                      <a:pt x="9674" y="4111"/>
                    </a:cubicBezTo>
                    <a:cubicBezTo>
                      <a:pt x="9574" y="4787"/>
                      <a:pt x="9323" y="5464"/>
                      <a:pt x="8973" y="6040"/>
                    </a:cubicBezTo>
                    <a:cubicBezTo>
                      <a:pt x="8271" y="7218"/>
                      <a:pt x="7068" y="8146"/>
                      <a:pt x="5639" y="8146"/>
                    </a:cubicBezTo>
                    <a:cubicBezTo>
                      <a:pt x="4186" y="8146"/>
                      <a:pt x="2782" y="7319"/>
                      <a:pt x="2055" y="6040"/>
                    </a:cubicBezTo>
                    <a:cubicBezTo>
                      <a:pt x="1429" y="4988"/>
                      <a:pt x="1253" y="3685"/>
                      <a:pt x="1353" y="2456"/>
                    </a:cubicBezTo>
                    <a:cubicBezTo>
                      <a:pt x="1404" y="2156"/>
                      <a:pt x="1454" y="1830"/>
                      <a:pt x="1529" y="1504"/>
                    </a:cubicBezTo>
                    <a:cubicBezTo>
                      <a:pt x="1604" y="1128"/>
                      <a:pt x="1704" y="752"/>
                      <a:pt x="1805" y="376"/>
                    </a:cubicBezTo>
                    <a:cubicBezTo>
                      <a:pt x="1830" y="251"/>
                      <a:pt x="1880" y="126"/>
                      <a:pt x="1905"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1" name="Google Shape;3641;p48"/>
              <p:cNvSpPr/>
              <p:nvPr/>
            </p:nvSpPr>
            <p:spPr>
              <a:xfrm>
                <a:off x="7621391" y="1841265"/>
                <a:ext cx="265003" cy="324094"/>
              </a:xfrm>
              <a:custGeom>
                <a:rect b="b" l="l" r="r" t="t"/>
                <a:pathLst>
                  <a:path extrusionOk="0" h="7695" w="6292">
                    <a:moveTo>
                      <a:pt x="4810" y="0"/>
                    </a:moveTo>
                    <a:cubicBezTo>
                      <a:pt x="4001" y="0"/>
                      <a:pt x="3199" y="225"/>
                      <a:pt x="2532" y="654"/>
                    </a:cubicBezTo>
                    <a:cubicBezTo>
                      <a:pt x="1780" y="1130"/>
                      <a:pt x="1179" y="1807"/>
                      <a:pt x="753" y="2584"/>
                    </a:cubicBezTo>
                    <a:cubicBezTo>
                      <a:pt x="326" y="3386"/>
                      <a:pt x="1" y="4288"/>
                      <a:pt x="26" y="5190"/>
                    </a:cubicBezTo>
                    <a:cubicBezTo>
                      <a:pt x="26" y="5641"/>
                      <a:pt x="126" y="6092"/>
                      <a:pt x="352" y="6468"/>
                    </a:cubicBezTo>
                    <a:cubicBezTo>
                      <a:pt x="577" y="6869"/>
                      <a:pt x="928" y="7145"/>
                      <a:pt x="1329" y="7346"/>
                    </a:cubicBezTo>
                    <a:cubicBezTo>
                      <a:pt x="1812" y="7575"/>
                      <a:pt x="2373" y="7695"/>
                      <a:pt x="2931" y="7695"/>
                    </a:cubicBezTo>
                    <a:cubicBezTo>
                      <a:pt x="4140" y="7695"/>
                      <a:pt x="5338" y="7134"/>
                      <a:pt x="5715" y="5917"/>
                    </a:cubicBezTo>
                    <a:cubicBezTo>
                      <a:pt x="5966" y="5215"/>
                      <a:pt x="5840" y="4313"/>
                      <a:pt x="5239" y="3787"/>
                    </a:cubicBezTo>
                    <a:cubicBezTo>
                      <a:pt x="4926" y="3521"/>
                      <a:pt x="4506" y="3382"/>
                      <a:pt x="4088" y="3382"/>
                    </a:cubicBezTo>
                    <a:cubicBezTo>
                      <a:pt x="3836" y="3382"/>
                      <a:pt x="3585" y="3432"/>
                      <a:pt x="3359" y="3536"/>
                    </a:cubicBezTo>
                    <a:cubicBezTo>
                      <a:pt x="3058" y="3661"/>
                      <a:pt x="2808" y="3887"/>
                      <a:pt x="2682" y="4188"/>
                    </a:cubicBezTo>
                    <a:cubicBezTo>
                      <a:pt x="2660" y="4232"/>
                      <a:pt x="2678" y="4317"/>
                      <a:pt x="2735" y="4317"/>
                    </a:cubicBezTo>
                    <a:cubicBezTo>
                      <a:pt x="2742" y="4317"/>
                      <a:pt x="2749" y="4316"/>
                      <a:pt x="2758" y="4313"/>
                    </a:cubicBezTo>
                    <a:cubicBezTo>
                      <a:pt x="2883" y="4300"/>
                      <a:pt x="3008" y="4294"/>
                      <a:pt x="3133" y="4294"/>
                    </a:cubicBezTo>
                    <a:cubicBezTo>
                      <a:pt x="3259" y="4294"/>
                      <a:pt x="3384" y="4300"/>
                      <a:pt x="3509" y="4313"/>
                    </a:cubicBezTo>
                    <a:cubicBezTo>
                      <a:pt x="3860" y="4338"/>
                      <a:pt x="4311" y="4438"/>
                      <a:pt x="4437" y="4814"/>
                    </a:cubicBezTo>
                    <a:cubicBezTo>
                      <a:pt x="4562" y="5215"/>
                      <a:pt x="4311" y="5666"/>
                      <a:pt x="4011" y="5892"/>
                    </a:cubicBezTo>
                    <a:cubicBezTo>
                      <a:pt x="3735" y="6143"/>
                      <a:pt x="3359" y="6268"/>
                      <a:pt x="2983" y="6268"/>
                    </a:cubicBezTo>
                    <a:cubicBezTo>
                      <a:pt x="2948" y="6270"/>
                      <a:pt x="2913" y="6272"/>
                      <a:pt x="2878" y="6272"/>
                    </a:cubicBezTo>
                    <a:cubicBezTo>
                      <a:pt x="2559" y="6272"/>
                      <a:pt x="2226" y="6168"/>
                      <a:pt x="1956" y="5942"/>
                    </a:cubicBezTo>
                    <a:cubicBezTo>
                      <a:pt x="1655" y="5666"/>
                      <a:pt x="1529" y="5265"/>
                      <a:pt x="1580" y="4864"/>
                    </a:cubicBezTo>
                    <a:cubicBezTo>
                      <a:pt x="1630" y="4163"/>
                      <a:pt x="1956" y="3486"/>
                      <a:pt x="2357" y="2935"/>
                    </a:cubicBezTo>
                    <a:cubicBezTo>
                      <a:pt x="2732" y="2458"/>
                      <a:pt x="3234" y="2032"/>
                      <a:pt x="3835" y="1832"/>
                    </a:cubicBezTo>
                    <a:cubicBezTo>
                      <a:pt x="4066" y="1757"/>
                      <a:pt x="4306" y="1721"/>
                      <a:pt x="4545" y="1721"/>
                    </a:cubicBezTo>
                    <a:cubicBezTo>
                      <a:pt x="5191" y="1721"/>
                      <a:pt x="5834" y="1983"/>
                      <a:pt x="6291" y="2458"/>
                    </a:cubicBezTo>
                    <a:cubicBezTo>
                      <a:pt x="6241" y="2333"/>
                      <a:pt x="6191" y="2208"/>
                      <a:pt x="6141" y="2082"/>
                    </a:cubicBezTo>
                    <a:cubicBezTo>
                      <a:pt x="5709" y="1737"/>
                      <a:pt x="5166" y="1541"/>
                      <a:pt x="4608" y="1541"/>
                    </a:cubicBezTo>
                    <a:cubicBezTo>
                      <a:pt x="4518" y="1541"/>
                      <a:pt x="4427" y="1546"/>
                      <a:pt x="4336" y="1556"/>
                    </a:cubicBezTo>
                    <a:cubicBezTo>
                      <a:pt x="2933" y="1681"/>
                      <a:pt x="1930" y="2935"/>
                      <a:pt x="1529" y="4213"/>
                    </a:cubicBezTo>
                    <a:cubicBezTo>
                      <a:pt x="1379" y="4689"/>
                      <a:pt x="1304" y="5265"/>
                      <a:pt x="1555" y="5742"/>
                    </a:cubicBezTo>
                    <a:cubicBezTo>
                      <a:pt x="1755" y="6092"/>
                      <a:pt x="2106" y="6318"/>
                      <a:pt x="2507" y="6393"/>
                    </a:cubicBezTo>
                    <a:cubicBezTo>
                      <a:pt x="2645" y="6426"/>
                      <a:pt x="2792" y="6442"/>
                      <a:pt x="2940" y="6442"/>
                    </a:cubicBezTo>
                    <a:cubicBezTo>
                      <a:pt x="3596" y="6442"/>
                      <a:pt x="4292" y="6125"/>
                      <a:pt x="4537" y="5491"/>
                    </a:cubicBezTo>
                    <a:cubicBezTo>
                      <a:pt x="4637" y="5265"/>
                      <a:pt x="4687" y="4990"/>
                      <a:pt x="4587" y="4739"/>
                    </a:cubicBezTo>
                    <a:cubicBezTo>
                      <a:pt x="4512" y="4539"/>
                      <a:pt x="4362" y="4413"/>
                      <a:pt x="4186" y="4313"/>
                    </a:cubicBezTo>
                    <a:cubicBezTo>
                      <a:pt x="3888" y="4174"/>
                      <a:pt x="3558" y="4129"/>
                      <a:pt x="3235" y="4129"/>
                    </a:cubicBezTo>
                    <a:cubicBezTo>
                      <a:pt x="3150" y="4129"/>
                      <a:pt x="3066" y="4132"/>
                      <a:pt x="2983" y="4138"/>
                    </a:cubicBezTo>
                    <a:lnTo>
                      <a:pt x="2908" y="4138"/>
                    </a:lnTo>
                    <a:cubicBezTo>
                      <a:pt x="3171" y="3733"/>
                      <a:pt x="3646" y="3557"/>
                      <a:pt x="4110" y="3557"/>
                    </a:cubicBezTo>
                    <a:cubicBezTo>
                      <a:pt x="4221" y="3557"/>
                      <a:pt x="4331" y="3567"/>
                      <a:pt x="4437" y="3586"/>
                    </a:cubicBezTo>
                    <a:cubicBezTo>
                      <a:pt x="4763" y="3661"/>
                      <a:pt x="5063" y="3812"/>
                      <a:pt x="5264" y="4062"/>
                    </a:cubicBezTo>
                    <a:cubicBezTo>
                      <a:pt x="5514" y="4338"/>
                      <a:pt x="5640" y="4714"/>
                      <a:pt x="5665" y="5090"/>
                    </a:cubicBezTo>
                    <a:cubicBezTo>
                      <a:pt x="5715" y="5892"/>
                      <a:pt x="5289" y="6644"/>
                      <a:pt x="4612" y="7070"/>
                    </a:cubicBezTo>
                    <a:cubicBezTo>
                      <a:pt x="4135" y="7394"/>
                      <a:pt x="3552" y="7532"/>
                      <a:pt x="2976" y="7532"/>
                    </a:cubicBezTo>
                    <a:cubicBezTo>
                      <a:pt x="2706" y="7532"/>
                      <a:pt x="2437" y="7502"/>
                      <a:pt x="2181" y="7446"/>
                    </a:cubicBezTo>
                    <a:cubicBezTo>
                      <a:pt x="1755" y="7346"/>
                      <a:pt x="1329" y="7195"/>
                      <a:pt x="978" y="6920"/>
                    </a:cubicBezTo>
                    <a:cubicBezTo>
                      <a:pt x="627" y="6644"/>
                      <a:pt x="402" y="6293"/>
                      <a:pt x="276" y="5867"/>
                    </a:cubicBezTo>
                    <a:cubicBezTo>
                      <a:pt x="51" y="5015"/>
                      <a:pt x="276" y="4087"/>
                      <a:pt x="602" y="3310"/>
                    </a:cubicBezTo>
                    <a:cubicBezTo>
                      <a:pt x="1229" y="1782"/>
                      <a:pt x="2532" y="403"/>
                      <a:pt x="4261" y="203"/>
                    </a:cubicBezTo>
                    <a:cubicBezTo>
                      <a:pt x="4386" y="184"/>
                      <a:pt x="4514" y="175"/>
                      <a:pt x="4644" y="175"/>
                    </a:cubicBezTo>
                    <a:cubicBezTo>
                      <a:pt x="4855" y="175"/>
                      <a:pt x="5072" y="197"/>
                      <a:pt x="5289" y="228"/>
                    </a:cubicBezTo>
                    <a:cubicBezTo>
                      <a:pt x="5264" y="153"/>
                      <a:pt x="5214" y="102"/>
                      <a:pt x="5189" y="27"/>
                    </a:cubicBezTo>
                    <a:cubicBezTo>
                      <a:pt x="5113" y="27"/>
                      <a:pt x="5038" y="2"/>
                      <a:pt x="4938" y="2"/>
                    </a:cubicBezTo>
                    <a:cubicBezTo>
                      <a:pt x="4895" y="1"/>
                      <a:pt x="4853" y="0"/>
                      <a:pt x="48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2" name="Google Shape;3642;p48"/>
              <p:cNvSpPr/>
              <p:nvPr/>
            </p:nvSpPr>
            <p:spPr>
              <a:xfrm>
                <a:off x="7505273" y="1860597"/>
                <a:ext cx="447625" cy="410098"/>
              </a:xfrm>
              <a:custGeom>
                <a:rect b="b" l="l" r="r" t="t"/>
                <a:pathLst>
                  <a:path extrusionOk="0" h="9737" w="10628">
                    <a:moveTo>
                      <a:pt x="2281" y="1"/>
                    </a:moveTo>
                    <a:cubicBezTo>
                      <a:pt x="2263" y="1"/>
                      <a:pt x="2244" y="7"/>
                      <a:pt x="2231" y="19"/>
                    </a:cubicBezTo>
                    <a:lnTo>
                      <a:pt x="2206" y="19"/>
                    </a:lnTo>
                    <a:cubicBezTo>
                      <a:pt x="953" y="947"/>
                      <a:pt x="226" y="2450"/>
                      <a:pt x="101" y="4004"/>
                    </a:cubicBezTo>
                    <a:cubicBezTo>
                      <a:pt x="1" y="5583"/>
                      <a:pt x="552" y="7137"/>
                      <a:pt x="1705" y="8215"/>
                    </a:cubicBezTo>
                    <a:cubicBezTo>
                      <a:pt x="2750" y="9192"/>
                      <a:pt x="4186" y="9736"/>
                      <a:pt x="5603" y="9736"/>
                    </a:cubicBezTo>
                    <a:cubicBezTo>
                      <a:pt x="5749" y="9736"/>
                      <a:pt x="5895" y="9730"/>
                      <a:pt x="6041" y="9719"/>
                    </a:cubicBezTo>
                    <a:cubicBezTo>
                      <a:pt x="6843" y="9669"/>
                      <a:pt x="7595" y="9468"/>
                      <a:pt x="8296" y="9092"/>
                    </a:cubicBezTo>
                    <a:cubicBezTo>
                      <a:pt x="8998" y="8691"/>
                      <a:pt x="9600" y="8140"/>
                      <a:pt x="10051" y="7488"/>
                    </a:cubicBezTo>
                    <a:cubicBezTo>
                      <a:pt x="10276" y="7187"/>
                      <a:pt x="10477" y="6862"/>
                      <a:pt x="10627" y="6511"/>
                    </a:cubicBezTo>
                    <a:cubicBezTo>
                      <a:pt x="10602" y="6435"/>
                      <a:pt x="10577" y="6335"/>
                      <a:pt x="10552" y="6260"/>
                    </a:cubicBezTo>
                    <a:cubicBezTo>
                      <a:pt x="10502" y="6435"/>
                      <a:pt x="10402" y="6586"/>
                      <a:pt x="10327" y="6761"/>
                    </a:cubicBezTo>
                    <a:cubicBezTo>
                      <a:pt x="9600" y="8090"/>
                      <a:pt x="8347" y="9117"/>
                      <a:pt x="6843" y="9443"/>
                    </a:cubicBezTo>
                    <a:cubicBezTo>
                      <a:pt x="6455" y="9530"/>
                      <a:pt x="6057" y="9572"/>
                      <a:pt x="5660" y="9572"/>
                    </a:cubicBezTo>
                    <a:cubicBezTo>
                      <a:pt x="4569" y="9572"/>
                      <a:pt x="3476" y="9254"/>
                      <a:pt x="2557" y="8666"/>
                    </a:cubicBezTo>
                    <a:cubicBezTo>
                      <a:pt x="1931" y="8265"/>
                      <a:pt x="1379" y="7739"/>
                      <a:pt x="1003" y="7087"/>
                    </a:cubicBezTo>
                    <a:cubicBezTo>
                      <a:pt x="602" y="6461"/>
                      <a:pt x="377" y="5759"/>
                      <a:pt x="301" y="5007"/>
                    </a:cubicBezTo>
                    <a:cubicBezTo>
                      <a:pt x="151" y="3553"/>
                      <a:pt x="577" y="1999"/>
                      <a:pt x="1530" y="872"/>
                    </a:cubicBezTo>
                    <a:cubicBezTo>
                      <a:pt x="1705" y="696"/>
                      <a:pt x="1880" y="521"/>
                      <a:pt x="2056" y="370"/>
                    </a:cubicBezTo>
                    <a:lnTo>
                      <a:pt x="2056" y="370"/>
                    </a:lnTo>
                    <a:cubicBezTo>
                      <a:pt x="2031" y="496"/>
                      <a:pt x="1981" y="621"/>
                      <a:pt x="1956" y="746"/>
                    </a:cubicBezTo>
                    <a:cubicBezTo>
                      <a:pt x="1855" y="1122"/>
                      <a:pt x="1755" y="1498"/>
                      <a:pt x="1680" y="1874"/>
                    </a:cubicBezTo>
                    <a:cubicBezTo>
                      <a:pt x="1605" y="2200"/>
                      <a:pt x="1555" y="2526"/>
                      <a:pt x="1504" y="2826"/>
                    </a:cubicBezTo>
                    <a:cubicBezTo>
                      <a:pt x="1404" y="4055"/>
                      <a:pt x="1580" y="5358"/>
                      <a:pt x="2206" y="6410"/>
                    </a:cubicBezTo>
                    <a:cubicBezTo>
                      <a:pt x="2933" y="7689"/>
                      <a:pt x="4337" y="8516"/>
                      <a:pt x="5790" y="8516"/>
                    </a:cubicBezTo>
                    <a:cubicBezTo>
                      <a:pt x="7219" y="8516"/>
                      <a:pt x="8422" y="7588"/>
                      <a:pt x="9124" y="6410"/>
                    </a:cubicBezTo>
                    <a:cubicBezTo>
                      <a:pt x="9474" y="5834"/>
                      <a:pt x="9725" y="5157"/>
                      <a:pt x="9825" y="4481"/>
                    </a:cubicBezTo>
                    <a:cubicBezTo>
                      <a:pt x="9850" y="4355"/>
                      <a:pt x="9850" y="4230"/>
                      <a:pt x="9875" y="4105"/>
                    </a:cubicBezTo>
                    <a:cubicBezTo>
                      <a:pt x="9800" y="3954"/>
                      <a:pt x="9750" y="3829"/>
                      <a:pt x="9700" y="3679"/>
                    </a:cubicBezTo>
                    <a:lnTo>
                      <a:pt x="9700" y="3679"/>
                    </a:lnTo>
                    <a:cubicBezTo>
                      <a:pt x="9725" y="4380"/>
                      <a:pt x="9550" y="5107"/>
                      <a:pt x="9274" y="5734"/>
                    </a:cubicBezTo>
                    <a:cubicBezTo>
                      <a:pt x="8773" y="6912"/>
                      <a:pt x="7795" y="7964"/>
                      <a:pt x="6517" y="8265"/>
                    </a:cubicBezTo>
                    <a:cubicBezTo>
                      <a:pt x="6270" y="8324"/>
                      <a:pt x="6018" y="8351"/>
                      <a:pt x="5767" y="8351"/>
                    </a:cubicBezTo>
                    <a:cubicBezTo>
                      <a:pt x="4618" y="8351"/>
                      <a:pt x="3473" y="7771"/>
                      <a:pt x="2733" y="6887"/>
                    </a:cubicBezTo>
                    <a:cubicBezTo>
                      <a:pt x="1956" y="5959"/>
                      <a:pt x="1655" y="4706"/>
                      <a:pt x="1655" y="3528"/>
                    </a:cubicBezTo>
                    <a:cubicBezTo>
                      <a:pt x="1655" y="2902"/>
                      <a:pt x="1755" y="2325"/>
                      <a:pt x="1880" y="1724"/>
                    </a:cubicBezTo>
                    <a:cubicBezTo>
                      <a:pt x="2006" y="1222"/>
                      <a:pt x="2106" y="721"/>
                      <a:pt x="2306" y="245"/>
                    </a:cubicBezTo>
                    <a:cubicBezTo>
                      <a:pt x="2306" y="195"/>
                      <a:pt x="2306" y="170"/>
                      <a:pt x="2357" y="120"/>
                    </a:cubicBezTo>
                    <a:cubicBezTo>
                      <a:pt x="2357" y="95"/>
                      <a:pt x="2357" y="44"/>
                      <a:pt x="2332" y="19"/>
                    </a:cubicBezTo>
                    <a:cubicBezTo>
                      <a:pt x="2319" y="7"/>
                      <a:pt x="2300" y="1"/>
                      <a:pt x="228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3" name="Google Shape;3643;p48"/>
              <p:cNvSpPr/>
              <p:nvPr/>
            </p:nvSpPr>
            <p:spPr>
              <a:xfrm>
                <a:off x="5184044" y="1657379"/>
                <a:ext cx="1505322" cy="880340"/>
              </a:xfrm>
              <a:custGeom>
                <a:rect b="b" l="l" r="r" t="t"/>
                <a:pathLst>
                  <a:path extrusionOk="0" h="20902" w="35741">
                    <a:moveTo>
                      <a:pt x="7440" y="1"/>
                    </a:moveTo>
                    <a:cubicBezTo>
                      <a:pt x="7020" y="1"/>
                      <a:pt x="6595" y="35"/>
                      <a:pt x="6166" y="108"/>
                    </a:cubicBezTo>
                    <a:cubicBezTo>
                      <a:pt x="4537" y="358"/>
                      <a:pt x="3133" y="1235"/>
                      <a:pt x="2031" y="2438"/>
                    </a:cubicBezTo>
                    <a:cubicBezTo>
                      <a:pt x="1229" y="3316"/>
                      <a:pt x="577" y="4318"/>
                      <a:pt x="1" y="5371"/>
                    </a:cubicBezTo>
                    <a:cubicBezTo>
                      <a:pt x="552" y="4694"/>
                      <a:pt x="1128" y="4067"/>
                      <a:pt x="1755" y="3466"/>
                    </a:cubicBezTo>
                    <a:cubicBezTo>
                      <a:pt x="2783" y="2488"/>
                      <a:pt x="4011" y="1636"/>
                      <a:pt x="5364" y="1160"/>
                    </a:cubicBezTo>
                    <a:cubicBezTo>
                      <a:pt x="5996" y="934"/>
                      <a:pt x="6649" y="831"/>
                      <a:pt x="7322" y="831"/>
                    </a:cubicBezTo>
                    <a:cubicBezTo>
                      <a:pt x="7396" y="831"/>
                      <a:pt x="7470" y="832"/>
                      <a:pt x="7545" y="834"/>
                    </a:cubicBezTo>
                    <a:cubicBezTo>
                      <a:pt x="8347" y="884"/>
                      <a:pt x="9123" y="1110"/>
                      <a:pt x="9850" y="1486"/>
                    </a:cubicBezTo>
                    <a:cubicBezTo>
                      <a:pt x="11605" y="2413"/>
                      <a:pt x="13108" y="3666"/>
                      <a:pt x="14462" y="5120"/>
                    </a:cubicBezTo>
                    <a:cubicBezTo>
                      <a:pt x="15489" y="6198"/>
                      <a:pt x="16517" y="7401"/>
                      <a:pt x="17895" y="8052"/>
                    </a:cubicBezTo>
                    <a:cubicBezTo>
                      <a:pt x="18754" y="8452"/>
                      <a:pt x="19673" y="8616"/>
                      <a:pt x="20597" y="8616"/>
                    </a:cubicBezTo>
                    <a:cubicBezTo>
                      <a:pt x="21238" y="8616"/>
                      <a:pt x="21881" y="8537"/>
                      <a:pt x="22507" y="8403"/>
                    </a:cubicBezTo>
                    <a:cubicBezTo>
                      <a:pt x="23835" y="8103"/>
                      <a:pt x="25139" y="7551"/>
                      <a:pt x="26517" y="7351"/>
                    </a:cubicBezTo>
                    <a:cubicBezTo>
                      <a:pt x="26825" y="7303"/>
                      <a:pt x="27132" y="7278"/>
                      <a:pt x="27440" y="7278"/>
                    </a:cubicBezTo>
                    <a:cubicBezTo>
                      <a:pt x="27784" y="7278"/>
                      <a:pt x="28128" y="7310"/>
                      <a:pt x="28472" y="7376"/>
                    </a:cubicBezTo>
                    <a:cubicBezTo>
                      <a:pt x="29199" y="7526"/>
                      <a:pt x="29901" y="7852"/>
                      <a:pt x="30502" y="8303"/>
                    </a:cubicBezTo>
                    <a:cubicBezTo>
                      <a:pt x="31329" y="8905"/>
                      <a:pt x="32006" y="9682"/>
                      <a:pt x="32632" y="10509"/>
                    </a:cubicBezTo>
                    <a:cubicBezTo>
                      <a:pt x="33234" y="11336"/>
                      <a:pt x="33810" y="12238"/>
                      <a:pt x="34186" y="13215"/>
                    </a:cubicBezTo>
                    <a:cubicBezTo>
                      <a:pt x="34688" y="14494"/>
                      <a:pt x="34813" y="15947"/>
                      <a:pt x="34111" y="17175"/>
                    </a:cubicBezTo>
                    <a:cubicBezTo>
                      <a:pt x="33485" y="18253"/>
                      <a:pt x="32382" y="18955"/>
                      <a:pt x="31254" y="19381"/>
                    </a:cubicBezTo>
                    <a:cubicBezTo>
                      <a:pt x="30188" y="19750"/>
                      <a:pt x="29054" y="19934"/>
                      <a:pt x="27936" y="19934"/>
                    </a:cubicBezTo>
                    <a:cubicBezTo>
                      <a:pt x="27688" y="19934"/>
                      <a:pt x="27440" y="19925"/>
                      <a:pt x="27194" y="19907"/>
                    </a:cubicBezTo>
                    <a:cubicBezTo>
                      <a:pt x="25565" y="19807"/>
                      <a:pt x="23860" y="19331"/>
                      <a:pt x="22582" y="18278"/>
                    </a:cubicBezTo>
                    <a:cubicBezTo>
                      <a:pt x="21605" y="17476"/>
                      <a:pt x="20953" y="16298"/>
                      <a:pt x="20953" y="15020"/>
                    </a:cubicBezTo>
                    <a:cubicBezTo>
                      <a:pt x="20953" y="14494"/>
                      <a:pt x="21078" y="13992"/>
                      <a:pt x="21304" y="13516"/>
                    </a:cubicBezTo>
                    <a:cubicBezTo>
                      <a:pt x="21655" y="12864"/>
                      <a:pt x="22231" y="12338"/>
                      <a:pt x="22858" y="11962"/>
                    </a:cubicBezTo>
                    <a:cubicBezTo>
                      <a:pt x="23658" y="11452"/>
                      <a:pt x="24647" y="11124"/>
                      <a:pt x="25617" y="11124"/>
                    </a:cubicBezTo>
                    <a:cubicBezTo>
                      <a:pt x="26411" y="11124"/>
                      <a:pt x="27191" y="11343"/>
                      <a:pt x="27845" y="11862"/>
                    </a:cubicBezTo>
                    <a:cubicBezTo>
                      <a:pt x="28973" y="12764"/>
                      <a:pt x="29525" y="14418"/>
                      <a:pt x="28923" y="15797"/>
                    </a:cubicBezTo>
                    <a:cubicBezTo>
                      <a:pt x="28647" y="16423"/>
                      <a:pt x="28121" y="16900"/>
                      <a:pt x="27469" y="17125"/>
                    </a:cubicBezTo>
                    <a:cubicBezTo>
                      <a:pt x="27194" y="17217"/>
                      <a:pt x="26877" y="17277"/>
                      <a:pt x="26561" y="17277"/>
                    </a:cubicBezTo>
                    <a:cubicBezTo>
                      <a:pt x="26187" y="17277"/>
                      <a:pt x="25814" y="17192"/>
                      <a:pt x="25515" y="16975"/>
                    </a:cubicBezTo>
                    <a:cubicBezTo>
                      <a:pt x="24662" y="16348"/>
                      <a:pt x="24813" y="14920"/>
                      <a:pt x="25489" y="14218"/>
                    </a:cubicBezTo>
                    <a:cubicBezTo>
                      <a:pt x="25731" y="13961"/>
                      <a:pt x="26064" y="13841"/>
                      <a:pt x="26406" y="13841"/>
                    </a:cubicBezTo>
                    <a:cubicBezTo>
                      <a:pt x="26631" y="13841"/>
                      <a:pt x="26860" y="13893"/>
                      <a:pt x="27068" y="13992"/>
                    </a:cubicBezTo>
                    <a:cubicBezTo>
                      <a:pt x="27319" y="14118"/>
                      <a:pt x="27520" y="14368"/>
                      <a:pt x="27570" y="14644"/>
                    </a:cubicBezTo>
                    <a:cubicBezTo>
                      <a:pt x="27845" y="14118"/>
                      <a:pt x="27545" y="13416"/>
                      <a:pt x="27018" y="13165"/>
                    </a:cubicBezTo>
                    <a:cubicBezTo>
                      <a:pt x="26809" y="13064"/>
                      <a:pt x="26584" y="13019"/>
                      <a:pt x="26359" y="13019"/>
                    </a:cubicBezTo>
                    <a:cubicBezTo>
                      <a:pt x="25802" y="13019"/>
                      <a:pt x="25237" y="13292"/>
                      <a:pt x="24863" y="13666"/>
                    </a:cubicBezTo>
                    <a:cubicBezTo>
                      <a:pt x="24437" y="14143"/>
                      <a:pt x="24186" y="14769"/>
                      <a:pt x="24136" y="15396"/>
                    </a:cubicBezTo>
                    <a:cubicBezTo>
                      <a:pt x="24111" y="16022"/>
                      <a:pt x="24261" y="16699"/>
                      <a:pt x="24687" y="17225"/>
                    </a:cubicBezTo>
                    <a:cubicBezTo>
                      <a:pt x="25189" y="17827"/>
                      <a:pt x="25991" y="18203"/>
                      <a:pt x="26793" y="18203"/>
                    </a:cubicBezTo>
                    <a:cubicBezTo>
                      <a:pt x="28322" y="18203"/>
                      <a:pt x="29550" y="16875"/>
                      <a:pt x="29825" y="15446"/>
                    </a:cubicBezTo>
                    <a:cubicBezTo>
                      <a:pt x="30151" y="13792"/>
                      <a:pt x="29374" y="11962"/>
                      <a:pt x="28171" y="10809"/>
                    </a:cubicBezTo>
                    <a:cubicBezTo>
                      <a:pt x="27525" y="10187"/>
                      <a:pt x="26696" y="9930"/>
                      <a:pt x="25815" y="9930"/>
                    </a:cubicBezTo>
                    <a:cubicBezTo>
                      <a:pt x="25773" y="9930"/>
                      <a:pt x="25732" y="9931"/>
                      <a:pt x="25690" y="9932"/>
                    </a:cubicBezTo>
                    <a:cubicBezTo>
                      <a:pt x="24838" y="9932"/>
                      <a:pt x="23986" y="10133"/>
                      <a:pt x="23184" y="10433"/>
                    </a:cubicBezTo>
                    <a:cubicBezTo>
                      <a:pt x="21605" y="11060"/>
                      <a:pt x="19976" y="12288"/>
                      <a:pt x="19750" y="14093"/>
                    </a:cubicBezTo>
                    <a:cubicBezTo>
                      <a:pt x="19575" y="15646"/>
                      <a:pt x="20226" y="17175"/>
                      <a:pt x="21229" y="18328"/>
                    </a:cubicBezTo>
                    <a:cubicBezTo>
                      <a:pt x="22332" y="19556"/>
                      <a:pt x="23810" y="20308"/>
                      <a:pt x="25414" y="20659"/>
                    </a:cubicBezTo>
                    <a:cubicBezTo>
                      <a:pt x="26208" y="20825"/>
                      <a:pt x="27023" y="20901"/>
                      <a:pt x="27840" y="20901"/>
                    </a:cubicBezTo>
                    <a:cubicBezTo>
                      <a:pt x="28752" y="20901"/>
                      <a:pt x="29666" y="20806"/>
                      <a:pt x="30552" y="20634"/>
                    </a:cubicBezTo>
                    <a:cubicBezTo>
                      <a:pt x="32106" y="20308"/>
                      <a:pt x="33685" y="19657"/>
                      <a:pt x="34612" y="18303"/>
                    </a:cubicBezTo>
                    <a:cubicBezTo>
                      <a:pt x="35540" y="17000"/>
                      <a:pt x="35740" y="15271"/>
                      <a:pt x="35389" y="13742"/>
                    </a:cubicBezTo>
                    <a:cubicBezTo>
                      <a:pt x="35038" y="12037"/>
                      <a:pt x="34111" y="10509"/>
                      <a:pt x="33033" y="9180"/>
                    </a:cubicBezTo>
                    <a:cubicBezTo>
                      <a:pt x="31931" y="7827"/>
                      <a:pt x="30602" y="6649"/>
                      <a:pt x="28898" y="6198"/>
                    </a:cubicBezTo>
                    <a:cubicBezTo>
                      <a:pt x="28334" y="6053"/>
                      <a:pt x="27760" y="5980"/>
                      <a:pt x="27189" y="5980"/>
                    </a:cubicBezTo>
                    <a:cubicBezTo>
                      <a:pt x="26871" y="5980"/>
                      <a:pt x="26555" y="6003"/>
                      <a:pt x="26241" y="6047"/>
                    </a:cubicBezTo>
                    <a:cubicBezTo>
                      <a:pt x="25389" y="6173"/>
                      <a:pt x="24562" y="6473"/>
                      <a:pt x="23760" y="6724"/>
                    </a:cubicBezTo>
                    <a:cubicBezTo>
                      <a:pt x="22958" y="7000"/>
                      <a:pt x="22156" y="7250"/>
                      <a:pt x="21329" y="7326"/>
                    </a:cubicBezTo>
                    <a:cubicBezTo>
                      <a:pt x="21162" y="7341"/>
                      <a:pt x="20996" y="7349"/>
                      <a:pt x="20832" y="7349"/>
                    </a:cubicBezTo>
                    <a:cubicBezTo>
                      <a:pt x="20206" y="7349"/>
                      <a:pt x="19599" y="7233"/>
                      <a:pt x="19023" y="6975"/>
                    </a:cubicBezTo>
                    <a:cubicBezTo>
                      <a:pt x="17570" y="6298"/>
                      <a:pt x="16567" y="5020"/>
                      <a:pt x="15464" y="3942"/>
                    </a:cubicBezTo>
                    <a:cubicBezTo>
                      <a:pt x="13304" y="1826"/>
                      <a:pt x="10504" y="1"/>
                      <a:pt x="7440"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4" name="Google Shape;3644;p48"/>
              <p:cNvSpPr/>
              <p:nvPr/>
            </p:nvSpPr>
            <p:spPr>
              <a:xfrm>
                <a:off x="5155109" y="1650514"/>
                <a:ext cx="1540574" cy="894323"/>
              </a:xfrm>
              <a:custGeom>
                <a:rect b="b" l="l" r="r" t="t"/>
                <a:pathLst>
                  <a:path extrusionOk="0" h="21234" w="36578">
                    <a:moveTo>
                      <a:pt x="8127" y="164"/>
                    </a:moveTo>
                    <a:cubicBezTo>
                      <a:pt x="11191" y="164"/>
                      <a:pt x="13991" y="1989"/>
                      <a:pt x="16151" y="4105"/>
                    </a:cubicBezTo>
                    <a:cubicBezTo>
                      <a:pt x="17254" y="5183"/>
                      <a:pt x="18257" y="6461"/>
                      <a:pt x="19710" y="7138"/>
                    </a:cubicBezTo>
                    <a:cubicBezTo>
                      <a:pt x="20286" y="7396"/>
                      <a:pt x="20893" y="7512"/>
                      <a:pt x="21519" y="7512"/>
                    </a:cubicBezTo>
                    <a:cubicBezTo>
                      <a:pt x="21683" y="7512"/>
                      <a:pt x="21849" y="7504"/>
                      <a:pt x="22016" y="7489"/>
                    </a:cubicBezTo>
                    <a:cubicBezTo>
                      <a:pt x="22843" y="7413"/>
                      <a:pt x="23645" y="7163"/>
                      <a:pt x="24447" y="6887"/>
                    </a:cubicBezTo>
                    <a:cubicBezTo>
                      <a:pt x="25249" y="6636"/>
                      <a:pt x="26076" y="6336"/>
                      <a:pt x="26928" y="6210"/>
                    </a:cubicBezTo>
                    <a:cubicBezTo>
                      <a:pt x="27242" y="6166"/>
                      <a:pt x="27558" y="6143"/>
                      <a:pt x="27876" y="6143"/>
                    </a:cubicBezTo>
                    <a:cubicBezTo>
                      <a:pt x="28447" y="6143"/>
                      <a:pt x="29021" y="6216"/>
                      <a:pt x="29585" y="6361"/>
                    </a:cubicBezTo>
                    <a:cubicBezTo>
                      <a:pt x="31289" y="6812"/>
                      <a:pt x="32618" y="7990"/>
                      <a:pt x="33720" y="9343"/>
                    </a:cubicBezTo>
                    <a:cubicBezTo>
                      <a:pt x="34798" y="10672"/>
                      <a:pt x="35725" y="12200"/>
                      <a:pt x="36076" y="13905"/>
                    </a:cubicBezTo>
                    <a:cubicBezTo>
                      <a:pt x="36427" y="15434"/>
                      <a:pt x="36227" y="17163"/>
                      <a:pt x="35299" y="18466"/>
                    </a:cubicBezTo>
                    <a:cubicBezTo>
                      <a:pt x="34372" y="19820"/>
                      <a:pt x="32793" y="20471"/>
                      <a:pt x="31239" y="20797"/>
                    </a:cubicBezTo>
                    <a:cubicBezTo>
                      <a:pt x="30353" y="20969"/>
                      <a:pt x="29439" y="21064"/>
                      <a:pt x="28527" y="21064"/>
                    </a:cubicBezTo>
                    <a:cubicBezTo>
                      <a:pt x="27710" y="21064"/>
                      <a:pt x="26895" y="20988"/>
                      <a:pt x="26101" y="20822"/>
                    </a:cubicBezTo>
                    <a:cubicBezTo>
                      <a:pt x="24497" y="20471"/>
                      <a:pt x="23019" y="19719"/>
                      <a:pt x="21916" y="18491"/>
                    </a:cubicBezTo>
                    <a:cubicBezTo>
                      <a:pt x="20913" y="17338"/>
                      <a:pt x="20262" y="15809"/>
                      <a:pt x="20437" y="14256"/>
                    </a:cubicBezTo>
                    <a:cubicBezTo>
                      <a:pt x="20663" y="12451"/>
                      <a:pt x="22292" y="11223"/>
                      <a:pt x="23871" y="10596"/>
                    </a:cubicBezTo>
                    <a:cubicBezTo>
                      <a:pt x="24673" y="10296"/>
                      <a:pt x="25525" y="10095"/>
                      <a:pt x="26377" y="10095"/>
                    </a:cubicBezTo>
                    <a:cubicBezTo>
                      <a:pt x="26419" y="10094"/>
                      <a:pt x="26460" y="10093"/>
                      <a:pt x="26502" y="10093"/>
                    </a:cubicBezTo>
                    <a:cubicBezTo>
                      <a:pt x="27383" y="10093"/>
                      <a:pt x="28212" y="10350"/>
                      <a:pt x="28858" y="10972"/>
                    </a:cubicBezTo>
                    <a:cubicBezTo>
                      <a:pt x="30061" y="12125"/>
                      <a:pt x="30838" y="13955"/>
                      <a:pt x="30512" y="15609"/>
                    </a:cubicBezTo>
                    <a:cubicBezTo>
                      <a:pt x="30237" y="17038"/>
                      <a:pt x="29009" y="18366"/>
                      <a:pt x="27480" y="18366"/>
                    </a:cubicBezTo>
                    <a:cubicBezTo>
                      <a:pt x="26678" y="18366"/>
                      <a:pt x="25876" y="17990"/>
                      <a:pt x="25374" y="17388"/>
                    </a:cubicBezTo>
                    <a:cubicBezTo>
                      <a:pt x="24948" y="16862"/>
                      <a:pt x="24798" y="16185"/>
                      <a:pt x="24823" y="15559"/>
                    </a:cubicBezTo>
                    <a:cubicBezTo>
                      <a:pt x="24873" y="14932"/>
                      <a:pt x="25124" y="14306"/>
                      <a:pt x="25550" y="13829"/>
                    </a:cubicBezTo>
                    <a:cubicBezTo>
                      <a:pt x="25924" y="13455"/>
                      <a:pt x="26489" y="13182"/>
                      <a:pt x="27046" y="13182"/>
                    </a:cubicBezTo>
                    <a:cubicBezTo>
                      <a:pt x="27271" y="13182"/>
                      <a:pt x="27496" y="13227"/>
                      <a:pt x="27705" y="13328"/>
                    </a:cubicBezTo>
                    <a:cubicBezTo>
                      <a:pt x="28232" y="13579"/>
                      <a:pt x="28532" y="14281"/>
                      <a:pt x="28257" y="14807"/>
                    </a:cubicBezTo>
                    <a:cubicBezTo>
                      <a:pt x="28207" y="14531"/>
                      <a:pt x="28006" y="14281"/>
                      <a:pt x="27755" y="14155"/>
                    </a:cubicBezTo>
                    <a:cubicBezTo>
                      <a:pt x="27547" y="14056"/>
                      <a:pt x="27318" y="14004"/>
                      <a:pt x="27093" y="14004"/>
                    </a:cubicBezTo>
                    <a:cubicBezTo>
                      <a:pt x="26751" y="14004"/>
                      <a:pt x="26418" y="14124"/>
                      <a:pt x="26176" y="14381"/>
                    </a:cubicBezTo>
                    <a:cubicBezTo>
                      <a:pt x="25500" y="15083"/>
                      <a:pt x="25349" y="16511"/>
                      <a:pt x="26202" y="17138"/>
                    </a:cubicBezTo>
                    <a:cubicBezTo>
                      <a:pt x="26501" y="17355"/>
                      <a:pt x="26874" y="17440"/>
                      <a:pt x="27248" y="17440"/>
                    </a:cubicBezTo>
                    <a:cubicBezTo>
                      <a:pt x="27564" y="17440"/>
                      <a:pt x="27881" y="17380"/>
                      <a:pt x="28156" y="17288"/>
                    </a:cubicBezTo>
                    <a:cubicBezTo>
                      <a:pt x="28808" y="17063"/>
                      <a:pt x="29334" y="16586"/>
                      <a:pt x="29610" y="15960"/>
                    </a:cubicBezTo>
                    <a:cubicBezTo>
                      <a:pt x="30212" y="14581"/>
                      <a:pt x="29660" y="12927"/>
                      <a:pt x="28532" y="12025"/>
                    </a:cubicBezTo>
                    <a:cubicBezTo>
                      <a:pt x="27878" y="11506"/>
                      <a:pt x="27098" y="11287"/>
                      <a:pt x="26304" y="11287"/>
                    </a:cubicBezTo>
                    <a:cubicBezTo>
                      <a:pt x="25334" y="11287"/>
                      <a:pt x="24345" y="11615"/>
                      <a:pt x="23545" y="12125"/>
                    </a:cubicBezTo>
                    <a:cubicBezTo>
                      <a:pt x="22918" y="12501"/>
                      <a:pt x="22342" y="13027"/>
                      <a:pt x="21991" y="13679"/>
                    </a:cubicBezTo>
                    <a:cubicBezTo>
                      <a:pt x="21765" y="14155"/>
                      <a:pt x="21640" y="14657"/>
                      <a:pt x="21640" y="15183"/>
                    </a:cubicBezTo>
                    <a:cubicBezTo>
                      <a:pt x="21640" y="16461"/>
                      <a:pt x="22292" y="17639"/>
                      <a:pt x="23269" y="18441"/>
                    </a:cubicBezTo>
                    <a:cubicBezTo>
                      <a:pt x="24547" y="19494"/>
                      <a:pt x="26252" y="19970"/>
                      <a:pt x="27881" y="20070"/>
                    </a:cubicBezTo>
                    <a:cubicBezTo>
                      <a:pt x="28127" y="20088"/>
                      <a:pt x="28375" y="20097"/>
                      <a:pt x="28623" y="20097"/>
                    </a:cubicBezTo>
                    <a:cubicBezTo>
                      <a:pt x="29741" y="20097"/>
                      <a:pt x="30875" y="19913"/>
                      <a:pt x="31941" y="19544"/>
                    </a:cubicBezTo>
                    <a:cubicBezTo>
                      <a:pt x="33069" y="19118"/>
                      <a:pt x="34172" y="18416"/>
                      <a:pt x="34798" y="17338"/>
                    </a:cubicBezTo>
                    <a:cubicBezTo>
                      <a:pt x="35500" y="16110"/>
                      <a:pt x="35375" y="14657"/>
                      <a:pt x="34873" y="13378"/>
                    </a:cubicBezTo>
                    <a:cubicBezTo>
                      <a:pt x="34497" y="12401"/>
                      <a:pt x="33921" y="11499"/>
                      <a:pt x="33319" y="10672"/>
                    </a:cubicBezTo>
                    <a:cubicBezTo>
                      <a:pt x="32693" y="9845"/>
                      <a:pt x="32016" y="9068"/>
                      <a:pt x="31189" y="8466"/>
                    </a:cubicBezTo>
                    <a:cubicBezTo>
                      <a:pt x="30588" y="8015"/>
                      <a:pt x="29886" y="7689"/>
                      <a:pt x="29159" y="7539"/>
                    </a:cubicBezTo>
                    <a:cubicBezTo>
                      <a:pt x="28815" y="7473"/>
                      <a:pt x="28471" y="7441"/>
                      <a:pt x="28127" y="7441"/>
                    </a:cubicBezTo>
                    <a:cubicBezTo>
                      <a:pt x="27819" y="7441"/>
                      <a:pt x="27512" y="7466"/>
                      <a:pt x="27204" y="7514"/>
                    </a:cubicBezTo>
                    <a:cubicBezTo>
                      <a:pt x="25826" y="7714"/>
                      <a:pt x="24522" y="8266"/>
                      <a:pt x="23194" y="8566"/>
                    </a:cubicBezTo>
                    <a:cubicBezTo>
                      <a:pt x="22568" y="8700"/>
                      <a:pt x="21925" y="8779"/>
                      <a:pt x="21284" y="8779"/>
                    </a:cubicBezTo>
                    <a:cubicBezTo>
                      <a:pt x="20360" y="8779"/>
                      <a:pt x="19441" y="8615"/>
                      <a:pt x="18582" y="8215"/>
                    </a:cubicBezTo>
                    <a:cubicBezTo>
                      <a:pt x="17204" y="7564"/>
                      <a:pt x="16176" y="6361"/>
                      <a:pt x="15149" y="5283"/>
                    </a:cubicBezTo>
                    <a:cubicBezTo>
                      <a:pt x="13795" y="3829"/>
                      <a:pt x="12292" y="2576"/>
                      <a:pt x="10537" y="1649"/>
                    </a:cubicBezTo>
                    <a:cubicBezTo>
                      <a:pt x="9810" y="1273"/>
                      <a:pt x="9034" y="1047"/>
                      <a:pt x="8232" y="997"/>
                    </a:cubicBezTo>
                    <a:cubicBezTo>
                      <a:pt x="8157" y="995"/>
                      <a:pt x="8083" y="994"/>
                      <a:pt x="8009" y="994"/>
                    </a:cubicBezTo>
                    <a:cubicBezTo>
                      <a:pt x="7336" y="994"/>
                      <a:pt x="6683" y="1097"/>
                      <a:pt x="6051" y="1323"/>
                    </a:cubicBezTo>
                    <a:cubicBezTo>
                      <a:pt x="4673" y="1799"/>
                      <a:pt x="3470" y="2651"/>
                      <a:pt x="2442" y="3629"/>
                    </a:cubicBezTo>
                    <a:cubicBezTo>
                      <a:pt x="1815" y="4230"/>
                      <a:pt x="1239" y="4857"/>
                      <a:pt x="688" y="5534"/>
                    </a:cubicBezTo>
                    <a:cubicBezTo>
                      <a:pt x="1264" y="4481"/>
                      <a:pt x="1916" y="3479"/>
                      <a:pt x="2718" y="2601"/>
                    </a:cubicBezTo>
                    <a:cubicBezTo>
                      <a:pt x="3820" y="1398"/>
                      <a:pt x="5224" y="521"/>
                      <a:pt x="6853" y="271"/>
                    </a:cubicBezTo>
                    <a:cubicBezTo>
                      <a:pt x="7282" y="198"/>
                      <a:pt x="7707" y="164"/>
                      <a:pt x="8127" y="164"/>
                    </a:cubicBezTo>
                    <a:close/>
                    <a:moveTo>
                      <a:pt x="8076" y="1"/>
                    </a:moveTo>
                    <a:cubicBezTo>
                      <a:pt x="6859" y="1"/>
                      <a:pt x="5651" y="273"/>
                      <a:pt x="4572" y="872"/>
                    </a:cubicBezTo>
                    <a:cubicBezTo>
                      <a:pt x="3144" y="1674"/>
                      <a:pt x="2066" y="2952"/>
                      <a:pt x="1214" y="4331"/>
                    </a:cubicBezTo>
                    <a:cubicBezTo>
                      <a:pt x="788" y="5007"/>
                      <a:pt x="387" y="5709"/>
                      <a:pt x="36" y="6436"/>
                    </a:cubicBezTo>
                    <a:cubicBezTo>
                      <a:pt x="1" y="6507"/>
                      <a:pt x="53" y="6578"/>
                      <a:pt x="113" y="6578"/>
                    </a:cubicBezTo>
                    <a:cubicBezTo>
                      <a:pt x="138" y="6578"/>
                      <a:pt x="164" y="6566"/>
                      <a:pt x="186" y="6536"/>
                    </a:cubicBezTo>
                    <a:cubicBezTo>
                      <a:pt x="487" y="6060"/>
                      <a:pt x="863" y="5584"/>
                      <a:pt x="1239" y="5158"/>
                    </a:cubicBezTo>
                    <a:cubicBezTo>
                      <a:pt x="2041" y="4180"/>
                      <a:pt x="2968" y="3303"/>
                      <a:pt x="3996" y="2576"/>
                    </a:cubicBezTo>
                    <a:cubicBezTo>
                      <a:pt x="5174" y="1774"/>
                      <a:pt x="6502" y="1173"/>
                      <a:pt x="7931" y="1173"/>
                    </a:cubicBezTo>
                    <a:cubicBezTo>
                      <a:pt x="8708" y="1173"/>
                      <a:pt x="9485" y="1348"/>
                      <a:pt x="10161" y="1674"/>
                    </a:cubicBezTo>
                    <a:cubicBezTo>
                      <a:pt x="11114" y="2100"/>
                      <a:pt x="11991" y="2677"/>
                      <a:pt x="12818" y="3328"/>
                    </a:cubicBezTo>
                    <a:cubicBezTo>
                      <a:pt x="14096" y="4331"/>
                      <a:pt x="15149" y="5584"/>
                      <a:pt x="16302" y="6737"/>
                    </a:cubicBezTo>
                    <a:cubicBezTo>
                      <a:pt x="17329" y="7739"/>
                      <a:pt x="18482" y="8541"/>
                      <a:pt x="19936" y="8817"/>
                    </a:cubicBezTo>
                    <a:cubicBezTo>
                      <a:pt x="20393" y="8913"/>
                      <a:pt x="20844" y="8955"/>
                      <a:pt x="21293" y="8955"/>
                    </a:cubicBezTo>
                    <a:cubicBezTo>
                      <a:pt x="22246" y="8955"/>
                      <a:pt x="23184" y="8764"/>
                      <a:pt x="24121" y="8491"/>
                    </a:cubicBezTo>
                    <a:cubicBezTo>
                      <a:pt x="25374" y="8140"/>
                      <a:pt x="26603" y="7664"/>
                      <a:pt x="27906" y="7614"/>
                    </a:cubicBezTo>
                    <a:cubicBezTo>
                      <a:pt x="27971" y="7611"/>
                      <a:pt x="28036" y="7610"/>
                      <a:pt x="28101" y="7610"/>
                    </a:cubicBezTo>
                    <a:cubicBezTo>
                      <a:pt x="28687" y="7610"/>
                      <a:pt x="29269" y="7712"/>
                      <a:pt x="29811" y="7915"/>
                    </a:cubicBezTo>
                    <a:cubicBezTo>
                      <a:pt x="30588" y="8190"/>
                      <a:pt x="31264" y="8692"/>
                      <a:pt x="31841" y="9243"/>
                    </a:cubicBezTo>
                    <a:cubicBezTo>
                      <a:pt x="32643" y="9995"/>
                      <a:pt x="33319" y="10897"/>
                      <a:pt x="33896" y="11824"/>
                    </a:cubicBezTo>
                    <a:cubicBezTo>
                      <a:pt x="34372" y="12576"/>
                      <a:pt x="34748" y="13403"/>
                      <a:pt x="34974" y="14256"/>
                    </a:cubicBezTo>
                    <a:cubicBezTo>
                      <a:pt x="35274" y="15484"/>
                      <a:pt x="35099" y="16762"/>
                      <a:pt x="34297" y="17764"/>
                    </a:cubicBezTo>
                    <a:cubicBezTo>
                      <a:pt x="33520" y="18717"/>
                      <a:pt x="32342" y="19268"/>
                      <a:pt x="31189" y="19594"/>
                    </a:cubicBezTo>
                    <a:cubicBezTo>
                      <a:pt x="30351" y="19824"/>
                      <a:pt x="29480" y="19936"/>
                      <a:pt x="28612" y="19936"/>
                    </a:cubicBezTo>
                    <a:cubicBezTo>
                      <a:pt x="28157" y="19936"/>
                      <a:pt x="27703" y="19905"/>
                      <a:pt x="27254" y="19845"/>
                    </a:cubicBezTo>
                    <a:cubicBezTo>
                      <a:pt x="25675" y="19644"/>
                      <a:pt x="24021" y="19043"/>
                      <a:pt x="22918" y="17865"/>
                    </a:cubicBezTo>
                    <a:cubicBezTo>
                      <a:pt x="22116" y="17012"/>
                      <a:pt x="21665" y="15835"/>
                      <a:pt x="21866" y="14682"/>
                    </a:cubicBezTo>
                    <a:cubicBezTo>
                      <a:pt x="22091" y="13303"/>
                      <a:pt x="23244" y="12326"/>
                      <a:pt x="24497" y="11824"/>
                    </a:cubicBezTo>
                    <a:cubicBezTo>
                      <a:pt x="25053" y="11599"/>
                      <a:pt x="25656" y="11469"/>
                      <a:pt x="26258" y="11469"/>
                    </a:cubicBezTo>
                    <a:cubicBezTo>
                      <a:pt x="26525" y="11469"/>
                      <a:pt x="26792" y="11495"/>
                      <a:pt x="27054" y="11549"/>
                    </a:cubicBezTo>
                    <a:cubicBezTo>
                      <a:pt x="27906" y="11699"/>
                      <a:pt x="28633" y="12200"/>
                      <a:pt x="29109" y="12902"/>
                    </a:cubicBezTo>
                    <a:cubicBezTo>
                      <a:pt x="29861" y="14030"/>
                      <a:pt x="29936" y="15759"/>
                      <a:pt x="28858" y="16687"/>
                    </a:cubicBezTo>
                    <a:cubicBezTo>
                      <a:pt x="28460" y="17039"/>
                      <a:pt x="27851" y="17257"/>
                      <a:pt x="27280" y="17257"/>
                    </a:cubicBezTo>
                    <a:cubicBezTo>
                      <a:pt x="26593" y="17257"/>
                      <a:pt x="25963" y="16941"/>
                      <a:pt x="25826" y="16160"/>
                    </a:cubicBezTo>
                    <a:cubicBezTo>
                      <a:pt x="25725" y="15684"/>
                      <a:pt x="25851" y="15133"/>
                      <a:pt x="26126" y="14732"/>
                    </a:cubicBezTo>
                    <a:cubicBezTo>
                      <a:pt x="26365" y="14364"/>
                      <a:pt x="26699" y="14185"/>
                      <a:pt x="27087" y="14185"/>
                    </a:cubicBezTo>
                    <a:cubicBezTo>
                      <a:pt x="27228" y="14185"/>
                      <a:pt x="27376" y="14209"/>
                      <a:pt x="27530" y="14256"/>
                    </a:cubicBezTo>
                    <a:cubicBezTo>
                      <a:pt x="27881" y="14356"/>
                      <a:pt x="28131" y="14682"/>
                      <a:pt x="28106" y="15058"/>
                    </a:cubicBezTo>
                    <a:cubicBezTo>
                      <a:pt x="28106" y="15083"/>
                      <a:pt x="28131" y="15108"/>
                      <a:pt x="28156" y="15133"/>
                    </a:cubicBezTo>
                    <a:cubicBezTo>
                      <a:pt x="28182" y="15133"/>
                      <a:pt x="28232" y="15133"/>
                      <a:pt x="28257" y="15108"/>
                    </a:cubicBezTo>
                    <a:cubicBezTo>
                      <a:pt x="28683" y="14632"/>
                      <a:pt x="28583" y="13855"/>
                      <a:pt x="28131" y="13403"/>
                    </a:cubicBezTo>
                    <a:cubicBezTo>
                      <a:pt x="27839" y="13125"/>
                      <a:pt x="27449" y="13008"/>
                      <a:pt x="27053" y="13008"/>
                    </a:cubicBezTo>
                    <a:cubicBezTo>
                      <a:pt x="26701" y="13008"/>
                      <a:pt x="26346" y="13100"/>
                      <a:pt x="26051" y="13253"/>
                    </a:cubicBezTo>
                    <a:cubicBezTo>
                      <a:pt x="24873" y="13880"/>
                      <a:pt x="24397" y="15408"/>
                      <a:pt x="24798" y="16637"/>
                    </a:cubicBezTo>
                    <a:cubicBezTo>
                      <a:pt x="25156" y="17811"/>
                      <a:pt x="26321" y="18543"/>
                      <a:pt x="27501" y="18543"/>
                    </a:cubicBezTo>
                    <a:cubicBezTo>
                      <a:pt x="27807" y="18543"/>
                      <a:pt x="28113" y="18494"/>
                      <a:pt x="28407" y="18391"/>
                    </a:cubicBezTo>
                    <a:cubicBezTo>
                      <a:pt x="29886" y="17865"/>
                      <a:pt x="30763" y="16336"/>
                      <a:pt x="30763" y="14807"/>
                    </a:cubicBezTo>
                    <a:cubicBezTo>
                      <a:pt x="30738" y="13930"/>
                      <a:pt x="30487" y="13078"/>
                      <a:pt x="30061" y="12301"/>
                    </a:cubicBezTo>
                    <a:cubicBezTo>
                      <a:pt x="29660" y="11574"/>
                      <a:pt x="29109" y="10847"/>
                      <a:pt x="28407" y="10396"/>
                    </a:cubicBezTo>
                    <a:cubicBezTo>
                      <a:pt x="27820" y="10047"/>
                      <a:pt x="27152" y="9927"/>
                      <a:pt x="26482" y="9927"/>
                    </a:cubicBezTo>
                    <a:cubicBezTo>
                      <a:pt x="26237" y="9927"/>
                      <a:pt x="25992" y="9943"/>
                      <a:pt x="25750" y="9970"/>
                    </a:cubicBezTo>
                    <a:cubicBezTo>
                      <a:pt x="24898" y="10045"/>
                      <a:pt x="24046" y="10296"/>
                      <a:pt x="23269" y="10697"/>
                    </a:cubicBezTo>
                    <a:cubicBezTo>
                      <a:pt x="22467" y="11073"/>
                      <a:pt x="21715" y="11599"/>
                      <a:pt x="21139" y="12276"/>
                    </a:cubicBezTo>
                    <a:cubicBezTo>
                      <a:pt x="20562" y="12952"/>
                      <a:pt x="20262" y="13779"/>
                      <a:pt x="20237" y="14682"/>
                    </a:cubicBezTo>
                    <a:cubicBezTo>
                      <a:pt x="20212" y="16261"/>
                      <a:pt x="20938" y="17764"/>
                      <a:pt x="22041" y="18867"/>
                    </a:cubicBezTo>
                    <a:cubicBezTo>
                      <a:pt x="23244" y="20095"/>
                      <a:pt x="24873" y="20797"/>
                      <a:pt x="26577" y="21073"/>
                    </a:cubicBezTo>
                    <a:cubicBezTo>
                      <a:pt x="27248" y="21179"/>
                      <a:pt x="27940" y="21234"/>
                      <a:pt x="28637" y="21234"/>
                    </a:cubicBezTo>
                    <a:cubicBezTo>
                      <a:pt x="29737" y="21234"/>
                      <a:pt x="30847" y="21098"/>
                      <a:pt x="31891" y="20822"/>
                    </a:cubicBezTo>
                    <a:cubicBezTo>
                      <a:pt x="33470" y="20421"/>
                      <a:pt x="34974" y="19569"/>
                      <a:pt x="35750" y="18065"/>
                    </a:cubicBezTo>
                    <a:cubicBezTo>
                      <a:pt x="36527" y="16586"/>
                      <a:pt x="36578" y="14807"/>
                      <a:pt x="36101" y="13228"/>
                    </a:cubicBezTo>
                    <a:cubicBezTo>
                      <a:pt x="35575" y="11499"/>
                      <a:pt x="34522" y="9970"/>
                      <a:pt x="33344" y="8641"/>
                    </a:cubicBezTo>
                    <a:cubicBezTo>
                      <a:pt x="32743" y="7965"/>
                      <a:pt x="32066" y="7363"/>
                      <a:pt x="31314" y="6912"/>
                    </a:cubicBezTo>
                    <a:cubicBezTo>
                      <a:pt x="30537" y="6436"/>
                      <a:pt x="29660" y="6135"/>
                      <a:pt x="28758" y="6035"/>
                    </a:cubicBezTo>
                    <a:cubicBezTo>
                      <a:pt x="28464" y="5994"/>
                      <a:pt x="28170" y="5975"/>
                      <a:pt x="27876" y="5975"/>
                    </a:cubicBezTo>
                    <a:cubicBezTo>
                      <a:pt x="27268" y="5975"/>
                      <a:pt x="26660" y="6058"/>
                      <a:pt x="26051" y="6210"/>
                    </a:cubicBezTo>
                    <a:cubicBezTo>
                      <a:pt x="25174" y="6436"/>
                      <a:pt x="24297" y="6787"/>
                      <a:pt x="23420" y="7037"/>
                    </a:cubicBezTo>
                    <a:cubicBezTo>
                      <a:pt x="22784" y="7219"/>
                      <a:pt x="22135" y="7348"/>
                      <a:pt x="21482" y="7348"/>
                    </a:cubicBezTo>
                    <a:cubicBezTo>
                      <a:pt x="21235" y="7348"/>
                      <a:pt x="20986" y="7329"/>
                      <a:pt x="20738" y="7288"/>
                    </a:cubicBezTo>
                    <a:cubicBezTo>
                      <a:pt x="19886" y="7113"/>
                      <a:pt x="19134" y="6662"/>
                      <a:pt x="18457" y="6110"/>
                    </a:cubicBezTo>
                    <a:cubicBezTo>
                      <a:pt x="17806" y="5584"/>
                      <a:pt x="17254" y="4957"/>
                      <a:pt x="16653" y="4356"/>
                    </a:cubicBezTo>
                    <a:cubicBezTo>
                      <a:pt x="16026" y="3704"/>
                      <a:pt x="15324" y="3078"/>
                      <a:pt x="14597" y="2501"/>
                    </a:cubicBezTo>
                    <a:cubicBezTo>
                      <a:pt x="13169" y="1398"/>
                      <a:pt x="11565" y="521"/>
                      <a:pt x="9760" y="170"/>
                    </a:cubicBezTo>
                    <a:cubicBezTo>
                      <a:pt x="9205" y="59"/>
                      <a:pt x="8639" y="1"/>
                      <a:pt x="80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5" name="Google Shape;3645;p48"/>
              <p:cNvSpPr/>
              <p:nvPr/>
            </p:nvSpPr>
            <p:spPr>
              <a:xfrm>
                <a:off x="5552447" y="3344699"/>
                <a:ext cx="495091" cy="455838"/>
              </a:xfrm>
              <a:custGeom>
                <a:rect b="b" l="l" r="r" t="t"/>
                <a:pathLst>
                  <a:path extrusionOk="0" h="10823" w="11755">
                    <a:moveTo>
                      <a:pt x="6940" y="0"/>
                    </a:moveTo>
                    <a:cubicBezTo>
                      <a:pt x="5852" y="0"/>
                      <a:pt x="4786" y="392"/>
                      <a:pt x="3835" y="898"/>
                    </a:cubicBezTo>
                    <a:cubicBezTo>
                      <a:pt x="2657" y="1524"/>
                      <a:pt x="1554" y="2402"/>
                      <a:pt x="828" y="3580"/>
                    </a:cubicBezTo>
                    <a:cubicBezTo>
                      <a:pt x="276" y="4457"/>
                      <a:pt x="1" y="5484"/>
                      <a:pt x="26" y="6537"/>
                    </a:cubicBezTo>
                    <a:cubicBezTo>
                      <a:pt x="51" y="7389"/>
                      <a:pt x="276" y="8266"/>
                      <a:pt x="752" y="9018"/>
                    </a:cubicBezTo>
                    <a:cubicBezTo>
                      <a:pt x="1153" y="9695"/>
                      <a:pt x="1780" y="10146"/>
                      <a:pt x="2482" y="10472"/>
                    </a:cubicBezTo>
                    <a:cubicBezTo>
                      <a:pt x="2757" y="10597"/>
                      <a:pt x="3058" y="10722"/>
                      <a:pt x="3384" y="10823"/>
                    </a:cubicBezTo>
                    <a:cubicBezTo>
                      <a:pt x="4788" y="10547"/>
                      <a:pt x="6191" y="10296"/>
                      <a:pt x="7595" y="10021"/>
                    </a:cubicBezTo>
                    <a:cubicBezTo>
                      <a:pt x="8321" y="9144"/>
                      <a:pt x="8472" y="7865"/>
                      <a:pt x="8397" y="6763"/>
                    </a:cubicBezTo>
                    <a:cubicBezTo>
                      <a:pt x="8321" y="5810"/>
                      <a:pt x="7996" y="4783"/>
                      <a:pt x="7118" y="4306"/>
                    </a:cubicBezTo>
                    <a:cubicBezTo>
                      <a:pt x="6786" y="4125"/>
                      <a:pt x="6425" y="4043"/>
                      <a:pt x="6061" y="4043"/>
                    </a:cubicBezTo>
                    <a:cubicBezTo>
                      <a:pt x="4918" y="4043"/>
                      <a:pt x="3757" y="4857"/>
                      <a:pt x="3434" y="5961"/>
                    </a:cubicBezTo>
                    <a:cubicBezTo>
                      <a:pt x="3209" y="6712"/>
                      <a:pt x="3259" y="8116"/>
                      <a:pt x="4261" y="8266"/>
                    </a:cubicBezTo>
                    <a:cubicBezTo>
                      <a:pt x="4315" y="8273"/>
                      <a:pt x="4369" y="8276"/>
                      <a:pt x="4424" y="8276"/>
                    </a:cubicBezTo>
                    <a:cubicBezTo>
                      <a:pt x="5014" y="8276"/>
                      <a:pt x="5670" y="7918"/>
                      <a:pt x="5991" y="7414"/>
                    </a:cubicBezTo>
                    <a:lnTo>
                      <a:pt x="5991" y="7414"/>
                    </a:lnTo>
                    <a:cubicBezTo>
                      <a:pt x="5790" y="7514"/>
                      <a:pt x="5539" y="7565"/>
                      <a:pt x="5314" y="7565"/>
                    </a:cubicBezTo>
                    <a:cubicBezTo>
                      <a:pt x="5300" y="7565"/>
                      <a:pt x="5287" y="7565"/>
                      <a:pt x="5273" y="7565"/>
                    </a:cubicBezTo>
                    <a:cubicBezTo>
                      <a:pt x="4654" y="7565"/>
                      <a:pt x="4462" y="7001"/>
                      <a:pt x="4462" y="6437"/>
                    </a:cubicBezTo>
                    <a:cubicBezTo>
                      <a:pt x="4462" y="5835"/>
                      <a:pt x="5013" y="5459"/>
                      <a:pt x="5564" y="5384"/>
                    </a:cubicBezTo>
                    <a:cubicBezTo>
                      <a:pt x="5674" y="5363"/>
                      <a:pt x="5783" y="5353"/>
                      <a:pt x="5891" y="5353"/>
                    </a:cubicBezTo>
                    <a:cubicBezTo>
                      <a:pt x="6426" y="5353"/>
                      <a:pt x="6927" y="5610"/>
                      <a:pt x="7219" y="6111"/>
                    </a:cubicBezTo>
                    <a:cubicBezTo>
                      <a:pt x="7620" y="6788"/>
                      <a:pt x="7544" y="7665"/>
                      <a:pt x="7194" y="8367"/>
                    </a:cubicBezTo>
                    <a:cubicBezTo>
                      <a:pt x="6680" y="9374"/>
                      <a:pt x="5529" y="9914"/>
                      <a:pt x="4401" y="9914"/>
                    </a:cubicBezTo>
                    <a:cubicBezTo>
                      <a:pt x="4098" y="9914"/>
                      <a:pt x="3796" y="9875"/>
                      <a:pt x="3509" y="9795"/>
                    </a:cubicBezTo>
                    <a:cubicBezTo>
                      <a:pt x="1880" y="9319"/>
                      <a:pt x="1128" y="7514"/>
                      <a:pt x="1429" y="5935"/>
                    </a:cubicBezTo>
                    <a:cubicBezTo>
                      <a:pt x="1730" y="4156"/>
                      <a:pt x="3184" y="2677"/>
                      <a:pt x="4813" y="2026"/>
                    </a:cubicBezTo>
                    <a:cubicBezTo>
                      <a:pt x="5400" y="1806"/>
                      <a:pt x="6027" y="1666"/>
                      <a:pt x="6646" y="1666"/>
                    </a:cubicBezTo>
                    <a:cubicBezTo>
                      <a:pt x="6872" y="1666"/>
                      <a:pt x="7097" y="1685"/>
                      <a:pt x="7319" y="1725"/>
                    </a:cubicBezTo>
                    <a:cubicBezTo>
                      <a:pt x="8171" y="1875"/>
                      <a:pt x="8923" y="2352"/>
                      <a:pt x="9424" y="3053"/>
                    </a:cubicBezTo>
                    <a:cubicBezTo>
                      <a:pt x="10627" y="4682"/>
                      <a:pt x="10251" y="6863"/>
                      <a:pt x="9374" y="8567"/>
                    </a:cubicBezTo>
                    <a:cubicBezTo>
                      <a:pt x="9148" y="9018"/>
                      <a:pt x="8898" y="9444"/>
                      <a:pt x="8597" y="9820"/>
                    </a:cubicBezTo>
                    <a:cubicBezTo>
                      <a:pt x="9299" y="9695"/>
                      <a:pt x="10001" y="9570"/>
                      <a:pt x="10702" y="9444"/>
                    </a:cubicBezTo>
                    <a:cubicBezTo>
                      <a:pt x="10828" y="9118"/>
                      <a:pt x="10953" y="8793"/>
                      <a:pt x="11053" y="8467"/>
                    </a:cubicBezTo>
                    <a:cubicBezTo>
                      <a:pt x="11755" y="6311"/>
                      <a:pt x="11655" y="3630"/>
                      <a:pt x="10276" y="1725"/>
                    </a:cubicBezTo>
                    <a:cubicBezTo>
                      <a:pt x="9650" y="873"/>
                      <a:pt x="8773" y="271"/>
                      <a:pt x="7720" y="71"/>
                    </a:cubicBezTo>
                    <a:cubicBezTo>
                      <a:pt x="7459" y="23"/>
                      <a:pt x="7199" y="0"/>
                      <a:pt x="6940"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6" name="Google Shape;3646;p48"/>
              <p:cNvSpPr/>
              <p:nvPr/>
            </p:nvSpPr>
            <p:spPr>
              <a:xfrm>
                <a:off x="4763921" y="2475052"/>
                <a:ext cx="314618" cy="526427"/>
              </a:xfrm>
              <a:custGeom>
                <a:rect b="b" l="l" r="r" t="t"/>
                <a:pathLst>
                  <a:path extrusionOk="0" h="12499" w="7470">
                    <a:moveTo>
                      <a:pt x="5093" y="1"/>
                    </a:moveTo>
                    <a:cubicBezTo>
                      <a:pt x="4342" y="1"/>
                      <a:pt x="3583" y="422"/>
                      <a:pt x="3008" y="894"/>
                    </a:cubicBezTo>
                    <a:cubicBezTo>
                      <a:pt x="1655" y="1972"/>
                      <a:pt x="753" y="3576"/>
                      <a:pt x="1" y="5105"/>
                    </a:cubicBezTo>
                    <a:cubicBezTo>
                      <a:pt x="26" y="5531"/>
                      <a:pt x="76" y="5982"/>
                      <a:pt x="126" y="6408"/>
                    </a:cubicBezTo>
                    <a:cubicBezTo>
                      <a:pt x="527" y="5857"/>
                      <a:pt x="903" y="5330"/>
                      <a:pt x="1304" y="4829"/>
                    </a:cubicBezTo>
                    <a:cubicBezTo>
                      <a:pt x="1880" y="4102"/>
                      <a:pt x="2482" y="3375"/>
                      <a:pt x="3209" y="2774"/>
                    </a:cubicBezTo>
                    <a:cubicBezTo>
                      <a:pt x="3603" y="2426"/>
                      <a:pt x="4126" y="2014"/>
                      <a:pt x="4659" y="2014"/>
                    </a:cubicBezTo>
                    <a:cubicBezTo>
                      <a:pt x="4702" y="2014"/>
                      <a:pt x="4745" y="2016"/>
                      <a:pt x="4788" y="2022"/>
                    </a:cubicBezTo>
                    <a:cubicBezTo>
                      <a:pt x="5038" y="2047"/>
                      <a:pt x="5239" y="2172"/>
                      <a:pt x="5364" y="2373"/>
                    </a:cubicBezTo>
                    <a:cubicBezTo>
                      <a:pt x="5489" y="2598"/>
                      <a:pt x="5464" y="2849"/>
                      <a:pt x="5414" y="3075"/>
                    </a:cubicBezTo>
                    <a:cubicBezTo>
                      <a:pt x="5339" y="3451"/>
                      <a:pt x="5189" y="3776"/>
                      <a:pt x="5013" y="4102"/>
                    </a:cubicBezTo>
                    <a:cubicBezTo>
                      <a:pt x="4788" y="4553"/>
                      <a:pt x="4537" y="4979"/>
                      <a:pt x="4261" y="5405"/>
                    </a:cubicBezTo>
                    <a:cubicBezTo>
                      <a:pt x="3184" y="7110"/>
                      <a:pt x="1956" y="8714"/>
                      <a:pt x="878" y="10443"/>
                    </a:cubicBezTo>
                    <a:cubicBezTo>
                      <a:pt x="1053" y="11120"/>
                      <a:pt x="1229" y="11822"/>
                      <a:pt x="1454" y="12498"/>
                    </a:cubicBezTo>
                    <a:cubicBezTo>
                      <a:pt x="1454" y="12473"/>
                      <a:pt x="1479" y="12448"/>
                      <a:pt x="1479" y="12423"/>
                    </a:cubicBezTo>
                    <a:cubicBezTo>
                      <a:pt x="2432" y="10644"/>
                      <a:pt x="3935" y="9290"/>
                      <a:pt x="5189" y="7736"/>
                    </a:cubicBezTo>
                    <a:cubicBezTo>
                      <a:pt x="6392" y="6233"/>
                      <a:pt x="7469" y="4303"/>
                      <a:pt x="7144" y="2298"/>
                    </a:cubicBezTo>
                    <a:cubicBezTo>
                      <a:pt x="7018" y="1395"/>
                      <a:pt x="6567" y="343"/>
                      <a:pt x="5590" y="67"/>
                    </a:cubicBezTo>
                    <a:cubicBezTo>
                      <a:pt x="5426" y="22"/>
                      <a:pt x="5260" y="1"/>
                      <a:pt x="5093"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7" name="Google Shape;3647;p48"/>
              <p:cNvSpPr/>
              <p:nvPr/>
            </p:nvSpPr>
            <p:spPr>
              <a:xfrm>
                <a:off x="5027830" y="3342593"/>
                <a:ext cx="475043" cy="509664"/>
              </a:xfrm>
              <a:custGeom>
                <a:rect b="b" l="l" r="r" t="t"/>
                <a:pathLst>
                  <a:path extrusionOk="0" h="12101" w="11279">
                    <a:moveTo>
                      <a:pt x="9023" y="0"/>
                    </a:moveTo>
                    <a:cubicBezTo>
                      <a:pt x="8521" y="0"/>
                      <a:pt x="8019" y="87"/>
                      <a:pt x="7569" y="196"/>
                    </a:cubicBezTo>
                    <a:cubicBezTo>
                      <a:pt x="5765" y="647"/>
                      <a:pt x="4186" y="1625"/>
                      <a:pt x="2406" y="2151"/>
                    </a:cubicBezTo>
                    <a:cubicBezTo>
                      <a:pt x="1783" y="2332"/>
                      <a:pt x="1127" y="2448"/>
                      <a:pt x="477" y="2448"/>
                    </a:cubicBezTo>
                    <a:cubicBezTo>
                      <a:pt x="318" y="2448"/>
                      <a:pt x="159" y="2441"/>
                      <a:pt x="0" y="2427"/>
                    </a:cubicBezTo>
                    <a:lnTo>
                      <a:pt x="0" y="2427"/>
                    </a:lnTo>
                    <a:cubicBezTo>
                      <a:pt x="326" y="2928"/>
                      <a:pt x="652" y="3429"/>
                      <a:pt x="1003" y="3930"/>
                    </a:cubicBezTo>
                    <a:cubicBezTo>
                      <a:pt x="1128" y="3905"/>
                      <a:pt x="1253" y="3905"/>
                      <a:pt x="1379" y="3880"/>
                    </a:cubicBezTo>
                    <a:cubicBezTo>
                      <a:pt x="2857" y="3655"/>
                      <a:pt x="4236" y="3078"/>
                      <a:pt x="5564" y="2402"/>
                    </a:cubicBezTo>
                    <a:cubicBezTo>
                      <a:pt x="6241" y="2076"/>
                      <a:pt x="6893" y="1675"/>
                      <a:pt x="7594" y="1399"/>
                    </a:cubicBezTo>
                    <a:cubicBezTo>
                      <a:pt x="7886" y="1279"/>
                      <a:pt x="8213" y="1170"/>
                      <a:pt x="8535" y="1170"/>
                    </a:cubicBezTo>
                    <a:cubicBezTo>
                      <a:pt x="8684" y="1170"/>
                      <a:pt x="8831" y="1193"/>
                      <a:pt x="8973" y="1249"/>
                    </a:cubicBezTo>
                    <a:cubicBezTo>
                      <a:pt x="9775" y="1574"/>
                      <a:pt x="9624" y="2752"/>
                      <a:pt x="9499" y="3404"/>
                    </a:cubicBezTo>
                    <a:cubicBezTo>
                      <a:pt x="9399" y="4006"/>
                      <a:pt x="9249" y="4582"/>
                      <a:pt x="9048" y="5133"/>
                    </a:cubicBezTo>
                    <a:cubicBezTo>
                      <a:pt x="8898" y="5610"/>
                      <a:pt x="8697" y="6061"/>
                      <a:pt x="8572" y="6537"/>
                    </a:cubicBezTo>
                    <a:cubicBezTo>
                      <a:pt x="8321" y="7389"/>
                      <a:pt x="8221" y="8291"/>
                      <a:pt x="8296" y="9168"/>
                    </a:cubicBezTo>
                    <a:cubicBezTo>
                      <a:pt x="8371" y="10146"/>
                      <a:pt x="8622" y="11098"/>
                      <a:pt x="9173" y="11925"/>
                    </a:cubicBezTo>
                    <a:cubicBezTo>
                      <a:pt x="9198" y="11976"/>
                      <a:pt x="9249" y="12051"/>
                      <a:pt x="9299" y="12101"/>
                    </a:cubicBezTo>
                    <a:cubicBezTo>
                      <a:pt x="9925" y="11976"/>
                      <a:pt x="10552" y="11875"/>
                      <a:pt x="11178" y="11750"/>
                    </a:cubicBezTo>
                    <a:cubicBezTo>
                      <a:pt x="10928" y="11549"/>
                      <a:pt x="10677" y="11299"/>
                      <a:pt x="10502" y="11048"/>
                    </a:cubicBezTo>
                    <a:cubicBezTo>
                      <a:pt x="9900" y="10246"/>
                      <a:pt x="9750" y="9219"/>
                      <a:pt x="9850" y="8241"/>
                    </a:cubicBezTo>
                    <a:cubicBezTo>
                      <a:pt x="10051" y="6336"/>
                      <a:pt x="11078" y="4632"/>
                      <a:pt x="11254" y="2702"/>
                    </a:cubicBezTo>
                    <a:cubicBezTo>
                      <a:pt x="11279" y="2226"/>
                      <a:pt x="11279" y="1725"/>
                      <a:pt x="11153" y="1249"/>
                    </a:cubicBezTo>
                    <a:cubicBezTo>
                      <a:pt x="11028" y="772"/>
                      <a:pt x="10702" y="396"/>
                      <a:pt x="10251" y="221"/>
                    </a:cubicBezTo>
                    <a:cubicBezTo>
                      <a:pt x="9862" y="61"/>
                      <a:pt x="9443" y="0"/>
                      <a:pt x="9023"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8" name="Google Shape;3648;p48"/>
              <p:cNvSpPr/>
              <p:nvPr/>
            </p:nvSpPr>
            <p:spPr>
              <a:xfrm>
                <a:off x="5070032" y="3391871"/>
                <a:ext cx="369497" cy="461439"/>
              </a:xfrm>
              <a:custGeom>
                <a:rect b="b" l="l" r="r" t="t"/>
                <a:pathLst>
                  <a:path extrusionOk="0" h="10956" w="8773">
                    <a:moveTo>
                      <a:pt x="7533" y="0"/>
                    </a:moveTo>
                    <a:cubicBezTo>
                      <a:pt x="7211" y="0"/>
                      <a:pt x="6884" y="109"/>
                      <a:pt x="6592" y="229"/>
                    </a:cubicBezTo>
                    <a:cubicBezTo>
                      <a:pt x="5891" y="505"/>
                      <a:pt x="5239" y="906"/>
                      <a:pt x="4562" y="1232"/>
                    </a:cubicBezTo>
                    <a:cubicBezTo>
                      <a:pt x="3234" y="1908"/>
                      <a:pt x="1855" y="2485"/>
                      <a:pt x="377" y="2710"/>
                    </a:cubicBezTo>
                    <a:cubicBezTo>
                      <a:pt x="251" y="2735"/>
                      <a:pt x="126" y="2735"/>
                      <a:pt x="1" y="2760"/>
                    </a:cubicBezTo>
                    <a:cubicBezTo>
                      <a:pt x="26" y="2810"/>
                      <a:pt x="76" y="2861"/>
                      <a:pt x="101" y="2911"/>
                    </a:cubicBezTo>
                    <a:cubicBezTo>
                      <a:pt x="903" y="2810"/>
                      <a:pt x="1705" y="2635"/>
                      <a:pt x="2457" y="2359"/>
                    </a:cubicBezTo>
                    <a:cubicBezTo>
                      <a:pt x="3184" y="2084"/>
                      <a:pt x="3861" y="1783"/>
                      <a:pt x="4537" y="1457"/>
                    </a:cubicBezTo>
                    <a:cubicBezTo>
                      <a:pt x="4888" y="1282"/>
                      <a:pt x="5239" y="1081"/>
                      <a:pt x="5590" y="906"/>
                    </a:cubicBezTo>
                    <a:cubicBezTo>
                      <a:pt x="5966" y="730"/>
                      <a:pt x="6317" y="530"/>
                      <a:pt x="6693" y="379"/>
                    </a:cubicBezTo>
                    <a:cubicBezTo>
                      <a:pt x="6933" y="283"/>
                      <a:pt x="7254" y="167"/>
                      <a:pt x="7560" y="167"/>
                    </a:cubicBezTo>
                    <a:cubicBezTo>
                      <a:pt x="7733" y="167"/>
                      <a:pt x="7901" y="204"/>
                      <a:pt x="8046" y="304"/>
                    </a:cubicBezTo>
                    <a:cubicBezTo>
                      <a:pt x="8347" y="530"/>
                      <a:pt x="8422" y="981"/>
                      <a:pt x="8422" y="1332"/>
                    </a:cubicBezTo>
                    <a:cubicBezTo>
                      <a:pt x="8422" y="1858"/>
                      <a:pt x="8322" y="2409"/>
                      <a:pt x="8171" y="2936"/>
                    </a:cubicBezTo>
                    <a:cubicBezTo>
                      <a:pt x="8021" y="3562"/>
                      <a:pt x="7820" y="4139"/>
                      <a:pt x="7595" y="4740"/>
                    </a:cubicBezTo>
                    <a:cubicBezTo>
                      <a:pt x="7269" y="5567"/>
                      <a:pt x="7119" y="6445"/>
                      <a:pt x="7094" y="7322"/>
                    </a:cubicBezTo>
                    <a:cubicBezTo>
                      <a:pt x="7069" y="8274"/>
                      <a:pt x="7244" y="9252"/>
                      <a:pt x="7620" y="10129"/>
                    </a:cubicBezTo>
                    <a:cubicBezTo>
                      <a:pt x="7770" y="10430"/>
                      <a:pt x="7921" y="10705"/>
                      <a:pt x="8121" y="10956"/>
                    </a:cubicBezTo>
                    <a:cubicBezTo>
                      <a:pt x="8171" y="10956"/>
                      <a:pt x="8247" y="10956"/>
                      <a:pt x="8297" y="10931"/>
                    </a:cubicBezTo>
                    <a:cubicBezTo>
                      <a:pt x="8247" y="10881"/>
                      <a:pt x="8196" y="10806"/>
                      <a:pt x="8171" y="10755"/>
                    </a:cubicBezTo>
                    <a:cubicBezTo>
                      <a:pt x="7620" y="9928"/>
                      <a:pt x="7344" y="8976"/>
                      <a:pt x="7294" y="7998"/>
                    </a:cubicBezTo>
                    <a:cubicBezTo>
                      <a:pt x="7219" y="7121"/>
                      <a:pt x="7319" y="6219"/>
                      <a:pt x="7570" y="5367"/>
                    </a:cubicBezTo>
                    <a:cubicBezTo>
                      <a:pt x="7695" y="4891"/>
                      <a:pt x="7896" y="4440"/>
                      <a:pt x="8046" y="3963"/>
                    </a:cubicBezTo>
                    <a:cubicBezTo>
                      <a:pt x="8247" y="3412"/>
                      <a:pt x="8397" y="2836"/>
                      <a:pt x="8497" y="2234"/>
                    </a:cubicBezTo>
                    <a:cubicBezTo>
                      <a:pt x="8622" y="1582"/>
                      <a:pt x="8773" y="404"/>
                      <a:pt x="7971" y="79"/>
                    </a:cubicBezTo>
                    <a:cubicBezTo>
                      <a:pt x="7829" y="23"/>
                      <a:pt x="7682" y="0"/>
                      <a:pt x="75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9" name="Google Shape;3649;p48"/>
              <p:cNvSpPr/>
              <p:nvPr/>
            </p:nvSpPr>
            <p:spPr>
              <a:xfrm>
                <a:off x="4761815" y="2467808"/>
                <a:ext cx="316724" cy="543147"/>
              </a:xfrm>
              <a:custGeom>
                <a:rect b="b" l="l" r="r" t="t"/>
                <a:pathLst>
                  <a:path extrusionOk="0" h="12896" w="7520">
                    <a:moveTo>
                      <a:pt x="5114" y="1"/>
                    </a:moveTo>
                    <a:cubicBezTo>
                      <a:pt x="4981" y="1"/>
                      <a:pt x="4847" y="13"/>
                      <a:pt x="4712" y="39"/>
                    </a:cubicBezTo>
                    <a:cubicBezTo>
                      <a:pt x="3860" y="189"/>
                      <a:pt x="3108" y="740"/>
                      <a:pt x="2507" y="1342"/>
                    </a:cubicBezTo>
                    <a:cubicBezTo>
                      <a:pt x="1880" y="1943"/>
                      <a:pt x="1354" y="2645"/>
                      <a:pt x="903" y="3372"/>
                    </a:cubicBezTo>
                    <a:cubicBezTo>
                      <a:pt x="577" y="3898"/>
                      <a:pt x="276" y="4425"/>
                      <a:pt x="1" y="4951"/>
                    </a:cubicBezTo>
                    <a:cubicBezTo>
                      <a:pt x="26" y="5076"/>
                      <a:pt x="26" y="5176"/>
                      <a:pt x="51" y="5277"/>
                    </a:cubicBezTo>
                    <a:cubicBezTo>
                      <a:pt x="803" y="3748"/>
                      <a:pt x="1705" y="2144"/>
                      <a:pt x="3058" y="1066"/>
                    </a:cubicBezTo>
                    <a:cubicBezTo>
                      <a:pt x="3633" y="594"/>
                      <a:pt x="4392" y="173"/>
                      <a:pt x="5143" y="173"/>
                    </a:cubicBezTo>
                    <a:cubicBezTo>
                      <a:pt x="5310" y="173"/>
                      <a:pt x="5476" y="194"/>
                      <a:pt x="5640" y="239"/>
                    </a:cubicBezTo>
                    <a:cubicBezTo>
                      <a:pt x="6617" y="515"/>
                      <a:pt x="7068" y="1567"/>
                      <a:pt x="7194" y="2470"/>
                    </a:cubicBezTo>
                    <a:cubicBezTo>
                      <a:pt x="7519" y="4475"/>
                      <a:pt x="6442" y="6405"/>
                      <a:pt x="5239" y="7908"/>
                    </a:cubicBezTo>
                    <a:cubicBezTo>
                      <a:pt x="3985" y="9462"/>
                      <a:pt x="2482" y="10816"/>
                      <a:pt x="1529" y="12595"/>
                    </a:cubicBezTo>
                    <a:cubicBezTo>
                      <a:pt x="1529" y="12620"/>
                      <a:pt x="1504" y="12645"/>
                      <a:pt x="1504" y="12670"/>
                    </a:cubicBezTo>
                    <a:cubicBezTo>
                      <a:pt x="1504" y="12745"/>
                      <a:pt x="1529" y="12821"/>
                      <a:pt x="1554" y="12896"/>
                    </a:cubicBezTo>
                    <a:cubicBezTo>
                      <a:pt x="2432" y="11166"/>
                      <a:pt x="3885" y="9813"/>
                      <a:pt x="5113" y="8334"/>
                    </a:cubicBezTo>
                    <a:cubicBezTo>
                      <a:pt x="6266" y="6931"/>
                      <a:pt x="7319" y="5252"/>
                      <a:pt x="7419" y="3397"/>
                    </a:cubicBezTo>
                    <a:cubicBezTo>
                      <a:pt x="7469" y="2520"/>
                      <a:pt x="7294" y="1592"/>
                      <a:pt x="6793" y="891"/>
                    </a:cubicBezTo>
                    <a:cubicBezTo>
                      <a:pt x="6376" y="307"/>
                      <a:pt x="5768" y="1"/>
                      <a:pt x="511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0" name="Google Shape;3650;p48"/>
              <p:cNvSpPr/>
              <p:nvPr/>
            </p:nvSpPr>
            <p:spPr>
              <a:xfrm>
                <a:off x="5599956" y="3414825"/>
                <a:ext cx="400116" cy="351934"/>
              </a:xfrm>
              <a:custGeom>
                <a:rect b="b" l="l" r="r" t="t"/>
                <a:pathLst>
                  <a:path extrusionOk="0" h="8356" w="9500">
                    <a:moveTo>
                      <a:pt x="5518" y="1"/>
                    </a:moveTo>
                    <a:cubicBezTo>
                      <a:pt x="4899" y="1"/>
                      <a:pt x="4272" y="141"/>
                      <a:pt x="3685" y="361"/>
                    </a:cubicBezTo>
                    <a:cubicBezTo>
                      <a:pt x="2056" y="1012"/>
                      <a:pt x="602" y="2491"/>
                      <a:pt x="301" y="4270"/>
                    </a:cubicBezTo>
                    <a:cubicBezTo>
                      <a:pt x="0" y="5849"/>
                      <a:pt x="752" y="7654"/>
                      <a:pt x="2381" y="8130"/>
                    </a:cubicBezTo>
                    <a:cubicBezTo>
                      <a:pt x="2668" y="8210"/>
                      <a:pt x="2970" y="8249"/>
                      <a:pt x="3273" y="8249"/>
                    </a:cubicBezTo>
                    <a:cubicBezTo>
                      <a:pt x="4401" y="8249"/>
                      <a:pt x="5552" y="7709"/>
                      <a:pt x="6066" y="6702"/>
                    </a:cubicBezTo>
                    <a:cubicBezTo>
                      <a:pt x="6416" y="6000"/>
                      <a:pt x="6492" y="5123"/>
                      <a:pt x="6091" y="4446"/>
                    </a:cubicBezTo>
                    <a:cubicBezTo>
                      <a:pt x="5799" y="3945"/>
                      <a:pt x="5298" y="3688"/>
                      <a:pt x="4763" y="3688"/>
                    </a:cubicBezTo>
                    <a:cubicBezTo>
                      <a:pt x="4655" y="3688"/>
                      <a:pt x="4546" y="3698"/>
                      <a:pt x="4436" y="3719"/>
                    </a:cubicBezTo>
                    <a:cubicBezTo>
                      <a:pt x="3885" y="3794"/>
                      <a:pt x="3334" y="4170"/>
                      <a:pt x="3334" y="4772"/>
                    </a:cubicBezTo>
                    <a:cubicBezTo>
                      <a:pt x="3334" y="5336"/>
                      <a:pt x="3526" y="5900"/>
                      <a:pt x="4145" y="5900"/>
                    </a:cubicBezTo>
                    <a:cubicBezTo>
                      <a:pt x="4159" y="5900"/>
                      <a:pt x="4172" y="5900"/>
                      <a:pt x="4186" y="5900"/>
                    </a:cubicBezTo>
                    <a:cubicBezTo>
                      <a:pt x="4411" y="5900"/>
                      <a:pt x="4662" y="5849"/>
                      <a:pt x="4863" y="5749"/>
                    </a:cubicBezTo>
                    <a:lnTo>
                      <a:pt x="4863" y="5749"/>
                    </a:lnTo>
                    <a:cubicBezTo>
                      <a:pt x="4542" y="6253"/>
                      <a:pt x="3886" y="6611"/>
                      <a:pt x="3296" y="6611"/>
                    </a:cubicBezTo>
                    <a:cubicBezTo>
                      <a:pt x="3241" y="6611"/>
                      <a:pt x="3187" y="6608"/>
                      <a:pt x="3133" y="6601"/>
                    </a:cubicBezTo>
                    <a:cubicBezTo>
                      <a:pt x="2131" y="6451"/>
                      <a:pt x="2081" y="5047"/>
                      <a:pt x="2306" y="4296"/>
                    </a:cubicBezTo>
                    <a:cubicBezTo>
                      <a:pt x="2629" y="3192"/>
                      <a:pt x="3790" y="2378"/>
                      <a:pt x="4933" y="2378"/>
                    </a:cubicBezTo>
                    <a:cubicBezTo>
                      <a:pt x="5297" y="2378"/>
                      <a:pt x="5658" y="2460"/>
                      <a:pt x="5990" y="2641"/>
                    </a:cubicBezTo>
                    <a:cubicBezTo>
                      <a:pt x="6868" y="3118"/>
                      <a:pt x="7193" y="4145"/>
                      <a:pt x="7269" y="5098"/>
                    </a:cubicBezTo>
                    <a:cubicBezTo>
                      <a:pt x="7344" y="6200"/>
                      <a:pt x="7193" y="7479"/>
                      <a:pt x="6467" y="8356"/>
                    </a:cubicBezTo>
                    <a:cubicBezTo>
                      <a:pt x="6542" y="8331"/>
                      <a:pt x="6617" y="8331"/>
                      <a:pt x="6692" y="8306"/>
                    </a:cubicBezTo>
                    <a:cubicBezTo>
                      <a:pt x="6893" y="8030"/>
                      <a:pt x="7068" y="7729"/>
                      <a:pt x="7168" y="7403"/>
                    </a:cubicBezTo>
                    <a:cubicBezTo>
                      <a:pt x="7394" y="6777"/>
                      <a:pt x="7469" y="6100"/>
                      <a:pt x="7444" y="5448"/>
                    </a:cubicBezTo>
                    <a:cubicBezTo>
                      <a:pt x="7444" y="4872"/>
                      <a:pt x="7369" y="4270"/>
                      <a:pt x="7143" y="3719"/>
                    </a:cubicBezTo>
                    <a:cubicBezTo>
                      <a:pt x="6817" y="2967"/>
                      <a:pt x="6166" y="2366"/>
                      <a:pt x="5314" y="2240"/>
                    </a:cubicBezTo>
                    <a:cubicBezTo>
                      <a:pt x="5195" y="2225"/>
                      <a:pt x="5075" y="2217"/>
                      <a:pt x="4955" y="2217"/>
                    </a:cubicBezTo>
                    <a:cubicBezTo>
                      <a:pt x="4313" y="2217"/>
                      <a:pt x="3661" y="2437"/>
                      <a:pt x="3133" y="2817"/>
                    </a:cubicBezTo>
                    <a:cubicBezTo>
                      <a:pt x="2482" y="3318"/>
                      <a:pt x="2056" y="4045"/>
                      <a:pt x="2030" y="4872"/>
                    </a:cubicBezTo>
                    <a:cubicBezTo>
                      <a:pt x="2005" y="5398"/>
                      <a:pt x="2056" y="6000"/>
                      <a:pt x="2431" y="6401"/>
                    </a:cubicBezTo>
                    <a:cubicBezTo>
                      <a:pt x="2661" y="6654"/>
                      <a:pt x="2975" y="6780"/>
                      <a:pt x="3315" y="6780"/>
                    </a:cubicBezTo>
                    <a:cubicBezTo>
                      <a:pt x="3346" y="6780"/>
                      <a:pt x="3378" y="6779"/>
                      <a:pt x="3409" y="6777"/>
                    </a:cubicBezTo>
                    <a:cubicBezTo>
                      <a:pt x="4111" y="6727"/>
                      <a:pt x="4888" y="6250"/>
                      <a:pt x="5138" y="5574"/>
                    </a:cubicBezTo>
                    <a:cubicBezTo>
                      <a:pt x="5158" y="5516"/>
                      <a:pt x="5117" y="5457"/>
                      <a:pt x="5063" y="5457"/>
                    </a:cubicBezTo>
                    <a:cubicBezTo>
                      <a:pt x="5047" y="5457"/>
                      <a:pt x="5030" y="5462"/>
                      <a:pt x="5013" y="5474"/>
                    </a:cubicBezTo>
                    <a:cubicBezTo>
                      <a:pt x="4812" y="5599"/>
                      <a:pt x="4537" y="5699"/>
                      <a:pt x="4286" y="5724"/>
                    </a:cubicBezTo>
                    <a:cubicBezTo>
                      <a:pt x="4247" y="5730"/>
                      <a:pt x="4206" y="5733"/>
                      <a:pt x="4165" y="5733"/>
                    </a:cubicBezTo>
                    <a:cubicBezTo>
                      <a:pt x="4023" y="5733"/>
                      <a:pt x="3876" y="5696"/>
                      <a:pt x="3760" y="5599"/>
                    </a:cubicBezTo>
                    <a:cubicBezTo>
                      <a:pt x="3534" y="5398"/>
                      <a:pt x="3509" y="5047"/>
                      <a:pt x="3509" y="4772"/>
                    </a:cubicBezTo>
                    <a:cubicBezTo>
                      <a:pt x="3509" y="4147"/>
                      <a:pt x="4194" y="3864"/>
                      <a:pt x="4752" y="3864"/>
                    </a:cubicBezTo>
                    <a:cubicBezTo>
                      <a:pt x="4798" y="3864"/>
                      <a:pt x="4844" y="3866"/>
                      <a:pt x="4888" y="3869"/>
                    </a:cubicBezTo>
                    <a:cubicBezTo>
                      <a:pt x="5690" y="3920"/>
                      <a:pt x="6141" y="4646"/>
                      <a:pt x="6191" y="5398"/>
                    </a:cubicBezTo>
                    <a:cubicBezTo>
                      <a:pt x="6265" y="7009"/>
                      <a:pt x="4772" y="8080"/>
                      <a:pt x="3285" y="8080"/>
                    </a:cubicBezTo>
                    <a:cubicBezTo>
                      <a:pt x="3268" y="8080"/>
                      <a:pt x="3251" y="8080"/>
                      <a:pt x="3233" y="8080"/>
                    </a:cubicBezTo>
                    <a:cubicBezTo>
                      <a:pt x="2507" y="8055"/>
                      <a:pt x="1805" y="7804"/>
                      <a:pt x="1279" y="7278"/>
                    </a:cubicBezTo>
                    <a:cubicBezTo>
                      <a:pt x="677" y="6651"/>
                      <a:pt x="376" y="5749"/>
                      <a:pt x="401" y="4847"/>
                    </a:cubicBezTo>
                    <a:cubicBezTo>
                      <a:pt x="452" y="3042"/>
                      <a:pt x="1830" y="1413"/>
                      <a:pt x="3409" y="661"/>
                    </a:cubicBezTo>
                    <a:cubicBezTo>
                      <a:pt x="4068" y="343"/>
                      <a:pt x="4798" y="168"/>
                      <a:pt x="5540" y="168"/>
                    </a:cubicBezTo>
                    <a:cubicBezTo>
                      <a:pt x="5673" y="168"/>
                      <a:pt x="5807" y="174"/>
                      <a:pt x="5940" y="185"/>
                    </a:cubicBezTo>
                    <a:cubicBezTo>
                      <a:pt x="6817" y="311"/>
                      <a:pt x="7619" y="762"/>
                      <a:pt x="8146" y="1463"/>
                    </a:cubicBezTo>
                    <a:cubicBezTo>
                      <a:pt x="9374" y="3143"/>
                      <a:pt x="8923" y="5373"/>
                      <a:pt x="7970" y="7052"/>
                    </a:cubicBezTo>
                    <a:cubicBezTo>
                      <a:pt x="7745" y="7453"/>
                      <a:pt x="7494" y="7854"/>
                      <a:pt x="7218" y="8205"/>
                    </a:cubicBezTo>
                    <a:cubicBezTo>
                      <a:pt x="7294" y="8205"/>
                      <a:pt x="7369" y="8180"/>
                      <a:pt x="7469" y="8155"/>
                    </a:cubicBezTo>
                    <a:cubicBezTo>
                      <a:pt x="7770" y="7779"/>
                      <a:pt x="8020" y="7353"/>
                      <a:pt x="8246" y="6902"/>
                    </a:cubicBezTo>
                    <a:cubicBezTo>
                      <a:pt x="9123" y="5198"/>
                      <a:pt x="9499" y="3017"/>
                      <a:pt x="8296" y="1388"/>
                    </a:cubicBezTo>
                    <a:cubicBezTo>
                      <a:pt x="7795" y="687"/>
                      <a:pt x="7043" y="210"/>
                      <a:pt x="6191" y="60"/>
                    </a:cubicBezTo>
                    <a:cubicBezTo>
                      <a:pt x="5969" y="20"/>
                      <a:pt x="5744" y="1"/>
                      <a:pt x="55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1" name="Google Shape;3651;p48"/>
              <p:cNvSpPr/>
              <p:nvPr/>
            </p:nvSpPr>
            <p:spPr>
              <a:xfrm>
                <a:off x="5535558" y="3337455"/>
                <a:ext cx="511980" cy="465188"/>
              </a:xfrm>
              <a:custGeom>
                <a:rect b="b" l="l" r="r" t="t"/>
                <a:pathLst>
                  <a:path extrusionOk="0" h="11045" w="12156">
                    <a:moveTo>
                      <a:pt x="7355" y="1"/>
                    </a:moveTo>
                    <a:cubicBezTo>
                      <a:pt x="6886" y="1"/>
                      <a:pt x="6417" y="69"/>
                      <a:pt x="5965" y="193"/>
                    </a:cubicBezTo>
                    <a:cubicBezTo>
                      <a:pt x="5214" y="393"/>
                      <a:pt x="4512" y="719"/>
                      <a:pt x="3835" y="1095"/>
                    </a:cubicBezTo>
                    <a:cubicBezTo>
                      <a:pt x="3209" y="1471"/>
                      <a:pt x="2607" y="1897"/>
                      <a:pt x="2081" y="2398"/>
                    </a:cubicBezTo>
                    <a:cubicBezTo>
                      <a:pt x="1279" y="3225"/>
                      <a:pt x="652" y="4228"/>
                      <a:pt x="376" y="5331"/>
                    </a:cubicBezTo>
                    <a:cubicBezTo>
                      <a:pt x="1" y="6985"/>
                      <a:pt x="402" y="9065"/>
                      <a:pt x="1755" y="10168"/>
                    </a:cubicBezTo>
                    <a:cubicBezTo>
                      <a:pt x="2256" y="10569"/>
                      <a:pt x="2833" y="10844"/>
                      <a:pt x="3434" y="11045"/>
                    </a:cubicBezTo>
                    <a:cubicBezTo>
                      <a:pt x="3534" y="11045"/>
                      <a:pt x="3660" y="11020"/>
                      <a:pt x="3785" y="10995"/>
                    </a:cubicBezTo>
                    <a:cubicBezTo>
                      <a:pt x="3459" y="10894"/>
                      <a:pt x="3158" y="10769"/>
                      <a:pt x="2883" y="10644"/>
                    </a:cubicBezTo>
                    <a:cubicBezTo>
                      <a:pt x="2181" y="10318"/>
                      <a:pt x="1554" y="9867"/>
                      <a:pt x="1153" y="9190"/>
                    </a:cubicBezTo>
                    <a:cubicBezTo>
                      <a:pt x="677" y="8438"/>
                      <a:pt x="452" y="7561"/>
                      <a:pt x="427" y="6709"/>
                    </a:cubicBezTo>
                    <a:cubicBezTo>
                      <a:pt x="402" y="5656"/>
                      <a:pt x="677" y="4629"/>
                      <a:pt x="1229" y="3752"/>
                    </a:cubicBezTo>
                    <a:cubicBezTo>
                      <a:pt x="1955" y="2574"/>
                      <a:pt x="3058" y="1696"/>
                      <a:pt x="4236" y="1070"/>
                    </a:cubicBezTo>
                    <a:cubicBezTo>
                      <a:pt x="5187" y="564"/>
                      <a:pt x="6253" y="172"/>
                      <a:pt x="7341" y="172"/>
                    </a:cubicBezTo>
                    <a:cubicBezTo>
                      <a:pt x="7600" y="172"/>
                      <a:pt x="7860" y="195"/>
                      <a:pt x="8121" y="243"/>
                    </a:cubicBezTo>
                    <a:cubicBezTo>
                      <a:pt x="9174" y="443"/>
                      <a:pt x="10051" y="1045"/>
                      <a:pt x="10677" y="1897"/>
                    </a:cubicBezTo>
                    <a:cubicBezTo>
                      <a:pt x="12056" y="3802"/>
                      <a:pt x="12156" y="6483"/>
                      <a:pt x="11454" y="8639"/>
                    </a:cubicBezTo>
                    <a:cubicBezTo>
                      <a:pt x="11354" y="8965"/>
                      <a:pt x="11229" y="9290"/>
                      <a:pt x="11103" y="9616"/>
                    </a:cubicBezTo>
                    <a:cubicBezTo>
                      <a:pt x="11153" y="9591"/>
                      <a:pt x="11229" y="9591"/>
                      <a:pt x="11279" y="9566"/>
                    </a:cubicBezTo>
                    <a:cubicBezTo>
                      <a:pt x="11730" y="8488"/>
                      <a:pt x="12006" y="7386"/>
                      <a:pt x="12031" y="6233"/>
                    </a:cubicBezTo>
                    <a:cubicBezTo>
                      <a:pt x="12081" y="5055"/>
                      <a:pt x="11880" y="3852"/>
                      <a:pt x="11379" y="2774"/>
                    </a:cubicBezTo>
                    <a:cubicBezTo>
                      <a:pt x="10953" y="1822"/>
                      <a:pt x="10251" y="970"/>
                      <a:pt x="9324" y="468"/>
                    </a:cubicBezTo>
                    <a:cubicBezTo>
                      <a:pt x="8703" y="143"/>
                      <a:pt x="8029" y="1"/>
                      <a:pt x="73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2" name="Google Shape;3652;p48"/>
              <p:cNvSpPr/>
              <p:nvPr/>
            </p:nvSpPr>
            <p:spPr>
              <a:xfrm>
                <a:off x="4769185" y="2559835"/>
                <a:ext cx="225960" cy="355093"/>
              </a:xfrm>
              <a:custGeom>
                <a:rect b="b" l="l" r="r" t="t"/>
                <a:pathLst>
                  <a:path extrusionOk="0" h="8431" w="5365">
                    <a:moveTo>
                      <a:pt x="4534" y="1"/>
                    </a:moveTo>
                    <a:cubicBezTo>
                      <a:pt x="4001" y="1"/>
                      <a:pt x="3478" y="413"/>
                      <a:pt x="3084" y="761"/>
                    </a:cubicBezTo>
                    <a:cubicBezTo>
                      <a:pt x="2357" y="1362"/>
                      <a:pt x="1755" y="2089"/>
                      <a:pt x="1179" y="2816"/>
                    </a:cubicBezTo>
                    <a:cubicBezTo>
                      <a:pt x="778" y="3317"/>
                      <a:pt x="402" y="3844"/>
                      <a:pt x="1" y="4395"/>
                    </a:cubicBezTo>
                    <a:cubicBezTo>
                      <a:pt x="26" y="4470"/>
                      <a:pt x="26" y="4570"/>
                      <a:pt x="51" y="4646"/>
                    </a:cubicBezTo>
                    <a:cubicBezTo>
                      <a:pt x="527" y="3944"/>
                      <a:pt x="1029" y="3267"/>
                      <a:pt x="1580" y="2615"/>
                    </a:cubicBezTo>
                    <a:cubicBezTo>
                      <a:pt x="2131" y="1889"/>
                      <a:pt x="2758" y="1187"/>
                      <a:pt x="3510" y="636"/>
                    </a:cubicBezTo>
                    <a:cubicBezTo>
                      <a:pt x="3762" y="437"/>
                      <a:pt x="4182" y="162"/>
                      <a:pt x="4566" y="162"/>
                    </a:cubicBezTo>
                    <a:cubicBezTo>
                      <a:pt x="4717" y="162"/>
                      <a:pt x="4862" y="204"/>
                      <a:pt x="4988" y="310"/>
                    </a:cubicBezTo>
                    <a:cubicBezTo>
                      <a:pt x="5164" y="460"/>
                      <a:pt x="5164" y="711"/>
                      <a:pt x="5139" y="911"/>
                    </a:cubicBezTo>
                    <a:cubicBezTo>
                      <a:pt x="5089" y="1262"/>
                      <a:pt x="4938" y="1613"/>
                      <a:pt x="4788" y="1939"/>
                    </a:cubicBezTo>
                    <a:cubicBezTo>
                      <a:pt x="4287" y="2916"/>
                      <a:pt x="3660" y="3819"/>
                      <a:pt x="3059" y="4721"/>
                    </a:cubicBezTo>
                    <a:cubicBezTo>
                      <a:pt x="2332" y="5798"/>
                      <a:pt x="1580" y="6851"/>
                      <a:pt x="878" y="7929"/>
                    </a:cubicBezTo>
                    <a:cubicBezTo>
                      <a:pt x="828" y="8004"/>
                      <a:pt x="753" y="8104"/>
                      <a:pt x="703" y="8179"/>
                    </a:cubicBezTo>
                    <a:cubicBezTo>
                      <a:pt x="728" y="8280"/>
                      <a:pt x="753" y="8355"/>
                      <a:pt x="753" y="8430"/>
                    </a:cubicBezTo>
                    <a:cubicBezTo>
                      <a:pt x="1831" y="6701"/>
                      <a:pt x="3059" y="5097"/>
                      <a:pt x="4136" y="3392"/>
                    </a:cubicBezTo>
                    <a:cubicBezTo>
                      <a:pt x="4412" y="2966"/>
                      <a:pt x="4663" y="2540"/>
                      <a:pt x="4888" y="2089"/>
                    </a:cubicBezTo>
                    <a:cubicBezTo>
                      <a:pt x="5064" y="1763"/>
                      <a:pt x="5214" y="1438"/>
                      <a:pt x="5289" y="1062"/>
                    </a:cubicBezTo>
                    <a:cubicBezTo>
                      <a:pt x="5339" y="836"/>
                      <a:pt x="5364" y="585"/>
                      <a:pt x="5239" y="360"/>
                    </a:cubicBezTo>
                    <a:cubicBezTo>
                      <a:pt x="5114" y="159"/>
                      <a:pt x="4888" y="34"/>
                      <a:pt x="4663" y="9"/>
                    </a:cubicBezTo>
                    <a:cubicBezTo>
                      <a:pt x="4620" y="3"/>
                      <a:pt x="4577" y="1"/>
                      <a:pt x="453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3" name="Google Shape;3653;p48"/>
              <p:cNvSpPr/>
              <p:nvPr/>
            </p:nvSpPr>
            <p:spPr>
              <a:xfrm>
                <a:off x="5022565" y="3335349"/>
                <a:ext cx="487721" cy="502125"/>
              </a:xfrm>
              <a:custGeom>
                <a:rect b="b" l="l" r="r" t="t"/>
                <a:pathLst>
                  <a:path extrusionOk="0" h="11922" w="11580">
                    <a:moveTo>
                      <a:pt x="9144" y="0"/>
                    </a:moveTo>
                    <a:cubicBezTo>
                      <a:pt x="8761" y="0"/>
                      <a:pt x="8377" y="48"/>
                      <a:pt x="8020" y="117"/>
                    </a:cubicBezTo>
                    <a:cubicBezTo>
                      <a:pt x="6291" y="443"/>
                      <a:pt x="4737" y="1371"/>
                      <a:pt x="3083" y="1972"/>
                    </a:cubicBezTo>
                    <a:cubicBezTo>
                      <a:pt x="2298" y="2234"/>
                      <a:pt x="1468" y="2450"/>
                      <a:pt x="636" y="2450"/>
                    </a:cubicBezTo>
                    <a:cubicBezTo>
                      <a:pt x="591" y="2450"/>
                      <a:pt x="546" y="2449"/>
                      <a:pt x="501" y="2448"/>
                    </a:cubicBezTo>
                    <a:cubicBezTo>
                      <a:pt x="326" y="2448"/>
                      <a:pt x="175" y="2423"/>
                      <a:pt x="0" y="2423"/>
                    </a:cubicBezTo>
                    <a:cubicBezTo>
                      <a:pt x="50" y="2473"/>
                      <a:pt x="75" y="2548"/>
                      <a:pt x="125" y="2599"/>
                    </a:cubicBezTo>
                    <a:cubicBezTo>
                      <a:pt x="284" y="2613"/>
                      <a:pt x="443" y="2620"/>
                      <a:pt x="602" y="2620"/>
                    </a:cubicBezTo>
                    <a:cubicBezTo>
                      <a:pt x="1252" y="2620"/>
                      <a:pt x="1908" y="2504"/>
                      <a:pt x="2531" y="2323"/>
                    </a:cubicBezTo>
                    <a:cubicBezTo>
                      <a:pt x="4311" y="1797"/>
                      <a:pt x="5890" y="819"/>
                      <a:pt x="7694" y="368"/>
                    </a:cubicBezTo>
                    <a:cubicBezTo>
                      <a:pt x="8144" y="259"/>
                      <a:pt x="8646" y="172"/>
                      <a:pt x="9148" y="172"/>
                    </a:cubicBezTo>
                    <a:cubicBezTo>
                      <a:pt x="9568" y="172"/>
                      <a:pt x="9987" y="233"/>
                      <a:pt x="10376" y="393"/>
                    </a:cubicBezTo>
                    <a:cubicBezTo>
                      <a:pt x="10827" y="568"/>
                      <a:pt x="11153" y="944"/>
                      <a:pt x="11278" y="1421"/>
                    </a:cubicBezTo>
                    <a:cubicBezTo>
                      <a:pt x="11404" y="1897"/>
                      <a:pt x="11404" y="2398"/>
                      <a:pt x="11379" y="2874"/>
                    </a:cubicBezTo>
                    <a:cubicBezTo>
                      <a:pt x="11203" y="4804"/>
                      <a:pt x="10176" y="6508"/>
                      <a:pt x="9975" y="8413"/>
                    </a:cubicBezTo>
                    <a:cubicBezTo>
                      <a:pt x="9875" y="9391"/>
                      <a:pt x="10025" y="10418"/>
                      <a:pt x="10627" y="11220"/>
                    </a:cubicBezTo>
                    <a:cubicBezTo>
                      <a:pt x="10802" y="11471"/>
                      <a:pt x="11053" y="11721"/>
                      <a:pt x="11303" y="11922"/>
                    </a:cubicBezTo>
                    <a:cubicBezTo>
                      <a:pt x="11379" y="11897"/>
                      <a:pt x="11454" y="11897"/>
                      <a:pt x="11529" y="11872"/>
                    </a:cubicBezTo>
                    <a:cubicBezTo>
                      <a:pt x="11078" y="11521"/>
                      <a:pt x="10677" y="11095"/>
                      <a:pt x="10426" y="10594"/>
                    </a:cubicBezTo>
                    <a:cubicBezTo>
                      <a:pt x="10025" y="9666"/>
                      <a:pt x="10075" y="8614"/>
                      <a:pt x="10276" y="7661"/>
                    </a:cubicBezTo>
                    <a:cubicBezTo>
                      <a:pt x="10652" y="5882"/>
                      <a:pt x="11579" y="4203"/>
                      <a:pt x="11554" y="2348"/>
                    </a:cubicBezTo>
                    <a:cubicBezTo>
                      <a:pt x="11554" y="1922"/>
                      <a:pt x="11504" y="1446"/>
                      <a:pt x="11303" y="1020"/>
                    </a:cubicBezTo>
                    <a:cubicBezTo>
                      <a:pt x="11128" y="644"/>
                      <a:pt x="10827" y="393"/>
                      <a:pt x="10451" y="243"/>
                    </a:cubicBezTo>
                    <a:cubicBezTo>
                      <a:pt x="10045" y="67"/>
                      <a:pt x="9595" y="0"/>
                      <a:pt x="91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4" name="Google Shape;3654;p48"/>
              <p:cNvSpPr/>
              <p:nvPr/>
            </p:nvSpPr>
            <p:spPr>
              <a:xfrm>
                <a:off x="6822336" y="1026414"/>
                <a:ext cx="354714" cy="385122"/>
              </a:xfrm>
              <a:custGeom>
                <a:rect b="b" l="l" r="r" t="t"/>
                <a:pathLst>
                  <a:path extrusionOk="0" h="9144" w="8422">
                    <a:moveTo>
                      <a:pt x="2582" y="1"/>
                    </a:moveTo>
                    <a:cubicBezTo>
                      <a:pt x="2331" y="176"/>
                      <a:pt x="2080" y="377"/>
                      <a:pt x="1855" y="577"/>
                    </a:cubicBezTo>
                    <a:cubicBezTo>
                      <a:pt x="1128" y="1229"/>
                      <a:pt x="577" y="2081"/>
                      <a:pt x="301" y="3033"/>
                    </a:cubicBezTo>
                    <a:cubicBezTo>
                      <a:pt x="50" y="3810"/>
                      <a:pt x="0" y="4662"/>
                      <a:pt x="176" y="5464"/>
                    </a:cubicBezTo>
                    <a:cubicBezTo>
                      <a:pt x="326" y="6216"/>
                      <a:pt x="677" y="6843"/>
                      <a:pt x="1203" y="7369"/>
                    </a:cubicBezTo>
                    <a:cubicBezTo>
                      <a:pt x="2124" y="8290"/>
                      <a:pt x="3545" y="9143"/>
                      <a:pt x="4911" y="9143"/>
                    </a:cubicBezTo>
                    <a:cubicBezTo>
                      <a:pt x="5403" y="9143"/>
                      <a:pt x="5889" y="9032"/>
                      <a:pt x="6341" y="8773"/>
                    </a:cubicBezTo>
                    <a:cubicBezTo>
                      <a:pt x="7444" y="8146"/>
                      <a:pt x="7995" y="6843"/>
                      <a:pt x="8246" y="5665"/>
                    </a:cubicBezTo>
                    <a:cubicBezTo>
                      <a:pt x="8421" y="4738"/>
                      <a:pt x="8371" y="3710"/>
                      <a:pt x="7669" y="3008"/>
                    </a:cubicBezTo>
                    <a:cubicBezTo>
                      <a:pt x="7222" y="2581"/>
                      <a:pt x="6626" y="2386"/>
                      <a:pt x="6018" y="2386"/>
                    </a:cubicBezTo>
                    <a:cubicBezTo>
                      <a:pt x="5093" y="2386"/>
                      <a:pt x="4143" y="2838"/>
                      <a:pt x="3659" y="3610"/>
                    </a:cubicBezTo>
                    <a:cubicBezTo>
                      <a:pt x="3233" y="4286"/>
                      <a:pt x="2932" y="5640"/>
                      <a:pt x="3860" y="6041"/>
                    </a:cubicBezTo>
                    <a:cubicBezTo>
                      <a:pt x="4041" y="6120"/>
                      <a:pt x="4247" y="6156"/>
                      <a:pt x="4459" y="6156"/>
                    </a:cubicBezTo>
                    <a:cubicBezTo>
                      <a:pt x="4922" y="6156"/>
                      <a:pt x="5413" y="5982"/>
                      <a:pt x="5739" y="5690"/>
                    </a:cubicBezTo>
                    <a:lnTo>
                      <a:pt x="5739" y="5690"/>
                    </a:lnTo>
                    <a:cubicBezTo>
                      <a:pt x="5646" y="5700"/>
                      <a:pt x="5548" y="5706"/>
                      <a:pt x="5450" y="5706"/>
                    </a:cubicBezTo>
                    <a:cubicBezTo>
                      <a:pt x="5311" y="5706"/>
                      <a:pt x="5170" y="5694"/>
                      <a:pt x="5038" y="5665"/>
                    </a:cubicBezTo>
                    <a:cubicBezTo>
                      <a:pt x="4436" y="5489"/>
                      <a:pt x="4386" y="4888"/>
                      <a:pt x="4536" y="4337"/>
                    </a:cubicBezTo>
                    <a:cubicBezTo>
                      <a:pt x="4689" y="3837"/>
                      <a:pt x="5180" y="3620"/>
                      <a:pt x="5667" y="3620"/>
                    </a:cubicBezTo>
                    <a:cubicBezTo>
                      <a:pt x="5742" y="3620"/>
                      <a:pt x="5816" y="3625"/>
                      <a:pt x="5890" y="3635"/>
                    </a:cubicBezTo>
                    <a:cubicBezTo>
                      <a:pt x="6567" y="3710"/>
                      <a:pt x="7118" y="4136"/>
                      <a:pt x="7293" y="4813"/>
                    </a:cubicBezTo>
                    <a:cubicBezTo>
                      <a:pt x="7469" y="5615"/>
                      <a:pt x="7118" y="6467"/>
                      <a:pt x="6541" y="7018"/>
                    </a:cubicBezTo>
                    <a:cubicBezTo>
                      <a:pt x="5994" y="7553"/>
                      <a:pt x="5256" y="7803"/>
                      <a:pt x="4508" y="7803"/>
                    </a:cubicBezTo>
                    <a:cubicBezTo>
                      <a:pt x="3819" y="7803"/>
                      <a:pt x="3122" y="7590"/>
                      <a:pt x="2556" y="7194"/>
                    </a:cubicBezTo>
                    <a:cubicBezTo>
                      <a:pt x="1078" y="6141"/>
                      <a:pt x="1078" y="3986"/>
                      <a:pt x="2005" y="2557"/>
                    </a:cubicBezTo>
                    <a:cubicBezTo>
                      <a:pt x="2582" y="1705"/>
                      <a:pt x="3434" y="1028"/>
                      <a:pt x="4411" y="627"/>
                    </a:cubicBezTo>
                    <a:cubicBezTo>
                      <a:pt x="3810" y="402"/>
                      <a:pt x="3208" y="201"/>
                      <a:pt x="2582"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5" name="Google Shape;3655;p48"/>
              <p:cNvSpPr/>
              <p:nvPr/>
            </p:nvSpPr>
            <p:spPr>
              <a:xfrm>
                <a:off x="6623877" y="976799"/>
                <a:ext cx="691443" cy="550265"/>
              </a:xfrm>
              <a:custGeom>
                <a:rect b="b" l="l" r="r" t="t"/>
                <a:pathLst>
                  <a:path extrusionOk="0" h="13065" w="16417">
                    <a:moveTo>
                      <a:pt x="3233" y="1"/>
                    </a:moveTo>
                    <a:cubicBezTo>
                      <a:pt x="3133" y="226"/>
                      <a:pt x="3033" y="427"/>
                      <a:pt x="2933" y="602"/>
                    </a:cubicBezTo>
                    <a:cubicBezTo>
                      <a:pt x="2682" y="1129"/>
                      <a:pt x="2356" y="1630"/>
                      <a:pt x="2030" y="2106"/>
                    </a:cubicBezTo>
                    <a:cubicBezTo>
                      <a:pt x="1730" y="2507"/>
                      <a:pt x="1429" y="2883"/>
                      <a:pt x="1153" y="3309"/>
                    </a:cubicBezTo>
                    <a:cubicBezTo>
                      <a:pt x="677" y="4111"/>
                      <a:pt x="326" y="5013"/>
                      <a:pt x="176" y="5941"/>
                    </a:cubicBezTo>
                    <a:cubicBezTo>
                      <a:pt x="0" y="6943"/>
                      <a:pt x="50" y="7971"/>
                      <a:pt x="426" y="8898"/>
                    </a:cubicBezTo>
                    <a:cubicBezTo>
                      <a:pt x="877" y="10026"/>
                      <a:pt x="1780" y="10903"/>
                      <a:pt x="2832" y="11454"/>
                    </a:cubicBezTo>
                    <a:cubicBezTo>
                      <a:pt x="3534" y="11830"/>
                      <a:pt x="4311" y="12081"/>
                      <a:pt x="5063" y="12332"/>
                    </a:cubicBezTo>
                    <a:cubicBezTo>
                      <a:pt x="5740" y="12557"/>
                      <a:pt x="6441" y="12758"/>
                      <a:pt x="7143" y="12883"/>
                    </a:cubicBezTo>
                    <a:cubicBezTo>
                      <a:pt x="7732" y="12996"/>
                      <a:pt x="8334" y="13065"/>
                      <a:pt x="8932" y="13065"/>
                    </a:cubicBezTo>
                    <a:cubicBezTo>
                      <a:pt x="9530" y="13065"/>
                      <a:pt x="10126" y="12996"/>
                      <a:pt x="10702" y="12833"/>
                    </a:cubicBezTo>
                    <a:cubicBezTo>
                      <a:pt x="11830" y="12507"/>
                      <a:pt x="12807" y="11830"/>
                      <a:pt x="13634" y="11003"/>
                    </a:cubicBezTo>
                    <a:cubicBezTo>
                      <a:pt x="14512" y="10101"/>
                      <a:pt x="15264" y="9074"/>
                      <a:pt x="15765" y="7921"/>
                    </a:cubicBezTo>
                    <a:cubicBezTo>
                      <a:pt x="16066" y="7244"/>
                      <a:pt x="16291" y="6517"/>
                      <a:pt x="16416" y="5740"/>
                    </a:cubicBezTo>
                    <a:cubicBezTo>
                      <a:pt x="16015" y="5464"/>
                      <a:pt x="15589" y="5189"/>
                      <a:pt x="15188" y="4913"/>
                    </a:cubicBezTo>
                    <a:lnTo>
                      <a:pt x="15188" y="4913"/>
                    </a:lnTo>
                    <a:cubicBezTo>
                      <a:pt x="15213" y="6467"/>
                      <a:pt x="14361" y="7946"/>
                      <a:pt x="13284" y="9023"/>
                    </a:cubicBezTo>
                    <a:cubicBezTo>
                      <a:pt x="11980" y="10377"/>
                      <a:pt x="10251" y="11304"/>
                      <a:pt x="8396" y="11530"/>
                    </a:cubicBezTo>
                    <a:cubicBezTo>
                      <a:pt x="8145" y="11558"/>
                      <a:pt x="7892" y="11571"/>
                      <a:pt x="7638" y="11571"/>
                    </a:cubicBezTo>
                    <a:cubicBezTo>
                      <a:pt x="6071" y="11571"/>
                      <a:pt x="4492" y="11043"/>
                      <a:pt x="3284" y="10051"/>
                    </a:cubicBezTo>
                    <a:cubicBezTo>
                      <a:pt x="2582" y="9449"/>
                      <a:pt x="1955" y="8672"/>
                      <a:pt x="1705" y="7770"/>
                    </a:cubicBezTo>
                    <a:cubicBezTo>
                      <a:pt x="1454" y="6843"/>
                      <a:pt x="1679" y="5840"/>
                      <a:pt x="2080" y="4988"/>
                    </a:cubicBezTo>
                    <a:cubicBezTo>
                      <a:pt x="2807" y="3384"/>
                      <a:pt x="4086" y="2106"/>
                      <a:pt x="4787" y="502"/>
                    </a:cubicBezTo>
                    <a:cubicBezTo>
                      <a:pt x="4787" y="477"/>
                      <a:pt x="4812" y="452"/>
                      <a:pt x="4812" y="427"/>
                    </a:cubicBezTo>
                    <a:cubicBezTo>
                      <a:pt x="4662" y="377"/>
                      <a:pt x="4512" y="352"/>
                      <a:pt x="4361" y="302"/>
                    </a:cubicBezTo>
                    <a:cubicBezTo>
                      <a:pt x="3985" y="201"/>
                      <a:pt x="3609" y="76"/>
                      <a:pt x="3233"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6" name="Google Shape;3656;p48"/>
              <p:cNvSpPr/>
              <p:nvPr/>
            </p:nvSpPr>
            <p:spPr>
              <a:xfrm>
                <a:off x="6615412" y="974693"/>
                <a:ext cx="706226" cy="559531"/>
              </a:xfrm>
              <a:custGeom>
                <a:rect b="b" l="l" r="r" t="t"/>
                <a:pathLst>
                  <a:path extrusionOk="0" h="13285" w="16768">
                    <a:moveTo>
                      <a:pt x="3259" y="1"/>
                    </a:moveTo>
                    <a:cubicBezTo>
                      <a:pt x="2858" y="1053"/>
                      <a:pt x="2131" y="1956"/>
                      <a:pt x="1479" y="2858"/>
                    </a:cubicBezTo>
                    <a:cubicBezTo>
                      <a:pt x="953" y="3610"/>
                      <a:pt x="552" y="4487"/>
                      <a:pt x="327" y="5389"/>
                    </a:cubicBezTo>
                    <a:cubicBezTo>
                      <a:pt x="76" y="6367"/>
                      <a:pt x="1" y="7394"/>
                      <a:pt x="251" y="8397"/>
                    </a:cubicBezTo>
                    <a:cubicBezTo>
                      <a:pt x="527" y="9474"/>
                      <a:pt x="1179" y="10402"/>
                      <a:pt x="2056" y="11078"/>
                    </a:cubicBezTo>
                    <a:cubicBezTo>
                      <a:pt x="2632" y="11530"/>
                      <a:pt x="3284" y="11855"/>
                      <a:pt x="3961" y="12106"/>
                    </a:cubicBezTo>
                    <a:cubicBezTo>
                      <a:pt x="4713" y="12407"/>
                      <a:pt x="5490" y="12657"/>
                      <a:pt x="6266" y="12858"/>
                    </a:cubicBezTo>
                    <a:cubicBezTo>
                      <a:pt x="7210" y="13108"/>
                      <a:pt x="8198" y="13285"/>
                      <a:pt x="9185" y="13285"/>
                    </a:cubicBezTo>
                    <a:cubicBezTo>
                      <a:pt x="9483" y="13285"/>
                      <a:pt x="9780" y="13269"/>
                      <a:pt x="10076" y="13234"/>
                    </a:cubicBezTo>
                    <a:cubicBezTo>
                      <a:pt x="11204" y="13083"/>
                      <a:pt x="12256" y="12607"/>
                      <a:pt x="13159" y="11880"/>
                    </a:cubicBezTo>
                    <a:cubicBezTo>
                      <a:pt x="14161" y="11078"/>
                      <a:pt x="15038" y="10026"/>
                      <a:pt x="15690" y="8923"/>
                    </a:cubicBezTo>
                    <a:cubicBezTo>
                      <a:pt x="16216" y="8021"/>
                      <a:pt x="16592" y="6968"/>
                      <a:pt x="16768" y="5915"/>
                    </a:cubicBezTo>
                    <a:cubicBezTo>
                      <a:pt x="16718" y="5865"/>
                      <a:pt x="16668" y="5840"/>
                      <a:pt x="16617" y="5790"/>
                    </a:cubicBezTo>
                    <a:cubicBezTo>
                      <a:pt x="16492" y="6567"/>
                      <a:pt x="16267" y="7294"/>
                      <a:pt x="15966" y="7971"/>
                    </a:cubicBezTo>
                    <a:cubicBezTo>
                      <a:pt x="15465" y="9124"/>
                      <a:pt x="14713" y="10151"/>
                      <a:pt x="13835" y="11053"/>
                    </a:cubicBezTo>
                    <a:cubicBezTo>
                      <a:pt x="13008" y="11880"/>
                      <a:pt x="12031" y="12557"/>
                      <a:pt x="10903" y="12883"/>
                    </a:cubicBezTo>
                    <a:cubicBezTo>
                      <a:pt x="10327" y="13046"/>
                      <a:pt x="9731" y="13115"/>
                      <a:pt x="9133" y="13115"/>
                    </a:cubicBezTo>
                    <a:cubicBezTo>
                      <a:pt x="8535" y="13115"/>
                      <a:pt x="7933" y="13046"/>
                      <a:pt x="7344" y="12933"/>
                    </a:cubicBezTo>
                    <a:cubicBezTo>
                      <a:pt x="6642" y="12808"/>
                      <a:pt x="5941" y="12607"/>
                      <a:pt x="5264" y="12382"/>
                    </a:cubicBezTo>
                    <a:cubicBezTo>
                      <a:pt x="4512" y="12131"/>
                      <a:pt x="3735" y="11880"/>
                      <a:pt x="3033" y="11504"/>
                    </a:cubicBezTo>
                    <a:cubicBezTo>
                      <a:pt x="1981" y="10953"/>
                      <a:pt x="1078" y="10076"/>
                      <a:pt x="627" y="8948"/>
                    </a:cubicBezTo>
                    <a:cubicBezTo>
                      <a:pt x="251" y="8021"/>
                      <a:pt x="201" y="6993"/>
                      <a:pt x="377" y="5991"/>
                    </a:cubicBezTo>
                    <a:cubicBezTo>
                      <a:pt x="527" y="5063"/>
                      <a:pt x="878" y="4161"/>
                      <a:pt x="1354" y="3359"/>
                    </a:cubicBezTo>
                    <a:cubicBezTo>
                      <a:pt x="1630" y="2933"/>
                      <a:pt x="1931" y="2557"/>
                      <a:pt x="2231" y="2156"/>
                    </a:cubicBezTo>
                    <a:cubicBezTo>
                      <a:pt x="2557" y="1680"/>
                      <a:pt x="2883" y="1179"/>
                      <a:pt x="3134" y="652"/>
                    </a:cubicBezTo>
                    <a:cubicBezTo>
                      <a:pt x="3234" y="477"/>
                      <a:pt x="3334" y="276"/>
                      <a:pt x="3434" y="51"/>
                    </a:cubicBezTo>
                    <a:cubicBezTo>
                      <a:pt x="3359" y="26"/>
                      <a:pt x="3309" y="1"/>
                      <a:pt x="32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7" name="Google Shape;3657;p48"/>
              <p:cNvSpPr/>
              <p:nvPr/>
            </p:nvSpPr>
            <p:spPr>
              <a:xfrm>
                <a:off x="6805446" y="1023255"/>
                <a:ext cx="376867" cy="394894"/>
              </a:xfrm>
              <a:custGeom>
                <a:rect b="b" l="l" r="r" t="t"/>
                <a:pathLst>
                  <a:path extrusionOk="0" h="9376" w="8948">
                    <a:moveTo>
                      <a:pt x="2782" y="1"/>
                    </a:moveTo>
                    <a:cubicBezTo>
                      <a:pt x="2055" y="527"/>
                      <a:pt x="1429" y="1178"/>
                      <a:pt x="978" y="1955"/>
                    </a:cubicBezTo>
                    <a:cubicBezTo>
                      <a:pt x="201" y="3384"/>
                      <a:pt x="0" y="5314"/>
                      <a:pt x="827" y="6742"/>
                    </a:cubicBezTo>
                    <a:cubicBezTo>
                      <a:pt x="1253" y="7494"/>
                      <a:pt x="1980" y="8071"/>
                      <a:pt x="2707" y="8522"/>
                    </a:cubicBezTo>
                    <a:cubicBezTo>
                      <a:pt x="3482" y="9030"/>
                      <a:pt x="4397" y="9375"/>
                      <a:pt x="5340" y="9375"/>
                    </a:cubicBezTo>
                    <a:cubicBezTo>
                      <a:pt x="5373" y="9375"/>
                      <a:pt x="5406" y="9375"/>
                      <a:pt x="5439" y="9374"/>
                    </a:cubicBezTo>
                    <a:cubicBezTo>
                      <a:pt x="6491" y="9349"/>
                      <a:pt x="7369" y="8798"/>
                      <a:pt x="7945" y="7945"/>
                    </a:cubicBezTo>
                    <a:cubicBezTo>
                      <a:pt x="8321" y="7369"/>
                      <a:pt x="8597" y="6692"/>
                      <a:pt x="8747" y="6041"/>
                    </a:cubicBezTo>
                    <a:cubicBezTo>
                      <a:pt x="8897" y="5489"/>
                      <a:pt x="8948" y="4913"/>
                      <a:pt x="8872" y="4361"/>
                    </a:cubicBezTo>
                    <a:cubicBezTo>
                      <a:pt x="8747" y="3534"/>
                      <a:pt x="8246" y="2833"/>
                      <a:pt x="7469" y="2507"/>
                    </a:cubicBezTo>
                    <a:cubicBezTo>
                      <a:pt x="7133" y="2363"/>
                      <a:pt x="6767" y="2293"/>
                      <a:pt x="6398" y="2293"/>
                    </a:cubicBezTo>
                    <a:cubicBezTo>
                      <a:pt x="5997" y="2293"/>
                      <a:pt x="5592" y="2375"/>
                      <a:pt x="5213" y="2532"/>
                    </a:cubicBezTo>
                    <a:cubicBezTo>
                      <a:pt x="4461" y="2833"/>
                      <a:pt x="3885" y="3459"/>
                      <a:pt x="3634" y="4236"/>
                    </a:cubicBezTo>
                    <a:cubicBezTo>
                      <a:pt x="3484" y="4737"/>
                      <a:pt x="3384" y="5289"/>
                      <a:pt x="3634" y="5765"/>
                    </a:cubicBezTo>
                    <a:cubicBezTo>
                      <a:pt x="3810" y="6091"/>
                      <a:pt x="4135" y="6291"/>
                      <a:pt x="4486" y="6366"/>
                    </a:cubicBezTo>
                    <a:cubicBezTo>
                      <a:pt x="4601" y="6388"/>
                      <a:pt x="4722" y="6398"/>
                      <a:pt x="4845" y="6398"/>
                    </a:cubicBezTo>
                    <a:cubicBezTo>
                      <a:pt x="5447" y="6398"/>
                      <a:pt x="6112" y="6148"/>
                      <a:pt x="6466" y="5690"/>
                    </a:cubicBezTo>
                    <a:cubicBezTo>
                      <a:pt x="6516" y="5615"/>
                      <a:pt x="6441" y="5539"/>
                      <a:pt x="6366" y="5539"/>
                    </a:cubicBezTo>
                    <a:cubicBezTo>
                      <a:pt x="6204" y="5588"/>
                      <a:pt x="6032" y="5616"/>
                      <a:pt x="5863" y="5616"/>
                    </a:cubicBezTo>
                    <a:cubicBezTo>
                      <a:pt x="5770" y="5616"/>
                      <a:pt x="5678" y="5607"/>
                      <a:pt x="5589" y="5590"/>
                    </a:cubicBezTo>
                    <a:cubicBezTo>
                      <a:pt x="5414" y="5564"/>
                      <a:pt x="5238" y="5489"/>
                      <a:pt x="5113" y="5314"/>
                    </a:cubicBezTo>
                    <a:cubicBezTo>
                      <a:pt x="4963" y="5063"/>
                      <a:pt x="5038" y="4737"/>
                      <a:pt x="5113" y="4462"/>
                    </a:cubicBezTo>
                    <a:cubicBezTo>
                      <a:pt x="5245" y="4032"/>
                      <a:pt x="5661" y="3864"/>
                      <a:pt x="6087" y="3864"/>
                    </a:cubicBezTo>
                    <a:cubicBezTo>
                      <a:pt x="6306" y="3864"/>
                      <a:pt x="6529" y="3909"/>
                      <a:pt x="6717" y="3986"/>
                    </a:cubicBezTo>
                    <a:cubicBezTo>
                      <a:pt x="7494" y="4286"/>
                      <a:pt x="7694" y="5163"/>
                      <a:pt x="7469" y="5915"/>
                    </a:cubicBezTo>
                    <a:cubicBezTo>
                      <a:pt x="7114" y="7109"/>
                      <a:pt x="5997" y="7706"/>
                      <a:pt x="4859" y="7706"/>
                    </a:cubicBezTo>
                    <a:cubicBezTo>
                      <a:pt x="4468" y="7706"/>
                      <a:pt x="4075" y="7635"/>
                      <a:pt x="3709" y="7494"/>
                    </a:cubicBezTo>
                    <a:cubicBezTo>
                      <a:pt x="2983" y="7194"/>
                      <a:pt x="2406" y="6667"/>
                      <a:pt x="2130" y="5940"/>
                    </a:cubicBezTo>
                    <a:cubicBezTo>
                      <a:pt x="1780" y="5013"/>
                      <a:pt x="1905" y="3935"/>
                      <a:pt x="2356" y="3058"/>
                    </a:cubicBezTo>
                    <a:cubicBezTo>
                      <a:pt x="2907" y="2006"/>
                      <a:pt x="3910" y="1229"/>
                      <a:pt x="5038" y="803"/>
                    </a:cubicBezTo>
                    <a:cubicBezTo>
                      <a:pt x="4963" y="777"/>
                      <a:pt x="4887" y="752"/>
                      <a:pt x="4812" y="702"/>
                    </a:cubicBezTo>
                    <a:cubicBezTo>
                      <a:pt x="3835" y="1103"/>
                      <a:pt x="2983" y="1780"/>
                      <a:pt x="2406" y="2632"/>
                    </a:cubicBezTo>
                    <a:cubicBezTo>
                      <a:pt x="1479" y="4061"/>
                      <a:pt x="1479" y="6216"/>
                      <a:pt x="2957" y="7269"/>
                    </a:cubicBezTo>
                    <a:cubicBezTo>
                      <a:pt x="3523" y="7665"/>
                      <a:pt x="4220" y="7878"/>
                      <a:pt x="4909" y="7878"/>
                    </a:cubicBezTo>
                    <a:cubicBezTo>
                      <a:pt x="5657" y="7878"/>
                      <a:pt x="6395" y="7628"/>
                      <a:pt x="6942" y="7093"/>
                    </a:cubicBezTo>
                    <a:cubicBezTo>
                      <a:pt x="7519" y="6542"/>
                      <a:pt x="7870" y="5690"/>
                      <a:pt x="7694" y="4888"/>
                    </a:cubicBezTo>
                    <a:cubicBezTo>
                      <a:pt x="7519" y="4211"/>
                      <a:pt x="6968" y="3785"/>
                      <a:pt x="6291" y="3710"/>
                    </a:cubicBezTo>
                    <a:cubicBezTo>
                      <a:pt x="6217" y="3700"/>
                      <a:pt x="6143" y="3695"/>
                      <a:pt x="6068" y="3695"/>
                    </a:cubicBezTo>
                    <a:cubicBezTo>
                      <a:pt x="5581" y="3695"/>
                      <a:pt x="5090" y="3912"/>
                      <a:pt x="4937" y="4412"/>
                    </a:cubicBezTo>
                    <a:cubicBezTo>
                      <a:pt x="4787" y="4963"/>
                      <a:pt x="4837" y="5564"/>
                      <a:pt x="5439" y="5740"/>
                    </a:cubicBezTo>
                    <a:cubicBezTo>
                      <a:pt x="5571" y="5769"/>
                      <a:pt x="5712" y="5781"/>
                      <a:pt x="5851" y="5781"/>
                    </a:cubicBezTo>
                    <a:cubicBezTo>
                      <a:pt x="5949" y="5781"/>
                      <a:pt x="6047" y="5775"/>
                      <a:pt x="6140" y="5765"/>
                    </a:cubicBezTo>
                    <a:lnTo>
                      <a:pt x="6140" y="5765"/>
                    </a:lnTo>
                    <a:cubicBezTo>
                      <a:pt x="5814" y="6057"/>
                      <a:pt x="5323" y="6231"/>
                      <a:pt x="4860" y="6231"/>
                    </a:cubicBezTo>
                    <a:cubicBezTo>
                      <a:pt x="4648" y="6231"/>
                      <a:pt x="4442" y="6195"/>
                      <a:pt x="4261" y="6116"/>
                    </a:cubicBezTo>
                    <a:cubicBezTo>
                      <a:pt x="3333" y="5715"/>
                      <a:pt x="3634" y="4361"/>
                      <a:pt x="4060" y="3685"/>
                    </a:cubicBezTo>
                    <a:cubicBezTo>
                      <a:pt x="4544" y="2913"/>
                      <a:pt x="5494" y="2461"/>
                      <a:pt x="6419" y="2461"/>
                    </a:cubicBezTo>
                    <a:cubicBezTo>
                      <a:pt x="7027" y="2461"/>
                      <a:pt x="7623" y="2656"/>
                      <a:pt x="8070" y="3083"/>
                    </a:cubicBezTo>
                    <a:cubicBezTo>
                      <a:pt x="8772" y="3785"/>
                      <a:pt x="8822" y="4813"/>
                      <a:pt x="8647" y="5740"/>
                    </a:cubicBezTo>
                    <a:cubicBezTo>
                      <a:pt x="8396" y="6918"/>
                      <a:pt x="7845" y="8221"/>
                      <a:pt x="6742" y="8848"/>
                    </a:cubicBezTo>
                    <a:cubicBezTo>
                      <a:pt x="6290" y="9107"/>
                      <a:pt x="5804" y="9218"/>
                      <a:pt x="5312" y="9218"/>
                    </a:cubicBezTo>
                    <a:cubicBezTo>
                      <a:pt x="3946" y="9218"/>
                      <a:pt x="2525" y="8365"/>
                      <a:pt x="1604" y="7444"/>
                    </a:cubicBezTo>
                    <a:cubicBezTo>
                      <a:pt x="1078" y="6918"/>
                      <a:pt x="727" y="6291"/>
                      <a:pt x="577" y="5539"/>
                    </a:cubicBezTo>
                    <a:cubicBezTo>
                      <a:pt x="401" y="4737"/>
                      <a:pt x="451" y="3885"/>
                      <a:pt x="702" y="3108"/>
                    </a:cubicBezTo>
                    <a:cubicBezTo>
                      <a:pt x="978" y="2156"/>
                      <a:pt x="1529" y="1304"/>
                      <a:pt x="2256" y="652"/>
                    </a:cubicBezTo>
                    <a:cubicBezTo>
                      <a:pt x="2481" y="452"/>
                      <a:pt x="2732" y="251"/>
                      <a:pt x="2983" y="76"/>
                    </a:cubicBezTo>
                    <a:cubicBezTo>
                      <a:pt x="2932" y="51"/>
                      <a:pt x="2857" y="26"/>
                      <a:pt x="278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8" name="Google Shape;3658;p48"/>
              <p:cNvSpPr/>
              <p:nvPr/>
            </p:nvSpPr>
            <p:spPr>
              <a:xfrm>
                <a:off x="6685074" y="994741"/>
                <a:ext cx="579579" cy="469442"/>
              </a:xfrm>
              <a:custGeom>
                <a:rect b="b" l="l" r="r" t="t"/>
                <a:pathLst>
                  <a:path extrusionOk="0" h="11146" w="13761">
                    <a:moveTo>
                      <a:pt x="3359" y="1"/>
                    </a:moveTo>
                    <a:cubicBezTo>
                      <a:pt x="3359" y="26"/>
                      <a:pt x="3334" y="51"/>
                      <a:pt x="3334" y="76"/>
                    </a:cubicBezTo>
                    <a:cubicBezTo>
                      <a:pt x="2633" y="1680"/>
                      <a:pt x="1354" y="2958"/>
                      <a:pt x="627" y="4562"/>
                    </a:cubicBezTo>
                    <a:cubicBezTo>
                      <a:pt x="226" y="5414"/>
                      <a:pt x="1" y="6417"/>
                      <a:pt x="252" y="7344"/>
                    </a:cubicBezTo>
                    <a:cubicBezTo>
                      <a:pt x="502" y="8246"/>
                      <a:pt x="1129" y="9023"/>
                      <a:pt x="1831" y="9625"/>
                    </a:cubicBezTo>
                    <a:cubicBezTo>
                      <a:pt x="3039" y="10617"/>
                      <a:pt x="4618" y="11145"/>
                      <a:pt x="6185" y="11145"/>
                    </a:cubicBezTo>
                    <a:cubicBezTo>
                      <a:pt x="6439" y="11145"/>
                      <a:pt x="6692" y="11132"/>
                      <a:pt x="6943" y="11104"/>
                    </a:cubicBezTo>
                    <a:cubicBezTo>
                      <a:pt x="8798" y="10878"/>
                      <a:pt x="10527" y="9951"/>
                      <a:pt x="11831" y="8597"/>
                    </a:cubicBezTo>
                    <a:cubicBezTo>
                      <a:pt x="12908" y="7520"/>
                      <a:pt x="13760" y="6041"/>
                      <a:pt x="13735" y="4487"/>
                    </a:cubicBezTo>
                    <a:cubicBezTo>
                      <a:pt x="13685" y="4462"/>
                      <a:pt x="13610" y="4412"/>
                      <a:pt x="13560" y="4387"/>
                    </a:cubicBezTo>
                    <a:lnTo>
                      <a:pt x="13560" y="4387"/>
                    </a:lnTo>
                    <a:cubicBezTo>
                      <a:pt x="13635" y="6066"/>
                      <a:pt x="12633" y="7645"/>
                      <a:pt x="11404" y="8773"/>
                    </a:cubicBezTo>
                    <a:cubicBezTo>
                      <a:pt x="10051" y="10051"/>
                      <a:pt x="8247" y="10903"/>
                      <a:pt x="6367" y="10978"/>
                    </a:cubicBezTo>
                    <a:cubicBezTo>
                      <a:pt x="6305" y="10980"/>
                      <a:pt x="6242" y="10981"/>
                      <a:pt x="6180" y="10981"/>
                    </a:cubicBezTo>
                    <a:cubicBezTo>
                      <a:pt x="4435" y="10981"/>
                      <a:pt x="2664" y="10306"/>
                      <a:pt x="1455" y="9023"/>
                    </a:cubicBezTo>
                    <a:cubicBezTo>
                      <a:pt x="753" y="8297"/>
                      <a:pt x="277" y="7369"/>
                      <a:pt x="327" y="6317"/>
                    </a:cubicBezTo>
                    <a:cubicBezTo>
                      <a:pt x="377" y="5414"/>
                      <a:pt x="778" y="4562"/>
                      <a:pt x="1229" y="3785"/>
                    </a:cubicBezTo>
                    <a:cubicBezTo>
                      <a:pt x="1956" y="2532"/>
                      <a:pt x="2983" y="1404"/>
                      <a:pt x="3535" y="51"/>
                    </a:cubicBezTo>
                    <a:cubicBezTo>
                      <a:pt x="3485" y="26"/>
                      <a:pt x="3409" y="26"/>
                      <a:pt x="33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9" name="Google Shape;3659;p48"/>
              <p:cNvSpPr/>
              <p:nvPr/>
            </p:nvSpPr>
            <p:spPr>
              <a:xfrm>
                <a:off x="6066535" y="2838149"/>
                <a:ext cx="1368061" cy="988793"/>
              </a:xfrm>
              <a:custGeom>
                <a:rect b="b" l="l" r="r" t="t"/>
                <a:pathLst>
                  <a:path extrusionOk="0" h="23477" w="32482">
                    <a:moveTo>
                      <a:pt x="9817" y="0"/>
                    </a:moveTo>
                    <a:cubicBezTo>
                      <a:pt x="9267" y="0"/>
                      <a:pt x="8715" y="42"/>
                      <a:pt x="8171" y="93"/>
                    </a:cubicBezTo>
                    <a:cubicBezTo>
                      <a:pt x="6943" y="193"/>
                      <a:pt x="5714" y="368"/>
                      <a:pt x="4587" y="820"/>
                    </a:cubicBezTo>
                    <a:cubicBezTo>
                      <a:pt x="3634" y="1195"/>
                      <a:pt x="2782" y="1747"/>
                      <a:pt x="2130" y="2524"/>
                    </a:cubicBezTo>
                    <a:cubicBezTo>
                      <a:pt x="1379" y="3376"/>
                      <a:pt x="927" y="4404"/>
                      <a:pt x="602" y="5481"/>
                    </a:cubicBezTo>
                    <a:cubicBezTo>
                      <a:pt x="201" y="6709"/>
                      <a:pt x="0" y="7988"/>
                      <a:pt x="125" y="9316"/>
                    </a:cubicBezTo>
                    <a:cubicBezTo>
                      <a:pt x="251" y="10494"/>
                      <a:pt x="627" y="11697"/>
                      <a:pt x="1303" y="12699"/>
                    </a:cubicBezTo>
                    <a:cubicBezTo>
                      <a:pt x="1930" y="13602"/>
                      <a:pt x="2832" y="14328"/>
                      <a:pt x="3910" y="14554"/>
                    </a:cubicBezTo>
                    <a:cubicBezTo>
                      <a:pt x="4202" y="14621"/>
                      <a:pt x="4496" y="14652"/>
                      <a:pt x="4788" y="14652"/>
                    </a:cubicBezTo>
                    <a:cubicBezTo>
                      <a:pt x="5799" y="14652"/>
                      <a:pt x="6794" y="14283"/>
                      <a:pt x="7669" y="13777"/>
                    </a:cubicBezTo>
                    <a:cubicBezTo>
                      <a:pt x="8922" y="13025"/>
                      <a:pt x="10075" y="12023"/>
                      <a:pt x="10802" y="10744"/>
                    </a:cubicBezTo>
                    <a:cubicBezTo>
                      <a:pt x="11329" y="9792"/>
                      <a:pt x="11579" y="8689"/>
                      <a:pt x="11479" y="7612"/>
                    </a:cubicBezTo>
                    <a:cubicBezTo>
                      <a:pt x="11379" y="6709"/>
                      <a:pt x="11078" y="5807"/>
                      <a:pt x="10527" y="5080"/>
                    </a:cubicBezTo>
                    <a:cubicBezTo>
                      <a:pt x="10050" y="4454"/>
                      <a:pt x="9399" y="4053"/>
                      <a:pt x="8647" y="3777"/>
                    </a:cubicBezTo>
                    <a:cubicBezTo>
                      <a:pt x="7988" y="3547"/>
                      <a:pt x="7221" y="3391"/>
                      <a:pt x="6467" y="3391"/>
                    </a:cubicBezTo>
                    <a:cubicBezTo>
                      <a:pt x="5412" y="3391"/>
                      <a:pt x="4382" y="3696"/>
                      <a:pt x="3709" y="4529"/>
                    </a:cubicBezTo>
                    <a:cubicBezTo>
                      <a:pt x="2983" y="5431"/>
                      <a:pt x="2907" y="6734"/>
                      <a:pt x="3058" y="7837"/>
                    </a:cubicBezTo>
                    <a:cubicBezTo>
                      <a:pt x="3183" y="8790"/>
                      <a:pt x="3584" y="9842"/>
                      <a:pt x="4511" y="10318"/>
                    </a:cubicBezTo>
                    <a:cubicBezTo>
                      <a:pt x="4811" y="10465"/>
                      <a:pt x="5129" y="10532"/>
                      <a:pt x="5448" y="10532"/>
                    </a:cubicBezTo>
                    <a:cubicBezTo>
                      <a:pt x="6650" y="10532"/>
                      <a:pt x="7863" y="9582"/>
                      <a:pt x="8120" y="8414"/>
                    </a:cubicBezTo>
                    <a:cubicBezTo>
                      <a:pt x="8271" y="7637"/>
                      <a:pt x="8095" y="6183"/>
                      <a:pt x="7068" y="6133"/>
                    </a:cubicBezTo>
                    <a:cubicBezTo>
                      <a:pt x="7052" y="6132"/>
                      <a:pt x="7036" y="6132"/>
                      <a:pt x="7020" y="6132"/>
                    </a:cubicBezTo>
                    <a:cubicBezTo>
                      <a:pt x="6405" y="6132"/>
                      <a:pt x="5707" y="6599"/>
                      <a:pt x="5414" y="7160"/>
                    </a:cubicBezTo>
                    <a:cubicBezTo>
                      <a:pt x="5614" y="7060"/>
                      <a:pt x="5840" y="6960"/>
                      <a:pt x="6065" y="6935"/>
                    </a:cubicBezTo>
                    <a:cubicBezTo>
                      <a:pt x="6104" y="6930"/>
                      <a:pt x="6141" y="6928"/>
                      <a:pt x="6177" y="6928"/>
                    </a:cubicBezTo>
                    <a:cubicBezTo>
                      <a:pt x="6746" y="6928"/>
                      <a:pt x="6972" y="7469"/>
                      <a:pt x="7043" y="7988"/>
                    </a:cubicBezTo>
                    <a:cubicBezTo>
                      <a:pt x="7093" y="8589"/>
                      <a:pt x="6567" y="9015"/>
                      <a:pt x="6040" y="9140"/>
                    </a:cubicBezTo>
                    <a:cubicBezTo>
                      <a:pt x="5881" y="9182"/>
                      <a:pt x="5723" y="9202"/>
                      <a:pt x="5570" y="9202"/>
                    </a:cubicBezTo>
                    <a:cubicBezTo>
                      <a:pt x="5071" y="9202"/>
                      <a:pt x="4618" y="8986"/>
                      <a:pt x="4311" y="8564"/>
                    </a:cubicBezTo>
                    <a:cubicBezTo>
                      <a:pt x="3860" y="7937"/>
                      <a:pt x="3835" y="7035"/>
                      <a:pt x="4110" y="6333"/>
                    </a:cubicBezTo>
                    <a:cubicBezTo>
                      <a:pt x="4598" y="5159"/>
                      <a:pt x="5849" y="4494"/>
                      <a:pt x="7068" y="4494"/>
                    </a:cubicBezTo>
                    <a:cubicBezTo>
                      <a:pt x="7228" y="4494"/>
                      <a:pt x="7387" y="4506"/>
                      <a:pt x="7544" y="4529"/>
                    </a:cubicBezTo>
                    <a:cubicBezTo>
                      <a:pt x="9223" y="4779"/>
                      <a:pt x="10201" y="6459"/>
                      <a:pt x="10125" y="8063"/>
                    </a:cubicBezTo>
                    <a:cubicBezTo>
                      <a:pt x="10050" y="9867"/>
                      <a:pt x="8747" y="11546"/>
                      <a:pt x="7193" y="12373"/>
                    </a:cubicBezTo>
                    <a:cubicBezTo>
                      <a:pt x="6531" y="12727"/>
                      <a:pt x="5810" y="12963"/>
                      <a:pt x="5066" y="12963"/>
                    </a:cubicBezTo>
                    <a:cubicBezTo>
                      <a:pt x="4965" y="12963"/>
                      <a:pt x="4864" y="12959"/>
                      <a:pt x="4762" y="12950"/>
                    </a:cubicBezTo>
                    <a:cubicBezTo>
                      <a:pt x="3910" y="12925"/>
                      <a:pt x="3133" y="12549"/>
                      <a:pt x="2557" y="11947"/>
                    </a:cubicBezTo>
                    <a:cubicBezTo>
                      <a:pt x="1128" y="10494"/>
                      <a:pt x="1203" y="8263"/>
                      <a:pt x="1880" y="6484"/>
                    </a:cubicBezTo>
                    <a:cubicBezTo>
                      <a:pt x="2506" y="4830"/>
                      <a:pt x="3609" y="3351"/>
                      <a:pt x="5088" y="2373"/>
                    </a:cubicBezTo>
                    <a:cubicBezTo>
                      <a:pt x="6212" y="1624"/>
                      <a:pt x="7565" y="1217"/>
                      <a:pt x="8912" y="1217"/>
                    </a:cubicBezTo>
                    <a:cubicBezTo>
                      <a:pt x="9456" y="1217"/>
                      <a:pt x="10000" y="1284"/>
                      <a:pt x="10527" y="1421"/>
                    </a:cubicBezTo>
                    <a:cubicBezTo>
                      <a:pt x="11429" y="1672"/>
                      <a:pt x="12331" y="2098"/>
                      <a:pt x="12958" y="2774"/>
                    </a:cubicBezTo>
                    <a:cubicBezTo>
                      <a:pt x="13634" y="3501"/>
                      <a:pt x="13860" y="4479"/>
                      <a:pt x="13885" y="5431"/>
                    </a:cubicBezTo>
                    <a:cubicBezTo>
                      <a:pt x="13910" y="7461"/>
                      <a:pt x="12958" y="9341"/>
                      <a:pt x="13083" y="11371"/>
                    </a:cubicBezTo>
                    <a:cubicBezTo>
                      <a:pt x="13108" y="11847"/>
                      <a:pt x="13183" y="12399"/>
                      <a:pt x="13434" y="12825"/>
                    </a:cubicBezTo>
                    <a:cubicBezTo>
                      <a:pt x="13659" y="13251"/>
                      <a:pt x="14085" y="13476"/>
                      <a:pt x="14562" y="13577"/>
                    </a:cubicBezTo>
                    <a:cubicBezTo>
                      <a:pt x="14757" y="13617"/>
                      <a:pt x="14956" y="13635"/>
                      <a:pt x="15157" y="13635"/>
                    </a:cubicBezTo>
                    <a:cubicBezTo>
                      <a:pt x="15832" y="13635"/>
                      <a:pt x="16525" y="13432"/>
                      <a:pt x="17143" y="13201"/>
                    </a:cubicBezTo>
                    <a:cubicBezTo>
                      <a:pt x="18797" y="12574"/>
                      <a:pt x="20226" y="11496"/>
                      <a:pt x="21855" y="10820"/>
                    </a:cubicBezTo>
                    <a:cubicBezTo>
                      <a:pt x="22632" y="10469"/>
                      <a:pt x="23484" y="10243"/>
                      <a:pt x="24361" y="10243"/>
                    </a:cubicBezTo>
                    <a:cubicBezTo>
                      <a:pt x="25213" y="10243"/>
                      <a:pt x="26065" y="10444"/>
                      <a:pt x="26842" y="10795"/>
                    </a:cubicBezTo>
                    <a:cubicBezTo>
                      <a:pt x="28471" y="11521"/>
                      <a:pt x="29725" y="12875"/>
                      <a:pt x="30326" y="14554"/>
                    </a:cubicBezTo>
                    <a:cubicBezTo>
                      <a:pt x="30978" y="16333"/>
                      <a:pt x="30903" y="18364"/>
                      <a:pt x="30226" y="20118"/>
                    </a:cubicBezTo>
                    <a:cubicBezTo>
                      <a:pt x="29850" y="21070"/>
                      <a:pt x="29324" y="21922"/>
                      <a:pt x="28772" y="22749"/>
                    </a:cubicBezTo>
                    <a:cubicBezTo>
                      <a:pt x="29273" y="23000"/>
                      <a:pt x="29800" y="23226"/>
                      <a:pt x="30301" y="23476"/>
                    </a:cubicBezTo>
                    <a:cubicBezTo>
                      <a:pt x="30677" y="22749"/>
                      <a:pt x="31053" y="22023"/>
                      <a:pt x="31379" y="21296"/>
                    </a:cubicBezTo>
                    <a:cubicBezTo>
                      <a:pt x="31830" y="20268"/>
                      <a:pt x="32181" y="19266"/>
                      <a:pt x="32331" y="18163"/>
                    </a:cubicBezTo>
                    <a:cubicBezTo>
                      <a:pt x="32482" y="16935"/>
                      <a:pt x="32482" y="15682"/>
                      <a:pt x="32256" y="14479"/>
                    </a:cubicBezTo>
                    <a:cubicBezTo>
                      <a:pt x="32030" y="13276"/>
                      <a:pt x="31604" y="12123"/>
                      <a:pt x="30903" y="11145"/>
                    </a:cubicBezTo>
                    <a:cubicBezTo>
                      <a:pt x="30226" y="10168"/>
                      <a:pt x="29248" y="9416"/>
                      <a:pt x="28096" y="9065"/>
                    </a:cubicBezTo>
                    <a:cubicBezTo>
                      <a:pt x="27344" y="8815"/>
                      <a:pt x="26517" y="8714"/>
                      <a:pt x="25715" y="8664"/>
                    </a:cubicBezTo>
                    <a:cubicBezTo>
                      <a:pt x="25547" y="8659"/>
                      <a:pt x="25380" y="8656"/>
                      <a:pt x="25213" y="8656"/>
                    </a:cubicBezTo>
                    <a:cubicBezTo>
                      <a:pt x="24603" y="8656"/>
                      <a:pt x="23993" y="8697"/>
                      <a:pt x="23384" y="8815"/>
                    </a:cubicBezTo>
                    <a:cubicBezTo>
                      <a:pt x="22005" y="9065"/>
                      <a:pt x="20752" y="9642"/>
                      <a:pt x="19549" y="10368"/>
                    </a:cubicBezTo>
                    <a:cubicBezTo>
                      <a:pt x="18923" y="10719"/>
                      <a:pt x="18321" y="11120"/>
                      <a:pt x="17720" y="11521"/>
                    </a:cubicBezTo>
                    <a:cubicBezTo>
                      <a:pt x="17193" y="11872"/>
                      <a:pt x="16642" y="12273"/>
                      <a:pt x="16015" y="12373"/>
                    </a:cubicBezTo>
                    <a:cubicBezTo>
                      <a:pt x="15932" y="12391"/>
                      <a:pt x="15850" y="12401"/>
                      <a:pt x="15768" y="12401"/>
                    </a:cubicBezTo>
                    <a:cubicBezTo>
                      <a:pt x="15504" y="12401"/>
                      <a:pt x="15254" y="12302"/>
                      <a:pt x="15063" y="12073"/>
                    </a:cubicBezTo>
                    <a:cubicBezTo>
                      <a:pt x="14812" y="11772"/>
                      <a:pt x="14737" y="11346"/>
                      <a:pt x="14712" y="10945"/>
                    </a:cubicBezTo>
                    <a:cubicBezTo>
                      <a:pt x="14662" y="9792"/>
                      <a:pt x="14963" y="8639"/>
                      <a:pt x="15238" y="7536"/>
                    </a:cubicBezTo>
                    <a:cubicBezTo>
                      <a:pt x="15464" y="6709"/>
                      <a:pt x="15514" y="5857"/>
                      <a:pt x="15414" y="5005"/>
                    </a:cubicBezTo>
                    <a:cubicBezTo>
                      <a:pt x="15339" y="4053"/>
                      <a:pt x="15063" y="3125"/>
                      <a:pt x="14562" y="2298"/>
                    </a:cubicBezTo>
                    <a:cubicBezTo>
                      <a:pt x="14010" y="1421"/>
                      <a:pt x="13208" y="744"/>
                      <a:pt x="12231" y="393"/>
                    </a:cubicBezTo>
                    <a:cubicBezTo>
                      <a:pt x="11451" y="94"/>
                      <a:pt x="10636" y="0"/>
                      <a:pt x="9817" y="0"/>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0" name="Google Shape;3660;p48"/>
              <p:cNvSpPr/>
              <p:nvPr/>
            </p:nvSpPr>
            <p:spPr>
              <a:xfrm>
                <a:off x="7498955" y="3757242"/>
                <a:ext cx="6360" cy="6360"/>
              </a:xfrm>
              <a:custGeom>
                <a:rect b="b" l="l" r="r" t="t"/>
                <a:pathLst>
                  <a:path extrusionOk="0" h="151" w="151">
                    <a:moveTo>
                      <a:pt x="151" y="0"/>
                    </a:moveTo>
                    <a:cubicBezTo>
                      <a:pt x="101" y="0"/>
                      <a:pt x="76" y="0"/>
                      <a:pt x="50" y="50"/>
                    </a:cubicBezTo>
                    <a:cubicBezTo>
                      <a:pt x="25" y="75"/>
                      <a:pt x="25" y="125"/>
                      <a:pt x="0" y="151"/>
                    </a:cubicBezTo>
                    <a:cubicBezTo>
                      <a:pt x="50" y="100"/>
                      <a:pt x="101" y="50"/>
                      <a:pt x="1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1" name="Google Shape;3661;p48"/>
              <p:cNvSpPr/>
              <p:nvPr/>
            </p:nvSpPr>
            <p:spPr>
              <a:xfrm>
                <a:off x="6047498" y="2831158"/>
                <a:ext cx="1393415" cy="998943"/>
              </a:xfrm>
              <a:custGeom>
                <a:rect b="b" l="l" r="r" t="t"/>
                <a:pathLst>
                  <a:path extrusionOk="0" h="23718" w="33084">
                    <a:moveTo>
                      <a:pt x="10345" y="0"/>
                    </a:moveTo>
                    <a:cubicBezTo>
                      <a:pt x="10213" y="0"/>
                      <a:pt x="10082" y="3"/>
                      <a:pt x="9951" y="8"/>
                    </a:cubicBezTo>
                    <a:cubicBezTo>
                      <a:pt x="8598" y="58"/>
                      <a:pt x="7244" y="158"/>
                      <a:pt x="5916" y="509"/>
                    </a:cubicBezTo>
                    <a:cubicBezTo>
                      <a:pt x="4913" y="785"/>
                      <a:pt x="3936" y="1236"/>
                      <a:pt x="3109" y="1913"/>
                    </a:cubicBezTo>
                    <a:cubicBezTo>
                      <a:pt x="2307" y="2590"/>
                      <a:pt x="1730" y="3467"/>
                      <a:pt x="1304" y="4444"/>
                    </a:cubicBezTo>
                    <a:cubicBezTo>
                      <a:pt x="277" y="6775"/>
                      <a:pt x="1" y="9482"/>
                      <a:pt x="1029" y="11863"/>
                    </a:cubicBezTo>
                    <a:cubicBezTo>
                      <a:pt x="1455" y="12890"/>
                      <a:pt x="2181" y="13868"/>
                      <a:pt x="3159" y="14444"/>
                    </a:cubicBezTo>
                    <a:cubicBezTo>
                      <a:pt x="3798" y="14812"/>
                      <a:pt x="4518" y="14986"/>
                      <a:pt x="5249" y="14986"/>
                    </a:cubicBezTo>
                    <a:cubicBezTo>
                      <a:pt x="5664" y="14986"/>
                      <a:pt x="6083" y="14929"/>
                      <a:pt x="6492" y="14820"/>
                    </a:cubicBezTo>
                    <a:cubicBezTo>
                      <a:pt x="7219" y="14620"/>
                      <a:pt x="7896" y="14294"/>
                      <a:pt x="8547" y="13868"/>
                    </a:cubicBezTo>
                    <a:cubicBezTo>
                      <a:pt x="9224" y="13442"/>
                      <a:pt x="9851" y="12966"/>
                      <a:pt x="10377" y="12389"/>
                    </a:cubicBezTo>
                    <a:cubicBezTo>
                      <a:pt x="11204" y="11487"/>
                      <a:pt x="11831" y="10409"/>
                      <a:pt x="12031" y="9181"/>
                    </a:cubicBezTo>
                    <a:cubicBezTo>
                      <a:pt x="12332" y="7452"/>
                      <a:pt x="11755" y="5346"/>
                      <a:pt x="10252" y="4319"/>
                    </a:cubicBezTo>
                    <a:cubicBezTo>
                      <a:pt x="9550" y="3843"/>
                      <a:pt x="8673" y="3567"/>
                      <a:pt x="7871" y="3467"/>
                    </a:cubicBezTo>
                    <a:cubicBezTo>
                      <a:pt x="7559" y="3415"/>
                      <a:pt x="7242" y="3387"/>
                      <a:pt x="6926" y="3387"/>
                    </a:cubicBezTo>
                    <a:cubicBezTo>
                      <a:pt x="6326" y="3387"/>
                      <a:pt x="5731" y="3488"/>
                      <a:pt x="5189" y="3717"/>
                    </a:cubicBezTo>
                    <a:cubicBezTo>
                      <a:pt x="4312" y="4093"/>
                      <a:pt x="3710" y="4820"/>
                      <a:pt x="3460" y="5722"/>
                    </a:cubicBezTo>
                    <a:cubicBezTo>
                      <a:pt x="3284" y="6324"/>
                      <a:pt x="3259" y="6976"/>
                      <a:pt x="3309" y="7602"/>
                    </a:cubicBezTo>
                    <a:cubicBezTo>
                      <a:pt x="3334" y="8229"/>
                      <a:pt x="3460" y="8830"/>
                      <a:pt x="3735" y="9407"/>
                    </a:cubicBezTo>
                    <a:cubicBezTo>
                      <a:pt x="4086" y="10184"/>
                      <a:pt x="4763" y="10760"/>
                      <a:pt x="5640" y="10860"/>
                    </a:cubicBezTo>
                    <a:cubicBezTo>
                      <a:pt x="5719" y="10868"/>
                      <a:pt x="5799" y="10872"/>
                      <a:pt x="5879" y="10872"/>
                    </a:cubicBezTo>
                    <a:cubicBezTo>
                      <a:pt x="6579" y="10872"/>
                      <a:pt x="7280" y="10581"/>
                      <a:pt x="7821" y="10108"/>
                    </a:cubicBezTo>
                    <a:cubicBezTo>
                      <a:pt x="8422" y="9607"/>
                      <a:pt x="8798" y="8830"/>
                      <a:pt x="8773" y="8028"/>
                    </a:cubicBezTo>
                    <a:cubicBezTo>
                      <a:pt x="8773" y="7477"/>
                      <a:pt x="8648" y="6875"/>
                      <a:pt x="8272" y="6474"/>
                    </a:cubicBezTo>
                    <a:cubicBezTo>
                      <a:pt x="8041" y="6244"/>
                      <a:pt x="7741" y="6136"/>
                      <a:pt x="7429" y="6136"/>
                    </a:cubicBezTo>
                    <a:cubicBezTo>
                      <a:pt x="7368" y="6136"/>
                      <a:pt x="7306" y="6140"/>
                      <a:pt x="7244" y="6148"/>
                    </a:cubicBezTo>
                    <a:cubicBezTo>
                      <a:pt x="6542" y="6249"/>
                      <a:pt x="5791" y="6825"/>
                      <a:pt x="5615" y="7527"/>
                    </a:cubicBezTo>
                    <a:cubicBezTo>
                      <a:pt x="5596" y="7585"/>
                      <a:pt x="5636" y="7643"/>
                      <a:pt x="5691" y="7643"/>
                    </a:cubicBezTo>
                    <a:cubicBezTo>
                      <a:pt x="5706" y="7643"/>
                      <a:pt x="5723" y="7638"/>
                      <a:pt x="5740" y="7627"/>
                    </a:cubicBezTo>
                    <a:cubicBezTo>
                      <a:pt x="5941" y="7477"/>
                      <a:pt x="6192" y="7351"/>
                      <a:pt x="6442" y="7301"/>
                    </a:cubicBezTo>
                    <a:cubicBezTo>
                      <a:pt x="6515" y="7281"/>
                      <a:pt x="6592" y="7268"/>
                      <a:pt x="6668" y="7268"/>
                    </a:cubicBezTo>
                    <a:cubicBezTo>
                      <a:pt x="6775" y="7268"/>
                      <a:pt x="6880" y="7293"/>
                      <a:pt x="6968" y="7351"/>
                    </a:cubicBezTo>
                    <a:cubicBezTo>
                      <a:pt x="7219" y="7527"/>
                      <a:pt x="7294" y="7853"/>
                      <a:pt x="7319" y="8154"/>
                    </a:cubicBezTo>
                    <a:cubicBezTo>
                      <a:pt x="7395" y="8830"/>
                      <a:pt x="6618" y="9206"/>
                      <a:pt x="6016" y="9206"/>
                    </a:cubicBezTo>
                    <a:cubicBezTo>
                      <a:pt x="5239" y="9206"/>
                      <a:pt x="4713" y="8580"/>
                      <a:pt x="4587" y="7853"/>
                    </a:cubicBezTo>
                    <a:cubicBezTo>
                      <a:pt x="4337" y="6274"/>
                      <a:pt x="5665" y="5021"/>
                      <a:pt x="7144" y="4845"/>
                    </a:cubicBezTo>
                    <a:cubicBezTo>
                      <a:pt x="7259" y="4833"/>
                      <a:pt x="7375" y="4827"/>
                      <a:pt x="7492" y="4827"/>
                    </a:cubicBezTo>
                    <a:cubicBezTo>
                      <a:pt x="8087" y="4827"/>
                      <a:pt x="8692" y="4990"/>
                      <a:pt x="9174" y="5346"/>
                    </a:cubicBezTo>
                    <a:cubicBezTo>
                      <a:pt x="9876" y="5873"/>
                      <a:pt x="10277" y="6725"/>
                      <a:pt x="10377" y="7602"/>
                    </a:cubicBezTo>
                    <a:cubicBezTo>
                      <a:pt x="10603" y="9432"/>
                      <a:pt x="9425" y="11211"/>
                      <a:pt x="7946" y="12164"/>
                    </a:cubicBezTo>
                    <a:cubicBezTo>
                      <a:pt x="7195" y="12643"/>
                      <a:pt x="6297" y="12948"/>
                      <a:pt x="5425" y="12948"/>
                    </a:cubicBezTo>
                    <a:cubicBezTo>
                      <a:pt x="4608" y="12948"/>
                      <a:pt x="3814" y="12680"/>
                      <a:pt x="3184" y="12038"/>
                    </a:cubicBezTo>
                    <a:cubicBezTo>
                      <a:pt x="1730" y="10610"/>
                      <a:pt x="1856" y="8379"/>
                      <a:pt x="2532" y="6600"/>
                    </a:cubicBezTo>
                    <a:cubicBezTo>
                      <a:pt x="3184" y="4945"/>
                      <a:pt x="4337" y="3467"/>
                      <a:pt x="5841" y="2539"/>
                    </a:cubicBezTo>
                    <a:cubicBezTo>
                      <a:pt x="6901" y="1903"/>
                      <a:pt x="8132" y="1564"/>
                      <a:pt x="9359" y="1564"/>
                    </a:cubicBezTo>
                    <a:cubicBezTo>
                      <a:pt x="10017" y="1564"/>
                      <a:pt x="10675" y="1662"/>
                      <a:pt x="11304" y="1863"/>
                    </a:cubicBezTo>
                    <a:cubicBezTo>
                      <a:pt x="12207" y="2163"/>
                      <a:pt x="13134" y="2690"/>
                      <a:pt x="13635" y="3542"/>
                    </a:cubicBezTo>
                    <a:cubicBezTo>
                      <a:pt x="14161" y="4394"/>
                      <a:pt x="14212" y="5422"/>
                      <a:pt x="14136" y="6399"/>
                    </a:cubicBezTo>
                    <a:cubicBezTo>
                      <a:pt x="13936" y="8254"/>
                      <a:pt x="13134" y="10108"/>
                      <a:pt x="13410" y="12013"/>
                    </a:cubicBezTo>
                    <a:cubicBezTo>
                      <a:pt x="13485" y="12464"/>
                      <a:pt x="13585" y="12915"/>
                      <a:pt x="13886" y="13291"/>
                    </a:cubicBezTo>
                    <a:cubicBezTo>
                      <a:pt x="14111" y="13592"/>
                      <a:pt x="14487" y="13793"/>
                      <a:pt x="14863" y="13893"/>
                    </a:cubicBezTo>
                    <a:cubicBezTo>
                      <a:pt x="15097" y="13946"/>
                      <a:pt x="15339" y="13969"/>
                      <a:pt x="15585" y="13969"/>
                    </a:cubicBezTo>
                    <a:cubicBezTo>
                      <a:pt x="16156" y="13969"/>
                      <a:pt x="16743" y="13843"/>
                      <a:pt x="17269" y="13667"/>
                    </a:cubicBezTo>
                    <a:cubicBezTo>
                      <a:pt x="18873" y="13141"/>
                      <a:pt x="20252" y="12138"/>
                      <a:pt x="21756" y="11412"/>
                    </a:cubicBezTo>
                    <a:cubicBezTo>
                      <a:pt x="22532" y="11036"/>
                      <a:pt x="23360" y="10735"/>
                      <a:pt x="24212" y="10610"/>
                    </a:cubicBezTo>
                    <a:cubicBezTo>
                      <a:pt x="24394" y="10594"/>
                      <a:pt x="24577" y="10585"/>
                      <a:pt x="24759" y="10585"/>
                    </a:cubicBezTo>
                    <a:cubicBezTo>
                      <a:pt x="25427" y="10585"/>
                      <a:pt x="26088" y="10694"/>
                      <a:pt x="26718" y="10910"/>
                    </a:cubicBezTo>
                    <a:cubicBezTo>
                      <a:pt x="28372" y="11487"/>
                      <a:pt x="29725" y="12740"/>
                      <a:pt x="30452" y="14344"/>
                    </a:cubicBezTo>
                    <a:cubicBezTo>
                      <a:pt x="31204" y="16073"/>
                      <a:pt x="31229" y="18078"/>
                      <a:pt x="30653" y="19858"/>
                    </a:cubicBezTo>
                    <a:cubicBezTo>
                      <a:pt x="30277" y="20936"/>
                      <a:pt x="29700" y="21913"/>
                      <a:pt x="29049" y="22840"/>
                    </a:cubicBezTo>
                    <a:cubicBezTo>
                      <a:pt x="29099" y="22865"/>
                      <a:pt x="29149" y="22890"/>
                      <a:pt x="29224" y="22915"/>
                    </a:cubicBezTo>
                    <a:cubicBezTo>
                      <a:pt x="29776" y="22088"/>
                      <a:pt x="30302" y="21236"/>
                      <a:pt x="30678" y="20284"/>
                    </a:cubicBezTo>
                    <a:cubicBezTo>
                      <a:pt x="31355" y="18530"/>
                      <a:pt x="31430" y="16499"/>
                      <a:pt x="30778" y="14720"/>
                    </a:cubicBezTo>
                    <a:cubicBezTo>
                      <a:pt x="30177" y="13041"/>
                      <a:pt x="28923" y="11687"/>
                      <a:pt x="27294" y="10961"/>
                    </a:cubicBezTo>
                    <a:cubicBezTo>
                      <a:pt x="26517" y="10610"/>
                      <a:pt x="25665" y="10409"/>
                      <a:pt x="24813" y="10409"/>
                    </a:cubicBezTo>
                    <a:cubicBezTo>
                      <a:pt x="23936" y="10409"/>
                      <a:pt x="23084" y="10635"/>
                      <a:pt x="22307" y="10986"/>
                    </a:cubicBezTo>
                    <a:cubicBezTo>
                      <a:pt x="20678" y="11662"/>
                      <a:pt x="19249" y="12740"/>
                      <a:pt x="17595" y="13367"/>
                    </a:cubicBezTo>
                    <a:cubicBezTo>
                      <a:pt x="16977" y="13598"/>
                      <a:pt x="16284" y="13801"/>
                      <a:pt x="15609" y="13801"/>
                    </a:cubicBezTo>
                    <a:cubicBezTo>
                      <a:pt x="15408" y="13801"/>
                      <a:pt x="15209" y="13783"/>
                      <a:pt x="15014" y="13743"/>
                    </a:cubicBezTo>
                    <a:cubicBezTo>
                      <a:pt x="14537" y="13642"/>
                      <a:pt x="14111" y="13417"/>
                      <a:pt x="13886" y="12991"/>
                    </a:cubicBezTo>
                    <a:cubicBezTo>
                      <a:pt x="13635" y="12565"/>
                      <a:pt x="13560" y="12013"/>
                      <a:pt x="13535" y="11537"/>
                    </a:cubicBezTo>
                    <a:cubicBezTo>
                      <a:pt x="13410" y="9507"/>
                      <a:pt x="14362" y="7627"/>
                      <a:pt x="14337" y="5597"/>
                    </a:cubicBezTo>
                    <a:cubicBezTo>
                      <a:pt x="14312" y="4645"/>
                      <a:pt x="14086" y="3667"/>
                      <a:pt x="13410" y="2940"/>
                    </a:cubicBezTo>
                    <a:cubicBezTo>
                      <a:pt x="12783" y="2264"/>
                      <a:pt x="11881" y="1838"/>
                      <a:pt x="10979" y="1587"/>
                    </a:cubicBezTo>
                    <a:cubicBezTo>
                      <a:pt x="10452" y="1450"/>
                      <a:pt x="9908" y="1383"/>
                      <a:pt x="9364" y="1383"/>
                    </a:cubicBezTo>
                    <a:cubicBezTo>
                      <a:pt x="8017" y="1383"/>
                      <a:pt x="6664" y="1790"/>
                      <a:pt x="5540" y="2539"/>
                    </a:cubicBezTo>
                    <a:cubicBezTo>
                      <a:pt x="4061" y="3517"/>
                      <a:pt x="2958" y="4996"/>
                      <a:pt x="2332" y="6650"/>
                    </a:cubicBezTo>
                    <a:cubicBezTo>
                      <a:pt x="1655" y="8429"/>
                      <a:pt x="1580" y="10660"/>
                      <a:pt x="3009" y="12113"/>
                    </a:cubicBezTo>
                    <a:cubicBezTo>
                      <a:pt x="3585" y="12715"/>
                      <a:pt x="4362" y="13066"/>
                      <a:pt x="5214" y="13116"/>
                    </a:cubicBezTo>
                    <a:cubicBezTo>
                      <a:pt x="5316" y="13125"/>
                      <a:pt x="5417" y="13129"/>
                      <a:pt x="5518" y="13129"/>
                    </a:cubicBezTo>
                    <a:cubicBezTo>
                      <a:pt x="6262" y="13129"/>
                      <a:pt x="6983" y="12893"/>
                      <a:pt x="7645" y="12539"/>
                    </a:cubicBezTo>
                    <a:cubicBezTo>
                      <a:pt x="9199" y="11712"/>
                      <a:pt x="10502" y="10033"/>
                      <a:pt x="10577" y="8229"/>
                    </a:cubicBezTo>
                    <a:cubicBezTo>
                      <a:pt x="10653" y="6625"/>
                      <a:pt x="9675" y="4945"/>
                      <a:pt x="7996" y="4695"/>
                    </a:cubicBezTo>
                    <a:cubicBezTo>
                      <a:pt x="7839" y="4672"/>
                      <a:pt x="7680" y="4660"/>
                      <a:pt x="7520" y="4660"/>
                    </a:cubicBezTo>
                    <a:cubicBezTo>
                      <a:pt x="6301" y="4660"/>
                      <a:pt x="5050" y="5325"/>
                      <a:pt x="4562" y="6499"/>
                    </a:cubicBezTo>
                    <a:cubicBezTo>
                      <a:pt x="4287" y="7201"/>
                      <a:pt x="4312" y="8103"/>
                      <a:pt x="4763" y="8730"/>
                    </a:cubicBezTo>
                    <a:cubicBezTo>
                      <a:pt x="5070" y="9152"/>
                      <a:pt x="5523" y="9368"/>
                      <a:pt x="6022" y="9368"/>
                    </a:cubicBezTo>
                    <a:cubicBezTo>
                      <a:pt x="6175" y="9368"/>
                      <a:pt x="6333" y="9348"/>
                      <a:pt x="6492" y="9306"/>
                    </a:cubicBezTo>
                    <a:cubicBezTo>
                      <a:pt x="7019" y="9181"/>
                      <a:pt x="7545" y="8755"/>
                      <a:pt x="7495" y="8154"/>
                    </a:cubicBezTo>
                    <a:cubicBezTo>
                      <a:pt x="7424" y="7635"/>
                      <a:pt x="7198" y="7094"/>
                      <a:pt x="6629" y="7094"/>
                    </a:cubicBezTo>
                    <a:cubicBezTo>
                      <a:pt x="6593" y="7094"/>
                      <a:pt x="6556" y="7096"/>
                      <a:pt x="6517" y="7101"/>
                    </a:cubicBezTo>
                    <a:cubicBezTo>
                      <a:pt x="6292" y="7126"/>
                      <a:pt x="6066" y="7226"/>
                      <a:pt x="5866" y="7326"/>
                    </a:cubicBezTo>
                    <a:cubicBezTo>
                      <a:pt x="6159" y="6765"/>
                      <a:pt x="6857" y="6298"/>
                      <a:pt x="7472" y="6298"/>
                    </a:cubicBezTo>
                    <a:cubicBezTo>
                      <a:pt x="7488" y="6298"/>
                      <a:pt x="7504" y="6298"/>
                      <a:pt x="7520" y="6299"/>
                    </a:cubicBezTo>
                    <a:cubicBezTo>
                      <a:pt x="8547" y="6349"/>
                      <a:pt x="8723" y="7803"/>
                      <a:pt x="8572" y="8580"/>
                    </a:cubicBezTo>
                    <a:cubicBezTo>
                      <a:pt x="8315" y="9748"/>
                      <a:pt x="7102" y="10698"/>
                      <a:pt x="5900" y="10698"/>
                    </a:cubicBezTo>
                    <a:cubicBezTo>
                      <a:pt x="5581" y="10698"/>
                      <a:pt x="5263" y="10631"/>
                      <a:pt x="4963" y="10484"/>
                    </a:cubicBezTo>
                    <a:cubicBezTo>
                      <a:pt x="4036" y="10008"/>
                      <a:pt x="3635" y="8956"/>
                      <a:pt x="3510" y="8003"/>
                    </a:cubicBezTo>
                    <a:cubicBezTo>
                      <a:pt x="3359" y="6900"/>
                      <a:pt x="3435" y="5597"/>
                      <a:pt x="4161" y="4695"/>
                    </a:cubicBezTo>
                    <a:cubicBezTo>
                      <a:pt x="4834" y="3862"/>
                      <a:pt x="5864" y="3557"/>
                      <a:pt x="6919" y="3557"/>
                    </a:cubicBezTo>
                    <a:cubicBezTo>
                      <a:pt x="7673" y="3557"/>
                      <a:pt x="8440" y="3713"/>
                      <a:pt x="9099" y="3943"/>
                    </a:cubicBezTo>
                    <a:cubicBezTo>
                      <a:pt x="9851" y="4219"/>
                      <a:pt x="10502" y="4620"/>
                      <a:pt x="10979" y="5246"/>
                    </a:cubicBezTo>
                    <a:cubicBezTo>
                      <a:pt x="11530" y="5973"/>
                      <a:pt x="11831" y="6875"/>
                      <a:pt x="11931" y="7778"/>
                    </a:cubicBezTo>
                    <a:cubicBezTo>
                      <a:pt x="12031" y="8855"/>
                      <a:pt x="11781" y="9958"/>
                      <a:pt x="11254" y="10910"/>
                    </a:cubicBezTo>
                    <a:cubicBezTo>
                      <a:pt x="10527" y="12189"/>
                      <a:pt x="9374" y="13191"/>
                      <a:pt x="8121" y="13943"/>
                    </a:cubicBezTo>
                    <a:cubicBezTo>
                      <a:pt x="7246" y="14449"/>
                      <a:pt x="6251" y="14818"/>
                      <a:pt x="5240" y="14818"/>
                    </a:cubicBezTo>
                    <a:cubicBezTo>
                      <a:pt x="4948" y="14818"/>
                      <a:pt x="4654" y="14787"/>
                      <a:pt x="4362" y="14720"/>
                    </a:cubicBezTo>
                    <a:cubicBezTo>
                      <a:pt x="3284" y="14494"/>
                      <a:pt x="2382" y="13768"/>
                      <a:pt x="1755" y="12865"/>
                    </a:cubicBezTo>
                    <a:cubicBezTo>
                      <a:pt x="1079" y="11863"/>
                      <a:pt x="703" y="10660"/>
                      <a:pt x="577" y="9482"/>
                    </a:cubicBezTo>
                    <a:cubicBezTo>
                      <a:pt x="452" y="8154"/>
                      <a:pt x="653" y="6875"/>
                      <a:pt x="1054" y="5647"/>
                    </a:cubicBezTo>
                    <a:cubicBezTo>
                      <a:pt x="1379" y="4570"/>
                      <a:pt x="1831" y="3542"/>
                      <a:pt x="2582" y="2690"/>
                    </a:cubicBezTo>
                    <a:cubicBezTo>
                      <a:pt x="3234" y="1913"/>
                      <a:pt x="4086" y="1361"/>
                      <a:pt x="5039" y="986"/>
                    </a:cubicBezTo>
                    <a:cubicBezTo>
                      <a:pt x="6166" y="534"/>
                      <a:pt x="7395" y="359"/>
                      <a:pt x="8623" y="259"/>
                    </a:cubicBezTo>
                    <a:cubicBezTo>
                      <a:pt x="9167" y="208"/>
                      <a:pt x="9719" y="166"/>
                      <a:pt x="10269" y="166"/>
                    </a:cubicBezTo>
                    <a:cubicBezTo>
                      <a:pt x="11088" y="166"/>
                      <a:pt x="11903" y="260"/>
                      <a:pt x="12683" y="559"/>
                    </a:cubicBezTo>
                    <a:cubicBezTo>
                      <a:pt x="13660" y="910"/>
                      <a:pt x="14462" y="1587"/>
                      <a:pt x="15014" y="2464"/>
                    </a:cubicBezTo>
                    <a:cubicBezTo>
                      <a:pt x="15515" y="3291"/>
                      <a:pt x="15791" y="4219"/>
                      <a:pt x="15866" y="5171"/>
                    </a:cubicBezTo>
                    <a:cubicBezTo>
                      <a:pt x="15966" y="6023"/>
                      <a:pt x="15916" y="6875"/>
                      <a:pt x="15690" y="7702"/>
                    </a:cubicBezTo>
                    <a:cubicBezTo>
                      <a:pt x="15415" y="8805"/>
                      <a:pt x="15114" y="9958"/>
                      <a:pt x="15164" y="11111"/>
                    </a:cubicBezTo>
                    <a:cubicBezTo>
                      <a:pt x="15189" y="11512"/>
                      <a:pt x="15264" y="11938"/>
                      <a:pt x="15515" y="12239"/>
                    </a:cubicBezTo>
                    <a:cubicBezTo>
                      <a:pt x="15706" y="12468"/>
                      <a:pt x="15956" y="12567"/>
                      <a:pt x="16220" y="12567"/>
                    </a:cubicBezTo>
                    <a:cubicBezTo>
                      <a:pt x="16302" y="12567"/>
                      <a:pt x="16384" y="12557"/>
                      <a:pt x="16467" y="12539"/>
                    </a:cubicBezTo>
                    <a:cubicBezTo>
                      <a:pt x="17094" y="12439"/>
                      <a:pt x="17645" y="12038"/>
                      <a:pt x="18172" y="11687"/>
                    </a:cubicBezTo>
                    <a:cubicBezTo>
                      <a:pt x="18773" y="11286"/>
                      <a:pt x="19375" y="10885"/>
                      <a:pt x="20001" y="10534"/>
                    </a:cubicBezTo>
                    <a:cubicBezTo>
                      <a:pt x="21204" y="9808"/>
                      <a:pt x="22457" y="9231"/>
                      <a:pt x="23836" y="8981"/>
                    </a:cubicBezTo>
                    <a:cubicBezTo>
                      <a:pt x="24445" y="8863"/>
                      <a:pt x="25055" y="8822"/>
                      <a:pt x="25665" y="8822"/>
                    </a:cubicBezTo>
                    <a:cubicBezTo>
                      <a:pt x="25832" y="8822"/>
                      <a:pt x="25999" y="8825"/>
                      <a:pt x="26167" y="8830"/>
                    </a:cubicBezTo>
                    <a:cubicBezTo>
                      <a:pt x="26969" y="8880"/>
                      <a:pt x="27796" y="8981"/>
                      <a:pt x="28548" y="9231"/>
                    </a:cubicBezTo>
                    <a:cubicBezTo>
                      <a:pt x="29700" y="9582"/>
                      <a:pt x="30678" y="10334"/>
                      <a:pt x="31355" y="11311"/>
                    </a:cubicBezTo>
                    <a:cubicBezTo>
                      <a:pt x="32056" y="12289"/>
                      <a:pt x="32482" y="13442"/>
                      <a:pt x="32708" y="14645"/>
                    </a:cubicBezTo>
                    <a:cubicBezTo>
                      <a:pt x="32934" y="15848"/>
                      <a:pt x="32934" y="17101"/>
                      <a:pt x="32783" y="18329"/>
                    </a:cubicBezTo>
                    <a:cubicBezTo>
                      <a:pt x="32633" y="19432"/>
                      <a:pt x="32282" y="20434"/>
                      <a:pt x="31831" y="21462"/>
                    </a:cubicBezTo>
                    <a:cubicBezTo>
                      <a:pt x="31505" y="22189"/>
                      <a:pt x="31129" y="22915"/>
                      <a:pt x="30753" y="23642"/>
                    </a:cubicBezTo>
                    <a:cubicBezTo>
                      <a:pt x="30803" y="23667"/>
                      <a:pt x="30853" y="23692"/>
                      <a:pt x="30903" y="23717"/>
                    </a:cubicBezTo>
                    <a:cubicBezTo>
                      <a:pt x="31029" y="23492"/>
                      <a:pt x="31129" y="23291"/>
                      <a:pt x="31229" y="23091"/>
                    </a:cubicBezTo>
                    <a:cubicBezTo>
                      <a:pt x="31756" y="22063"/>
                      <a:pt x="32282" y="21011"/>
                      <a:pt x="32633" y="19908"/>
                    </a:cubicBezTo>
                    <a:cubicBezTo>
                      <a:pt x="32959" y="18780"/>
                      <a:pt x="33084" y="17577"/>
                      <a:pt x="33059" y="16399"/>
                    </a:cubicBezTo>
                    <a:cubicBezTo>
                      <a:pt x="32984" y="14018"/>
                      <a:pt x="32232" y="11387"/>
                      <a:pt x="30252" y="9908"/>
                    </a:cubicBezTo>
                    <a:cubicBezTo>
                      <a:pt x="29099" y="9031"/>
                      <a:pt x="27695" y="8755"/>
                      <a:pt x="26292" y="8680"/>
                    </a:cubicBezTo>
                    <a:cubicBezTo>
                      <a:pt x="26058" y="8664"/>
                      <a:pt x="25825" y="8657"/>
                      <a:pt x="25594" y="8657"/>
                    </a:cubicBezTo>
                    <a:cubicBezTo>
                      <a:pt x="24312" y="8657"/>
                      <a:pt x="23070" y="8893"/>
                      <a:pt x="21881" y="9382"/>
                    </a:cubicBezTo>
                    <a:cubicBezTo>
                      <a:pt x="20552" y="9933"/>
                      <a:pt x="19349" y="10710"/>
                      <a:pt x="18146" y="11487"/>
                    </a:cubicBezTo>
                    <a:cubicBezTo>
                      <a:pt x="17720" y="11777"/>
                      <a:pt x="16876" y="12392"/>
                      <a:pt x="16222" y="12392"/>
                    </a:cubicBezTo>
                    <a:cubicBezTo>
                      <a:pt x="15915" y="12392"/>
                      <a:pt x="15650" y="12256"/>
                      <a:pt x="15490" y="11888"/>
                    </a:cubicBezTo>
                    <a:cubicBezTo>
                      <a:pt x="15314" y="11462"/>
                      <a:pt x="15314" y="10935"/>
                      <a:pt x="15339" y="10459"/>
                    </a:cubicBezTo>
                    <a:cubicBezTo>
                      <a:pt x="15390" y="9858"/>
                      <a:pt x="15490" y="9231"/>
                      <a:pt x="15640" y="8630"/>
                    </a:cubicBezTo>
                    <a:cubicBezTo>
                      <a:pt x="15740" y="8154"/>
                      <a:pt x="15891" y="7652"/>
                      <a:pt x="15991" y="7151"/>
                    </a:cubicBezTo>
                    <a:cubicBezTo>
                      <a:pt x="16041" y="6725"/>
                      <a:pt x="16091" y="6274"/>
                      <a:pt x="16091" y="5848"/>
                    </a:cubicBezTo>
                    <a:cubicBezTo>
                      <a:pt x="16066" y="3893"/>
                      <a:pt x="15314" y="1863"/>
                      <a:pt x="13585" y="810"/>
                    </a:cubicBezTo>
                    <a:cubicBezTo>
                      <a:pt x="12620" y="204"/>
                      <a:pt x="11474" y="0"/>
                      <a:pt x="1034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2" name="Google Shape;3662;p48"/>
              <p:cNvSpPr/>
              <p:nvPr/>
            </p:nvSpPr>
            <p:spPr>
              <a:xfrm>
                <a:off x="5301215" y="2022203"/>
                <a:ext cx="683019" cy="709174"/>
              </a:xfrm>
              <a:custGeom>
                <a:rect b="b" l="l" r="r" t="t"/>
                <a:pathLst>
                  <a:path extrusionOk="0" h="16838" w="16217">
                    <a:moveTo>
                      <a:pt x="7343" y="1"/>
                    </a:moveTo>
                    <a:cubicBezTo>
                      <a:pt x="6716" y="1"/>
                      <a:pt x="6087" y="70"/>
                      <a:pt x="5464" y="218"/>
                    </a:cubicBezTo>
                    <a:cubicBezTo>
                      <a:pt x="4086" y="568"/>
                      <a:pt x="2808" y="1295"/>
                      <a:pt x="1755" y="2248"/>
                    </a:cubicBezTo>
                    <a:cubicBezTo>
                      <a:pt x="1354" y="2624"/>
                      <a:pt x="978" y="3050"/>
                      <a:pt x="652" y="3501"/>
                    </a:cubicBezTo>
                    <a:cubicBezTo>
                      <a:pt x="502" y="3701"/>
                      <a:pt x="351" y="3927"/>
                      <a:pt x="251" y="4127"/>
                    </a:cubicBezTo>
                    <a:cubicBezTo>
                      <a:pt x="151" y="4328"/>
                      <a:pt x="1" y="4603"/>
                      <a:pt x="76" y="4829"/>
                    </a:cubicBezTo>
                    <a:cubicBezTo>
                      <a:pt x="130" y="4991"/>
                      <a:pt x="307" y="5037"/>
                      <a:pt x="498" y="5037"/>
                    </a:cubicBezTo>
                    <a:cubicBezTo>
                      <a:pt x="662" y="5037"/>
                      <a:pt x="837" y="5003"/>
                      <a:pt x="953" y="4979"/>
                    </a:cubicBezTo>
                    <a:cubicBezTo>
                      <a:pt x="1179" y="4929"/>
                      <a:pt x="1429" y="4854"/>
                      <a:pt x="1655" y="4779"/>
                    </a:cubicBezTo>
                    <a:cubicBezTo>
                      <a:pt x="1930" y="4353"/>
                      <a:pt x="2231" y="3977"/>
                      <a:pt x="2582" y="3651"/>
                    </a:cubicBezTo>
                    <a:cubicBezTo>
                      <a:pt x="3309" y="2924"/>
                      <a:pt x="4211" y="2373"/>
                      <a:pt x="5164" y="1997"/>
                    </a:cubicBezTo>
                    <a:cubicBezTo>
                      <a:pt x="6042" y="1659"/>
                      <a:pt x="6960" y="1463"/>
                      <a:pt x="7883" y="1463"/>
                    </a:cubicBezTo>
                    <a:cubicBezTo>
                      <a:pt x="7987" y="1463"/>
                      <a:pt x="8092" y="1466"/>
                      <a:pt x="8196" y="1471"/>
                    </a:cubicBezTo>
                    <a:cubicBezTo>
                      <a:pt x="9224" y="1521"/>
                      <a:pt x="10226" y="1796"/>
                      <a:pt x="11128" y="2273"/>
                    </a:cubicBezTo>
                    <a:cubicBezTo>
                      <a:pt x="12056" y="2774"/>
                      <a:pt x="12858" y="3451"/>
                      <a:pt x="13484" y="4278"/>
                    </a:cubicBezTo>
                    <a:cubicBezTo>
                      <a:pt x="14136" y="5080"/>
                      <a:pt x="14612" y="6007"/>
                      <a:pt x="14863" y="6984"/>
                    </a:cubicBezTo>
                    <a:cubicBezTo>
                      <a:pt x="15164" y="8112"/>
                      <a:pt x="15189" y="9340"/>
                      <a:pt x="14863" y="10468"/>
                    </a:cubicBezTo>
                    <a:cubicBezTo>
                      <a:pt x="14537" y="11621"/>
                      <a:pt x="13810" y="12599"/>
                      <a:pt x="12908" y="13401"/>
                    </a:cubicBezTo>
                    <a:cubicBezTo>
                      <a:pt x="12006" y="14203"/>
                      <a:pt x="10978" y="14879"/>
                      <a:pt x="9875" y="15330"/>
                    </a:cubicBezTo>
                    <a:cubicBezTo>
                      <a:pt x="9276" y="15557"/>
                      <a:pt x="8641" y="15698"/>
                      <a:pt x="8012" y="15698"/>
                    </a:cubicBezTo>
                    <a:cubicBezTo>
                      <a:pt x="7458" y="15698"/>
                      <a:pt x="6908" y="15589"/>
                      <a:pt x="6392" y="15330"/>
                    </a:cubicBezTo>
                    <a:cubicBezTo>
                      <a:pt x="5840" y="15080"/>
                      <a:pt x="5364" y="14679"/>
                      <a:pt x="4913" y="14278"/>
                    </a:cubicBezTo>
                    <a:cubicBezTo>
                      <a:pt x="4487" y="13877"/>
                      <a:pt x="4086" y="13426"/>
                      <a:pt x="3760" y="12949"/>
                    </a:cubicBezTo>
                    <a:cubicBezTo>
                      <a:pt x="3434" y="12448"/>
                      <a:pt x="3234" y="11897"/>
                      <a:pt x="3184" y="11295"/>
                    </a:cubicBezTo>
                    <a:cubicBezTo>
                      <a:pt x="3133" y="10644"/>
                      <a:pt x="3284" y="9992"/>
                      <a:pt x="3484" y="9365"/>
                    </a:cubicBezTo>
                    <a:cubicBezTo>
                      <a:pt x="3685" y="8764"/>
                      <a:pt x="3961" y="8162"/>
                      <a:pt x="4236" y="7586"/>
                    </a:cubicBezTo>
                    <a:cubicBezTo>
                      <a:pt x="4487" y="7085"/>
                      <a:pt x="4763" y="6583"/>
                      <a:pt x="5113" y="6132"/>
                    </a:cubicBezTo>
                    <a:cubicBezTo>
                      <a:pt x="5464" y="5656"/>
                      <a:pt x="5915" y="5280"/>
                      <a:pt x="6442" y="5030"/>
                    </a:cubicBezTo>
                    <a:cubicBezTo>
                      <a:pt x="7018" y="4754"/>
                      <a:pt x="7620" y="4578"/>
                      <a:pt x="8246" y="4453"/>
                    </a:cubicBezTo>
                    <a:cubicBezTo>
                      <a:pt x="8616" y="4379"/>
                      <a:pt x="9002" y="4314"/>
                      <a:pt x="9391" y="4314"/>
                    </a:cubicBezTo>
                    <a:cubicBezTo>
                      <a:pt x="9662" y="4314"/>
                      <a:pt x="9934" y="4346"/>
                      <a:pt x="10201" y="4428"/>
                    </a:cubicBezTo>
                    <a:cubicBezTo>
                      <a:pt x="10727" y="4578"/>
                      <a:pt x="11204" y="4929"/>
                      <a:pt x="11555" y="5330"/>
                    </a:cubicBezTo>
                    <a:cubicBezTo>
                      <a:pt x="12306" y="6182"/>
                      <a:pt x="12682" y="7335"/>
                      <a:pt x="12582" y="8463"/>
                    </a:cubicBezTo>
                    <a:cubicBezTo>
                      <a:pt x="12457" y="9566"/>
                      <a:pt x="11905" y="10568"/>
                      <a:pt x="11078" y="11295"/>
                    </a:cubicBezTo>
                    <a:cubicBezTo>
                      <a:pt x="10355" y="11887"/>
                      <a:pt x="9440" y="12326"/>
                      <a:pt x="8501" y="12326"/>
                    </a:cubicBezTo>
                    <a:cubicBezTo>
                      <a:pt x="8366" y="12326"/>
                      <a:pt x="8231" y="12317"/>
                      <a:pt x="8096" y="12298"/>
                    </a:cubicBezTo>
                    <a:cubicBezTo>
                      <a:pt x="7595" y="12248"/>
                      <a:pt x="7093" y="11997"/>
                      <a:pt x="6768" y="11596"/>
                    </a:cubicBezTo>
                    <a:cubicBezTo>
                      <a:pt x="6417" y="11195"/>
                      <a:pt x="6266" y="10669"/>
                      <a:pt x="6266" y="10142"/>
                    </a:cubicBezTo>
                    <a:cubicBezTo>
                      <a:pt x="6291" y="8989"/>
                      <a:pt x="7118" y="7987"/>
                      <a:pt x="8071" y="7436"/>
                    </a:cubicBezTo>
                    <a:cubicBezTo>
                      <a:pt x="8428" y="7210"/>
                      <a:pt x="8856" y="7055"/>
                      <a:pt x="9290" y="7055"/>
                    </a:cubicBezTo>
                    <a:cubicBezTo>
                      <a:pt x="9435" y="7055"/>
                      <a:pt x="9581" y="7072"/>
                      <a:pt x="9725" y="7110"/>
                    </a:cubicBezTo>
                    <a:cubicBezTo>
                      <a:pt x="10026" y="7210"/>
                      <a:pt x="10326" y="7385"/>
                      <a:pt x="10527" y="7661"/>
                    </a:cubicBezTo>
                    <a:cubicBezTo>
                      <a:pt x="10502" y="7536"/>
                      <a:pt x="10477" y="7411"/>
                      <a:pt x="10452" y="7310"/>
                    </a:cubicBezTo>
                    <a:cubicBezTo>
                      <a:pt x="10301" y="6784"/>
                      <a:pt x="9951" y="6283"/>
                      <a:pt x="9424" y="6082"/>
                    </a:cubicBezTo>
                    <a:cubicBezTo>
                      <a:pt x="9205" y="5986"/>
                      <a:pt x="8974" y="5945"/>
                      <a:pt x="8740" y="5945"/>
                    </a:cubicBezTo>
                    <a:cubicBezTo>
                      <a:pt x="8305" y="5945"/>
                      <a:pt x="7860" y="6087"/>
                      <a:pt x="7469" y="6283"/>
                    </a:cubicBezTo>
                    <a:cubicBezTo>
                      <a:pt x="6768" y="6659"/>
                      <a:pt x="6141" y="7210"/>
                      <a:pt x="5690" y="7862"/>
                    </a:cubicBezTo>
                    <a:cubicBezTo>
                      <a:pt x="5214" y="8538"/>
                      <a:pt x="4888" y="9340"/>
                      <a:pt x="4913" y="10167"/>
                    </a:cubicBezTo>
                    <a:cubicBezTo>
                      <a:pt x="4963" y="11646"/>
                      <a:pt x="6041" y="13050"/>
                      <a:pt x="7469" y="13476"/>
                    </a:cubicBezTo>
                    <a:cubicBezTo>
                      <a:pt x="7769" y="13558"/>
                      <a:pt x="8072" y="13596"/>
                      <a:pt x="8372" y="13596"/>
                    </a:cubicBezTo>
                    <a:cubicBezTo>
                      <a:pt x="9805" y="13596"/>
                      <a:pt x="11199" y="12732"/>
                      <a:pt x="12131" y="11696"/>
                    </a:cubicBezTo>
                    <a:cubicBezTo>
                      <a:pt x="13108" y="10644"/>
                      <a:pt x="13735" y="9240"/>
                      <a:pt x="13710" y="7786"/>
                    </a:cubicBezTo>
                    <a:cubicBezTo>
                      <a:pt x="13710" y="7085"/>
                      <a:pt x="13560" y="6383"/>
                      <a:pt x="13234" y="5756"/>
                    </a:cubicBezTo>
                    <a:cubicBezTo>
                      <a:pt x="12908" y="5080"/>
                      <a:pt x="12382" y="4503"/>
                      <a:pt x="11780" y="4052"/>
                    </a:cubicBezTo>
                    <a:cubicBezTo>
                      <a:pt x="11003" y="3501"/>
                      <a:pt x="10076" y="3075"/>
                      <a:pt x="9123" y="2924"/>
                    </a:cubicBezTo>
                    <a:cubicBezTo>
                      <a:pt x="8918" y="2892"/>
                      <a:pt x="8709" y="2876"/>
                      <a:pt x="8498" y="2876"/>
                    </a:cubicBezTo>
                    <a:cubicBezTo>
                      <a:pt x="7889" y="2876"/>
                      <a:pt x="7270" y="3008"/>
                      <a:pt x="6692" y="3250"/>
                    </a:cubicBezTo>
                    <a:cubicBezTo>
                      <a:pt x="5164" y="3877"/>
                      <a:pt x="4061" y="5205"/>
                      <a:pt x="3284" y="6609"/>
                    </a:cubicBezTo>
                    <a:cubicBezTo>
                      <a:pt x="2582" y="7912"/>
                      <a:pt x="2031" y="9340"/>
                      <a:pt x="1981" y="10819"/>
                    </a:cubicBezTo>
                    <a:cubicBezTo>
                      <a:pt x="1956" y="11546"/>
                      <a:pt x="2056" y="12298"/>
                      <a:pt x="2331" y="13000"/>
                    </a:cubicBezTo>
                    <a:cubicBezTo>
                      <a:pt x="2657" y="13776"/>
                      <a:pt x="3159" y="14478"/>
                      <a:pt x="3785" y="15055"/>
                    </a:cubicBezTo>
                    <a:cubicBezTo>
                      <a:pt x="4387" y="15631"/>
                      <a:pt x="5088" y="16082"/>
                      <a:pt x="5865" y="16408"/>
                    </a:cubicBezTo>
                    <a:cubicBezTo>
                      <a:pt x="6542" y="16659"/>
                      <a:pt x="7269" y="16809"/>
                      <a:pt x="7996" y="16834"/>
                    </a:cubicBezTo>
                    <a:cubicBezTo>
                      <a:pt x="8070" y="16837"/>
                      <a:pt x="8145" y="16838"/>
                      <a:pt x="8219" y="16838"/>
                    </a:cubicBezTo>
                    <a:cubicBezTo>
                      <a:pt x="9620" y="16838"/>
                      <a:pt x="10991" y="16394"/>
                      <a:pt x="12181" y="15656"/>
                    </a:cubicBezTo>
                    <a:cubicBezTo>
                      <a:pt x="13509" y="14829"/>
                      <a:pt x="14562" y="13601"/>
                      <a:pt x="15239" y="12172"/>
                    </a:cubicBezTo>
                    <a:cubicBezTo>
                      <a:pt x="15565" y="11446"/>
                      <a:pt x="15815" y="10669"/>
                      <a:pt x="15966" y="9892"/>
                    </a:cubicBezTo>
                    <a:cubicBezTo>
                      <a:pt x="16141" y="9140"/>
                      <a:pt x="16216" y="8388"/>
                      <a:pt x="16191" y="7611"/>
                    </a:cubicBezTo>
                    <a:cubicBezTo>
                      <a:pt x="16141" y="6182"/>
                      <a:pt x="15690" y="4779"/>
                      <a:pt x="14838" y="3601"/>
                    </a:cubicBezTo>
                    <a:cubicBezTo>
                      <a:pt x="13835" y="2248"/>
                      <a:pt x="12382" y="1320"/>
                      <a:pt x="10828" y="694"/>
                    </a:cubicBezTo>
                    <a:cubicBezTo>
                      <a:pt x="9712" y="251"/>
                      <a:pt x="8532" y="1"/>
                      <a:pt x="7343" y="1"/>
                    </a:cubicBezTo>
                    <a:close/>
                  </a:path>
                </a:pathLst>
              </a:custGeom>
              <a:solidFill>
                <a:srgbClr val="7575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3" name="Google Shape;3663;p48"/>
              <p:cNvSpPr/>
              <p:nvPr/>
            </p:nvSpPr>
            <p:spPr>
              <a:xfrm>
                <a:off x="5294898" y="2015169"/>
                <a:ext cx="699866" cy="723494"/>
              </a:xfrm>
              <a:custGeom>
                <a:rect b="b" l="l" r="r" t="t"/>
                <a:pathLst>
                  <a:path extrusionOk="0" h="17178" w="16617">
                    <a:moveTo>
                      <a:pt x="7493" y="168"/>
                    </a:moveTo>
                    <a:cubicBezTo>
                      <a:pt x="8682" y="168"/>
                      <a:pt x="9862" y="418"/>
                      <a:pt x="10978" y="861"/>
                    </a:cubicBezTo>
                    <a:cubicBezTo>
                      <a:pt x="12532" y="1487"/>
                      <a:pt x="13985" y="2415"/>
                      <a:pt x="14988" y="3768"/>
                    </a:cubicBezTo>
                    <a:cubicBezTo>
                      <a:pt x="15840" y="4946"/>
                      <a:pt x="16291" y="6349"/>
                      <a:pt x="16341" y="7778"/>
                    </a:cubicBezTo>
                    <a:cubicBezTo>
                      <a:pt x="16366" y="8555"/>
                      <a:pt x="16291" y="9307"/>
                      <a:pt x="16116" y="10059"/>
                    </a:cubicBezTo>
                    <a:cubicBezTo>
                      <a:pt x="15965" y="10836"/>
                      <a:pt x="15715" y="11613"/>
                      <a:pt x="15389" y="12339"/>
                    </a:cubicBezTo>
                    <a:cubicBezTo>
                      <a:pt x="14712" y="13768"/>
                      <a:pt x="13659" y="14996"/>
                      <a:pt x="12331" y="15823"/>
                    </a:cubicBezTo>
                    <a:cubicBezTo>
                      <a:pt x="11141" y="16561"/>
                      <a:pt x="9770" y="17005"/>
                      <a:pt x="8369" y="17005"/>
                    </a:cubicBezTo>
                    <a:cubicBezTo>
                      <a:pt x="8295" y="17005"/>
                      <a:pt x="8220" y="17004"/>
                      <a:pt x="8146" y="17001"/>
                    </a:cubicBezTo>
                    <a:cubicBezTo>
                      <a:pt x="7419" y="16976"/>
                      <a:pt x="6692" y="16826"/>
                      <a:pt x="6015" y="16575"/>
                    </a:cubicBezTo>
                    <a:cubicBezTo>
                      <a:pt x="5238" y="16249"/>
                      <a:pt x="4537" y="15798"/>
                      <a:pt x="3935" y="15222"/>
                    </a:cubicBezTo>
                    <a:cubicBezTo>
                      <a:pt x="3309" y="14645"/>
                      <a:pt x="2807" y="13943"/>
                      <a:pt x="2481" y="13167"/>
                    </a:cubicBezTo>
                    <a:cubicBezTo>
                      <a:pt x="2206" y="12465"/>
                      <a:pt x="2106" y="11713"/>
                      <a:pt x="2131" y="10986"/>
                    </a:cubicBezTo>
                    <a:cubicBezTo>
                      <a:pt x="2181" y="9507"/>
                      <a:pt x="2732" y="8079"/>
                      <a:pt x="3434" y="6776"/>
                    </a:cubicBezTo>
                    <a:cubicBezTo>
                      <a:pt x="4211" y="5372"/>
                      <a:pt x="5314" y="4044"/>
                      <a:pt x="6842" y="3417"/>
                    </a:cubicBezTo>
                    <a:cubicBezTo>
                      <a:pt x="7420" y="3175"/>
                      <a:pt x="8039" y="3043"/>
                      <a:pt x="8648" y="3043"/>
                    </a:cubicBezTo>
                    <a:cubicBezTo>
                      <a:pt x="8859" y="3043"/>
                      <a:pt x="9068" y="3059"/>
                      <a:pt x="9273" y="3091"/>
                    </a:cubicBezTo>
                    <a:cubicBezTo>
                      <a:pt x="10226" y="3242"/>
                      <a:pt x="11153" y="3668"/>
                      <a:pt x="11930" y="4219"/>
                    </a:cubicBezTo>
                    <a:cubicBezTo>
                      <a:pt x="12532" y="4670"/>
                      <a:pt x="13058" y="5247"/>
                      <a:pt x="13384" y="5923"/>
                    </a:cubicBezTo>
                    <a:cubicBezTo>
                      <a:pt x="13710" y="6550"/>
                      <a:pt x="13860" y="7252"/>
                      <a:pt x="13860" y="7953"/>
                    </a:cubicBezTo>
                    <a:cubicBezTo>
                      <a:pt x="13885" y="9407"/>
                      <a:pt x="13258" y="10811"/>
                      <a:pt x="12281" y="11863"/>
                    </a:cubicBezTo>
                    <a:cubicBezTo>
                      <a:pt x="11349" y="12899"/>
                      <a:pt x="9955" y="13763"/>
                      <a:pt x="8522" y="13763"/>
                    </a:cubicBezTo>
                    <a:cubicBezTo>
                      <a:pt x="8222" y="13763"/>
                      <a:pt x="7919" y="13725"/>
                      <a:pt x="7619" y="13643"/>
                    </a:cubicBezTo>
                    <a:cubicBezTo>
                      <a:pt x="6191" y="13217"/>
                      <a:pt x="5113" y="11813"/>
                      <a:pt x="5063" y="10334"/>
                    </a:cubicBezTo>
                    <a:cubicBezTo>
                      <a:pt x="5038" y="9507"/>
                      <a:pt x="5364" y="8705"/>
                      <a:pt x="5840" y="8029"/>
                    </a:cubicBezTo>
                    <a:cubicBezTo>
                      <a:pt x="6291" y="7377"/>
                      <a:pt x="6918" y="6826"/>
                      <a:pt x="7619" y="6450"/>
                    </a:cubicBezTo>
                    <a:cubicBezTo>
                      <a:pt x="8010" y="6254"/>
                      <a:pt x="8455" y="6112"/>
                      <a:pt x="8890" y="6112"/>
                    </a:cubicBezTo>
                    <a:cubicBezTo>
                      <a:pt x="9124" y="6112"/>
                      <a:pt x="9355" y="6153"/>
                      <a:pt x="9574" y="6249"/>
                    </a:cubicBezTo>
                    <a:cubicBezTo>
                      <a:pt x="10101" y="6450"/>
                      <a:pt x="10451" y="6951"/>
                      <a:pt x="10602" y="7477"/>
                    </a:cubicBezTo>
                    <a:cubicBezTo>
                      <a:pt x="10627" y="7578"/>
                      <a:pt x="10652" y="7703"/>
                      <a:pt x="10677" y="7828"/>
                    </a:cubicBezTo>
                    <a:cubicBezTo>
                      <a:pt x="10476" y="7552"/>
                      <a:pt x="10176" y="7377"/>
                      <a:pt x="9875" y="7277"/>
                    </a:cubicBezTo>
                    <a:cubicBezTo>
                      <a:pt x="9731" y="7239"/>
                      <a:pt x="9585" y="7222"/>
                      <a:pt x="9440" y="7222"/>
                    </a:cubicBezTo>
                    <a:cubicBezTo>
                      <a:pt x="9006" y="7222"/>
                      <a:pt x="8578" y="7377"/>
                      <a:pt x="8221" y="7603"/>
                    </a:cubicBezTo>
                    <a:cubicBezTo>
                      <a:pt x="7268" y="8154"/>
                      <a:pt x="6441" y="9156"/>
                      <a:pt x="6416" y="10309"/>
                    </a:cubicBezTo>
                    <a:cubicBezTo>
                      <a:pt x="6416" y="10836"/>
                      <a:pt x="6567" y="11362"/>
                      <a:pt x="6918" y="11763"/>
                    </a:cubicBezTo>
                    <a:cubicBezTo>
                      <a:pt x="7243" y="12164"/>
                      <a:pt x="7745" y="12415"/>
                      <a:pt x="8246" y="12465"/>
                    </a:cubicBezTo>
                    <a:cubicBezTo>
                      <a:pt x="8381" y="12484"/>
                      <a:pt x="8516" y="12493"/>
                      <a:pt x="8651" y="12493"/>
                    </a:cubicBezTo>
                    <a:cubicBezTo>
                      <a:pt x="9590" y="12493"/>
                      <a:pt x="10505" y="12054"/>
                      <a:pt x="11228" y="11462"/>
                    </a:cubicBezTo>
                    <a:cubicBezTo>
                      <a:pt x="12055" y="10760"/>
                      <a:pt x="12607" y="9733"/>
                      <a:pt x="12732" y="8630"/>
                    </a:cubicBezTo>
                    <a:cubicBezTo>
                      <a:pt x="12832" y="7502"/>
                      <a:pt x="12456" y="6349"/>
                      <a:pt x="11705" y="5497"/>
                    </a:cubicBezTo>
                    <a:cubicBezTo>
                      <a:pt x="11354" y="5096"/>
                      <a:pt x="10877" y="4745"/>
                      <a:pt x="10351" y="4595"/>
                    </a:cubicBezTo>
                    <a:cubicBezTo>
                      <a:pt x="10084" y="4513"/>
                      <a:pt x="9812" y="4481"/>
                      <a:pt x="9541" y="4481"/>
                    </a:cubicBezTo>
                    <a:cubicBezTo>
                      <a:pt x="9152" y="4481"/>
                      <a:pt x="8766" y="4546"/>
                      <a:pt x="8396" y="4620"/>
                    </a:cubicBezTo>
                    <a:cubicBezTo>
                      <a:pt x="7770" y="4745"/>
                      <a:pt x="7168" y="4921"/>
                      <a:pt x="6592" y="5197"/>
                    </a:cubicBezTo>
                    <a:cubicBezTo>
                      <a:pt x="6065" y="5447"/>
                      <a:pt x="5614" y="5823"/>
                      <a:pt x="5263" y="6299"/>
                    </a:cubicBezTo>
                    <a:cubicBezTo>
                      <a:pt x="4913" y="6750"/>
                      <a:pt x="4637" y="7252"/>
                      <a:pt x="4386" y="7753"/>
                    </a:cubicBezTo>
                    <a:cubicBezTo>
                      <a:pt x="4111" y="8329"/>
                      <a:pt x="3835" y="8931"/>
                      <a:pt x="3634" y="9532"/>
                    </a:cubicBezTo>
                    <a:cubicBezTo>
                      <a:pt x="3434" y="10159"/>
                      <a:pt x="3283" y="10811"/>
                      <a:pt x="3334" y="11462"/>
                    </a:cubicBezTo>
                    <a:cubicBezTo>
                      <a:pt x="3384" y="12064"/>
                      <a:pt x="3584" y="12615"/>
                      <a:pt x="3910" y="13116"/>
                    </a:cubicBezTo>
                    <a:cubicBezTo>
                      <a:pt x="4236" y="13593"/>
                      <a:pt x="4637" y="14044"/>
                      <a:pt x="5063" y="14445"/>
                    </a:cubicBezTo>
                    <a:cubicBezTo>
                      <a:pt x="5514" y="14846"/>
                      <a:pt x="5990" y="15247"/>
                      <a:pt x="6542" y="15497"/>
                    </a:cubicBezTo>
                    <a:cubicBezTo>
                      <a:pt x="7058" y="15756"/>
                      <a:pt x="7608" y="15865"/>
                      <a:pt x="8162" y="15865"/>
                    </a:cubicBezTo>
                    <a:cubicBezTo>
                      <a:pt x="8791" y="15865"/>
                      <a:pt x="9426" y="15724"/>
                      <a:pt x="10025" y="15497"/>
                    </a:cubicBezTo>
                    <a:cubicBezTo>
                      <a:pt x="11128" y="15046"/>
                      <a:pt x="12156" y="14370"/>
                      <a:pt x="13058" y="13568"/>
                    </a:cubicBezTo>
                    <a:cubicBezTo>
                      <a:pt x="13960" y="12766"/>
                      <a:pt x="14687" y="11788"/>
                      <a:pt x="15013" y="10635"/>
                    </a:cubicBezTo>
                    <a:cubicBezTo>
                      <a:pt x="15339" y="9507"/>
                      <a:pt x="15314" y="8279"/>
                      <a:pt x="15013" y="7151"/>
                    </a:cubicBezTo>
                    <a:cubicBezTo>
                      <a:pt x="14762" y="6174"/>
                      <a:pt x="14286" y="5247"/>
                      <a:pt x="13634" y="4445"/>
                    </a:cubicBezTo>
                    <a:cubicBezTo>
                      <a:pt x="13008" y="3618"/>
                      <a:pt x="12206" y="2941"/>
                      <a:pt x="11278" y="2440"/>
                    </a:cubicBezTo>
                    <a:cubicBezTo>
                      <a:pt x="10376" y="1963"/>
                      <a:pt x="9374" y="1688"/>
                      <a:pt x="8346" y="1638"/>
                    </a:cubicBezTo>
                    <a:cubicBezTo>
                      <a:pt x="8242" y="1633"/>
                      <a:pt x="8137" y="1630"/>
                      <a:pt x="8032" y="1630"/>
                    </a:cubicBezTo>
                    <a:cubicBezTo>
                      <a:pt x="7106" y="1630"/>
                      <a:pt x="6169" y="1826"/>
                      <a:pt x="5314" y="2164"/>
                    </a:cubicBezTo>
                    <a:cubicBezTo>
                      <a:pt x="4361" y="2540"/>
                      <a:pt x="3459" y="3091"/>
                      <a:pt x="2732" y="3818"/>
                    </a:cubicBezTo>
                    <a:cubicBezTo>
                      <a:pt x="2381" y="4144"/>
                      <a:pt x="2080" y="4520"/>
                      <a:pt x="1805" y="4946"/>
                    </a:cubicBezTo>
                    <a:cubicBezTo>
                      <a:pt x="1579" y="5021"/>
                      <a:pt x="1329" y="5096"/>
                      <a:pt x="1103" y="5146"/>
                    </a:cubicBezTo>
                    <a:cubicBezTo>
                      <a:pt x="987" y="5170"/>
                      <a:pt x="812" y="5204"/>
                      <a:pt x="648" y="5204"/>
                    </a:cubicBezTo>
                    <a:cubicBezTo>
                      <a:pt x="457" y="5204"/>
                      <a:pt x="280" y="5158"/>
                      <a:pt x="226" y="4996"/>
                    </a:cubicBezTo>
                    <a:cubicBezTo>
                      <a:pt x="151" y="4770"/>
                      <a:pt x="301" y="4495"/>
                      <a:pt x="401" y="4294"/>
                    </a:cubicBezTo>
                    <a:cubicBezTo>
                      <a:pt x="501" y="4094"/>
                      <a:pt x="652" y="3868"/>
                      <a:pt x="802" y="3668"/>
                    </a:cubicBezTo>
                    <a:cubicBezTo>
                      <a:pt x="1128" y="3217"/>
                      <a:pt x="1504" y="2791"/>
                      <a:pt x="1905" y="2415"/>
                    </a:cubicBezTo>
                    <a:cubicBezTo>
                      <a:pt x="2958" y="1462"/>
                      <a:pt x="4236" y="735"/>
                      <a:pt x="5614" y="385"/>
                    </a:cubicBezTo>
                    <a:cubicBezTo>
                      <a:pt x="6237" y="237"/>
                      <a:pt x="6866" y="168"/>
                      <a:pt x="7493" y="168"/>
                    </a:cubicBezTo>
                    <a:close/>
                    <a:moveTo>
                      <a:pt x="7547" y="0"/>
                    </a:moveTo>
                    <a:cubicBezTo>
                      <a:pt x="6025" y="0"/>
                      <a:pt x="4556" y="424"/>
                      <a:pt x="3258" y="1212"/>
                    </a:cubicBezTo>
                    <a:cubicBezTo>
                      <a:pt x="2206" y="1838"/>
                      <a:pt x="1228" y="2715"/>
                      <a:pt x="552" y="3743"/>
                    </a:cubicBezTo>
                    <a:cubicBezTo>
                      <a:pt x="376" y="3968"/>
                      <a:pt x="226" y="4244"/>
                      <a:pt x="126" y="4495"/>
                    </a:cubicBezTo>
                    <a:cubicBezTo>
                      <a:pt x="50" y="4695"/>
                      <a:pt x="0" y="4946"/>
                      <a:pt x="100" y="5121"/>
                    </a:cubicBezTo>
                    <a:cubicBezTo>
                      <a:pt x="219" y="5315"/>
                      <a:pt x="453" y="5367"/>
                      <a:pt x="691" y="5367"/>
                    </a:cubicBezTo>
                    <a:cubicBezTo>
                      <a:pt x="855" y="5367"/>
                      <a:pt x="1021" y="5342"/>
                      <a:pt x="1153" y="5322"/>
                    </a:cubicBezTo>
                    <a:cubicBezTo>
                      <a:pt x="1404" y="5272"/>
                      <a:pt x="1654" y="5197"/>
                      <a:pt x="1905" y="5096"/>
                    </a:cubicBezTo>
                    <a:cubicBezTo>
                      <a:pt x="1930" y="5071"/>
                      <a:pt x="1930" y="5071"/>
                      <a:pt x="1955" y="5046"/>
                    </a:cubicBezTo>
                    <a:cubicBezTo>
                      <a:pt x="3033" y="3392"/>
                      <a:pt x="4837" y="2289"/>
                      <a:pt x="6767" y="1938"/>
                    </a:cubicBezTo>
                    <a:cubicBezTo>
                      <a:pt x="7201" y="1858"/>
                      <a:pt x="7645" y="1815"/>
                      <a:pt x="8090" y="1815"/>
                    </a:cubicBezTo>
                    <a:cubicBezTo>
                      <a:pt x="8623" y="1815"/>
                      <a:pt x="9156" y="1877"/>
                      <a:pt x="9674" y="2014"/>
                    </a:cubicBezTo>
                    <a:cubicBezTo>
                      <a:pt x="10627" y="2239"/>
                      <a:pt x="11529" y="2690"/>
                      <a:pt x="12281" y="3317"/>
                    </a:cubicBezTo>
                    <a:cubicBezTo>
                      <a:pt x="13810" y="4520"/>
                      <a:pt x="14888" y="6375"/>
                      <a:pt x="15038" y="8329"/>
                    </a:cubicBezTo>
                    <a:cubicBezTo>
                      <a:pt x="15138" y="9532"/>
                      <a:pt x="14938" y="10786"/>
                      <a:pt x="14311" y="11813"/>
                    </a:cubicBezTo>
                    <a:cubicBezTo>
                      <a:pt x="13760" y="12791"/>
                      <a:pt x="12908" y="13542"/>
                      <a:pt x="12005" y="14169"/>
                    </a:cubicBezTo>
                    <a:cubicBezTo>
                      <a:pt x="11053" y="14846"/>
                      <a:pt x="10000" y="15447"/>
                      <a:pt x="8847" y="15648"/>
                    </a:cubicBezTo>
                    <a:cubicBezTo>
                      <a:pt x="8627" y="15688"/>
                      <a:pt x="8402" y="15708"/>
                      <a:pt x="8177" y="15708"/>
                    </a:cubicBezTo>
                    <a:cubicBezTo>
                      <a:pt x="7839" y="15708"/>
                      <a:pt x="7499" y="15663"/>
                      <a:pt x="7168" y="15573"/>
                    </a:cubicBezTo>
                    <a:cubicBezTo>
                      <a:pt x="6592" y="15397"/>
                      <a:pt x="6065" y="15071"/>
                      <a:pt x="5614" y="14695"/>
                    </a:cubicBezTo>
                    <a:cubicBezTo>
                      <a:pt x="4787" y="13994"/>
                      <a:pt x="3935" y="13141"/>
                      <a:pt x="3609" y="12064"/>
                    </a:cubicBezTo>
                    <a:cubicBezTo>
                      <a:pt x="3258" y="10811"/>
                      <a:pt x="3785" y="9532"/>
                      <a:pt x="4286" y="8405"/>
                    </a:cubicBezTo>
                    <a:cubicBezTo>
                      <a:pt x="4712" y="7402"/>
                      <a:pt x="5213" y="6349"/>
                      <a:pt x="6090" y="5698"/>
                    </a:cubicBezTo>
                    <a:cubicBezTo>
                      <a:pt x="6567" y="5347"/>
                      <a:pt x="7118" y="5121"/>
                      <a:pt x="7695" y="4971"/>
                    </a:cubicBezTo>
                    <a:cubicBezTo>
                      <a:pt x="8252" y="4808"/>
                      <a:pt x="8852" y="4667"/>
                      <a:pt x="9435" y="4667"/>
                    </a:cubicBezTo>
                    <a:cubicBezTo>
                      <a:pt x="9482" y="4667"/>
                      <a:pt x="9528" y="4668"/>
                      <a:pt x="9574" y="4670"/>
                    </a:cubicBezTo>
                    <a:cubicBezTo>
                      <a:pt x="10176" y="4670"/>
                      <a:pt x="10727" y="4871"/>
                      <a:pt x="11178" y="5222"/>
                    </a:cubicBezTo>
                    <a:cubicBezTo>
                      <a:pt x="11604" y="5547"/>
                      <a:pt x="11930" y="5999"/>
                      <a:pt x="12156" y="6475"/>
                    </a:cubicBezTo>
                    <a:cubicBezTo>
                      <a:pt x="12632" y="7452"/>
                      <a:pt x="12707" y="8630"/>
                      <a:pt x="12306" y="9658"/>
                    </a:cubicBezTo>
                    <a:cubicBezTo>
                      <a:pt x="11930" y="10635"/>
                      <a:pt x="11153" y="11437"/>
                      <a:pt x="10226" y="11913"/>
                    </a:cubicBezTo>
                    <a:cubicBezTo>
                      <a:pt x="9748" y="12159"/>
                      <a:pt x="9174" y="12330"/>
                      <a:pt x="8613" y="12330"/>
                    </a:cubicBezTo>
                    <a:cubicBezTo>
                      <a:pt x="8143" y="12330"/>
                      <a:pt x="7682" y="12210"/>
                      <a:pt x="7294" y="11913"/>
                    </a:cubicBezTo>
                    <a:cubicBezTo>
                      <a:pt x="6892" y="11588"/>
                      <a:pt x="6667" y="11111"/>
                      <a:pt x="6617" y="10610"/>
                    </a:cubicBezTo>
                    <a:cubicBezTo>
                      <a:pt x="6542" y="10084"/>
                      <a:pt x="6692" y="9557"/>
                      <a:pt x="6943" y="9106"/>
                    </a:cubicBezTo>
                    <a:cubicBezTo>
                      <a:pt x="7218" y="8605"/>
                      <a:pt x="7644" y="8179"/>
                      <a:pt x="8096" y="7878"/>
                    </a:cubicBezTo>
                    <a:cubicBezTo>
                      <a:pt x="8466" y="7611"/>
                      <a:pt x="8920" y="7394"/>
                      <a:pt x="9390" y="7394"/>
                    </a:cubicBezTo>
                    <a:cubicBezTo>
                      <a:pt x="9493" y="7394"/>
                      <a:pt x="9596" y="7405"/>
                      <a:pt x="9700" y="7427"/>
                    </a:cubicBezTo>
                    <a:cubicBezTo>
                      <a:pt x="10176" y="7502"/>
                      <a:pt x="10602" y="7828"/>
                      <a:pt x="10727" y="8304"/>
                    </a:cubicBezTo>
                    <a:cubicBezTo>
                      <a:pt x="10738" y="8348"/>
                      <a:pt x="10768" y="8368"/>
                      <a:pt x="10799" y="8368"/>
                    </a:cubicBezTo>
                    <a:cubicBezTo>
                      <a:pt x="10838" y="8368"/>
                      <a:pt x="10877" y="8336"/>
                      <a:pt x="10877" y="8279"/>
                    </a:cubicBezTo>
                    <a:cubicBezTo>
                      <a:pt x="10903" y="7402"/>
                      <a:pt x="10502" y="6425"/>
                      <a:pt x="9649" y="6074"/>
                    </a:cubicBezTo>
                    <a:cubicBezTo>
                      <a:pt x="9413" y="5977"/>
                      <a:pt x="9170" y="5936"/>
                      <a:pt x="8926" y="5936"/>
                    </a:cubicBezTo>
                    <a:cubicBezTo>
                      <a:pt x="8474" y="5936"/>
                      <a:pt x="8018" y="6079"/>
                      <a:pt x="7594" y="6274"/>
                    </a:cubicBezTo>
                    <a:cubicBezTo>
                      <a:pt x="6867" y="6625"/>
                      <a:pt x="6241" y="7202"/>
                      <a:pt x="5740" y="7853"/>
                    </a:cubicBezTo>
                    <a:cubicBezTo>
                      <a:pt x="5263" y="8530"/>
                      <a:pt x="4913" y="9332"/>
                      <a:pt x="4887" y="10184"/>
                    </a:cubicBezTo>
                    <a:cubicBezTo>
                      <a:pt x="4887" y="10961"/>
                      <a:pt x="5138" y="11738"/>
                      <a:pt x="5589" y="12365"/>
                    </a:cubicBezTo>
                    <a:cubicBezTo>
                      <a:pt x="6015" y="12991"/>
                      <a:pt x="6642" y="13467"/>
                      <a:pt x="7369" y="13743"/>
                    </a:cubicBezTo>
                    <a:cubicBezTo>
                      <a:pt x="7745" y="13868"/>
                      <a:pt x="8137" y="13926"/>
                      <a:pt x="8528" y="13926"/>
                    </a:cubicBezTo>
                    <a:cubicBezTo>
                      <a:pt x="8996" y="13926"/>
                      <a:pt x="9463" y="13843"/>
                      <a:pt x="9900" y="13693"/>
                    </a:cubicBezTo>
                    <a:cubicBezTo>
                      <a:pt x="11504" y="13116"/>
                      <a:pt x="12832" y="11838"/>
                      <a:pt x="13509" y="10309"/>
                    </a:cubicBezTo>
                    <a:cubicBezTo>
                      <a:pt x="14111" y="8981"/>
                      <a:pt x="14236" y="7427"/>
                      <a:pt x="13659" y="6074"/>
                    </a:cubicBezTo>
                    <a:cubicBezTo>
                      <a:pt x="13334" y="5372"/>
                      <a:pt x="12857" y="4745"/>
                      <a:pt x="12256" y="4269"/>
                    </a:cubicBezTo>
                    <a:cubicBezTo>
                      <a:pt x="11504" y="3643"/>
                      <a:pt x="10577" y="3192"/>
                      <a:pt x="9624" y="2991"/>
                    </a:cubicBezTo>
                    <a:cubicBezTo>
                      <a:pt x="9293" y="2923"/>
                      <a:pt x="8958" y="2889"/>
                      <a:pt x="8623" y="2889"/>
                    </a:cubicBezTo>
                    <a:cubicBezTo>
                      <a:pt x="8098" y="2889"/>
                      <a:pt x="7573" y="2973"/>
                      <a:pt x="7068" y="3141"/>
                    </a:cubicBezTo>
                    <a:cubicBezTo>
                      <a:pt x="6266" y="3417"/>
                      <a:pt x="5564" y="3893"/>
                      <a:pt x="4963" y="4445"/>
                    </a:cubicBezTo>
                    <a:cubicBezTo>
                      <a:pt x="4336" y="5046"/>
                      <a:pt x="3835" y="5748"/>
                      <a:pt x="3409" y="6475"/>
                    </a:cubicBezTo>
                    <a:cubicBezTo>
                      <a:pt x="3033" y="7151"/>
                      <a:pt x="2707" y="7828"/>
                      <a:pt x="2456" y="8555"/>
                    </a:cubicBezTo>
                    <a:cubicBezTo>
                      <a:pt x="1955" y="9984"/>
                      <a:pt x="1755" y="11588"/>
                      <a:pt x="2281" y="13066"/>
                    </a:cubicBezTo>
                    <a:cubicBezTo>
                      <a:pt x="2557" y="13868"/>
                      <a:pt x="3058" y="14595"/>
                      <a:pt x="3659" y="15197"/>
                    </a:cubicBezTo>
                    <a:cubicBezTo>
                      <a:pt x="4286" y="15823"/>
                      <a:pt x="5013" y="16324"/>
                      <a:pt x="5815" y="16675"/>
                    </a:cubicBezTo>
                    <a:cubicBezTo>
                      <a:pt x="6619" y="17012"/>
                      <a:pt x="7492" y="17177"/>
                      <a:pt x="8368" y="17177"/>
                    </a:cubicBezTo>
                    <a:cubicBezTo>
                      <a:pt x="8993" y="17177"/>
                      <a:pt x="9620" y="17093"/>
                      <a:pt x="10226" y="16926"/>
                    </a:cubicBezTo>
                    <a:cubicBezTo>
                      <a:pt x="11730" y="16525"/>
                      <a:pt x="13108" y="15648"/>
                      <a:pt x="14161" y="14495"/>
                    </a:cubicBezTo>
                    <a:cubicBezTo>
                      <a:pt x="15289" y="13267"/>
                      <a:pt x="15965" y="11688"/>
                      <a:pt x="16291" y="10059"/>
                    </a:cubicBezTo>
                    <a:cubicBezTo>
                      <a:pt x="16617" y="8580"/>
                      <a:pt x="16617" y="7001"/>
                      <a:pt x="16116" y="5547"/>
                    </a:cubicBezTo>
                    <a:cubicBezTo>
                      <a:pt x="15614" y="4069"/>
                      <a:pt x="14612" y="2841"/>
                      <a:pt x="13334" y="1938"/>
                    </a:cubicBezTo>
                    <a:cubicBezTo>
                      <a:pt x="12582" y="1387"/>
                      <a:pt x="11730" y="961"/>
                      <a:pt x="10852" y="635"/>
                    </a:cubicBezTo>
                    <a:cubicBezTo>
                      <a:pt x="9925" y="259"/>
                      <a:pt x="8923" y="34"/>
                      <a:pt x="7920" y="9"/>
                    </a:cubicBezTo>
                    <a:cubicBezTo>
                      <a:pt x="7795" y="3"/>
                      <a:pt x="7671" y="0"/>
                      <a:pt x="754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4" name="Google Shape;3664;p48"/>
              <p:cNvSpPr/>
              <p:nvPr/>
            </p:nvSpPr>
            <p:spPr>
              <a:xfrm>
                <a:off x="4745979" y="933376"/>
                <a:ext cx="3279732" cy="3271898"/>
              </a:xfrm>
              <a:custGeom>
                <a:rect b="b" l="l" r="r" t="t"/>
                <a:pathLst>
                  <a:path extrusionOk="0" h="77685" w="77871">
                    <a:moveTo>
                      <a:pt x="39419" y="172"/>
                    </a:moveTo>
                    <a:cubicBezTo>
                      <a:pt x="42724" y="172"/>
                      <a:pt x="46021" y="628"/>
                      <a:pt x="49199" y="1583"/>
                    </a:cubicBezTo>
                    <a:cubicBezTo>
                      <a:pt x="51053" y="2135"/>
                      <a:pt x="52883" y="2661"/>
                      <a:pt x="54688" y="3413"/>
                    </a:cubicBezTo>
                    <a:cubicBezTo>
                      <a:pt x="56392" y="4165"/>
                      <a:pt x="58046" y="5042"/>
                      <a:pt x="59625" y="6069"/>
                    </a:cubicBezTo>
                    <a:cubicBezTo>
                      <a:pt x="62758" y="8074"/>
                      <a:pt x="65565" y="10581"/>
                      <a:pt x="67971" y="13438"/>
                    </a:cubicBezTo>
                    <a:cubicBezTo>
                      <a:pt x="70377" y="16320"/>
                      <a:pt x="72357" y="19528"/>
                      <a:pt x="73911" y="22937"/>
                    </a:cubicBezTo>
                    <a:cubicBezTo>
                      <a:pt x="75465" y="26345"/>
                      <a:pt x="76542" y="29979"/>
                      <a:pt x="77119" y="33664"/>
                    </a:cubicBezTo>
                    <a:cubicBezTo>
                      <a:pt x="77720" y="37348"/>
                      <a:pt x="77795" y="41132"/>
                      <a:pt x="77294" y="44816"/>
                    </a:cubicBezTo>
                    <a:cubicBezTo>
                      <a:pt x="76793" y="48626"/>
                      <a:pt x="75690" y="52335"/>
                      <a:pt x="73986" y="55794"/>
                    </a:cubicBezTo>
                    <a:cubicBezTo>
                      <a:pt x="72206" y="59353"/>
                      <a:pt x="69800" y="62611"/>
                      <a:pt x="66993" y="65443"/>
                    </a:cubicBezTo>
                    <a:cubicBezTo>
                      <a:pt x="64161" y="68275"/>
                      <a:pt x="60903" y="70656"/>
                      <a:pt x="57369" y="72561"/>
                    </a:cubicBezTo>
                    <a:cubicBezTo>
                      <a:pt x="53861" y="74466"/>
                      <a:pt x="50051" y="75869"/>
                      <a:pt x="46116" y="76696"/>
                    </a:cubicBezTo>
                    <a:cubicBezTo>
                      <a:pt x="43510" y="77231"/>
                      <a:pt x="40836" y="77521"/>
                      <a:pt x="38163" y="77521"/>
                    </a:cubicBezTo>
                    <a:cubicBezTo>
                      <a:pt x="36826" y="77521"/>
                      <a:pt x="35489" y="77448"/>
                      <a:pt x="34161" y="77298"/>
                    </a:cubicBezTo>
                    <a:cubicBezTo>
                      <a:pt x="32233" y="77072"/>
                      <a:pt x="30330" y="76697"/>
                      <a:pt x="28451" y="76171"/>
                    </a:cubicBezTo>
                    <a:lnTo>
                      <a:pt x="28451" y="76171"/>
                    </a:lnTo>
                    <a:cubicBezTo>
                      <a:pt x="28450" y="76171"/>
                      <a:pt x="28448" y="76170"/>
                      <a:pt x="28447" y="76170"/>
                    </a:cubicBezTo>
                    <a:lnTo>
                      <a:pt x="28447" y="76170"/>
                    </a:lnTo>
                    <a:cubicBezTo>
                      <a:pt x="28447" y="76170"/>
                      <a:pt x="28447" y="76170"/>
                      <a:pt x="28447" y="76170"/>
                    </a:cubicBezTo>
                    <a:cubicBezTo>
                      <a:pt x="24537" y="75042"/>
                      <a:pt x="20853" y="73238"/>
                      <a:pt x="17545" y="70882"/>
                    </a:cubicBezTo>
                    <a:cubicBezTo>
                      <a:pt x="14211" y="68501"/>
                      <a:pt x="11254" y="65594"/>
                      <a:pt x="8773" y="62335"/>
                    </a:cubicBezTo>
                    <a:cubicBezTo>
                      <a:pt x="6316" y="59077"/>
                      <a:pt x="4336" y="55468"/>
                      <a:pt x="2908" y="51634"/>
                    </a:cubicBezTo>
                    <a:cubicBezTo>
                      <a:pt x="1479" y="47849"/>
                      <a:pt x="627" y="43839"/>
                      <a:pt x="452" y="39779"/>
                    </a:cubicBezTo>
                    <a:cubicBezTo>
                      <a:pt x="276" y="35744"/>
                      <a:pt x="778" y="31709"/>
                      <a:pt x="1981" y="27849"/>
                    </a:cubicBezTo>
                    <a:cubicBezTo>
                      <a:pt x="3158" y="24090"/>
                      <a:pt x="4963" y="20531"/>
                      <a:pt x="7269" y="17323"/>
                    </a:cubicBezTo>
                    <a:cubicBezTo>
                      <a:pt x="9575" y="14089"/>
                      <a:pt x="12382" y="11182"/>
                      <a:pt x="15514" y="8751"/>
                    </a:cubicBezTo>
                    <a:cubicBezTo>
                      <a:pt x="18647" y="6295"/>
                      <a:pt x="22156" y="4290"/>
                      <a:pt x="25865" y="2811"/>
                    </a:cubicBezTo>
                    <a:cubicBezTo>
                      <a:pt x="29550" y="1383"/>
                      <a:pt x="33434" y="480"/>
                      <a:pt x="37369" y="230"/>
                    </a:cubicBezTo>
                    <a:cubicBezTo>
                      <a:pt x="38052" y="191"/>
                      <a:pt x="38736" y="172"/>
                      <a:pt x="39419" y="172"/>
                    </a:cubicBezTo>
                    <a:close/>
                    <a:moveTo>
                      <a:pt x="39524" y="0"/>
                    </a:moveTo>
                    <a:cubicBezTo>
                      <a:pt x="36732" y="0"/>
                      <a:pt x="33950" y="325"/>
                      <a:pt x="31229" y="957"/>
                    </a:cubicBezTo>
                    <a:cubicBezTo>
                      <a:pt x="27344" y="1884"/>
                      <a:pt x="23610" y="3388"/>
                      <a:pt x="20176" y="5393"/>
                    </a:cubicBezTo>
                    <a:cubicBezTo>
                      <a:pt x="16717" y="7398"/>
                      <a:pt x="13534" y="9904"/>
                      <a:pt x="10778" y="12786"/>
                    </a:cubicBezTo>
                    <a:cubicBezTo>
                      <a:pt x="8046" y="15668"/>
                      <a:pt x="5715" y="18927"/>
                      <a:pt x="3960" y="22486"/>
                    </a:cubicBezTo>
                    <a:cubicBezTo>
                      <a:pt x="2181" y="26044"/>
                      <a:pt x="1003" y="29879"/>
                      <a:pt x="502" y="33839"/>
                    </a:cubicBezTo>
                    <a:cubicBezTo>
                      <a:pt x="1" y="37899"/>
                      <a:pt x="226" y="42035"/>
                      <a:pt x="1078" y="46045"/>
                    </a:cubicBezTo>
                    <a:cubicBezTo>
                      <a:pt x="1930" y="50055"/>
                      <a:pt x="3434" y="53914"/>
                      <a:pt x="5414" y="57498"/>
                    </a:cubicBezTo>
                    <a:cubicBezTo>
                      <a:pt x="7419" y="61107"/>
                      <a:pt x="9951" y="64391"/>
                      <a:pt x="12908" y="67248"/>
                    </a:cubicBezTo>
                    <a:cubicBezTo>
                      <a:pt x="15840" y="70080"/>
                      <a:pt x="19199" y="72461"/>
                      <a:pt x="22858" y="74240"/>
                    </a:cubicBezTo>
                    <a:cubicBezTo>
                      <a:pt x="24635" y="75091"/>
                      <a:pt x="26488" y="75793"/>
                      <a:pt x="28391" y="76344"/>
                    </a:cubicBezTo>
                    <a:lnTo>
                      <a:pt x="28391" y="76344"/>
                    </a:lnTo>
                    <a:cubicBezTo>
                      <a:pt x="28393" y="76344"/>
                      <a:pt x="28395" y="76345"/>
                      <a:pt x="28397" y="76345"/>
                    </a:cubicBezTo>
                    <a:cubicBezTo>
                      <a:pt x="31590" y="77252"/>
                      <a:pt x="34884" y="77684"/>
                      <a:pt x="38197" y="77684"/>
                    </a:cubicBezTo>
                    <a:cubicBezTo>
                      <a:pt x="38914" y="77684"/>
                      <a:pt x="39633" y="77664"/>
                      <a:pt x="40352" y="77624"/>
                    </a:cubicBezTo>
                    <a:cubicBezTo>
                      <a:pt x="44387" y="77398"/>
                      <a:pt x="48372" y="76521"/>
                      <a:pt x="52156" y="75117"/>
                    </a:cubicBezTo>
                    <a:cubicBezTo>
                      <a:pt x="55916" y="73714"/>
                      <a:pt x="59500" y="71784"/>
                      <a:pt x="62708" y="69353"/>
                    </a:cubicBezTo>
                    <a:cubicBezTo>
                      <a:pt x="65916" y="66972"/>
                      <a:pt x="68773" y="64115"/>
                      <a:pt x="71104" y="60882"/>
                    </a:cubicBezTo>
                    <a:cubicBezTo>
                      <a:pt x="73435" y="57649"/>
                      <a:pt x="75214" y="54065"/>
                      <a:pt x="76342" y="50255"/>
                    </a:cubicBezTo>
                    <a:cubicBezTo>
                      <a:pt x="77394" y="46646"/>
                      <a:pt x="77871" y="42862"/>
                      <a:pt x="77770" y="39102"/>
                    </a:cubicBezTo>
                    <a:cubicBezTo>
                      <a:pt x="77695" y="35343"/>
                      <a:pt x="77094" y="31608"/>
                      <a:pt x="75991" y="27999"/>
                    </a:cubicBezTo>
                    <a:cubicBezTo>
                      <a:pt x="74913" y="24390"/>
                      <a:pt x="73309" y="20907"/>
                      <a:pt x="71304" y="17724"/>
                    </a:cubicBezTo>
                    <a:cubicBezTo>
                      <a:pt x="69299" y="14541"/>
                      <a:pt x="66843" y="11633"/>
                      <a:pt x="64011" y="9152"/>
                    </a:cubicBezTo>
                    <a:cubicBezTo>
                      <a:pt x="61179" y="6671"/>
                      <a:pt x="57996" y="4641"/>
                      <a:pt x="54537" y="3187"/>
                    </a:cubicBezTo>
                    <a:cubicBezTo>
                      <a:pt x="52733" y="2410"/>
                      <a:pt x="50853" y="1884"/>
                      <a:pt x="48948" y="1333"/>
                    </a:cubicBezTo>
                    <a:cubicBezTo>
                      <a:pt x="47043" y="781"/>
                      <a:pt x="45089" y="380"/>
                      <a:pt x="43109" y="180"/>
                    </a:cubicBezTo>
                    <a:cubicBezTo>
                      <a:pt x="41915" y="59"/>
                      <a:pt x="40718" y="0"/>
                      <a:pt x="3952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5" name="Google Shape;3665;p48"/>
            <p:cNvSpPr/>
            <p:nvPr/>
          </p:nvSpPr>
          <p:spPr>
            <a:xfrm>
              <a:off x="6951986" y="3711536"/>
              <a:ext cx="108790" cy="506716"/>
            </a:xfrm>
            <a:custGeom>
              <a:rect b="b" l="l" r="r" t="t"/>
              <a:pathLst>
                <a:path extrusionOk="0" h="12031" w="2583">
                  <a:moveTo>
                    <a:pt x="2181" y="0"/>
                  </a:moveTo>
                  <a:cubicBezTo>
                    <a:pt x="2056" y="75"/>
                    <a:pt x="1956" y="126"/>
                    <a:pt x="1830" y="201"/>
                  </a:cubicBezTo>
                  <a:cubicBezTo>
                    <a:pt x="978" y="652"/>
                    <a:pt x="302" y="827"/>
                    <a:pt x="1" y="903"/>
                  </a:cubicBezTo>
                  <a:cubicBezTo>
                    <a:pt x="151" y="4010"/>
                    <a:pt x="352" y="9549"/>
                    <a:pt x="452" y="12030"/>
                  </a:cubicBezTo>
                  <a:cubicBezTo>
                    <a:pt x="552" y="12005"/>
                    <a:pt x="652" y="11955"/>
                    <a:pt x="753" y="11930"/>
                  </a:cubicBezTo>
                  <a:cubicBezTo>
                    <a:pt x="903" y="11905"/>
                    <a:pt x="1053" y="11855"/>
                    <a:pt x="1204" y="11805"/>
                  </a:cubicBezTo>
                  <a:cubicBezTo>
                    <a:pt x="1730" y="10577"/>
                    <a:pt x="2357" y="8747"/>
                    <a:pt x="2457" y="6893"/>
                  </a:cubicBezTo>
                  <a:cubicBezTo>
                    <a:pt x="2582" y="4737"/>
                    <a:pt x="2357" y="2181"/>
                    <a:pt x="2231" y="652"/>
                  </a:cubicBezTo>
                  <a:cubicBezTo>
                    <a:pt x="2206" y="426"/>
                    <a:pt x="2206" y="201"/>
                    <a:pt x="2181"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6" name="Google Shape;3666;p48"/>
            <p:cNvSpPr/>
            <p:nvPr/>
          </p:nvSpPr>
          <p:spPr>
            <a:xfrm>
              <a:off x="6947774" y="3704123"/>
              <a:ext cx="118266" cy="519393"/>
            </a:xfrm>
            <a:custGeom>
              <a:rect b="b" l="l" r="r" t="t"/>
              <a:pathLst>
                <a:path extrusionOk="0" h="12332" w="2808">
                  <a:moveTo>
                    <a:pt x="2181" y="352"/>
                  </a:moveTo>
                  <a:cubicBezTo>
                    <a:pt x="2206" y="502"/>
                    <a:pt x="2231" y="652"/>
                    <a:pt x="2231" y="828"/>
                  </a:cubicBezTo>
                  <a:cubicBezTo>
                    <a:pt x="2356" y="2357"/>
                    <a:pt x="2582" y="4913"/>
                    <a:pt x="2457" y="7043"/>
                  </a:cubicBezTo>
                  <a:cubicBezTo>
                    <a:pt x="2356" y="8873"/>
                    <a:pt x="1730" y="10678"/>
                    <a:pt x="1229" y="11906"/>
                  </a:cubicBezTo>
                  <a:cubicBezTo>
                    <a:pt x="1103" y="11931"/>
                    <a:pt x="953" y="11981"/>
                    <a:pt x="828" y="12006"/>
                  </a:cubicBezTo>
                  <a:lnTo>
                    <a:pt x="652" y="12056"/>
                  </a:lnTo>
                  <a:cubicBezTo>
                    <a:pt x="552" y="9725"/>
                    <a:pt x="351" y="4287"/>
                    <a:pt x="201" y="1154"/>
                  </a:cubicBezTo>
                  <a:cubicBezTo>
                    <a:pt x="552" y="1079"/>
                    <a:pt x="1204" y="878"/>
                    <a:pt x="1980" y="452"/>
                  </a:cubicBezTo>
                  <a:cubicBezTo>
                    <a:pt x="2056" y="427"/>
                    <a:pt x="2131" y="377"/>
                    <a:pt x="2181" y="352"/>
                  </a:cubicBezTo>
                  <a:close/>
                  <a:moveTo>
                    <a:pt x="2381" y="1"/>
                  </a:moveTo>
                  <a:lnTo>
                    <a:pt x="2231" y="76"/>
                  </a:lnTo>
                  <a:cubicBezTo>
                    <a:pt x="2106" y="151"/>
                    <a:pt x="2006" y="226"/>
                    <a:pt x="1905" y="277"/>
                  </a:cubicBezTo>
                  <a:cubicBezTo>
                    <a:pt x="1028" y="728"/>
                    <a:pt x="326" y="928"/>
                    <a:pt x="76" y="978"/>
                  </a:cubicBezTo>
                  <a:lnTo>
                    <a:pt x="1" y="1003"/>
                  </a:lnTo>
                  <a:lnTo>
                    <a:pt x="1" y="1079"/>
                  </a:lnTo>
                  <a:cubicBezTo>
                    <a:pt x="151" y="4261"/>
                    <a:pt x="351" y="9926"/>
                    <a:pt x="452" y="12206"/>
                  </a:cubicBezTo>
                  <a:lnTo>
                    <a:pt x="452" y="12332"/>
                  </a:lnTo>
                  <a:lnTo>
                    <a:pt x="903" y="12206"/>
                  </a:lnTo>
                  <a:cubicBezTo>
                    <a:pt x="1028" y="12181"/>
                    <a:pt x="1178" y="12131"/>
                    <a:pt x="1329" y="12081"/>
                  </a:cubicBezTo>
                  <a:lnTo>
                    <a:pt x="1379" y="12081"/>
                  </a:lnTo>
                  <a:lnTo>
                    <a:pt x="1404" y="12031"/>
                  </a:lnTo>
                  <a:cubicBezTo>
                    <a:pt x="1905" y="10803"/>
                    <a:pt x="2557" y="8948"/>
                    <a:pt x="2657" y="7069"/>
                  </a:cubicBezTo>
                  <a:cubicBezTo>
                    <a:pt x="2808" y="4913"/>
                    <a:pt x="2582" y="2357"/>
                    <a:pt x="2432" y="803"/>
                  </a:cubicBezTo>
                  <a:cubicBezTo>
                    <a:pt x="2432" y="577"/>
                    <a:pt x="2407" y="352"/>
                    <a:pt x="2381" y="176"/>
                  </a:cubicBezTo>
                  <a:lnTo>
                    <a:pt x="2381"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7" name="Google Shape;3667;p48"/>
            <p:cNvSpPr/>
            <p:nvPr/>
          </p:nvSpPr>
          <p:spPr>
            <a:xfrm>
              <a:off x="6103316" y="3737902"/>
              <a:ext cx="167880" cy="496186"/>
            </a:xfrm>
            <a:custGeom>
              <a:rect b="b" l="l" r="r" t="t"/>
              <a:pathLst>
                <a:path extrusionOk="0" h="11781" w="3986">
                  <a:moveTo>
                    <a:pt x="401" y="1"/>
                  </a:moveTo>
                  <a:cubicBezTo>
                    <a:pt x="251" y="1404"/>
                    <a:pt x="0" y="4612"/>
                    <a:pt x="376" y="6868"/>
                  </a:cubicBezTo>
                  <a:cubicBezTo>
                    <a:pt x="877" y="9825"/>
                    <a:pt x="2406" y="11705"/>
                    <a:pt x="2481" y="11780"/>
                  </a:cubicBezTo>
                  <a:cubicBezTo>
                    <a:pt x="2456" y="11730"/>
                    <a:pt x="2431" y="11680"/>
                    <a:pt x="2431" y="11630"/>
                  </a:cubicBezTo>
                  <a:cubicBezTo>
                    <a:pt x="2456" y="11530"/>
                    <a:pt x="2481" y="11379"/>
                    <a:pt x="2507" y="11229"/>
                  </a:cubicBezTo>
                  <a:cubicBezTo>
                    <a:pt x="2933" y="8973"/>
                    <a:pt x="3835" y="2106"/>
                    <a:pt x="3985" y="878"/>
                  </a:cubicBezTo>
                  <a:cubicBezTo>
                    <a:pt x="2983" y="778"/>
                    <a:pt x="1629" y="402"/>
                    <a:pt x="727" y="126"/>
                  </a:cubicBezTo>
                  <a:cubicBezTo>
                    <a:pt x="602" y="76"/>
                    <a:pt x="502" y="51"/>
                    <a:pt x="401" y="1"/>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8" name="Google Shape;3668;p48"/>
            <p:cNvSpPr/>
            <p:nvPr/>
          </p:nvSpPr>
          <p:spPr>
            <a:xfrm>
              <a:off x="6098009" y="3732637"/>
              <a:ext cx="178452" cy="504610"/>
            </a:xfrm>
            <a:custGeom>
              <a:rect b="b" l="l" r="r" t="t"/>
              <a:pathLst>
                <a:path extrusionOk="0" h="11981" w="4237">
                  <a:moveTo>
                    <a:pt x="602" y="276"/>
                  </a:moveTo>
                  <a:cubicBezTo>
                    <a:pt x="678" y="301"/>
                    <a:pt x="753" y="326"/>
                    <a:pt x="828" y="351"/>
                  </a:cubicBezTo>
                  <a:cubicBezTo>
                    <a:pt x="1730" y="627"/>
                    <a:pt x="3008" y="978"/>
                    <a:pt x="4011" y="1103"/>
                  </a:cubicBezTo>
                  <a:cubicBezTo>
                    <a:pt x="3785" y="2657"/>
                    <a:pt x="2933" y="9148"/>
                    <a:pt x="2532" y="11354"/>
                  </a:cubicBezTo>
                  <a:cubicBezTo>
                    <a:pt x="2532" y="11429"/>
                    <a:pt x="2507" y="11529"/>
                    <a:pt x="2482" y="11580"/>
                  </a:cubicBezTo>
                  <a:cubicBezTo>
                    <a:pt x="2056" y="10978"/>
                    <a:pt x="1003" y="9324"/>
                    <a:pt x="602" y="6968"/>
                  </a:cubicBezTo>
                  <a:cubicBezTo>
                    <a:pt x="227" y="4762"/>
                    <a:pt x="477" y="1655"/>
                    <a:pt x="602" y="276"/>
                  </a:cubicBezTo>
                  <a:close/>
                  <a:moveTo>
                    <a:pt x="427" y="1"/>
                  </a:moveTo>
                  <a:lnTo>
                    <a:pt x="402" y="126"/>
                  </a:lnTo>
                  <a:cubicBezTo>
                    <a:pt x="277" y="1429"/>
                    <a:pt x="1" y="4712"/>
                    <a:pt x="402" y="7018"/>
                  </a:cubicBezTo>
                  <a:cubicBezTo>
                    <a:pt x="878" y="9875"/>
                    <a:pt x="2332" y="11730"/>
                    <a:pt x="2507" y="11955"/>
                  </a:cubicBezTo>
                  <a:cubicBezTo>
                    <a:pt x="2532" y="11955"/>
                    <a:pt x="2532" y="11981"/>
                    <a:pt x="2532" y="11981"/>
                  </a:cubicBezTo>
                  <a:lnTo>
                    <a:pt x="2683" y="11830"/>
                  </a:lnTo>
                  <a:cubicBezTo>
                    <a:pt x="2683" y="11830"/>
                    <a:pt x="2658" y="11805"/>
                    <a:pt x="2658" y="11780"/>
                  </a:cubicBezTo>
                  <a:cubicBezTo>
                    <a:pt x="2683" y="11680"/>
                    <a:pt x="2708" y="11529"/>
                    <a:pt x="2758" y="11379"/>
                  </a:cubicBezTo>
                  <a:cubicBezTo>
                    <a:pt x="3159" y="9123"/>
                    <a:pt x="4036" y="2356"/>
                    <a:pt x="4212" y="1028"/>
                  </a:cubicBezTo>
                  <a:lnTo>
                    <a:pt x="4237" y="928"/>
                  </a:lnTo>
                  <a:lnTo>
                    <a:pt x="4136" y="903"/>
                  </a:lnTo>
                  <a:cubicBezTo>
                    <a:pt x="3134" y="803"/>
                    <a:pt x="1831" y="427"/>
                    <a:pt x="903" y="151"/>
                  </a:cubicBezTo>
                  <a:cubicBezTo>
                    <a:pt x="778" y="101"/>
                    <a:pt x="653" y="76"/>
                    <a:pt x="552" y="26"/>
                  </a:cubicBezTo>
                  <a:lnTo>
                    <a:pt x="427"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9" name="Google Shape;3669;p48"/>
            <p:cNvSpPr/>
            <p:nvPr/>
          </p:nvSpPr>
          <p:spPr>
            <a:xfrm>
              <a:off x="6433687" y="3257633"/>
              <a:ext cx="314618" cy="139367"/>
            </a:xfrm>
            <a:custGeom>
              <a:rect b="b" l="l" r="r" t="t"/>
              <a:pathLst>
                <a:path extrusionOk="0" h="3309" w="7470">
                  <a:moveTo>
                    <a:pt x="176" y="0"/>
                  </a:moveTo>
                  <a:lnTo>
                    <a:pt x="26" y="1905"/>
                  </a:lnTo>
                  <a:lnTo>
                    <a:pt x="26" y="2055"/>
                  </a:lnTo>
                  <a:cubicBezTo>
                    <a:pt x="1" y="2106"/>
                    <a:pt x="26" y="2181"/>
                    <a:pt x="76" y="2206"/>
                  </a:cubicBezTo>
                  <a:cubicBezTo>
                    <a:pt x="101" y="2206"/>
                    <a:pt x="101" y="2231"/>
                    <a:pt x="151" y="2256"/>
                  </a:cubicBezTo>
                  <a:cubicBezTo>
                    <a:pt x="452" y="2456"/>
                    <a:pt x="1805" y="3309"/>
                    <a:pt x="3685" y="3309"/>
                  </a:cubicBezTo>
                  <a:cubicBezTo>
                    <a:pt x="4763" y="3309"/>
                    <a:pt x="6016" y="3008"/>
                    <a:pt x="7344" y="2156"/>
                  </a:cubicBezTo>
                  <a:cubicBezTo>
                    <a:pt x="7344" y="2131"/>
                    <a:pt x="7369" y="2131"/>
                    <a:pt x="7394" y="2106"/>
                  </a:cubicBezTo>
                  <a:cubicBezTo>
                    <a:pt x="7445" y="2080"/>
                    <a:pt x="7470" y="2005"/>
                    <a:pt x="7470" y="1930"/>
                  </a:cubicBezTo>
                  <a:lnTo>
                    <a:pt x="7445" y="1805"/>
                  </a:lnTo>
                  <a:lnTo>
                    <a:pt x="7094" y="75"/>
                  </a:lnTo>
                  <a:cubicBezTo>
                    <a:pt x="6968" y="101"/>
                    <a:pt x="6868" y="151"/>
                    <a:pt x="6743" y="176"/>
                  </a:cubicBezTo>
                  <a:cubicBezTo>
                    <a:pt x="6166" y="326"/>
                    <a:pt x="5565" y="451"/>
                    <a:pt x="4938" y="502"/>
                  </a:cubicBezTo>
                  <a:cubicBezTo>
                    <a:pt x="4512" y="527"/>
                    <a:pt x="4086" y="552"/>
                    <a:pt x="3685" y="552"/>
                  </a:cubicBezTo>
                  <a:cubicBezTo>
                    <a:pt x="2507" y="552"/>
                    <a:pt x="1455" y="376"/>
                    <a:pt x="527" y="126"/>
                  </a:cubicBezTo>
                  <a:cubicBezTo>
                    <a:pt x="402" y="75"/>
                    <a:pt x="302" y="50"/>
                    <a:pt x="176"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0" name="Google Shape;3670;p48"/>
            <p:cNvSpPr/>
            <p:nvPr/>
          </p:nvSpPr>
          <p:spPr>
            <a:xfrm>
              <a:off x="6429475" y="3252327"/>
              <a:ext cx="324094" cy="148885"/>
            </a:xfrm>
            <a:custGeom>
              <a:rect b="b" l="l" r="r" t="t"/>
              <a:pathLst>
                <a:path extrusionOk="0" h="3535" w="7695">
                  <a:moveTo>
                    <a:pt x="377" y="277"/>
                  </a:moveTo>
                  <a:cubicBezTo>
                    <a:pt x="452" y="302"/>
                    <a:pt x="527" y="327"/>
                    <a:pt x="602" y="352"/>
                  </a:cubicBezTo>
                  <a:cubicBezTo>
                    <a:pt x="1598" y="634"/>
                    <a:pt x="2679" y="775"/>
                    <a:pt x="3845" y="775"/>
                  </a:cubicBezTo>
                  <a:cubicBezTo>
                    <a:pt x="4233" y="775"/>
                    <a:pt x="4631" y="759"/>
                    <a:pt x="5038" y="728"/>
                  </a:cubicBezTo>
                  <a:cubicBezTo>
                    <a:pt x="5665" y="678"/>
                    <a:pt x="6291" y="552"/>
                    <a:pt x="6868" y="402"/>
                  </a:cubicBezTo>
                  <a:cubicBezTo>
                    <a:pt x="6943" y="377"/>
                    <a:pt x="7018" y="352"/>
                    <a:pt x="7119" y="327"/>
                  </a:cubicBezTo>
                  <a:lnTo>
                    <a:pt x="7469" y="2081"/>
                  </a:lnTo>
                  <a:cubicBezTo>
                    <a:pt x="7469" y="2106"/>
                    <a:pt x="7469" y="2131"/>
                    <a:pt x="7444" y="2156"/>
                  </a:cubicBezTo>
                  <a:lnTo>
                    <a:pt x="7369" y="2181"/>
                  </a:lnTo>
                  <a:cubicBezTo>
                    <a:pt x="6241" y="2933"/>
                    <a:pt x="5013" y="3334"/>
                    <a:pt x="3785" y="3334"/>
                  </a:cubicBezTo>
                  <a:cubicBezTo>
                    <a:pt x="1931" y="3334"/>
                    <a:pt x="552" y="2457"/>
                    <a:pt x="301" y="2282"/>
                  </a:cubicBezTo>
                  <a:cubicBezTo>
                    <a:pt x="276" y="2282"/>
                    <a:pt x="251" y="2257"/>
                    <a:pt x="251" y="2257"/>
                  </a:cubicBezTo>
                  <a:cubicBezTo>
                    <a:pt x="226" y="2232"/>
                    <a:pt x="226" y="2206"/>
                    <a:pt x="226" y="2181"/>
                  </a:cubicBezTo>
                  <a:lnTo>
                    <a:pt x="377" y="277"/>
                  </a:lnTo>
                  <a:close/>
                  <a:moveTo>
                    <a:pt x="176" y="1"/>
                  </a:moveTo>
                  <a:lnTo>
                    <a:pt x="26" y="2181"/>
                  </a:lnTo>
                  <a:cubicBezTo>
                    <a:pt x="1" y="2257"/>
                    <a:pt x="51" y="2357"/>
                    <a:pt x="126" y="2407"/>
                  </a:cubicBezTo>
                  <a:cubicBezTo>
                    <a:pt x="126" y="2407"/>
                    <a:pt x="151" y="2432"/>
                    <a:pt x="201" y="2457"/>
                  </a:cubicBezTo>
                  <a:cubicBezTo>
                    <a:pt x="452" y="2658"/>
                    <a:pt x="1855" y="3535"/>
                    <a:pt x="3785" y="3535"/>
                  </a:cubicBezTo>
                  <a:cubicBezTo>
                    <a:pt x="5063" y="3535"/>
                    <a:pt x="6317" y="3134"/>
                    <a:pt x="7520" y="2357"/>
                  </a:cubicBezTo>
                  <a:lnTo>
                    <a:pt x="7545" y="2332"/>
                  </a:lnTo>
                  <a:cubicBezTo>
                    <a:pt x="7645" y="2257"/>
                    <a:pt x="7695" y="2156"/>
                    <a:pt x="7670" y="2031"/>
                  </a:cubicBezTo>
                  <a:lnTo>
                    <a:pt x="7269" y="51"/>
                  </a:lnTo>
                  <a:lnTo>
                    <a:pt x="7144" y="101"/>
                  </a:lnTo>
                  <a:cubicBezTo>
                    <a:pt x="7043" y="126"/>
                    <a:pt x="6943" y="176"/>
                    <a:pt x="6818" y="201"/>
                  </a:cubicBezTo>
                  <a:cubicBezTo>
                    <a:pt x="6241" y="352"/>
                    <a:pt x="5640" y="452"/>
                    <a:pt x="5013" y="527"/>
                  </a:cubicBezTo>
                  <a:cubicBezTo>
                    <a:pt x="4618" y="559"/>
                    <a:pt x="4232" y="574"/>
                    <a:pt x="3853" y="574"/>
                  </a:cubicBezTo>
                  <a:cubicBezTo>
                    <a:pt x="2715" y="574"/>
                    <a:pt x="1649" y="433"/>
                    <a:pt x="652" y="151"/>
                  </a:cubicBezTo>
                  <a:cubicBezTo>
                    <a:pt x="527" y="101"/>
                    <a:pt x="427" y="76"/>
                    <a:pt x="301" y="51"/>
                  </a:cubicBezTo>
                  <a:lnTo>
                    <a:pt x="176"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1" name="Google Shape;3671;p48"/>
            <p:cNvSpPr/>
            <p:nvPr/>
          </p:nvSpPr>
          <p:spPr>
            <a:xfrm>
              <a:off x="6123364" y="2752010"/>
              <a:ext cx="4254" cy="7413"/>
            </a:xfrm>
            <a:custGeom>
              <a:rect b="b" l="l" r="r" t="t"/>
              <a:pathLst>
                <a:path extrusionOk="0" h="176" w="101">
                  <a:moveTo>
                    <a:pt x="101" y="0"/>
                  </a:moveTo>
                  <a:cubicBezTo>
                    <a:pt x="76" y="25"/>
                    <a:pt x="51" y="25"/>
                    <a:pt x="0" y="50"/>
                  </a:cubicBezTo>
                  <a:cubicBezTo>
                    <a:pt x="26" y="75"/>
                    <a:pt x="76" y="125"/>
                    <a:pt x="101" y="176"/>
                  </a:cubicBezTo>
                  <a:cubicBezTo>
                    <a:pt x="101" y="125"/>
                    <a:pt x="101" y="50"/>
                    <a:pt x="101"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2" name="Google Shape;3672;p48"/>
            <p:cNvSpPr/>
            <p:nvPr/>
          </p:nvSpPr>
          <p:spPr>
            <a:xfrm>
              <a:off x="6117046" y="2736174"/>
              <a:ext cx="11624" cy="17984"/>
            </a:xfrm>
            <a:custGeom>
              <a:rect b="b" l="l" r="r" t="t"/>
              <a:pathLst>
                <a:path extrusionOk="0" h="427" w="276">
                  <a:moveTo>
                    <a:pt x="276" y="0"/>
                  </a:moveTo>
                  <a:cubicBezTo>
                    <a:pt x="176" y="25"/>
                    <a:pt x="100" y="75"/>
                    <a:pt x="0" y="126"/>
                  </a:cubicBezTo>
                  <a:cubicBezTo>
                    <a:pt x="50" y="226"/>
                    <a:pt x="100" y="326"/>
                    <a:pt x="150" y="426"/>
                  </a:cubicBezTo>
                  <a:cubicBezTo>
                    <a:pt x="201" y="401"/>
                    <a:pt x="226" y="401"/>
                    <a:pt x="251" y="376"/>
                  </a:cubicBezTo>
                  <a:cubicBezTo>
                    <a:pt x="251" y="251"/>
                    <a:pt x="276" y="126"/>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3" name="Google Shape;3673;p48"/>
            <p:cNvSpPr/>
            <p:nvPr/>
          </p:nvSpPr>
          <p:spPr>
            <a:xfrm>
              <a:off x="6376702" y="2733015"/>
              <a:ext cx="143621" cy="150023"/>
            </a:xfrm>
            <a:custGeom>
              <a:rect b="b" l="l" r="r" t="t"/>
              <a:pathLst>
                <a:path extrusionOk="0" h="3562" w="3410">
                  <a:moveTo>
                    <a:pt x="3008" y="0"/>
                  </a:moveTo>
                  <a:cubicBezTo>
                    <a:pt x="2227" y="683"/>
                    <a:pt x="1114" y="1129"/>
                    <a:pt x="84" y="1129"/>
                  </a:cubicBezTo>
                  <a:cubicBezTo>
                    <a:pt x="56" y="1129"/>
                    <a:pt x="28" y="1129"/>
                    <a:pt x="1" y="1128"/>
                  </a:cubicBezTo>
                  <a:lnTo>
                    <a:pt x="1" y="1128"/>
                  </a:lnTo>
                  <a:cubicBezTo>
                    <a:pt x="51" y="1654"/>
                    <a:pt x="126" y="2155"/>
                    <a:pt x="402" y="2632"/>
                  </a:cubicBezTo>
                  <a:cubicBezTo>
                    <a:pt x="686" y="3135"/>
                    <a:pt x="1238" y="3562"/>
                    <a:pt x="1841" y="3562"/>
                  </a:cubicBezTo>
                  <a:cubicBezTo>
                    <a:pt x="1928" y="3562"/>
                    <a:pt x="2017" y="3553"/>
                    <a:pt x="2106" y="3534"/>
                  </a:cubicBezTo>
                  <a:cubicBezTo>
                    <a:pt x="2457" y="3434"/>
                    <a:pt x="2732" y="3233"/>
                    <a:pt x="2933" y="2957"/>
                  </a:cubicBezTo>
                  <a:lnTo>
                    <a:pt x="2933" y="2957"/>
                  </a:lnTo>
                  <a:cubicBezTo>
                    <a:pt x="2803" y="3087"/>
                    <a:pt x="2633" y="3162"/>
                    <a:pt x="2461" y="3162"/>
                  </a:cubicBezTo>
                  <a:cubicBezTo>
                    <a:pt x="2401" y="3162"/>
                    <a:pt x="2340" y="3153"/>
                    <a:pt x="2281" y="3133"/>
                  </a:cubicBezTo>
                  <a:cubicBezTo>
                    <a:pt x="1980" y="3008"/>
                    <a:pt x="1855" y="2556"/>
                    <a:pt x="2031" y="2130"/>
                  </a:cubicBezTo>
                  <a:cubicBezTo>
                    <a:pt x="2153" y="1784"/>
                    <a:pt x="2442" y="1570"/>
                    <a:pt x="2720" y="1570"/>
                  </a:cubicBezTo>
                  <a:cubicBezTo>
                    <a:pt x="2784" y="1570"/>
                    <a:pt x="2847" y="1581"/>
                    <a:pt x="2908" y="1604"/>
                  </a:cubicBezTo>
                  <a:cubicBezTo>
                    <a:pt x="3158" y="1704"/>
                    <a:pt x="3284" y="2030"/>
                    <a:pt x="3234" y="2356"/>
                  </a:cubicBezTo>
                  <a:cubicBezTo>
                    <a:pt x="3284" y="2206"/>
                    <a:pt x="3334" y="2055"/>
                    <a:pt x="3334" y="1905"/>
                  </a:cubicBezTo>
                  <a:cubicBezTo>
                    <a:pt x="3409" y="1253"/>
                    <a:pt x="3234" y="627"/>
                    <a:pt x="300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4" name="Google Shape;3674;p48"/>
            <p:cNvSpPr/>
            <p:nvPr/>
          </p:nvSpPr>
          <p:spPr>
            <a:xfrm>
              <a:off x="5718024" y="1865306"/>
              <a:ext cx="1646752" cy="1316340"/>
            </a:xfrm>
            <a:custGeom>
              <a:rect b="b" l="l" r="r" t="t"/>
              <a:pathLst>
                <a:path extrusionOk="0" h="31254" w="39099">
                  <a:moveTo>
                    <a:pt x="9750" y="20677"/>
                  </a:moveTo>
                  <a:cubicBezTo>
                    <a:pt x="9750" y="20803"/>
                    <a:pt x="9725" y="20928"/>
                    <a:pt x="9725" y="21053"/>
                  </a:cubicBezTo>
                  <a:cubicBezTo>
                    <a:pt x="9725" y="21103"/>
                    <a:pt x="9725" y="21178"/>
                    <a:pt x="9725" y="21229"/>
                  </a:cubicBezTo>
                  <a:cubicBezTo>
                    <a:pt x="9700" y="21178"/>
                    <a:pt x="9650" y="21128"/>
                    <a:pt x="9624" y="21103"/>
                  </a:cubicBezTo>
                  <a:cubicBezTo>
                    <a:pt x="9574" y="21003"/>
                    <a:pt x="9524" y="20903"/>
                    <a:pt x="9474" y="20803"/>
                  </a:cubicBezTo>
                  <a:cubicBezTo>
                    <a:pt x="9574" y="20752"/>
                    <a:pt x="9650" y="20702"/>
                    <a:pt x="9750" y="20677"/>
                  </a:cubicBezTo>
                  <a:close/>
                  <a:moveTo>
                    <a:pt x="23026" y="1"/>
                  </a:moveTo>
                  <a:cubicBezTo>
                    <a:pt x="19822" y="1"/>
                    <a:pt x="17357" y="1886"/>
                    <a:pt x="16792" y="2356"/>
                  </a:cubicBezTo>
                  <a:cubicBezTo>
                    <a:pt x="15414" y="1177"/>
                    <a:pt x="14035" y="588"/>
                    <a:pt x="12694" y="588"/>
                  </a:cubicBezTo>
                  <a:cubicBezTo>
                    <a:pt x="12353" y="588"/>
                    <a:pt x="12015" y="626"/>
                    <a:pt x="11680" y="702"/>
                  </a:cubicBezTo>
                  <a:cubicBezTo>
                    <a:pt x="8572" y="1404"/>
                    <a:pt x="6792" y="5063"/>
                    <a:pt x="6567" y="5589"/>
                  </a:cubicBezTo>
                  <a:cubicBezTo>
                    <a:pt x="0" y="9148"/>
                    <a:pt x="2106" y="14938"/>
                    <a:pt x="2406" y="15715"/>
                  </a:cubicBezTo>
                  <a:cubicBezTo>
                    <a:pt x="1003" y="18271"/>
                    <a:pt x="627" y="20502"/>
                    <a:pt x="1304" y="22331"/>
                  </a:cubicBezTo>
                  <a:cubicBezTo>
                    <a:pt x="2005" y="24261"/>
                    <a:pt x="3634" y="25113"/>
                    <a:pt x="4111" y="25339"/>
                  </a:cubicBezTo>
                  <a:cubicBezTo>
                    <a:pt x="3885" y="27419"/>
                    <a:pt x="4386" y="28998"/>
                    <a:pt x="5564" y="30001"/>
                  </a:cubicBezTo>
                  <a:cubicBezTo>
                    <a:pt x="6717" y="30953"/>
                    <a:pt x="8321" y="31254"/>
                    <a:pt x="9850" y="31254"/>
                  </a:cubicBezTo>
                  <a:cubicBezTo>
                    <a:pt x="11379" y="31254"/>
                    <a:pt x="12782" y="30953"/>
                    <a:pt x="13534" y="30778"/>
                  </a:cubicBezTo>
                  <a:cubicBezTo>
                    <a:pt x="13434" y="30677"/>
                    <a:pt x="13334" y="30577"/>
                    <a:pt x="13259" y="30477"/>
                  </a:cubicBezTo>
                  <a:cubicBezTo>
                    <a:pt x="11855" y="28898"/>
                    <a:pt x="11329" y="27219"/>
                    <a:pt x="11178" y="26742"/>
                  </a:cubicBezTo>
                  <a:cubicBezTo>
                    <a:pt x="10727" y="26742"/>
                    <a:pt x="9274" y="26617"/>
                    <a:pt x="8371" y="25715"/>
                  </a:cubicBezTo>
                  <a:cubicBezTo>
                    <a:pt x="7845" y="25214"/>
                    <a:pt x="7594" y="24537"/>
                    <a:pt x="7594" y="23735"/>
                  </a:cubicBezTo>
                  <a:cubicBezTo>
                    <a:pt x="7594" y="22206"/>
                    <a:pt x="8421" y="21354"/>
                    <a:pt x="9274" y="20903"/>
                  </a:cubicBezTo>
                  <a:cubicBezTo>
                    <a:pt x="9324" y="21003"/>
                    <a:pt x="9374" y="21103"/>
                    <a:pt x="9449" y="21204"/>
                  </a:cubicBezTo>
                  <a:cubicBezTo>
                    <a:pt x="9524" y="21354"/>
                    <a:pt x="9624" y="21504"/>
                    <a:pt x="9725" y="21655"/>
                  </a:cubicBezTo>
                  <a:cubicBezTo>
                    <a:pt x="9746" y="21697"/>
                    <a:pt x="9784" y="21717"/>
                    <a:pt x="9822" y="21717"/>
                  </a:cubicBezTo>
                  <a:cubicBezTo>
                    <a:pt x="9874" y="21717"/>
                    <a:pt x="9925" y="21678"/>
                    <a:pt x="9925" y="21605"/>
                  </a:cubicBezTo>
                  <a:cubicBezTo>
                    <a:pt x="9925" y="21379"/>
                    <a:pt x="9925" y="21178"/>
                    <a:pt x="9950" y="20953"/>
                  </a:cubicBezTo>
                  <a:cubicBezTo>
                    <a:pt x="9950" y="20828"/>
                    <a:pt x="9975" y="20702"/>
                    <a:pt x="9975" y="20577"/>
                  </a:cubicBezTo>
                  <a:cubicBezTo>
                    <a:pt x="10577" y="20376"/>
                    <a:pt x="11053" y="20326"/>
                    <a:pt x="11053" y="20326"/>
                  </a:cubicBezTo>
                  <a:lnTo>
                    <a:pt x="11103" y="20326"/>
                  </a:lnTo>
                  <a:cubicBezTo>
                    <a:pt x="11123" y="20331"/>
                    <a:pt x="11221" y="20350"/>
                    <a:pt x="11381" y="20350"/>
                  </a:cubicBezTo>
                  <a:cubicBezTo>
                    <a:pt x="12045" y="20350"/>
                    <a:pt x="13759" y="20021"/>
                    <a:pt x="15113" y="16968"/>
                  </a:cubicBezTo>
                  <a:cubicBezTo>
                    <a:pt x="15132" y="16891"/>
                    <a:pt x="15195" y="16859"/>
                    <a:pt x="15269" y="16859"/>
                  </a:cubicBezTo>
                  <a:cubicBezTo>
                    <a:pt x="15291" y="16859"/>
                    <a:pt x="15315" y="16862"/>
                    <a:pt x="15339" y="16868"/>
                  </a:cubicBezTo>
                  <a:cubicBezTo>
                    <a:pt x="15339" y="16868"/>
                    <a:pt x="15919" y="17074"/>
                    <a:pt x="16708" y="17074"/>
                  </a:cubicBezTo>
                  <a:cubicBezTo>
                    <a:pt x="17210" y="17074"/>
                    <a:pt x="17796" y="16990"/>
                    <a:pt x="18371" y="16717"/>
                  </a:cubicBezTo>
                  <a:cubicBezTo>
                    <a:pt x="19399" y="16241"/>
                    <a:pt x="20176" y="15314"/>
                    <a:pt x="20652" y="13910"/>
                  </a:cubicBezTo>
                  <a:cubicBezTo>
                    <a:pt x="20677" y="13860"/>
                    <a:pt x="20727" y="13835"/>
                    <a:pt x="20777" y="13810"/>
                  </a:cubicBezTo>
                  <a:cubicBezTo>
                    <a:pt x="20802" y="13798"/>
                    <a:pt x="20828" y="13791"/>
                    <a:pt x="20853" y="13791"/>
                  </a:cubicBezTo>
                  <a:cubicBezTo>
                    <a:pt x="20878" y="13791"/>
                    <a:pt x="20903" y="13798"/>
                    <a:pt x="20928" y="13810"/>
                  </a:cubicBezTo>
                  <a:cubicBezTo>
                    <a:pt x="20999" y="13867"/>
                    <a:pt x="22194" y="14515"/>
                    <a:pt x="23575" y="14515"/>
                  </a:cubicBezTo>
                  <a:cubicBezTo>
                    <a:pt x="24608" y="14515"/>
                    <a:pt x="25744" y="14152"/>
                    <a:pt x="26592" y="12908"/>
                  </a:cubicBezTo>
                  <a:cubicBezTo>
                    <a:pt x="26617" y="12833"/>
                    <a:pt x="26692" y="12808"/>
                    <a:pt x="26742" y="12808"/>
                  </a:cubicBezTo>
                  <a:cubicBezTo>
                    <a:pt x="26818" y="12833"/>
                    <a:pt x="26868" y="12858"/>
                    <a:pt x="26893" y="12933"/>
                  </a:cubicBezTo>
                  <a:cubicBezTo>
                    <a:pt x="26943" y="13008"/>
                    <a:pt x="27820" y="14938"/>
                    <a:pt x="30427" y="15138"/>
                  </a:cubicBezTo>
                  <a:cubicBezTo>
                    <a:pt x="30502" y="15138"/>
                    <a:pt x="30577" y="15188"/>
                    <a:pt x="30602" y="15264"/>
                  </a:cubicBezTo>
                  <a:cubicBezTo>
                    <a:pt x="31229" y="18071"/>
                    <a:pt x="31429" y="22908"/>
                    <a:pt x="29975" y="26918"/>
                  </a:cubicBezTo>
                  <a:cubicBezTo>
                    <a:pt x="29925" y="27043"/>
                    <a:pt x="29875" y="27169"/>
                    <a:pt x="29850" y="27294"/>
                  </a:cubicBezTo>
                  <a:cubicBezTo>
                    <a:pt x="31354" y="27118"/>
                    <a:pt x="32532" y="26567"/>
                    <a:pt x="33359" y="25640"/>
                  </a:cubicBezTo>
                  <a:cubicBezTo>
                    <a:pt x="34838" y="24036"/>
                    <a:pt x="34762" y="21830"/>
                    <a:pt x="34737" y="21354"/>
                  </a:cubicBezTo>
                  <a:cubicBezTo>
                    <a:pt x="37745" y="18848"/>
                    <a:pt x="36116" y="16141"/>
                    <a:pt x="35740" y="15589"/>
                  </a:cubicBezTo>
                  <a:cubicBezTo>
                    <a:pt x="39098" y="9574"/>
                    <a:pt x="34988" y="6366"/>
                    <a:pt x="34487" y="6016"/>
                  </a:cubicBezTo>
                  <a:cubicBezTo>
                    <a:pt x="34061" y="4963"/>
                    <a:pt x="33459" y="4261"/>
                    <a:pt x="32657" y="3960"/>
                  </a:cubicBezTo>
                  <a:cubicBezTo>
                    <a:pt x="32329" y="3839"/>
                    <a:pt x="32007" y="3796"/>
                    <a:pt x="31712" y="3796"/>
                  </a:cubicBezTo>
                  <a:cubicBezTo>
                    <a:pt x="31151" y="3796"/>
                    <a:pt x="30690" y="3953"/>
                    <a:pt x="30477" y="4036"/>
                  </a:cubicBezTo>
                  <a:cubicBezTo>
                    <a:pt x="28447" y="1579"/>
                    <a:pt x="26141" y="226"/>
                    <a:pt x="23660" y="26"/>
                  </a:cubicBezTo>
                  <a:cubicBezTo>
                    <a:pt x="23446" y="9"/>
                    <a:pt x="23234" y="1"/>
                    <a:pt x="230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5" name="Google Shape;3675;p48"/>
            <p:cNvSpPr/>
            <p:nvPr/>
          </p:nvSpPr>
          <p:spPr>
            <a:xfrm>
              <a:off x="5716971" y="1861052"/>
              <a:ext cx="1650964" cy="1324806"/>
            </a:xfrm>
            <a:custGeom>
              <a:rect b="b" l="l" r="r" t="t"/>
              <a:pathLst>
                <a:path extrusionOk="0" h="31455" w="39199">
                  <a:moveTo>
                    <a:pt x="23064" y="202"/>
                  </a:moveTo>
                  <a:cubicBezTo>
                    <a:pt x="23268" y="202"/>
                    <a:pt x="23475" y="210"/>
                    <a:pt x="23685" y="227"/>
                  </a:cubicBezTo>
                  <a:cubicBezTo>
                    <a:pt x="26141" y="427"/>
                    <a:pt x="28396" y="1756"/>
                    <a:pt x="30427" y="4212"/>
                  </a:cubicBezTo>
                  <a:lnTo>
                    <a:pt x="30477" y="4262"/>
                  </a:lnTo>
                  <a:lnTo>
                    <a:pt x="30552" y="4237"/>
                  </a:lnTo>
                  <a:cubicBezTo>
                    <a:pt x="30765" y="4155"/>
                    <a:pt x="31216" y="3997"/>
                    <a:pt x="31755" y="3997"/>
                  </a:cubicBezTo>
                  <a:cubicBezTo>
                    <a:pt x="32038" y="3997"/>
                    <a:pt x="32346" y="4041"/>
                    <a:pt x="32657" y="4162"/>
                  </a:cubicBezTo>
                  <a:cubicBezTo>
                    <a:pt x="33409" y="4437"/>
                    <a:pt x="34011" y="5114"/>
                    <a:pt x="34412" y="6142"/>
                  </a:cubicBezTo>
                  <a:lnTo>
                    <a:pt x="34437" y="6192"/>
                  </a:lnTo>
                  <a:lnTo>
                    <a:pt x="34462" y="6192"/>
                  </a:lnTo>
                  <a:cubicBezTo>
                    <a:pt x="34938" y="6543"/>
                    <a:pt x="38998" y="9700"/>
                    <a:pt x="35690" y="15640"/>
                  </a:cubicBezTo>
                  <a:lnTo>
                    <a:pt x="35665" y="15690"/>
                  </a:lnTo>
                  <a:lnTo>
                    <a:pt x="35690" y="15741"/>
                  </a:lnTo>
                  <a:cubicBezTo>
                    <a:pt x="36041" y="16267"/>
                    <a:pt x="37620" y="18924"/>
                    <a:pt x="34687" y="21355"/>
                  </a:cubicBezTo>
                  <a:lnTo>
                    <a:pt x="34637" y="21405"/>
                  </a:lnTo>
                  <a:lnTo>
                    <a:pt x="34637" y="21455"/>
                  </a:lnTo>
                  <a:cubicBezTo>
                    <a:pt x="34687" y="21881"/>
                    <a:pt x="34762" y="24087"/>
                    <a:pt x="33309" y="25691"/>
                  </a:cubicBezTo>
                  <a:cubicBezTo>
                    <a:pt x="32532" y="26543"/>
                    <a:pt x="31429" y="27069"/>
                    <a:pt x="30026" y="27270"/>
                  </a:cubicBezTo>
                  <a:cubicBezTo>
                    <a:pt x="30051" y="27194"/>
                    <a:pt x="30076" y="27119"/>
                    <a:pt x="30101" y="27044"/>
                  </a:cubicBezTo>
                  <a:cubicBezTo>
                    <a:pt x="31504" y="23209"/>
                    <a:pt x="31429" y="18397"/>
                    <a:pt x="30727" y="15340"/>
                  </a:cubicBezTo>
                  <a:cubicBezTo>
                    <a:pt x="30702" y="15239"/>
                    <a:pt x="30602" y="15139"/>
                    <a:pt x="30477" y="15139"/>
                  </a:cubicBezTo>
                  <a:cubicBezTo>
                    <a:pt x="27920" y="14939"/>
                    <a:pt x="27043" y="13059"/>
                    <a:pt x="27018" y="12984"/>
                  </a:cubicBezTo>
                  <a:cubicBezTo>
                    <a:pt x="26968" y="12883"/>
                    <a:pt x="26893" y="12833"/>
                    <a:pt x="26767" y="12808"/>
                  </a:cubicBezTo>
                  <a:cubicBezTo>
                    <a:pt x="26692" y="12808"/>
                    <a:pt x="26592" y="12858"/>
                    <a:pt x="26517" y="12934"/>
                  </a:cubicBezTo>
                  <a:cubicBezTo>
                    <a:pt x="25699" y="14149"/>
                    <a:pt x="24591" y="14501"/>
                    <a:pt x="23582" y="14501"/>
                  </a:cubicBezTo>
                  <a:cubicBezTo>
                    <a:pt x="22240" y="14501"/>
                    <a:pt x="21074" y="13879"/>
                    <a:pt x="21003" y="13836"/>
                  </a:cubicBezTo>
                  <a:cubicBezTo>
                    <a:pt x="20959" y="13806"/>
                    <a:pt x="20906" y="13794"/>
                    <a:pt x="20855" y="13794"/>
                  </a:cubicBezTo>
                  <a:cubicBezTo>
                    <a:pt x="20819" y="13794"/>
                    <a:pt x="20783" y="13800"/>
                    <a:pt x="20752" y="13811"/>
                  </a:cubicBezTo>
                  <a:cubicBezTo>
                    <a:pt x="20677" y="13836"/>
                    <a:pt x="20627" y="13911"/>
                    <a:pt x="20602" y="13986"/>
                  </a:cubicBezTo>
                  <a:cubicBezTo>
                    <a:pt x="20101" y="15340"/>
                    <a:pt x="19349" y="16267"/>
                    <a:pt x="18371" y="16743"/>
                  </a:cubicBezTo>
                  <a:cubicBezTo>
                    <a:pt x="17819" y="17000"/>
                    <a:pt x="17258" y="17080"/>
                    <a:pt x="16775" y="17080"/>
                  </a:cubicBezTo>
                  <a:cubicBezTo>
                    <a:pt x="15988" y="17080"/>
                    <a:pt x="15404" y="16868"/>
                    <a:pt x="15389" y="16868"/>
                  </a:cubicBezTo>
                  <a:cubicBezTo>
                    <a:pt x="15358" y="16856"/>
                    <a:pt x="15325" y="16850"/>
                    <a:pt x="15292" y="16850"/>
                  </a:cubicBezTo>
                  <a:cubicBezTo>
                    <a:pt x="15193" y="16850"/>
                    <a:pt x="15094" y="16906"/>
                    <a:pt x="15038" y="17019"/>
                  </a:cubicBezTo>
                  <a:cubicBezTo>
                    <a:pt x="13695" y="20030"/>
                    <a:pt x="12039" y="20349"/>
                    <a:pt x="11409" y="20349"/>
                  </a:cubicBezTo>
                  <a:cubicBezTo>
                    <a:pt x="11263" y="20349"/>
                    <a:pt x="11172" y="20332"/>
                    <a:pt x="11153" y="20327"/>
                  </a:cubicBezTo>
                  <a:lnTo>
                    <a:pt x="11078" y="20327"/>
                  </a:lnTo>
                  <a:cubicBezTo>
                    <a:pt x="11028" y="20327"/>
                    <a:pt x="10552" y="20377"/>
                    <a:pt x="9975" y="20578"/>
                  </a:cubicBezTo>
                  <a:lnTo>
                    <a:pt x="9900" y="20603"/>
                  </a:lnTo>
                  <a:lnTo>
                    <a:pt x="9900" y="20678"/>
                  </a:lnTo>
                  <a:cubicBezTo>
                    <a:pt x="9875" y="20803"/>
                    <a:pt x="9875" y="20929"/>
                    <a:pt x="9875" y="21054"/>
                  </a:cubicBezTo>
                  <a:cubicBezTo>
                    <a:pt x="9850" y="21279"/>
                    <a:pt x="9850" y="21505"/>
                    <a:pt x="9825" y="21706"/>
                  </a:cubicBezTo>
                  <a:cubicBezTo>
                    <a:pt x="9750" y="21555"/>
                    <a:pt x="9649" y="21405"/>
                    <a:pt x="9549" y="21254"/>
                  </a:cubicBezTo>
                  <a:cubicBezTo>
                    <a:pt x="9499" y="21154"/>
                    <a:pt x="9449" y="21054"/>
                    <a:pt x="9399" y="20954"/>
                  </a:cubicBezTo>
                  <a:lnTo>
                    <a:pt x="9349" y="20853"/>
                  </a:lnTo>
                  <a:lnTo>
                    <a:pt x="9399" y="20929"/>
                  </a:lnTo>
                  <a:cubicBezTo>
                    <a:pt x="9449" y="21054"/>
                    <a:pt x="9524" y="21154"/>
                    <a:pt x="9574" y="21254"/>
                  </a:cubicBezTo>
                  <a:cubicBezTo>
                    <a:pt x="9599" y="21305"/>
                    <a:pt x="9624" y="21330"/>
                    <a:pt x="9649" y="21380"/>
                  </a:cubicBezTo>
                  <a:lnTo>
                    <a:pt x="9825" y="21681"/>
                  </a:lnTo>
                  <a:lnTo>
                    <a:pt x="9850" y="21330"/>
                  </a:lnTo>
                  <a:cubicBezTo>
                    <a:pt x="9850" y="21279"/>
                    <a:pt x="9850" y="21254"/>
                    <a:pt x="9850" y="21204"/>
                  </a:cubicBezTo>
                  <a:lnTo>
                    <a:pt x="9850" y="21154"/>
                  </a:lnTo>
                  <a:cubicBezTo>
                    <a:pt x="9850" y="21029"/>
                    <a:pt x="9875" y="20904"/>
                    <a:pt x="9875" y="20778"/>
                  </a:cubicBezTo>
                  <a:lnTo>
                    <a:pt x="9900" y="20603"/>
                  </a:lnTo>
                  <a:lnTo>
                    <a:pt x="9725" y="20678"/>
                  </a:lnTo>
                  <a:cubicBezTo>
                    <a:pt x="9649" y="20703"/>
                    <a:pt x="9549" y="20753"/>
                    <a:pt x="9449" y="20803"/>
                  </a:cubicBezTo>
                  <a:lnTo>
                    <a:pt x="9349" y="20853"/>
                  </a:lnTo>
                  <a:lnTo>
                    <a:pt x="9248" y="20904"/>
                  </a:lnTo>
                  <a:cubicBezTo>
                    <a:pt x="8121" y="21530"/>
                    <a:pt x="7519" y="22533"/>
                    <a:pt x="7519" y="23836"/>
                  </a:cubicBezTo>
                  <a:cubicBezTo>
                    <a:pt x="7519" y="24663"/>
                    <a:pt x="7795" y="25365"/>
                    <a:pt x="8321" y="25891"/>
                  </a:cubicBezTo>
                  <a:cubicBezTo>
                    <a:pt x="9223" y="26768"/>
                    <a:pt x="10627" y="26919"/>
                    <a:pt x="11128" y="26944"/>
                  </a:cubicBezTo>
                  <a:cubicBezTo>
                    <a:pt x="11304" y="27520"/>
                    <a:pt x="11855" y="29124"/>
                    <a:pt x="13183" y="30653"/>
                  </a:cubicBezTo>
                  <a:cubicBezTo>
                    <a:pt x="13233" y="30703"/>
                    <a:pt x="13309" y="30753"/>
                    <a:pt x="13359" y="30828"/>
                  </a:cubicBezTo>
                  <a:cubicBezTo>
                    <a:pt x="12607" y="31004"/>
                    <a:pt x="11279" y="31229"/>
                    <a:pt x="9875" y="31229"/>
                  </a:cubicBezTo>
                  <a:cubicBezTo>
                    <a:pt x="8045" y="31229"/>
                    <a:pt x="6617" y="30828"/>
                    <a:pt x="5639" y="30001"/>
                  </a:cubicBezTo>
                  <a:cubicBezTo>
                    <a:pt x="4512" y="29049"/>
                    <a:pt x="4035" y="27495"/>
                    <a:pt x="4236" y="25440"/>
                  </a:cubicBezTo>
                  <a:lnTo>
                    <a:pt x="4261" y="25365"/>
                  </a:lnTo>
                  <a:lnTo>
                    <a:pt x="4186" y="25340"/>
                  </a:lnTo>
                  <a:cubicBezTo>
                    <a:pt x="3710" y="25139"/>
                    <a:pt x="2106" y="24287"/>
                    <a:pt x="1429" y="22382"/>
                  </a:cubicBezTo>
                  <a:cubicBezTo>
                    <a:pt x="752" y="20578"/>
                    <a:pt x="1128" y="18397"/>
                    <a:pt x="2532" y="15866"/>
                  </a:cubicBezTo>
                  <a:lnTo>
                    <a:pt x="2557" y="15816"/>
                  </a:lnTo>
                  <a:lnTo>
                    <a:pt x="2532" y="15766"/>
                  </a:lnTo>
                  <a:cubicBezTo>
                    <a:pt x="2281" y="15114"/>
                    <a:pt x="126" y="9325"/>
                    <a:pt x="6642" y="5791"/>
                  </a:cubicBezTo>
                  <a:lnTo>
                    <a:pt x="6667" y="5766"/>
                  </a:lnTo>
                  <a:lnTo>
                    <a:pt x="6667" y="5741"/>
                  </a:lnTo>
                  <a:cubicBezTo>
                    <a:pt x="6867" y="5314"/>
                    <a:pt x="8647" y="1580"/>
                    <a:pt x="11730" y="903"/>
                  </a:cubicBezTo>
                  <a:cubicBezTo>
                    <a:pt x="12055" y="828"/>
                    <a:pt x="12381" y="803"/>
                    <a:pt x="12707" y="803"/>
                  </a:cubicBezTo>
                  <a:cubicBezTo>
                    <a:pt x="14035" y="803"/>
                    <a:pt x="15389" y="1380"/>
                    <a:pt x="16767" y="2533"/>
                  </a:cubicBezTo>
                  <a:lnTo>
                    <a:pt x="16817" y="2608"/>
                  </a:lnTo>
                  <a:lnTo>
                    <a:pt x="16893" y="2533"/>
                  </a:lnTo>
                  <a:cubicBezTo>
                    <a:pt x="17387" y="2132"/>
                    <a:pt x="19854" y="202"/>
                    <a:pt x="23064" y="202"/>
                  </a:cubicBezTo>
                  <a:close/>
                  <a:moveTo>
                    <a:pt x="23044" y="1"/>
                  </a:moveTo>
                  <a:cubicBezTo>
                    <a:pt x="19912" y="1"/>
                    <a:pt x="17451" y="1815"/>
                    <a:pt x="16817" y="2332"/>
                  </a:cubicBezTo>
                  <a:cubicBezTo>
                    <a:pt x="15440" y="1174"/>
                    <a:pt x="14062" y="588"/>
                    <a:pt x="12709" y="588"/>
                  </a:cubicBezTo>
                  <a:cubicBezTo>
                    <a:pt x="12364" y="588"/>
                    <a:pt x="12021" y="627"/>
                    <a:pt x="11680" y="703"/>
                  </a:cubicBezTo>
                  <a:cubicBezTo>
                    <a:pt x="8572" y="1405"/>
                    <a:pt x="6767" y="5064"/>
                    <a:pt x="6492" y="5615"/>
                  </a:cubicBezTo>
                  <a:cubicBezTo>
                    <a:pt x="0" y="9174"/>
                    <a:pt x="1980" y="14939"/>
                    <a:pt x="2331" y="15791"/>
                  </a:cubicBezTo>
                  <a:cubicBezTo>
                    <a:pt x="928" y="18372"/>
                    <a:pt x="552" y="20603"/>
                    <a:pt x="1228" y="22457"/>
                  </a:cubicBezTo>
                  <a:cubicBezTo>
                    <a:pt x="1905" y="24362"/>
                    <a:pt x="3459" y="25239"/>
                    <a:pt x="4035" y="25490"/>
                  </a:cubicBezTo>
                  <a:cubicBezTo>
                    <a:pt x="3810" y="27595"/>
                    <a:pt x="4311" y="29174"/>
                    <a:pt x="5514" y="30177"/>
                  </a:cubicBezTo>
                  <a:cubicBezTo>
                    <a:pt x="6517" y="31029"/>
                    <a:pt x="7995" y="31455"/>
                    <a:pt x="9875" y="31455"/>
                  </a:cubicBezTo>
                  <a:cubicBezTo>
                    <a:pt x="11404" y="31455"/>
                    <a:pt x="12858" y="31154"/>
                    <a:pt x="13584" y="30979"/>
                  </a:cubicBezTo>
                  <a:lnTo>
                    <a:pt x="13760" y="30929"/>
                  </a:lnTo>
                  <a:lnTo>
                    <a:pt x="13634" y="30803"/>
                  </a:lnTo>
                  <a:cubicBezTo>
                    <a:pt x="13534" y="30703"/>
                    <a:pt x="13434" y="30603"/>
                    <a:pt x="13359" y="30503"/>
                  </a:cubicBezTo>
                  <a:cubicBezTo>
                    <a:pt x="11980" y="28949"/>
                    <a:pt x="11454" y="27295"/>
                    <a:pt x="11304" y="26818"/>
                  </a:cubicBezTo>
                  <a:lnTo>
                    <a:pt x="11304" y="26743"/>
                  </a:lnTo>
                  <a:lnTo>
                    <a:pt x="11228" y="26743"/>
                  </a:lnTo>
                  <a:cubicBezTo>
                    <a:pt x="10802" y="26718"/>
                    <a:pt x="9374" y="26618"/>
                    <a:pt x="8472" y="25741"/>
                  </a:cubicBezTo>
                  <a:cubicBezTo>
                    <a:pt x="7970" y="25239"/>
                    <a:pt x="7720" y="24613"/>
                    <a:pt x="7720" y="23836"/>
                  </a:cubicBezTo>
                  <a:cubicBezTo>
                    <a:pt x="7720" y="22633"/>
                    <a:pt x="8246" y="21731"/>
                    <a:pt x="9274" y="21129"/>
                  </a:cubicBezTo>
                  <a:cubicBezTo>
                    <a:pt x="9299" y="21204"/>
                    <a:pt x="9324" y="21279"/>
                    <a:pt x="9374" y="21355"/>
                  </a:cubicBezTo>
                  <a:cubicBezTo>
                    <a:pt x="9474" y="21530"/>
                    <a:pt x="9574" y="21681"/>
                    <a:pt x="9649" y="21831"/>
                  </a:cubicBezTo>
                  <a:cubicBezTo>
                    <a:pt x="9706" y="21887"/>
                    <a:pt x="9776" y="21915"/>
                    <a:pt x="9840" y="21915"/>
                  </a:cubicBezTo>
                  <a:cubicBezTo>
                    <a:pt x="9861" y="21915"/>
                    <a:pt x="9881" y="21912"/>
                    <a:pt x="9900" y="21906"/>
                  </a:cubicBezTo>
                  <a:cubicBezTo>
                    <a:pt x="10000" y="21881"/>
                    <a:pt x="10050" y="21806"/>
                    <a:pt x="10050" y="21706"/>
                  </a:cubicBezTo>
                  <a:cubicBezTo>
                    <a:pt x="10050" y="21505"/>
                    <a:pt x="10076" y="21279"/>
                    <a:pt x="10076" y="21054"/>
                  </a:cubicBezTo>
                  <a:cubicBezTo>
                    <a:pt x="10076" y="20954"/>
                    <a:pt x="10101" y="20853"/>
                    <a:pt x="10101" y="20753"/>
                  </a:cubicBezTo>
                  <a:cubicBezTo>
                    <a:pt x="10627" y="20578"/>
                    <a:pt x="11053" y="20528"/>
                    <a:pt x="11103" y="20528"/>
                  </a:cubicBezTo>
                  <a:cubicBezTo>
                    <a:pt x="11123" y="20533"/>
                    <a:pt x="11228" y="20553"/>
                    <a:pt x="11398" y="20553"/>
                  </a:cubicBezTo>
                  <a:cubicBezTo>
                    <a:pt x="12090" y="20553"/>
                    <a:pt x="13850" y="20213"/>
                    <a:pt x="15238" y="17094"/>
                  </a:cubicBezTo>
                  <a:cubicBezTo>
                    <a:pt x="15238" y="17076"/>
                    <a:pt x="15264" y="17059"/>
                    <a:pt x="15287" y="17059"/>
                  </a:cubicBezTo>
                  <a:cubicBezTo>
                    <a:pt x="15297" y="17059"/>
                    <a:pt x="15306" y="17062"/>
                    <a:pt x="15314" y="17069"/>
                  </a:cubicBezTo>
                  <a:cubicBezTo>
                    <a:pt x="15329" y="17069"/>
                    <a:pt x="15929" y="17286"/>
                    <a:pt x="16743" y="17286"/>
                  </a:cubicBezTo>
                  <a:cubicBezTo>
                    <a:pt x="17257" y="17286"/>
                    <a:pt x="17855" y="17200"/>
                    <a:pt x="18447" y="16919"/>
                  </a:cubicBezTo>
                  <a:cubicBezTo>
                    <a:pt x="19499" y="16442"/>
                    <a:pt x="20276" y="15465"/>
                    <a:pt x="20777" y="14061"/>
                  </a:cubicBezTo>
                  <a:cubicBezTo>
                    <a:pt x="20802" y="14036"/>
                    <a:pt x="20802" y="14011"/>
                    <a:pt x="20827" y="14011"/>
                  </a:cubicBezTo>
                  <a:lnTo>
                    <a:pt x="20903" y="14011"/>
                  </a:lnTo>
                  <a:cubicBezTo>
                    <a:pt x="20988" y="14054"/>
                    <a:pt x="22201" y="14710"/>
                    <a:pt x="23604" y="14710"/>
                  </a:cubicBezTo>
                  <a:cubicBezTo>
                    <a:pt x="24659" y="14710"/>
                    <a:pt x="25821" y="14339"/>
                    <a:pt x="26692" y="13059"/>
                  </a:cubicBezTo>
                  <a:cubicBezTo>
                    <a:pt x="26717" y="13034"/>
                    <a:pt x="26742" y="13034"/>
                    <a:pt x="26767" y="13034"/>
                  </a:cubicBezTo>
                  <a:cubicBezTo>
                    <a:pt x="26792" y="13034"/>
                    <a:pt x="26817" y="13034"/>
                    <a:pt x="26817" y="13059"/>
                  </a:cubicBezTo>
                  <a:cubicBezTo>
                    <a:pt x="26868" y="13159"/>
                    <a:pt x="27770" y="15139"/>
                    <a:pt x="30452" y="15340"/>
                  </a:cubicBezTo>
                  <a:cubicBezTo>
                    <a:pt x="30477" y="15340"/>
                    <a:pt x="30502" y="15365"/>
                    <a:pt x="30527" y="15390"/>
                  </a:cubicBezTo>
                  <a:cubicBezTo>
                    <a:pt x="31203" y="18422"/>
                    <a:pt x="31279" y="23159"/>
                    <a:pt x="29900" y="26994"/>
                  </a:cubicBezTo>
                  <a:cubicBezTo>
                    <a:pt x="29850" y="27119"/>
                    <a:pt x="29825" y="27219"/>
                    <a:pt x="29775" y="27345"/>
                  </a:cubicBezTo>
                  <a:lnTo>
                    <a:pt x="29700" y="27520"/>
                  </a:lnTo>
                  <a:lnTo>
                    <a:pt x="29875" y="27495"/>
                  </a:lnTo>
                  <a:cubicBezTo>
                    <a:pt x="31404" y="27320"/>
                    <a:pt x="32607" y="26768"/>
                    <a:pt x="33459" y="25816"/>
                  </a:cubicBezTo>
                  <a:cubicBezTo>
                    <a:pt x="34913" y="24212"/>
                    <a:pt x="34888" y="22031"/>
                    <a:pt x="34863" y="21480"/>
                  </a:cubicBezTo>
                  <a:cubicBezTo>
                    <a:pt x="37795" y="18999"/>
                    <a:pt x="36316" y="16342"/>
                    <a:pt x="35890" y="15690"/>
                  </a:cubicBezTo>
                  <a:cubicBezTo>
                    <a:pt x="39199" y="9700"/>
                    <a:pt x="35188" y="6467"/>
                    <a:pt x="34587" y="6041"/>
                  </a:cubicBezTo>
                  <a:cubicBezTo>
                    <a:pt x="34161" y="4964"/>
                    <a:pt x="33534" y="4262"/>
                    <a:pt x="32732" y="3961"/>
                  </a:cubicBezTo>
                  <a:cubicBezTo>
                    <a:pt x="32387" y="3830"/>
                    <a:pt x="32048" y="3783"/>
                    <a:pt x="31738" y="3783"/>
                  </a:cubicBezTo>
                  <a:cubicBezTo>
                    <a:pt x="31217" y="3783"/>
                    <a:pt x="30778" y="3917"/>
                    <a:pt x="30527" y="4011"/>
                  </a:cubicBezTo>
                  <a:cubicBezTo>
                    <a:pt x="28497" y="1555"/>
                    <a:pt x="26191" y="227"/>
                    <a:pt x="23685" y="26"/>
                  </a:cubicBezTo>
                  <a:cubicBezTo>
                    <a:pt x="23468" y="9"/>
                    <a:pt x="23254" y="1"/>
                    <a:pt x="230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6" name="Google Shape;3676;p48"/>
            <p:cNvSpPr/>
            <p:nvPr/>
          </p:nvSpPr>
          <p:spPr>
            <a:xfrm>
              <a:off x="6088533" y="3333614"/>
              <a:ext cx="984876" cy="942084"/>
            </a:xfrm>
            <a:custGeom>
              <a:rect b="b" l="l" r="r" t="t"/>
              <a:pathLst>
                <a:path extrusionOk="0" h="22368" w="23384">
                  <a:moveTo>
                    <a:pt x="15640" y="1"/>
                  </a:moveTo>
                  <a:lnTo>
                    <a:pt x="15665" y="126"/>
                  </a:lnTo>
                  <a:cubicBezTo>
                    <a:pt x="15665" y="201"/>
                    <a:pt x="15640" y="276"/>
                    <a:pt x="15589" y="302"/>
                  </a:cubicBezTo>
                  <a:cubicBezTo>
                    <a:pt x="15564" y="327"/>
                    <a:pt x="15539" y="327"/>
                    <a:pt x="15539" y="352"/>
                  </a:cubicBezTo>
                  <a:cubicBezTo>
                    <a:pt x="14211" y="1204"/>
                    <a:pt x="12958" y="1505"/>
                    <a:pt x="11880" y="1505"/>
                  </a:cubicBezTo>
                  <a:cubicBezTo>
                    <a:pt x="10000" y="1505"/>
                    <a:pt x="8647" y="652"/>
                    <a:pt x="8346" y="452"/>
                  </a:cubicBezTo>
                  <a:cubicBezTo>
                    <a:pt x="8296" y="427"/>
                    <a:pt x="8296" y="402"/>
                    <a:pt x="8271" y="402"/>
                  </a:cubicBezTo>
                  <a:cubicBezTo>
                    <a:pt x="8221" y="377"/>
                    <a:pt x="8196" y="302"/>
                    <a:pt x="8221" y="251"/>
                  </a:cubicBezTo>
                  <a:lnTo>
                    <a:pt x="8221" y="101"/>
                  </a:lnTo>
                  <a:cubicBezTo>
                    <a:pt x="7619" y="226"/>
                    <a:pt x="5188" y="753"/>
                    <a:pt x="3434" y="2607"/>
                  </a:cubicBezTo>
                  <a:cubicBezTo>
                    <a:pt x="1454" y="4688"/>
                    <a:pt x="101" y="8998"/>
                    <a:pt x="25" y="9174"/>
                  </a:cubicBezTo>
                  <a:cubicBezTo>
                    <a:pt x="0" y="9274"/>
                    <a:pt x="51" y="9374"/>
                    <a:pt x="151" y="9399"/>
                  </a:cubicBezTo>
                  <a:cubicBezTo>
                    <a:pt x="176" y="9424"/>
                    <a:pt x="401" y="9500"/>
                    <a:pt x="752" y="9600"/>
                  </a:cubicBezTo>
                  <a:cubicBezTo>
                    <a:pt x="853" y="9650"/>
                    <a:pt x="953" y="9675"/>
                    <a:pt x="1078" y="9725"/>
                  </a:cubicBezTo>
                  <a:cubicBezTo>
                    <a:pt x="1980" y="10001"/>
                    <a:pt x="3334" y="10377"/>
                    <a:pt x="4336" y="10477"/>
                  </a:cubicBezTo>
                  <a:cubicBezTo>
                    <a:pt x="4186" y="11705"/>
                    <a:pt x="3284" y="18572"/>
                    <a:pt x="2858" y="20828"/>
                  </a:cubicBezTo>
                  <a:cubicBezTo>
                    <a:pt x="2832" y="20978"/>
                    <a:pt x="2807" y="21129"/>
                    <a:pt x="2782" y="21229"/>
                  </a:cubicBezTo>
                  <a:cubicBezTo>
                    <a:pt x="2782" y="21279"/>
                    <a:pt x="2807" y="21329"/>
                    <a:pt x="2832" y="21379"/>
                  </a:cubicBezTo>
                  <a:cubicBezTo>
                    <a:pt x="2858" y="21404"/>
                    <a:pt x="2858" y="21404"/>
                    <a:pt x="2883" y="21429"/>
                  </a:cubicBezTo>
                  <a:cubicBezTo>
                    <a:pt x="2883" y="21429"/>
                    <a:pt x="3008" y="21480"/>
                    <a:pt x="3208" y="21580"/>
                  </a:cubicBezTo>
                  <a:cubicBezTo>
                    <a:pt x="3735" y="21705"/>
                    <a:pt x="4261" y="21805"/>
                    <a:pt x="4787" y="21881"/>
                  </a:cubicBezTo>
                  <a:cubicBezTo>
                    <a:pt x="6737" y="22212"/>
                    <a:pt x="8726" y="22367"/>
                    <a:pt x="10717" y="22367"/>
                  </a:cubicBezTo>
                  <a:cubicBezTo>
                    <a:pt x="11439" y="22367"/>
                    <a:pt x="12162" y="22347"/>
                    <a:pt x="12883" y="22307"/>
                  </a:cubicBezTo>
                  <a:cubicBezTo>
                    <a:pt x="15489" y="22156"/>
                    <a:pt x="18071" y="21755"/>
                    <a:pt x="20602" y="21079"/>
                  </a:cubicBezTo>
                  <a:cubicBezTo>
                    <a:pt x="20702" y="21054"/>
                    <a:pt x="20828" y="21028"/>
                    <a:pt x="20953" y="21003"/>
                  </a:cubicBezTo>
                  <a:cubicBezTo>
                    <a:pt x="20853" y="18522"/>
                    <a:pt x="20652" y="12983"/>
                    <a:pt x="20502" y="9876"/>
                  </a:cubicBezTo>
                  <a:cubicBezTo>
                    <a:pt x="20803" y="9800"/>
                    <a:pt x="21479" y="9625"/>
                    <a:pt x="22331" y="9174"/>
                  </a:cubicBezTo>
                  <a:cubicBezTo>
                    <a:pt x="22457" y="9099"/>
                    <a:pt x="22557" y="9048"/>
                    <a:pt x="22682" y="8973"/>
                  </a:cubicBezTo>
                  <a:cubicBezTo>
                    <a:pt x="22883" y="8848"/>
                    <a:pt x="23083" y="8723"/>
                    <a:pt x="23284" y="8597"/>
                  </a:cubicBezTo>
                  <a:cubicBezTo>
                    <a:pt x="23359" y="8547"/>
                    <a:pt x="23384" y="8447"/>
                    <a:pt x="23334" y="8372"/>
                  </a:cubicBezTo>
                  <a:cubicBezTo>
                    <a:pt x="23259" y="8171"/>
                    <a:pt x="21254" y="3409"/>
                    <a:pt x="19850" y="1830"/>
                  </a:cubicBezTo>
                  <a:cubicBezTo>
                    <a:pt x="18597" y="377"/>
                    <a:pt x="16191" y="51"/>
                    <a:pt x="1564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7" name="Google Shape;3677;p48"/>
            <p:cNvSpPr/>
            <p:nvPr/>
          </p:nvSpPr>
          <p:spPr>
            <a:xfrm>
              <a:off x="6084321" y="3328349"/>
              <a:ext cx="993341" cy="952192"/>
            </a:xfrm>
            <a:custGeom>
              <a:rect b="b" l="l" r="r" t="t"/>
              <a:pathLst>
                <a:path extrusionOk="0" h="22608" w="23585">
                  <a:moveTo>
                    <a:pt x="15865" y="251"/>
                  </a:moveTo>
                  <a:cubicBezTo>
                    <a:pt x="16567" y="326"/>
                    <a:pt x="18722" y="702"/>
                    <a:pt x="19875" y="2005"/>
                  </a:cubicBezTo>
                  <a:cubicBezTo>
                    <a:pt x="21253" y="3584"/>
                    <a:pt x="23258" y="8346"/>
                    <a:pt x="23359" y="8547"/>
                  </a:cubicBezTo>
                  <a:cubicBezTo>
                    <a:pt x="23359" y="8572"/>
                    <a:pt x="23359" y="8622"/>
                    <a:pt x="23309" y="8622"/>
                  </a:cubicBezTo>
                  <a:cubicBezTo>
                    <a:pt x="23133" y="8772"/>
                    <a:pt x="22933" y="8873"/>
                    <a:pt x="22732" y="8998"/>
                  </a:cubicBezTo>
                  <a:cubicBezTo>
                    <a:pt x="22607" y="9073"/>
                    <a:pt x="22507" y="9148"/>
                    <a:pt x="22406" y="9199"/>
                  </a:cubicBezTo>
                  <a:cubicBezTo>
                    <a:pt x="21529" y="9650"/>
                    <a:pt x="20827" y="9850"/>
                    <a:pt x="20577" y="9900"/>
                  </a:cubicBezTo>
                  <a:lnTo>
                    <a:pt x="20502" y="9925"/>
                  </a:lnTo>
                  <a:lnTo>
                    <a:pt x="20502" y="10001"/>
                  </a:lnTo>
                  <a:cubicBezTo>
                    <a:pt x="20652" y="13133"/>
                    <a:pt x="20852" y="18697"/>
                    <a:pt x="20928" y="21053"/>
                  </a:cubicBezTo>
                  <a:cubicBezTo>
                    <a:pt x="20877" y="21053"/>
                    <a:pt x="20802" y="21078"/>
                    <a:pt x="20727" y="21103"/>
                  </a:cubicBezTo>
                  <a:lnTo>
                    <a:pt x="20677" y="21103"/>
                  </a:lnTo>
                  <a:cubicBezTo>
                    <a:pt x="18121" y="21780"/>
                    <a:pt x="15539" y="22181"/>
                    <a:pt x="12983" y="22331"/>
                  </a:cubicBezTo>
                  <a:cubicBezTo>
                    <a:pt x="12255" y="22371"/>
                    <a:pt x="11530" y="22392"/>
                    <a:pt x="10806" y="22392"/>
                  </a:cubicBezTo>
                  <a:cubicBezTo>
                    <a:pt x="8813" y="22392"/>
                    <a:pt x="6837" y="22236"/>
                    <a:pt x="4887" y="21905"/>
                  </a:cubicBezTo>
                  <a:cubicBezTo>
                    <a:pt x="4361" y="21830"/>
                    <a:pt x="3835" y="21730"/>
                    <a:pt x="3359" y="21630"/>
                  </a:cubicBezTo>
                  <a:cubicBezTo>
                    <a:pt x="3158" y="21529"/>
                    <a:pt x="3033" y="21454"/>
                    <a:pt x="3008" y="21429"/>
                  </a:cubicBezTo>
                  <a:cubicBezTo>
                    <a:pt x="3008" y="21429"/>
                    <a:pt x="2983" y="21404"/>
                    <a:pt x="2983" y="21379"/>
                  </a:cubicBezTo>
                  <a:cubicBezTo>
                    <a:pt x="3008" y="21279"/>
                    <a:pt x="3033" y="21128"/>
                    <a:pt x="3083" y="20978"/>
                  </a:cubicBezTo>
                  <a:cubicBezTo>
                    <a:pt x="3484" y="18722"/>
                    <a:pt x="4361" y="11955"/>
                    <a:pt x="4537" y="10627"/>
                  </a:cubicBezTo>
                  <a:lnTo>
                    <a:pt x="4562" y="10527"/>
                  </a:lnTo>
                  <a:lnTo>
                    <a:pt x="4461" y="10502"/>
                  </a:lnTo>
                  <a:cubicBezTo>
                    <a:pt x="3459" y="10402"/>
                    <a:pt x="2156" y="10026"/>
                    <a:pt x="1228" y="9750"/>
                  </a:cubicBezTo>
                  <a:cubicBezTo>
                    <a:pt x="1103" y="9700"/>
                    <a:pt x="978" y="9675"/>
                    <a:pt x="877" y="9625"/>
                  </a:cubicBezTo>
                  <a:cubicBezTo>
                    <a:pt x="552" y="9524"/>
                    <a:pt x="326" y="9449"/>
                    <a:pt x="276" y="9424"/>
                  </a:cubicBezTo>
                  <a:cubicBezTo>
                    <a:pt x="251" y="9424"/>
                    <a:pt x="226" y="9374"/>
                    <a:pt x="226" y="9349"/>
                  </a:cubicBezTo>
                  <a:cubicBezTo>
                    <a:pt x="301" y="9148"/>
                    <a:pt x="1654" y="4863"/>
                    <a:pt x="3609" y="2807"/>
                  </a:cubicBezTo>
                  <a:cubicBezTo>
                    <a:pt x="5238" y="1103"/>
                    <a:pt x="7394" y="527"/>
                    <a:pt x="8221" y="376"/>
                  </a:cubicBezTo>
                  <a:lnTo>
                    <a:pt x="8221" y="376"/>
                  </a:lnTo>
                  <a:cubicBezTo>
                    <a:pt x="8196" y="452"/>
                    <a:pt x="8246" y="552"/>
                    <a:pt x="8321" y="602"/>
                  </a:cubicBezTo>
                  <a:cubicBezTo>
                    <a:pt x="8321" y="602"/>
                    <a:pt x="8346" y="627"/>
                    <a:pt x="8396" y="652"/>
                  </a:cubicBezTo>
                  <a:cubicBezTo>
                    <a:pt x="8647" y="853"/>
                    <a:pt x="10050" y="1730"/>
                    <a:pt x="11980" y="1730"/>
                  </a:cubicBezTo>
                  <a:cubicBezTo>
                    <a:pt x="13258" y="1730"/>
                    <a:pt x="14512" y="1329"/>
                    <a:pt x="15715" y="552"/>
                  </a:cubicBezTo>
                  <a:lnTo>
                    <a:pt x="15740" y="527"/>
                  </a:lnTo>
                  <a:cubicBezTo>
                    <a:pt x="15840" y="452"/>
                    <a:pt x="15890" y="351"/>
                    <a:pt x="15865" y="251"/>
                  </a:cubicBezTo>
                  <a:close/>
                  <a:moveTo>
                    <a:pt x="15614" y="0"/>
                  </a:moveTo>
                  <a:lnTo>
                    <a:pt x="15664" y="276"/>
                  </a:lnTo>
                  <a:cubicBezTo>
                    <a:pt x="15664" y="301"/>
                    <a:pt x="15664" y="326"/>
                    <a:pt x="15639" y="351"/>
                  </a:cubicBezTo>
                  <a:lnTo>
                    <a:pt x="15564" y="376"/>
                  </a:lnTo>
                  <a:cubicBezTo>
                    <a:pt x="14436" y="1128"/>
                    <a:pt x="13208" y="1529"/>
                    <a:pt x="11980" y="1529"/>
                  </a:cubicBezTo>
                  <a:cubicBezTo>
                    <a:pt x="10126" y="1529"/>
                    <a:pt x="8747" y="652"/>
                    <a:pt x="8496" y="502"/>
                  </a:cubicBezTo>
                  <a:cubicBezTo>
                    <a:pt x="8471" y="477"/>
                    <a:pt x="8446" y="452"/>
                    <a:pt x="8446" y="452"/>
                  </a:cubicBezTo>
                  <a:cubicBezTo>
                    <a:pt x="8421" y="427"/>
                    <a:pt x="8421" y="401"/>
                    <a:pt x="8421" y="376"/>
                  </a:cubicBezTo>
                  <a:lnTo>
                    <a:pt x="8446" y="101"/>
                  </a:lnTo>
                  <a:lnTo>
                    <a:pt x="8446" y="101"/>
                  </a:lnTo>
                  <a:lnTo>
                    <a:pt x="8296" y="126"/>
                  </a:lnTo>
                  <a:cubicBezTo>
                    <a:pt x="7619" y="251"/>
                    <a:pt x="5213" y="802"/>
                    <a:pt x="3459" y="2657"/>
                  </a:cubicBezTo>
                  <a:cubicBezTo>
                    <a:pt x="1454" y="4762"/>
                    <a:pt x="100" y="9098"/>
                    <a:pt x="25" y="9274"/>
                  </a:cubicBezTo>
                  <a:cubicBezTo>
                    <a:pt x="0" y="9424"/>
                    <a:pt x="75" y="9574"/>
                    <a:pt x="226" y="9625"/>
                  </a:cubicBezTo>
                  <a:cubicBezTo>
                    <a:pt x="276" y="9650"/>
                    <a:pt x="476" y="9725"/>
                    <a:pt x="802" y="9825"/>
                  </a:cubicBezTo>
                  <a:cubicBezTo>
                    <a:pt x="902" y="9875"/>
                    <a:pt x="1028" y="9900"/>
                    <a:pt x="1153" y="9950"/>
                  </a:cubicBezTo>
                  <a:cubicBezTo>
                    <a:pt x="2055" y="10226"/>
                    <a:pt x="3333" y="10577"/>
                    <a:pt x="4336" y="10702"/>
                  </a:cubicBezTo>
                  <a:cubicBezTo>
                    <a:pt x="4110" y="12256"/>
                    <a:pt x="3258" y="18747"/>
                    <a:pt x="2857" y="20953"/>
                  </a:cubicBezTo>
                  <a:cubicBezTo>
                    <a:pt x="2832" y="21103"/>
                    <a:pt x="2807" y="21229"/>
                    <a:pt x="2782" y="21329"/>
                  </a:cubicBezTo>
                  <a:cubicBezTo>
                    <a:pt x="2782" y="21429"/>
                    <a:pt x="2807" y="21504"/>
                    <a:pt x="2857" y="21580"/>
                  </a:cubicBezTo>
                  <a:cubicBezTo>
                    <a:pt x="2882" y="21605"/>
                    <a:pt x="2907" y="21630"/>
                    <a:pt x="2932" y="21630"/>
                  </a:cubicBezTo>
                  <a:cubicBezTo>
                    <a:pt x="2932" y="21655"/>
                    <a:pt x="3058" y="21705"/>
                    <a:pt x="3283" y="21805"/>
                  </a:cubicBezTo>
                  <a:cubicBezTo>
                    <a:pt x="3810" y="21930"/>
                    <a:pt x="4336" y="22031"/>
                    <a:pt x="4862" y="22106"/>
                  </a:cubicBezTo>
                  <a:cubicBezTo>
                    <a:pt x="6817" y="22432"/>
                    <a:pt x="8822" y="22607"/>
                    <a:pt x="10827" y="22607"/>
                  </a:cubicBezTo>
                  <a:cubicBezTo>
                    <a:pt x="11554" y="22607"/>
                    <a:pt x="12281" y="22582"/>
                    <a:pt x="12983" y="22532"/>
                  </a:cubicBezTo>
                  <a:cubicBezTo>
                    <a:pt x="15564" y="22382"/>
                    <a:pt x="18171" y="21981"/>
                    <a:pt x="20727" y="21304"/>
                  </a:cubicBezTo>
                  <a:lnTo>
                    <a:pt x="20777" y="21304"/>
                  </a:lnTo>
                  <a:cubicBezTo>
                    <a:pt x="20877" y="21279"/>
                    <a:pt x="20978" y="21254"/>
                    <a:pt x="21078" y="21229"/>
                  </a:cubicBezTo>
                  <a:lnTo>
                    <a:pt x="21153" y="21204"/>
                  </a:lnTo>
                  <a:lnTo>
                    <a:pt x="21153" y="21128"/>
                  </a:lnTo>
                  <a:cubicBezTo>
                    <a:pt x="21078" y="18848"/>
                    <a:pt x="20877" y="13259"/>
                    <a:pt x="20702" y="10076"/>
                  </a:cubicBezTo>
                  <a:cubicBezTo>
                    <a:pt x="21053" y="10001"/>
                    <a:pt x="21705" y="9800"/>
                    <a:pt x="22481" y="9374"/>
                  </a:cubicBezTo>
                  <a:cubicBezTo>
                    <a:pt x="22607" y="9324"/>
                    <a:pt x="22707" y="9249"/>
                    <a:pt x="22832" y="9199"/>
                  </a:cubicBezTo>
                  <a:cubicBezTo>
                    <a:pt x="23058" y="9073"/>
                    <a:pt x="23258" y="8948"/>
                    <a:pt x="23434" y="8798"/>
                  </a:cubicBezTo>
                  <a:cubicBezTo>
                    <a:pt x="23559" y="8722"/>
                    <a:pt x="23584" y="8597"/>
                    <a:pt x="23534" y="8472"/>
                  </a:cubicBezTo>
                  <a:cubicBezTo>
                    <a:pt x="23459" y="8271"/>
                    <a:pt x="21429" y="3484"/>
                    <a:pt x="20050" y="1880"/>
                  </a:cubicBezTo>
                  <a:cubicBezTo>
                    <a:pt x="18722" y="376"/>
                    <a:pt x="16241" y="76"/>
                    <a:pt x="15740" y="26"/>
                  </a:cubicBezTo>
                  <a:lnTo>
                    <a:pt x="15614"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8" name="Google Shape;3678;p48"/>
            <p:cNvSpPr/>
            <p:nvPr/>
          </p:nvSpPr>
          <p:spPr>
            <a:xfrm>
              <a:off x="6037865" y="2404708"/>
              <a:ext cx="1003913" cy="876170"/>
            </a:xfrm>
            <a:custGeom>
              <a:rect b="b" l="l" r="r" t="t"/>
              <a:pathLst>
                <a:path extrusionOk="0" h="20803" w="23836">
                  <a:moveTo>
                    <a:pt x="19148" y="1"/>
                  </a:moveTo>
                  <a:cubicBezTo>
                    <a:pt x="19098" y="1"/>
                    <a:pt x="19023" y="26"/>
                    <a:pt x="18998" y="101"/>
                  </a:cubicBezTo>
                  <a:cubicBezTo>
                    <a:pt x="18150" y="1345"/>
                    <a:pt x="17018" y="1708"/>
                    <a:pt x="15988" y="1708"/>
                  </a:cubicBezTo>
                  <a:cubicBezTo>
                    <a:pt x="14613" y="1708"/>
                    <a:pt x="13420" y="1060"/>
                    <a:pt x="13334" y="1003"/>
                  </a:cubicBezTo>
                  <a:cubicBezTo>
                    <a:pt x="13309" y="991"/>
                    <a:pt x="13284" y="984"/>
                    <a:pt x="13259" y="984"/>
                  </a:cubicBezTo>
                  <a:cubicBezTo>
                    <a:pt x="13234" y="984"/>
                    <a:pt x="13208" y="991"/>
                    <a:pt x="13183" y="1003"/>
                  </a:cubicBezTo>
                  <a:cubicBezTo>
                    <a:pt x="13133" y="1028"/>
                    <a:pt x="13083" y="1053"/>
                    <a:pt x="13058" y="1103"/>
                  </a:cubicBezTo>
                  <a:cubicBezTo>
                    <a:pt x="12582" y="2507"/>
                    <a:pt x="11805" y="3434"/>
                    <a:pt x="10777" y="3910"/>
                  </a:cubicBezTo>
                  <a:cubicBezTo>
                    <a:pt x="10202" y="4183"/>
                    <a:pt x="9616" y="4267"/>
                    <a:pt x="9114" y="4267"/>
                  </a:cubicBezTo>
                  <a:cubicBezTo>
                    <a:pt x="8325" y="4267"/>
                    <a:pt x="7745" y="4061"/>
                    <a:pt x="7745" y="4061"/>
                  </a:cubicBezTo>
                  <a:cubicBezTo>
                    <a:pt x="7721" y="4055"/>
                    <a:pt x="7697" y="4052"/>
                    <a:pt x="7675" y="4052"/>
                  </a:cubicBezTo>
                  <a:cubicBezTo>
                    <a:pt x="7601" y="4052"/>
                    <a:pt x="7538" y="4084"/>
                    <a:pt x="7519" y="4161"/>
                  </a:cubicBezTo>
                  <a:cubicBezTo>
                    <a:pt x="6165" y="7214"/>
                    <a:pt x="4451" y="7543"/>
                    <a:pt x="3787" y="7543"/>
                  </a:cubicBezTo>
                  <a:cubicBezTo>
                    <a:pt x="3627" y="7543"/>
                    <a:pt x="3529" y="7524"/>
                    <a:pt x="3509" y="7519"/>
                  </a:cubicBezTo>
                  <a:lnTo>
                    <a:pt x="3459" y="7519"/>
                  </a:lnTo>
                  <a:cubicBezTo>
                    <a:pt x="3459" y="7519"/>
                    <a:pt x="2983" y="7569"/>
                    <a:pt x="2381" y="7770"/>
                  </a:cubicBezTo>
                  <a:cubicBezTo>
                    <a:pt x="2381" y="7895"/>
                    <a:pt x="2356" y="8021"/>
                    <a:pt x="2356" y="8146"/>
                  </a:cubicBezTo>
                  <a:cubicBezTo>
                    <a:pt x="2331" y="8371"/>
                    <a:pt x="2331" y="8572"/>
                    <a:pt x="2331" y="8798"/>
                  </a:cubicBezTo>
                  <a:cubicBezTo>
                    <a:pt x="2331" y="8871"/>
                    <a:pt x="2280" y="8910"/>
                    <a:pt x="2228" y="8910"/>
                  </a:cubicBezTo>
                  <a:cubicBezTo>
                    <a:pt x="2190" y="8910"/>
                    <a:pt x="2152" y="8890"/>
                    <a:pt x="2131" y="8848"/>
                  </a:cubicBezTo>
                  <a:cubicBezTo>
                    <a:pt x="2030" y="8697"/>
                    <a:pt x="1930" y="8547"/>
                    <a:pt x="1855" y="8397"/>
                  </a:cubicBezTo>
                  <a:cubicBezTo>
                    <a:pt x="1780" y="8296"/>
                    <a:pt x="1730" y="8196"/>
                    <a:pt x="1680" y="8096"/>
                  </a:cubicBezTo>
                  <a:cubicBezTo>
                    <a:pt x="827" y="8547"/>
                    <a:pt x="0" y="9399"/>
                    <a:pt x="0" y="10928"/>
                  </a:cubicBezTo>
                  <a:cubicBezTo>
                    <a:pt x="0" y="11730"/>
                    <a:pt x="251" y="12407"/>
                    <a:pt x="777" y="12908"/>
                  </a:cubicBezTo>
                  <a:cubicBezTo>
                    <a:pt x="1680" y="13810"/>
                    <a:pt x="3133" y="13935"/>
                    <a:pt x="3584" y="13935"/>
                  </a:cubicBezTo>
                  <a:cubicBezTo>
                    <a:pt x="3735" y="14412"/>
                    <a:pt x="4261" y="16091"/>
                    <a:pt x="5665" y="17670"/>
                  </a:cubicBezTo>
                  <a:cubicBezTo>
                    <a:pt x="5740" y="17770"/>
                    <a:pt x="5840" y="17870"/>
                    <a:pt x="5940" y="17971"/>
                  </a:cubicBezTo>
                  <a:cubicBezTo>
                    <a:pt x="6817" y="18898"/>
                    <a:pt x="7995" y="19750"/>
                    <a:pt x="9574" y="20251"/>
                  </a:cubicBezTo>
                  <a:cubicBezTo>
                    <a:pt x="9700" y="20301"/>
                    <a:pt x="9800" y="20326"/>
                    <a:pt x="9925" y="20377"/>
                  </a:cubicBezTo>
                  <a:cubicBezTo>
                    <a:pt x="10853" y="20627"/>
                    <a:pt x="11905" y="20803"/>
                    <a:pt x="13083" y="20803"/>
                  </a:cubicBezTo>
                  <a:cubicBezTo>
                    <a:pt x="13484" y="20803"/>
                    <a:pt x="13910" y="20778"/>
                    <a:pt x="14336" y="20753"/>
                  </a:cubicBezTo>
                  <a:cubicBezTo>
                    <a:pt x="14963" y="20702"/>
                    <a:pt x="15564" y="20577"/>
                    <a:pt x="16141" y="20427"/>
                  </a:cubicBezTo>
                  <a:cubicBezTo>
                    <a:pt x="16266" y="20402"/>
                    <a:pt x="16366" y="20352"/>
                    <a:pt x="16492" y="20326"/>
                  </a:cubicBezTo>
                  <a:cubicBezTo>
                    <a:pt x="18221" y="19775"/>
                    <a:pt x="19675" y="18697"/>
                    <a:pt x="20803" y="17169"/>
                  </a:cubicBezTo>
                  <a:cubicBezTo>
                    <a:pt x="21379" y="16341"/>
                    <a:pt x="21855" y="15439"/>
                    <a:pt x="22256" y="14487"/>
                  </a:cubicBezTo>
                  <a:cubicBezTo>
                    <a:pt x="22281" y="14362"/>
                    <a:pt x="22331" y="14236"/>
                    <a:pt x="22381" y="14111"/>
                  </a:cubicBezTo>
                  <a:cubicBezTo>
                    <a:pt x="23835" y="10101"/>
                    <a:pt x="23635" y="5264"/>
                    <a:pt x="23008" y="2457"/>
                  </a:cubicBezTo>
                  <a:cubicBezTo>
                    <a:pt x="22983" y="2381"/>
                    <a:pt x="22908" y="2331"/>
                    <a:pt x="22833" y="2331"/>
                  </a:cubicBezTo>
                  <a:cubicBezTo>
                    <a:pt x="20226" y="2131"/>
                    <a:pt x="19349" y="201"/>
                    <a:pt x="19299" y="126"/>
                  </a:cubicBezTo>
                  <a:cubicBezTo>
                    <a:pt x="19274" y="51"/>
                    <a:pt x="19224" y="26"/>
                    <a:pt x="19148" y="1"/>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9" name="Google Shape;3679;p48"/>
            <p:cNvSpPr/>
            <p:nvPr/>
          </p:nvSpPr>
          <p:spPr>
            <a:xfrm>
              <a:off x="6033653" y="2400496"/>
              <a:ext cx="1010230" cy="884594"/>
            </a:xfrm>
            <a:custGeom>
              <a:rect b="b" l="l" r="r" t="t"/>
              <a:pathLst>
                <a:path extrusionOk="0" h="21003" w="23986">
                  <a:moveTo>
                    <a:pt x="19248" y="226"/>
                  </a:moveTo>
                  <a:cubicBezTo>
                    <a:pt x="19273" y="226"/>
                    <a:pt x="19298" y="226"/>
                    <a:pt x="19298" y="251"/>
                  </a:cubicBezTo>
                  <a:cubicBezTo>
                    <a:pt x="19349" y="351"/>
                    <a:pt x="20251" y="2331"/>
                    <a:pt x="22933" y="2532"/>
                  </a:cubicBezTo>
                  <a:cubicBezTo>
                    <a:pt x="22958" y="2532"/>
                    <a:pt x="22983" y="2557"/>
                    <a:pt x="23008" y="2582"/>
                  </a:cubicBezTo>
                  <a:cubicBezTo>
                    <a:pt x="23684" y="5614"/>
                    <a:pt x="23760" y="10351"/>
                    <a:pt x="22381" y="14186"/>
                  </a:cubicBezTo>
                  <a:cubicBezTo>
                    <a:pt x="22331" y="14311"/>
                    <a:pt x="22306" y="14411"/>
                    <a:pt x="22256" y="14537"/>
                  </a:cubicBezTo>
                  <a:cubicBezTo>
                    <a:pt x="21855" y="15539"/>
                    <a:pt x="21379" y="16441"/>
                    <a:pt x="20802" y="17193"/>
                  </a:cubicBezTo>
                  <a:cubicBezTo>
                    <a:pt x="19699" y="18722"/>
                    <a:pt x="18271" y="19775"/>
                    <a:pt x="16542" y="20326"/>
                  </a:cubicBezTo>
                  <a:cubicBezTo>
                    <a:pt x="16441" y="20351"/>
                    <a:pt x="16341" y="20401"/>
                    <a:pt x="16216" y="20426"/>
                  </a:cubicBezTo>
                  <a:cubicBezTo>
                    <a:pt x="15639" y="20577"/>
                    <a:pt x="15038" y="20677"/>
                    <a:pt x="14411" y="20752"/>
                  </a:cubicBezTo>
                  <a:cubicBezTo>
                    <a:pt x="14016" y="20784"/>
                    <a:pt x="13630" y="20799"/>
                    <a:pt x="13251" y="20799"/>
                  </a:cubicBezTo>
                  <a:cubicBezTo>
                    <a:pt x="12113" y="20799"/>
                    <a:pt x="11047" y="20658"/>
                    <a:pt x="10050" y="20376"/>
                  </a:cubicBezTo>
                  <a:cubicBezTo>
                    <a:pt x="9925" y="20326"/>
                    <a:pt x="9825" y="20301"/>
                    <a:pt x="9699" y="20276"/>
                  </a:cubicBezTo>
                  <a:cubicBezTo>
                    <a:pt x="8321" y="19800"/>
                    <a:pt x="7118" y="19048"/>
                    <a:pt x="6115" y="17995"/>
                  </a:cubicBezTo>
                  <a:cubicBezTo>
                    <a:pt x="6015" y="17895"/>
                    <a:pt x="5915" y="17795"/>
                    <a:pt x="5840" y="17695"/>
                  </a:cubicBezTo>
                  <a:cubicBezTo>
                    <a:pt x="4461" y="16141"/>
                    <a:pt x="3935" y="14487"/>
                    <a:pt x="3785" y="14010"/>
                  </a:cubicBezTo>
                  <a:lnTo>
                    <a:pt x="3785" y="13935"/>
                  </a:lnTo>
                  <a:lnTo>
                    <a:pt x="3709" y="13935"/>
                  </a:lnTo>
                  <a:cubicBezTo>
                    <a:pt x="3283" y="13910"/>
                    <a:pt x="1855" y="13810"/>
                    <a:pt x="953" y="12933"/>
                  </a:cubicBezTo>
                  <a:cubicBezTo>
                    <a:pt x="451" y="12431"/>
                    <a:pt x="201" y="11805"/>
                    <a:pt x="201" y="11028"/>
                  </a:cubicBezTo>
                  <a:cubicBezTo>
                    <a:pt x="201" y="9825"/>
                    <a:pt x="727" y="8923"/>
                    <a:pt x="1755" y="8321"/>
                  </a:cubicBezTo>
                  <a:cubicBezTo>
                    <a:pt x="1780" y="8396"/>
                    <a:pt x="1805" y="8471"/>
                    <a:pt x="1855" y="8547"/>
                  </a:cubicBezTo>
                  <a:cubicBezTo>
                    <a:pt x="1955" y="8722"/>
                    <a:pt x="2055" y="8873"/>
                    <a:pt x="2130" y="9023"/>
                  </a:cubicBezTo>
                  <a:cubicBezTo>
                    <a:pt x="2187" y="9079"/>
                    <a:pt x="2257" y="9107"/>
                    <a:pt x="2321" y="9107"/>
                  </a:cubicBezTo>
                  <a:cubicBezTo>
                    <a:pt x="2342" y="9107"/>
                    <a:pt x="2362" y="9104"/>
                    <a:pt x="2381" y="9098"/>
                  </a:cubicBezTo>
                  <a:cubicBezTo>
                    <a:pt x="2481" y="9073"/>
                    <a:pt x="2531" y="8998"/>
                    <a:pt x="2531" y="8898"/>
                  </a:cubicBezTo>
                  <a:cubicBezTo>
                    <a:pt x="2531" y="8697"/>
                    <a:pt x="2557" y="8471"/>
                    <a:pt x="2557" y="8246"/>
                  </a:cubicBezTo>
                  <a:cubicBezTo>
                    <a:pt x="2557" y="8146"/>
                    <a:pt x="2582" y="8045"/>
                    <a:pt x="2582" y="7945"/>
                  </a:cubicBezTo>
                  <a:cubicBezTo>
                    <a:pt x="3108" y="7770"/>
                    <a:pt x="3534" y="7720"/>
                    <a:pt x="3584" y="7720"/>
                  </a:cubicBezTo>
                  <a:cubicBezTo>
                    <a:pt x="3604" y="7725"/>
                    <a:pt x="3709" y="7745"/>
                    <a:pt x="3879" y="7745"/>
                  </a:cubicBezTo>
                  <a:cubicBezTo>
                    <a:pt x="4571" y="7745"/>
                    <a:pt x="6331" y="7405"/>
                    <a:pt x="7719" y="4286"/>
                  </a:cubicBezTo>
                  <a:cubicBezTo>
                    <a:pt x="7719" y="4268"/>
                    <a:pt x="7745" y="4251"/>
                    <a:pt x="7768" y="4251"/>
                  </a:cubicBezTo>
                  <a:cubicBezTo>
                    <a:pt x="7778" y="4251"/>
                    <a:pt x="7787" y="4254"/>
                    <a:pt x="7795" y="4261"/>
                  </a:cubicBezTo>
                  <a:cubicBezTo>
                    <a:pt x="7810" y="4261"/>
                    <a:pt x="8410" y="4478"/>
                    <a:pt x="9224" y="4478"/>
                  </a:cubicBezTo>
                  <a:cubicBezTo>
                    <a:pt x="9738" y="4478"/>
                    <a:pt x="10336" y="4392"/>
                    <a:pt x="10928" y="4111"/>
                  </a:cubicBezTo>
                  <a:cubicBezTo>
                    <a:pt x="11980" y="3634"/>
                    <a:pt x="12757" y="2657"/>
                    <a:pt x="13258" y="1253"/>
                  </a:cubicBezTo>
                  <a:cubicBezTo>
                    <a:pt x="13283" y="1228"/>
                    <a:pt x="13283" y="1203"/>
                    <a:pt x="13308" y="1203"/>
                  </a:cubicBezTo>
                  <a:lnTo>
                    <a:pt x="13384" y="1203"/>
                  </a:lnTo>
                  <a:cubicBezTo>
                    <a:pt x="13469" y="1246"/>
                    <a:pt x="14682" y="1902"/>
                    <a:pt x="16085" y="1902"/>
                  </a:cubicBezTo>
                  <a:cubicBezTo>
                    <a:pt x="17140" y="1902"/>
                    <a:pt x="18302" y="1531"/>
                    <a:pt x="19173" y="251"/>
                  </a:cubicBezTo>
                  <a:cubicBezTo>
                    <a:pt x="19198" y="226"/>
                    <a:pt x="19223" y="226"/>
                    <a:pt x="19248" y="226"/>
                  </a:cubicBezTo>
                  <a:close/>
                  <a:moveTo>
                    <a:pt x="19248" y="0"/>
                  </a:moveTo>
                  <a:cubicBezTo>
                    <a:pt x="19173" y="0"/>
                    <a:pt x="19073" y="50"/>
                    <a:pt x="18998" y="126"/>
                  </a:cubicBezTo>
                  <a:cubicBezTo>
                    <a:pt x="18180" y="1341"/>
                    <a:pt x="17072" y="1693"/>
                    <a:pt x="16063" y="1693"/>
                  </a:cubicBezTo>
                  <a:cubicBezTo>
                    <a:pt x="14721" y="1693"/>
                    <a:pt x="13555" y="1071"/>
                    <a:pt x="13484" y="1028"/>
                  </a:cubicBezTo>
                  <a:cubicBezTo>
                    <a:pt x="13440" y="998"/>
                    <a:pt x="13387" y="986"/>
                    <a:pt x="13336" y="986"/>
                  </a:cubicBezTo>
                  <a:cubicBezTo>
                    <a:pt x="13300" y="986"/>
                    <a:pt x="13264" y="992"/>
                    <a:pt x="13233" y="1003"/>
                  </a:cubicBezTo>
                  <a:cubicBezTo>
                    <a:pt x="13158" y="1028"/>
                    <a:pt x="13108" y="1103"/>
                    <a:pt x="13083" y="1178"/>
                  </a:cubicBezTo>
                  <a:cubicBezTo>
                    <a:pt x="12582" y="2532"/>
                    <a:pt x="11830" y="3459"/>
                    <a:pt x="10852" y="3935"/>
                  </a:cubicBezTo>
                  <a:cubicBezTo>
                    <a:pt x="10300" y="4192"/>
                    <a:pt x="9739" y="4272"/>
                    <a:pt x="9256" y="4272"/>
                  </a:cubicBezTo>
                  <a:cubicBezTo>
                    <a:pt x="8469" y="4272"/>
                    <a:pt x="7885" y="4060"/>
                    <a:pt x="7870" y="4060"/>
                  </a:cubicBezTo>
                  <a:cubicBezTo>
                    <a:pt x="7839" y="4048"/>
                    <a:pt x="7806" y="4042"/>
                    <a:pt x="7773" y="4042"/>
                  </a:cubicBezTo>
                  <a:cubicBezTo>
                    <a:pt x="7674" y="4042"/>
                    <a:pt x="7575" y="4098"/>
                    <a:pt x="7519" y="4211"/>
                  </a:cubicBezTo>
                  <a:cubicBezTo>
                    <a:pt x="6176" y="7222"/>
                    <a:pt x="4520" y="7541"/>
                    <a:pt x="3890" y="7541"/>
                  </a:cubicBezTo>
                  <a:cubicBezTo>
                    <a:pt x="3744" y="7541"/>
                    <a:pt x="3653" y="7524"/>
                    <a:pt x="3634" y="7519"/>
                  </a:cubicBezTo>
                  <a:lnTo>
                    <a:pt x="3559" y="7519"/>
                  </a:lnTo>
                  <a:cubicBezTo>
                    <a:pt x="3509" y="7519"/>
                    <a:pt x="3033" y="7569"/>
                    <a:pt x="2456" y="7770"/>
                  </a:cubicBezTo>
                  <a:lnTo>
                    <a:pt x="2381" y="7795"/>
                  </a:lnTo>
                  <a:lnTo>
                    <a:pt x="2381" y="7870"/>
                  </a:lnTo>
                  <a:cubicBezTo>
                    <a:pt x="2356" y="7995"/>
                    <a:pt x="2356" y="8121"/>
                    <a:pt x="2356" y="8246"/>
                  </a:cubicBezTo>
                  <a:cubicBezTo>
                    <a:pt x="2331" y="8471"/>
                    <a:pt x="2331" y="8697"/>
                    <a:pt x="2306" y="8898"/>
                  </a:cubicBezTo>
                  <a:cubicBezTo>
                    <a:pt x="2231" y="8747"/>
                    <a:pt x="2130" y="8597"/>
                    <a:pt x="2030" y="8446"/>
                  </a:cubicBezTo>
                  <a:cubicBezTo>
                    <a:pt x="1980" y="8346"/>
                    <a:pt x="1930" y="8246"/>
                    <a:pt x="1880" y="8146"/>
                  </a:cubicBezTo>
                  <a:lnTo>
                    <a:pt x="1830" y="8045"/>
                  </a:lnTo>
                  <a:lnTo>
                    <a:pt x="1729" y="8096"/>
                  </a:lnTo>
                  <a:cubicBezTo>
                    <a:pt x="602" y="8722"/>
                    <a:pt x="0" y="9725"/>
                    <a:pt x="0" y="11028"/>
                  </a:cubicBezTo>
                  <a:cubicBezTo>
                    <a:pt x="0" y="11855"/>
                    <a:pt x="276" y="12557"/>
                    <a:pt x="802" y="13083"/>
                  </a:cubicBezTo>
                  <a:cubicBezTo>
                    <a:pt x="1704" y="13960"/>
                    <a:pt x="3108" y="14111"/>
                    <a:pt x="3609" y="14136"/>
                  </a:cubicBezTo>
                  <a:cubicBezTo>
                    <a:pt x="3785" y="14712"/>
                    <a:pt x="4336" y="16316"/>
                    <a:pt x="5664" y="17845"/>
                  </a:cubicBezTo>
                  <a:cubicBezTo>
                    <a:pt x="5765" y="17945"/>
                    <a:pt x="5865" y="18045"/>
                    <a:pt x="5965" y="18146"/>
                  </a:cubicBezTo>
                  <a:cubicBezTo>
                    <a:pt x="6993" y="19223"/>
                    <a:pt x="8221" y="20000"/>
                    <a:pt x="9649" y="20452"/>
                  </a:cubicBezTo>
                  <a:cubicBezTo>
                    <a:pt x="9750" y="20502"/>
                    <a:pt x="9875" y="20527"/>
                    <a:pt x="10000" y="20577"/>
                  </a:cubicBezTo>
                  <a:cubicBezTo>
                    <a:pt x="10978" y="20853"/>
                    <a:pt x="12055" y="21003"/>
                    <a:pt x="13183" y="21003"/>
                  </a:cubicBezTo>
                  <a:cubicBezTo>
                    <a:pt x="13584" y="21003"/>
                    <a:pt x="14010" y="20978"/>
                    <a:pt x="14436" y="20953"/>
                  </a:cubicBezTo>
                  <a:cubicBezTo>
                    <a:pt x="15063" y="20903"/>
                    <a:pt x="15689" y="20777"/>
                    <a:pt x="16266" y="20627"/>
                  </a:cubicBezTo>
                  <a:cubicBezTo>
                    <a:pt x="16391" y="20602"/>
                    <a:pt x="16491" y="20552"/>
                    <a:pt x="16617" y="20527"/>
                  </a:cubicBezTo>
                  <a:cubicBezTo>
                    <a:pt x="18371" y="19950"/>
                    <a:pt x="19850" y="18873"/>
                    <a:pt x="20978" y="17319"/>
                  </a:cubicBezTo>
                  <a:cubicBezTo>
                    <a:pt x="21554" y="16542"/>
                    <a:pt x="22055" y="15639"/>
                    <a:pt x="22431" y="14612"/>
                  </a:cubicBezTo>
                  <a:cubicBezTo>
                    <a:pt x="22481" y="14487"/>
                    <a:pt x="22532" y="14361"/>
                    <a:pt x="22582" y="14236"/>
                  </a:cubicBezTo>
                  <a:cubicBezTo>
                    <a:pt x="23985" y="10401"/>
                    <a:pt x="23910" y="5589"/>
                    <a:pt x="23208" y="2532"/>
                  </a:cubicBezTo>
                  <a:cubicBezTo>
                    <a:pt x="23183" y="2431"/>
                    <a:pt x="23083" y="2331"/>
                    <a:pt x="22958" y="2331"/>
                  </a:cubicBezTo>
                  <a:cubicBezTo>
                    <a:pt x="20401" y="2131"/>
                    <a:pt x="19524" y="251"/>
                    <a:pt x="19499" y="176"/>
                  </a:cubicBezTo>
                  <a:cubicBezTo>
                    <a:pt x="19449" y="75"/>
                    <a:pt x="19374" y="25"/>
                    <a:pt x="192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0" name="Google Shape;3680;p48"/>
            <p:cNvSpPr/>
            <p:nvPr/>
          </p:nvSpPr>
          <p:spPr>
            <a:xfrm>
              <a:off x="5965044" y="2260454"/>
              <a:ext cx="231309" cy="519519"/>
            </a:xfrm>
            <a:custGeom>
              <a:rect b="b" l="l" r="r" t="t"/>
              <a:pathLst>
                <a:path extrusionOk="0" h="12335" w="5492">
                  <a:moveTo>
                    <a:pt x="3314" y="0"/>
                  </a:moveTo>
                  <a:cubicBezTo>
                    <a:pt x="3296" y="0"/>
                    <a:pt x="3278" y="5"/>
                    <a:pt x="3258" y="17"/>
                  </a:cubicBezTo>
                  <a:cubicBezTo>
                    <a:pt x="2055" y="644"/>
                    <a:pt x="1228" y="1771"/>
                    <a:pt x="727" y="2999"/>
                  </a:cubicBezTo>
                  <a:cubicBezTo>
                    <a:pt x="201" y="4328"/>
                    <a:pt x="0" y="5832"/>
                    <a:pt x="175" y="7260"/>
                  </a:cubicBezTo>
                  <a:cubicBezTo>
                    <a:pt x="276" y="8137"/>
                    <a:pt x="526" y="9015"/>
                    <a:pt x="977" y="9766"/>
                  </a:cubicBezTo>
                  <a:cubicBezTo>
                    <a:pt x="1003" y="9804"/>
                    <a:pt x="1040" y="9823"/>
                    <a:pt x="1078" y="9823"/>
                  </a:cubicBezTo>
                  <a:cubicBezTo>
                    <a:pt x="1115" y="9823"/>
                    <a:pt x="1153" y="9804"/>
                    <a:pt x="1178" y="9766"/>
                  </a:cubicBezTo>
                  <a:cubicBezTo>
                    <a:pt x="1579" y="9015"/>
                    <a:pt x="2080" y="8313"/>
                    <a:pt x="2682" y="7711"/>
                  </a:cubicBezTo>
                  <a:lnTo>
                    <a:pt x="2682" y="7711"/>
                  </a:lnTo>
                  <a:cubicBezTo>
                    <a:pt x="2582" y="9015"/>
                    <a:pt x="2832" y="10343"/>
                    <a:pt x="3409" y="11521"/>
                  </a:cubicBezTo>
                  <a:cubicBezTo>
                    <a:pt x="3459" y="11621"/>
                    <a:pt x="3509" y="11721"/>
                    <a:pt x="3584" y="11822"/>
                  </a:cubicBezTo>
                  <a:cubicBezTo>
                    <a:pt x="3659" y="11972"/>
                    <a:pt x="3759" y="12122"/>
                    <a:pt x="3860" y="12273"/>
                  </a:cubicBezTo>
                  <a:cubicBezTo>
                    <a:pt x="3881" y="12315"/>
                    <a:pt x="3919" y="12335"/>
                    <a:pt x="3957" y="12335"/>
                  </a:cubicBezTo>
                  <a:cubicBezTo>
                    <a:pt x="4009" y="12335"/>
                    <a:pt x="4060" y="12296"/>
                    <a:pt x="4060" y="12223"/>
                  </a:cubicBezTo>
                  <a:cubicBezTo>
                    <a:pt x="4060" y="11997"/>
                    <a:pt x="4060" y="11796"/>
                    <a:pt x="4085" y="11571"/>
                  </a:cubicBezTo>
                  <a:cubicBezTo>
                    <a:pt x="4085" y="11446"/>
                    <a:pt x="4110" y="11320"/>
                    <a:pt x="4110" y="11195"/>
                  </a:cubicBezTo>
                  <a:cubicBezTo>
                    <a:pt x="4261" y="9716"/>
                    <a:pt x="4712" y="8288"/>
                    <a:pt x="5439" y="7010"/>
                  </a:cubicBezTo>
                  <a:cubicBezTo>
                    <a:pt x="5492" y="6921"/>
                    <a:pt x="5407" y="6832"/>
                    <a:pt x="5326" y="6832"/>
                  </a:cubicBezTo>
                  <a:cubicBezTo>
                    <a:pt x="5293" y="6832"/>
                    <a:pt x="5260" y="6847"/>
                    <a:pt x="5238" y="6884"/>
                  </a:cubicBezTo>
                  <a:cubicBezTo>
                    <a:pt x="4486" y="8238"/>
                    <a:pt x="4010" y="9741"/>
                    <a:pt x="3885" y="11295"/>
                  </a:cubicBezTo>
                  <a:cubicBezTo>
                    <a:pt x="3885" y="11421"/>
                    <a:pt x="3860" y="11546"/>
                    <a:pt x="3860" y="11671"/>
                  </a:cubicBezTo>
                  <a:cubicBezTo>
                    <a:pt x="3860" y="11721"/>
                    <a:pt x="3860" y="11796"/>
                    <a:pt x="3860" y="11847"/>
                  </a:cubicBezTo>
                  <a:cubicBezTo>
                    <a:pt x="3835" y="11796"/>
                    <a:pt x="3785" y="11746"/>
                    <a:pt x="3759" y="11721"/>
                  </a:cubicBezTo>
                  <a:cubicBezTo>
                    <a:pt x="3709" y="11621"/>
                    <a:pt x="3659" y="11521"/>
                    <a:pt x="3609" y="11421"/>
                  </a:cubicBezTo>
                  <a:cubicBezTo>
                    <a:pt x="3008" y="10192"/>
                    <a:pt x="2757" y="8789"/>
                    <a:pt x="2932" y="7411"/>
                  </a:cubicBezTo>
                  <a:cubicBezTo>
                    <a:pt x="2949" y="7344"/>
                    <a:pt x="2888" y="7310"/>
                    <a:pt x="2830" y="7310"/>
                  </a:cubicBezTo>
                  <a:cubicBezTo>
                    <a:pt x="2802" y="7310"/>
                    <a:pt x="2774" y="7319"/>
                    <a:pt x="2757" y="7335"/>
                  </a:cubicBezTo>
                  <a:cubicBezTo>
                    <a:pt x="2080" y="7962"/>
                    <a:pt x="1529" y="8689"/>
                    <a:pt x="1078" y="9491"/>
                  </a:cubicBezTo>
                  <a:cubicBezTo>
                    <a:pt x="376" y="8213"/>
                    <a:pt x="251" y="6684"/>
                    <a:pt x="401" y="5255"/>
                  </a:cubicBezTo>
                  <a:cubicBezTo>
                    <a:pt x="551" y="3977"/>
                    <a:pt x="977" y="2674"/>
                    <a:pt x="1754" y="1621"/>
                  </a:cubicBezTo>
                  <a:cubicBezTo>
                    <a:pt x="2181" y="1045"/>
                    <a:pt x="2732" y="543"/>
                    <a:pt x="3358" y="192"/>
                  </a:cubicBezTo>
                  <a:cubicBezTo>
                    <a:pt x="3464" y="150"/>
                    <a:pt x="3409" y="0"/>
                    <a:pt x="3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1" name="Google Shape;3681;p48"/>
            <p:cNvSpPr/>
            <p:nvPr/>
          </p:nvSpPr>
          <p:spPr>
            <a:xfrm>
              <a:off x="7093880" y="2490628"/>
              <a:ext cx="84067" cy="144631"/>
            </a:xfrm>
            <a:custGeom>
              <a:rect b="b" l="l" r="r" t="t"/>
              <a:pathLst>
                <a:path extrusionOk="0" h="3434" w="1996">
                  <a:moveTo>
                    <a:pt x="126" y="0"/>
                  </a:moveTo>
                  <a:cubicBezTo>
                    <a:pt x="62" y="0"/>
                    <a:pt x="1" y="54"/>
                    <a:pt x="15" y="141"/>
                  </a:cubicBezTo>
                  <a:cubicBezTo>
                    <a:pt x="316" y="1294"/>
                    <a:pt x="1243" y="2171"/>
                    <a:pt x="1469" y="3349"/>
                  </a:cubicBezTo>
                  <a:cubicBezTo>
                    <a:pt x="1481" y="3408"/>
                    <a:pt x="1521" y="3434"/>
                    <a:pt x="1565" y="3434"/>
                  </a:cubicBezTo>
                  <a:cubicBezTo>
                    <a:pt x="1614" y="3434"/>
                    <a:pt x="1668" y="3402"/>
                    <a:pt x="1694" y="3349"/>
                  </a:cubicBezTo>
                  <a:cubicBezTo>
                    <a:pt x="1995" y="2347"/>
                    <a:pt x="1870" y="1219"/>
                    <a:pt x="1319" y="316"/>
                  </a:cubicBezTo>
                  <a:cubicBezTo>
                    <a:pt x="1296" y="280"/>
                    <a:pt x="1266" y="265"/>
                    <a:pt x="1235" y="265"/>
                  </a:cubicBezTo>
                  <a:cubicBezTo>
                    <a:pt x="1162" y="265"/>
                    <a:pt x="1090" y="353"/>
                    <a:pt x="1143" y="442"/>
                  </a:cubicBezTo>
                  <a:cubicBezTo>
                    <a:pt x="1569" y="1169"/>
                    <a:pt x="1720" y="2046"/>
                    <a:pt x="1569" y="2898"/>
                  </a:cubicBezTo>
                  <a:cubicBezTo>
                    <a:pt x="1243" y="1895"/>
                    <a:pt x="491" y="1093"/>
                    <a:pt x="241" y="91"/>
                  </a:cubicBezTo>
                  <a:cubicBezTo>
                    <a:pt x="220" y="28"/>
                    <a:pt x="172" y="0"/>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2" name="Google Shape;3682;p48"/>
            <p:cNvSpPr/>
            <p:nvPr/>
          </p:nvSpPr>
          <p:spPr>
            <a:xfrm>
              <a:off x="5869395" y="2179546"/>
              <a:ext cx="200648" cy="230383"/>
            </a:xfrm>
            <a:custGeom>
              <a:rect b="b" l="l" r="r" t="t"/>
              <a:pathLst>
                <a:path extrusionOk="0" h="5470" w="4764">
                  <a:moveTo>
                    <a:pt x="4623" y="0"/>
                  </a:moveTo>
                  <a:cubicBezTo>
                    <a:pt x="4609" y="0"/>
                    <a:pt x="4593" y="3"/>
                    <a:pt x="4577" y="8"/>
                  </a:cubicBezTo>
                  <a:cubicBezTo>
                    <a:pt x="2797" y="660"/>
                    <a:pt x="1294" y="2063"/>
                    <a:pt x="492" y="3793"/>
                  </a:cubicBezTo>
                  <a:cubicBezTo>
                    <a:pt x="266" y="4294"/>
                    <a:pt x="116" y="4795"/>
                    <a:pt x="15" y="5347"/>
                  </a:cubicBezTo>
                  <a:cubicBezTo>
                    <a:pt x="0" y="5421"/>
                    <a:pt x="66" y="5469"/>
                    <a:pt x="126" y="5469"/>
                  </a:cubicBezTo>
                  <a:cubicBezTo>
                    <a:pt x="167" y="5469"/>
                    <a:pt x="206" y="5447"/>
                    <a:pt x="216" y="5397"/>
                  </a:cubicBezTo>
                  <a:cubicBezTo>
                    <a:pt x="567" y="3567"/>
                    <a:pt x="1695" y="1938"/>
                    <a:pt x="3248" y="910"/>
                  </a:cubicBezTo>
                  <a:cubicBezTo>
                    <a:pt x="3675" y="635"/>
                    <a:pt x="4151" y="384"/>
                    <a:pt x="4652" y="209"/>
                  </a:cubicBezTo>
                  <a:cubicBezTo>
                    <a:pt x="4764" y="164"/>
                    <a:pt x="4736" y="0"/>
                    <a:pt x="46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3" name="Google Shape;3683;p48"/>
            <p:cNvSpPr/>
            <p:nvPr/>
          </p:nvSpPr>
          <p:spPr>
            <a:xfrm>
              <a:off x="5913113" y="2278776"/>
              <a:ext cx="54121" cy="80192"/>
            </a:xfrm>
            <a:custGeom>
              <a:rect b="b" l="l" r="r" t="t"/>
              <a:pathLst>
                <a:path extrusionOk="0" h="1904" w="1285">
                  <a:moveTo>
                    <a:pt x="1110" y="0"/>
                  </a:moveTo>
                  <a:cubicBezTo>
                    <a:pt x="1083" y="0"/>
                    <a:pt x="1056" y="10"/>
                    <a:pt x="1033" y="33"/>
                  </a:cubicBezTo>
                  <a:cubicBezTo>
                    <a:pt x="581" y="534"/>
                    <a:pt x="231" y="1136"/>
                    <a:pt x="30" y="1762"/>
                  </a:cubicBezTo>
                  <a:cubicBezTo>
                    <a:pt x="1" y="1850"/>
                    <a:pt x="65" y="1903"/>
                    <a:pt x="129" y="1903"/>
                  </a:cubicBezTo>
                  <a:cubicBezTo>
                    <a:pt x="174" y="1903"/>
                    <a:pt x="220" y="1876"/>
                    <a:pt x="231" y="1813"/>
                  </a:cubicBezTo>
                  <a:cubicBezTo>
                    <a:pt x="431" y="1211"/>
                    <a:pt x="782" y="660"/>
                    <a:pt x="1208" y="183"/>
                  </a:cubicBezTo>
                  <a:cubicBezTo>
                    <a:pt x="1285" y="107"/>
                    <a:pt x="1199" y="0"/>
                    <a:pt x="1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4" name="Google Shape;3684;p48"/>
            <p:cNvSpPr/>
            <p:nvPr/>
          </p:nvSpPr>
          <p:spPr>
            <a:xfrm>
              <a:off x="5974520" y="2259022"/>
              <a:ext cx="11667" cy="9561"/>
            </a:xfrm>
            <a:custGeom>
              <a:rect b="b" l="l" r="r" t="t"/>
              <a:pathLst>
                <a:path extrusionOk="0" h="227" w="277">
                  <a:moveTo>
                    <a:pt x="126" y="1"/>
                  </a:moveTo>
                  <a:cubicBezTo>
                    <a:pt x="1" y="1"/>
                    <a:pt x="1" y="226"/>
                    <a:pt x="126" y="226"/>
                  </a:cubicBezTo>
                  <a:cubicBezTo>
                    <a:pt x="276" y="226"/>
                    <a:pt x="276"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5" name="Google Shape;3685;p48"/>
            <p:cNvSpPr/>
            <p:nvPr/>
          </p:nvSpPr>
          <p:spPr>
            <a:xfrm>
              <a:off x="5953419" y="2329780"/>
              <a:ext cx="19037" cy="31672"/>
            </a:xfrm>
            <a:custGeom>
              <a:rect b="b" l="l" r="r" t="t"/>
              <a:pathLst>
                <a:path extrusionOk="0" h="752" w="452">
                  <a:moveTo>
                    <a:pt x="351" y="0"/>
                  </a:moveTo>
                  <a:cubicBezTo>
                    <a:pt x="301" y="0"/>
                    <a:pt x="251" y="25"/>
                    <a:pt x="226" y="75"/>
                  </a:cubicBezTo>
                  <a:cubicBezTo>
                    <a:pt x="151" y="251"/>
                    <a:pt x="76" y="426"/>
                    <a:pt x="25" y="602"/>
                  </a:cubicBezTo>
                  <a:cubicBezTo>
                    <a:pt x="0" y="652"/>
                    <a:pt x="25" y="727"/>
                    <a:pt x="101" y="752"/>
                  </a:cubicBezTo>
                  <a:cubicBezTo>
                    <a:pt x="151" y="752"/>
                    <a:pt x="201" y="727"/>
                    <a:pt x="226" y="677"/>
                  </a:cubicBezTo>
                  <a:cubicBezTo>
                    <a:pt x="301" y="501"/>
                    <a:pt x="376" y="326"/>
                    <a:pt x="451" y="150"/>
                  </a:cubicBezTo>
                  <a:cubicBezTo>
                    <a:pt x="451" y="100"/>
                    <a:pt x="426" y="25"/>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6" name="Google Shape;3686;p48"/>
            <p:cNvSpPr/>
            <p:nvPr/>
          </p:nvSpPr>
          <p:spPr>
            <a:xfrm>
              <a:off x="5968203" y="2336477"/>
              <a:ext cx="21143" cy="30956"/>
            </a:xfrm>
            <a:custGeom>
              <a:rect b="b" l="l" r="r" t="t"/>
              <a:pathLst>
                <a:path extrusionOk="0" h="735" w="502">
                  <a:moveTo>
                    <a:pt x="356" y="0"/>
                  </a:moveTo>
                  <a:cubicBezTo>
                    <a:pt x="322" y="0"/>
                    <a:pt x="291" y="12"/>
                    <a:pt x="276" y="42"/>
                  </a:cubicBezTo>
                  <a:cubicBezTo>
                    <a:pt x="201" y="217"/>
                    <a:pt x="126" y="392"/>
                    <a:pt x="25" y="568"/>
                  </a:cubicBezTo>
                  <a:cubicBezTo>
                    <a:pt x="0" y="618"/>
                    <a:pt x="0" y="693"/>
                    <a:pt x="75" y="718"/>
                  </a:cubicBezTo>
                  <a:cubicBezTo>
                    <a:pt x="96" y="729"/>
                    <a:pt x="121" y="735"/>
                    <a:pt x="145" y="735"/>
                  </a:cubicBezTo>
                  <a:cubicBezTo>
                    <a:pt x="179" y="735"/>
                    <a:pt x="211" y="723"/>
                    <a:pt x="226" y="693"/>
                  </a:cubicBezTo>
                  <a:cubicBezTo>
                    <a:pt x="301" y="518"/>
                    <a:pt x="401" y="342"/>
                    <a:pt x="476" y="167"/>
                  </a:cubicBezTo>
                  <a:cubicBezTo>
                    <a:pt x="501" y="117"/>
                    <a:pt x="501" y="42"/>
                    <a:pt x="426" y="17"/>
                  </a:cubicBezTo>
                  <a:cubicBezTo>
                    <a:pt x="406" y="6"/>
                    <a:pt x="380" y="0"/>
                    <a:pt x="3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7" name="Google Shape;3687;p48"/>
            <p:cNvSpPr/>
            <p:nvPr/>
          </p:nvSpPr>
          <p:spPr>
            <a:xfrm>
              <a:off x="5928065" y="2486500"/>
              <a:ext cx="29187" cy="152465"/>
            </a:xfrm>
            <a:custGeom>
              <a:rect b="b" l="l" r="r" t="t"/>
              <a:pathLst>
                <a:path extrusionOk="0" h="3620" w="693">
                  <a:moveTo>
                    <a:pt x="208" y="1"/>
                  </a:moveTo>
                  <a:cubicBezTo>
                    <a:pt x="151" y="1"/>
                    <a:pt x="89" y="38"/>
                    <a:pt x="76" y="114"/>
                  </a:cubicBezTo>
                  <a:cubicBezTo>
                    <a:pt x="1" y="1267"/>
                    <a:pt x="126" y="2445"/>
                    <a:pt x="452" y="3547"/>
                  </a:cubicBezTo>
                  <a:cubicBezTo>
                    <a:pt x="472" y="3598"/>
                    <a:pt x="517" y="3620"/>
                    <a:pt x="561" y="3620"/>
                  </a:cubicBezTo>
                  <a:cubicBezTo>
                    <a:pt x="627" y="3620"/>
                    <a:pt x="692" y="3572"/>
                    <a:pt x="678" y="3497"/>
                  </a:cubicBezTo>
                  <a:cubicBezTo>
                    <a:pt x="352" y="2394"/>
                    <a:pt x="226" y="1241"/>
                    <a:pt x="302" y="114"/>
                  </a:cubicBezTo>
                  <a:cubicBezTo>
                    <a:pt x="314" y="38"/>
                    <a:pt x="264" y="1"/>
                    <a:pt x="2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8" name="Google Shape;3688;p48"/>
            <p:cNvSpPr/>
            <p:nvPr/>
          </p:nvSpPr>
          <p:spPr>
            <a:xfrm>
              <a:off x="5960790" y="2673882"/>
              <a:ext cx="12719" cy="9561"/>
            </a:xfrm>
            <a:custGeom>
              <a:rect b="b" l="l" r="r" t="t"/>
              <a:pathLst>
                <a:path extrusionOk="0" h="227" w="302">
                  <a:moveTo>
                    <a:pt x="151" y="1"/>
                  </a:moveTo>
                  <a:cubicBezTo>
                    <a:pt x="1" y="1"/>
                    <a:pt x="1" y="226"/>
                    <a:pt x="151" y="226"/>
                  </a:cubicBezTo>
                  <a:cubicBezTo>
                    <a:pt x="302" y="226"/>
                    <a:pt x="302"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9" name="Google Shape;3689;p48"/>
            <p:cNvSpPr/>
            <p:nvPr/>
          </p:nvSpPr>
          <p:spPr>
            <a:xfrm>
              <a:off x="5855243" y="2540074"/>
              <a:ext cx="34915" cy="83477"/>
            </a:xfrm>
            <a:custGeom>
              <a:rect b="b" l="l" r="r" t="t"/>
              <a:pathLst>
                <a:path extrusionOk="0" h="1982" w="829">
                  <a:moveTo>
                    <a:pt x="113" y="1"/>
                  </a:moveTo>
                  <a:cubicBezTo>
                    <a:pt x="57" y="1"/>
                    <a:pt x="1" y="32"/>
                    <a:pt x="1" y="95"/>
                  </a:cubicBezTo>
                  <a:cubicBezTo>
                    <a:pt x="26" y="746"/>
                    <a:pt x="226" y="1398"/>
                    <a:pt x="577" y="1924"/>
                  </a:cubicBezTo>
                  <a:cubicBezTo>
                    <a:pt x="601" y="1965"/>
                    <a:pt x="639" y="1982"/>
                    <a:pt x="676" y="1982"/>
                  </a:cubicBezTo>
                  <a:cubicBezTo>
                    <a:pt x="753" y="1982"/>
                    <a:pt x="828" y="1909"/>
                    <a:pt x="777" y="1824"/>
                  </a:cubicBezTo>
                  <a:cubicBezTo>
                    <a:pt x="452" y="1298"/>
                    <a:pt x="251" y="721"/>
                    <a:pt x="226" y="95"/>
                  </a:cubicBezTo>
                  <a:cubicBezTo>
                    <a:pt x="226" y="32"/>
                    <a:pt x="170" y="1"/>
                    <a:pt x="1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0" name="Google Shape;3690;p48"/>
            <p:cNvSpPr/>
            <p:nvPr/>
          </p:nvSpPr>
          <p:spPr>
            <a:xfrm>
              <a:off x="5870026" y="2712041"/>
              <a:ext cx="23923" cy="148211"/>
            </a:xfrm>
            <a:custGeom>
              <a:rect b="b" l="l" r="r" t="t"/>
              <a:pathLst>
                <a:path extrusionOk="0" h="3519" w="568">
                  <a:moveTo>
                    <a:pt x="420" y="1"/>
                  </a:moveTo>
                  <a:cubicBezTo>
                    <a:pt x="376" y="1"/>
                    <a:pt x="336" y="23"/>
                    <a:pt x="326" y="72"/>
                  </a:cubicBezTo>
                  <a:cubicBezTo>
                    <a:pt x="76" y="1175"/>
                    <a:pt x="0" y="2303"/>
                    <a:pt x="101" y="3405"/>
                  </a:cubicBezTo>
                  <a:cubicBezTo>
                    <a:pt x="101" y="3481"/>
                    <a:pt x="157" y="3518"/>
                    <a:pt x="213" y="3518"/>
                  </a:cubicBezTo>
                  <a:cubicBezTo>
                    <a:pt x="270" y="3518"/>
                    <a:pt x="326" y="3481"/>
                    <a:pt x="326" y="3405"/>
                  </a:cubicBezTo>
                  <a:cubicBezTo>
                    <a:pt x="226" y="2328"/>
                    <a:pt x="301" y="1200"/>
                    <a:pt x="552" y="147"/>
                  </a:cubicBezTo>
                  <a:cubicBezTo>
                    <a:pt x="567" y="55"/>
                    <a:pt x="489" y="1"/>
                    <a:pt x="4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1" name="Google Shape;3691;p48"/>
            <p:cNvSpPr/>
            <p:nvPr/>
          </p:nvSpPr>
          <p:spPr>
            <a:xfrm>
              <a:off x="6159248" y="2661204"/>
              <a:ext cx="11667" cy="11667"/>
            </a:xfrm>
            <a:custGeom>
              <a:rect b="b" l="l" r="r" t="t"/>
              <a:pathLst>
                <a:path extrusionOk="0" h="277" w="277">
                  <a:moveTo>
                    <a:pt x="51" y="1"/>
                  </a:moveTo>
                  <a:cubicBezTo>
                    <a:pt x="51" y="1"/>
                    <a:pt x="26" y="26"/>
                    <a:pt x="26" y="26"/>
                  </a:cubicBezTo>
                  <a:cubicBezTo>
                    <a:pt x="26" y="26"/>
                    <a:pt x="1" y="51"/>
                    <a:pt x="1" y="51"/>
                  </a:cubicBezTo>
                  <a:cubicBezTo>
                    <a:pt x="1" y="76"/>
                    <a:pt x="1" y="76"/>
                    <a:pt x="1" y="101"/>
                  </a:cubicBezTo>
                  <a:cubicBezTo>
                    <a:pt x="1" y="101"/>
                    <a:pt x="1" y="126"/>
                    <a:pt x="1" y="126"/>
                  </a:cubicBezTo>
                  <a:cubicBezTo>
                    <a:pt x="1" y="151"/>
                    <a:pt x="1" y="176"/>
                    <a:pt x="26" y="176"/>
                  </a:cubicBezTo>
                  <a:lnTo>
                    <a:pt x="76" y="226"/>
                  </a:lnTo>
                  <a:cubicBezTo>
                    <a:pt x="76" y="251"/>
                    <a:pt x="101" y="251"/>
                    <a:pt x="101" y="251"/>
                  </a:cubicBezTo>
                  <a:cubicBezTo>
                    <a:pt x="126" y="251"/>
                    <a:pt x="151" y="276"/>
                    <a:pt x="151" y="276"/>
                  </a:cubicBezTo>
                  <a:cubicBezTo>
                    <a:pt x="176" y="276"/>
                    <a:pt x="176" y="251"/>
                    <a:pt x="201" y="251"/>
                  </a:cubicBezTo>
                  <a:cubicBezTo>
                    <a:pt x="201" y="251"/>
                    <a:pt x="226" y="251"/>
                    <a:pt x="226" y="226"/>
                  </a:cubicBezTo>
                  <a:cubicBezTo>
                    <a:pt x="226" y="226"/>
                    <a:pt x="251" y="226"/>
                    <a:pt x="251" y="201"/>
                  </a:cubicBezTo>
                  <a:cubicBezTo>
                    <a:pt x="251" y="201"/>
                    <a:pt x="276" y="176"/>
                    <a:pt x="276" y="151"/>
                  </a:cubicBezTo>
                  <a:cubicBezTo>
                    <a:pt x="251" y="151"/>
                    <a:pt x="251" y="126"/>
                    <a:pt x="251" y="126"/>
                  </a:cubicBezTo>
                  <a:cubicBezTo>
                    <a:pt x="251" y="101"/>
                    <a:pt x="251" y="101"/>
                    <a:pt x="226" y="76"/>
                  </a:cubicBezTo>
                  <a:cubicBezTo>
                    <a:pt x="226" y="51"/>
                    <a:pt x="201" y="51"/>
                    <a:pt x="176" y="26"/>
                  </a:cubicBezTo>
                  <a:cubicBezTo>
                    <a:pt x="176" y="26"/>
                    <a:pt x="151"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2" name="Google Shape;3692;p48"/>
            <p:cNvSpPr/>
            <p:nvPr/>
          </p:nvSpPr>
          <p:spPr>
            <a:xfrm>
              <a:off x="6098936" y="2044306"/>
              <a:ext cx="356398" cy="381627"/>
            </a:xfrm>
            <a:custGeom>
              <a:rect b="b" l="l" r="r" t="t"/>
              <a:pathLst>
                <a:path extrusionOk="0" h="9061" w="8462">
                  <a:moveTo>
                    <a:pt x="5458" y="1"/>
                  </a:moveTo>
                  <a:cubicBezTo>
                    <a:pt x="4969" y="1"/>
                    <a:pt x="4478" y="54"/>
                    <a:pt x="3989" y="161"/>
                  </a:cubicBezTo>
                  <a:cubicBezTo>
                    <a:pt x="3914" y="161"/>
                    <a:pt x="3889" y="312"/>
                    <a:pt x="3964" y="362"/>
                  </a:cubicBezTo>
                  <a:cubicBezTo>
                    <a:pt x="4741" y="763"/>
                    <a:pt x="5543" y="1164"/>
                    <a:pt x="6345" y="1490"/>
                  </a:cubicBezTo>
                  <a:cubicBezTo>
                    <a:pt x="4891" y="1766"/>
                    <a:pt x="3538" y="2442"/>
                    <a:pt x="2460" y="3445"/>
                  </a:cubicBezTo>
                  <a:cubicBezTo>
                    <a:pt x="2391" y="3491"/>
                    <a:pt x="2428" y="3623"/>
                    <a:pt x="2513" y="3623"/>
                  </a:cubicBezTo>
                  <a:cubicBezTo>
                    <a:pt x="2520" y="3623"/>
                    <a:pt x="2528" y="3622"/>
                    <a:pt x="2535" y="3620"/>
                  </a:cubicBezTo>
                  <a:cubicBezTo>
                    <a:pt x="3280" y="3529"/>
                    <a:pt x="4038" y="3465"/>
                    <a:pt x="4790" y="3465"/>
                  </a:cubicBezTo>
                  <a:cubicBezTo>
                    <a:pt x="5076" y="3465"/>
                    <a:pt x="5360" y="3474"/>
                    <a:pt x="5643" y="3495"/>
                  </a:cubicBezTo>
                  <a:cubicBezTo>
                    <a:pt x="3839" y="4422"/>
                    <a:pt x="2260" y="5750"/>
                    <a:pt x="1057" y="7355"/>
                  </a:cubicBezTo>
                  <a:cubicBezTo>
                    <a:pt x="681" y="7831"/>
                    <a:pt x="355" y="8357"/>
                    <a:pt x="54" y="8883"/>
                  </a:cubicBezTo>
                  <a:cubicBezTo>
                    <a:pt x="1" y="8972"/>
                    <a:pt x="86" y="9061"/>
                    <a:pt x="166" y="9061"/>
                  </a:cubicBezTo>
                  <a:cubicBezTo>
                    <a:pt x="200" y="9061"/>
                    <a:pt x="233" y="9045"/>
                    <a:pt x="255" y="9009"/>
                  </a:cubicBezTo>
                  <a:cubicBezTo>
                    <a:pt x="1282" y="7154"/>
                    <a:pt x="2761" y="5550"/>
                    <a:pt x="4540" y="4397"/>
                  </a:cubicBezTo>
                  <a:cubicBezTo>
                    <a:pt x="5017" y="4071"/>
                    <a:pt x="5543" y="3771"/>
                    <a:pt x="6094" y="3520"/>
                  </a:cubicBezTo>
                  <a:cubicBezTo>
                    <a:pt x="6195" y="3470"/>
                    <a:pt x="6119" y="3319"/>
                    <a:pt x="6019" y="3319"/>
                  </a:cubicBezTo>
                  <a:cubicBezTo>
                    <a:pt x="5615" y="3260"/>
                    <a:pt x="5202" y="3236"/>
                    <a:pt x="4787" y="3236"/>
                  </a:cubicBezTo>
                  <a:cubicBezTo>
                    <a:pt x="4147" y="3236"/>
                    <a:pt x="3500" y="3294"/>
                    <a:pt x="2861" y="3370"/>
                  </a:cubicBezTo>
                  <a:cubicBezTo>
                    <a:pt x="3989" y="2442"/>
                    <a:pt x="5342" y="1866"/>
                    <a:pt x="6771" y="1640"/>
                  </a:cubicBezTo>
                  <a:cubicBezTo>
                    <a:pt x="6871" y="1640"/>
                    <a:pt x="6846" y="1465"/>
                    <a:pt x="6771" y="1440"/>
                  </a:cubicBezTo>
                  <a:cubicBezTo>
                    <a:pt x="5944" y="1089"/>
                    <a:pt x="5142" y="713"/>
                    <a:pt x="4365" y="312"/>
                  </a:cubicBezTo>
                  <a:cubicBezTo>
                    <a:pt x="4712" y="258"/>
                    <a:pt x="5064" y="232"/>
                    <a:pt x="5414" y="232"/>
                  </a:cubicBezTo>
                  <a:cubicBezTo>
                    <a:pt x="6379" y="232"/>
                    <a:pt x="7342" y="434"/>
                    <a:pt x="8225" y="838"/>
                  </a:cubicBezTo>
                  <a:cubicBezTo>
                    <a:pt x="8238" y="844"/>
                    <a:pt x="8252" y="846"/>
                    <a:pt x="8265" y="846"/>
                  </a:cubicBezTo>
                  <a:cubicBezTo>
                    <a:pt x="8374" y="846"/>
                    <a:pt x="8462" y="682"/>
                    <a:pt x="8350" y="638"/>
                  </a:cubicBezTo>
                  <a:cubicBezTo>
                    <a:pt x="7427" y="218"/>
                    <a:pt x="6448" y="1"/>
                    <a:pt x="5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3" name="Google Shape;3693;p48"/>
            <p:cNvSpPr/>
            <p:nvPr/>
          </p:nvSpPr>
          <p:spPr>
            <a:xfrm>
              <a:off x="6266943" y="2277681"/>
              <a:ext cx="98260" cy="288294"/>
            </a:xfrm>
            <a:custGeom>
              <a:rect b="b" l="l" r="r" t="t"/>
              <a:pathLst>
                <a:path extrusionOk="0" h="6845" w="2333">
                  <a:moveTo>
                    <a:pt x="2180" y="1"/>
                  </a:moveTo>
                  <a:cubicBezTo>
                    <a:pt x="2155" y="1"/>
                    <a:pt x="2129" y="11"/>
                    <a:pt x="2105" y="34"/>
                  </a:cubicBezTo>
                  <a:cubicBezTo>
                    <a:pt x="902" y="1488"/>
                    <a:pt x="201" y="3267"/>
                    <a:pt x="50" y="5147"/>
                  </a:cubicBezTo>
                  <a:cubicBezTo>
                    <a:pt x="0" y="5673"/>
                    <a:pt x="25" y="6199"/>
                    <a:pt x="75" y="6751"/>
                  </a:cubicBezTo>
                  <a:cubicBezTo>
                    <a:pt x="75" y="6814"/>
                    <a:pt x="132" y="6845"/>
                    <a:pt x="188" y="6845"/>
                  </a:cubicBezTo>
                  <a:cubicBezTo>
                    <a:pt x="244" y="6845"/>
                    <a:pt x="301" y="6814"/>
                    <a:pt x="301" y="6751"/>
                  </a:cubicBezTo>
                  <a:cubicBezTo>
                    <a:pt x="100" y="4921"/>
                    <a:pt x="476" y="3067"/>
                    <a:pt x="1378" y="1463"/>
                  </a:cubicBezTo>
                  <a:cubicBezTo>
                    <a:pt x="1629" y="1012"/>
                    <a:pt x="1930" y="585"/>
                    <a:pt x="2256" y="184"/>
                  </a:cubicBezTo>
                  <a:cubicBezTo>
                    <a:pt x="2333" y="107"/>
                    <a:pt x="2262"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4" name="Google Shape;3694;p48"/>
            <p:cNvSpPr/>
            <p:nvPr/>
          </p:nvSpPr>
          <p:spPr>
            <a:xfrm>
              <a:off x="6670893" y="2003452"/>
              <a:ext cx="158699" cy="98555"/>
            </a:xfrm>
            <a:custGeom>
              <a:rect b="b" l="l" r="r" t="t"/>
              <a:pathLst>
                <a:path extrusionOk="0" h="2340" w="3768">
                  <a:moveTo>
                    <a:pt x="2166" y="1"/>
                  </a:moveTo>
                  <a:cubicBezTo>
                    <a:pt x="2157" y="1"/>
                    <a:pt x="2148" y="2"/>
                    <a:pt x="2138" y="4"/>
                  </a:cubicBezTo>
                  <a:cubicBezTo>
                    <a:pt x="1412" y="204"/>
                    <a:pt x="710" y="530"/>
                    <a:pt x="83" y="981"/>
                  </a:cubicBezTo>
                  <a:cubicBezTo>
                    <a:pt x="0" y="1043"/>
                    <a:pt x="55" y="1175"/>
                    <a:pt x="148" y="1175"/>
                  </a:cubicBezTo>
                  <a:cubicBezTo>
                    <a:pt x="167" y="1175"/>
                    <a:pt x="187" y="1169"/>
                    <a:pt x="209" y="1157"/>
                  </a:cubicBezTo>
                  <a:cubicBezTo>
                    <a:pt x="660" y="856"/>
                    <a:pt x="1136" y="605"/>
                    <a:pt x="1637" y="405"/>
                  </a:cubicBezTo>
                  <a:lnTo>
                    <a:pt x="1637" y="405"/>
                  </a:lnTo>
                  <a:cubicBezTo>
                    <a:pt x="1336" y="705"/>
                    <a:pt x="1111" y="1081"/>
                    <a:pt x="960" y="1507"/>
                  </a:cubicBezTo>
                  <a:cubicBezTo>
                    <a:pt x="939" y="1573"/>
                    <a:pt x="992" y="1638"/>
                    <a:pt x="1056" y="1638"/>
                  </a:cubicBezTo>
                  <a:cubicBezTo>
                    <a:pt x="1066" y="1638"/>
                    <a:pt x="1076" y="1636"/>
                    <a:pt x="1086" y="1633"/>
                  </a:cubicBezTo>
                  <a:cubicBezTo>
                    <a:pt x="1530" y="1518"/>
                    <a:pt x="1975" y="1456"/>
                    <a:pt x="2419" y="1456"/>
                  </a:cubicBezTo>
                  <a:cubicBezTo>
                    <a:pt x="2651" y="1456"/>
                    <a:pt x="2884" y="1473"/>
                    <a:pt x="3116" y="1507"/>
                  </a:cubicBezTo>
                  <a:cubicBezTo>
                    <a:pt x="2715" y="1633"/>
                    <a:pt x="2339" y="1858"/>
                    <a:pt x="2013" y="2159"/>
                  </a:cubicBezTo>
                  <a:cubicBezTo>
                    <a:pt x="1914" y="2218"/>
                    <a:pt x="2002" y="2340"/>
                    <a:pt x="2093" y="2340"/>
                  </a:cubicBezTo>
                  <a:cubicBezTo>
                    <a:pt x="2117" y="2340"/>
                    <a:pt x="2142" y="2331"/>
                    <a:pt x="2163" y="2309"/>
                  </a:cubicBezTo>
                  <a:cubicBezTo>
                    <a:pt x="2590" y="1933"/>
                    <a:pt x="3091" y="1683"/>
                    <a:pt x="3642" y="1583"/>
                  </a:cubicBezTo>
                  <a:cubicBezTo>
                    <a:pt x="3767" y="1583"/>
                    <a:pt x="3767" y="1407"/>
                    <a:pt x="3642" y="1382"/>
                  </a:cubicBezTo>
                  <a:cubicBezTo>
                    <a:pt x="3254" y="1282"/>
                    <a:pt x="2853" y="1232"/>
                    <a:pt x="2449" y="1232"/>
                  </a:cubicBezTo>
                  <a:cubicBezTo>
                    <a:pt x="2044" y="1232"/>
                    <a:pt x="1637" y="1282"/>
                    <a:pt x="1236" y="1382"/>
                  </a:cubicBezTo>
                  <a:cubicBezTo>
                    <a:pt x="1437" y="906"/>
                    <a:pt x="1788" y="480"/>
                    <a:pt x="2239" y="204"/>
                  </a:cubicBezTo>
                  <a:cubicBezTo>
                    <a:pt x="2331" y="135"/>
                    <a:pt x="2274" y="1"/>
                    <a:pt x="216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5" name="Google Shape;3695;p48"/>
            <p:cNvSpPr/>
            <p:nvPr/>
          </p:nvSpPr>
          <p:spPr>
            <a:xfrm>
              <a:off x="6755676" y="2213577"/>
              <a:ext cx="412751" cy="262434"/>
            </a:xfrm>
            <a:custGeom>
              <a:rect b="b" l="l" r="r" t="t"/>
              <a:pathLst>
                <a:path extrusionOk="0" h="6231" w="9800">
                  <a:moveTo>
                    <a:pt x="128" y="0"/>
                  </a:moveTo>
                  <a:cubicBezTo>
                    <a:pt x="0" y="0"/>
                    <a:pt x="8" y="203"/>
                    <a:pt x="150" y="203"/>
                  </a:cubicBezTo>
                  <a:cubicBezTo>
                    <a:pt x="1855" y="278"/>
                    <a:pt x="3534" y="604"/>
                    <a:pt x="5113" y="1180"/>
                  </a:cubicBezTo>
                  <a:cubicBezTo>
                    <a:pt x="6541" y="1681"/>
                    <a:pt x="7970" y="2433"/>
                    <a:pt x="8797" y="3737"/>
                  </a:cubicBezTo>
                  <a:cubicBezTo>
                    <a:pt x="9248" y="4438"/>
                    <a:pt x="9499" y="5265"/>
                    <a:pt x="9424" y="6117"/>
                  </a:cubicBezTo>
                  <a:cubicBezTo>
                    <a:pt x="9411" y="6193"/>
                    <a:pt x="9461" y="6230"/>
                    <a:pt x="9518" y="6230"/>
                  </a:cubicBezTo>
                  <a:cubicBezTo>
                    <a:pt x="9574" y="6230"/>
                    <a:pt x="9637" y="6193"/>
                    <a:pt x="9649" y="6117"/>
                  </a:cubicBezTo>
                  <a:cubicBezTo>
                    <a:pt x="9800" y="4564"/>
                    <a:pt x="8872" y="3135"/>
                    <a:pt x="7669" y="2233"/>
                  </a:cubicBezTo>
                  <a:cubicBezTo>
                    <a:pt x="7018" y="1757"/>
                    <a:pt x="6316" y="1406"/>
                    <a:pt x="5589" y="1105"/>
                  </a:cubicBezTo>
                  <a:cubicBezTo>
                    <a:pt x="4762" y="779"/>
                    <a:pt x="3935" y="528"/>
                    <a:pt x="3108" y="353"/>
                  </a:cubicBezTo>
                  <a:cubicBezTo>
                    <a:pt x="2130" y="153"/>
                    <a:pt x="1128" y="27"/>
                    <a:pt x="150" y="2"/>
                  </a:cubicBezTo>
                  <a:cubicBezTo>
                    <a:pt x="143" y="1"/>
                    <a:pt x="135" y="0"/>
                    <a:pt x="1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6" name="Google Shape;3696;p48"/>
            <p:cNvSpPr/>
            <p:nvPr/>
          </p:nvSpPr>
          <p:spPr>
            <a:xfrm>
              <a:off x="7031673" y="2444298"/>
              <a:ext cx="87141" cy="20932"/>
            </a:xfrm>
            <a:custGeom>
              <a:rect b="b" l="l" r="r" t="t"/>
              <a:pathLst>
                <a:path extrusionOk="0" h="497" w="2069">
                  <a:moveTo>
                    <a:pt x="1607" y="0"/>
                  </a:moveTo>
                  <a:cubicBezTo>
                    <a:pt x="1103" y="0"/>
                    <a:pt x="591" y="97"/>
                    <a:pt x="114" y="264"/>
                  </a:cubicBezTo>
                  <a:cubicBezTo>
                    <a:pt x="1" y="309"/>
                    <a:pt x="30" y="496"/>
                    <a:pt x="129" y="496"/>
                  </a:cubicBezTo>
                  <a:cubicBezTo>
                    <a:pt x="140" y="496"/>
                    <a:pt x="152" y="494"/>
                    <a:pt x="164" y="489"/>
                  </a:cubicBezTo>
                  <a:cubicBezTo>
                    <a:pt x="627" y="308"/>
                    <a:pt x="1091" y="224"/>
                    <a:pt x="1567" y="224"/>
                  </a:cubicBezTo>
                  <a:cubicBezTo>
                    <a:pt x="1683" y="224"/>
                    <a:pt x="1800" y="229"/>
                    <a:pt x="1918" y="238"/>
                  </a:cubicBezTo>
                  <a:cubicBezTo>
                    <a:pt x="2069" y="238"/>
                    <a:pt x="2069" y="13"/>
                    <a:pt x="1918" y="13"/>
                  </a:cubicBezTo>
                  <a:cubicBezTo>
                    <a:pt x="1815" y="4"/>
                    <a:pt x="1711" y="0"/>
                    <a:pt x="160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7" name="Google Shape;3697;p48"/>
            <p:cNvSpPr/>
            <p:nvPr/>
          </p:nvSpPr>
          <p:spPr>
            <a:xfrm>
              <a:off x="6382261" y="2207007"/>
              <a:ext cx="216400" cy="252284"/>
            </a:xfrm>
            <a:custGeom>
              <a:rect b="b" l="l" r="r" t="t"/>
              <a:pathLst>
                <a:path extrusionOk="0" h="5990" w="5138">
                  <a:moveTo>
                    <a:pt x="4497" y="1"/>
                  </a:moveTo>
                  <a:cubicBezTo>
                    <a:pt x="4484" y="1"/>
                    <a:pt x="4470" y="3"/>
                    <a:pt x="4455" y="8"/>
                  </a:cubicBezTo>
                  <a:cubicBezTo>
                    <a:pt x="2901" y="559"/>
                    <a:pt x="1422" y="1461"/>
                    <a:pt x="545" y="2890"/>
                  </a:cubicBezTo>
                  <a:cubicBezTo>
                    <a:pt x="320" y="3266"/>
                    <a:pt x="144" y="3692"/>
                    <a:pt x="19" y="4118"/>
                  </a:cubicBezTo>
                  <a:cubicBezTo>
                    <a:pt x="1" y="4190"/>
                    <a:pt x="60" y="4249"/>
                    <a:pt x="123" y="4249"/>
                  </a:cubicBezTo>
                  <a:cubicBezTo>
                    <a:pt x="148" y="4249"/>
                    <a:pt x="173" y="4240"/>
                    <a:pt x="194" y="4218"/>
                  </a:cubicBezTo>
                  <a:cubicBezTo>
                    <a:pt x="921" y="3517"/>
                    <a:pt x="1823" y="3040"/>
                    <a:pt x="2801" y="2815"/>
                  </a:cubicBezTo>
                  <a:lnTo>
                    <a:pt x="2801" y="2815"/>
                  </a:lnTo>
                  <a:cubicBezTo>
                    <a:pt x="2751" y="3842"/>
                    <a:pt x="2726" y="4870"/>
                    <a:pt x="2676" y="5872"/>
                  </a:cubicBezTo>
                  <a:cubicBezTo>
                    <a:pt x="2676" y="5951"/>
                    <a:pt x="2734" y="5990"/>
                    <a:pt x="2791" y="5990"/>
                  </a:cubicBezTo>
                  <a:cubicBezTo>
                    <a:pt x="2824" y="5990"/>
                    <a:pt x="2857" y="5976"/>
                    <a:pt x="2876" y="5948"/>
                  </a:cubicBezTo>
                  <a:cubicBezTo>
                    <a:pt x="3402" y="5045"/>
                    <a:pt x="4154" y="4294"/>
                    <a:pt x="5031" y="3767"/>
                  </a:cubicBezTo>
                  <a:cubicBezTo>
                    <a:pt x="5138" y="3704"/>
                    <a:pt x="5082" y="3550"/>
                    <a:pt x="4986" y="3550"/>
                  </a:cubicBezTo>
                  <a:cubicBezTo>
                    <a:pt x="4969" y="3550"/>
                    <a:pt x="4950" y="3555"/>
                    <a:pt x="4931" y="3567"/>
                  </a:cubicBezTo>
                  <a:cubicBezTo>
                    <a:pt x="4129" y="4068"/>
                    <a:pt x="3453" y="4720"/>
                    <a:pt x="2926" y="5471"/>
                  </a:cubicBezTo>
                  <a:cubicBezTo>
                    <a:pt x="2951" y="4544"/>
                    <a:pt x="3001" y="3617"/>
                    <a:pt x="3026" y="2664"/>
                  </a:cubicBezTo>
                  <a:cubicBezTo>
                    <a:pt x="3026" y="2589"/>
                    <a:pt x="2951" y="2564"/>
                    <a:pt x="2901" y="2564"/>
                  </a:cubicBezTo>
                  <a:cubicBezTo>
                    <a:pt x="1949" y="2765"/>
                    <a:pt x="1097" y="3191"/>
                    <a:pt x="370" y="3792"/>
                  </a:cubicBezTo>
                  <a:cubicBezTo>
                    <a:pt x="871" y="2439"/>
                    <a:pt x="1974" y="1436"/>
                    <a:pt x="3227" y="760"/>
                  </a:cubicBezTo>
                  <a:cubicBezTo>
                    <a:pt x="3653" y="559"/>
                    <a:pt x="4079" y="384"/>
                    <a:pt x="4530" y="233"/>
                  </a:cubicBezTo>
                  <a:cubicBezTo>
                    <a:pt x="4643" y="188"/>
                    <a:pt x="4614" y="1"/>
                    <a:pt x="44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8" name="Google Shape;3698;p48"/>
            <p:cNvSpPr/>
            <p:nvPr/>
          </p:nvSpPr>
          <p:spPr>
            <a:xfrm>
              <a:off x="6498885" y="2215683"/>
              <a:ext cx="149938" cy="79097"/>
            </a:xfrm>
            <a:custGeom>
              <a:rect b="b" l="l" r="r" t="t"/>
              <a:pathLst>
                <a:path extrusionOk="0" h="1878" w="3560">
                  <a:moveTo>
                    <a:pt x="3388" y="0"/>
                  </a:moveTo>
                  <a:cubicBezTo>
                    <a:pt x="3381" y="0"/>
                    <a:pt x="3373" y="1"/>
                    <a:pt x="3365" y="2"/>
                  </a:cubicBezTo>
                  <a:cubicBezTo>
                    <a:pt x="2137" y="253"/>
                    <a:pt x="1009" y="829"/>
                    <a:pt x="82" y="1681"/>
                  </a:cubicBezTo>
                  <a:cubicBezTo>
                    <a:pt x="1" y="1763"/>
                    <a:pt x="84" y="1877"/>
                    <a:pt x="172" y="1877"/>
                  </a:cubicBezTo>
                  <a:cubicBezTo>
                    <a:pt x="193" y="1877"/>
                    <a:pt x="214" y="1871"/>
                    <a:pt x="232" y="1857"/>
                  </a:cubicBezTo>
                  <a:cubicBezTo>
                    <a:pt x="1135" y="1030"/>
                    <a:pt x="2237" y="453"/>
                    <a:pt x="3440" y="228"/>
                  </a:cubicBezTo>
                  <a:cubicBezTo>
                    <a:pt x="3559" y="204"/>
                    <a:pt x="3520" y="0"/>
                    <a:pt x="338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9" name="Google Shape;3699;p48"/>
            <p:cNvSpPr/>
            <p:nvPr/>
          </p:nvSpPr>
          <p:spPr>
            <a:xfrm>
              <a:off x="6676495" y="2204143"/>
              <a:ext cx="11667" cy="9561"/>
            </a:xfrm>
            <a:custGeom>
              <a:rect b="b" l="l" r="r" t="t"/>
              <a:pathLst>
                <a:path extrusionOk="0" h="227" w="277">
                  <a:moveTo>
                    <a:pt x="126" y="1"/>
                  </a:moveTo>
                  <a:cubicBezTo>
                    <a:pt x="0" y="1"/>
                    <a:pt x="0" y="226"/>
                    <a:pt x="126" y="226"/>
                  </a:cubicBezTo>
                  <a:cubicBezTo>
                    <a:pt x="276" y="226"/>
                    <a:pt x="276"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0" name="Google Shape;3700;p48"/>
            <p:cNvSpPr/>
            <p:nvPr/>
          </p:nvSpPr>
          <p:spPr>
            <a:xfrm>
              <a:off x="6689172" y="2243860"/>
              <a:ext cx="11624" cy="26829"/>
            </a:xfrm>
            <a:custGeom>
              <a:rect b="b" l="l" r="r" t="t"/>
              <a:pathLst>
                <a:path extrusionOk="0" h="637" w="276">
                  <a:moveTo>
                    <a:pt x="166" y="1"/>
                  </a:moveTo>
                  <a:cubicBezTo>
                    <a:pt x="152" y="1"/>
                    <a:pt x="138" y="4"/>
                    <a:pt x="125" y="10"/>
                  </a:cubicBezTo>
                  <a:cubicBezTo>
                    <a:pt x="50" y="10"/>
                    <a:pt x="25" y="85"/>
                    <a:pt x="50" y="135"/>
                  </a:cubicBezTo>
                  <a:cubicBezTo>
                    <a:pt x="50" y="135"/>
                    <a:pt x="50" y="160"/>
                    <a:pt x="50" y="160"/>
                  </a:cubicBezTo>
                  <a:cubicBezTo>
                    <a:pt x="50" y="160"/>
                    <a:pt x="50" y="185"/>
                    <a:pt x="50" y="185"/>
                  </a:cubicBezTo>
                  <a:cubicBezTo>
                    <a:pt x="50" y="210"/>
                    <a:pt x="50" y="210"/>
                    <a:pt x="50" y="210"/>
                  </a:cubicBezTo>
                  <a:cubicBezTo>
                    <a:pt x="50" y="261"/>
                    <a:pt x="50" y="286"/>
                    <a:pt x="50" y="311"/>
                  </a:cubicBezTo>
                  <a:cubicBezTo>
                    <a:pt x="50" y="328"/>
                    <a:pt x="50" y="346"/>
                    <a:pt x="50" y="346"/>
                  </a:cubicBezTo>
                  <a:cubicBezTo>
                    <a:pt x="50" y="350"/>
                    <a:pt x="50" y="354"/>
                    <a:pt x="50" y="361"/>
                  </a:cubicBezTo>
                  <a:cubicBezTo>
                    <a:pt x="50" y="361"/>
                    <a:pt x="50" y="386"/>
                    <a:pt x="25" y="411"/>
                  </a:cubicBezTo>
                  <a:cubicBezTo>
                    <a:pt x="25" y="436"/>
                    <a:pt x="25" y="461"/>
                    <a:pt x="0" y="511"/>
                  </a:cubicBezTo>
                  <a:cubicBezTo>
                    <a:pt x="0" y="536"/>
                    <a:pt x="0" y="561"/>
                    <a:pt x="0" y="586"/>
                  </a:cubicBezTo>
                  <a:cubicBezTo>
                    <a:pt x="25" y="611"/>
                    <a:pt x="50" y="637"/>
                    <a:pt x="75" y="637"/>
                  </a:cubicBezTo>
                  <a:lnTo>
                    <a:pt x="151" y="637"/>
                  </a:lnTo>
                  <a:cubicBezTo>
                    <a:pt x="176" y="611"/>
                    <a:pt x="201" y="586"/>
                    <a:pt x="201" y="561"/>
                  </a:cubicBezTo>
                  <a:cubicBezTo>
                    <a:pt x="276" y="411"/>
                    <a:pt x="276" y="236"/>
                    <a:pt x="251" y="85"/>
                  </a:cubicBezTo>
                  <a:cubicBezTo>
                    <a:pt x="251" y="29"/>
                    <a:pt x="208" y="1"/>
                    <a:pt x="16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1" name="Google Shape;3701;p48"/>
            <p:cNvSpPr/>
            <p:nvPr/>
          </p:nvSpPr>
          <p:spPr>
            <a:xfrm>
              <a:off x="6708167" y="2248493"/>
              <a:ext cx="9519" cy="24302"/>
            </a:xfrm>
            <a:custGeom>
              <a:rect b="b" l="l" r="r" t="t"/>
              <a:pathLst>
                <a:path extrusionOk="0" h="577" w="226">
                  <a:moveTo>
                    <a:pt x="126" y="0"/>
                  </a:moveTo>
                  <a:cubicBezTo>
                    <a:pt x="50" y="0"/>
                    <a:pt x="0" y="50"/>
                    <a:pt x="0" y="100"/>
                  </a:cubicBezTo>
                  <a:lnTo>
                    <a:pt x="0" y="476"/>
                  </a:lnTo>
                  <a:cubicBezTo>
                    <a:pt x="0" y="527"/>
                    <a:pt x="50" y="577"/>
                    <a:pt x="126" y="577"/>
                  </a:cubicBezTo>
                  <a:cubicBezTo>
                    <a:pt x="176" y="577"/>
                    <a:pt x="226" y="527"/>
                    <a:pt x="226" y="476"/>
                  </a:cubicBezTo>
                  <a:lnTo>
                    <a:pt x="226" y="100"/>
                  </a:lnTo>
                  <a:cubicBezTo>
                    <a:pt x="226" y="50"/>
                    <a:pt x="176" y="0"/>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2" name="Google Shape;3702;p48"/>
            <p:cNvSpPr/>
            <p:nvPr/>
          </p:nvSpPr>
          <p:spPr>
            <a:xfrm>
              <a:off x="6563451" y="2270984"/>
              <a:ext cx="79518" cy="54921"/>
            </a:xfrm>
            <a:custGeom>
              <a:rect b="b" l="l" r="r" t="t"/>
              <a:pathLst>
                <a:path extrusionOk="0" h="1304" w="1888">
                  <a:moveTo>
                    <a:pt x="1738" y="1"/>
                  </a:moveTo>
                  <a:cubicBezTo>
                    <a:pt x="1720" y="1"/>
                    <a:pt x="1701" y="6"/>
                    <a:pt x="1682" y="18"/>
                  </a:cubicBezTo>
                  <a:cubicBezTo>
                    <a:pt x="1080" y="293"/>
                    <a:pt x="554" y="669"/>
                    <a:pt x="78" y="1120"/>
                  </a:cubicBezTo>
                  <a:cubicBezTo>
                    <a:pt x="1" y="1197"/>
                    <a:pt x="72" y="1304"/>
                    <a:pt x="154" y="1304"/>
                  </a:cubicBezTo>
                  <a:cubicBezTo>
                    <a:pt x="179" y="1304"/>
                    <a:pt x="205" y="1294"/>
                    <a:pt x="228" y="1271"/>
                  </a:cubicBezTo>
                  <a:cubicBezTo>
                    <a:pt x="679" y="845"/>
                    <a:pt x="1206" y="469"/>
                    <a:pt x="1782" y="193"/>
                  </a:cubicBezTo>
                  <a:cubicBezTo>
                    <a:pt x="1888" y="151"/>
                    <a:pt x="1833" y="1"/>
                    <a:pt x="17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3" name="Google Shape;3703;p48"/>
            <p:cNvSpPr/>
            <p:nvPr/>
          </p:nvSpPr>
          <p:spPr>
            <a:xfrm>
              <a:off x="6688119" y="2358252"/>
              <a:ext cx="14783" cy="35926"/>
            </a:xfrm>
            <a:custGeom>
              <a:rect b="b" l="l" r="r" t="t"/>
              <a:pathLst>
                <a:path extrusionOk="0" h="853" w="351">
                  <a:moveTo>
                    <a:pt x="251" y="1"/>
                  </a:moveTo>
                  <a:cubicBezTo>
                    <a:pt x="201" y="1"/>
                    <a:pt x="150" y="26"/>
                    <a:pt x="125" y="76"/>
                  </a:cubicBezTo>
                  <a:cubicBezTo>
                    <a:pt x="50" y="302"/>
                    <a:pt x="0" y="527"/>
                    <a:pt x="0" y="753"/>
                  </a:cubicBezTo>
                  <a:cubicBezTo>
                    <a:pt x="25" y="803"/>
                    <a:pt x="50" y="853"/>
                    <a:pt x="125" y="853"/>
                  </a:cubicBezTo>
                  <a:cubicBezTo>
                    <a:pt x="176" y="853"/>
                    <a:pt x="226" y="803"/>
                    <a:pt x="226" y="753"/>
                  </a:cubicBezTo>
                  <a:cubicBezTo>
                    <a:pt x="226" y="703"/>
                    <a:pt x="226" y="627"/>
                    <a:pt x="226" y="577"/>
                  </a:cubicBezTo>
                  <a:cubicBezTo>
                    <a:pt x="226" y="552"/>
                    <a:pt x="251" y="527"/>
                    <a:pt x="251" y="502"/>
                  </a:cubicBezTo>
                  <a:cubicBezTo>
                    <a:pt x="251" y="502"/>
                    <a:pt x="251" y="477"/>
                    <a:pt x="251" y="477"/>
                  </a:cubicBezTo>
                  <a:cubicBezTo>
                    <a:pt x="251" y="477"/>
                    <a:pt x="251" y="452"/>
                    <a:pt x="251" y="452"/>
                  </a:cubicBezTo>
                  <a:cubicBezTo>
                    <a:pt x="276" y="352"/>
                    <a:pt x="301" y="251"/>
                    <a:pt x="326" y="151"/>
                  </a:cubicBezTo>
                  <a:cubicBezTo>
                    <a:pt x="351" y="101"/>
                    <a:pt x="301" y="26"/>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4" name="Google Shape;3704;p48"/>
            <p:cNvSpPr/>
            <p:nvPr/>
          </p:nvSpPr>
          <p:spPr>
            <a:xfrm>
              <a:off x="6784906" y="2256285"/>
              <a:ext cx="197994" cy="197910"/>
            </a:xfrm>
            <a:custGeom>
              <a:rect b="b" l="l" r="r" t="t"/>
              <a:pathLst>
                <a:path extrusionOk="0" h="4699" w="4701">
                  <a:moveTo>
                    <a:pt x="110" y="1"/>
                  </a:moveTo>
                  <a:cubicBezTo>
                    <a:pt x="22" y="1"/>
                    <a:pt x="0" y="173"/>
                    <a:pt x="108" y="216"/>
                  </a:cubicBezTo>
                  <a:cubicBezTo>
                    <a:pt x="860" y="517"/>
                    <a:pt x="1587" y="943"/>
                    <a:pt x="2238" y="1419"/>
                  </a:cubicBezTo>
                  <a:cubicBezTo>
                    <a:pt x="2890" y="1921"/>
                    <a:pt x="3567" y="2497"/>
                    <a:pt x="3943" y="3249"/>
                  </a:cubicBezTo>
                  <a:cubicBezTo>
                    <a:pt x="4168" y="3675"/>
                    <a:pt x="4319" y="4151"/>
                    <a:pt x="4444" y="4627"/>
                  </a:cubicBezTo>
                  <a:cubicBezTo>
                    <a:pt x="4463" y="4676"/>
                    <a:pt x="4510" y="4698"/>
                    <a:pt x="4556" y="4698"/>
                  </a:cubicBezTo>
                  <a:cubicBezTo>
                    <a:pt x="4628" y="4698"/>
                    <a:pt x="4700" y="4644"/>
                    <a:pt x="4670" y="4552"/>
                  </a:cubicBezTo>
                  <a:cubicBezTo>
                    <a:pt x="4544" y="4151"/>
                    <a:pt x="4419" y="3725"/>
                    <a:pt x="4218" y="3324"/>
                  </a:cubicBezTo>
                  <a:cubicBezTo>
                    <a:pt x="4043" y="2923"/>
                    <a:pt x="3792" y="2572"/>
                    <a:pt x="3492" y="2246"/>
                  </a:cubicBezTo>
                  <a:cubicBezTo>
                    <a:pt x="2915" y="1620"/>
                    <a:pt x="2213" y="1093"/>
                    <a:pt x="1461" y="642"/>
                  </a:cubicBezTo>
                  <a:cubicBezTo>
                    <a:pt x="1060" y="417"/>
                    <a:pt x="609" y="191"/>
                    <a:pt x="158" y="16"/>
                  </a:cubicBezTo>
                  <a:cubicBezTo>
                    <a:pt x="141" y="5"/>
                    <a:pt x="12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5" name="Google Shape;3705;p48"/>
            <p:cNvSpPr/>
            <p:nvPr/>
          </p:nvSpPr>
          <p:spPr>
            <a:xfrm>
              <a:off x="6797625" y="2304804"/>
              <a:ext cx="99692" cy="126984"/>
            </a:xfrm>
            <a:custGeom>
              <a:rect b="b" l="l" r="r" t="t"/>
              <a:pathLst>
                <a:path extrusionOk="0" h="3015" w="2367">
                  <a:moveTo>
                    <a:pt x="152" y="0"/>
                  </a:moveTo>
                  <a:cubicBezTo>
                    <a:pt x="56" y="0"/>
                    <a:pt x="1" y="153"/>
                    <a:pt x="107" y="217"/>
                  </a:cubicBezTo>
                  <a:cubicBezTo>
                    <a:pt x="1109" y="819"/>
                    <a:pt x="1836" y="1796"/>
                    <a:pt x="2137" y="2924"/>
                  </a:cubicBezTo>
                  <a:cubicBezTo>
                    <a:pt x="2147" y="2987"/>
                    <a:pt x="2193" y="3015"/>
                    <a:pt x="2239" y="3015"/>
                  </a:cubicBezTo>
                  <a:cubicBezTo>
                    <a:pt x="2303" y="3015"/>
                    <a:pt x="2367" y="2961"/>
                    <a:pt x="2337" y="2874"/>
                  </a:cubicBezTo>
                  <a:cubicBezTo>
                    <a:pt x="2037" y="1696"/>
                    <a:pt x="1260" y="643"/>
                    <a:pt x="207" y="17"/>
                  </a:cubicBezTo>
                  <a:cubicBezTo>
                    <a:pt x="188" y="5"/>
                    <a:pt x="169" y="0"/>
                    <a:pt x="1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6" name="Google Shape;3706;p48"/>
            <p:cNvSpPr/>
            <p:nvPr/>
          </p:nvSpPr>
          <p:spPr>
            <a:xfrm>
              <a:off x="6750159" y="2329949"/>
              <a:ext cx="31083" cy="75138"/>
            </a:xfrm>
            <a:custGeom>
              <a:rect b="b" l="l" r="r" t="t"/>
              <a:pathLst>
                <a:path extrusionOk="0" h="1784" w="738">
                  <a:moveTo>
                    <a:pt x="145" y="0"/>
                  </a:moveTo>
                  <a:cubicBezTo>
                    <a:pt x="72" y="0"/>
                    <a:pt x="0" y="55"/>
                    <a:pt x="31" y="146"/>
                  </a:cubicBezTo>
                  <a:cubicBezTo>
                    <a:pt x="231" y="648"/>
                    <a:pt x="382" y="1174"/>
                    <a:pt x="507" y="1700"/>
                  </a:cubicBezTo>
                  <a:cubicBezTo>
                    <a:pt x="517" y="1760"/>
                    <a:pt x="558" y="1784"/>
                    <a:pt x="601" y="1784"/>
                  </a:cubicBezTo>
                  <a:cubicBezTo>
                    <a:pt x="667" y="1784"/>
                    <a:pt x="738" y="1726"/>
                    <a:pt x="708" y="1650"/>
                  </a:cubicBezTo>
                  <a:cubicBezTo>
                    <a:pt x="607" y="1124"/>
                    <a:pt x="432" y="598"/>
                    <a:pt x="256" y="71"/>
                  </a:cubicBezTo>
                  <a:cubicBezTo>
                    <a:pt x="237" y="22"/>
                    <a:pt x="191"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7" name="Google Shape;3707;p48"/>
            <p:cNvSpPr/>
            <p:nvPr/>
          </p:nvSpPr>
          <p:spPr>
            <a:xfrm>
              <a:off x="7119825" y="2681926"/>
              <a:ext cx="13772" cy="29145"/>
            </a:xfrm>
            <a:custGeom>
              <a:rect b="b" l="l" r="r" t="t"/>
              <a:pathLst>
                <a:path extrusionOk="0" h="692" w="327">
                  <a:moveTo>
                    <a:pt x="232" y="0"/>
                  </a:moveTo>
                  <a:cubicBezTo>
                    <a:pt x="190" y="0"/>
                    <a:pt x="144" y="23"/>
                    <a:pt x="126" y="60"/>
                  </a:cubicBezTo>
                  <a:cubicBezTo>
                    <a:pt x="51" y="236"/>
                    <a:pt x="1" y="411"/>
                    <a:pt x="1" y="586"/>
                  </a:cubicBezTo>
                  <a:cubicBezTo>
                    <a:pt x="1" y="630"/>
                    <a:pt x="38" y="692"/>
                    <a:pt x="81" y="692"/>
                  </a:cubicBezTo>
                  <a:cubicBezTo>
                    <a:pt x="87" y="692"/>
                    <a:pt x="94" y="690"/>
                    <a:pt x="101" y="687"/>
                  </a:cubicBezTo>
                  <a:cubicBezTo>
                    <a:pt x="176" y="687"/>
                    <a:pt x="226" y="637"/>
                    <a:pt x="226" y="586"/>
                  </a:cubicBezTo>
                  <a:cubicBezTo>
                    <a:pt x="226" y="536"/>
                    <a:pt x="226" y="511"/>
                    <a:pt x="226" y="461"/>
                  </a:cubicBezTo>
                  <a:cubicBezTo>
                    <a:pt x="226" y="436"/>
                    <a:pt x="226" y="436"/>
                    <a:pt x="226" y="436"/>
                  </a:cubicBezTo>
                  <a:cubicBezTo>
                    <a:pt x="226" y="411"/>
                    <a:pt x="226" y="386"/>
                    <a:pt x="251" y="386"/>
                  </a:cubicBezTo>
                  <a:cubicBezTo>
                    <a:pt x="251" y="336"/>
                    <a:pt x="251" y="311"/>
                    <a:pt x="276" y="261"/>
                  </a:cubicBezTo>
                  <a:cubicBezTo>
                    <a:pt x="276" y="236"/>
                    <a:pt x="276" y="236"/>
                    <a:pt x="301" y="211"/>
                  </a:cubicBezTo>
                  <a:cubicBezTo>
                    <a:pt x="301" y="185"/>
                    <a:pt x="301" y="185"/>
                    <a:pt x="301" y="160"/>
                  </a:cubicBezTo>
                  <a:cubicBezTo>
                    <a:pt x="327" y="110"/>
                    <a:pt x="327" y="60"/>
                    <a:pt x="276" y="10"/>
                  </a:cubicBezTo>
                  <a:cubicBezTo>
                    <a:pt x="263" y="3"/>
                    <a:pt x="248"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8" name="Google Shape;3708;p48"/>
            <p:cNvSpPr/>
            <p:nvPr/>
          </p:nvSpPr>
          <p:spPr>
            <a:xfrm>
              <a:off x="7137767" y="2686559"/>
              <a:ext cx="9561" cy="24512"/>
            </a:xfrm>
            <a:custGeom>
              <a:rect b="b" l="l" r="r" t="t"/>
              <a:pathLst>
                <a:path extrusionOk="0" h="582" w="227">
                  <a:moveTo>
                    <a:pt x="101" y="0"/>
                  </a:moveTo>
                  <a:cubicBezTo>
                    <a:pt x="51" y="0"/>
                    <a:pt x="1" y="50"/>
                    <a:pt x="1" y="101"/>
                  </a:cubicBezTo>
                  <a:lnTo>
                    <a:pt x="1" y="476"/>
                  </a:lnTo>
                  <a:cubicBezTo>
                    <a:pt x="1" y="520"/>
                    <a:pt x="38" y="582"/>
                    <a:pt x="81" y="582"/>
                  </a:cubicBezTo>
                  <a:cubicBezTo>
                    <a:pt x="87" y="582"/>
                    <a:pt x="94" y="580"/>
                    <a:pt x="101" y="577"/>
                  </a:cubicBezTo>
                  <a:cubicBezTo>
                    <a:pt x="176" y="577"/>
                    <a:pt x="226" y="527"/>
                    <a:pt x="226" y="476"/>
                  </a:cubicBezTo>
                  <a:lnTo>
                    <a:pt x="226" y="101"/>
                  </a:lnTo>
                  <a:cubicBezTo>
                    <a:pt x="226" y="50"/>
                    <a:pt x="15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9" name="Google Shape;3709;p48"/>
            <p:cNvSpPr/>
            <p:nvPr/>
          </p:nvSpPr>
          <p:spPr>
            <a:xfrm>
              <a:off x="5993515" y="2712546"/>
              <a:ext cx="13772" cy="28935"/>
            </a:xfrm>
            <a:custGeom>
              <a:rect b="b" l="l" r="r" t="t"/>
              <a:pathLst>
                <a:path extrusionOk="0" h="687" w="327">
                  <a:moveTo>
                    <a:pt x="301" y="210"/>
                  </a:moveTo>
                  <a:cubicBezTo>
                    <a:pt x="299" y="210"/>
                    <a:pt x="297" y="211"/>
                    <a:pt x="295" y="211"/>
                  </a:cubicBezTo>
                  <a:lnTo>
                    <a:pt x="295" y="211"/>
                  </a:lnTo>
                  <a:cubicBezTo>
                    <a:pt x="292" y="217"/>
                    <a:pt x="290" y="221"/>
                    <a:pt x="290" y="221"/>
                  </a:cubicBezTo>
                  <a:cubicBezTo>
                    <a:pt x="291" y="221"/>
                    <a:pt x="294" y="218"/>
                    <a:pt x="301" y="210"/>
                  </a:cubicBezTo>
                  <a:close/>
                  <a:moveTo>
                    <a:pt x="232" y="0"/>
                  </a:moveTo>
                  <a:cubicBezTo>
                    <a:pt x="190" y="0"/>
                    <a:pt x="144" y="23"/>
                    <a:pt x="126" y="60"/>
                  </a:cubicBezTo>
                  <a:cubicBezTo>
                    <a:pt x="51" y="210"/>
                    <a:pt x="1" y="411"/>
                    <a:pt x="1" y="586"/>
                  </a:cubicBezTo>
                  <a:cubicBezTo>
                    <a:pt x="1" y="636"/>
                    <a:pt x="51" y="687"/>
                    <a:pt x="101" y="687"/>
                  </a:cubicBezTo>
                  <a:cubicBezTo>
                    <a:pt x="176" y="687"/>
                    <a:pt x="226" y="636"/>
                    <a:pt x="226" y="586"/>
                  </a:cubicBezTo>
                  <a:cubicBezTo>
                    <a:pt x="226" y="536"/>
                    <a:pt x="226" y="511"/>
                    <a:pt x="226" y="461"/>
                  </a:cubicBezTo>
                  <a:cubicBezTo>
                    <a:pt x="226" y="436"/>
                    <a:pt x="226" y="436"/>
                    <a:pt x="226" y="436"/>
                  </a:cubicBezTo>
                  <a:cubicBezTo>
                    <a:pt x="226" y="411"/>
                    <a:pt x="226" y="386"/>
                    <a:pt x="226" y="361"/>
                  </a:cubicBezTo>
                  <a:cubicBezTo>
                    <a:pt x="251" y="336"/>
                    <a:pt x="251" y="286"/>
                    <a:pt x="276" y="260"/>
                  </a:cubicBezTo>
                  <a:cubicBezTo>
                    <a:pt x="276" y="238"/>
                    <a:pt x="276" y="215"/>
                    <a:pt x="295" y="211"/>
                  </a:cubicBezTo>
                  <a:lnTo>
                    <a:pt x="295" y="211"/>
                  </a:lnTo>
                  <a:cubicBezTo>
                    <a:pt x="298" y="204"/>
                    <a:pt x="301" y="195"/>
                    <a:pt x="301" y="185"/>
                  </a:cubicBezTo>
                  <a:cubicBezTo>
                    <a:pt x="301" y="185"/>
                    <a:pt x="301" y="185"/>
                    <a:pt x="301" y="160"/>
                  </a:cubicBezTo>
                  <a:cubicBezTo>
                    <a:pt x="327" y="110"/>
                    <a:pt x="327" y="35"/>
                    <a:pt x="276" y="10"/>
                  </a:cubicBezTo>
                  <a:cubicBezTo>
                    <a:pt x="263" y="3"/>
                    <a:pt x="248"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0" name="Google Shape;3710;p48"/>
            <p:cNvSpPr/>
            <p:nvPr/>
          </p:nvSpPr>
          <p:spPr>
            <a:xfrm>
              <a:off x="6011457" y="2717179"/>
              <a:ext cx="8508" cy="24302"/>
            </a:xfrm>
            <a:custGeom>
              <a:rect b="b" l="l" r="r" t="t"/>
              <a:pathLst>
                <a:path extrusionOk="0" h="577" w="202">
                  <a:moveTo>
                    <a:pt x="101" y="0"/>
                  </a:moveTo>
                  <a:cubicBezTo>
                    <a:pt x="51" y="0"/>
                    <a:pt x="1" y="50"/>
                    <a:pt x="1" y="100"/>
                  </a:cubicBezTo>
                  <a:lnTo>
                    <a:pt x="1" y="476"/>
                  </a:lnTo>
                  <a:cubicBezTo>
                    <a:pt x="1" y="526"/>
                    <a:pt x="51" y="577"/>
                    <a:pt x="101" y="577"/>
                  </a:cubicBezTo>
                  <a:cubicBezTo>
                    <a:pt x="151" y="577"/>
                    <a:pt x="201" y="526"/>
                    <a:pt x="201" y="476"/>
                  </a:cubicBezTo>
                  <a:lnTo>
                    <a:pt x="201" y="100"/>
                  </a:lnTo>
                  <a:cubicBezTo>
                    <a:pt x="201" y="50"/>
                    <a:pt x="15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1" name="Google Shape;3711;p48"/>
            <p:cNvSpPr/>
            <p:nvPr/>
          </p:nvSpPr>
          <p:spPr>
            <a:xfrm>
              <a:off x="6900603" y="2271616"/>
              <a:ext cx="148759" cy="124584"/>
            </a:xfrm>
            <a:custGeom>
              <a:rect b="b" l="l" r="r" t="t"/>
              <a:pathLst>
                <a:path extrusionOk="0" h="2958" w="3532">
                  <a:moveTo>
                    <a:pt x="174" y="1"/>
                  </a:moveTo>
                  <a:cubicBezTo>
                    <a:pt x="61" y="1"/>
                    <a:pt x="1" y="204"/>
                    <a:pt x="143" y="228"/>
                  </a:cubicBezTo>
                  <a:cubicBezTo>
                    <a:pt x="1522" y="554"/>
                    <a:pt x="2750" y="1557"/>
                    <a:pt x="3301" y="2885"/>
                  </a:cubicBezTo>
                  <a:cubicBezTo>
                    <a:pt x="3321" y="2935"/>
                    <a:pt x="3366" y="2957"/>
                    <a:pt x="3409" y="2957"/>
                  </a:cubicBezTo>
                  <a:cubicBezTo>
                    <a:pt x="3472" y="2957"/>
                    <a:pt x="3531" y="2909"/>
                    <a:pt x="3501" y="2835"/>
                  </a:cubicBezTo>
                  <a:cubicBezTo>
                    <a:pt x="2925" y="1431"/>
                    <a:pt x="1672" y="353"/>
                    <a:pt x="193" y="3"/>
                  </a:cubicBezTo>
                  <a:cubicBezTo>
                    <a:pt x="187" y="1"/>
                    <a:pt x="180" y="1"/>
                    <a:pt x="1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2" name="Google Shape;3712;p48"/>
            <p:cNvSpPr/>
            <p:nvPr/>
          </p:nvSpPr>
          <p:spPr>
            <a:xfrm>
              <a:off x="6115741" y="2315376"/>
              <a:ext cx="134481" cy="272879"/>
            </a:xfrm>
            <a:custGeom>
              <a:rect b="b" l="l" r="r" t="t"/>
              <a:pathLst>
                <a:path extrusionOk="0" h="6479" w="3193">
                  <a:moveTo>
                    <a:pt x="3024" y="0"/>
                  </a:moveTo>
                  <a:cubicBezTo>
                    <a:pt x="2992" y="0"/>
                    <a:pt x="2960" y="13"/>
                    <a:pt x="2938" y="41"/>
                  </a:cubicBezTo>
                  <a:cubicBezTo>
                    <a:pt x="1836" y="1495"/>
                    <a:pt x="983" y="3124"/>
                    <a:pt x="432" y="4853"/>
                  </a:cubicBezTo>
                  <a:cubicBezTo>
                    <a:pt x="257" y="5330"/>
                    <a:pt x="131" y="5831"/>
                    <a:pt x="31" y="6332"/>
                  </a:cubicBezTo>
                  <a:cubicBezTo>
                    <a:pt x="0" y="6424"/>
                    <a:pt x="73" y="6478"/>
                    <a:pt x="139" y="6478"/>
                  </a:cubicBezTo>
                  <a:cubicBezTo>
                    <a:pt x="182" y="6478"/>
                    <a:pt x="222" y="6456"/>
                    <a:pt x="232" y="6407"/>
                  </a:cubicBezTo>
                  <a:cubicBezTo>
                    <a:pt x="608" y="4628"/>
                    <a:pt x="1309" y="2949"/>
                    <a:pt x="2262" y="1420"/>
                  </a:cubicBezTo>
                  <a:cubicBezTo>
                    <a:pt x="2537" y="994"/>
                    <a:pt x="2813" y="568"/>
                    <a:pt x="3139" y="167"/>
                  </a:cubicBezTo>
                  <a:cubicBezTo>
                    <a:pt x="3193" y="77"/>
                    <a:pt x="3106" y="0"/>
                    <a:pt x="3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3" name="Google Shape;3713;p48"/>
            <p:cNvSpPr/>
            <p:nvPr/>
          </p:nvSpPr>
          <p:spPr>
            <a:xfrm>
              <a:off x="6158027" y="2475802"/>
              <a:ext cx="26618" cy="51004"/>
            </a:xfrm>
            <a:custGeom>
              <a:rect b="b" l="l" r="r" t="t"/>
              <a:pathLst>
                <a:path extrusionOk="0" h="1211" w="632">
                  <a:moveTo>
                    <a:pt x="486" y="0"/>
                  </a:moveTo>
                  <a:cubicBezTo>
                    <a:pt x="452" y="0"/>
                    <a:pt x="420" y="12"/>
                    <a:pt x="406" y="42"/>
                  </a:cubicBezTo>
                  <a:cubicBezTo>
                    <a:pt x="230" y="368"/>
                    <a:pt x="105" y="719"/>
                    <a:pt x="30" y="1069"/>
                  </a:cubicBezTo>
                  <a:cubicBezTo>
                    <a:pt x="0" y="1157"/>
                    <a:pt x="64" y="1210"/>
                    <a:pt x="128" y="1210"/>
                  </a:cubicBezTo>
                  <a:cubicBezTo>
                    <a:pt x="174" y="1210"/>
                    <a:pt x="220" y="1183"/>
                    <a:pt x="230" y="1120"/>
                  </a:cubicBezTo>
                  <a:cubicBezTo>
                    <a:pt x="330" y="794"/>
                    <a:pt x="431" y="468"/>
                    <a:pt x="581" y="167"/>
                  </a:cubicBezTo>
                  <a:cubicBezTo>
                    <a:pt x="631" y="117"/>
                    <a:pt x="606" y="42"/>
                    <a:pt x="556" y="17"/>
                  </a:cubicBezTo>
                  <a:cubicBezTo>
                    <a:pt x="535" y="6"/>
                    <a:pt x="510" y="0"/>
                    <a:pt x="4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4" name="Google Shape;3714;p48"/>
            <p:cNvSpPr/>
            <p:nvPr/>
          </p:nvSpPr>
          <p:spPr>
            <a:xfrm>
              <a:off x="6215180" y="2479635"/>
              <a:ext cx="17984" cy="29609"/>
            </a:xfrm>
            <a:custGeom>
              <a:rect b="b" l="l" r="r" t="t"/>
              <a:pathLst>
                <a:path extrusionOk="0" h="703" w="427">
                  <a:moveTo>
                    <a:pt x="327" y="1"/>
                  </a:moveTo>
                  <a:cubicBezTo>
                    <a:pt x="252" y="1"/>
                    <a:pt x="201" y="26"/>
                    <a:pt x="176" y="76"/>
                  </a:cubicBezTo>
                  <a:cubicBezTo>
                    <a:pt x="126" y="252"/>
                    <a:pt x="76" y="402"/>
                    <a:pt x="26" y="552"/>
                  </a:cubicBezTo>
                  <a:cubicBezTo>
                    <a:pt x="1" y="602"/>
                    <a:pt x="51" y="678"/>
                    <a:pt x="101" y="703"/>
                  </a:cubicBezTo>
                  <a:cubicBezTo>
                    <a:pt x="176" y="703"/>
                    <a:pt x="226" y="678"/>
                    <a:pt x="252" y="628"/>
                  </a:cubicBezTo>
                  <a:cubicBezTo>
                    <a:pt x="302" y="452"/>
                    <a:pt x="352" y="302"/>
                    <a:pt x="402" y="151"/>
                  </a:cubicBezTo>
                  <a:cubicBezTo>
                    <a:pt x="427" y="101"/>
                    <a:pt x="377" y="26"/>
                    <a:pt x="3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5" name="Google Shape;3715;p48"/>
            <p:cNvSpPr/>
            <p:nvPr/>
          </p:nvSpPr>
          <p:spPr>
            <a:xfrm>
              <a:off x="6241588" y="2488775"/>
              <a:ext cx="14825" cy="31335"/>
            </a:xfrm>
            <a:custGeom>
              <a:rect b="b" l="l" r="r" t="t"/>
              <a:pathLst>
                <a:path extrusionOk="0" h="744" w="352">
                  <a:moveTo>
                    <a:pt x="235" y="0"/>
                  </a:moveTo>
                  <a:cubicBezTo>
                    <a:pt x="192" y="0"/>
                    <a:pt x="145" y="28"/>
                    <a:pt x="126" y="85"/>
                  </a:cubicBezTo>
                  <a:cubicBezTo>
                    <a:pt x="101" y="260"/>
                    <a:pt x="51" y="436"/>
                    <a:pt x="26" y="611"/>
                  </a:cubicBezTo>
                  <a:cubicBezTo>
                    <a:pt x="1" y="661"/>
                    <a:pt x="51" y="736"/>
                    <a:pt x="101" y="736"/>
                  </a:cubicBezTo>
                  <a:cubicBezTo>
                    <a:pt x="110" y="741"/>
                    <a:pt x="120" y="743"/>
                    <a:pt x="130" y="743"/>
                  </a:cubicBezTo>
                  <a:cubicBezTo>
                    <a:pt x="176" y="743"/>
                    <a:pt x="226" y="702"/>
                    <a:pt x="226" y="661"/>
                  </a:cubicBezTo>
                  <a:cubicBezTo>
                    <a:pt x="276" y="486"/>
                    <a:pt x="301" y="310"/>
                    <a:pt x="351" y="135"/>
                  </a:cubicBezTo>
                  <a:cubicBezTo>
                    <a:pt x="351" y="85"/>
                    <a:pt x="326" y="10"/>
                    <a:pt x="276" y="10"/>
                  </a:cubicBezTo>
                  <a:cubicBezTo>
                    <a:pt x="264" y="3"/>
                    <a:pt x="250" y="0"/>
                    <a:pt x="2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6" name="Google Shape;3716;p48"/>
            <p:cNvSpPr/>
            <p:nvPr/>
          </p:nvSpPr>
          <p:spPr>
            <a:xfrm>
              <a:off x="6016764" y="2375899"/>
              <a:ext cx="52815" cy="181400"/>
            </a:xfrm>
            <a:custGeom>
              <a:rect b="b" l="l" r="r" t="t"/>
              <a:pathLst>
                <a:path extrusionOk="0" h="4307" w="1254">
                  <a:moveTo>
                    <a:pt x="1109" y="0"/>
                  </a:moveTo>
                  <a:cubicBezTo>
                    <a:pt x="1076" y="0"/>
                    <a:pt x="1044" y="17"/>
                    <a:pt x="1028" y="58"/>
                  </a:cubicBezTo>
                  <a:cubicBezTo>
                    <a:pt x="326" y="1311"/>
                    <a:pt x="0" y="2765"/>
                    <a:pt x="75" y="4193"/>
                  </a:cubicBezTo>
                  <a:cubicBezTo>
                    <a:pt x="75" y="4269"/>
                    <a:pt x="132" y="4306"/>
                    <a:pt x="185" y="4306"/>
                  </a:cubicBezTo>
                  <a:cubicBezTo>
                    <a:pt x="238" y="4306"/>
                    <a:pt x="288" y="4269"/>
                    <a:pt x="276" y="4193"/>
                  </a:cubicBezTo>
                  <a:cubicBezTo>
                    <a:pt x="226" y="2790"/>
                    <a:pt x="526" y="1386"/>
                    <a:pt x="1203" y="158"/>
                  </a:cubicBezTo>
                  <a:cubicBezTo>
                    <a:pt x="1254" y="74"/>
                    <a:pt x="1179" y="0"/>
                    <a:pt x="11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7" name="Google Shape;3717;p48"/>
            <p:cNvSpPr/>
            <p:nvPr/>
          </p:nvSpPr>
          <p:spPr>
            <a:xfrm>
              <a:off x="6000928" y="2576758"/>
              <a:ext cx="11624" cy="9561"/>
            </a:xfrm>
            <a:custGeom>
              <a:rect b="b" l="l" r="r" t="t"/>
              <a:pathLst>
                <a:path extrusionOk="0" h="227" w="276">
                  <a:moveTo>
                    <a:pt x="151" y="1"/>
                  </a:moveTo>
                  <a:cubicBezTo>
                    <a:pt x="0" y="1"/>
                    <a:pt x="0" y="226"/>
                    <a:pt x="151" y="226"/>
                  </a:cubicBezTo>
                  <a:cubicBezTo>
                    <a:pt x="276" y="226"/>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8" name="Google Shape;3718;p48"/>
            <p:cNvSpPr/>
            <p:nvPr/>
          </p:nvSpPr>
          <p:spPr>
            <a:xfrm>
              <a:off x="6086343" y="2173187"/>
              <a:ext cx="83856" cy="53489"/>
            </a:xfrm>
            <a:custGeom>
              <a:rect b="b" l="l" r="r" t="t"/>
              <a:pathLst>
                <a:path extrusionOk="0" h="1270" w="1991">
                  <a:moveTo>
                    <a:pt x="1846" y="1"/>
                  </a:moveTo>
                  <a:cubicBezTo>
                    <a:pt x="1834" y="1"/>
                    <a:pt x="1821" y="3"/>
                    <a:pt x="1807" y="9"/>
                  </a:cubicBezTo>
                  <a:cubicBezTo>
                    <a:pt x="1155" y="234"/>
                    <a:pt x="554" y="585"/>
                    <a:pt x="77" y="1086"/>
                  </a:cubicBezTo>
                  <a:cubicBezTo>
                    <a:pt x="1" y="1163"/>
                    <a:pt x="71" y="1270"/>
                    <a:pt x="154" y="1270"/>
                  </a:cubicBezTo>
                  <a:cubicBezTo>
                    <a:pt x="179" y="1270"/>
                    <a:pt x="205" y="1260"/>
                    <a:pt x="228" y="1237"/>
                  </a:cubicBezTo>
                  <a:cubicBezTo>
                    <a:pt x="679" y="786"/>
                    <a:pt x="1255" y="435"/>
                    <a:pt x="1857" y="209"/>
                  </a:cubicBezTo>
                  <a:cubicBezTo>
                    <a:pt x="1991" y="165"/>
                    <a:pt x="1946" y="1"/>
                    <a:pt x="18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9" name="Google Shape;3719;p48"/>
            <p:cNvSpPr/>
            <p:nvPr/>
          </p:nvSpPr>
          <p:spPr>
            <a:xfrm>
              <a:off x="6147624" y="2232446"/>
              <a:ext cx="48772" cy="51425"/>
            </a:xfrm>
            <a:custGeom>
              <a:rect b="b" l="l" r="r" t="t"/>
              <a:pathLst>
                <a:path extrusionOk="0" h="1221" w="1158">
                  <a:moveTo>
                    <a:pt x="995" y="0"/>
                  </a:moveTo>
                  <a:cubicBezTo>
                    <a:pt x="973" y="0"/>
                    <a:pt x="949" y="9"/>
                    <a:pt x="928" y="30"/>
                  </a:cubicBezTo>
                  <a:cubicBezTo>
                    <a:pt x="602" y="356"/>
                    <a:pt x="302" y="682"/>
                    <a:pt x="26" y="1033"/>
                  </a:cubicBezTo>
                  <a:cubicBezTo>
                    <a:pt x="1" y="1083"/>
                    <a:pt x="1" y="1133"/>
                    <a:pt x="26" y="1183"/>
                  </a:cubicBezTo>
                  <a:cubicBezTo>
                    <a:pt x="51" y="1208"/>
                    <a:pt x="82" y="1221"/>
                    <a:pt x="114" y="1221"/>
                  </a:cubicBezTo>
                  <a:cubicBezTo>
                    <a:pt x="145" y="1221"/>
                    <a:pt x="176" y="1208"/>
                    <a:pt x="201" y="1183"/>
                  </a:cubicBezTo>
                  <a:cubicBezTo>
                    <a:pt x="477" y="832"/>
                    <a:pt x="778" y="507"/>
                    <a:pt x="1079" y="206"/>
                  </a:cubicBezTo>
                  <a:cubicBezTo>
                    <a:pt x="1158" y="127"/>
                    <a:pt x="1081" y="0"/>
                    <a:pt x="9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0" name="Google Shape;3720;p48"/>
            <p:cNvSpPr/>
            <p:nvPr/>
          </p:nvSpPr>
          <p:spPr>
            <a:xfrm>
              <a:off x="6101210" y="1989890"/>
              <a:ext cx="194793" cy="122815"/>
            </a:xfrm>
            <a:custGeom>
              <a:rect b="b" l="l" r="r" t="t"/>
              <a:pathLst>
                <a:path extrusionOk="0" h="2916" w="4625">
                  <a:moveTo>
                    <a:pt x="3771" y="1"/>
                  </a:moveTo>
                  <a:cubicBezTo>
                    <a:pt x="3162" y="1"/>
                    <a:pt x="2558" y="144"/>
                    <a:pt x="2005" y="376"/>
                  </a:cubicBezTo>
                  <a:cubicBezTo>
                    <a:pt x="1604" y="551"/>
                    <a:pt x="1228" y="752"/>
                    <a:pt x="852" y="977"/>
                  </a:cubicBezTo>
                  <a:cubicBezTo>
                    <a:pt x="652" y="1078"/>
                    <a:pt x="451" y="1203"/>
                    <a:pt x="276" y="1303"/>
                  </a:cubicBezTo>
                  <a:cubicBezTo>
                    <a:pt x="151" y="1378"/>
                    <a:pt x="0" y="1479"/>
                    <a:pt x="25" y="1654"/>
                  </a:cubicBezTo>
                  <a:cubicBezTo>
                    <a:pt x="25" y="1704"/>
                    <a:pt x="75" y="1754"/>
                    <a:pt x="125" y="1754"/>
                  </a:cubicBezTo>
                  <a:cubicBezTo>
                    <a:pt x="249" y="1744"/>
                    <a:pt x="373" y="1739"/>
                    <a:pt x="497" y="1739"/>
                  </a:cubicBezTo>
                  <a:cubicBezTo>
                    <a:pt x="1603" y="1739"/>
                    <a:pt x="2700" y="2138"/>
                    <a:pt x="3534" y="2882"/>
                  </a:cubicBezTo>
                  <a:cubicBezTo>
                    <a:pt x="3557" y="2905"/>
                    <a:pt x="3583" y="2915"/>
                    <a:pt x="3608" y="2915"/>
                  </a:cubicBezTo>
                  <a:cubicBezTo>
                    <a:pt x="3691" y="2915"/>
                    <a:pt x="3761" y="2809"/>
                    <a:pt x="3684" y="2732"/>
                  </a:cubicBezTo>
                  <a:cubicBezTo>
                    <a:pt x="2830" y="1948"/>
                    <a:pt x="1683" y="1525"/>
                    <a:pt x="542" y="1525"/>
                  </a:cubicBezTo>
                  <a:cubicBezTo>
                    <a:pt x="478" y="1525"/>
                    <a:pt x="415" y="1526"/>
                    <a:pt x="351" y="1529"/>
                  </a:cubicBezTo>
                  <a:cubicBezTo>
                    <a:pt x="376" y="1504"/>
                    <a:pt x="401" y="1479"/>
                    <a:pt x="426" y="1479"/>
                  </a:cubicBezTo>
                  <a:cubicBezTo>
                    <a:pt x="501" y="1428"/>
                    <a:pt x="577" y="1378"/>
                    <a:pt x="677" y="1328"/>
                  </a:cubicBezTo>
                  <a:cubicBezTo>
                    <a:pt x="827" y="1228"/>
                    <a:pt x="978" y="1153"/>
                    <a:pt x="1153" y="1052"/>
                  </a:cubicBezTo>
                  <a:cubicBezTo>
                    <a:pt x="1504" y="852"/>
                    <a:pt x="1830" y="677"/>
                    <a:pt x="2206" y="551"/>
                  </a:cubicBezTo>
                  <a:cubicBezTo>
                    <a:pt x="2717" y="350"/>
                    <a:pt x="3268" y="216"/>
                    <a:pt x="3820" y="216"/>
                  </a:cubicBezTo>
                  <a:cubicBezTo>
                    <a:pt x="4026" y="216"/>
                    <a:pt x="4232" y="235"/>
                    <a:pt x="4436" y="276"/>
                  </a:cubicBezTo>
                  <a:cubicBezTo>
                    <a:pt x="4451" y="281"/>
                    <a:pt x="4465" y="283"/>
                    <a:pt x="4478" y="283"/>
                  </a:cubicBezTo>
                  <a:cubicBezTo>
                    <a:pt x="4595" y="283"/>
                    <a:pt x="4624" y="98"/>
                    <a:pt x="4511" y="75"/>
                  </a:cubicBezTo>
                  <a:cubicBezTo>
                    <a:pt x="4266" y="24"/>
                    <a:pt x="4018" y="1"/>
                    <a:pt x="37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1" name="Google Shape;3721;p48"/>
            <p:cNvSpPr/>
            <p:nvPr/>
          </p:nvSpPr>
          <p:spPr>
            <a:xfrm>
              <a:off x="6060693" y="1995871"/>
              <a:ext cx="90637" cy="50667"/>
            </a:xfrm>
            <a:custGeom>
              <a:rect b="b" l="l" r="r" t="t"/>
              <a:pathLst>
                <a:path extrusionOk="0" h="1203" w="2152">
                  <a:moveTo>
                    <a:pt x="2028" y="0"/>
                  </a:moveTo>
                  <a:cubicBezTo>
                    <a:pt x="2016" y="0"/>
                    <a:pt x="2003" y="3"/>
                    <a:pt x="1990" y="8"/>
                  </a:cubicBezTo>
                  <a:cubicBezTo>
                    <a:pt x="1313" y="259"/>
                    <a:pt x="686" y="585"/>
                    <a:pt x="85" y="986"/>
                  </a:cubicBezTo>
                  <a:cubicBezTo>
                    <a:pt x="0" y="1049"/>
                    <a:pt x="59" y="1203"/>
                    <a:pt x="155" y="1203"/>
                  </a:cubicBezTo>
                  <a:cubicBezTo>
                    <a:pt x="172" y="1203"/>
                    <a:pt x="191" y="1198"/>
                    <a:pt x="210" y="1186"/>
                  </a:cubicBezTo>
                  <a:cubicBezTo>
                    <a:pt x="787" y="785"/>
                    <a:pt x="1388" y="459"/>
                    <a:pt x="2040" y="209"/>
                  </a:cubicBezTo>
                  <a:cubicBezTo>
                    <a:pt x="2151" y="164"/>
                    <a:pt x="2124" y="0"/>
                    <a:pt x="20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2" name="Google Shape;3722;p48"/>
            <p:cNvSpPr/>
            <p:nvPr/>
          </p:nvSpPr>
          <p:spPr>
            <a:xfrm>
              <a:off x="6270102" y="1945540"/>
              <a:ext cx="12677" cy="9519"/>
            </a:xfrm>
            <a:custGeom>
              <a:rect b="b" l="l" r="r" t="t"/>
              <a:pathLst>
                <a:path extrusionOk="0" h="226" w="301">
                  <a:moveTo>
                    <a:pt x="151" y="0"/>
                  </a:moveTo>
                  <a:cubicBezTo>
                    <a:pt x="0" y="0"/>
                    <a:pt x="0" y="226"/>
                    <a:pt x="151" y="226"/>
                  </a:cubicBezTo>
                  <a:cubicBezTo>
                    <a:pt x="301" y="226"/>
                    <a:pt x="301" y="0"/>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3" name="Google Shape;3723;p48"/>
            <p:cNvSpPr/>
            <p:nvPr/>
          </p:nvSpPr>
          <p:spPr>
            <a:xfrm>
              <a:off x="5934424" y="2863749"/>
              <a:ext cx="80444" cy="119277"/>
            </a:xfrm>
            <a:custGeom>
              <a:rect b="b" l="l" r="r" t="t"/>
              <a:pathLst>
                <a:path extrusionOk="0" h="2832" w="1910">
                  <a:moveTo>
                    <a:pt x="249" y="0"/>
                  </a:moveTo>
                  <a:cubicBezTo>
                    <a:pt x="195" y="0"/>
                    <a:pt x="138" y="32"/>
                    <a:pt x="126" y="104"/>
                  </a:cubicBezTo>
                  <a:cubicBezTo>
                    <a:pt x="0" y="1107"/>
                    <a:pt x="276" y="2209"/>
                    <a:pt x="1103" y="2811"/>
                  </a:cubicBezTo>
                  <a:cubicBezTo>
                    <a:pt x="1124" y="2825"/>
                    <a:pt x="1147" y="2831"/>
                    <a:pt x="1169" y="2831"/>
                  </a:cubicBezTo>
                  <a:cubicBezTo>
                    <a:pt x="1226" y="2831"/>
                    <a:pt x="1278" y="2790"/>
                    <a:pt x="1278" y="2736"/>
                  </a:cubicBezTo>
                  <a:cubicBezTo>
                    <a:pt x="1278" y="2034"/>
                    <a:pt x="1278" y="1232"/>
                    <a:pt x="1830" y="731"/>
                  </a:cubicBezTo>
                  <a:cubicBezTo>
                    <a:pt x="1909" y="651"/>
                    <a:pt x="1832" y="525"/>
                    <a:pt x="1746" y="525"/>
                  </a:cubicBezTo>
                  <a:cubicBezTo>
                    <a:pt x="1724" y="525"/>
                    <a:pt x="1700" y="534"/>
                    <a:pt x="1679" y="555"/>
                  </a:cubicBezTo>
                  <a:cubicBezTo>
                    <a:pt x="1128" y="1056"/>
                    <a:pt x="1053" y="1783"/>
                    <a:pt x="1053" y="2485"/>
                  </a:cubicBezTo>
                  <a:cubicBezTo>
                    <a:pt x="426" y="1884"/>
                    <a:pt x="226" y="956"/>
                    <a:pt x="351" y="104"/>
                  </a:cubicBezTo>
                  <a:cubicBezTo>
                    <a:pt x="364" y="39"/>
                    <a:pt x="309" y="0"/>
                    <a:pt x="24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4" name="Google Shape;3724;p48"/>
            <p:cNvSpPr/>
            <p:nvPr/>
          </p:nvSpPr>
          <p:spPr>
            <a:xfrm>
              <a:off x="6486502" y="2032092"/>
              <a:ext cx="19037" cy="17984"/>
            </a:xfrm>
            <a:custGeom>
              <a:rect b="b" l="l" r="r" t="t"/>
              <a:pathLst>
                <a:path extrusionOk="0" h="427" w="452">
                  <a:moveTo>
                    <a:pt x="351" y="0"/>
                  </a:moveTo>
                  <a:cubicBezTo>
                    <a:pt x="326" y="25"/>
                    <a:pt x="326" y="25"/>
                    <a:pt x="326" y="25"/>
                  </a:cubicBezTo>
                  <a:cubicBezTo>
                    <a:pt x="301" y="25"/>
                    <a:pt x="276" y="25"/>
                    <a:pt x="276" y="50"/>
                  </a:cubicBezTo>
                  <a:cubicBezTo>
                    <a:pt x="201" y="101"/>
                    <a:pt x="100" y="176"/>
                    <a:pt x="25" y="226"/>
                  </a:cubicBezTo>
                  <a:cubicBezTo>
                    <a:pt x="25" y="251"/>
                    <a:pt x="0" y="301"/>
                    <a:pt x="0" y="326"/>
                  </a:cubicBezTo>
                  <a:cubicBezTo>
                    <a:pt x="0" y="351"/>
                    <a:pt x="25" y="376"/>
                    <a:pt x="25" y="401"/>
                  </a:cubicBezTo>
                  <a:cubicBezTo>
                    <a:pt x="50" y="401"/>
                    <a:pt x="75" y="426"/>
                    <a:pt x="100" y="426"/>
                  </a:cubicBezTo>
                  <a:lnTo>
                    <a:pt x="150" y="426"/>
                  </a:lnTo>
                  <a:cubicBezTo>
                    <a:pt x="150" y="426"/>
                    <a:pt x="176" y="401"/>
                    <a:pt x="201" y="401"/>
                  </a:cubicBezTo>
                  <a:cubicBezTo>
                    <a:pt x="276" y="326"/>
                    <a:pt x="351" y="276"/>
                    <a:pt x="426" y="201"/>
                  </a:cubicBezTo>
                  <a:cubicBezTo>
                    <a:pt x="451" y="176"/>
                    <a:pt x="451" y="151"/>
                    <a:pt x="451" y="126"/>
                  </a:cubicBezTo>
                  <a:cubicBezTo>
                    <a:pt x="451" y="101"/>
                    <a:pt x="451" y="50"/>
                    <a:pt x="426" y="50"/>
                  </a:cubicBezTo>
                  <a:cubicBezTo>
                    <a:pt x="401" y="25"/>
                    <a:pt x="376"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5" name="Google Shape;3725;p48"/>
            <p:cNvSpPr/>
            <p:nvPr/>
          </p:nvSpPr>
          <p:spPr>
            <a:xfrm>
              <a:off x="6503391" y="2035251"/>
              <a:ext cx="16931" cy="17984"/>
            </a:xfrm>
            <a:custGeom>
              <a:rect b="b" l="l" r="r" t="t"/>
              <a:pathLst>
                <a:path extrusionOk="0" h="427" w="402">
                  <a:moveTo>
                    <a:pt x="301" y="1"/>
                  </a:moveTo>
                  <a:cubicBezTo>
                    <a:pt x="276" y="26"/>
                    <a:pt x="226" y="26"/>
                    <a:pt x="226" y="51"/>
                  </a:cubicBezTo>
                  <a:lnTo>
                    <a:pt x="25" y="251"/>
                  </a:lnTo>
                  <a:cubicBezTo>
                    <a:pt x="0" y="251"/>
                    <a:pt x="0" y="301"/>
                    <a:pt x="0" y="326"/>
                  </a:cubicBezTo>
                  <a:cubicBezTo>
                    <a:pt x="0" y="351"/>
                    <a:pt x="0" y="376"/>
                    <a:pt x="25" y="402"/>
                  </a:cubicBezTo>
                  <a:cubicBezTo>
                    <a:pt x="50" y="427"/>
                    <a:pt x="75" y="427"/>
                    <a:pt x="100" y="427"/>
                  </a:cubicBezTo>
                  <a:cubicBezTo>
                    <a:pt x="125" y="427"/>
                    <a:pt x="150" y="427"/>
                    <a:pt x="176" y="402"/>
                  </a:cubicBezTo>
                  <a:lnTo>
                    <a:pt x="376" y="201"/>
                  </a:lnTo>
                  <a:cubicBezTo>
                    <a:pt x="401" y="176"/>
                    <a:pt x="401" y="151"/>
                    <a:pt x="401" y="126"/>
                  </a:cubicBezTo>
                  <a:cubicBezTo>
                    <a:pt x="401" y="101"/>
                    <a:pt x="401" y="76"/>
                    <a:pt x="376" y="51"/>
                  </a:cubicBezTo>
                  <a:cubicBezTo>
                    <a:pt x="351" y="26"/>
                    <a:pt x="326" y="1"/>
                    <a:pt x="3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6" name="Google Shape;3726;p48"/>
            <p:cNvSpPr/>
            <p:nvPr/>
          </p:nvSpPr>
          <p:spPr>
            <a:xfrm>
              <a:off x="6399866" y="2102513"/>
              <a:ext cx="150444" cy="103062"/>
            </a:xfrm>
            <a:custGeom>
              <a:rect b="b" l="l" r="r" t="t"/>
              <a:pathLst>
                <a:path extrusionOk="0" h="2447" w="3572">
                  <a:moveTo>
                    <a:pt x="3421" y="0"/>
                  </a:moveTo>
                  <a:cubicBezTo>
                    <a:pt x="3410" y="0"/>
                    <a:pt x="3398" y="3"/>
                    <a:pt x="3385" y="8"/>
                  </a:cubicBezTo>
                  <a:cubicBezTo>
                    <a:pt x="2107" y="484"/>
                    <a:pt x="979" y="1261"/>
                    <a:pt x="77" y="2263"/>
                  </a:cubicBezTo>
                  <a:cubicBezTo>
                    <a:pt x="0" y="2340"/>
                    <a:pt x="71" y="2447"/>
                    <a:pt x="153" y="2447"/>
                  </a:cubicBezTo>
                  <a:cubicBezTo>
                    <a:pt x="178" y="2447"/>
                    <a:pt x="204" y="2437"/>
                    <a:pt x="227" y="2414"/>
                  </a:cubicBezTo>
                  <a:cubicBezTo>
                    <a:pt x="1105" y="1436"/>
                    <a:pt x="2207" y="684"/>
                    <a:pt x="3436" y="233"/>
                  </a:cubicBezTo>
                  <a:cubicBezTo>
                    <a:pt x="3571" y="188"/>
                    <a:pt x="3523" y="0"/>
                    <a:pt x="34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7" name="Google Shape;3727;p48"/>
            <p:cNvSpPr/>
            <p:nvPr/>
          </p:nvSpPr>
          <p:spPr>
            <a:xfrm>
              <a:off x="6507603" y="2131953"/>
              <a:ext cx="43297" cy="26408"/>
            </a:xfrm>
            <a:custGeom>
              <a:rect b="b" l="l" r="r" t="t"/>
              <a:pathLst>
                <a:path extrusionOk="0" h="627" w="1028">
                  <a:moveTo>
                    <a:pt x="872" y="0"/>
                  </a:moveTo>
                  <a:cubicBezTo>
                    <a:pt x="856" y="0"/>
                    <a:pt x="841" y="4"/>
                    <a:pt x="827" y="10"/>
                  </a:cubicBezTo>
                  <a:cubicBezTo>
                    <a:pt x="577" y="161"/>
                    <a:pt x="326" y="286"/>
                    <a:pt x="76" y="411"/>
                  </a:cubicBezTo>
                  <a:cubicBezTo>
                    <a:pt x="0" y="461"/>
                    <a:pt x="0" y="537"/>
                    <a:pt x="25" y="562"/>
                  </a:cubicBezTo>
                  <a:cubicBezTo>
                    <a:pt x="41" y="609"/>
                    <a:pt x="77" y="627"/>
                    <a:pt x="114" y="627"/>
                  </a:cubicBezTo>
                  <a:cubicBezTo>
                    <a:pt x="136" y="627"/>
                    <a:pt x="157" y="621"/>
                    <a:pt x="176" y="612"/>
                  </a:cubicBezTo>
                  <a:lnTo>
                    <a:pt x="953" y="211"/>
                  </a:lnTo>
                  <a:cubicBezTo>
                    <a:pt x="1003" y="186"/>
                    <a:pt x="1028" y="111"/>
                    <a:pt x="978" y="60"/>
                  </a:cubicBezTo>
                  <a:cubicBezTo>
                    <a:pt x="959" y="24"/>
                    <a:pt x="914" y="0"/>
                    <a:pt x="8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8" name="Google Shape;3728;p48"/>
            <p:cNvSpPr/>
            <p:nvPr/>
          </p:nvSpPr>
          <p:spPr>
            <a:xfrm>
              <a:off x="6520280" y="2155329"/>
              <a:ext cx="49657" cy="30998"/>
            </a:xfrm>
            <a:custGeom>
              <a:rect b="b" l="l" r="r" t="t"/>
              <a:pathLst>
                <a:path extrusionOk="0" h="736" w="1179">
                  <a:moveTo>
                    <a:pt x="1057" y="0"/>
                  </a:moveTo>
                  <a:cubicBezTo>
                    <a:pt x="1047" y="0"/>
                    <a:pt x="1037" y="2"/>
                    <a:pt x="1028" y="7"/>
                  </a:cubicBezTo>
                  <a:cubicBezTo>
                    <a:pt x="702" y="157"/>
                    <a:pt x="376" y="307"/>
                    <a:pt x="75" y="533"/>
                  </a:cubicBezTo>
                  <a:cubicBezTo>
                    <a:pt x="25" y="558"/>
                    <a:pt x="0" y="633"/>
                    <a:pt x="25" y="683"/>
                  </a:cubicBezTo>
                  <a:cubicBezTo>
                    <a:pt x="56" y="714"/>
                    <a:pt x="87" y="736"/>
                    <a:pt x="118" y="736"/>
                  </a:cubicBezTo>
                  <a:cubicBezTo>
                    <a:pt x="137" y="736"/>
                    <a:pt x="156" y="728"/>
                    <a:pt x="176" y="708"/>
                  </a:cubicBezTo>
                  <a:cubicBezTo>
                    <a:pt x="476" y="508"/>
                    <a:pt x="777" y="358"/>
                    <a:pt x="1103" y="232"/>
                  </a:cubicBezTo>
                  <a:cubicBezTo>
                    <a:pt x="1153" y="207"/>
                    <a:pt x="1178" y="157"/>
                    <a:pt x="1178" y="82"/>
                  </a:cubicBezTo>
                  <a:cubicBezTo>
                    <a:pt x="1158" y="41"/>
                    <a:pt x="1104" y="0"/>
                    <a:pt x="10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9" name="Google Shape;3729;p48"/>
            <p:cNvSpPr/>
            <p:nvPr/>
          </p:nvSpPr>
          <p:spPr>
            <a:xfrm>
              <a:off x="6604726" y="1921365"/>
              <a:ext cx="17563" cy="94385"/>
            </a:xfrm>
            <a:custGeom>
              <a:rect b="b" l="l" r="r" t="t"/>
              <a:pathLst>
                <a:path extrusionOk="0" h="2241" w="417">
                  <a:moveTo>
                    <a:pt x="290" y="0"/>
                  </a:moveTo>
                  <a:cubicBezTo>
                    <a:pt x="249" y="0"/>
                    <a:pt x="211" y="22"/>
                    <a:pt x="201" y="73"/>
                  </a:cubicBezTo>
                  <a:cubicBezTo>
                    <a:pt x="50" y="750"/>
                    <a:pt x="0" y="1451"/>
                    <a:pt x="50" y="2128"/>
                  </a:cubicBezTo>
                  <a:cubicBezTo>
                    <a:pt x="63" y="2203"/>
                    <a:pt x="125" y="2241"/>
                    <a:pt x="182" y="2241"/>
                  </a:cubicBezTo>
                  <a:cubicBezTo>
                    <a:pt x="238" y="2241"/>
                    <a:pt x="288" y="2203"/>
                    <a:pt x="276" y="2128"/>
                  </a:cubicBezTo>
                  <a:cubicBezTo>
                    <a:pt x="226" y="1451"/>
                    <a:pt x="276" y="800"/>
                    <a:pt x="401" y="123"/>
                  </a:cubicBezTo>
                  <a:cubicBezTo>
                    <a:pt x="416" y="48"/>
                    <a:pt x="351" y="0"/>
                    <a:pt x="2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0" name="Google Shape;3730;p48"/>
            <p:cNvSpPr/>
            <p:nvPr/>
          </p:nvSpPr>
          <p:spPr>
            <a:xfrm>
              <a:off x="6576213" y="1942634"/>
              <a:ext cx="20090" cy="30367"/>
            </a:xfrm>
            <a:custGeom>
              <a:rect b="b" l="l" r="r" t="t"/>
              <a:pathLst>
                <a:path extrusionOk="0" h="721" w="477">
                  <a:moveTo>
                    <a:pt x="351" y="0"/>
                  </a:moveTo>
                  <a:cubicBezTo>
                    <a:pt x="326" y="0"/>
                    <a:pt x="301" y="7"/>
                    <a:pt x="276" y="19"/>
                  </a:cubicBezTo>
                  <a:cubicBezTo>
                    <a:pt x="101" y="169"/>
                    <a:pt x="0" y="395"/>
                    <a:pt x="25" y="621"/>
                  </a:cubicBezTo>
                  <a:cubicBezTo>
                    <a:pt x="25" y="671"/>
                    <a:pt x="76" y="721"/>
                    <a:pt x="126" y="721"/>
                  </a:cubicBezTo>
                  <a:cubicBezTo>
                    <a:pt x="176" y="721"/>
                    <a:pt x="251" y="671"/>
                    <a:pt x="226" y="621"/>
                  </a:cubicBezTo>
                  <a:cubicBezTo>
                    <a:pt x="226" y="596"/>
                    <a:pt x="226" y="570"/>
                    <a:pt x="226" y="545"/>
                  </a:cubicBezTo>
                  <a:cubicBezTo>
                    <a:pt x="226" y="545"/>
                    <a:pt x="251" y="520"/>
                    <a:pt x="251" y="520"/>
                  </a:cubicBezTo>
                  <a:cubicBezTo>
                    <a:pt x="251" y="520"/>
                    <a:pt x="251" y="495"/>
                    <a:pt x="251" y="495"/>
                  </a:cubicBezTo>
                  <a:cubicBezTo>
                    <a:pt x="251" y="470"/>
                    <a:pt x="251" y="445"/>
                    <a:pt x="251" y="420"/>
                  </a:cubicBezTo>
                  <a:cubicBezTo>
                    <a:pt x="276" y="420"/>
                    <a:pt x="276" y="420"/>
                    <a:pt x="276" y="395"/>
                  </a:cubicBezTo>
                  <a:cubicBezTo>
                    <a:pt x="276" y="370"/>
                    <a:pt x="301" y="345"/>
                    <a:pt x="301" y="320"/>
                  </a:cubicBezTo>
                  <a:cubicBezTo>
                    <a:pt x="326" y="320"/>
                    <a:pt x="326" y="295"/>
                    <a:pt x="326" y="295"/>
                  </a:cubicBezTo>
                  <a:cubicBezTo>
                    <a:pt x="351" y="270"/>
                    <a:pt x="351" y="270"/>
                    <a:pt x="351" y="270"/>
                  </a:cubicBezTo>
                  <a:cubicBezTo>
                    <a:pt x="376" y="245"/>
                    <a:pt x="376" y="245"/>
                    <a:pt x="376" y="245"/>
                  </a:cubicBezTo>
                  <a:cubicBezTo>
                    <a:pt x="401" y="220"/>
                    <a:pt x="426" y="195"/>
                    <a:pt x="426" y="195"/>
                  </a:cubicBezTo>
                  <a:cubicBezTo>
                    <a:pt x="477" y="144"/>
                    <a:pt x="477" y="69"/>
                    <a:pt x="426" y="19"/>
                  </a:cubicBezTo>
                  <a:cubicBezTo>
                    <a:pt x="401" y="7"/>
                    <a:pt x="376"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1" name="Google Shape;3731;p48"/>
            <p:cNvSpPr/>
            <p:nvPr/>
          </p:nvSpPr>
          <p:spPr>
            <a:xfrm>
              <a:off x="6586784" y="1964535"/>
              <a:ext cx="42" cy="1095"/>
            </a:xfrm>
            <a:custGeom>
              <a:rect b="b" l="l" r="r" t="t"/>
              <a:pathLst>
                <a:path extrusionOk="0" h="26" w="1">
                  <a:moveTo>
                    <a:pt x="0" y="0"/>
                  </a:moveTo>
                  <a:lnTo>
                    <a:pt x="0" y="0"/>
                  </a:lnTo>
                  <a:cubicBezTo>
                    <a:pt x="0" y="0"/>
                    <a:pt x="0" y="25"/>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2" name="Google Shape;3732;p48"/>
            <p:cNvSpPr/>
            <p:nvPr/>
          </p:nvSpPr>
          <p:spPr>
            <a:xfrm>
              <a:off x="6628312" y="2091183"/>
              <a:ext cx="75643" cy="18111"/>
            </a:xfrm>
            <a:custGeom>
              <a:rect b="b" l="l" r="r" t="t"/>
              <a:pathLst>
                <a:path extrusionOk="0" h="430" w="1796">
                  <a:moveTo>
                    <a:pt x="1646" y="1"/>
                  </a:moveTo>
                  <a:cubicBezTo>
                    <a:pt x="1144" y="26"/>
                    <a:pt x="643" y="101"/>
                    <a:pt x="142" y="201"/>
                  </a:cubicBezTo>
                  <a:cubicBezTo>
                    <a:pt x="0" y="249"/>
                    <a:pt x="59" y="429"/>
                    <a:pt x="171" y="429"/>
                  </a:cubicBezTo>
                  <a:cubicBezTo>
                    <a:pt x="178" y="429"/>
                    <a:pt x="185" y="428"/>
                    <a:pt x="192" y="427"/>
                  </a:cubicBezTo>
                  <a:cubicBezTo>
                    <a:pt x="668" y="302"/>
                    <a:pt x="1169" y="252"/>
                    <a:pt x="1646" y="226"/>
                  </a:cubicBezTo>
                  <a:cubicBezTo>
                    <a:pt x="1796" y="226"/>
                    <a:pt x="1796" y="1"/>
                    <a:pt x="16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3" name="Google Shape;3733;p48"/>
            <p:cNvSpPr/>
            <p:nvPr/>
          </p:nvSpPr>
          <p:spPr>
            <a:xfrm>
              <a:off x="6663859" y="2142483"/>
              <a:ext cx="323420" cy="78970"/>
            </a:xfrm>
            <a:custGeom>
              <a:rect b="b" l="l" r="r" t="t"/>
              <a:pathLst>
                <a:path extrusionOk="0" h="1875" w="7679">
                  <a:moveTo>
                    <a:pt x="640" y="1"/>
                  </a:moveTo>
                  <a:cubicBezTo>
                    <a:pt x="475" y="1"/>
                    <a:pt x="311" y="4"/>
                    <a:pt x="150" y="11"/>
                  </a:cubicBezTo>
                  <a:cubicBezTo>
                    <a:pt x="8" y="11"/>
                    <a:pt x="0" y="213"/>
                    <a:pt x="128" y="213"/>
                  </a:cubicBezTo>
                  <a:cubicBezTo>
                    <a:pt x="135" y="213"/>
                    <a:pt x="142" y="213"/>
                    <a:pt x="150" y="211"/>
                  </a:cubicBezTo>
                  <a:cubicBezTo>
                    <a:pt x="280" y="208"/>
                    <a:pt x="411" y="206"/>
                    <a:pt x="541" y="206"/>
                  </a:cubicBezTo>
                  <a:cubicBezTo>
                    <a:pt x="2368" y="206"/>
                    <a:pt x="4207" y="534"/>
                    <a:pt x="5914" y="1189"/>
                  </a:cubicBezTo>
                  <a:cubicBezTo>
                    <a:pt x="6441" y="1389"/>
                    <a:pt x="6967" y="1615"/>
                    <a:pt x="7468" y="1866"/>
                  </a:cubicBezTo>
                  <a:cubicBezTo>
                    <a:pt x="7484" y="1872"/>
                    <a:pt x="7498" y="1874"/>
                    <a:pt x="7513" y="1874"/>
                  </a:cubicBezTo>
                  <a:cubicBezTo>
                    <a:pt x="7615" y="1874"/>
                    <a:pt x="7679" y="1731"/>
                    <a:pt x="7569" y="1665"/>
                  </a:cubicBezTo>
                  <a:cubicBezTo>
                    <a:pt x="5789" y="763"/>
                    <a:pt x="3834" y="211"/>
                    <a:pt x="1829" y="36"/>
                  </a:cubicBezTo>
                  <a:cubicBezTo>
                    <a:pt x="1439" y="18"/>
                    <a:pt x="1037" y="1"/>
                    <a:pt x="6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4" name="Google Shape;3734;p48"/>
            <p:cNvSpPr/>
            <p:nvPr/>
          </p:nvSpPr>
          <p:spPr>
            <a:xfrm>
              <a:off x="6722403" y="1950258"/>
              <a:ext cx="156803" cy="68946"/>
            </a:xfrm>
            <a:custGeom>
              <a:rect b="b" l="l" r="r" t="t"/>
              <a:pathLst>
                <a:path extrusionOk="0" h="1637" w="3723">
                  <a:moveTo>
                    <a:pt x="2704" y="1"/>
                  </a:moveTo>
                  <a:cubicBezTo>
                    <a:pt x="1833" y="1"/>
                    <a:pt x="959" y="114"/>
                    <a:pt x="113" y="339"/>
                  </a:cubicBezTo>
                  <a:cubicBezTo>
                    <a:pt x="1" y="362"/>
                    <a:pt x="30" y="547"/>
                    <a:pt x="147" y="547"/>
                  </a:cubicBezTo>
                  <a:cubicBezTo>
                    <a:pt x="160" y="547"/>
                    <a:pt x="174" y="545"/>
                    <a:pt x="189" y="540"/>
                  </a:cubicBezTo>
                  <a:cubicBezTo>
                    <a:pt x="1000" y="348"/>
                    <a:pt x="1831" y="228"/>
                    <a:pt x="2663" y="228"/>
                  </a:cubicBezTo>
                  <a:cubicBezTo>
                    <a:pt x="2807" y="228"/>
                    <a:pt x="2952" y="232"/>
                    <a:pt x="3096" y="239"/>
                  </a:cubicBezTo>
                  <a:cubicBezTo>
                    <a:pt x="2595" y="490"/>
                    <a:pt x="2194" y="941"/>
                    <a:pt x="1968" y="1467"/>
                  </a:cubicBezTo>
                  <a:cubicBezTo>
                    <a:pt x="1934" y="1552"/>
                    <a:pt x="2003" y="1636"/>
                    <a:pt x="2067" y="1636"/>
                  </a:cubicBezTo>
                  <a:cubicBezTo>
                    <a:pt x="2098" y="1636"/>
                    <a:pt x="2127" y="1616"/>
                    <a:pt x="2143" y="1567"/>
                  </a:cubicBezTo>
                  <a:cubicBezTo>
                    <a:pt x="2419" y="941"/>
                    <a:pt x="2945" y="465"/>
                    <a:pt x="3597" y="239"/>
                  </a:cubicBezTo>
                  <a:cubicBezTo>
                    <a:pt x="3722" y="214"/>
                    <a:pt x="3697" y="39"/>
                    <a:pt x="3572" y="39"/>
                  </a:cubicBezTo>
                  <a:cubicBezTo>
                    <a:pt x="3284" y="14"/>
                    <a:pt x="2994" y="1"/>
                    <a:pt x="270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5" name="Google Shape;3735;p48"/>
            <p:cNvSpPr/>
            <p:nvPr/>
          </p:nvSpPr>
          <p:spPr>
            <a:xfrm>
              <a:off x="6779936" y="1983531"/>
              <a:ext cx="17984" cy="12719"/>
            </a:xfrm>
            <a:custGeom>
              <a:rect b="b" l="l" r="r" t="t"/>
              <a:pathLst>
                <a:path extrusionOk="0" h="302" w="427">
                  <a:moveTo>
                    <a:pt x="276" y="0"/>
                  </a:moveTo>
                  <a:cubicBezTo>
                    <a:pt x="201" y="26"/>
                    <a:pt x="151" y="51"/>
                    <a:pt x="76" y="76"/>
                  </a:cubicBezTo>
                  <a:cubicBezTo>
                    <a:pt x="76" y="76"/>
                    <a:pt x="51" y="101"/>
                    <a:pt x="51" y="101"/>
                  </a:cubicBezTo>
                  <a:cubicBezTo>
                    <a:pt x="26" y="101"/>
                    <a:pt x="26" y="126"/>
                    <a:pt x="26" y="126"/>
                  </a:cubicBezTo>
                  <a:cubicBezTo>
                    <a:pt x="1" y="151"/>
                    <a:pt x="1" y="201"/>
                    <a:pt x="1" y="226"/>
                  </a:cubicBezTo>
                  <a:cubicBezTo>
                    <a:pt x="26" y="251"/>
                    <a:pt x="26" y="276"/>
                    <a:pt x="51" y="276"/>
                  </a:cubicBezTo>
                  <a:cubicBezTo>
                    <a:pt x="76" y="301"/>
                    <a:pt x="126" y="301"/>
                    <a:pt x="151" y="301"/>
                  </a:cubicBezTo>
                  <a:cubicBezTo>
                    <a:pt x="201" y="276"/>
                    <a:pt x="276" y="251"/>
                    <a:pt x="326" y="226"/>
                  </a:cubicBezTo>
                  <a:cubicBezTo>
                    <a:pt x="351" y="201"/>
                    <a:pt x="351" y="201"/>
                    <a:pt x="376" y="201"/>
                  </a:cubicBezTo>
                  <a:cubicBezTo>
                    <a:pt x="376" y="201"/>
                    <a:pt x="402" y="176"/>
                    <a:pt x="402" y="176"/>
                  </a:cubicBezTo>
                  <a:cubicBezTo>
                    <a:pt x="427" y="151"/>
                    <a:pt x="427" y="101"/>
                    <a:pt x="402" y="76"/>
                  </a:cubicBezTo>
                  <a:cubicBezTo>
                    <a:pt x="402" y="51"/>
                    <a:pt x="376" y="26"/>
                    <a:pt x="351" y="26"/>
                  </a:cubicBezTo>
                  <a:cubicBezTo>
                    <a:pt x="326" y="0"/>
                    <a:pt x="301"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6" name="Google Shape;3736;p48"/>
            <p:cNvSpPr/>
            <p:nvPr/>
          </p:nvSpPr>
          <p:spPr>
            <a:xfrm>
              <a:off x="6883714" y="2075305"/>
              <a:ext cx="212525" cy="104241"/>
            </a:xfrm>
            <a:custGeom>
              <a:rect b="b" l="l" r="r" t="t"/>
              <a:pathLst>
                <a:path extrusionOk="0" h="2475" w="5046">
                  <a:moveTo>
                    <a:pt x="856" y="0"/>
                  </a:moveTo>
                  <a:cubicBezTo>
                    <a:pt x="620" y="0"/>
                    <a:pt x="382" y="17"/>
                    <a:pt x="143" y="52"/>
                  </a:cubicBezTo>
                  <a:cubicBezTo>
                    <a:pt x="1" y="52"/>
                    <a:pt x="61" y="255"/>
                    <a:pt x="174" y="255"/>
                  </a:cubicBezTo>
                  <a:cubicBezTo>
                    <a:pt x="180" y="255"/>
                    <a:pt x="187" y="254"/>
                    <a:pt x="193" y="253"/>
                  </a:cubicBezTo>
                  <a:cubicBezTo>
                    <a:pt x="416" y="219"/>
                    <a:pt x="637" y="203"/>
                    <a:pt x="857" y="203"/>
                  </a:cubicBezTo>
                  <a:cubicBezTo>
                    <a:pt x="2099" y="203"/>
                    <a:pt x="3297" y="705"/>
                    <a:pt x="4404" y="1280"/>
                  </a:cubicBezTo>
                  <a:cubicBezTo>
                    <a:pt x="3451" y="1305"/>
                    <a:pt x="2549" y="1781"/>
                    <a:pt x="1722" y="2258"/>
                  </a:cubicBezTo>
                  <a:cubicBezTo>
                    <a:pt x="1637" y="2321"/>
                    <a:pt x="1696" y="2475"/>
                    <a:pt x="1792" y="2475"/>
                  </a:cubicBezTo>
                  <a:cubicBezTo>
                    <a:pt x="1809" y="2475"/>
                    <a:pt x="1828" y="2470"/>
                    <a:pt x="1847" y="2458"/>
                  </a:cubicBezTo>
                  <a:cubicBezTo>
                    <a:pt x="2650" y="1990"/>
                    <a:pt x="3553" y="1481"/>
                    <a:pt x="4501" y="1481"/>
                  </a:cubicBezTo>
                  <a:cubicBezTo>
                    <a:pt x="4619" y="1481"/>
                    <a:pt x="4736" y="1489"/>
                    <a:pt x="4855" y="1506"/>
                  </a:cubicBezTo>
                  <a:cubicBezTo>
                    <a:pt x="4862" y="1508"/>
                    <a:pt x="4870" y="1508"/>
                    <a:pt x="4877" y="1508"/>
                  </a:cubicBezTo>
                  <a:cubicBezTo>
                    <a:pt x="4969" y="1508"/>
                    <a:pt x="5046" y="1375"/>
                    <a:pt x="4930" y="1305"/>
                  </a:cubicBezTo>
                  <a:cubicBezTo>
                    <a:pt x="3680" y="616"/>
                    <a:pt x="2301" y="0"/>
                    <a:pt x="8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7" name="Google Shape;3737;p48"/>
            <p:cNvSpPr/>
            <p:nvPr/>
          </p:nvSpPr>
          <p:spPr>
            <a:xfrm>
              <a:off x="6892895" y="2113379"/>
              <a:ext cx="21143" cy="19037"/>
            </a:xfrm>
            <a:custGeom>
              <a:rect b="b" l="l" r="r" t="t"/>
              <a:pathLst>
                <a:path extrusionOk="0" h="452" w="502">
                  <a:moveTo>
                    <a:pt x="376" y="0"/>
                  </a:moveTo>
                  <a:cubicBezTo>
                    <a:pt x="351" y="0"/>
                    <a:pt x="326" y="0"/>
                    <a:pt x="301" y="25"/>
                  </a:cubicBezTo>
                  <a:cubicBezTo>
                    <a:pt x="226" y="100"/>
                    <a:pt x="126" y="176"/>
                    <a:pt x="25" y="251"/>
                  </a:cubicBezTo>
                  <a:cubicBezTo>
                    <a:pt x="25" y="276"/>
                    <a:pt x="0" y="301"/>
                    <a:pt x="0" y="326"/>
                  </a:cubicBezTo>
                  <a:cubicBezTo>
                    <a:pt x="0" y="351"/>
                    <a:pt x="25" y="401"/>
                    <a:pt x="25" y="401"/>
                  </a:cubicBezTo>
                  <a:cubicBezTo>
                    <a:pt x="50" y="426"/>
                    <a:pt x="75" y="451"/>
                    <a:pt x="126" y="451"/>
                  </a:cubicBezTo>
                  <a:cubicBezTo>
                    <a:pt x="151" y="451"/>
                    <a:pt x="176" y="426"/>
                    <a:pt x="201" y="401"/>
                  </a:cubicBezTo>
                  <a:cubicBezTo>
                    <a:pt x="276" y="326"/>
                    <a:pt x="376" y="251"/>
                    <a:pt x="476" y="176"/>
                  </a:cubicBezTo>
                  <a:cubicBezTo>
                    <a:pt x="476" y="151"/>
                    <a:pt x="502" y="126"/>
                    <a:pt x="502" y="100"/>
                  </a:cubicBezTo>
                  <a:cubicBezTo>
                    <a:pt x="502" y="75"/>
                    <a:pt x="476" y="50"/>
                    <a:pt x="476" y="25"/>
                  </a:cubicBezTo>
                  <a:cubicBezTo>
                    <a:pt x="451" y="0"/>
                    <a:pt x="426"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8" name="Google Shape;3738;p48"/>
            <p:cNvSpPr/>
            <p:nvPr/>
          </p:nvSpPr>
          <p:spPr>
            <a:xfrm>
              <a:off x="6906625" y="2116117"/>
              <a:ext cx="30619" cy="27124"/>
            </a:xfrm>
            <a:custGeom>
              <a:rect b="b" l="l" r="r" t="t"/>
              <a:pathLst>
                <a:path extrusionOk="0" h="644" w="727">
                  <a:moveTo>
                    <a:pt x="633" y="1"/>
                  </a:moveTo>
                  <a:cubicBezTo>
                    <a:pt x="590" y="1"/>
                    <a:pt x="545" y="24"/>
                    <a:pt x="526" y="61"/>
                  </a:cubicBezTo>
                  <a:cubicBezTo>
                    <a:pt x="501" y="111"/>
                    <a:pt x="476" y="161"/>
                    <a:pt x="426" y="186"/>
                  </a:cubicBezTo>
                  <a:cubicBezTo>
                    <a:pt x="426" y="211"/>
                    <a:pt x="426" y="211"/>
                    <a:pt x="426" y="211"/>
                  </a:cubicBezTo>
                  <a:cubicBezTo>
                    <a:pt x="426" y="211"/>
                    <a:pt x="401" y="236"/>
                    <a:pt x="401" y="236"/>
                  </a:cubicBezTo>
                  <a:cubicBezTo>
                    <a:pt x="376" y="261"/>
                    <a:pt x="351" y="286"/>
                    <a:pt x="351" y="286"/>
                  </a:cubicBezTo>
                  <a:cubicBezTo>
                    <a:pt x="326" y="311"/>
                    <a:pt x="326" y="311"/>
                    <a:pt x="326" y="311"/>
                  </a:cubicBezTo>
                  <a:cubicBezTo>
                    <a:pt x="301" y="311"/>
                    <a:pt x="301" y="336"/>
                    <a:pt x="301" y="336"/>
                  </a:cubicBezTo>
                  <a:cubicBezTo>
                    <a:pt x="276" y="336"/>
                    <a:pt x="251" y="361"/>
                    <a:pt x="226" y="361"/>
                  </a:cubicBezTo>
                  <a:cubicBezTo>
                    <a:pt x="201" y="386"/>
                    <a:pt x="176" y="386"/>
                    <a:pt x="176" y="411"/>
                  </a:cubicBezTo>
                  <a:lnTo>
                    <a:pt x="150" y="411"/>
                  </a:lnTo>
                  <a:cubicBezTo>
                    <a:pt x="125" y="411"/>
                    <a:pt x="125" y="411"/>
                    <a:pt x="100" y="436"/>
                  </a:cubicBezTo>
                  <a:cubicBezTo>
                    <a:pt x="50" y="436"/>
                    <a:pt x="0" y="512"/>
                    <a:pt x="25" y="562"/>
                  </a:cubicBezTo>
                  <a:cubicBezTo>
                    <a:pt x="46" y="603"/>
                    <a:pt x="83" y="644"/>
                    <a:pt x="137" y="644"/>
                  </a:cubicBezTo>
                  <a:cubicBezTo>
                    <a:pt x="149" y="644"/>
                    <a:pt x="162" y="642"/>
                    <a:pt x="176" y="637"/>
                  </a:cubicBezTo>
                  <a:cubicBezTo>
                    <a:pt x="401" y="562"/>
                    <a:pt x="602" y="386"/>
                    <a:pt x="702" y="161"/>
                  </a:cubicBezTo>
                  <a:cubicBezTo>
                    <a:pt x="727" y="111"/>
                    <a:pt x="727" y="61"/>
                    <a:pt x="677" y="10"/>
                  </a:cubicBezTo>
                  <a:cubicBezTo>
                    <a:pt x="663" y="4"/>
                    <a:pt x="648" y="1"/>
                    <a:pt x="63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9" name="Google Shape;3739;p48"/>
            <p:cNvSpPr/>
            <p:nvPr/>
          </p:nvSpPr>
          <p:spPr>
            <a:xfrm>
              <a:off x="7047888" y="2257211"/>
              <a:ext cx="79391" cy="61744"/>
            </a:xfrm>
            <a:custGeom>
              <a:rect b="b" l="l" r="r" t="t"/>
              <a:pathLst>
                <a:path extrusionOk="0" h="1466" w="1885">
                  <a:moveTo>
                    <a:pt x="167" y="0"/>
                  </a:moveTo>
                  <a:cubicBezTo>
                    <a:pt x="69" y="0"/>
                    <a:pt x="1" y="132"/>
                    <a:pt x="105" y="194"/>
                  </a:cubicBezTo>
                  <a:cubicBezTo>
                    <a:pt x="681" y="545"/>
                    <a:pt x="1207" y="946"/>
                    <a:pt x="1659" y="1422"/>
                  </a:cubicBezTo>
                  <a:cubicBezTo>
                    <a:pt x="1677" y="1453"/>
                    <a:pt x="1702" y="1466"/>
                    <a:pt x="1727" y="1466"/>
                  </a:cubicBezTo>
                  <a:cubicBezTo>
                    <a:pt x="1803" y="1466"/>
                    <a:pt x="1885" y="1348"/>
                    <a:pt x="1809" y="1272"/>
                  </a:cubicBezTo>
                  <a:cubicBezTo>
                    <a:pt x="1333" y="771"/>
                    <a:pt x="806" y="345"/>
                    <a:pt x="230" y="19"/>
                  </a:cubicBezTo>
                  <a:cubicBezTo>
                    <a:pt x="209" y="6"/>
                    <a:pt x="187"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0" name="Google Shape;3740;p48"/>
            <p:cNvSpPr/>
            <p:nvPr/>
          </p:nvSpPr>
          <p:spPr>
            <a:xfrm>
              <a:off x="7076570" y="2360105"/>
              <a:ext cx="19037" cy="38706"/>
            </a:xfrm>
            <a:custGeom>
              <a:rect b="b" l="l" r="r" t="t"/>
              <a:pathLst>
                <a:path extrusionOk="0" h="919" w="452">
                  <a:moveTo>
                    <a:pt x="114" y="0"/>
                  </a:moveTo>
                  <a:cubicBezTo>
                    <a:pt x="102" y="0"/>
                    <a:pt x="89" y="2"/>
                    <a:pt x="75" y="7"/>
                  </a:cubicBezTo>
                  <a:cubicBezTo>
                    <a:pt x="25" y="32"/>
                    <a:pt x="0" y="82"/>
                    <a:pt x="0" y="132"/>
                  </a:cubicBezTo>
                  <a:cubicBezTo>
                    <a:pt x="75" y="383"/>
                    <a:pt x="151" y="608"/>
                    <a:pt x="201" y="834"/>
                  </a:cubicBezTo>
                  <a:cubicBezTo>
                    <a:pt x="219" y="890"/>
                    <a:pt x="252" y="919"/>
                    <a:pt x="299" y="919"/>
                  </a:cubicBezTo>
                  <a:cubicBezTo>
                    <a:pt x="315" y="919"/>
                    <a:pt x="332" y="915"/>
                    <a:pt x="351" y="909"/>
                  </a:cubicBezTo>
                  <a:cubicBezTo>
                    <a:pt x="401" y="909"/>
                    <a:pt x="451" y="834"/>
                    <a:pt x="426" y="784"/>
                  </a:cubicBezTo>
                  <a:cubicBezTo>
                    <a:pt x="351" y="558"/>
                    <a:pt x="301" y="308"/>
                    <a:pt x="226" y="82"/>
                  </a:cubicBezTo>
                  <a:cubicBezTo>
                    <a:pt x="205" y="41"/>
                    <a:pt x="168"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1" name="Google Shape;3741;p48"/>
            <p:cNvSpPr/>
            <p:nvPr/>
          </p:nvSpPr>
          <p:spPr>
            <a:xfrm>
              <a:off x="6660659" y="2757022"/>
              <a:ext cx="55974" cy="154613"/>
            </a:xfrm>
            <a:custGeom>
              <a:rect b="b" l="l" r="r" t="t"/>
              <a:pathLst>
                <a:path extrusionOk="0" h="3671" w="1329">
                  <a:moveTo>
                    <a:pt x="188" y="0"/>
                  </a:moveTo>
                  <a:cubicBezTo>
                    <a:pt x="157" y="0"/>
                    <a:pt x="126" y="19"/>
                    <a:pt x="126" y="57"/>
                  </a:cubicBezTo>
                  <a:cubicBezTo>
                    <a:pt x="126" y="558"/>
                    <a:pt x="101" y="1034"/>
                    <a:pt x="101" y="1510"/>
                  </a:cubicBezTo>
                  <a:cubicBezTo>
                    <a:pt x="101" y="1761"/>
                    <a:pt x="126" y="2012"/>
                    <a:pt x="351" y="2187"/>
                  </a:cubicBezTo>
                  <a:cubicBezTo>
                    <a:pt x="627" y="2413"/>
                    <a:pt x="1078" y="2387"/>
                    <a:pt x="1128" y="2814"/>
                  </a:cubicBezTo>
                  <a:cubicBezTo>
                    <a:pt x="1199" y="3355"/>
                    <a:pt x="606" y="3543"/>
                    <a:pt x="160" y="3543"/>
                  </a:cubicBezTo>
                  <a:cubicBezTo>
                    <a:pt x="131" y="3543"/>
                    <a:pt x="103" y="3542"/>
                    <a:pt x="76" y="3540"/>
                  </a:cubicBezTo>
                  <a:cubicBezTo>
                    <a:pt x="0" y="3540"/>
                    <a:pt x="0" y="3666"/>
                    <a:pt x="76" y="3666"/>
                  </a:cubicBezTo>
                  <a:cubicBezTo>
                    <a:pt x="119" y="3669"/>
                    <a:pt x="163" y="3670"/>
                    <a:pt x="207" y="3670"/>
                  </a:cubicBezTo>
                  <a:cubicBezTo>
                    <a:pt x="547" y="3670"/>
                    <a:pt x="906" y="3578"/>
                    <a:pt x="1128" y="3290"/>
                  </a:cubicBezTo>
                  <a:cubicBezTo>
                    <a:pt x="1279" y="3089"/>
                    <a:pt x="1329" y="2788"/>
                    <a:pt x="1178" y="2563"/>
                  </a:cubicBezTo>
                  <a:cubicBezTo>
                    <a:pt x="953" y="2212"/>
                    <a:pt x="401" y="2287"/>
                    <a:pt x="251" y="1861"/>
                  </a:cubicBezTo>
                  <a:cubicBezTo>
                    <a:pt x="176" y="1585"/>
                    <a:pt x="251" y="1235"/>
                    <a:pt x="251" y="959"/>
                  </a:cubicBezTo>
                  <a:cubicBezTo>
                    <a:pt x="251" y="658"/>
                    <a:pt x="251" y="357"/>
                    <a:pt x="251" y="57"/>
                  </a:cubicBezTo>
                  <a:cubicBezTo>
                    <a:pt x="251" y="19"/>
                    <a:pt x="220" y="0"/>
                    <a:pt x="1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2" name="Google Shape;3742;p48"/>
            <p:cNvSpPr/>
            <p:nvPr/>
          </p:nvSpPr>
          <p:spPr>
            <a:xfrm>
              <a:off x="6567368" y="2958471"/>
              <a:ext cx="132839" cy="40854"/>
            </a:xfrm>
            <a:custGeom>
              <a:rect b="b" l="l" r="r" t="t"/>
              <a:pathLst>
                <a:path extrusionOk="0" h="970" w="3154">
                  <a:moveTo>
                    <a:pt x="1598" y="0"/>
                  </a:moveTo>
                  <a:cubicBezTo>
                    <a:pt x="995" y="0"/>
                    <a:pt x="396" y="295"/>
                    <a:pt x="35" y="888"/>
                  </a:cubicBezTo>
                  <a:cubicBezTo>
                    <a:pt x="0" y="923"/>
                    <a:pt x="50" y="970"/>
                    <a:pt x="92" y="970"/>
                  </a:cubicBezTo>
                  <a:cubicBezTo>
                    <a:pt x="111" y="970"/>
                    <a:pt x="128" y="961"/>
                    <a:pt x="135" y="938"/>
                  </a:cubicBezTo>
                  <a:cubicBezTo>
                    <a:pt x="471" y="396"/>
                    <a:pt x="1033" y="119"/>
                    <a:pt x="1594" y="119"/>
                  </a:cubicBezTo>
                  <a:cubicBezTo>
                    <a:pt x="2123" y="119"/>
                    <a:pt x="2652" y="364"/>
                    <a:pt x="2992" y="863"/>
                  </a:cubicBezTo>
                  <a:cubicBezTo>
                    <a:pt x="3006" y="877"/>
                    <a:pt x="3026" y="883"/>
                    <a:pt x="3046" y="883"/>
                  </a:cubicBezTo>
                  <a:cubicBezTo>
                    <a:pt x="3099" y="883"/>
                    <a:pt x="3154" y="842"/>
                    <a:pt x="3118" y="787"/>
                  </a:cubicBezTo>
                  <a:cubicBezTo>
                    <a:pt x="2740" y="264"/>
                    <a:pt x="2167" y="0"/>
                    <a:pt x="15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3" name="Google Shape;3743;p48"/>
            <p:cNvSpPr/>
            <p:nvPr/>
          </p:nvSpPr>
          <p:spPr>
            <a:xfrm>
              <a:off x="6371437" y="2729814"/>
              <a:ext cx="156256" cy="158067"/>
            </a:xfrm>
            <a:custGeom>
              <a:rect b="b" l="l" r="r" t="t"/>
              <a:pathLst>
                <a:path extrusionOk="0" h="3753" w="3710">
                  <a:moveTo>
                    <a:pt x="3233" y="1"/>
                  </a:moveTo>
                  <a:cubicBezTo>
                    <a:pt x="3208" y="26"/>
                    <a:pt x="3183" y="51"/>
                    <a:pt x="3133" y="76"/>
                  </a:cubicBezTo>
                  <a:cubicBezTo>
                    <a:pt x="3359" y="703"/>
                    <a:pt x="3534" y="1329"/>
                    <a:pt x="3459" y="1981"/>
                  </a:cubicBezTo>
                  <a:cubicBezTo>
                    <a:pt x="3459" y="2131"/>
                    <a:pt x="3409" y="2282"/>
                    <a:pt x="3359" y="2432"/>
                  </a:cubicBezTo>
                  <a:cubicBezTo>
                    <a:pt x="3359" y="2507"/>
                    <a:pt x="3334" y="2607"/>
                    <a:pt x="3309" y="2683"/>
                  </a:cubicBezTo>
                  <a:cubicBezTo>
                    <a:pt x="3258" y="2833"/>
                    <a:pt x="3158" y="2933"/>
                    <a:pt x="3058" y="3033"/>
                  </a:cubicBezTo>
                  <a:cubicBezTo>
                    <a:pt x="2857" y="3309"/>
                    <a:pt x="2582" y="3510"/>
                    <a:pt x="2231" y="3610"/>
                  </a:cubicBezTo>
                  <a:cubicBezTo>
                    <a:pt x="2142" y="3629"/>
                    <a:pt x="2053" y="3638"/>
                    <a:pt x="1966" y="3638"/>
                  </a:cubicBezTo>
                  <a:cubicBezTo>
                    <a:pt x="1363" y="3638"/>
                    <a:pt x="811" y="3211"/>
                    <a:pt x="527" y="2708"/>
                  </a:cubicBezTo>
                  <a:cubicBezTo>
                    <a:pt x="251" y="2231"/>
                    <a:pt x="176" y="1730"/>
                    <a:pt x="126" y="1204"/>
                  </a:cubicBezTo>
                  <a:lnTo>
                    <a:pt x="0" y="1204"/>
                  </a:lnTo>
                  <a:cubicBezTo>
                    <a:pt x="50" y="1830"/>
                    <a:pt x="151" y="2457"/>
                    <a:pt x="577" y="2983"/>
                  </a:cubicBezTo>
                  <a:cubicBezTo>
                    <a:pt x="887" y="3427"/>
                    <a:pt x="1393" y="3752"/>
                    <a:pt x="1957" y="3752"/>
                  </a:cubicBezTo>
                  <a:cubicBezTo>
                    <a:pt x="2031" y="3752"/>
                    <a:pt x="2105" y="3747"/>
                    <a:pt x="2181" y="3735"/>
                  </a:cubicBezTo>
                  <a:cubicBezTo>
                    <a:pt x="2882" y="3610"/>
                    <a:pt x="3384" y="2983"/>
                    <a:pt x="3534" y="2307"/>
                  </a:cubicBezTo>
                  <a:cubicBezTo>
                    <a:pt x="3710" y="1530"/>
                    <a:pt x="3509" y="728"/>
                    <a:pt x="323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4" name="Google Shape;3744;p48"/>
            <p:cNvSpPr/>
            <p:nvPr/>
          </p:nvSpPr>
          <p:spPr>
            <a:xfrm>
              <a:off x="6454830" y="2799098"/>
              <a:ext cx="60186" cy="67093"/>
            </a:xfrm>
            <a:custGeom>
              <a:rect b="b" l="l" r="r" t="t"/>
              <a:pathLst>
                <a:path extrusionOk="0" h="1593" w="1429">
                  <a:moveTo>
                    <a:pt x="865" y="1"/>
                  </a:moveTo>
                  <a:cubicBezTo>
                    <a:pt x="587" y="1"/>
                    <a:pt x="298" y="215"/>
                    <a:pt x="176" y="561"/>
                  </a:cubicBezTo>
                  <a:cubicBezTo>
                    <a:pt x="0" y="987"/>
                    <a:pt x="125" y="1439"/>
                    <a:pt x="426" y="1564"/>
                  </a:cubicBezTo>
                  <a:cubicBezTo>
                    <a:pt x="485" y="1584"/>
                    <a:pt x="546" y="1593"/>
                    <a:pt x="606" y="1593"/>
                  </a:cubicBezTo>
                  <a:cubicBezTo>
                    <a:pt x="778" y="1593"/>
                    <a:pt x="948" y="1518"/>
                    <a:pt x="1078" y="1388"/>
                  </a:cubicBezTo>
                  <a:cubicBezTo>
                    <a:pt x="1178" y="1288"/>
                    <a:pt x="1278" y="1188"/>
                    <a:pt x="1329" y="1038"/>
                  </a:cubicBezTo>
                  <a:cubicBezTo>
                    <a:pt x="1354" y="962"/>
                    <a:pt x="1379" y="862"/>
                    <a:pt x="1379" y="787"/>
                  </a:cubicBezTo>
                  <a:cubicBezTo>
                    <a:pt x="1429" y="461"/>
                    <a:pt x="1303" y="135"/>
                    <a:pt x="1053" y="35"/>
                  </a:cubicBezTo>
                  <a:cubicBezTo>
                    <a:pt x="992" y="12"/>
                    <a:pt x="929" y="1"/>
                    <a:pt x="86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5" name="Google Shape;3745;p48"/>
            <p:cNvSpPr/>
            <p:nvPr/>
          </p:nvSpPr>
          <p:spPr>
            <a:xfrm>
              <a:off x="6349241" y="2700290"/>
              <a:ext cx="177399" cy="75011"/>
            </a:xfrm>
            <a:custGeom>
              <a:rect b="b" l="l" r="r" t="t"/>
              <a:pathLst>
                <a:path extrusionOk="0" h="1781" w="4212">
                  <a:moveTo>
                    <a:pt x="4211" y="0"/>
                  </a:moveTo>
                  <a:lnTo>
                    <a:pt x="1" y="1704"/>
                  </a:lnTo>
                  <a:cubicBezTo>
                    <a:pt x="234" y="1756"/>
                    <a:pt x="477" y="1780"/>
                    <a:pt x="724" y="1780"/>
                  </a:cubicBezTo>
                  <a:cubicBezTo>
                    <a:pt x="2046" y="1780"/>
                    <a:pt x="3494" y="1077"/>
                    <a:pt x="4211"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6" name="Google Shape;3746;p48"/>
            <p:cNvSpPr/>
            <p:nvPr/>
          </p:nvSpPr>
          <p:spPr>
            <a:xfrm>
              <a:off x="6341112" y="2696246"/>
              <a:ext cx="192603" cy="84319"/>
            </a:xfrm>
            <a:custGeom>
              <a:rect b="b" l="l" r="r" t="t"/>
              <a:pathLst>
                <a:path extrusionOk="0" h="2002" w="4573">
                  <a:moveTo>
                    <a:pt x="4479" y="1"/>
                  </a:moveTo>
                  <a:cubicBezTo>
                    <a:pt x="4461" y="1"/>
                    <a:pt x="4444" y="7"/>
                    <a:pt x="4430" y="21"/>
                  </a:cubicBezTo>
                  <a:cubicBezTo>
                    <a:pt x="4430" y="46"/>
                    <a:pt x="4404" y="71"/>
                    <a:pt x="4404" y="96"/>
                  </a:cubicBezTo>
                  <a:cubicBezTo>
                    <a:pt x="3687" y="1173"/>
                    <a:pt x="2239" y="1876"/>
                    <a:pt x="917" y="1876"/>
                  </a:cubicBezTo>
                  <a:cubicBezTo>
                    <a:pt x="670" y="1876"/>
                    <a:pt x="427" y="1852"/>
                    <a:pt x="194" y="1800"/>
                  </a:cubicBezTo>
                  <a:cubicBezTo>
                    <a:pt x="169" y="1800"/>
                    <a:pt x="119" y="1775"/>
                    <a:pt x="94" y="1775"/>
                  </a:cubicBezTo>
                  <a:cubicBezTo>
                    <a:pt x="87" y="1773"/>
                    <a:pt x="81" y="1772"/>
                    <a:pt x="75" y="1772"/>
                  </a:cubicBezTo>
                  <a:cubicBezTo>
                    <a:pt x="15" y="1772"/>
                    <a:pt x="0" y="1878"/>
                    <a:pt x="69" y="1901"/>
                  </a:cubicBezTo>
                  <a:cubicBezTo>
                    <a:pt x="269" y="1951"/>
                    <a:pt x="495" y="1976"/>
                    <a:pt x="720" y="2001"/>
                  </a:cubicBezTo>
                  <a:lnTo>
                    <a:pt x="846" y="2001"/>
                  </a:lnTo>
                  <a:cubicBezTo>
                    <a:pt x="873" y="2002"/>
                    <a:pt x="901" y="2002"/>
                    <a:pt x="929" y="2002"/>
                  </a:cubicBezTo>
                  <a:cubicBezTo>
                    <a:pt x="1959" y="2002"/>
                    <a:pt x="3072" y="1556"/>
                    <a:pt x="3853" y="873"/>
                  </a:cubicBezTo>
                  <a:cubicBezTo>
                    <a:pt x="3903" y="848"/>
                    <a:pt x="3928" y="823"/>
                    <a:pt x="3953" y="798"/>
                  </a:cubicBezTo>
                  <a:cubicBezTo>
                    <a:pt x="4179" y="572"/>
                    <a:pt x="4379" y="347"/>
                    <a:pt x="4555" y="96"/>
                  </a:cubicBezTo>
                  <a:cubicBezTo>
                    <a:pt x="4573" y="42"/>
                    <a:pt x="4526" y="1"/>
                    <a:pt x="44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7" name="Google Shape;3747;p48"/>
            <p:cNvSpPr/>
            <p:nvPr/>
          </p:nvSpPr>
          <p:spPr>
            <a:xfrm>
              <a:off x="6737734" y="2736174"/>
              <a:ext cx="127742" cy="132754"/>
            </a:xfrm>
            <a:custGeom>
              <a:rect b="b" l="l" r="r" t="t"/>
              <a:pathLst>
                <a:path extrusionOk="0" h="3152" w="3033">
                  <a:moveTo>
                    <a:pt x="351" y="0"/>
                  </a:moveTo>
                  <a:cubicBezTo>
                    <a:pt x="150" y="527"/>
                    <a:pt x="0" y="1078"/>
                    <a:pt x="50" y="1629"/>
                  </a:cubicBezTo>
                  <a:cubicBezTo>
                    <a:pt x="100" y="2256"/>
                    <a:pt x="451" y="2933"/>
                    <a:pt x="1103" y="3108"/>
                  </a:cubicBezTo>
                  <a:cubicBezTo>
                    <a:pt x="1212" y="3138"/>
                    <a:pt x="1320" y="3152"/>
                    <a:pt x="1426" y="3152"/>
                  </a:cubicBezTo>
                  <a:cubicBezTo>
                    <a:pt x="1588" y="3152"/>
                    <a:pt x="1743" y="3119"/>
                    <a:pt x="1880" y="3058"/>
                  </a:cubicBezTo>
                  <a:cubicBezTo>
                    <a:pt x="1805" y="3058"/>
                    <a:pt x="1729" y="3058"/>
                    <a:pt x="1654" y="3033"/>
                  </a:cubicBezTo>
                  <a:cubicBezTo>
                    <a:pt x="1378" y="2908"/>
                    <a:pt x="1278" y="2507"/>
                    <a:pt x="1429" y="2131"/>
                  </a:cubicBezTo>
                  <a:cubicBezTo>
                    <a:pt x="1553" y="1820"/>
                    <a:pt x="1815" y="1629"/>
                    <a:pt x="2057" y="1629"/>
                  </a:cubicBezTo>
                  <a:cubicBezTo>
                    <a:pt x="2108" y="1629"/>
                    <a:pt x="2158" y="1637"/>
                    <a:pt x="2206" y="1654"/>
                  </a:cubicBezTo>
                  <a:cubicBezTo>
                    <a:pt x="2506" y="1780"/>
                    <a:pt x="2607" y="2181"/>
                    <a:pt x="2456" y="2557"/>
                  </a:cubicBezTo>
                  <a:cubicBezTo>
                    <a:pt x="2431" y="2607"/>
                    <a:pt x="2406" y="2657"/>
                    <a:pt x="2381" y="2707"/>
                  </a:cubicBezTo>
                  <a:cubicBezTo>
                    <a:pt x="2481" y="2632"/>
                    <a:pt x="2556" y="2532"/>
                    <a:pt x="2632" y="2406"/>
                  </a:cubicBezTo>
                  <a:cubicBezTo>
                    <a:pt x="2907" y="1980"/>
                    <a:pt x="3008" y="1479"/>
                    <a:pt x="3033" y="978"/>
                  </a:cubicBezTo>
                  <a:lnTo>
                    <a:pt x="3033" y="978"/>
                  </a:lnTo>
                  <a:cubicBezTo>
                    <a:pt x="3003" y="978"/>
                    <a:pt x="2973" y="979"/>
                    <a:pt x="2943" y="979"/>
                  </a:cubicBezTo>
                  <a:cubicBezTo>
                    <a:pt x="2016" y="979"/>
                    <a:pt x="1031" y="607"/>
                    <a:pt x="35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8" name="Google Shape;3748;p48"/>
            <p:cNvSpPr/>
            <p:nvPr/>
          </p:nvSpPr>
          <p:spPr>
            <a:xfrm>
              <a:off x="6729268" y="2731920"/>
              <a:ext cx="141473" cy="142652"/>
            </a:xfrm>
            <a:custGeom>
              <a:rect b="b" l="l" r="r" t="t"/>
              <a:pathLst>
                <a:path extrusionOk="0" h="3387" w="3359">
                  <a:moveTo>
                    <a:pt x="452" y="1"/>
                  </a:moveTo>
                  <a:cubicBezTo>
                    <a:pt x="201" y="678"/>
                    <a:pt x="1" y="1430"/>
                    <a:pt x="201" y="2131"/>
                  </a:cubicBezTo>
                  <a:cubicBezTo>
                    <a:pt x="351" y="2708"/>
                    <a:pt x="752" y="3234"/>
                    <a:pt x="1354" y="3359"/>
                  </a:cubicBezTo>
                  <a:cubicBezTo>
                    <a:pt x="1442" y="3378"/>
                    <a:pt x="1528" y="3386"/>
                    <a:pt x="1614" y="3386"/>
                  </a:cubicBezTo>
                  <a:cubicBezTo>
                    <a:pt x="2112" y="3386"/>
                    <a:pt x="2558" y="3089"/>
                    <a:pt x="2858" y="2683"/>
                  </a:cubicBezTo>
                  <a:cubicBezTo>
                    <a:pt x="3209" y="2207"/>
                    <a:pt x="3309" y="1655"/>
                    <a:pt x="3359" y="1079"/>
                  </a:cubicBezTo>
                  <a:lnTo>
                    <a:pt x="3234" y="1079"/>
                  </a:lnTo>
                  <a:cubicBezTo>
                    <a:pt x="3209" y="1580"/>
                    <a:pt x="3108" y="2081"/>
                    <a:pt x="2833" y="2507"/>
                  </a:cubicBezTo>
                  <a:cubicBezTo>
                    <a:pt x="2757" y="2633"/>
                    <a:pt x="2682" y="2733"/>
                    <a:pt x="2582" y="2808"/>
                  </a:cubicBezTo>
                  <a:cubicBezTo>
                    <a:pt x="2457" y="3009"/>
                    <a:pt x="2281" y="3134"/>
                    <a:pt x="2081" y="3159"/>
                  </a:cubicBezTo>
                  <a:cubicBezTo>
                    <a:pt x="1944" y="3220"/>
                    <a:pt x="1789" y="3253"/>
                    <a:pt x="1627" y="3253"/>
                  </a:cubicBezTo>
                  <a:cubicBezTo>
                    <a:pt x="1521" y="3253"/>
                    <a:pt x="1413" y="3239"/>
                    <a:pt x="1304" y="3209"/>
                  </a:cubicBezTo>
                  <a:cubicBezTo>
                    <a:pt x="652" y="3034"/>
                    <a:pt x="301" y="2357"/>
                    <a:pt x="251" y="1730"/>
                  </a:cubicBezTo>
                  <a:cubicBezTo>
                    <a:pt x="201" y="1179"/>
                    <a:pt x="351" y="628"/>
                    <a:pt x="552" y="101"/>
                  </a:cubicBezTo>
                  <a:cubicBezTo>
                    <a:pt x="502" y="51"/>
                    <a:pt x="477" y="26"/>
                    <a:pt x="4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9" name="Google Shape;3749;p48"/>
            <p:cNvSpPr/>
            <p:nvPr/>
          </p:nvSpPr>
          <p:spPr>
            <a:xfrm>
              <a:off x="6791560" y="2804742"/>
              <a:ext cx="55974" cy="60228"/>
            </a:xfrm>
            <a:custGeom>
              <a:rect b="b" l="l" r="r" t="t"/>
              <a:pathLst>
                <a:path extrusionOk="0" h="1430" w="1329">
                  <a:moveTo>
                    <a:pt x="779" y="1"/>
                  </a:moveTo>
                  <a:cubicBezTo>
                    <a:pt x="537" y="1"/>
                    <a:pt x="275" y="192"/>
                    <a:pt x="151" y="503"/>
                  </a:cubicBezTo>
                  <a:cubicBezTo>
                    <a:pt x="0" y="879"/>
                    <a:pt x="100" y="1280"/>
                    <a:pt x="376" y="1405"/>
                  </a:cubicBezTo>
                  <a:cubicBezTo>
                    <a:pt x="451" y="1430"/>
                    <a:pt x="527" y="1430"/>
                    <a:pt x="602" y="1430"/>
                  </a:cubicBezTo>
                  <a:cubicBezTo>
                    <a:pt x="802" y="1405"/>
                    <a:pt x="978" y="1280"/>
                    <a:pt x="1103" y="1079"/>
                  </a:cubicBezTo>
                  <a:cubicBezTo>
                    <a:pt x="1128" y="1029"/>
                    <a:pt x="1153" y="979"/>
                    <a:pt x="1178" y="929"/>
                  </a:cubicBezTo>
                  <a:cubicBezTo>
                    <a:pt x="1329" y="553"/>
                    <a:pt x="1228" y="152"/>
                    <a:pt x="928" y="26"/>
                  </a:cubicBezTo>
                  <a:cubicBezTo>
                    <a:pt x="880" y="9"/>
                    <a:pt x="830" y="1"/>
                    <a:pt x="7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0" name="Google Shape;3750;p48"/>
            <p:cNvSpPr/>
            <p:nvPr/>
          </p:nvSpPr>
          <p:spPr>
            <a:xfrm>
              <a:off x="6732427" y="2705554"/>
              <a:ext cx="157351" cy="67346"/>
            </a:xfrm>
            <a:custGeom>
              <a:rect b="b" l="l" r="r" t="t"/>
              <a:pathLst>
                <a:path extrusionOk="0" h="1599" w="3736">
                  <a:moveTo>
                    <a:pt x="1" y="0"/>
                  </a:moveTo>
                  <a:cubicBezTo>
                    <a:pt x="634" y="951"/>
                    <a:pt x="1927" y="1599"/>
                    <a:pt x="3098" y="1599"/>
                  </a:cubicBezTo>
                  <a:cubicBezTo>
                    <a:pt x="3316" y="1599"/>
                    <a:pt x="3530" y="1576"/>
                    <a:pt x="3735" y="1529"/>
                  </a:cubicBezTo>
                  <a:lnTo>
                    <a:pt x="1" y="0"/>
                  </a:ln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1" name="Google Shape;3751;p48"/>
            <p:cNvSpPr/>
            <p:nvPr/>
          </p:nvSpPr>
          <p:spPr>
            <a:xfrm>
              <a:off x="6724719" y="2701890"/>
              <a:ext cx="173187" cy="75517"/>
            </a:xfrm>
            <a:custGeom>
              <a:rect b="b" l="l" r="r" t="t"/>
              <a:pathLst>
                <a:path extrusionOk="0" h="1793" w="4112">
                  <a:moveTo>
                    <a:pt x="71" y="0"/>
                  </a:moveTo>
                  <a:cubicBezTo>
                    <a:pt x="32" y="0"/>
                    <a:pt x="1" y="38"/>
                    <a:pt x="33" y="87"/>
                  </a:cubicBezTo>
                  <a:cubicBezTo>
                    <a:pt x="159" y="313"/>
                    <a:pt x="334" y="539"/>
                    <a:pt x="560" y="714"/>
                  </a:cubicBezTo>
                  <a:cubicBezTo>
                    <a:pt x="585" y="739"/>
                    <a:pt x="610" y="764"/>
                    <a:pt x="660" y="814"/>
                  </a:cubicBezTo>
                  <a:cubicBezTo>
                    <a:pt x="1340" y="1421"/>
                    <a:pt x="2325" y="1793"/>
                    <a:pt x="3252" y="1793"/>
                  </a:cubicBezTo>
                  <a:cubicBezTo>
                    <a:pt x="3282" y="1793"/>
                    <a:pt x="3312" y="1792"/>
                    <a:pt x="3342" y="1792"/>
                  </a:cubicBezTo>
                  <a:lnTo>
                    <a:pt x="3467" y="1792"/>
                  </a:lnTo>
                  <a:cubicBezTo>
                    <a:pt x="3667" y="1792"/>
                    <a:pt x="3868" y="1767"/>
                    <a:pt x="4043" y="1717"/>
                  </a:cubicBezTo>
                  <a:cubicBezTo>
                    <a:pt x="4112" y="1694"/>
                    <a:pt x="4097" y="1588"/>
                    <a:pt x="4037" y="1588"/>
                  </a:cubicBezTo>
                  <a:cubicBezTo>
                    <a:pt x="4031" y="1588"/>
                    <a:pt x="4025" y="1589"/>
                    <a:pt x="4018" y="1591"/>
                  </a:cubicBezTo>
                  <a:cubicBezTo>
                    <a:pt x="3993" y="1591"/>
                    <a:pt x="3968" y="1616"/>
                    <a:pt x="3918" y="1616"/>
                  </a:cubicBezTo>
                  <a:cubicBezTo>
                    <a:pt x="3713" y="1663"/>
                    <a:pt x="3499" y="1686"/>
                    <a:pt x="3281" y="1686"/>
                  </a:cubicBezTo>
                  <a:cubicBezTo>
                    <a:pt x="2110" y="1686"/>
                    <a:pt x="817" y="1038"/>
                    <a:pt x="184" y="87"/>
                  </a:cubicBezTo>
                  <a:cubicBezTo>
                    <a:pt x="159" y="62"/>
                    <a:pt x="159" y="62"/>
                    <a:pt x="134" y="37"/>
                  </a:cubicBezTo>
                  <a:cubicBezTo>
                    <a:pt x="116" y="11"/>
                    <a:pt x="93" y="0"/>
                    <a:pt x="7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2" name="Google Shape;3752;p48"/>
            <p:cNvSpPr/>
            <p:nvPr/>
          </p:nvSpPr>
          <p:spPr>
            <a:xfrm>
              <a:off x="6770417" y="2890872"/>
              <a:ext cx="127784" cy="115107"/>
            </a:xfrm>
            <a:custGeom>
              <a:rect b="b" l="l" r="r" t="t"/>
              <a:pathLst>
                <a:path extrusionOk="0" h="2733" w="3034">
                  <a:moveTo>
                    <a:pt x="1467" y="1"/>
                  </a:moveTo>
                  <a:cubicBezTo>
                    <a:pt x="1338" y="1"/>
                    <a:pt x="1207" y="20"/>
                    <a:pt x="1079" y="62"/>
                  </a:cubicBezTo>
                  <a:cubicBezTo>
                    <a:pt x="402" y="262"/>
                    <a:pt x="1" y="1014"/>
                    <a:pt x="151" y="1691"/>
                  </a:cubicBezTo>
                  <a:cubicBezTo>
                    <a:pt x="300" y="2329"/>
                    <a:pt x="901" y="2732"/>
                    <a:pt x="1523" y="2732"/>
                  </a:cubicBezTo>
                  <a:cubicBezTo>
                    <a:pt x="1634" y="2732"/>
                    <a:pt x="1746" y="2720"/>
                    <a:pt x="1856" y="2693"/>
                  </a:cubicBezTo>
                  <a:cubicBezTo>
                    <a:pt x="2557" y="2468"/>
                    <a:pt x="3034" y="1691"/>
                    <a:pt x="2783" y="964"/>
                  </a:cubicBezTo>
                  <a:cubicBezTo>
                    <a:pt x="2599" y="390"/>
                    <a:pt x="2046" y="1"/>
                    <a:pt x="146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3" name="Google Shape;3753;p48"/>
            <p:cNvSpPr/>
            <p:nvPr/>
          </p:nvSpPr>
          <p:spPr>
            <a:xfrm>
              <a:off x="6766205" y="2886745"/>
              <a:ext cx="133049" cy="124794"/>
            </a:xfrm>
            <a:custGeom>
              <a:rect b="b" l="l" r="r" t="t"/>
              <a:pathLst>
                <a:path extrusionOk="0" h="2963" w="3159">
                  <a:moveTo>
                    <a:pt x="1553" y="99"/>
                  </a:moveTo>
                  <a:cubicBezTo>
                    <a:pt x="2146" y="99"/>
                    <a:pt x="2699" y="488"/>
                    <a:pt x="2883" y="1062"/>
                  </a:cubicBezTo>
                  <a:cubicBezTo>
                    <a:pt x="3134" y="1789"/>
                    <a:pt x="2657" y="2566"/>
                    <a:pt x="1956" y="2791"/>
                  </a:cubicBezTo>
                  <a:cubicBezTo>
                    <a:pt x="1846" y="2818"/>
                    <a:pt x="1734" y="2830"/>
                    <a:pt x="1623" y="2830"/>
                  </a:cubicBezTo>
                  <a:cubicBezTo>
                    <a:pt x="1001" y="2830"/>
                    <a:pt x="400" y="2427"/>
                    <a:pt x="251" y="1789"/>
                  </a:cubicBezTo>
                  <a:cubicBezTo>
                    <a:pt x="101" y="1112"/>
                    <a:pt x="502" y="360"/>
                    <a:pt x="1154" y="160"/>
                  </a:cubicBezTo>
                  <a:cubicBezTo>
                    <a:pt x="1286" y="118"/>
                    <a:pt x="1421" y="99"/>
                    <a:pt x="1553" y="99"/>
                  </a:cubicBezTo>
                  <a:close/>
                  <a:moveTo>
                    <a:pt x="1563" y="0"/>
                  </a:moveTo>
                  <a:cubicBezTo>
                    <a:pt x="1116" y="0"/>
                    <a:pt x="669" y="192"/>
                    <a:pt x="377" y="611"/>
                  </a:cubicBezTo>
                  <a:cubicBezTo>
                    <a:pt x="26" y="1112"/>
                    <a:pt x="1" y="1839"/>
                    <a:pt x="377" y="2340"/>
                  </a:cubicBezTo>
                  <a:cubicBezTo>
                    <a:pt x="675" y="2738"/>
                    <a:pt x="1148" y="2962"/>
                    <a:pt x="1619" y="2962"/>
                  </a:cubicBezTo>
                  <a:cubicBezTo>
                    <a:pt x="1740" y="2962"/>
                    <a:pt x="1862" y="2947"/>
                    <a:pt x="1981" y="2917"/>
                  </a:cubicBezTo>
                  <a:cubicBezTo>
                    <a:pt x="2657" y="2691"/>
                    <a:pt x="3159" y="1989"/>
                    <a:pt x="3058" y="1287"/>
                  </a:cubicBezTo>
                  <a:cubicBezTo>
                    <a:pt x="2966" y="475"/>
                    <a:pt x="2265" y="0"/>
                    <a:pt x="15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4" name="Google Shape;3754;p48"/>
            <p:cNvSpPr/>
            <p:nvPr/>
          </p:nvSpPr>
          <p:spPr>
            <a:xfrm>
              <a:off x="6371437" y="2910962"/>
              <a:ext cx="127742" cy="115023"/>
            </a:xfrm>
            <a:custGeom>
              <a:rect b="b" l="l" r="r" t="t"/>
              <a:pathLst>
                <a:path extrusionOk="0" h="2731" w="3033">
                  <a:moveTo>
                    <a:pt x="1468" y="0"/>
                  </a:moveTo>
                  <a:cubicBezTo>
                    <a:pt x="1338" y="0"/>
                    <a:pt x="1206" y="20"/>
                    <a:pt x="1078" y="61"/>
                  </a:cubicBezTo>
                  <a:cubicBezTo>
                    <a:pt x="426" y="261"/>
                    <a:pt x="0" y="1013"/>
                    <a:pt x="151" y="1690"/>
                  </a:cubicBezTo>
                  <a:cubicBezTo>
                    <a:pt x="300" y="2311"/>
                    <a:pt x="926" y="2730"/>
                    <a:pt x="1558" y="2730"/>
                  </a:cubicBezTo>
                  <a:cubicBezTo>
                    <a:pt x="1666" y="2730"/>
                    <a:pt x="1774" y="2718"/>
                    <a:pt x="1880" y="2692"/>
                  </a:cubicBezTo>
                  <a:cubicBezTo>
                    <a:pt x="2557" y="2467"/>
                    <a:pt x="3033" y="1665"/>
                    <a:pt x="2807" y="963"/>
                  </a:cubicBezTo>
                  <a:cubicBezTo>
                    <a:pt x="2623" y="390"/>
                    <a:pt x="2054" y="0"/>
                    <a:pt x="146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5" name="Google Shape;3755;p48"/>
            <p:cNvSpPr/>
            <p:nvPr/>
          </p:nvSpPr>
          <p:spPr>
            <a:xfrm>
              <a:off x="6367183" y="2906287"/>
              <a:ext cx="133049" cy="124247"/>
            </a:xfrm>
            <a:custGeom>
              <a:rect b="b" l="l" r="r" t="t"/>
              <a:pathLst>
                <a:path extrusionOk="0" h="2950" w="3159">
                  <a:moveTo>
                    <a:pt x="1569" y="111"/>
                  </a:moveTo>
                  <a:cubicBezTo>
                    <a:pt x="2155" y="111"/>
                    <a:pt x="2724" y="501"/>
                    <a:pt x="2908" y="1074"/>
                  </a:cubicBezTo>
                  <a:cubicBezTo>
                    <a:pt x="3134" y="1776"/>
                    <a:pt x="2658" y="2578"/>
                    <a:pt x="1981" y="2803"/>
                  </a:cubicBezTo>
                  <a:cubicBezTo>
                    <a:pt x="1875" y="2829"/>
                    <a:pt x="1767" y="2841"/>
                    <a:pt x="1659" y="2841"/>
                  </a:cubicBezTo>
                  <a:cubicBezTo>
                    <a:pt x="1027" y="2841"/>
                    <a:pt x="401" y="2422"/>
                    <a:pt x="252" y="1801"/>
                  </a:cubicBezTo>
                  <a:cubicBezTo>
                    <a:pt x="101" y="1124"/>
                    <a:pt x="527" y="372"/>
                    <a:pt x="1179" y="172"/>
                  </a:cubicBezTo>
                  <a:cubicBezTo>
                    <a:pt x="1307" y="131"/>
                    <a:pt x="1439" y="111"/>
                    <a:pt x="1569" y="111"/>
                  </a:cubicBezTo>
                  <a:close/>
                  <a:moveTo>
                    <a:pt x="1566" y="0"/>
                  </a:moveTo>
                  <a:cubicBezTo>
                    <a:pt x="1117" y="0"/>
                    <a:pt x="669" y="194"/>
                    <a:pt x="377" y="623"/>
                  </a:cubicBezTo>
                  <a:cubicBezTo>
                    <a:pt x="26" y="1124"/>
                    <a:pt x="1" y="1826"/>
                    <a:pt x="377" y="2352"/>
                  </a:cubicBezTo>
                  <a:cubicBezTo>
                    <a:pt x="675" y="2730"/>
                    <a:pt x="1146" y="2950"/>
                    <a:pt x="1629" y="2950"/>
                  </a:cubicBezTo>
                  <a:cubicBezTo>
                    <a:pt x="1755" y="2950"/>
                    <a:pt x="1881" y="2935"/>
                    <a:pt x="2006" y="2904"/>
                  </a:cubicBezTo>
                  <a:cubicBezTo>
                    <a:pt x="2683" y="2703"/>
                    <a:pt x="3159" y="2001"/>
                    <a:pt x="3084" y="1275"/>
                  </a:cubicBezTo>
                  <a:cubicBezTo>
                    <a:pt x="2977" y="478"/>
                    <a:pt x="2271" y="0"/>
                    <a:pt x="15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6" name="Google Shape;3756;p48"/>
            <p:cNvSpPr/>
            <p:nvPr/>
          </p:nvSpPr>
          <p:spPr>
            <a:xfrm>
              <a:off x="6644443" y="3623594"/>
              <a:ext cx="121888" cy="37400"/>
            </a:xfrm>
            <a:custGeom>
              <a:rect b="b" l="l" r="r" t="t"/>
              <a:pathLst>
                <a:path extrusionOk="0" h="888" w="2894">
                  <a:moveTo>
                    <a:pt x="134" y="1"/>
                  </a:moveTo>
                  <a:cubicBezTo>
                    <a:pt x="70" y="1"/>
                    <a:pt x="1" y="74"/>
                    <a:pt x="35" y="158"/>
                  </a:cubicBezTo>
                  <a:cubicBezTo>
                    <a:pt x="110" y="384"/>
                    <a:pt x="210" y="610"/>
                    <a:pt x="310" y="810"/>
                  </a:cubicBezTo>
                  <a:cubicBezTo>
                    <a:pt x="323" y="848"/>
                    <a:pt x="354" y="866"/>
                    <a:pt x="389" y="866"/>
                  </a:cubicBezTo>
                  <a:cubicBezTo>
                    <a:pt x="423" y="866"/>
                    <a:pt x="461" y="848"/>
                    <a:pt x="486" y="810"/>
                  </a:cubicBezTo>
                  <a:cubicBezTo>
                    <a:pt x="536" y="710"/>
                    <a:pt x="611" y="610"/>
                    <a:pt x="661" y="509"/>
                  </a:cubicBezTo>
                  <a:cubicBezTo>
                    <a:pt x="686" y="484"/>
                    <a:pt x="786" y="284"/>
                    <a:pt x="837" y="284"/>
                  </a:cubicBezTo>
                  <a:cubicBezTo>
                    <a:pt x="887" y="309"/>
                    <a:pt x="962" y="509"/>
                    <a:pt x="987" y="559"/>
                  </a:cubicBezTo>
                  <a:cubicBezTo>
                    <a:pt x="1037" y="635"/>
                    <a:pt x="1087" y="735"/>
                    <a:pt x="1137" y="810"/>
                  </a:cubicBezTo>
                  <a:cubicBezTo>
                    <a:pt x="1162" y="848"/>
                    <a:pt x="1200" y="866"/>
                    <a:pt x="1234" y="866"/>
                  </a:cubicBezTo>
                  <a:cubicBezTo>
                    <a:pt x="1269" y="866"/>
                    <a:pt x="1300" y="848"/>
                    <a:pt x="1313" y="810"/>
                  </a:cubicBezTo>
                  <a:cubicBezTo>
                    <a:pt x="1388" y="710"/>
                    <a:pt x="1438" y="584"/>
                    <a:pt x="1513" y="459"/>
                  </a:cubicBezTo>
                  <a:cubicBezTo>
                    <a:pt x="1538" y="434"/>
                    <a:pt x="1563" y="384"/>
                    <a:pt x="1588" y="334"/>
                  </a:cubicBezTo>
                  <a:cubicBezTo>
                    <a:pt x="1616" y="292"/>
                    <a:pt x="1628" y="274"/>
                    <a:pt x="1647" y="274"/>
                  </a:cubicBezTo>
                  <a:cubicBezTo>
                    <a:pt x="1661" y="274"/>
                    <a:pt x="1680" y="286"/>
                    <a:pt x="1714" y="309"/>
                  </a:cubicBezTo>
                  <a:cubicBezTo>
                    <a:pt x="1814" y="359"/>
                    <a:pt x="1889" y="459"/>
                    <a:pt x="1964" y="534"/>
                  </a:cubicBezTo>
                  <a:cubicBezTo>
                    <a:pt x="2040" y="635"/>
                    <a:pt x="2140" y="735"/>
                    <a:pt x="2215" y="835"/>
                  </a:cubicBezTo>
                  <a:cubicBezTo>
                    <a:pt x="2231" y="866"/>
                    <a:pt x="2265" y="888"/>
                    <a:pt x="2301" y="888"/>
                  </a:cubicBezTo>
                  <a:cubicBezTo>
                    <a:pt x="2323" y="888"/>
                    <a:pt x="2346" y="879"/>
                    <a:pt x="2365" y="860"/>
                  </a:cubicBezTo>
                  <a:cubicBezTo>
                    <a:pt x="2516" y="660"/>
                    <a:pt x="2666" y="459"/>
                    <a:pt x="2817" y="284"/>
                  </a:cubicBezTo>
                  <a:cubicBezTo>
                    <a:pt x="2893" y="207"/>
                    <a:pt x="2823" y="100"/>
                    <a:pt x="2752" y="100"/>
                  </a:cubicBezTo>
                  <a:cubicBezTo>
                    <a:pt x="2730" y="100"/>
                    <a:pt x="2709" y="110"/>
                    <a:pt x="2691" y="133"/>
                  </a:cubicBezTo>
                  <a:cubicBezTo>
                    <a:pt x="2541" y="284"/>
                    <a:pt x="2416" y="459"/>
                    <a:pt x="2290" y="610"/>
                  </a:cubicBezTo>
                  <a:cubicBezTo>
                    <a:pt x="2215" y="509"/>
                    <a:pt x="2140" y="409"/>
                    <a:pt x="2040" y="309"/>
                  </a:cubicBezTo>
                  <a:cubicBezTo>
                    <a:pt x="1939" y="234"/>
                    <a:pt x="1814" y="83"/>
                    <a:pt x="1689" y="33"/>
                  </a:cubicBezTo>
                  <a:cubicBezTo>
                    <a:pt x="1675" y="30"/>
                    <a:pt x="1663" y="29"/>
                    <a:pt x="1651" y="29"/>
                  </a:cubicBezTo>
                  <a:cubicBezTo>
                    <a:pt x="1548" y="29"/>
                    <a:pt x="1480" y="119"/>
                    <a:pt x="1413" y="209"/>
                  </a:cubicBezTo>
                  <a:cubicBezTo>
                    <a:pt x="1363" y="334"/>
                    <a:pt x="1288" y="434"/>
                    <a:pt x="1238" y="559"/>
                  </a:cubicBezTo>
                  <a:cubicBezTo>
                    <a:pt x="1187" y="459"/>
                    <a:pt x="1137" y="359"/>
                    <a:pt x="1087" y="284"/>
                  </a:cubicBezTo>
                  <a:cubicBezTo>
                    <a:pt x="1012" y="183"/>
                    <a:pt x="937" y="83"/>
                    <a:pt x="837" y="83"/>
                  </a:cubicBezTo>
                  <a:cubicBezTo>
                    <a:pt x="823" y="81"/>
                    <a:pt x="811" y="80"/>
                    <a:pt x="799" y="80"/>
                  </a:cubicBezTo>
                  <a:cubicBezTo>
                    <a:pt x="677" y="80"/>
                    <a:pt x="629" y="192"/>
                    <a:pt x="561" y="284"/>
                  </a:cubicBezTo>
                  <a:cubicBezTo>
                    <a:pt x="511" y="384"/>
                    <a:pt x="461" y="459"/>
                    <a:pt x="410" y="534"/>
                  </a:cubicBezTo>
                  <a:cubicBezTo>
                    <a:pt x="335" y="384"/>
                    <a:pt x="260" y="209"/>
                    <a:pt x="210" y="58"/>
                  </a:cubicBezTo>
                  <a:cubicBezTo>
                    <a:pt x="194" y="17"/>
                    <a:pt x="164" y="1"/>
                    <a:pt x="13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7" name="Google Shape;3757;p48"/>
            <p:cNvSpPr/>
            <p:nvPr/>
          </p:nvSpPr>
          <p:spPr>
            <a:xfrm>
              <a:off x="6370426" y="3795476"/>
              <a:ext cx="157351" cy="56901"/>
            </a:xfrm>
            <a:custGeom>
              <a:rect b="b" l="l" r="r" t="t"/>
              <a:pathLst>
                <a:path extrusionOk="0" h="1351" w="3736">
                  <a:moveTo>
                    <a:pt x="616" y="0"/>
                  </a:moveTo>
                  <a:cubicBezTo>
                    <a:pt x="592" y="0"/>
                    <a:pt x="568" y="11"/>
                    <a:pt x="551" y="37"/>
                  </a:cubicBezTo>
                  <a:cubicBezTo>
                    <a:pt x="375" y="238"/>
                    <a:pt x="225" y="438"/>
                    <a:pt x="74" y="639"/>
                  </a:cubicBezTo>
                  <a:cubicBezTo>
                    <a:pt x="0" y="713"/>
                    <a:pt x="63" y="801"/>
                    <a:pt x="142" y="801"/>
                  </a:cubicBezTo>
                  <a:cubicBezTo>
                    <a:pt x="169" y="801"/>
                    <a:pt x="199" y="790"/>
                    <a:pt x="225" y="764"/>
                  </a:cubicBezTo>
                  <a:cubicBezTo>
                    <a:pt x="325" y="614"/>
                    <a:pt x="450" y="463"/>
                    <a:pt x="576" y="313"/>
                  </a:cubicBezTo>
                  <a:lnTo>
                    <a:pt x="726" y="664"/>
                  </a:lnTo>
                  <a:cubicBezTo>
                    <a:pt x="751" y="764"/>
                    <a:pt x="776" y="940"/>
                    <a:pt x="901" y="990"/>
                  </a:cubicBezTo>
                  <a:cubicBezTo>
                    <a:pt x="925" y="998"/>
                    <a:pt x="948" y="1001"/>
                    <a:pt x="970" y="1001"/>
                  </a:cubicBezTo>
                  <a:cubicBezTo>
                    <a:pt x="1083" y="1001"/>
                    <a:pt x="1164" y="903"/>
                    <a:pt x="1227" y="839"/>
                  </a:cubicBezTo>
                  <a:lnTo>
                    <a:pt x="1478" y="539"/>
                  </a:lnTo>
                  <a:cubicBezTo>
                    <a:pt x="1553" y="739"/>
                    <a:pt x="1628" y="965"/>
                    <a:pt x="1628" y="1190"/>
                  </a:cubicBezTo>
                  <a:cubicBezTo>
                    <a:pt x="1645" y="1257"/>
                    <a:pt x="1695" y="1290"/>
                    <a:pt x="1741" y="1290"/>
                  </a:cubicBezTo>
                  <a:cubicBezTo>
                    <a:pt x="1765" y="1290"/>
                    <a:pt x="1787" y="1282"/>
                    <a:pt x="1804" y="1265"/>
                  </a:cubicBezTo>
                  <a:cubicBezTo>
                    <a:pt x="2004" y="1090"/>
                    <a:pt x="2180" y="915"/>
                    <a:pt x="2330" y="739"/>
                  </a:cubicBezTo>
                  <a:cubicBezTo>
                    <a:pt x="2430" y="940"/>
                    <a:pt x="2505" y="1115"/>
                    <a:pt x="2631" y="1290"/>
                  </a:cubicBezTo>
                  <a:cubicBezTo>
                    <a:pt x="2645" y="1332"/>
                    <a:pt x="2674" y="1350"/>
                    <a:pt x="2705" y="1350"/>
                  </a:cubicBezTo>
                  <a:cubicBezTo>
                    <a:pt x="2731" y="1350"/>
                    <a:pt x="2759" y="1338"/>
                    <a:pt x="2781" y="1316"/>
                  </a:cubicBezTo>
                  <a:cubicBezTo>
                    <a:pt x="3107" y="1065"/>
                    <a:pt x="3408" y="789"/>
                    <a:pt x="3658" y="463"/>
                  </a:cubicBezTo>
                  <a:cubicBezTo>
                    <a:pt x="3735" y="386"/>
                    <a:pt x="3665" y="280"/>
                    <a:pt x="3582" y="280"/>
                  </a:cubicBezTo>
                  <a:cubicBezTo>
                    <a:pt x="3557" y="280"/>
                    <a:pt x="3531" y="290"/>
                    <a:pt x="3508" y="313"/>
                  </a:cubicBezTo>
                  <a:cubicBezTo>
                    <a:pt x="3282" y="614"/>
                    <a:pt x="3032" y="864"/>
                    <a:pt x="2756" y="1090"/>
                  </a:cubicBezTo>
                  <a:cubicBezTo>
                    <a:pt x="2631" y="915"/>
                    <a:pt x="2531" y="714"/>
                    <a:pt x="2480" y="514"/>
                  </a:cubicBezTo>
                  <a:cubicBezTo>
                    <a:pt x="2464" y="465"/>
                    <a:pt x="2417" y="437"/>
                    <a:pt x="2372" y="437"/>
                  </a:cubicBezTo>
                  <a:cubicBezTo>
                    <a:pt x="2347" y="437"/>
                    <a:pt x="2323" y="446"/>
                    <a:pt x="2305" y="463"/>
                  </a:cubicBezTo>
                  <a:cubicBezTo>
                    <a:pt x="2155" y="664"/>
                    <a:pt x="1979" y="814"/>
                    <a:pt x="1829" y="990"/>
                  </a:cubicBezTo>
                  <a:cubicBezTo>
                    <a:pt x="1779" y="739"/>
                    <a:pt x="1703" y="514"/>
                    <a:pt x="1578" y="288"/>
                  </a:cubicBezTo>
                  <a:cubicBezTo>
                    <a:pt x="1566" y="263"/>
                    <a:pt x="1541" y="250"/>
                    <a:pt x="1512" y="250"/>
                  </a:cubicBezTo>
                  <a:cubicBezTo>
                    <a:pt x="1484" y="250"/>
                    <a:pt x="1453" y="263"/>
                    <a:pt x="1428" y="288"/>
                  </a:cubicBezTo>
                  <a:cubicBezTo>
                    <a:pt x="1327" y="388"/>
                    <a:pt x="1252" y="488"/>
                    <a:pt x="1177" y="589"/>
                  </a:cubicBezTo>
                  <a:cubicBezTo>
                    <a:pt x="1127" y="614"/>
                    <a:pt x="1002" y="789"/>
                    <a:pt x="977" y="789"/>
                  </a:cubicBezTo>
                  <a:cubicBezTo>
                    <a:pt x="952" y="789"/>
                    <a:pt x="926" y="614"/>
                    <a:pt x="901" y="589"/>
                  </a:cubicBezTo>
                  <a:lnTo>
                    <a:pt x="851" y="463"/>
                  </a:lnTo>
                  <a:cubicBezTo>
                    <a:pt x="801" y="338"/>
                    <a:pt x="776" y="213"/>
                    <a:pt x="726" y="87"/>
                  </a:cubicBezTo>
                  <a:cubicBezTo>
                    <a:pt x="710" y="38"/>
                    <a:pt x="661" y="0"/>
                    <a:pt x="61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8" name="Google Shape;3758;p48"/>
            <p:cNvSpPr/>
            <p:nvPr/>
          </p:nvSpPr>
          <p:spPr>
            <a:xfrm>
              <a:off x="6713432" y="3946468"/>
              <a:ext cx="174366" cy="50625"/>
            </a:xfrm>
            <a:custGeom>
              <a:rect b="b" l="l" r="r" t="t"/>
              <a:pathLst>
                <a:path extrusionOk="0" h="1202" w="4140">
                  <a:moveTo>
                    <a:pt x="1799" y="1"/>
                  </a:moveTo>
                  <a:cubicBezTo>
                    <a:pt x="1760" y="1"/>
                    <a:pt x="1720" y="12"/>
                    <a:pt x="1680" y="36"/>
                  </a:cubicBezTo>
                  <a:cubicBezTo>
                    <a:pt x="1554" y="112"/>
                    <a:pt x="1479" y="287"/>
                    <a:pt x="1379" y="412"/>
                  </a:cubicBezTo>
                  <a:cubicBezTo>
                    <a:pt x="1279" y="538"/>
                    <a:pt x="1103" y="688"/>
                    <a:pt x="953" y="763"/>
                  </a:cubicBezTo>
                  <a:cubicBezTo>
                    <a:pt x="928" y="763"/>
                    <a:pt x="909" y="769"/>
                    <a:pt x="893" y="769"/>
                  </a:cubicBezTo>
                  <a:cubicBezTo>
                    <a:pt x="878" y="769"/>
                    <a:pt x="865" y="763"/>
                    <a:pt x="853" y="738"/>
                  </a:cubicBezTo>
                  <a:cubicBezTo>
                    <a:pt x="828" y="688"/>
                    <a:pt x="803" y="638"/>
                    <a:pt x="803" y="588"/>
                  </a:cubicBezTo>
                  <a:lnTo>
                    <a:pt x="677" y="287"/>
                  </a:lnTo>
                  <a:cubicBezTo>
                    <a:pt x="630" y="193"/>
                    <a:pt x="583" y="9"/>
                    <a:pt x="431" y="9"/>
                  </a:cubicBezTo>
                  <a:cubicBezTo>
                    <a:pt x="421" y="9"/>
                    <a:pt x="412" y="10"/>
                    <a:pt x="402" y="11"/>
                  </a:cubicBezTo>
                  <a:cubicBezTo>
                    <a:pt x="351" y="36"/>
                    <a:pt x="301" y="86"/>
                    <a:pt x="276" y="112"/>
                  </a:cubicBezTo>
                  <a:cubicBezTo>
                    <a:pt x="251" y="162"/>
                    <a:pt x="226" y="187"/>
                    <a:pt x="201" y="212"/>
                  </a:cubicBezTo>
                  <a:cubicBezTo>
                    <a:pt x="182" y="192"/>
                    <a:pt x="151" y="180"/>
                    <a:pt x="119" y="180"/>
                  </a:cubicBezTo>
                  <a:cubicBezTo>
                    <a:pt x="69" y="180"/>
                    <a:pt x="16" y="210"/>
                    <a:pt x="1" y="287"/>
                  </a:cubicBezTo>
                  <a:cubicBezTo>
                    <a:pt x="1" y="362"/>
                    <a:pt x="26" y="437"/>
                    <a:pt x="76" y="513"/>
                  </a:cubicBezTo>
                  <a:cubicBezTo>
                    <a:pt x="95" y="532"/>
                    <a:pt x="118" y="540"/>
                    <a:pt x="141" y="540"/>
                  </a:cubicBezTo>
                  <a:cubicBezTo>
                    <a:pt x="180" y="540"/>
                    <a:pt x="220" y="518"/>
                    <a:pt x="251" y="487"/>
                  </a:cubicBezTo>
                  <a:cubicBezTo>
                    <a:pt x="301" y="412"/>
                    <a:pt x="351" y="337"/>
                    <a:pt x="427" y="262"/>
                  </a:cubicBezTo>
                  <a:cubicBezTo>
                    <a:pt x="427" y="262"/>
                    <a:pt x="427" y="262"/>
                    <a:pt x="452" y="287"/>
                  </a:cubicBezTo>
                  <a:cubicBezTo>
                    <a:pt x="452" y="337"/>
                    <a:pt x="477" y="362"/>
                    <a:pt x="502" y="412"/>
                  </a:cubicBezTo>
                  <a:cubicBezTo>
                    <a:pt x="552" y="563"/>
                    <a:pt x="602" y="738"/>
                    <a:pt x="702" y="863"/>
                  </a:cubicBezTo>
                  <a:cubicBezTo>
                    <a:pt x="749" y="948"/>
                    <a:pt x="812" y="981"/>
                    <a:pt x="882" y="981"/>
                  </a:cubicBezTo>
                  <a:cubicBezTo>
                    <a:pt x="1039" y="981"/>
                    <a:pt x="1233" y="817"/>
                    <a:pt x="1354" y="713"/>
                  </a:cubicBezTo>
                  <a:cubicBezTo>
                    <a:pt x="1454" y="638"/>
                    <a:pt x="1554" y="513"/>
                    <a:pt x="1655" y="387"/>
                  </a:cubicBezTo>
                  <a:cubicBezTo>
                    <a:pt x="1677" y="365"/>
                    <a:pt x="1737" y="228"/>
                    <a:pt x="1802" y="228"/>
                  </a:cubicBezTo>
                  <a:cubicBezTo>
                    <a:pt x="1812" y="228"/>
                    <a:pt x="1821" y="231"/>
                    <a:pt x="1830" y="237"/>
                  </a:cubicBezTo>
                  <a:cubicBezTo>
                    <a:pt x="1880" y="262"/>
                    <a:pt x="1905" y="387"/>
                    <a:pt x="1905" y="437"/>
                  </a:cubicBezTo>
                  <a:cubicBezTo>
                    <a:pt x="1981" y="688"/>
                    <a:pt x="1981" y="964"/>
                    <a:pt x="2181" y="1164"/>
                  </a:cubicBezTo>
                  <a:cubicBezTo>
                    <a:pt x="2194" y="1189"/>
                    <a:pt x="2219" y="1202"/>
                    <a:pt x="2247" y="1202"/>
                  </a:cubicBezTo>
                  <a:cubicBezTo>
                    <a:pt x="2275" y="1202"/>
                    <a:pt x="2306" y="1189"/>
                    <a:pt x="2331" y="1164"/>
                  </a:cubicBezTo>
                  <a:lnTo>
                    <a:pt x="2958" y="487"/>
                  </a:lnTo>
                  <a:cubicBezTo>
                    <a:pt x="2983" y="487"/>
                    <a:pt x="3008" y="437"/>
                    <a:pt x="3033" y="412"/>
                  </a:cubicBezTo>
                  <a:cubicBezTo>
                    <a:pt x="3033" y="412"/>
                    <a:pt x="3058" y="437"/>
                    <a:pt x="3058" y="437"/>
                  </a:cubicBezTo>
                  <a:cubicBezTo>
                    <a:pt x="3108" y="513"/>
                    <a:pt x="3158" y="588"/>
                    <a:pt x="3209" y="663"/>
                  </a:cubicBezTo>
                  <a:cubicBezTo>
                    <a:pt x="3284" y="788"/>
                    <a:pt x="3384" y="914"/>
                    <a:pt x="3459" y="1039"/>
                  </a:cubicBezTo>
                  <a:cubicBezTo>
                    <a:pt x="3484" y="1076"/>
                    <a:pt x="3516" y="1095"/>
                    <a:pt x="3547" y="1095"/>
                  </a:cubicBezTo>
                  <a:cubicBezTo>
                    <a:pt x="3578" y="1095"/>
                    <a:pt x="3610" y="1076"/>
                    <a:pt x="3635" y="1039"/>
                  </a:cubicBezTo>
                  <a:cubicBezTo>
                    <a:pt x="3785" y="838"/>
                    <a:pt x="3935" y="638"/>
                    <a:pt x="4086" y="462"/>
                  </a:cubicBezTo>
                  <a:cubicBezTo>
                    <a:pt x="4140" y="373"/>
                    <a:pt x="4065" y="296"/>
                    <a:pt x="3991" y="296"/>
                  </a:cubicBezTo>
                  <a:cubicBezTo>
                    <a:pt x="3962" y="296"/>
                    <a:pt x="3932" y="308"/>
                    <a:pt x="3910" y="337"/>
                  </a:cubicBezTo>
                  <a:cubicBezTo>
                    <a:pt x="3785" y="513"/>
                    <a:pt x="3660" y="663"/>
                    <a:pt x="3559" y="813"/>
                  </a:cubicBezTo>
                  <a:lnTo>
                    <a:pt x="3309" y="437"/>
                  </a:lnTo>
                  <a:cubicBezTo>
                    <a:pt x="3246" y="333"/>
                    <a:pt x="3166" y="194"/>
                    <a:pt x="3054" y="194"/>
                  </a:cubicBezTo>
                  <a:cubicBezTo>
                    <a:pt x="3032" y="194"/>
                    <a:pt x="3008" y="199"/>
                    <a:pt x="2983" y="212"/>
                  </a:cubicBezTo>
                  <a:cubicBezTo>
                    <a:pt x="2908" y="237"/>
                    <a:pt x="2858" y="312"/>
                    <a:pt x="2808" y="362"/>
                  </a:cubicBezTo>
                  <a:cubicBezTo>
                    <a:pt x="2732" y="437"/>
                    <a:pt x="2657" y="513"/>
                    <a:pt x="2607" y="588"/>
                  </a:cubicBezTo>
                  <a:cubicBezTo>
                    <a:pt x="2482" y="713"/>
                    <a:pt x="2382" y="813"/>
                    <a:pt x="2256" y="939"/>
                  </a:cubicBezTo>
                  <a:cubicBezTo>
                    <a:pt x="2106" y="688"/>
                    <a:pt x="2156" y="362"/>
                    <a:pt x="2006" y="137"/>
                  </a:cubicBezTo>
                  <a:cubicBezTo>
                    <a:pt x="1955" y="51"/>
                    <a:pt x="1880" y="1"/>
                    <a:pt x="1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9" name="Google Shape;3759;p48"/>
            <p:cNvSpPr/>
            <p:nvPr/>
          </p:nvSpPr>
          <p:spPr>
            <a:xfrm>
              <a:off x="6430317" y="3625068"/>
              <a:ext cx="20932" cy="51552"/>
            </a:xfrm>
            <a:custGeom>
              <a:rect b="b" l="l" r="r" t="t"/>
              <a:pathLst>
                <a:path extrusionOk="0" h="1224" w="497">
                  <a:moveTo>
                    <a:pt x="123" y="1"/>
                  </a:moveTo>
                  <a:cubicBezTo>
                    <a:pt x="60" y="1"/>
                    <a:pt x="1" y="49"/>
                    <a:pt x="31" y="123"/>
                  </a:cubicBezTo>
                  <a:cubicBezTo>
                    <a:pt x="106" y="474"/>
                    <a:pt x="206" y="800"/>
                    <a:pt x="281" y="1151"/>
                  </a:cubicBezTo>
                  <a:cubicBezTo>
                    <a:pt x="302" y="1202"/>
                    <a:pt x="342" y="1224"/>
                    <a:pt x="382" y="1224"/>
                  </a:cubicBezTo>
                  <a:cubicBezTo>
                    <a:pt x="441" y="1224"/>
                    <a:pt x="497" y="1176"/>
                    <a:pt x="482" y="1101"/>
                  </a:cubicBezTo>
                  <a:lnTo>
                    <a:pt x="231" y="73"/>
                  </a:lnTo>
                  <a:cubicBezTo>
                    <a:pt x="211" y="23"/>
                    <a:pt x="166" y="1"/>
                    <a:pt x="12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0" name="Google Shape;3760;p48"/>
            <p:cNvSpPr/>
            <p:nvPr/>
          </p:nvSpPr>
          <p:spPr>
            <a:xfrm>
              <a:off x="6415745" y="3635513"/>
              <a:ext cx="11667" cy="35926"/>
            </a:xfrm>
            <a:custGeom>
              <a:rect b="b" l="l" r="r" t="t"/>
              <a:pathLst>
                <a:path extrusionOk="0" h="853" w="277">
                  <a:moveTo>
                    <a:pt x="126" y="1"/>
                  </a:moveTo>
                  <a:cubicBezTo>
                    <a:pt x="76" y="1"/>
                    <a:pt x="26" y="51"/>
                    <a:pt x="26" y="101"/>
                  </a:cubicBezTo>
                  <a:cubicBezTo>
                    <a:pt x="1" y="327"/>
                    <a:pt x="26" y="552"/>
                    <a:pt x="76" y="778"/>
                  </a:cubicBezTo>
                  <a:cubicBezTo>
                    <a:pt x="76" y="828"/>
                    <a:pt x="151" y="853"/>
                    <a:pt x="201" y="853"/>
                  </a:cubicBezTo>
                  <a:cubicBezTo>
                    <a:pt x="251" y="828"/>
                    <a:pt x="277" y="778"/>
                    <a:pt x="277" y="728"/>
                  </a:cubicBezTo>
                  <a:cubicBezTo>
                    <a:pt x="226" y="527"/>
                    <a:pt x="226" y="301"/>
                    <a:pt x="226" y="101"/>
                  </a:cubicBezTo>
                  <a:cubicBezTo>
                    <a:pt x="226" y="51"/>
                    <a:pt x="176" y="1"/>
                    <a:pt x="1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1" name="Google Shape;3761;p48"/>
            <p:cNvSpPr/>
            <p:nvPr/>
          </p:nvSpPr>
          <p:spPr>
            <a:xfrm>
              <a:off x="6567747" y="3960662"/>
              <a:ext cx="12719" cy="32094"/>
            </a:xfrm>
            <a:custGeom>
              <a:rect b="b" l="l" r="r" t="t"/>
              <a:pathLst>
                <a:path extrusionOk="0" h="762" w="302">
                  <a:moveTo>
                    <a:pt x="101" y="0"/>
                  </a:moveTo>
                  <a:cubicBezTo>
                    <a:pt x="51" y="0"/>
                    <a:pt x="1" y="50"/>
                    <a:pt x="1" y="100"/>
                  </a:cubicBezTo>
                  <a:cubicBezTo>
                    <a:pt x="1" y="301"/>
                    <a:pt x="26" y="501"/>
                    <a:pt x="101" y="702"/>
                  </a:cubicBezTo>
                  <a:cubicBezTo>
                    <a:pt x="101" y="739"/>
                    <a:pt x="128" y="762"/>
                    <a:pt x="172" y="762"/>
                  </a:cubicBezTo>
                  <a:cubicBezTo>
                    <a:pt x="188" y="762"/>
                    <a:pt x="206" y="759"/>
                    <a:pt x="226" y="752"/>
                  </a:cubicBezTo>
                  <a:cubicBezTo>
                    <a:pt x="277" y="752"/>
                    <a:pt x="302" y="677"/>
                    <a:pt x="302" y="627"/>
                  </a:cubicBezTo>
                  <a:cubicBezTo>
                    <a:pt x="252" y="551"/>
                    <a:pt x="226" y="451"/>
                    <a:pt x="226" y="376"/>
                  </a:cubicBezTo>
                  <a:cubicBezTo>
                    <a:pt x="226" y="376"/>
                    <a:pt x="226" y="351"/>
                    <a:pt x="226" y="351"/>
                  </a:cubicBezTo>
                  <a:cubicBezTo>
                    <a:pt x="226" y="326"/>
                    <a:pt x="201" y="326"/>
                    <a:pt x="201" y="326"/>
                  </a:cubicBezTo>
                  <a:cubicBezTo>
                    <a:pt x="201" y="301"/>
                    <a:pt x="201" y="276"/>
                    <a:pt x="201" y="251"/>
                  </a:cubicBezTo>
                  <a:cubicBezTo>
                    <a:pt x="201" y="201"/>
                    <a:pt x="201" y="150"/>
                    <a:pt x="201" y="100"/>
                  </a:cubicBezTo>
                  <a:cubicBezTo>
                    <a:pt x="201" y="50"/>
                    <a:pt x="151" y="0"/>
                    <a:pt x="1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2" name="Google Shape;3762;p48"/>
            <p:cNvSpPr/>
            <p:nvPr/>
          </p:nvSpPr>
          <p:spPr>
            <a:xfrm>
              <a:off x="6547699" y="3971192"/>
              <a:ext cx="13772" cy="30662"/>
            </a:xfrm>
            <a:custGeom>
              <a:rect b="b" l="l" r="r" t="t"/>
              <a:pathLst>
                <a:path extrusionOk="0" h="728" w="327">
                  <a:moveTo>
                    <a:pt x="101" y="1"/>
                  </a:moveTo>
                  <a:cubicBezTo>
                    <a:pt x="51" y="1"/>
                    <a:pt x="1" y="51"/>
                    <a:pt x="1" y="126"/>
                  </a:cubicBezTo>
                  <a:cubicBezTo>
                    <a:pt x="1" y="301"/>
                    <a:pt x="26" y="477"/>
                    <a:pt x="101" y="652"/>
                  </a:cubicBezTo>
                  <a:cubicBezTo>
                    <a:pt x="126" y="702"/>
                    <a:pt x="176" y="728"/>
                    <a:pt x="226" y="728"/>
                  </a:cubicBezTo>
                  <a:cubicBezTo>
                    <a:pt x="276" y="702"/>
                    <a:pt x="327" y="652"/>
                    <a:pt x="301" y="602"/>
                  </a:cubicBezTo>
                  <a:cubicBezTo>
                    <a:pt x="276" y="527"/>
                    <a:pt x="251" y="427"/>
                    <a:pt x="226" y="352"/>
                  </a:cubicBezTo>
                  <a:cubicBezTo>
                    <a:pt x="226" y="352"/>
                    <a:pt x="226" y="327"/>
                    <a:pt x="226" y="327"/>
                  </a:cubicBezTo>
                  <a:cubicBezTo>
                    <a:pt x="226" y="327"/>
                    <a:pt x="226" y="327"/>
                    <a:pt x="226" y="301"/>
                  </a:cubicBezTo>
                  <a:cubicBezTo>
                    <a:pt x="226" y="276"/>
                    <a:pt x="226" y="276"/>
                    <a:pt x="226" y="251"/>
                  </a:cubicBezTo>
                  <a:cubicBezTo>
                    <a:pt x="226" y="201"/>
                    <a:pt x="201" y="151"/>
                    <a:pt x="226" y="126"/>
                  </a:cubicBezTo>
                  <a:cubicBezTo>
                    <a:pt x="226" y="51"/>
                    <a:pt x="176" y="26"/>
                    <a:pt x="1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3" name="Google Shape;3763;p48"/>
            <p:cNvSpPr/>
            <p:nvPr/>
          </p:nvSpPr>
          <p:spPr>
            <a:xfrm>
              <a:off x="6340480" y="4049825"/>
              <a:ext cx="117550" cy="44645"/>
            </a:xfrm>
            <a:custGeom>
              <a:rect b="b" l="l" r="r" t="t"/>
              <a:pathLst>
                <a:path extrusionOk="0" h="1060" w="2791">
                  <a:moveTo>
                    <a:pt x="704" y="0"/>
                  </a:moveTo>
                  <a:cubicBezTo>
                    <a:pt x="679" y="0"/>
                    <a:pt x="653" y="11"/>
                    <a:pt x="635" y="38"/>
                  </a:cubicBezTo>
                  <a:cubicBezTo>
                    <a:pt x="434" y="264"/>
                    <a:pt x="259" y="490"/>
                    <a:pt x="59" y="715"/>
                  </a:cubicBezTo>
                  <a:cubicBezTo>
                    <a:pt x="1" y="792"/>
                    <a:pt x="76" y="899"/>
                    <a:pt x="148" y="899"/>
                  </a:cubicBezTo>
                  <a:cubicBezTo>
                    <a:pt x="170" y="899"/>
                    <a:pt x="191" y="889"/>
                    <a:pt x="209" y="866"/>
                  </a:cubicBezTo>
                  <a:lnTo>
                    <a:pt x="660" y="314"/>
                  </a:lnTo>
                  <a:lnTo>
                    <a:pt x="835" y="840"/>
                  </a:lnTo>
                  <a:cubicBezTo>
                    <a:pt x="852" y="889"/>
                    <a:pt x="889" y="917"/>
                    <a:pt x="933" y="917"/>
                  </a:cubicBezTo>
                  <a:cubicBezTo>
                    <a:pt x="958" y="917"/>
                    <a:pt x="984" y="908"/>
                    <a:pt x="1011" y="891"/>
                  </a:cubicBezTo>
                  <a:cubicBezTo>
                    <a:pt x="1086" y="815"/>
                    <a:pt x="1161" y="740"/>
                    <a:pt x="1211" y="665"/>
                  </a:cubicBezTo>
                  <a:cubicBezTo>
                    <a:pt x="1262" y="640"/>
                    <a:pt x="1287" y="615"/>
                    <a:pt x="1337" y="565"/>
                  </a:cubicBezTo>
                  <a:cubicBezTo>
                    <a:pt x="1337" y="540"/>
                    <a:pt x="1412" y="515"/>
                    <a:pt x="1412" y="490"/>
                  </a:cubicBezTo>
                  <a:cubicBezTo>
                    <a:pt x="1437" y="490"/>
                    <a:pt x="1437" y="515"/>
                    <a:pt x="1462" y="540"/>
                  </a:cubicBezTo>
                  <a:cubicBezTo>
                    <a:pt x="1487" y="565"/>
                    <a:pt x="1512" y="615"/>
                    <a:pt x="1537" y="665"/>
                  </a:cubicBezTo>
                  <a:cubicBezTo>
                    <a:pt x="1587" y="740"/>
                    <a:pt x="1637" y="840"/>
                    <a:pt x="1713" y="916"/>
                  </a:cubicBezTo>
                  <a:cubicBezTo>
                    <a:pt x="1728" y="947"/>
                    <a:pt x="1763" y="968"/>
                    <a:pt x="1799" y="968"/>
                  </a:cubicBezTo>
                  <a:cubicBezTo>
                    <a:pt x="1821" y="968"/>
                    <a:pt x="1844" y="960"/>
                    <a:pt x="1863" y="941"/>
                  </a:cubicBezTo>
                  <a:cubicBezTo>
                    <a:pt x="1938" y="866"/>
                    <a:pt x="2038" y="765"/>
                    <a:pt x="2114" y="690"/>
                  </a:cubicBezTo>
                  <a:cubicBezTo>
                    <a:pt x="2189" y="640"/>
                    <a:pt x="2264" y="540"/>
                    <a:pt x="2364" y="515"/>
                  </a:cubicBezTo>
                  <a:cubicBezTo>
                    <a:pt x="2378" y="512"/>
                    <a:pt x="2391" y="510"/>
                    <a:pt x="2404" y="510"/>
                  </a:cubicBezTo>
                  <a:cubicBezTo>
                    <a:pt x="2590" y="510"/>
                    <a:pt x="2590" y="848"/>
                    <a:pt x="2590" y="966"/>
                  </a:cubicBezTo>
                  <a:cubicBezTo>
                    <a:pt x="2577" y="1028"/>
                    <a:pt x="2627" y="1060"/>
                    <a:pt x="2681" y="1060"/>
                  </a:cubicBezTo>
                  <a:cubicBezTo>
                    <a:pt x="2734" y="1060"/>
                    <a:pt x="2790" y="1028"/>
                    <a:pt x="2790" y="966"/>
                  </a:cubicBezTo>
                  <a:cubicBezTo>
                    <a:pt x="2790" y="715"/>
                    <a:pt x="2740" y="389"/>
                    <a:pt x="2465" y="314"/>
                  </a:cubicBezTo>
                  <a:cubicBezTo>
                    <a:pt x="2438" y="310"/>
                    <a:pt x="2413" y="308"/>
                    <a:pt x="2389" y="308"/>
                  </a:cubicBezTo>
                  <a:cubicBezTo>
                    <a:pt x="2279" y="308"/>
                    <a:pt x="2196" y="353"/>
                    <a:pt x="2114" y="414"/>
                  </a:cubicBezTo>
                  <a:cubicBezTo>
                    <a:pt x="2013" y="515"/>
                    <a:pt x="1913" y="615"/>
                    <a:pt x="1813" y="715"/>
                  </a:cubicBezTo>
                  <a:cubicBezTo>
                    <a:pt x="1738" y="615"/>
                    <a:pt x="1688" y="515"/>
                    <a:pt x="1612" y="414"/>
                  </a:cubicBezTo>
                  <a:cubicBezTo>
                    <a:pt x="1562" y="339"/>
                    <a:pt x="1512" y="239"/>
                    <a:pt x="1437" y="239"/>
                  </a:cubicBezTo>
                  <a:cubicBezTo>
                    <a:pt x="1312" y="239"/>
                    <a:pt x="1236" y="364"/>
                    <a:pt x="1161" y="439"/>
                  </a:cubicBezTo>
                  <a:cubicBezTo>
                    <a:pt x="1111" y="515"/>
                    <a:pt x="1036" y="565"/>
                    <a:pt x="986" y="615"/>
                  </a:cubicBezTo>
                  <a:lnTo>
                    <a:pt x="810" y="64"/>
                  </a:lnTo>
                  <a:cubicBezTo>
                    <a:pt x="795" y="32"/>
                    <a:pt x="749" y="0"/>
                    <a:pt x="70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4" name="Google Shape;3764;p48"/>
            <p:cNvSpPr/>
            <p:nvPr/>
          </p:nvSpPr>
          <p:spPr>
            <a:xfrm>
              <a:off x="6376702" y="2733015"/>
              <a:ext cx="143621" cy="150023"/>
            </a:xfrm>
            <a:custGeom>
              <a:rect b="b" l="l" r="r" t="t"/>
              <a:pathLst>
                <a:path extrusionOk="0" h="3562" w="3410">
                  <a:moveTo>
                    <a:pt x="3008" y="0"/>
                  </a:moveTo>
                  <a:cubicBezTo>
                    <a:pt x="2227" y="683"/>
                    <a:pt x="1114" y="1129"/>
                    <a:pt x="84" y="1129"/>
                  </a:cubicBezTo>
                  <a:cubicBezTo>
                    <a:pt x="56" y="1129"/>
                    <a:pt x="28" y="1129"/>
                    <a:pt x="1" y="1128"/>
                  </a:cubicBezTo>
                  <a:lnTo>
                    <a:pt x="1" y="1128"/>
                  </a:lnTo>
                  <a:cubicBezTo>
                    <a:pt x="51" y="1654"/>
                    <a:pt x="126" y="2155"/>
                    <a:pt x="402" y="2632"/>
                  </a:cubicBezTo>
                  <a:cubicBezTo>
                    <a:pt x="686" y="3135"/>
                    <a:pt x="1238" y="3562"/>
                    <a:pt x="1841" y="3562"/>
                  </a:cubicBezTo>
                  <a:cubicBezTo>
                    <a:pt x="1928" y="3562"/>
                    <a:pt x="2017" y="3553"/>
                    <a:pt x="2106" y="3534"/>
                  </a:cubicBezTo>
                  <a:cubicBezTo>
                    <a:pt x="2457" y="3434"/>
                    <a:pt x="2732" y="3233"/>
                    <a:pt x="2933" y="2957"/>
                  </a:cubicBezTo>
                  <a:lnTo>
                    <a:pt x="2933" y="2957"/>
                  </a:lnTo>
                  <a:cubicBezTo>
                    <a:pt x="2803" y="3087"/>
                    <a:pt x="2633" y="3162"/>
                    <a:pt x="2461" y="3162"/>
                  </a:cubicBezTo>
                  <a:cubicBezTo>
                    <a:pt x="2401" y="3162"/>
                    <a:pt x="2340" y="3153"/>
                    <a:pt x="2281" y="3133"/>
                  </a:cubicBezTo>
                  <a:cubicBezTo>
                    <a:pt x="1980" y="3008"/>
                    <a:pt x="1855" y="2556"/>
                    <a:pt x="2031" y="2130"/>
                  </a:cubicBezTo>
                  <a:cubicBezTo>
                    <a:pt x="2153" y="1784"/>
                    <a:pt x="2442" y="1570"/>
                    <a:pt x="2720" y="1570"/>
                  </a:cubicBezTo>
                  <a:cubicBezTo>
                    <a:pt x="2784" y="1570"/>
                    <a:pt x="2847" y="1581"/>
                    <a:pt x="2908" y="1604"/>
                  </a:cubicBezTo>
                  <a:cubicBezTo>
                    <a:pt x="3158" y="1704"/>
                    <a:pt x="3284" y="2030"/>
                    <a:pt x="3234" y="2356"/>
                  </a:cubicBezTo>
                  <a:cubicBezTo>
                    <a:pt x="3284" y="2206"/>
                    <a:pt x="3334" y="2055"/>
                    <a:pt x="3334" y="1905"/>
                  </a:cubicBezTo>
                  <a:cubicBezTo>
                    <a:pt x="3409" y="1253"/>
                    <a:pt x="3234" y="627"/>
                    <a:pt x="300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65" name="Google Shape;3765;p48"/>
            <p:cNvGrpSpPr/>
            <p:nvPr/>
          </p:nvGrpSpPr>
          <p:grpSpPr>
            <a:xfrm>
              <a:off x="6368838" y="3503484"/>
              <a:ext cx="481293" cy="365434"/>
              <a:chOff x="-2143599" y="2838334"/>
              <a:chExt cx="481293" cy="365434"/>
            </a:xfrm>
          </p:grpSpPr>
          <p:sp>
            <p:nvSpPr>
              <p:cNvPr id="3766" name="Google Shape;3766;p48"/>
              <p:cNvSpPr/>
              <p:nvPr/>
            </p:nvSpPr>
            <p:spPr>
              <a:xfrm>
                <a:off x="-2139557" y="2841933"/>
                <a:ext cx="471722" cy="358296"/>
              </a:xfrm>
              <a:custGeom>
                <a:rect b="b" l="l" r="r" t="t"/>
                <a:pathLst>
                  <a:path extrusionOk="0" h="17819" w="23460">
                    <a:moveTo>
                      <a:pt x="6121" y="0"/>
                    </a:moveTo>
                    <a:cubicBezTo>
                      <a:pt x="5467" y="0"/>
                      <a:pt x="4810" y="106"/>
                      <a:pt x="4186" y="325"/>
                    </a:cubicBezTo>
                    <a:cubicBezTo>
                      <a:pt x="2106" y="1052"/>
                      <a:pt x="652" y="3107"/>
                      <a:pt x="326" y="5287"/>
                    </a:cubicBezTo>
                    <a:cubicBezTo>
                      <a:pt x="0" y="7468"/>
                      <a:pt x="702" y="9723"/>
                      <a:pt x="1955" y="11553"/>
                    </a:cubicBezTo>
                    <a:cubicBezTo>
                      <a:pt x="3208" y="13358"/>
                      <a:pt x="4963" y="14786"/>
                      <a:pt x="6842" y="15939"/>
                    </a:cubicBezTo>
                    <a:cubicBezTo>
                      <a:pt x="8020" y="16666"/>
                      <a:pt x="9274" y="17292"/>
                      <a:pt x="10552" y="17819"/>
                    </a:cubicBezTo>
                    <a:cubicBezTo>
                      <a:pt x="11930" y="17593"/>
                      <a:pt x="13284" y="17242"/>
                      <a:pt x="14612" y="16791"/>
                    </a:cubicBezTo>
                    <a:cubicBezTo>
                      <a:pt x="16692" y="16089"/>
                      <a:pt x="18722" y="15087"/>
                      <a:pt x="20351" y="13608"/>
                    </a:cubicBezTo>
                    <a:cubicBezTo>
                      <a:pt x="21955" y="12104"/>
                      <a:pt x="23158" y="10049"/>
                      <a:pt x="23309" y="7844"/>
                    </a:cubicBezTo>
                    <a:cubicBezTo>
                      <a:pt x="23459" y="5663"/>
                      <a:pt x="22507" y="3332"/>
                      <a:pt x="20627" y="2154"/>
                    </a:cubicBezTo>
                    <a:cubicBezTo>
                      <a:pt x="19800" y="1628"/>
                      <a:pt x="18848" y="1352"/>
                      <a:pt x="17870" y="1277"/>
                    </a:cubicBezTo>
                    <a:cubicBezTo>
                      <a:pt x="17746" y="1270"/>
                      <a:pt x="17622" y="1267"/>
                      <a:pt x="17497" y="1267"/>
                    </a:cubicBezTo>
                    <a:cubicBezTo>
                      <a:pt x="16715" y="1267"/>
                      <a:pt x="15927" y="1408"/>
                      <a:pt x="15213" y="1753"/>
                    </a:cubicBezTo>
                    <a:cubicBezTo>
                      <a:pt x="14311" y="2180"/>
                      <a:pt x="13584" y="2881"/>
                      <a:pt x="12958" y="3633"/>
                    </a:cubicBezTo>
                    <a:cubicBezTo>
                      <a:pt x="12607" y="4059"/>
                      <a:pt x="12281" y="4510"/>
                      <a:pt x="11980" y="4987"/>
                    </a:cubicBezTo>
                    <a:cubicBezTo>
                      <a:pt x="11805" y="4460"/>
                      <a:pt x="11579" y="3959"/>
                      <a:pt x="11354" y="3458"/>
                    </a:cubicBezTo>
                    <a:cubicBezTo>
                      <a:pt x="10903" y="2581"/>
                      <a:pt x="10351" y="1728"/>
                      <a:pt x="9574" y="1127"/>
                    </a:cubicBezTo>
                    <a:cubicBezTo>
                      <a:pt x="8847" y="550"/>
                      <a:pt x="7970" y="225"/>
                      <a:pt x="7068" y="74"/>
                    </a:cubicBezTo>
                    <a:cubicBezTo>
                      <a:pt x="6756" y="25"/>
                      <a:pt x="6439" y="0"/>
                      <a:pt x="612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7" name="Google Shape;3767;p48"/>
              <p:cNvSpPr/>
              <p:nvPr/>
            </p:nvSpPr>
            <p:spPr>
              <a:xfrm>
                <a:off x="-2143599" y="2838334"/>
                <a:ext cx="481293" cy="365434"/>
              </a:xfrm>
              <a:custGeom>
                <a:rect b="b" l="l" r="r" t="t"/>
                <a:pathLst>
                  <a:path extrusionOk="0" h="18174" w="23936">
                    <a:moveTo>
                      <a:pt x="6301" y="362"/>
                    </a:moveTo>
                    <a:cubicBezTo>
                      <a:pt x="6738" y="362"/>
                      <a:pt x="7173" y="410"/>
                      <a:pt x="7595" y="504"/>
                    </a:cubicBezTo>
                    <a:cubicBezTo>
                      <a:pt x="8698" y="729"/>
                      <a:pt x="9700" y="1306"/>
                      <a:pt x="10402" y="2183"/>
                    </a:cubicBezTo>
                    <a:cubicBezTo>
                      <a:pt x="11113" y="3042"/>
                      <a:pt x="11608" y="4092"/>
                      <a:pt x="12005" y="5147"/>
                    </a:cubicBezTo>
                    <a:lnTo>
                      <a:pt x="12005" y="5147"/>
                    </a:lnTo>
                    <a:cubicBezTo>
                      <a:pt x="11995" y="5197"/>
                      <a:pt x="12020" y="5243"/>
                      <a:pt x="12061" y="5274"/>
                    </a:cubicBezTo>
                    <a:lnTo>
                      <a:pt x="12061" y="5274"/>
                    </a:lnTo>
                    <a:cubicBezTo>
                      <a:pt x="12093" y="5316"/>
                      <a:pt x="12139" y="5335"/>
                      <a:pt x="12185" y="5335"/>
                    </a:cubicBezTo>
                    <a:cubicBezTo>
                      <a:pt x="12228" y="5335"/>
                      <a:pt x="12272" y="5318"/>
                      <a:pt x="12306" y="5289"/>
                    </a:cubicBezTo>
                    <a:lnTo>
                      <a:pt x="12306" y="5289"/>
                    </a:lnTo>
                    <a:cubicBezTo>
                      <a:pt x="12325" y="5277"/>
                      <a:pt x="12342" y="5261"/>
                      <a:pt x="12357" y="5241"/>
                    </a:cubicBezTo>
                    <a:cubicBezTo>
                      <a:pt x="12683" y="4714"/>
                      <a:pt x="13033" y="4238"/>
                      <a:pt x="13434" y="3762"/>
                    </a:cubicBezTo>
                    <a:cubicBezTo>
                      <a:pt x="14161" y="2910"/>
                      <a:pt x="15013" y="2183"/>
                      <a:pt x="16116" y="1857"/>
                    </a:cubicBezTo>
                    <a:cubicBezTo>
                      <a:pt x="16617" y="1694"/>
                      <a:pt x="17150" y="1618"/>
                      <a:pt x="17685" y="1618"/>
                    </a:cubicBezTo>
                    <a:cubicBezTo>
                      <a:pt x="18302" y="1618"/>
                      <a:pt x="18923" y="1720"/>
                      <a:pt x="19500" y="1907"/>
                    </a:cubicBezTo>
                    <a:cubicBezTo>
                      <a:pt x="21480" y="2534"/>
                      <a:pt x="22808" y="4263"/>
                      <a:pt x="23209" y="6243"/>
                    </a:cubicBezTo>
                    <a:cubicBezTo>
                      <a:pt x="23635" y="8248"/>
                      <a:pt x="23034" y="10303"/>
                      <a:pt x="21881" y="11983"/>
                    </a:cubicBezTo>
                    <a:cubicBezTo>
                      <a:pt x="20628" y="13787"/>
                      <a:pt x="18773" y="15090"/>
                      <a:pt x="16793" y="15993"/>
                    </a:cubicBezTo>
                    <a:cubicBezTo>
                      <a:pt x="15740" y="16494"/>
                      <a:pt x="14637" y="16870"/>
                      <a:pt x="13535" y="17196"/>
                    </a:cubicBezTo>
                    <a:cubicBezTo>
                      <a:pt x="12908" y="17371"/>
                      <a:pt x="12282" y="17522"/>
                      <a:pt x="11680" y="17647"/>
                    </a:cubicBezTo>
                    <a:cubicBezTo>
                      <a:pt x="11505" y="17697"/>
                      <a:pt x="11329" y="17722"/>
                      <a:pt x="11179" y="17747"/>
                    </a:cubicBezTo>
                    <a:cubicBezTo>
                      <a:pt x="11054" y="17772"/>
                      <a:pt x="10878" y="17822"/>
                      <a:pt x="10753" y="17822"/>
                    </a:cubicBezTo>
                    <a:cubicBezTo>
                      <a:pt x="10653" y="17797"/>
                      <a:pt x="10502" y="17697"/>
                      <a:pt x="10377" y="17647"/>
                    </a:cubicBezTo>
                    <a:cubicBezTo>
                      <a:pt x="10226" y="17597"/>
                      <a:pt x="10076" y="17522"/>
                      <a:pt x="9951" y="17446"/>
                    </a:cubicBezTo>
                    <a:cubicBezTo>
                      <a:pt x="7896" y="16519"/>
                      <a:pt x="5916" y="15341"/>
                      <a:pt x="4262" y="13837"/>
                    </a:cubicBezTo>
                    <a:cubicBezTo>
                      <a:pt x="2632" y="12359"/>
                      <a:pt x="1329" y="10479"/>
                      <a:pt x="828" y="8298"/>
                    </a:cubicBezTo>
                    <a:cubicBezTo>
                      <a:pt x="352" y="6293"/>
                      <a:pt x="703" y="4163"/>
                      <a:pt x="1981" y="2509"/>
                    </a:cubicBezTo>
                    <a:cubicBezTo>
                      <a:pt x="2557" y="1757"/>
                      <a:pt x="3284" y="1156"/>
                      <a:pt x="4161" y="780"/>
                    </a:cubicBezTo>
                    <a:cubicBezTo>
                      <a:pt x="4836" y="497"/>
                      <a:pt x="5570" y="362"/>
                      <a:pt x="6301" y="362"/>
                    </a:cubicBezTo>
                    <a:close/>
                    <a:moveTo>
                      <a:pt x="6197" y="1"/>
                    </a:moveTo>
                    <a:cubicBezTo>
                      <a:pt x="6145" y="1"/>
                      <a:pt x="6093" y="2"/>
                      <a:pt x="6041" y="3"/>
                    </a:cubicBezTo>
                    <a:cubicBezTo>
                      <a:pt x="3886" y="103"/>
                      <a:pt x="2056" y="1406"/>
                      <a:pt x="1053" y="3286"/>
                    </a:cubicBezTo>
                    <a:cubicBezTo>
                      <a:pt x="1" y="5291"/>
                      <a:pt x="76" y="7647"/>
                      <a:pt x="903" y="9727"/>
                    </a:cubicBezTo>
                    <a:cubicBezTo>
                      <a:pt x="1730" y="11882"/>
                      <a:pt x="3334" y="13662"/>
                      <a:pt x="5164" y="15040"/>
                    </a:cubicBezTo>
                    <a:cubicBezTo>
                      <a:pt x="6116" y="15767"/>
                      <a:pt x="7119" y="16394"/>
                      <a:pt x="8171" y="16970"/>
                    </a:cubicBezTo>
                    <a:cubicBezTo>
                      <a:pt x="8723" y="17271"/>
                      <a:pt x="9299" y="17547"/>
                      <a:pt x="9851" y="17797"/>
                    </a:cubicBezTo>
                    <a:cubicBezTo>
                      <a:pt x="10026" y="17872"/>
                      <a:pt x="10201" y="17948"/>
                      <a:pt x="10377" y="18023"/>
                    </a:cubicBezTo>
                    <a:cubicBezTo>
                      <a:pt x="10502" y="18073"/>
                      <a:pt x="10627" y="18173"/>
                      <a:pt x="10753" y="18173"/>
                    </a:cubicBezTo>
                    <a:cubicBezTo>
                      <a:pt x="10903" y="18173"/>
                      <a:pt x="11054" y="18123"/>
                      <a:pt x="11204" y="18098"/>
                    </a:cubicBezTo>
                    <a:cubicBezTo>
                      <a:pt x="11354" y="18073"/>
                      <a:pt x="11530" y="18048"/>
                      <a:pt x="11705" y="17998"/>
                    </a:cubicBezTo>
                    <a:cubicBezTo>
                      <a:pt x="14111" y="17496"/>
                      <a:pt x="16517" y="16720"/>
                      <a:pt x="18648" y="15416"/>
                    </a:cubicBezTo>
                    <a:cubicBezTo>
                      <a:pt x="20552" y="14263"/>
                      <a:pt x="22206" y="12609"/>
                      <a:pt x="23084" y="10529"/>
                    </a:cubicBezTo>
                    <a:cubicBezTo>
                      <a:pt x="23886" y="8599"/>
                      <a:pt x="23936" y="6394"/>
                      <a:pt x="22983" y="4489"/>
                    </a:cubicBezTo>
                    <a:cubicBezTo>
                      <a:pt x="22532" y="3612"/>
                      <a:pt x="21881" y="2810"/>
                      <a:pt x="21054" y="2258"/>
                    </a:cubicBezTo>
                    <a:cubicBezTo>
                      <a:pt x="20101" y="1632"/>
                      <a:pt x="18973" y="1306"/>
                      <a:pt x="17820" y="1281"/>
                    </a:cubicBezTo>
                    <a:cubicBezTo>
                      <a:pt x="17748" y="1278"/>
                      <a:pt x="17676" y="1276"/>
                      <a:pt x="17603" y="1276"/>
                    </a:cubicBezTo>
                    <a:cubicBezTo>
                      <a:pt x="16451" y="1276"/>
                      <a:pt x="15332" y="1651"/>
                      <a:pt x="14412" y="2359"/>
                    </a:cubicBezTo>
                    <a:cubicBezTo>
                      <a:pt x="13537" y="3009"/>
                      <a:pt x="12843" y="3861"/>
                      <a:pt x="12239" y="4769"/>
                    </a:cubicBezTo>
                    <a:lnTo>
                      <a:pt x="12239" y="4769"/>
                    </a:lnTo>
                    <a:cubicBezTo>
                      <a:pt x="12062" y="4308"/>
                      <a:pt x="11854" y="3859"/>
                      <a:pt x="11630" y="3411"/>
                    </a:cubicBezTo>
                    <a:cubicBezTo>
                      <a:pt x="11104" y="2384"/>
                      <a:pt x="10402" y="1456"/>
                      <a:pt x="9424" y="855"/>
                    </a:cubicBezTo>
                    <a:cubicBezTo>
                      <a:pt x="8467" y="256"/>
                      <a:pt x="7304" y="1"/>
                      <a:pt x="619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8" name="Google Shape;3768;p48"/>
              <p:cNvSpPr/>
              <p:nvPr/>
            </p:nvSpPr>
            <p:spPr>
              <a:xfrm>
                <a:off x="-1964180" y="2936740"/>
                <a:ext cx="94747" cy="265560"/>
              </a:xfrm>
              <a:custGeom>
                <a:rect b="b" l="l" r="r" t="t"/>
                <a:pathLst>
                  <a:path extrusionOk="0" h="13207" w="4712">
                    <a:moveTo>
                      <a:pt x="3220" y="1"/>
                    </a:moveTo>
                    <a:cubicBezTo>
                      <a:pt x="3108" y="1"/>
                      <a:pt x="2995" y="97"/>
                      <a:pt x="3058" y="221"/>
                    </a:cubicBezTo>
                    <a:lnTo>
                      <a:pt x="4094" y="2502"/>
                    </a:lnTo>
                    <a:lnTo>
                      <a:pt x="4094" y="2502"/>
                    </a:lnTo>
                    <a:lnTo>
                      <a:pt x="702" y="3204"/>
                    </a:lnTo>
                    <a:cubicBezTo>
                      <a:pt x="577" y="3229"/>
                      <a:pt x="476" y="3404"/>
                      <a:pt x="602" y="3530"/>
                    </a:cubicBezTo>
                    <a:cubicBezTo>
                      <a:pt x="1697" y="4374"/>
                      <a:pt x="2854" y="5135"/>
                      <a:pt x="4054" y="5794"/>
                    </a:cubicBezTo>
                    <a:lnTo>
                      <a:pt x="4054" y="5794"/>
                    </a:lnTo>
                    <a:cubicBezTo>
                      <a:pt x="2770" y="6234"/>
                      <a:pt x="1450" y="6601"/>
                      <a:pt x="151" y="6988"/>
                    </a:cubicBezTo>
                    <a:cubicBezTo>
                      <a:pt x="50" y="7039"/>
                      <a:pt x="0" y="7214"/>
                      <a:pt x="100" y="7289"/>
                    </a:cubicBezTo>
                    <a:cubicBezTo>
                      <a:pt x="1187" y="7991"/>
                      <a:pt x="2294" y="8652"/>
                      <a:pt x="3421" y="9272"/>
                    </a:cubicBezTo>
                    <a:lnTo>
                      <a:pt x="3421" y="9272"/>
                    </a:lnTo>
                    <a:cubicBezTo>
                      <a:pt x="2554" y="9560"/>
                      <a:pt x="1703" y="9863"/>
                      <a:pt x="852" y="10146"/>
                    </a:cubicBezTo>
                    <a:cubicBezTo>
                      <a:pt x="752" y="10196"/>
                      <a:pt x="677" y="10322"/>
                      <a:pt x="752" y="10422"/>
                    </a:cubicBezTo>
                    <a:cubicBezTo>
                      <a:pt x="1128" y="10823"/>
                      <a:pt x="1479" y="11249"/>
                      <a:pt x="1830" y="11650"/>
                    </a:cubicBezTo>
                    <a:cubicBezTo>
                      <a:pt x="1930" y="11750"/>
                      <a:pt x="2055" y="11851"/>
                      <a:pt x="2131" y="11976"/>
                    </a:cubicBezTo>
                    <a:cubicBezTo>
                      <a:pt x="2156" y="12026"/>
                      <a:pt x="2231" y="12076"/>
                      <a:pt x="2206" y="12151"/>
                    </a:cubicBezTo>
                    <a:cubicBezTo>
                      <a:pt x="2206" y="12176"/>
                      <a:pt x="2156" y="12252"/>
                      <a:pt x="2131" y="12277"/>
                    </a:cubicBezTo>
                    <a:cubicBezTo>
                      <a:pt x="1980" y="12502"/>
                      <a:pt x="1855" y="12728"/>
                      <a:pt x="1704" y="12978"/>
                    </a:cubicBezTo>
                    <a:cubicBezTo>
                      <a:pt x="1619" y="13099"/>
                      <a:pt x="1744" y="13207"/>
                      <a:pt x="1864" y="13207"/>
                    </a:cubicBezTo>
                    <a:cubicBezTo>
                      <a:pt x="1920" y="13207"/>
                      <a:pt x="1974" y="13184"/>
                      <a:pt x="2005" y="13129"/>
                    </a:cubicBezTo>
                    <a:cubicBezTo>
                      <a:pt x="2181" y="12853"/>
                      <a:pt x="2406" y="12577"/>
                      <a:pt x="2532" y="12302"/>
                    </a:cubicBezTo>
                    <a:cubicBezTo>
                      <a:pt x="2632" y="12076"/>
                      <a:pt x="2506" y="11876"/>
                      <a:pt x="2356" y="11700"/>
                    </a:cubicBezTo>
                    <a:cubicBezTo>
                      <a:pt x="1978" y="11256"/>
                      <a:pt x="1581" y="10831"/>
                      <a:pt x="1199" y="10391"/>
                    </a:cubicBezTo>
                    <a:lnTo>
                      <a:pt x="1199" y="10391"/>
                    </a:lnTo>
                    <a:cubicBezTo>
                      <a:pt x="2116" y="10089"/>
                      <a:pt x="3015" y="9769"/>
                      <a:pt x="3935" y="9470"/>
                    </a:cubicBezTo>
                    <a:cubicBezTo>
                      <a:pt x="4060" y="9420"/>
                      <a:pt x="4060" y="9219"/>
                      <a:pt x="3935" y="9144"/>
                    </a:cubicBezTo>
                    <a:cubicBezTo>
                      <a:pt x="2813" y="8549"/>
                      <a:pt x="1712" y="7912"/>
                      <a:pt x="632" y="7214"/>
                    </a:cubicBezTo>
                    <a:lnTo>
                      <a:pt x="632" y="7214"/>
                    </a:lnTo>
                    <a:cubicBezTo>
                      <a:pt x="1942" y="6842"/>
                      <a:pt x="3252" y="6445"/>
                      <a:pt x="4562" y="5986"/>
                    </a:cubicBezTo>
                    <a:cubicBezTo>
                      <a:pt x="4712" y="5936"/>
                      <a:pt x="4712" y="5735"/>
                      <a:pt x="4562" y="5660"/>
                    </a:cubicBezTo>
                    <a:cubicBezTo>
                      <a:pt x="3365" y="5039"/>
                      <a:pt x="2211" y="4291"/>
                      <a:pt x="1119" y="3475"/>
                    </a:cubicBezTo>
                    <a:lnTo>
                      <a:pt x="1119" y="3475"/>
                    </a:lnTo>
                    <a:cubicBezTo>
                      <a:pt x="2212" y="3251"/>
                      <a:pt x="3286" y="3027"/>
                      <a:pt x="4361" y="2803"/>
                    </a:cubicBezTo>
                    <a:cubicBezTo>
                      <a:pt x="4461" y="2803"/>
                      <a:pt x="4562" y="2703"/>
                      <a:pt x="4511" y="2577"/>
                    </a:cubicBezTo>
                    <a:cubicBezTo>
                      <a:pt x="4136" y="1750"/>
                      <a:pt x="3760" y="923"/>
                      <a:pt x="3384" y="121"/>
                    </a:cubicBezTo>
                    <a:cubicBezTo>
                      <a:pt x="3355" y="36"/>
                      <a:pt x="3288" y="1"/>
                      <a:pt x="322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9" name="Google Shape;3769;p48"/>
              <p:cNvSpPr/>
              <p:nvPr/>
            </p:nvSpPr>
            <p:spPr>
              <a:xfrm>
                <a:off x="-1782951" y="2926546"/>
                <a:ext cx="78821" cy="160398"/>
              </a:xfrm>
              <a:custGeom>
                <a:rect b="b" l="l" r="r" t="t"/>
                <a:pathLst>
                  <a:path extrusionOk="0" h="7977" w="3920">
                    <a:moveTo>
                      <a:pt x="2728" y="0"/>
                    </a:moveTo>
                    <a:cubicBezTo>
                      <a:pt x="2614" y="0"/>
                      <a:pt x="2502" y="98"/>
                      <a:pt x="2566" y="227"/>
                    </a:cubicBezTo>
                    <a:cubicBezTo>
                      <a:pt x="3218" y="1681"/>
                      <a:pt x="3468" y="3360"/>
                      <a:pt x="2942" y="4889"/>
                    </a:cubicBezTo>
                    <a:cubicBezTo>
                      <a:pt x="2491" y="6142"/>
                      <a:pt x="1514" y="7220"/>
                      <a:pt x="210" y="7621"/>
                    </a:cubicBezTo>
                    <a:cubicBezTo>
                      <a:pt x="1" y="7691"/>
                      <a:pt x="94" y="7977"/>
                      <a:pt x="289" y="7977"/>
                    </a:cubicBezTo>
                    <a:cubicBezTo>
                      <a:pt x="304" y="7977"/>
                      <a:pt x="320" y="7975"/>
                      <a:pt x="336" y="7972"/>
                    </a:cubicBezTo>
                    <a:cubicBezTo>
                      <a:pt x="937" y="7771"/>
                      <a:pt x="1463" y="7445"/>
                      <a:pt x="1940" y="7019"/>
                    </a:cubicBezTo>
                    <a:cubicBezTo>
                      <a:pt x="3869" y="5240"/>
                      <a:pt x="3920" y="2383"/>
                      <a:pt x="2892" y="102"/>
                    </a:cubicBezTo>
                    <a:cubicBezTo>
                      <a:pt x="2856" y="30"/>
                      <a:pt x="2792" y="0"/>
                      <a:pt x="2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0" name="Google Shape;3770;p48"/>
              <p:cNvSpPr/>
              <p:nvPr/>
            </p:nvSpPr>
            <p:spPr>
              <a:xfrm>
                <a:off x="-1740424" y="2954716"/>
                <a:ext cx="46368" cy="10677"/>
              </a:xfrm>
              <a:custGeom>
                <a:rect b="b" l="l" r="r" t="t"/>
                <a:pathLst>
                  <a:path extrusionOk="0" h="531" w="2306">
                    <a:moveTo>
                      <a:pt x="2155" y="0"/>
                    </a:moveTo>
                    <a:cubicBezTo>
                      <a:pt x="2147" y="0"/>
                      <a:pt x="2138" y="1"/>
                      <a:pt x="2130" y="4"/>
                    </a:cubicBezTo>
                    <a:cubicBezTo>
                      <a:pt x="1504" y="104"/>
                      <a:pt x="877" y="155"/>
                      <a:pt x="226" y="180"/>
                    </a:cubicBezTo>
                    <a:cubicBezTo>
                      <a:pt x="0" y="180"/>
                      <a:pt x="50" y="530"/>
                      <a:pt x="276" y="530"/>
                    </a:cubicBezTo>
                    <a:cubicBezTo>
                      <a:pt x="902" y="505"/>
                      <a:pt x="1529" y="455"/>
                      <a:pt x="2155" y="355"/>
                    </a:cubicBezTo>
                    <a:cubicBezTo>
                      <a:pt x="2231" y="330"/>
                      <a:pt x="2306" y="255"/>
                      <a:pt x="2306" y="155"/>
                    </a:cubicBezTo>
                    <a:cubicBezTo>
                      <a:pt x="2306" y="87"/>
                      <a:pt x="2226" y="0"/>
                      <a:pt x="21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1" name="Google Shape;3771;p48"/>
              <p:cNvSpPr/>
              <p:nvPr/>
            </p:nvSpPr>
            <p:spPr>
              <a:xfrm>
                <a:off x="-1732863" y="2987451"/>
                <a:ext cx="41844" cy="9511"/>
              </a:xfrm>
              <a:custGeom>
                <a:rect b="b" l="l" r="r" t="t"/>
                <a:pathLst>
                  <a:path extrusionOk="0" h="473" w="2081">
                    <a:moveTo>
                      <a:pt x="194" y="0"/>
                    </a:moveTo>
                    <a:cubicBezTo>
                      <a:pt x="125" y="0"/>
                      <a:pt x="47" y="65"/>
                      <a:pt x="25" y="131"/>
                    </a:cubicBezTo>
                    <a:cubicBezTo>
                      <a:pt x="0" y="231"/>
                      <a:pt x="75" y="331"/>
                      <a:pt x="175" y="356"/>
                    </a:cubicBezTo>
                    <a:cubicBezTo>
                      <a:pt x="477" y="435"/>
                      <a:pt x="785" y="472"/>
                      <a:pt x="1096" y="472"/>
                    </a:cubicBezTo>
                    <a:cubicBezTo>
                      <a:pt x="1381" y="472"/>
                      <a:pt x="1668" y="441"/>
                      <a:pt x="1955" y="381"/>
                    </a:cubicBezTo>
                    <a:cubicBezTo>
                      <a:pt x="2055" y="356"/>
                      <a:pt x="2080" y="231"/>
                      <a:pt x="2055" y="156"/>
                    </a:cubicBezTo>
                    <a:cubicBezTo>
                      <a:pt x="2036" y="79"/>
                      <a:pt x="1973" y="46"/>
                      <a:pt x="1900" y="46"/>
                    </a:cubicBezTo>
                    <a:cubicBezTo>
                      <a:pt x="1877" y="46"/>
                      <a:pt x="1853" y="49"/>
                      <a:pt x="1830" y="55"/>
                    </a:cubicBezTo>
                    <a:cubicBezTo>
                      <a:pt x="1602" y="110"/>
                      <a:pt x="1370" y="136"/>
                      <a:pt x="1137" y="136"/>
                    </a:cubicBezTo>
                    <a:cubicBezTo>
                      <a:pt x="831" y="136"/>
                      <a:pt x="524" y="91"/>
                      <a:pt x="226" y="5"/>
                    </a:cubicBezTo>
                    <a:cubicBezTo>
                      <a:pt x="215" y="2"/>
                      <a:pt x="205" y="0"/>
                      <a:pt x="19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2" name="Google Shape;3772;p48"/>
              <p:cNvSpPr/>
              <p:nvPr/>
            </p:nvSpPr>
            <p:spPr>
              <a:xfrm>
                <a:off x="-1734391" y="3017593"/>
                <a:ext cx="36817" cy="16609"/>
              </a:xfrm>
              <a:custGeom>
                <a:rect b="b" l="l" r="r" t="t"/>
                <a:pathLst>
                  <a:path extrusionOk="0" h="826" w="1831">
                    <a:moveTo>
                      <a:pt x="206" y="1"/>
                    </a:moveTo>
                    <a:cubicBezTo>
                      <a:pt x="133" y="1"/>
                      <a:pt x="70" y="34"/>
                      <a:pt x="51" y="110"/>
                    </a:cubicBezTo>
                    <a:cubicBezTo>
                      <a:pt x="1" y="185"/>
                      <a:pt x="26" y="311"/>
                      <a:pt x="126" y="336"/>
                    </a:cubicBezTo>
                    <a:cubicBezTo>
                      <a:pt x="602" y="486"/>
                      <a:pt x="1079" y="662"/>
                      <a:pt x="1555" y="812"/>
                    </a:cubicBezTo>
                    <a:cubicBezTo>
                      <a:pt x="1588" y="820"/>
                      <a:pt x="1622" y="826"/>
                      <a:pt x="1653" y="826"/>
                    </a:cubicBezTo>
                    <a:cubicBezTo>
                      <a:pt x="1716" y="826"/>
                      <a:pt x="1772" y="804"/>
                      <a:pt x="1805" y="737"/>
                    </a:cubicBezTo>
                    <a:cubicBezTo>
                      <a:pt x="1830" y="662"/>
                      <a:pt x="1805" y="536"/>
                      <a:pt x="1705" y="486"/>
                    </a:cubicBezTo>
                    <a:cubicBezTo>
                      <a:pt x="1229" y="336"/>
                      <a:pt x="753" y="185"/>
                      <a:pt x="277" y="10"/>
                    </a:cubicBezTo>
                    <a:cubicBezTo>
                      <a:pt x="253" y="4"/>
                      <a:pt x="229" y="1"/>
                      <a:pt x="2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3" name="Google Shape;3773;p48"/>
              <p:cNvSpPr/>
              <p:nvPr/>
            </p:nvSpPr>
            <p:spPr>
              <a:xfrm>
                <a:off x="-1754539" y="3038323"/>
                <a:ext cx="40336" cy="23325"/>
              </a:xfrm>
              <a:custGeom>
                <a:rect b="b" l="l" r="r" t="t"/>
                <a:pathLst>
                  <a:path extrusionOk="0" h="1160" w="2006">
                    <a:moveTo>
                      <a:pt x="201" y="0"/>
                    </a:moveTo>
                    <a:cubicBezTo>
                      <a:pt x="157" y="0"/>
                      <a:pt x="113" y="19"/>
                      <a:pt x="75" y="57"/>
                    </a:cubicBezTo>
                    <a:cubicBezTo>
                      <a:pt x="25" y="132"/>
                      <a:pt x="0" y="257"/>
                      <a:pt x="101" y="307"/>
                    </a:cubicBezTo>
                    <a:cubicBezTo>
                      <a:pt x="602" y="658"/>
                      <a:pt x="1153" y="934"/>
                      <a:pt x="1730" y="1134"/>
                    </a:cubicBezTo>
                    <a:cubicBezTo>
                      <a:pt x="1755" y="1151"/>
                      <a:pt x="1783" y="1159"/>
                      <a:pt x="1810" y="1159"/>
                    </a:cubicBezTo>
                    <a:cubicBezTo>
                      <a:pt x="1866" y="1159"/>
                      <a:pt x="1922" y="1126"/>
                      <a:pt x="1955" y="1059"/>
                    </a:cubicBezTo>
                    <a:cubicBezTo>
                      <a:pt x="2005" y="984"/>
                      <a:pt x="1955" y="859"/>
                      <a:pt x="1880" y="834"/>
                    </a:cubicBezTo>
                    <a:cubicBezTo>
                      <a:pt x="1329" y="633"/>
                      <a:pt x="802" y="357"/>
                      <a:pt x="326" y="57"/>
                    </a:cubicBezTo>
                    <a:cubicBezTo>
                      <a:pt x="289" y="19"/>
                      <a:pt x="245"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4" name="Google Shape;3774;p48"/>
              <p:cNvSpPr/>
              <p:nvPr/>
            </p:nvSpPr>
            <p:spPr>
              <a:xfrm>
                <a:off x="-1760089" y="3067761"/>
                <a:ext cx="23707" cy="19484"/>
              </a:xfrm>
              <a:custGeom>
                <a:rect b="b" l="l" r="r" t="t"/>
                <a:pathLst>
                  <a:path extrusionOk="0" h="969" w="1179">
                    <a:moveTo>
                      <a:pt x="190" y="1"/>
                    </a:moveTo>
                    <a:cubicBezTo>
                      <a:pt x="155" y="1"/>
                      <a:pt x="118" y="15"/>
                      <a:pt x="76" y="46"/>
                    </a:cubicBezTo>
                    <a:cubicBezTo>
                      <a:pt x="51" y="46"/>
                      <a:pt x="26" y="96"/>
                      <a:pt x="1" y="147"/>
                    </a:cubicBezTo>
                    <a:cubicBezTo>
                      <a:pt x="1" y="197"/>
                      <a:pt x="1" y="247"/>
                      <a:pt x="26" y="272"/>
                    </a:cubicBezTo>
                    <a:cubicBezTo>
                      <a:pt x="276" y="548"/>
                      <a:pt x="577" y="798"/>
                      <a:pt x="903" y="949"/>
                    </a:cubicBezTo>
                    <a:cubicBezTo>
                      <a:pt x="924" y="963"/>
                      <a:pt x="947" y="969"/>
                      <a:pt x="970" y="969"/>
                    </a:cubicBezTo>
                    <a:cubicBezTo>
                      <a:pt x="1030" y="969"/>
                      <a:pt x="1092" y="928"/>
                      <a:pt x="1128" y="873"/>
                    </a:cubicBezTo>
                    <a:cubicBezTo>
                      <a:pt x="1179" y="773"/>
                      <a:pt x="1128" y="673"/>
                      <a:pt x="1053" y="623"/>
                    </a:cubicBezTo>
                    <a:cubicBezTo>
                      <a:pt x="978" y="598"/>
                      <a:pt x="903" y="548"/>
                      <a:pt x="828" y="523"/>
                    </a:cubicBezTo>
                    <a:cubicBezTo>
                      <a:pt x="828" y="516"/>
                      <a:pt x="828" y="512"/>
                      <a:pt x="827" y="508"/>
                    </a:cubicBezTo>
                    <a:lnTo>
                      <a:pt x="827" y="508"/>
                    </a:lnTo>
                    <a:cubicBezTo>
                      <a:pt x="828" y="507"/>
                      <a:pt x="828" y="504"/>
                      <a:pt x="828" y="497"/>
                    </a:cubicBezTo>
                    <a:lnTo>
                      <a:pt x="803" y="497"/>
                    </a:lnTo>
                    <a:cubicBezTo>
                      <a:pt x="803" y="497"/>
                      <a:pt x="778" y="472"/>
                      <a:pt x="752" y="472"/>
                    </a:cubicBezTo>
                    <a:cubicBezTo>
                      <a:pt x="727" y="447"/>
                      <a:pt x="702" y="422"/>
                      <a:pt x="652" y="397"/>
                    </a:cubicBezTo>
                    <a:cubicBezTo>
                      <a:pt x="602" y="347"/>
                      <a:pt x="527" y="297"/>
                      <a:pt x="477" y="222"/>
                    </a:cubicBezTo>
                    <a:cubicBezTo>
                      <a:pt x="452" y="197"/>
                      <a:pt x="427" y="172"/>
                      <a:pt x="377" y="147"/>
                    </a:cubicBezTo>
                    <a:cubicBezTo>
                      <a:pt x="377" y="122"/>
                      <a:pt x="351" y="122"/>
                      <a:pt x="351" y="96"/>
                    </a:cubicBezTo>
                    <a:cubicBezTo>
                      <a:pt x="346" y="91"/>
                      <a:pt x="343" y="89"/>
                      <a:pt x="342" y="89"/>
                    </a:cubicBezTo>
                    <a:lnTo>
                      <a:pt x="342" y="89"/>
                    </a:lnTo>
                    <a:cubicBezTo>
                      <a:pt x="340" y="89"/>
                      <a:pt x="340" y="93"/>
                      <a:pt x="342" y="96"/>
                    </a:cubicBezTo>
                    <a:lnTo>
                      <a:pt x="342" y="96"/>
                    </a:lnTo>
                    <a:cubicBezTo>
                      <a:pt x="326" y="96"/>
                      <a:pt x="326" y="93"/>
                      <a:pt x="326" y="71"/>
                    </a:cubicBezTo>
                    <a:cubicBezTo>
                      <a:pt x="283" y="28"/>
                      <a:pt x="239" y="1"/>
                      <a:pt x="1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5" name="Google Shape;3775;p48"/>
              <p:cNvSpPr/>
              <p:nvPr/>
            </p:nvSpPr>
            <p:spPr>
              <a:xfrm>
                <a:off x="-2097734" y="2883355"/>
                <a:ext cx="61408" cy="113165"/>
              </a:xfrm>
              <a:custGeom>
                <a:rect b="b" l="l" r="r" t="t"/>
                <a:pathLst>
                  <a:path extrusionOk="0" h="5628" w="3054">
                    <a:moveTo>
                      <a:pt x="2815" y="0"/>
                    </a:moveTo>
                    <a:cubicBezTo>
                      <a:pt x="2790" y="0"/>
                      <a:pt x="2762" y="6"/>
                      <a:pt x="2732" y="19"/>
                    </a:cubicBezTo>
                    <a:cubicBezTo>
                      <a:pt x="1730" y="445"/>
                      <a:pt x="727" y="1072"/>
                      <a:pt x="351" y="2175"/>
                    </a:cubicBezTo>
                    <a:cubicBezTo>
                      <a:pt x="1" y="3277"/>
                      <a:pt x="276" y="4455"/>
                      <a:pt x="652" y="5508"/>
                    </a:cubicBezTo>
                    <a:cubicBezTo>
                      <a:pt x="680" y="5592"/>
                      <a:pt x="742" y="5627"/>
                      <a:pt x="806" y="5627"/>
                    </a:cubicBezTo>
                    <a:cubicBezTo>
                      <a:pt x="914" y="5627"/>
                      <a:pt x="1025" y="5525"/>
                      <a:pt x="978" y="5383"/>
                    </a:cubicBezTo>
                    <a:cubicBezTo>
                      <a:pt x="652" y="4430"/>
                      <a:pt x="351" y="3353"/>
                      <a:pt x="677" y="2350"/>
                    </a:cubicBezTo>
                    <a:cubicBezTo>
                      <a:pt x="1003" y="1323"/>
                      <a:pt x="1930" y="746"/>
                      <a:pt x="2858" y="345"/>
                    </a:cubicBezTo>
                    <a:cubicBezTo>
                      <a:pt x="3054" y="258"/>
                      <a:pt x="2985" y="0"/>
                      <a:pt x="28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6" name="Google Shape;3776;p48"/>
              <p:cNvSpPr/>
              <p:nvPr/>
            </p:nvSpPr>
            <p:spPr>
              <a:xfrm>
                <a:off x="-2075555" y="2883033"/>
                <a:ext cx="34786" cy="30362"/>
              </a:xfrm>
              <a:custGeom>
                <a:rect b="b" l="l" r="r" t="t"/>
                <a:pathLst>
                  <a:path extrusionOk="0" h="1510" w="1730">
                    <a:moveTo>
                      <a:pt x="181" y="0"/>
                    </a:moveTo>
                    <a:cubicBezTo>
                      <a:pt x="128" y="0"/>
                      <a:pt x="78" y="19"/>
                      <a:pt x="50" y="60"/>
                    </a:cubicBezTo>
                    <a:cubicBezTo>
                      <a:pt x="0" y="136"/>
                      <a:pt x="0" y="261"/>
                      <a:pt x="75" y="311"/>
                    </a:cubicBezTo>
                    <a:cubicBezTo>
                      <a:pt x="527" y="687"/>
                      <a:pt x="978" y="1063"/>
                      <a:pt x="1404" y="1464"/>
                    </a:cubicBezTo>
                    <a:cubicBezTo>
                      <a:pt x="1435" y="1495"/>
                      <a:pt x="1476" y="1509"/>
                      <a:pt x="1515" y="1509"/>
                    </a:cubicBezTo>
                    <a:cubicBezTo>
                      <a:pt x="1571" y="1509"/>
                      <a:pt x="1625" y="1483"/>
                      <a:pt x="1654" y="1439"/>
                    </a:cubicBezTo>
                    <a:cubicBezTo>
                      <a:pt x="1730" y="1364"/>
                      <a:pt x="1705" y="1263"/>
                      <a:pt x="1629" y="1188"/>
                    </a:cubicBezTo>
                    <a:cubicBezTo>
                      <a:pt x="1203" y="787"/>
                      <a:pt x="752" y="411"/>
                      <a:pt x="301" y="35"/>
                    </a:cubicBezTo>
                    <a:cubicBezTo>
                      <a:pt x="267" y="13"/>
                      <a:pt x="223" y="0"/>
                      <a:pt x="18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7" name="Google Shape;3777;p48"/>
              <p:cNvSpPr/>
              <p:nvPr/>
            </p:nvSpPr>
            <p:spPr>
              <a:xfrm>
                <a:off x="-2095220" y="2904709"/>
                <a:ext cx="36314" cy="22279"/>
              </a:xfrm>
              <a:custGeom>
                <a:rect b="b" l="l" r="r" t="t"/>
                <a:pathLst>
                  <a:path extrusionOk="0" h="1108" w="1806">
                    <a:moveTo>
                      <a:pt x="206" y="1"/>
                    </a:moveTo>
                    <a:cubicBezTo>
                      <a:pt x="132" y="1"/>
                      <a:pt x="64" y="34"/>
                      <a:pt x="26" y="110"/>
                    </a:cubicBezTo>
                    <a:cubicBezTo>
                      <a:pt x="1" y="185"/>
                      <a:pt x="26" y="286"/>
                      <a:pt x="126" y="336"/>
                    </a:cubicBezTo>
                    <a:cubicBezTo>
                      <a:pt x="602" y="586"/>
                      <a:pt x="1053" y="837"/>
                      <a:pt x="1530" y="1088"/>
                    </a:cubicBezTo>
                    <a:cubicBezTo>
                      <a:pt x="1558" y="1102"/>
                      <a:pt x="1586" y="1108"/>
                      <a:pt x="1613" y="1108"/>
                    </a:cubicBezTo>
                    <a:cubicBezTo>
                      <a:pt x="1682" y="1108"/>
                      <a:pt x="1744" y="1067"/>
                      <a:pt x="1780" y="1012"/>
                    </a:cubicBezTo>
                    <a:cubicBezTo>
                      <a:pt x="1805" y="912"/>
                      <a:pt x="1780" y="812"/>
                      <a:pt x="1680" y="762"/>
                    </a:cubicBezTo>
                    <a:cubicBezTo>
                      <a:pt x="1229" y="511"/>
                      <a:pt x="753" y="261"/>
                      <a:pt x="277" y="10"/>
                    </a:cubicBezTo>
                    <a:cubicBezTo>
                      <a:pt x="253" y="4"/>
                      <a:pt x="229" y="1"/>
                      <a:pt x="20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8" name="Google Shape;3778;p48"/>
              <p:cNvSpPr/>
              <p:nvPr/>
            </p:nvSpPr>
            <p:spPr>
              <a:xfrm>
                <a:off x="-2100247" y="2938972"/>
                <a:ext cx="36294" cy="10657"/>
              </a:xfrm>
              <a:custGeom>
                <a:rect b="b" l="l" r="r" t="t"/>
                <a:pathLst>
                  <a:path extrusionOk="0" h="530" w="1805">
                    <a:moveTo>
                      <a:pt x="191" y="1"/>
                    </a:moveTo>
                    <a:cubicBezTo>
                      <a:pt x="129" y="1"/>
                      <a:pt x="63" y="29"/>
                      <a:pt x="25" y="85"/>
                    </a:cubicBezTo>
                    <a:cubicBezTo>
                      <a:pt x="0" y="186"/>
                      <a:pt x="25" y="311"/>
                      <a:pt x="100" y="336"/>
                    </a:cubicBezTo>
                    <a:cubicBezTo>
                      <a:pt x="480" y="469"/>
                      <a:pt x="874" y="530"/>
                      <a:pt x="1261" y="530"/>
                    </a:cubicBezTo>
                    <a:cubicBezTo>
                      <a:pt x="1385" y="530"/>
                      <a:pt x="1508" y="524"/>
                      <a:pt x="1629" y="511"/>
                    </a:cubicBezTo>
                    <a:cubicBezTo>
                      <a:pt x="1730" y="486"/>
                      <a:pt x="1805" y="411"/>
                      <a:pt x="1805" y="311"/>
                    </a:cubicBezTo>
                    <a:cubicBezTo>
                      <a:pt x="1783" y="224"/>
                      <a:pt x="1723" y="156"/>
                      <a:pt x="1642" y="156"/>
                    </a:cubicBezTo>
                    <a:cubicBezTo>
                      <a:pt x="1630" y="156"/>
                      <a:pt x="1617" y="157"/>
                      <a:pt x="1604" y="161"/>
                    </a:cubicBezTo>
                    <a:cubicBezTo>
                      <a:pt x="1491" y="173"/>
                      <a:pt x="1379" y="179"/>
                      <a:pt x="1266" y="179"/>
                    </a:cubicBezTo>
                    <a:cubicBezTo>
                      <a:pt x="928" y="179"/>
                      <a:pt x="589" y="123"/>
                      <a:pt x="251" y="10"/>
                    </a:cubicBezTo>
                    <a:cubicBezTo>
                      <a:pt x="232" y="4"/>
                      <a:pt x="212" y="1"/>
                      <a:pt x="1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9" name="Google Shape;3779;p48"/>
              <p:cNvSpPr/>
              <p:nvPr/>
            </p:nvSpPr>
            <p:spPr>
              <a:xfrm>
                <a:off x="-2104329" y="2966278"/>
                <a:ext cx="39370" cy="14457"/>
              </a:xfrm>
              <a:custGeom>
                <a:rect b="b" l="l" r="r" t="t"/>
                <a:pathLst>
                  <a:path extrusionOk="0" h="719" w="1958">
                    <a:moveTo>
                      <a:pt x="1813" y="1"/>
                    </a:moveTo>
                    <a:cubicBezTo>
                      <a:pt x="1802" y="1"/>
                      <a:pt x="1792" y="2"/>
                      <a:pt x="1782" y="6"/>
                    </a:cubicBezTo>
                    <a:cubicBezTo>
                      <a:pt x="1231" y="81"/>
                      <a:pt x="704" y="206"/>
                      <a:pt x="203" y="382"/>
                    </a:cubicBezTo>
                    <a:cubicBezTo>
                      <a:pt x="1" y="449"/>
                      <a:pt x="81" y="719"/>
                      <a:pt x="263" y="719"/>
                    </a:cubicBezTo>
                    <a:cubicBezTo>
                      <a:pt x="283" y="719"/>
                      <a:pt x="305" y="715"/>
                      <a:pt x="329" y="707"/>
                    </a:cubicBezTo>
                    <a:cubicBezTo>
                      <a:pt x="805" y="557"/>
                      <a:pt x="1306" y="432"/>
                      <a:pt x="1807" y="356"/>
                    </a:cubicBezTo>
                    <a:cubicBezTo>
                      <a:pt x="1882" y="331"/>
                      <a:pt x="1958" y="256"/>
                      <a:pt x="1958" y="156"/>
                    </a:cubicBezTo>
                    <a:cubicBezTo>
                      <a:pt x="1958" y="69"/>
                      <a:pt x="1882" y="1"/>
                      <a:pt x="181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0" name="Google Shape;3780;p48"/>
              <p:cNvSpPr/>
              <p:nvPr/>
            </p:nvSpPr>
            <p:spPr>
              <a:xfrm>
                <a:off x="-2017606" y="3065529"/>
                <a:ext cx="14136" cy="21515"/>
              </a:xfrm>
              <a:custGeom>
                <a:rect b="b" l="l" r="r" t="t"/>
                <a:pathLst>
                  <a:path extrusionOk="0" h="1070" w="703">
                    <a:moveTo>
                      <a:pt x="168" y="1"/>
                    </a:moveTo>
                    <a:cubicBezTo>
                      <a:pt x="153" y="1"/>
                      <a:pt x="139" y="3"/>
                      <a:pt x="126" y="7"/>
                    </a:cubicBezTo>
                    <a:cubicBezTo>
                      <a:pt x="76" y="32"/>
                      <a:pt x="26" y="57"/>
                      <a:pt x="26" y="107"/>
                    </a:cubicBezTo>
                    <a:cubicBezTo>
                      <a:pt x="1" y="157"/>
                      <a:pt x="1" y="182"/>
                      <a:pt x="1" y="233"/>
                    </a:cubicBezTo>
                    <a:cubicBezTo>
                      <a:pt x="76" y="508"/>
                      <a:pt x="201" y="784"/>
                      <a:pt x="351" y="1009"/>
                    </a:cubicBezTo>
                    <a:cubicBezTo>
                      <a:pt x="393" y="1051"/>
                      <a:pt x="442" y="1069"/>
                      <a:pt x="490" y="1069"/>
                    </a:cubicBezTo>
                    <a:cubicBezTo>
                      <a:pt x="529" y="1069"/>
                      <a:pt x="568" y="1057"/>
                      <a:pt x="602" y="1035"/>
                    </a:cubicBezTo>
                    <a:cubicBezTo>
                      <a:pt x="677" y="984"/>
                      <a:pt x="702" y="884"/>
                      <a:pt x="652" y="809"/>
                    </a:cubicBezTo>
                    <a:cubicBezTo>
                      <a:pt x="602" y="734"/>
                      <a:pt x="577" y="684"/>
                      <a:pt x="552" y="634"/>
                    </a:cubicBezTo>
                    <a:cubicBezTo>
                      <a:pt x="527" y="608"/>
                      <a:pt x="527" y="608"/>
                      <a:pt x="527" y="583"/>
                    </a:cubicBezTo>
                    <a:cubicBezTo>
                      <a:pt x="527" y="583"/>
                      <a:pt x="516" y="561"/>
                      <a:pt x="508" y="561"/>
                    </a:cubicBezTo>
                    <a:cubicBezTo>
                      <a:pt x="505" y="561"/>
                      <a:pt x="502" y="567"/>
                      <a:pt x="502" y="583"/>
                    </a:cubicBezTo>
                    <a:cubicBezTo>
                      <a:pt x="502" y="558"/>
                      <a:pt x="477" y="508"/>
                      <a:pt x="477" y="483"/>
                    </a:cubicBezTo>
                    <a:cubicBezTo>
                      <a:pt x="427" y="383"/>
                      <a:pt x="376" y="258"/>
                      <a:pt x="351" y="132"/>
                    </a:cubicBezTo>
                    <a:cubicBezTo>
                      <a:pt x="331" y="49"/>
                      <a:pt x="241" y="1"/>
                      <a:pt x="16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1" name="Google Shape;3781;p48"/>
              <p:cNvSpPr/>
              <p:nvPr/>
            </p:nvSpPr>
            <p:spPr>
              <a:xfrm>
                <a:off x="-2036748" y="3072506"/>
                <a:ext cx="17152" cy="21515"/>
              </a:xfrm>
              <a:custGeom>
                <a:rect b="b" l="l" r="r" t="t"/>
                <a:pathLst>
                  <a:path extrusionOk="0" h="1070" w="853">
                    <a:moveTo>
                      <a:pt x="214" y="1"/>
                    </a:moveTo>
                    <a:cubicBezTo>
                      <a:pt x="166" y="1"/>
                      <a:pt x="117" y="20"/>
                      <a:pt x="75" y="61"/>
                    </a:cubicBezTo>
                    <a:cubicBezTo>
                      <a:pt x="0" y="136"/>
                      <a:pt x="25" y="261"/>
                      <a:pt x="100" y="312"/>
                    </a:cubicBezTo>
                    <a:cubicBezTo>
                      <a:pt x="125" y="337"/>
                      <a:pt x="151" y="362"/>
                      <a:pt x="176" y="387"/>
                    </a:cubicBezTo>
                    <a:cubicBezTo>
                      <a:pt x="176" y="387"/>
                      <a:pt x="201" y="412"/>
                      <a:pt x="201" y="412"/>
                    </a:cubicBezTo>
                    <a:cubicBezTo>
                      <a:pt x="201" y="412"/>
                      <a:pt x="226" y="437"/>
                      <a:pt x="226" y="437"/>
                    </a:cubicBezTo>
                    <a:cubicBezTo>
                      <a:pt x="276" y="487"/>
                      <a:pt x="301" y="537"/>
                      <a:pt x="351" y="612"/>
                    </a:cubicBezTo>
                    <a:cubicBezTo>
                      <a:pt x="351" y="637"/>
                      <a:pt x="376" y="662"/>
                      <a:pt x="401" y="688"/>
                    </a:cubicBezTo>
                    <a:cubicBezTo>
                      <a:pt x="401" y="713"/>
                      <a:pt x="401" y="713"/>
                      <a:pt x="401" y="713"/>
                    </a:cubicBezTo>
                    <a:cubicBezTo>
                      <a:pt x="426" y="713"/>
                      <a:pt x="426" y="738"/>
                      <a:pt x="426" y="763"/>
                    </a:cubicBezTo>
                    <a:cubicBezTo>
                      <a:pt x="451" y="813"/>
                      <a:pt x="476" y="888"/>
                      <a:pt x="501" y="938"/>
                    </a:cubicBezTo>
                    <a:cubicBezTo>
                      <a:pt x="522" y="1021"/>
                      <a:pt x="612" y="1070"/>
                      <a:pt x="685" y="1070"/>
                    </a:cubicBezTo>
                    <a:cubicBezTo>
                      <a:pt x="700" y="1070"/>
                      <a:pt x="714" y="1068"/>
                      <a:pt x="727" y="1063"/>
                    </a:cubicBezTo>
                    <a:cubicBezTo>
                      <a:pt x="827" y="1013"/>
                      <a:pt x="852" y="913"/>
                      <a:pt x="827" y="838"/>
                    </a:cubicBezTo>
                    <a:cubicBezTo>
                      <a:pt x="727" y="537"/>
                      <a:pt x="552" y="261"/>
                      <a:pt x="326" y="36"/>
                    </a:cubicBezTo>
                    <a:cubicBezTo>
                      <a:pt x="292" y="13"/>
                      <a:pt x="253" y="1"/>
                      <a:pt x="21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2" name="Google Shape;3782;p48"/>
              <p:cNvSpPr/>
              <p:nvPr/>
            </p:nvSpPr>
            <p:spPr>
              <a:xfrm>
                <a:off x="-1984850" y="2869601"/>
                <a:ext cx="19162" cy="24933"/>
              </a:xfrm>
              <a:custGeom>
                <a:rect b="b" l="l" r="r" t="t"/>
                <a:pathLst>
                  <a:path extrusionOk="0" h="1240" w="953">
                    <a:moveTo>
                      <a:pt x="187" y="1"/>
                    </a:moveTo>
                    <a:cubicBezTo>
                      <a:pt x="157" y="1"/>
                      <a:pt x="127" y="9"/>
                      <a:pt x="101" y="27"/>
                    </a:cubicBezTo>
                    <a:cubicBezTo>
                      <a:pt x="1" y="77"/>
                      <a:pt x="1" y="202"/>
                      <a:pt x="51" y="277"/>
                    </a:cubicBezTo>
                    <a:cubicBezTo>
                      <a:pt x="226" y="578"/>
                      <a:pt x="427" y="879"/>
                      <a:pt x="602" y="1180"/>
                    </a:cubicBezTo>
                    <a:cubicBezTo>
                      <a:pt x="630" y="1221"/>
                      <a:pt x="680" y="1240"/>
                      <a:pt x="732" y="1240"/>
                    </a:cubicBezTo>
                    <a:cubicBezTo>
                      <a:pt x="775" y="1240"/>
                      <a:pt x="819" y="1227"/>
                      <a:pt x="853" y="1205"/>
                    </a:cubicBezTo>
                    <a:cubicBezTo>
                      <a:pt x="928" y="1154"/>
                      <a:pt x="953" y="1054"/>
                      <a:pt x="903" y="979"/>
                    </a:cubicBezTo>
                    <a:cubicBezTo>
                      <a:pt x="702" y="678"/>
                      <a:pt x="527" y="377"/>
                      <a:pt x="326" y="77"/>
                    </a:cubicBezTo>
                    <a:cubicBezTo>
                      <a:pt x="294" y="28"/>
                      <a:pt x="241" y="1"/>
                      <a:pt x="18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3" name="Google Shape;3783;p48"/>
              <p:cNvSpPr/>
              <p:nvPr/>
            </p:nvSpPr>
            <p:spPr>
              <a:xfrm>
                <a:off x="-1993919" y="2883033"/>
                <a:ext cx="14638" cy="19524"/>
              </a:xfrm>
              <a:custGeom>
                <a:rect b="b" l="l" r="r" t="t"/>
                <a:pathLst>
                  <a:path extrusionOk="0" h="971" w="728">
                    <a:moveTo>
                      <a:pt x="210" y="0"/>
                    </a:moveTo>
                    <a:cubicBezTo>
                      <a:pt x="173" y="0"/>
                      <a:pt x="135" y="13"/>
                      <a:pt x="101" y="35"/>
                    </a:cubicBezTo>
                    <a:cubicBezTo>
                      <a:pt x="51" y="35"/>
                      <a:pt x="26" y="85"/>
                      <a:pt x="26" y="136"/>
                    </a:cubicBezTo>
                    <a:cubicBezTo>
                      <a:pt x="0" y="186"/>
                      <a:pt x="26" y="236"/>
                      <a:pt x="51" y="261"/>
                    </a:cubicBezTo>
                    <a:cubicBezTo>
                      <a:pt x="176" y="486"/>
                      <a:pt x="301" y="687"/>
                      <a:pt x="401" y="887"/>
                    </a:cubicBezTo>
                    <a:cubicBezTo>
                      <a:pt x="431" y="946"/>
                      <a:pt x="486" y="970"/>
                      <a:pt x="542" y="970"/>
                    </a:cubicBezTo>
                    <a:cubicBezTo>
                      <a:pt x="581" y="970"/>
                      <a:pt x="621" y="958"/>
                      <a:pt x="652" y="938"/>
                    </a:cubicBezTo>
                    <a:cubicBezTo>
                      <a:pt x="702" y="913"/>
                      <a:pt x="727" y="862"/>
                      <a:pt x="727" y="837"/>
                    </a:cubicBezTo>
                    <a:cubicBezTo>
                      <a:pt x="727" y="787"/>
                      <a:pt x="727" y="737"/>
                      <a:pt x="702" y="687"/>
                    </a:cubicBezTo>
                    <a:cubicBezTo>
                      <a:pt x="577" y="486"/>
                      <a:pt x="452" y="286"/>
                      <a:pt x="326" y="60"/>
                    </a:cubicBezTo>
                    <a:cubicBezTo>
                      <a:pt x="299" y="19"/>
                      <a:pt x="256" y="0"/>
                      <a:pt x="21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4" name="Google Shape;3784;p48"/>
              <p:cNvSpPr/>
              <p:nvPr/>
            </p:nvSpPr>
            <p:spPr>
              <a:xfrm>
                <a:off x="-1819044" y="2920111"/>
                <a:ext cx="12607" cy="17574"/>
              </a:xfrm>
              <a:custGeom>
                <a:rect b="b" l="l" r="r" t="t"/>
                <a:pathLst>
                  <a:path extrusionOk="0" h="874" w="627">
                    <a:moveTo>
                      <a:pt x="222" y="1"/>
                    </a:moveTo>
                    <a:cubicBezTo>
                      <a:pt x="171" y="1"/>
                      <a:pt x="119" y="27"/>
                      <a:pt x="75" y="71"/>
                    </a:cubicBezTo>
                    <a:cubicBezTo>
                      <a:pt x="0" y="121"/>
                      <a:pt x="25" y="246"/>
                      <a:pt x="101" y="297"/>
                    </a:cubicBezTo>
                    <a:cubicBezTo>
                      <a:pt x="126" y="322"/>
                      <a:pt x="151" y="347"/>
                      <a:pt x="151" y="372"/>
                    </a:cubicBezTo>
                    <a:cubicBezTo>
                      <a:pt x="151" y="356"/>
                      <a:pt x="151" y="350"/>
                      <a:pt x="144" y="342"/>
                    </a:cubicBezTo>
                    <a:lnTo>
                      <a:pt x="144" y="342"/>
                    </a:lnTo>
                    <a:cubicBezTo>
                      <a:pt x="176" y="378"/>
                      <a:pt x="197" y="414"/>
                      <a:pt x="215" y="451"/>
                    </a:cubicBezTo>
                    <a:lnTo>
                      <a:pt x="215" y="451"/>
                    </a:lnTo>
                    <a:cubicBezTo>
                      <a:pt x="212" y="448"/>
                      <a:pt x="207" y="447"/>
                      <a:pt x="201" y="447"/>
                    </a:cubicBezTo>
                    <a:cubicBezTo>
                      <a:pt x="251" y="497"/>
                      <a:pt x="276" y="572"/>
                      <a:pt x="276" y="622"/>
                    </a:cubicBezTo>
                    <a:cubicBezTo>
                      <a:pt x="276" y="654"/>
                      <a:pt x="276" y="681"/>
                      <a:pt x="276" y="698"/>
                    </a:cubicBezTo>
                    <a:cubicBezTo>
                      <a:pt x="276" y="798"/>
                      <a:pt x="376" y="873"/>
                      <a:pt x="476" y="873"/>
                    </a:cubicBezTo>
                    <a:cubicBezTo>
                      <a:pt x="577" y="873"/>
                      <a:pt x="627" y="773"/>
                      <a:pt x="627" y="673"/>
                    </a:cubicBezTo>
                    <a:cubicBezTo>
                      <a:pt x="627" y="447"/>
                      <a:pt x="502" y="196"/>
                      <a:pt x="326" y="46"/>
                    </a:cubicBezTo>
                    <a:cubicBezTo>
                      <a:pt x="295" y="14"/>
                      <a:pt x="259" y="1"/>
                      <a:pt x="2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5" name="Google Shape;3785;p48"/>
              <p:cNvSpPr/>
              <p:nvPr/>
            </p:nvSpPr>
            <p:spPr>
              <a:xfrm>
                <a:off x="-1838206" y="2921841"/>
                <a:ext cx="18680" cy="24793"/>
              </a:xfrm>
              <a:custGeom>
                <a:rect b="b" l="l" r="r" t="t"/>
                <a:pathLst>
                  <a:path extrusionOk="0" h="1233" w="929">
                    <a:moveTo>
                      <a:pt x="232" y="0"/>
                    </a:moveTo>
                    <a:cubicBezTo>
                      <a:pt x="191" y="0"/>
                      <a:pt x="146" y="13"/>
                      <a:pt x="101" y="35"/>
                    </a:cubicBezTo>
                    <a:cubicBezTo>
                      <a:pt x="26" y="85"/>
                      <a:pt x="1" y="211"/>
                      <a:pt x="76" y="286"/>
                    </a:cubicBezTo>
                    <a:cubicBezTo>
                      <a:pt x="176" y="411"/>
                      <a:pt x="252" y="561"/>
                      <a:pt x="352" y="687"/>
                    </a:cubicBezTo>
                    <a:cubicBezTo>
                      <a:pt x="377" y="737"/>
                      <a:pt x="377" y="762"/>
                      <a:pt x="402" y="787"/>
                    </a:cubicBezTo>
                    <a:cubicBezTo>
                      <a:pt x="427" y="812"/>
                      <a:pt x="427" y="837"/>
                      <a:pt x="427" y="862"/>
                    </a:cubicBezTo>
                    <a:cubicBezTo>
                      <a:pt x="447" y="862"/>
                      <a:pt x="467" y="894"/>
                      <a:pt x="461" y="894"/>
                    </a:cubicBezTo>
                    <a:cubicBezTo>
                      <a:pt x="460" y="894"/>
                      <a:pt x="457" y="892"/>
                      <a:pt x="452" y="887"/>
                    </a:cubicBezTo>
                    <a:lnTo>
                      <a:pt x="452" y="887"/>
                    </a:lnTo>
                    <a:cubicBezTo>
                      <a:pt x="502" y="962"/>
                      <a:pt x="527" y="1038"/>
                      <a:pt x="577" y="1113"/>
                    </a:cubicBezTo>
                    <a:cubicBezTo>
                      <a:pt x="596" y="1186"/>
                      <a:pt x="654" y="1233"/>
                      <a:pt x="724" y="1233"/>
                    </a:cubicBezTo>
                    <a:cubicBezTo>
                      <a:pt x="749" y="1233"/>
                      <a:pt x="776" y="1227"/>
                      <a:pt x="803" y="1213"/>
                    </a:cubicBezTo>
                    <a:cubicBezTo>
                      <a:pt x="878" y="1188"/>
                      <a:pt x="928" y="1088"/>
                      <a:pt x="903" y="988"/>
                    </a:cubicBezTo>
                    <a:cubicBezTo>
                      <a:pt x="753" y="662"/>
                      <a:pt x="577" y="361"/>
                      <a:pt x="352" y="60"/>
                    </a:cubicBezTo>
                    <a:cubicBezTo>
                      <a:pt x="324" y="19"/>
                      <a:pt x="281"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6" name="Google Shape;3786;p48"/>
              <p:cNvSpPr/>
              <p:nvPr/>
            </p:nvSpPr>
            <p:spPr>
              <a:xfrm>
                <a:off x="-1834145" y="3020548"/>
                <a:ext cx="40557" cy="30403"/>
              </a:xfrm>
              <a:custGeom>
                <a:rect b="b" l="l" r="r" t="t"/>
                <a:pathLst>
                  <a:path extrusionOk="0" h="1512" w="2017">
                    <a:moveTo>
                      <a:pt x="1758" y="0"/>
                    </a:moveTo>
                    <a:cubicBezTo>
                      <a:pt x="1712" y="0"/>
                      <a:pt x="1666" y="19"/>
                      <a:pt x="1628" y="64"/>
                    </a:cubicBezTo>
                    <a:cubicBezTo>
                      <a:pt x="1253" y="565"/>
                      <a:pt x="751" y="941"/>
                      <a:pt x="175" y="1166"/>
                    </a:cubicBezTo>
                    <a:cubicBezTo>
                      <a:pt x="1" y="1253"/>
                      <a:pt x="72" y="1511"/>
                      <a:pt x="226" y="1511"/>
                    </a:cubicBezTo>
                    <a:cubicBezTo>
                      <a:pt x="249" y="1511"/>
                      <a:pt x="274" y="1505"/>
                      <a:pt x="300" y="1492"/>
                    </a:cubicBezTo>
                    <a:cubicBezTo>
                      <a:pt x="927" y="1241"/>
                      <a:pt x="1503" y="840"/>
                      <a:pt x="1904" y="314"/>
                    </a:cubicBezTo>
                    <a:cubicBezTo>
                      <a:pt x="2017" y="164"/>
                      <a:pt x="1891" y="0"/>
                      <a:pt x="175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7" name="Google Shape;3787;p48"/>
              <p:cNvSpPr/>
              <p:nvPr/>
            </p:nvSpPr>
            <p:spPr>
              <a:xfrm>
                <a:off x="-1812992" y="3024429"/>
                <a:ext cx="16146" cy="17232"/>
              </a:xfrm>
              <a:custGeom>
                <a:rect b="b" l="l" r="r" t="t"/>
                <a:pathLst>
                  <a:path extrusionOk="0" h="857" w="803">
                    <a:moveTo>
                      <a:pt x="193" y="1"/>
                    </a:moveTo>
                    <a:cubicBezTo>
                      <a:pt x="125" y="1"/>
                      <a:pt x="68" y="42"/>
                      <a:pt x="50" y="96"/>
                    </a:cubicBezTo>
                    <a:cubicBezTo>
                      <a:pt x="0" y="171"/>
                      <a:pt x="50" y="297"/>
                      <a:pt x="125" y="322"/>
                    </a:cubicBezTo>
                    <a:cubicBezTo>
                      <a:pt x="142" y="338"/>
                      <a:pt x="170" y="355"/>
                      <a:pt x="194" y="364"/>
                    </a:cubicBezTo>
                    <a:lnTo>
                      <a:pt x="194" y="364"/>
                    </a:lnTo>
                    <a:cubicBezTo>
                      <a:pt x="189" y="361"/>
                      <a:pt x="184" y="355"/>
                      <a:pt x="175" y="347"/>
                    </a:cubicBezTo>
                    <a:lnTo>
                      <a:pt x="175" y="347"/>
                    </a:lnTo>
                    <a:cubicBezTo>
                      <a:pt x="186" y="354"/>
                      <a:pt x="197" y="361"/>
                      <a:pt x="207" y="369"/>
                    </a:cubicBezTo>
                    <a:lnTo>
                      <a:pt x="207" y="369"/>
                    </a:lnTo>
                    <a:cubicBezTo>
                      <a:pt x="203" y="367"/>
                      <a:pt x="198" y="366"/>
                      <a:pt x="194" y="364"/>
                    </a:cubicBezTo>
                    <a:lnTo>
                      <a:pt x="194" y="364"/>
                    </a:lnTo>
                    <a:cubicBezTo>
                      <a:pt x="200" y="369"/>
                      <a:pt x="204" y="371"/>
                      <a:pt x="210" y="371"/>
                    </a:cubicBezTo>
                    <a:lnTo>
                      <a:pt x="210" y="371"/>
                    </a:lnTo>
                    <a:cubicBezTo>
                      <a:pt x="209" y="370"/>
                      <a:pt x="208" y="370"/>
                      <a:pt x="207" y="369"/>
                    </a:cubicBezTo>
                    <a:lnTo>
                      <a:pt x="207" y="369"/>
                    </a:lnTo>
                    <a:cubicBezTo>
                      <a:pt x="214" y="371"/>
                      <a:pt x="220" y="372"/>
                      <a:pt x="226" y="372"/>
                    </a:cubicBezTo>
                    <a:cubicBezTo>
                      <a:pt x="219" y="372"/>
                      <a:pt x="214" y="372"/>
                      <a:pt x="210" y="371"/>
                    </a:cubicBezTo>
                    <a:lnTo>
                      <a:pt x="210" y="371"/>
                    </a:lnTo>
                    <a:cubicBezTo>
                      <a:pt x="266" y="413"/>
                      <a:pt x="305" y="455"/>
                      <a:pt x="326" y="497"/>
                    </a:cubicBezTo>
                    <a:cubicBezTo>
                      <a:pt x="326" y="481"/>
                      <a:pt x="326" y="475"/>
                      <a:pt x="319" y="466"/>
                    </a:cubicBezTo>
                    <a:lnTo>
                      <a:pt x="319" y="466"/>
                    </a:lnTo>
                    <a:cubicBezTo>
                      <a:pt x="350" y="500"/>
                      <a:pt x="379" y="542"/>
                      <a:pt x="402" y="578"/>
                    </a:cubicBezTo>
                    <a:lnTo>
                      <a:pt x="402" y="578"/>
                    </a:lnTo>
                    <a:cubicBezTo>
                      <a:pt x="401" y="576"/>
                      <a:pt x="401" y="574"/>
                      <a:pt x="401" y="572"/>
                    </a:cubicBezTo>
                    <a:lnTo>
                      <a:pt x="401" y="572"/>
                    </a:lnTo>
                    <a:cubicBezTo>
                      <a:pt x="402" y="576"/>
                      <a:pt x="404" y="581"/>
                      <a:pt x="405" y="585"/>
                    </a:cubicBezTo>
                    <a:lnTo>
                      <a:pt x="405" y="585"/>
                    </a:lnTo>
                    <a:cubicBezTo>
                      <a:pt x="404" y="583"/>
                      <a:pt x="403" y="581"/>
                      <a:pt x="402" y="578"/>
                    </a:cubicBezTo>
                    <a:lnTo>
                      <a:pt x="402" y="578"/>
                    </a:lnTo>
                    <a:cubicBezTo>
                      <a:pt x="403" y="588"/>
                      <a:pt x="408" y="598"/>
                      <a:pt x="413" y="605"/>
                    </a:cubicBezTo>
                    <a:lnTo>
                      <a:pt x="413" y="605"/>
                    </a:lnTo>
                    <a:cubicBezTo>
                      <a:pt x="410" y="599"/>
                      <a:pt x="408" y="592"/>
                      <a:pt x="405" y="585"/>
                    </a:cubicBezTo>
                    <a:lnTo>
                      <a:pt x="405" y="585"/>
                    </a:lnTo>
                    <a:cubicBezTo>
                      <a:pt x="413" y="598"/>
                      <a:pt x="420" y="611"/>
                      <a:pt x="426" y="622"/>
                    </a:cubicBezTo>
                    <a:cubicBezTo>
                      <a:pt x="426" y="622"/>
                      <a:pt x="419" y="615"/>
                      <a:pt x="413" y="605"/>
                    </a:cubicBezTo>
                    <a:lnTo>
                      <a:pt x="413" y="605"/>
                    </a:lnTo>
                    <a:cubicBezTo>
                      <a:pt x="434" y="663"/>
                      <a:pt x="455" y="705"/>
                      <a:pt x="476" y="748"/>
                    </a:cubicBezTo>
                    <a:cubicBezTo>
                      <a:pt x="495" y="824"/>
                      <a:pt x="558" y="857"/>
                      <a:pt x="632" y="857"/>
                    </a:cubicBezTo>
                    <a:cubicBezTo>
                      <a:pt x="654" y="857"/>
                      <a:pt x="678" y="854"/>
                      <a:pt x="702" y="848"/>
                    </a:cubicBezTo>
                    <a:cubicBezTo>
                      <a:pt x="727" y="848"/>
                      <a:pt x="777" y="798"/>
                      <a:pt x="802" y="773"/>
                    </a:cubicBezTo>
                    <a:cubicBezTo>
                      <a:pt x="802" y="723"/>
                      <a:pt x="802" y="673"/>
                      <a:pt x="802" y="622"/>
                    </a:cubicBezTo>
                    <a:cubicBezTo>
                      <a:pt x="727" y="347"/>
                      <a:pt x="526" y="121"/>
                      <a:pt x="276" y="21"/>
                    </a:cubicBezTo>
                    <a:cubicBezTo>
                      <a:pt x="248" y="7"/>
                      <a:pt x="220" y="1"/>
                      <a:pt x="19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8" name="Google Shape;3788;p48"/>
              <p:cNvSpPr/>
              <p:nvPr/>
            </p:nvSpPr>
            <p:spPr>
              <a:xfrm>
                <a:off x="-1826604" y="3033699"/>
                <a:ext cx="19162" cy="20892"/>
              </a:xfrm>
              <a:custGeom>
                <a:rect b="b" l="l" r="r" t="t"/>
                <a:pathLst>
                  <a:path extrusionOk="0" h="1039" w="953">
                    <a:moveTo>
                      <a:pt x="157" y="1"/>
                    </a:moveTo>
                    <a:cubicBezTo>
                      <a:pt x="123" y="1"/>
                      <a:pt x="93" y="18"/>
                      <a:pt x="76" y="36"/>
                    </a:cubicBezTo>
                    <a:cubicBezTo>
                      <a:pt x="25" y="61"/>
                      <a:pt x="0" y="111"/>
                      <a:pt x="0" y="136"/>
                    </a:cubicBezTo>
                    <a:cubicBezTo>
                      <a:pt x="0" y="186"/>
                      <a:pt x="0" y="237"/>
                      <a:pt x="25" y="287"/>
                    </a:cubicBezTo>
                    <a:cubicBezTo>
                      <a:pt x="226" y="512"/>
                      <a:pt x="426" y="738"/>
                      <a:pt x="627" y="963"/>
                    </a:cubicBezTo>
                    <a:cubicBezTo>
                      <a:pt x="677" y="988"/>
                      <a:pt x="702" y="1014"/>
                      <a:pt x="752" y="1039"/>
                    </a:cubicBezTo>
                    <a:cubicBezTo>
                      <a:pt x="802" y="1039"/>
                      <a:pt x="852" y="1039"/>
                      <a:pt x="878" y="1014"/>
                    </a:cubicBezTo>
                    <a:cubicBezTo>
                      <a:pt x="928" y="988"/>
                      <a:pt x="953" y="938"/>
                      <a:pt x="953" y="888"/>
                    </a:cubicBezTo>
                    <a:cubicBezTo>
                      <a:pt x="953" y="863"/>
                      <a:pt x="953" y="788"/>
                      <a:pt x="928" y="763"/>
                    </a:cubicBezTo>
                    <a:cubicBezTo>
                      <a:pt x="727" y="537"/>
                      <a:pt x="527" y="312"/>
                      <a:pt x="326" y="86"/>
                    </a:cubicBezTo>
                    <a:cubicBezTo>
                      <a:pt x="276" y="36"/>
                      <a:pt x="251" y="11"/>
                      <a:pt x="201" y="11"/>
                    </a:cubicBezTo>
                    <a:cubicBezTo>
                      <a:pt x="186" y="4"/>
                      <a:pt x="171" y="1"/>
                      <a:pt x="15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9" name="Google Shape;3789;p48"/>
              <p:cNvSpPr/>
              <p:nvPr/>
            </p:nvSpPr>
            <p:spPr>
              <a:xfrm>
                <a:off x="-1843233" y="3120965"/>
                <a:ext cx="12607" cy="18921"/>
              </a:xfrm>
              <a:custGeom>
                <a:rect b="b" l="l" r="r" t="t"/>
                <a:pathLst>
                  <a:path extrusionOk="0" h="941" w="627">
                    <a:moveTo>
                      <a:pt x="178" y="0"/>
                    </a:moveTo>
                    <a:cubicBezTo>
                      <a:pt x="161" y="0"/>
                      <a:pt x="143" y="2"/>
                      <a:pt x="126" y="7"/>
                    </a:cubicBezTo>
                    <a:cubicBezTo>
                      <a:pt x="50" y="32"/>
                      <a:pt x="0" y="157"/>
                      <a:pt x="25" y="232"/>
                    </a:cubicBezTo>
                    <a:cubicBezTo>
                      <a:pt x="101" y="433"/>
                      <a:pt x="176" y="633"/>
                      <a:pt x="251" y="834"/>
                    </a:cubicBezTo>
                    <a:cubicBezTo>
                      <a:pt x="292" y="896"/>
                      <a:pt x="367" y="941"/>
                      <a:pt x="435" y="941"/>
                    </a:cubicBezTo>
                    <a:cubicBezTo>
                      <a:pt x="449" y="941"/>
                      <a:pt x="463" y="939"/>
                      <a:pt x="476" y="934"/>
                    </a:cubicBezTo>
                    <a:cubicBezTo>
                      <a:pt x="577" y="909"/>
                      <a:pt x="627" y="784"/>
                      <a:pt x="602" y="709"/>
                    </a:cubicBezTo>
                    <a:lnTo>
                      <a:pt x="351" y="107"/>
                    </a:lnTo>
                    <a:cubicBezTo>
                      <a:pt x="331" y="45"/>
                      <a:pt x="259" y="0"/>
                      <a:pt x="1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0" name="Google Shape;3790;p48"/>
              <p:cNvSpPr/>
              <p:nvPr/>
            </p:nvSpPr>
            <p:spPr>
              <a:xfrm>
                <a:off x="-1856343" y="3126133"/>
                <a:ext cx="11099" cy="18861"/>
              </a:xfrm>
              <a:custGeom>
                <a:rect b="b" l="l" r="r" t="t"/>
                <a:pathLst>
                  <a:path extrusionOk="0" h="938" w="552">
                    <a:moveTo>
                      <a:pt x="176" y="1"/>
                    </a:moveTo>
                    <a:cubicBezTo>
                      <a:pt x="76" y="1"/>
                      <a:pt x="1" y="101"/>
                      <a:pt x="1" y="176"/>
                    </a:cubicBezTo>
                    <a:cubicBezTo>
                      <a:pt x="26" y="427"/>
                      <a:pt x="101" y="652"/>
                      <a:pt x="226" y="878"/>
                    </a:cubicBezTo>
                    <a:cubicBezTo>
                      <a:pt x="254" y="919"/>
                      <a:pt x="304" y="938"/>
                      <a:pt x="356" y="938"/>
                    </a:cubicBezTo>
                    <a:cubicBezTo>
                      <a:pt x="399" y="938"/>
                      <a:pt x="443" y="925"/>
                      <a:pt x="477" y="903"/>
                    </a:cubicBezTo>
                    <a:cubicBezTo>
                      <a:pt x="502" y="878"/>
                      <a:pt x="552" y="828"/>
                      <a:pt x="552" y="803"/>
                    </a:cubicBezTo>
                    <a:cubicBezTo>
                      <a:pt x="552" y="752"/>
                      <a:pt x="552" y="702"/>
                      <a:pt x="527" y="652"/>
                    </a:cubicBezTo>
                    <a:cubicBezTo>
                      <a:pt x="502" y="652"/>
                      <a:pt x="502" y="627"/>
                      <a:pt x="502" y="627"/>
                    </a:cubicBezTo>
                    <a:cubicBezTo>
                      <a:pt x="502" y="602"/>
                      <a:pt x="477" y="602"/>
                      <a:pt x="477" y="602"/>
                    </a:cubicBezTo>
                    <a:cubicBezTo>
                      <a:pt x="477" y="577"/>
                      <a:pt x="452" y="527"/>
                      <a:pt x="452" y="502"/>
                    </a:cubicBezTo>
                    <a:cubicBezTo>
                      <a:pt x="431" y="438"/>
                      <a:pt x="409" y="393"/>
                      <a:pt x="388" y="335"/>
                    </a:cubicBezTo>
                    <a:lnTo>
                      <a:pt x="388" y="335"/>
                    </a:lnTo>
                    <a:cubicBezTo>
                      <a:pt x="392" y="340"/>
                      <a:pt x="396" y="346"/>
                      <a:pt x="402" y="351"/>
                    </a:cubicBezTo>
                    <a:cubicBezTo>
                      <a:pt x="377" y="276"/>
                      <a:pt x="377" y="226"/>
                      <a:pt x="351" y="151"/>
                    </a:cubicBezTo>
                    <a:cubicBezTo>
                      <a:pt x="351" y="51"/>
                      <a:pt x="276" y="1"/>
                      <a:pt x="1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1" name="Google Shape;3791;p48"/>
              <p:cNvSpPr/>
              <p:nvPr/>
            </p:nvSpPr>
            <p:spPr>
              <a:xfrm>
                <a:off x="-1981834" y="2968390"/>
                <a:ext cx="9611" cy="7581"/>
              </a:xfrm>
              <a:custGeom>
                <a:rect b="b" l="l" r="r" t="t"/>
                <a:pathLst>
                  <a:path extrusionOk="0" h="377" w="478">
                    <a:moveTo>
                      <a:pt x="227" y="1"/>
                    </a:moveTo>
                    <a:cubicBezTo>
                      <a:pt x="1" y="26"/>
                      <a:pt x="26" y="377"/>
                      <a:pt x="252" y="377"/>
                    </a:cubicBezTo>
                    <a:cubicBezTo>
                      <a:pt x="477" y="352"/>
                      <a:pt x="452" y="1"/>
                      <a:pt x="2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2" name="Google Shape;3792;p48"/>
              <p:cNvSpPr/>
              <p:nvPr/>
            </p:nvSpPr>
            <p:spPr>
              <a:xfrm>
                <a:off x="-2076561" y="3029376"/>
                <a:ext cx="8586" cy="8586"/>
              </a:xfrm>
              <a:custGeom>
                <a:rect b="b" l="l" r="r" t="t"/>
                <a:pathLst>
                  <a:path extrusionOk="0" h="427" w="427">
                    <a:moveTo>
                      <a:pt x="176" y="0"/>
                    </a:moveTo>
                    <a:cubicBezTo>
                      <a:pt x="151" y="0"/>
                      <a:pt x="100" y="26"/>
                      <a:pt x="75" y="51"/>
                    </a:cubicBezTo>
                    <a:cubicBezTo>
                      <a:pt x="75" y="51"/>
                      <a:pt x="75" y="51"/>
                      <a:pt x="50" y="76"/>
                    </a:cubicBezTo>
                    <a:cubicBezTo>
                      <a:pt x="25" y="101"/>
                      <a:pt x="25" y="101"/>
                      <a:pt x="25" y="126"/>
                    </a:cubicBezTo>
                    <a:cubicBezTo>
                      <a:pt x="0" y="151"/>
                      <a:pt x="0" y="176"/>
                      <a:pt x="0" y="201"/>
                    </a:cubicBezTo>
                    <a:cubicBezTo>
                      <a:pt x="0" y="226"/>
                      <a:pt x="25" y="251"/>
                      <a:pt x="25" y="276"/>
                    </a:cubicBezTo>
                    <a:cubicBezTo>
                      <a:pt x="50" y="276"/>
                      <a:pt x="50" y="301"/>
                      <a:pt x="75" y="326"/>
                    </a:cubicBezTo>
                    <a:cubicBezTo>
                      <a:pt x="100" y="351"/>
                      <a:pt x="125" y="351"/>
                      <a:pt x="151" y="376"/>
                    </a:cubicBezTo>
                    <a:cubicBezTo>
                      <a:pt x="176" y="401"/>
                      <a:pt x="201" y="427"/>
                      <a:pt x="226" y="427"/>
                    </a:cubicBezTo>
                    <a:lnTo>
                      <a:pt x="276" y="427"/>
                    </a:lnTo>
                    <a:cubicBezTo>
                      <a:pt x="301" y="427"/>
                      <a:pt x="326" y="401"/>
                      <a:pt x="351" y="401"/>
                    </a:cubicBezTo>
                    <a:cubicBezTo>
                      <a:pt x="376" y="376"/>
                      <a:pt x="376" y="376"/>
                      <a:pt x="401" y="351"/>
                    </a:cubicBezTo>
                    <a:cubicBezTo>
                      <a:pt x="401" y="351"/>
                      <a:pt x="426" y="326"/>
                      <a:pt x="426" y="301"/>
                    </a:cubicBezTo>
                    <a:cubicBezTo>
                      <a:pt x="426" y="276"/>
                      <a:pt x="426" y="251"/>
                      <a:pt x="426" y="226"/>
                    </a:cubicBezTo>
                    <a:cubicBezTo>
                      <a:pt x="426" y="201"/>
                      <a:pt x="426" y="176"/>
                      <a:pt x="426" y="176"/>
                    </a:cubicBezTo>
                    <a:cubicBezTo>
                      <a:pt x="401" y="151"/>
                      <a:pt x="401" y="126"/>
                      <a:pt x="376" y="101"/>
                    </a:cubicBezTo>
                    <a:cubicBezTo>
                      <a:pt x="351" y="101"/>
                      <a:pt x="326" y="76"/>
                      <a:pt x="301" y="51"/>
                    </a:cubicBezTo>
                    <a:cubicBezTo>
                      <a:pt x="276" y="26"/>
                      <a:pt x="251" y="26"/>
                      <a:pt x="22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3" name="Google Shape;3793;p48"/>
              <p:cNvSpPr/>
              <p:nvPr/>
            </p:nvSpPr>
            <p:spPr>
              <a:xfrm>
                <a:off x="-1767991" y="2967384"/>
                <a:ext cx="9430" cy="7098"/>
              </a:xfrm>
              <a:custGeom>
                <a:rect b="b" l="l" r="r" t="t"/>
                <a:pathLst>
                  <a:path extrusionOk="0" h="353" w="469">
                    <a:moveTo>
                      <a:pt x="218" y="1"/>
                    </a:moveTo>
                    <a:cubicBezTo>
                      <a:pt x="0" y="25"/>
                      <a:pt x="16" y="353"/>
                      <a:pt x="221" y="353"/>
                    </a:cubicBezTo>
                    <a:cubicBezTo>
                      <a:pt x="228" y="353"/>
                      <a:pt x="235" y="352"/>
                      <a:pt x="243" y="352"/>
                    </a:cubicBezTo>
                    <a:cubicBezTo>
                      <a:pt x="469" y="352"/>
                      <a:pt x="444" y="1"/>
                      <a:pt x="21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4" name="Google Shape;3794;p48"/>
              <p:cNvSpPr/>
              <p:nvPr/>
            </p:nvSpPr>
            <p:spPr>
              <a:xfrm>
                <a:off x="-1781604" y="2900366"/>
                <a:ext cx="9451" cy="7098"/>
              </a:xfrm>
              <a:custGeom>
                <a:rect b="b" l="l" r="r" t="t"/>
                <a:pathLst>
                  <a:path extrusionOk="0" h="353" w="470">
                    <a:moveTo>
                      <a:pt x="218" y="0"/>
                    </a:moveTo>
                    <a:cubicBezTo>
                      <a:pt x="1" y="25"/>
                      <a:pt x="17" y="353"/>
                      <a:pt x="221" y="353"/>
                    </a:cubicBezTo>
                    <a:cubicBezTo>
                      <a:pt x="228" y="353"/>
                      <a:pt x="236" y="352"/>
                      <a:pt x="244" y="351"/>
                    </a:cubicBezTo>
                    <a:cubicBezTo>
                      <a:pt x="469" y="351"/>
                      <a:pt x="444" y="0"/>
                      <a:pt x="21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95" name="Google Shape;3795;p48"/>
            <p:cNvGrpSpPr/>
            <p:nvPr/>
          </p:nvGrpSpPr>
          <p:grpSpPr>
            <a:xfrm flipH="1">
              <a:off x="6082228" y="2775938"/>
              <a:ext cx="156235" cy="176484"/>
              <a:chOff x="-1920447" y="2054275"/>
              <a:chExt cx="156235" cy="176484"/>
            </a:xfrm>
          </p:grpSpPr>
          <p:sp>
            <p:nvSpPr>
              <p:cNvPr id="3796" name="Google Shape;3796;p48"/>
              <p:cNvSpPr/>
              <p:nvPr/>
            </p:nvSpPr>
            <p:spPr>
              <a:xfrm>
                <a:off x="-1835493" y="2054275"/>
                <a:ext cx="71281" cy="88312"/>
              </a:xfrm>
              <a:custGeom>
                <a:rect b="b" l="l" r="r" t="t"/>
                <a:pathLst>
                  <a:path extrusionOk="0" h="4392" w="3545">
                    <a:moveTo>
                      <a:pt x="218" y="0"/>
                    </a:moveTo>
                    <a:cubicBezTo>
                      <a:pt x="51" y="0"/>
                      <a:pt x="1" y="260"/>
                      <a:pt x="186" y="307"/>
                    </a:cubicBezTo>
                    <a:cubicBezTo>
                      <a:pt x="1991" y="733"/>
                      <a:pt x="3219" y="2387"/>
                      <a:pt x="3143" y="4241"/>
                    </a:cubicBezTo>
                    <a:cubicBezTo>
                      <a:pt x="3143" y="4342"/>
                      <a:pt x="3225" y="4392"/>
                      <a:pt x="3306" y="4392"/>
                    </a:cubicBezTo>
                    <a:cubicBezTo>
                      <a:pt x="3388" y="4392"/>
                      <a:pt x="3469" y="4342"/>
                      <a:pt x="3469" y="4241"/>
                    </a:cubicBezTo>
                    <a:cubicBezTo>
                      <a:pt x="3544" y="2236"/>
                      <a:pt x="2191" y="457"/>
                      <a:pt x="261" y="6"/>
                    </a:cubicBezTo>
                    <a:cubicBezTo>
                      <a:pt x="246" y="2"/>
                      <a:pt x="231" y="0"/>
                      <a:pt x="2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7" name="Google Shape;3797;p48"/>
              <p:cNvSpPr/>
              <p:nvPr/>
            </p:nvSpPr>
            <p:spPr>
              <a:xfrm>
                <a:off x="-1912907" y="2071507"/>
                <a:ext cx="117951" cy="108379"/>
              </a:xfrm>
              <a:custGeom>
                <a:rect b="b" l="l" r="r" t="t"/>
                <a:pathLst>
                  <a:path extrusionOk="0" h="5390" w="5866">
                    <a:moveTo>
                      <a:pt x="5653" y="1"/>
                    </a:moveTo>
                    <a:cubicBezTo>
                      <a:pt x="5571" y="1"/>
                      <a:pt x="5490" y="51"/>
                      <a:pt x="5490" y="151"/>
                    </a:cubicBezTo>
                    <a:cubicBezTo>
                      <a:pt x="5515" y="903"/>
                      <a:pt x="5264" y="1630"/>
                      <a:pt x="4938" y="2282"/>
                    </a:cubicBezTo>
                    <a:cubicBezTo>
                      <a:pt x="4638" y="2883"/>
                      <a:pt x="4287" y="3485"/>
                      <a:pt x="3810" y="3936"/>
                    </a:cubicBezTo>
                    <a:cubicBezTo>
                      <a:pt x="2858" y="4838"/>
                      <a:pt x="1455" y="4963"/>
                      <a:pt x="201" y="5064"/>
                    </a:cubicBezTo>
                    <a:cubicBezTo>
                      <a:pt x="1" y="5064"/>
                      <a:pt x="1" y="5389"/>
                      <a:pt x="201" y="5389"/>
                    </a:cubicBezTo>
                    <a:cubicBezTo>
                      <a:pt x="828" y="5339"/>
                      <a:pt x="1430" y="5289"/>
                      <a:pt x="2056" y="5139"/>
                    </a:cubicBezTo>
                    <a:cubicBezTo>
                      <a:pt x="2557" y="5039"/>
                      <a:pt x="3059" y="4863"/>
                      <a:pt x="3510" y="4587"/>
                    </a:cubicBezTo>
                    <a:cubicBezTo>
                      <a:pt x="3961" y="4287"/>
                      <a:pt x="4337" y="3886"/>
                      <a:pt x="4638" y="3435"/>
                    </a:cubicBezTo>
                    <a:cubicBezTo>
                      <a:pt x="5289" y="2482"/>
                      <a:pt x="5866" y="1329"/>
                      <a:pt x="5816" y="151"/>
                    </a:cubicBezTo>
                    <a:cubicBezTo>
                      <a:pt x="5816" y="51"/>
                      <a:pt x="5734" y="1"/>
                      <a:pt x="56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8" name="Google Shape;3798;p48"/>
              <p:cNvSpPr/>
              <p:nvPr/>
            </p:nvSpPr>
            <p:spPr>
              <a:xfrm>
                <a:off x="-1920447" y="2185477"/>
                <a:ext cx="127361" cy="45282"/>
              </a:xfrm>
              <a:custGeom>
                <a:rect b="b" l="l" r="r" t="t"/>
                <a:pathLst>
                  <a:path extrusionOk="0" h="2252" w="6334">
                    <a:moveTo>
                      <a:pt x="6095" y="1"/>
                    </a:moveTo>
                    <a:cubicBezTo>
                      <a:pt x="6059" y="1"/>
                      <a:pt x="6023" y="14"/>
                      <a:pt x="5990" y="47"/>
                    </a:cubicBezTo>
                    <a:cubicBezTo>
                      <a:pt x="4649" y="1258"/>
                      <a:pt x="2879" y="1928"/>
                      <a:pt x="1083" y="1928"/>
                    </a:cubicBezTo>
                    <a:cubicBezTo>
                      <a:pt x="797" y="1928"/>
                      <a:pt x="511" y="1911"/>
                      <a:pt x="226" y="1877"/>
                    </a:cubicBezTo>
                    <a:cubicBezTo>
                      <a:pt x="217" y="1876"/>
                      <a:pt x="209" y="1875"/>
                      <a:pt x="201" y="1875"/>
                    </a:cubicBezTo>
                    <a:cubicBezTo>
                      <a:pt x="0" y="1875"/>
                      <a:pt x="8" y="2179"/>
                      <a:pt x="226" y="2203"/>
                    </a:cubicBezTo>
                    <a:cubicBezTo>
                      <a:pt x="507" y="2235"/>
                      <a:pt x="788" y="2251"/>
                      <a:pt x="1070" y="2251"/>
                    </a:cubicBezTo>
                    <a:cubicBezTo>
                      <a:pt x="2946" y="2251"/>
                      <a:pt x="4799" y="1537"/>
                      <a:pt x="6216" y="273"/>
                    </a:cubicBezTo>
                    <a:cubicBezTo>
                      <a:pt x="6333" y="175"/>
                      <a:pt x="6221" y="1"/>
                      <a:pt x="60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9" name="Google Shape;3799;p48"/>
              <p:cNvSpPr/>
              <p:nvPr/>
            </p:nvSpPr>
            <p:spPr>
              <a:xfrm>
                <a:off x="-1780861" y="2154169"/>
                <a:ext cx="8083" cy="6575"/>
              </a:xfrm>
              <a:custGeom>
                <a:rect b="b" l="l" r="r" t="t"/>
                <a:pathLst>
                  <a:path extrusionOk="0" h="327" w="402">
                    <a:moveTo>
                      <a:pt x="201" y="0"/>
                    </a:moveTo>
                    <a:cubicBezTo>
                      <a:pt x="0" y="0"/>
                      <a:pt x="0" y="326"/>
                      <a:pt x="201" y="326"/>
                    </a:cubicBezTo>
                    <a:cubicBezTo>
                      <a:pt x="401" y="326"/>
                      <a:pt x="401" y="0"/>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0" name="Google Shape;3800;p48"/>
              <p:cNvSpPr/>
              <p:nvPr/>
            </p:nvSpPr>
            <p:spPr>
              <a:xfrm>
                <a:off x="-1854937" y="2112346"/>
                <a:ext cx="15141" cy="17654"/>
              </a:xfrm>
              <a:custGeom>
                <a:rect b="b" l="l" r="r" t="t"/>
                <a:pathLst>
                  <a:path extrusionOk="0" h="878" w="753">
                    <a:moveTo>
                      <a:pt x="176" y="0"/>
                    </a:moveTo>
                    <a:cubicBezTo>
                      <a:pt x="125" y="0"/>
                      <a:pt x="100" y="25"/>
                      <a:pt x="50" y="50"/>
                    </a:cubicBezTo>
                    <a:cubicBezTo>
                      <a:pt x="25" y="75"/>
                      <a:pt x="0" y="125"/>
                      <a:pt x="0" y="175"/>
                    </a:cubicBezTo>
                    <a:cubicBezTo>
                      <a:pt x="0" y="226"/>
                      <a:pt x="25" y="251"/>
                      <a:pt x="50" y="276"/>
                    </a:cubicBezTo>
                    <a:cubicBezTo>
                      <a:pt x="201" y="476"/>
                      <a:pt x="351" y="652"/>
                      <a:pt x="476" y="827"/>
                    </a:cubicBezTo>
                    <a:cubicBezTo>
                      <a:pt x="501" y="852"/>
                      <a:pt x="552" y="877"/>
                      <a:pt x="602" y="877"/>
                    </a:cubicBezTo>
                    <a:cubicBezTo>
                      <a:pt x="652" y="877"/>
                      <a:pt x="677" y="852"/>
                      <a:pt x="702" y="827"/>
                    </a:cubicBezTo>
                    <a:cubicBezTo>
                      <a:pt x="752" y="802"/>
                      <a:pt x="752" y="752"/>
                      <a:pt x="752" y="702"/>
                    </a:cubicBezTo>
                    <a:cubicBezTo>
                      <a:pt x="752" y="677"/>
                      <a:pt x="752" y="627"/>
                      <a:pt x="702" y="602"/>
                    </a:cubicBezTo>
                    <a:cubicBezTo>
                      <a:pt x="577" y="426"/>
                      <a:pt x="426" y="226"/>
                      <a:pt x="276" y="50"/>
                    </a:cubicBezTo>
                    <a:cubicBezTo>
                      <a:pt x="251" y="25"/>
                      <a:pt x="201"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1" name="Google Shape;3801;p48"/>
              <p:cNvSpPr/>
              <p:nvPr/>
            </p:nvSpPr>
            <p:spPr>
              <a:xfrm>
                <a:off x="-1867544" y="2117433"/>
                <a:ext cx="22199" cy="23405"/>
              </a:xfrm>
              <a:custGeom>
                <a:rect b="b" l="l" r="r" t="t"/>
                <a:pathLst>
                  <a:path extrusionOk="0" h="1164" w="1104">
                    <a:moveTo>
                      <a:pt x="201" y="0"/>
                    </a:moveTo>
                    <a:cubicBezTo>
                      <a:pt x="153" y="0"/>
                      <a:pt x="103" y="20"/>
                      <a:pt x="76" y="48"/>
                    </a:cubicBezTo>
                    <a:cubicBezTo>
                      <a:pt x="1" y="123"/>
                      <a:pt x="26" y="223"/>
                      <a:pt x="76" y="273"/>
                    </a:cubicBezTo>
                    <a:cubicBezTo>
                      <a:pt x="326" y="549"/>
                      <a:pt x="552" y="850"/>
                      <a:pt x="803" y="1125"/>
                    </a:cubicBezTo>
                    <a:cubicBezTo>
                      <a:pt x="840" y="1151"/>
                      <a:pt x="884" y="1163"/>
                      <a:pt x="925" y="1163"/>
                    </a:cubicBezTo>
                    <a:cubicBezTo>
                      <a:pt x="966" y="1163"/>
                      <a:pt x="1003" y="1151"/>
                      <a:pt x="1028" y="1125"/>
                    </a:cubicBezTo>
                    <a:cubicBezTo>
                      <a:pt x="1103" y="1050"/>
                      <a:pt x="1103" y="950"/>
                      <a:pt x="1028" y="900"/>
                    </a:cubicBezTo>
                    <a:cubicBezTo>
                      <a:pt x="803" y="599"/>
                      <a:pt x="552" y="323"/>
                      <a:pt x="301" y="48"/>
                    </a:cubicBezTo>
                    <a:cubicBezTo>
                      <a:pt x="279" y="14"/>
                      <a:pt x="241" y="0"/>
                      <a:pt x="2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2" name="Google Shape;3802;p48"/>
              <p:cNvSpPr/>
              <p:nvPr/>
            </p:nvSpPr>
            <p:spPr>
              <a:xfrm>
                <a:off x="-1882162" y="2125496"/>
                <a:ext cx="18177" cy="21575"/>
              </a:xfrm>
              <a:custGeom>
                <a:rect b="b" l="l" r="r" t="t"/>
                <a:pathLst>
                  <a:path extrusionOk="0" h="1073" w="904">
                    <a:moveTo>
                      <a:pt x="164" y="0"/>
                    </a:moveTo>
                    <a:cubicBezTo>
                      <a:pt x="116" y="0"/>
                      <a:pt x="67" y="20"/>
                      <a:pt x="26" y="48"/>
                    </a:cubicBezTo>
                    <a:cubicBezTo>
                      <a:pt x="1" y="73"/>
                      <a:pt x="1" y="123"/>
                      <a:pt x="1" y="173"/>
                    </a:cubicBezTo>
                    <a:cubicBezTo>
                      <a:pt x="1" y="223"/>
                      <a:pt x="1" y="248"/>
                      <a:pt x="26" y="273"/>
                    </a:cubicBezTo>
                    <a:cubicBezTo>
                      <a:pt x="226" y="524"/>
                      <a:pt x="427" y="775"/>
                      <a:pt x="627" y="1025"/>
                    </a:cubicBezTo>
                    <a:cubicBezTo>
                      <a:pt x="650" y="1059"/>
                      <a:pt x="688" y="1073"/>
                      <a:pt x="727" y="1073"/>
                    </a:cubicBezTo>
                    <a:cubicBezTo>
                      <a:pt x="775" y="1073"/>
                      <a:pt x="825" y="1053"/>
                      <a:pt x="853" y="1025"/>
                    </a:cubicBezTo>
                    <a:cubicBezTo>
                      <a:pt x="878" y="1000"/>
                      <a:pt x="903" y="950"/>
                      <a:pt x="903" y="900"/>
                    </a:cubicBezTo>
                    <a:cubicBezTo>
                      <a:pt x="903" y="875"/>
                      <a:pt x="878" y="825"/>
                      <a:pt x="853" y="800"/>
                    </a:cubicBezTo>
                    <a:cubicBezTo>
                      <a:pt x="652" y="549"/>
                      <a:pt x="452" y="298"/>
                      <a:pt x="276" y="48"/>
                    </a:cubicBezTo>
                    <a:cubicBezTo>
                      <a:pt x="243" y="14"/>
                      <a:pt x="203" y="0"/>
                      <a:pt x="1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03" name="Google Shape;3803;p48"/>
            <p:cNvGrpSpPr/>
            <p:nvPr/>
          </p:nvGrpSpPr>
          <p:grpSpPr>
            <a:xfrm rot="485667">
              <a:off x="7381760" y="3235467"/>
              <a:ext cx="1008745" cy="781072"/>
              <a:chOff x="8187850" y="284825"/>
              <a:chExt cx="1008784" cy="781101"/>
            </a:xfrm>
          </p:grpSpPr>
          <p:sp>
            <p:nvSpPr>
              <p:cNvPr id="3804" name="Google Shape;3804;p48"/>
              <p:cNvSpPr/>
              <p:nvPr/>
            </p:nvSpPr>
            <p:spPr>
              <a:xfrm>
                <a:off x="8194317" y="289902"/>
                <a:ext cx="984861" cy="770461"/>
              </a:xfrm>
              <a:custGeom>
                <a:rect b="b" l="l" r="r" t="t"/>
                <a:pathLst>
                  <a:path extrusionOk="0" h="11079" w="14162">
                    <a:moveTo>
                      <a:pt x="7620" y="1"/>
                    </a:moveTo>
                    <a:cubicBezTo>
                      <a:pt x="4663" y="1"/>
                      <a:pt x="2257" y="2407"/>
                      <a:pt x="2257" y="5364"/>
                    </a:cubicBezTo>
                    <a:cubicBezTo>
                      <a:pt x="2257" y="6141"/>
                      <a:pt x="2407" y="6868"/>
                      <a:pt x="2708" y="7544"/>
                    </a:cubicBezTo>
                    <a:cubicBezTo>
                      <a:pt x="1806" y="8722"/>
                      <a:pt x="903" y="9900"/>
                      <a:pt x="1" y="11078"/>
                    </a:cubicBezTo>
                    <a:cubicBezTo>
                      <a:pt x="1379" y="10527"/>
                      <a:pt x="2758" y="10001"/>
                      <a:pt x="4136" y="9449"/>
                    </a:cubicBezTo>
                    <a:cubicBezTo>
                      <a:pt x="5039" y="10226"/>
                      <a:pt x="6217" y="10702"/>
                      <a:pt x="7495" y="10727"/>
                    </a:cubicBezTo>
                    <a:lnTo>
                      <a:pt x="8698" y="10753"/>
                    </a:lnTo>
                    <a:cubicBezTo>
                      <a:pt x="8743" y="10754"/>
                      <a:pt x="8788" y="10754"/>
                      <a:pt x="8834" y="10754"/>
                    </a:cubicBezTo>
                    <a:cubicBezTo>
                      <a:pt x="11779" y="10754"/>
                      <a:pt x="14161" y="8351"/>
                      <a:pt x="14161" y="5389"/>
                    </a:cubicBezTo>
                    <a:lnTo>
                      <a:pt x="14161" y="5364"/>
                    </a:lnTo>
                    <a:cubicBezTo>
                      <a:pt x="14161" y="2432"/>
                      <a:pt x="11806" y="51"/>
                      <a:pt x="8873" y="26"/>
                    </a:cubicBezTo>
                    <a:cubicBezTo>
                      <a:pt x="8472" y="1"/>
                      <a:pt x="8046" y="1"/>
                      <a:pt x="762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5" name="Google Shape;3805;p48"/>
              <p:cNvSpPr/>
              <p:nvPr/>
            </p:nvSpPr>
            <p:spPr>
              <a:xfrm>
                <a:off x="8187850" y="284825"/>
                <a:ext cx="1008784" cy="781101"/>
              </a:xfrm>
              <a:custGeom>
                <a:rect b="b" l="l" r="r" t="t"/>
                <a:pathLst>
                  <a:path extrusionOk="0" h="11232" w="14506">
                    <a:moveTo>
                      <a:pt x="7914" y="138"/>
                    </a:moveTo>
                    <a:cubicBezTo>
                      <a:pt x="8264" y="138"/>
                      <a:pt x="8615" y="149"/>
                      <a:pt x="8966" y="149"/>
                    </a:cubicBezTo>
                    <a:cubicBezTo>
                      <a:pt x="10420" y="174"/>
                      <a:pt x="11823" y="800"/>
                      <a:pt x="12801" y="1878"/>
                    </a:cubicBezTo>
                    <a:cubicBezTo>
                      <a:pt x="13778" y="2956"/>
                      <a:pt x="14280" y="4384"/>
                      <a:pt x="14179" y="5838"/>
                    </a:cubicBezTo>
                    <a:cubicBezTo>
                      <a:pt x="14079" y="7267"/>
                      <a:pt x="13377" y="8620"/>
                      <a:pt x="12275" y="9522"/>
                    </a:cubicBezTo>
                    <a:cubicBezTo>
                      <a:pt x="11723" y="9998"/>
                      <a:pt x="11097" y="10324"/>
                      <a:pt x="10420" y="10525"/>
                    </a:cubicBezTo>
                    <a:cubicBezTo>
                      <a:pt x="9843" y="10700"/>
                      <a:pt x="9242" y="10750"/>
                      <a:pt x="8640" y="10750"/>
                    </a:cubicBezTo>
                    <a:cubicBezTo>
                      <a:pt x="8164" y="10750"/>
                      <a:pt x="7688" y="10750"/>
                      <a:pt x="7237" y="10700"/>
                    </a:cubicBezTo>
                    <a:cubicBezTo>
                      <a:pt x="6360" y="10625"/>
                      <a:pt x="5508" y="10324"/>
                      <a:pt x="4781" y="9848"/>
                    </a:cubicBezTo>
                    <a:cubicBezTo>
                      <a:pt x="4605" y="9723"/>
                      <a:pt x="4430" y="9597"/>
                      <a:pt x="4279" y="9472"/>
                    </a:cubicBezTo>
                    <a:cubicBezTo>
                      <a:pt x="4254" y="9447"/>
                      <a:pt x="4229" y="9447"/>
                      <a:pt x="4204" y="9447"/>
                    </a:cubicBezTo>
                    <a:cubicBezTo>
                      <a:pt x="2911" y="9964"/>
                      <a:pt x="1618" y="10482"/>
                      <a:pt x="324" y="10999"/>
                    </a:cubicBezTo>
                    <a:lnTo>
                      <a:pt x="324" y="10999"/>
                    </a:lnTo>
                    <a:cubicBezTo>
                      <a:pt x="1175" y="9889"/>
                      <a:pt x="2025" y="8778"/>
                      <a:pt x="2876" y="7668"/>
                    </a:cubicBezTo>
                    <a:cubicBezTo>
                      <a:pt x="2876" y="7643"/>
                      <a:pt x="2876" y="7592"/>
                      <a:pt x="2876" y="7592"/>
                    </a:cubicBezTo>
                    <a:cubicBezTo>
                      <a:pt x="2199" y="6089"/>
                      <a:pt x="2274" y="4334"/>
                      <a:pt x="3051" y="2906"/>
                    </a:cubicBezTo>
                    <a:cubicBezTo>
                      <a:pt x="3728" y="1703"/>
                      <a:pt x="4856" y="750"/>
                      <a:pt x="6184" y="374"/>
                    </a:cubicBezTo>
                    <a:cubicBezTo>
                      <a:pt x="6585" y="249"/>
                      <a:pt x="6986" y="174"/>
                      <a:pt x="7387" y="149"/>
                    </a:cubicBezTo>
                    <a:cubicBezTo>
                      <a:pt x="7563" y="140"/>
                      <a:pt x="7738" y="138"/>
                      <a:pt x="7914" y="138"/>
                    </a:cubicBezTo>
                    <a:close/>
                    <a:moveTo>
                      <a:pt x="7959" y="1"/>
                    </a:moveTo>
                    <a:cubicBezTo>
                      <a:pt x="7423" y="1"/>
                      <a:pt x="6894" y="35"/>
                      <a:pt x="6385" y="174"/>
                    </a:cubicBezTo>
                    <a:cubicBezTo>
                      <a:pt x="5683" y="349"/>
                      <a:pt x="5006" y="650"/>
                      <a:pt x="4430" y="1101"/>
                    </a:cubicBezTo>
                    <a:cubicBezTo>
                      <a:pt x="3302" y="1953"/>
                      <a:pt x="2525" y="3257"/>
                      <a:pt x="2325" y="4685"/>
                    </a:cubicBezTo>
                    <a:cubicBezTo>
                      <a:pt x="2177" y="5671"/>
                      <a:pt x="2320" y="6681"/>
                      <a:pt x="2730" y="7620"/>
                    </a:cubicBezTo>
                    <a:lnTo>
                      <a:pt x="2730" y="7620"/>
                    </a:lnTo>
                    <a:cubicBezTo>
                      <a:pt x="1834" y="8789"/>
                      <a:pt x="939" y="9957"/>
                      <a:pt x="44" y="11126"/>
                    </a:cubicBezTo>
                    <a:cubicBezTo>
                      <a:pt x="1" y="11170"/>
                      <a:pt x="51" y="11232"/>
                      <a:pt x="97" y="11232"/>
                    </a:cubicBezTo>
                    <a:cubicBezTo>
                      <a:pt x="105" y="11232"/>
                      <a:pt x="112" y="11230"/>
                      <a:pt x="119" y="11227"/>
                    </a:cubicBezTo>
                    <a:cubicBezTo>
                      <a:pt x="1493" y="10677"/>
                      <a:pt x="2866" y="10128"/>
                      <a:pt x="4215" y="9603"/>
                    </a:cubicBezTo>
                    <a:lnTo>
                      <a:pt x="4215" y="9603"/>
                    </a:lnTo>
                    <a:cubicBezTo>
                      <a:pt x="4884" y="10163"/>
                      <a:pt x="5673" y="10553"/>
                      <a:pt x="6535" y="10750"/>
                    </a:cubicBezTo>
                    <a:cubicBezTo>
                      <a:pt x="7112" y="10876"/>
                      <a:pt x="7713" y="10876"/>
                      <a:pt x="8290" y="10876"/>
                    </a:cubicBezTo>
                    <a:cubicBezTo>
                      <a:pt x="8482" y="10884"/>
                      <a:pt x="8671" y="10890"/>
                      <a:pt x="8859" y="10890"/>
                    </a:cubicBezTo>
                    <a:cubicBezTo>
                      <a:pt x="9234" y="10890"/>
                      <a:pt x="9601" y="10867"/>
                      <a:pt x="9969" y="10800"/>
                    </a:cubicBezTo>
                    <a:cubicBezTo>
                      <a:pt x="10670" y="10650"/>
                      <a:pt x="11372" y="10349"/>
                      <a:pt x="11974" y="9948"/>
                    </a:cubicBezTo>
                    <a:cubicBezTo>
                      <a:pt x="13177" y="9121"/>
                      <a:pt x="14029" y="7818"/>
                      <a:pt x="14254" y="6364"/>
                    </a:cubicBezTo>
                    <a:cubicBezTo>
                      <a:pt x="14505" y="4886"/>
                      <a:pt x="14129" y="3357"/>
                      <a:pt x="13227" y="2154"/>
                    </a:cubicBezTo>
                    <a:cubicBezTo>
                      <a:pt x="12350" y="1001"/>
                      <a:pt x="10996" y="224"/>
                      <a:pt x="9543" y="49"/>
                    </a:cubicBezTo>
                    <a:cubicBezTo>
                      <a:pt x="9342" y="23"/>
                      <a:pt x="9167" y="23"/>
                      <a:pt x="8966" y="23"/>
                    </a:cubicBezTo>
                    <a:cubicBezTo>
                      <a:pt x="8630" y="14"/>
                      <a:pt x="8293" y="1"/>
                      <a:pt x="7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6" name="Google Shape;3806;p48"/>
              <p:cNvSpPr/>
              <p:nvPr/>
            </p:nvSpPr>
            <p:spPr>
              <a:xfrm>
                <a:off x="8494115" y="431977"/>
                <a:ext cx="507313" cy="448271"/>
              </a:xfrm>
              <a:custGeom>
                <a:rect b="b" l="l" r="r" t="t"/>
                <a:pathLst>
                  <a:path extrusionOk="0" h="6446" w="7295">
                    <a:moveTo>
                      <a:pt x="3557" y="1"/>
                    </a:moveTo>
                    <a:cubicBezTo>
                      <a:pt x="3154" y="1"/>
                      <a:pt x="2754" y="76"/>
                      <a:pt x="2382" y="238"/>
                    </a:cubicBezTo>
                    <a:cubicBezTo>
                      <a:pt x="803" y="915"/>
                      <a:pt x="1" y="2995"/>
                      <a:pt x="703" y="4549"/>
                    </a:cubicBezTo>
                    <a:cubicBezTo>
                      <a:pt x="1214" y="5705"/>
                      <a:pt x="2499" y="6445"/>
                      <a:pt x="3757" y="6445"/>
                    </a:cubicBezTo>
                    <a:cubicBezTo>
                      <a:pt x="4162" y="6445"/>
                      <a:pt x="4565" y="6368"/>
                      <a:pt x="4938" y="6203"/>
                    </a:cubicBezTo>
                    <a:cubicBezTo>
                      <a:pt x="6492" y="5527"/>
                      <a:pt x="7294" y="3522"/>
                      <a:pt x="6642" y="1968"/>
                    </a:cubicBezTo>
                    <a:cubicBezTo>
                      <a:pt x="6147" y="767"/>
                      <a:pt x="4839" y="1"/>
                      <a:pt x="355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7" name="Google Shape;3807;p48"/>
              <p:cNvSpPr/>
              <p:nvPr/>
            </p:nvSpPr>
            <p:spPr>
              <a:xfrm>
                <a:off x="8502877" y="427804"/>
                <a:ext cx="479356" cy="457729"/>
              </a:xfrm>
              <a:custGeom>
                <a:rect b="b" l="l" r="r" t="t"/>
                <a:pathLst>
                  <a:path extrusionOk="0" h="6582" w="6893">
                    <a:moveTo>
                      <a:pt x="3458" y="135"/>
                    </a:moveTo>
                    <a:cubicBezTo>
                      <a:pt x="3619" y="135"/>
                      <a:pt x="3778" y="148"/>
                      <a:pt x="3935" y="173"/>
                    </a:cubicBezTo>
                    <a:cubicBezTo>
                      <a:pt x="5213" y="373"/>
                      <a:pt x="6366" y="1301"/>
                      <a:pt x="6617" y="2604"/>
                    </a:cubicBezTo>
                    <a:cubicBezTo>
                      <a:pt x="6867" y="3857"/>
                      <a:pt x="6291" y="5286"/>
                      <a:pt x="5188" y="5988"/>
                    </a:cubicBezTo>
                    <a:cubicBezTo>
                      <a:pt x="5067" y="6060"/>
                      <a:pt x="4947" y="6132"/>
                      <a:pt x="4804" y="6205"/>
                    </a:cubicBezTo>
                    <a:lnTo>
                      <a:pt x="4804" y="6205"/>
                    </a:lnTo>
                    <a:cubicBezTo>
                      <a:pt x="4798" y="6207"/>
                      <a:pt x="4793" y="6209"/>
                      <a:pt x="4787" y="6213"/>
                    </a:cubicBezTo>
                    <a:cubicBezTo>
                      <a:pt x="4787" y="6213"/>
                      <a:pt x="4787" y="6213"/>
                      <a:pt x="4787" y="6213"/>
                    </a:cubicBezTo>
                    <a:lnTo>
                      <a:pt x="4787" y="6213"/>
                    </a:lnTo>
                    <a:cubicBezTo>
                      <a:pt x="4777" y="6216"/>
                      <a:pt x="4769" y="6219"/>
                      <a:pt x="4762" y="6223"/>
                    </a:cubicBezTo>
                    <a:lnTo>
                      <a:pt x="4762" y="6223"/>
                    </a:lnTo>
                    <a:cubicBezTo>
                      <a:pt x="4405" y="6368"/>
                      <a:pt x="4025" y="6436"/>
                      <a:pt x="3642" y="6436"/>
                    </a:cubicBezTo>
                    <a:cubicBezTo>
                      <a:pt x="2742" y="6436"/>
                      <a:pt x="1832" y="6058"/>
                      <a:pt x="1203" y="5411"/>
                    </a:cubicBezTo>
                    <a:cubicBezTo>
                      <a:pt x="752" y="4935"/>
                      <a:pt x="476" y="4333"/>
                      <a:pt x="401" y="3707"/>
                    </a:cubicBezTo>
                    <a:cubicBezTo>
                      <a:pt x="351" y="3055"/>
                      <a:pt x="476" y="2429"/>
                      <a:pt x="752" y="1852"/>
                    </a:cubicBezTo>
                    <a:cubicBezTo>
                      <a:pt x="1053" y="1276"/>
                      <a:pt x="1504" y="774"/>
                      <a:pt x="2055" y="474"/>
                    </a:cubicBezTo>
                    <a:cubicBezTo>
                      <a:pt x="2488" y="248"/>
                      <a:pt x="2976" y="135"/>
                      <a:pt x="3458" y="135"/>
                    </a:cubicBezTo>
                    <a:close/>
                    <a:moveTo>
                      <a:pt x="3441" y="1"/>
                    </a:moveTo>
                    <a:cubicBezTo>
                      <a:pt x="3096" y="1"/>
                      <a:pt x="2754" y="57"/>
                      <a:pt x="2431" y="173"/>
                    </a:cubicBezTo>
                    <a:cubicBezTo>
                      <a:pt x="1780" y="399"/>
                      <a:pt x="1253" y="825"/>
                      <a:pt x="877" y="1376"/>
                    </a:cubicBezTo>
                    <a:cubicBezTo>
                      <a:pt x="100" y="2479"/>
                      <a:pt x="0" y="4033"/>
                      <a:pt x="802" y="5160"/>
                    </a:cubicBezTo>
                    <a:cubicBezTo>
                      <a:pt x="1450" y="6051"/>
                      <a:pt x="2538" y="6582"/>
                      <a:pt x="3620" y="6582"/>
                    </a:cubicBezTo>
                    <a:cubicBezTo>
                      <a:pt x="3878" y="6582"/>
                      <a:pt x="4135" y="6552"/>
                      <a:pt x="4386" y="6489"/>
                    </a:cubicBezTo>
                    <a:cubicBezTo>
                      <a:pt x="4562" y="6439"/>
                      <a:pt x="4712" y="6389"/>
                      <a:pt x="4862" y="6313"/>
                    </a:cubicBezTo>
                    <a:cubicBezTo>
                      <a:pt x="4865" y="6312"/>
                      <a:pt x="4868" y="6311"/>
                      <a:pt x="4871" y="6310"/>
                    </a:cubicBezTo>
                    <a:lnTo>
                      <a:pt x="4871" y="6310"/>
                    </a:lnTo>
                    <a:cubicBezTo>
                      <a:pt x="6119" y="5781"/>
                      <a:pt x="6892" y="4380"/>
                      <a:pt x="6817" y="3055"/>
                    </a:cubicBezTo>
                    <a:cubicBezTo>
                      <a:pt x="6792" y="2353"/>
                      <a:pt x="6541" y="1702"/>
                      <a:pt x="6090" y="1201"/>
                    </a:cubicBezTo>
                    <a:cubicBezTo>
                      <a:pt x="5639" y="699"/>
                      <a:pt x="5063" y="323"/>
                      <a:pt x="4411" y="148"/>
                    </a:cubicBezTo>
                    <a:cubicBezTo>
                      <a:pt x="4095" y="51"/>
                      <a:pt x="3767" y="1"/>
                      <a:pt x="34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8" name="Google Shape;3808;p48"/>
              <p:cNvSpPr/>
              <p:nvPr/>
            </p:nvSpPr>
            <p:spPr>
              <a:xfrm>
                <a:off x="8802605" y="565289"/>
                <a:ext cx="36718" cy="69821"/>
              </a:xfrm>
              <a:custGeom>
                <a:rect b="b" l="l" r="r" t="t"/>
                <a:pathLst>
                  <a:path extrusionOk="0" h="1004" w="528">
                    <a:moveTo>
                      <a:pt x="277" y="1"/>
                    </a:moveTo>
                    <a:cubicBezTo>
                      <a:pt x="126" y="1"/>
                      <a:pt x="1" y="226"/>
                      <a:pt x="1" y="502"/>
                    </a:cubicBezTo>
                    <a:cubicBezTo>
                      <a:pt x="1" y="777"/>
                      <a:pt x="126" y="1003"/>
                      <a:pt x="277" y="1003"/>
                    </a:cubicBezTo>
                    <a:cubicBezTo>
                      <a:pt x="427" y="1003"/>
                      <a:pt x="527" y="777"/>
                      <a:pt x="527" y="502"/>
                    </a:cubicBezTo>
                    <a:cubicBezTo>
                      <a:pt x="527" y="226"/>
                      <a:pt x="4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9" name="Google Shape;3809;p48"/>
              <p:cNvSpPr/>
              <p:nvPr/>
            </p:nvSpPr>
            <p:spPr>
              <a:xfrm>
                <a:off x="8784315" y="533717"/>
                <a:ext cx="89362" cy="51601"/>
              </a:xfrm>
              <a:custGeom>
                <a:rect b="b" l="l" r="r" t="t"/>
                <a:pathLst>
                  <a:path extrusionOk="0" h="742" w="1285">
                    <a:moveTo>
                      <a:pt x="1161" y="0"/>
                    </a:moveTo>
                    <a:cubicBezTo>
                      <a:pt x="1155" y="0"/>
                      <a:pt x="1148" y="1"/>
                      <a:pt x="1141" y="3"/>
                    </a:cubicBezTo>
                    <a:lnTo>
                      <a:pt x="63" y="605"/>
                    </a:lnTo>
                    <a:cubicBezTo>
                      <a:pt x="0" y="647"/>
                      <a:pt x="43" y="742"/>
                      <a:pt x="103" y="742"/>
                    </a:cubicBezTo>
                    <a:cubicBezTo>
                      <a:pt x="114" y="742"/>
                      <a:pt x="126" y="738"/>
                      <a:pt x="139" y="730"/>
                    </a:cubicBezTo>
                    <a:cubicBezTo>
                      <a:pt x="515" y="530"/>
                      <a:pt x="865" y="329"/>
                      <a:pt x="1216" y="129"/>
                    </a:cubicBezTo>
                    <a:cubicBezTo>
                      <a:pt x="1285" y="106"/>
                      <a:pt x="1229" y="0"/>
                      <a:pt x="116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0" name="Google Shape;3810;p48"/>
              <p:cNvSpPr/>
              <p:nvPr/>
            </p:nvSpPr>
            <p:spPr>
              <a:xfrm>
                <a:off x="8657956" y="565289"/>
                <a:ext cx="36718" cy="69821"/>
              </a:xfrm>
              <a:custGeom>
                <a:rect b="b" l="l" r="r" t="t"/>
                <a:pathLst>
                  <a:path extrusionOk="0" h="1004" w="528">
                    <a:moveTo>
                      <a:pt x="251" y="1"/>
                    </a:moveTo>
                    <a:cubicBezTo>
                      <a:pt x="101" y="1"/>
                      <a:pt x="1" y="226"/>
                      <a:pt x="1" y="502"/>
                    </a:cubicBezTo>
                    <a:cubicBezTo>
                      <a:pt x="1" y="777"/>
                      <a:pt x="101" y="1003"/>
                      <a:pt x="251" y="1003"/>
                    </a:cubicBezTo>
                    <a:cubicBezTo>
                      <a:pt x="402" y="1003"/>
                      <a:pt x="527" y="777"/>
                      <a:pt x="527" y="502"/>
                    </a:cubicBezTo>
                    <a:cubicBezTo>
                      <a:pt x="527" y="226"/>
                      <a:pt x="402"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1" name="Google Shape;3811;p48"/>
              <p:cNvSpPr/>
              <p:nvPr/>
            </p:nvSpPr>
            <p:spPr>
              <a:xfrm>
                <a:off x="8623603" y="533717"/>
                <a:ext cx="89362" cy="51601"/>
              </a:xfrm>
              <a:custGeom>
                <a:rect b="b" l="l" r="r" t="t"/>
                <a:pathLst>
                  <a:path extrusionOk="0" h="742" w="1285">
                    <a:moveTo>
                      <a:pt x="124" y="0"/>
                    </a:moveTo>
                    <a:cubicBezTo>
                      <a:pt x="56" y="0"/>
                      <a:pt x="0" y="106"/>
                      <a:pt x="69" y="129"/>
                    </a:cubicBezTo>
                    <a:cubicBezTo>
                      <a:pt x="420" y="329"/>
                      <a:pt x="795" y="530"/>
                      <a:pt x="1146" y="730"/>
                    </a:cubicBezTo>
                    <a:cubicBezTo>
                      <a:pt x="1158" y="738"/>
                      <a:pt x="1171" y="742"/>
                      <a:pt x="1182" y="742"/>
                    </a:cubicBezTo>
                    <a:cubicBezTo>
                      <a:pt x="1242" y="742"/>
                      <a:pt x="1285" y="647"/>
                      <a:pt x="1222" y="605"/>
                    </a:cubicBezTo>
                    <a:cubicBezTo>
                      <a:pt x="846" y="404"/>
                      <a:pt x="495" y="204"/>
                      <a:pt x="144" y="3"/>
                    </a:cubicBezTo>
                    <a:cubicBezTo>
                      <a:pt x="137" y="1"/>
                      <a:pt x="130" y="0"/>
                      <a:pt x="1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2" name="Google Shape;3812;p48"/>
              <p:cNvSpPr/>
              <p:nvPr/>
            </p:nvSpPr>
            <p:spPr>
              <a:xfrm>
                <a:off x="8686956" y="464592"/>
                <a:ext cx="99446" cy="21419"/>
              </a:xfrm>
              <a:custGeom>
                <a:rect b="b" l="l" r="r" t="t"/>
                <a:pathLst>
                  <a:path extrusionOk="0" h="308" w="1430">
                    <a:moveTo>
                      <a:pt x="857" y="0"/>
                    </a:moveTo>
                    <a:cubicBezTo>
                      <a:pt x="594" y="0"/>
                      <a:pt x="335" y="61"/>
                      <a:pt x="85" y="170"/>
                    </a:cubicBezTo>
                    <a:cubicBezTo>
                      <a:pt x="1" y="212"/>
                      <a:pt x="40" y="307"/>
                      <a:pt x="114" y="307"/>
                    </a:cubicBezTo>
                    <a:cubicBezTo>
                      <a:pt x="128" y="307"/>
                      <a:pt x="144" y="304"/>
                      <a:pt x="160" y="296"/>
                    </a:cubicBezTo>
                    <a:cubicBezTo>
                      <a:pt x="387" y="199"/>
                      <a:pt x="634" y="143"/>
                      <a:pt x="889" y="143"/>
                    </a:cubicBezTo>
                    <a:cubicBezTo>
                      <a:pt x="1029" y="143"/>
                      <a:pt x="1171" y="160"/>
                      <a:pt x="1313" y="195"/>
                    </a:cubicBezTo>
                    <a:cubicBezTo>
                      <a:pt x="1320" y="198"/>
                      <a:pt x="1326" y="199"/>
                      <a:pt x="1333" y="199"/>
                    </a:cubicBezTo>
                    <a:cubicBezTo>
                      <a:pt x="1396" y="199"/>
                      <a:pt x="1429" y="93"/>
                      <a:pt x="1338" y="70"/>
                    </a:cubicBezTo>
                    <a:cubicBezTo>
                      <a:pt x="1177" y="23"/>
                      <a:pt x="1016" y="0"/>
                      <a:pt x="8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3" name="Google Shape;3813;p48"/>
              <p:cNvSpPr/>
              <p:nvPr/>
            </p:nvSpPr>
            <p:spPr>
              <a:xfrm>
                <a:off x="8668457" y="483368"/>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4" name="Google Shape;3814;p48"/>
              <p:cNvSpPr/>
              <p:nvPr/>
            </p:nvSpPr>
            <p:spPr>
              <a:xfrm>
                <a:off x="8908935" y="662927"/>
                <a:ext cx="36718" cy="81504"/>
              </a:xfrm>
              <a:custGeom>
                <a:rect b="b" l="l" r="r" t="t"/>
                <a:pathLst>
                  <a:path extrusionOk="0" h="1172" w="528">
                    <a:moveTo>
                      <a:pt x="452" y="0"/>
                    </a:moveTo>
                    <a:cubicBezTo>
                      <a:pt x="414" y="0"/>
                      <a:pt x="377" y="25"/>
                      <a:pt x="377" y="75"/>
                    </a:cubicBezTo>
                    <a:cubicBezTo>
                      <a:pt x="377" y="426"/>
                      <a:pt x="251" y="777"/>
                      <a:pt x="26" y="1053"/>
                    </a:cubicBezTo>
                    <a:cubicBezTo>
                      <a:pt x="1" y="1078"/>
                      <a:pt x="1" y="1128"/>
                      <a:pt x="26" y="1153"/>
                    </a:cubicBezTo>
                    <a:cubicBezTo>
                      <a:pt x="38" y="1165"/>
                      <a:pt x="57" y="1172"/>
                      <a:pt x="76" y="1172"/>
                    </a:cubicBezTo>
                    <a:cubicBezTo>
                      <a:pt x="95" y="1172"/>
                      <a:pt x="114" y="1165"/>
                      <a:pt x="126" y="1153"/>
                    </a:cubicBezTo>
                    <a:cubicBezTo>
                      <a:pt x="377" y="827"/>
                      <a:pt x="502" y="451"/>
                      <a:pt x="527" y="75"/>
                    </a:cubicBezTo>
                    <a:cubicBezTo>
                      <a:pt x="527" y="25"/>
                      <a:pt x="489" y="0"/>
                      <a:pt x="4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5" name="Google Shape;3815;p48"/>
              <p:cNvSpPr/>
              <p:nvPr/>
            </p:nvSpPr>
            <p:spPr>
              <a:xfrm>
                <a:off x="8935083" y="617585"/>
                <a:ext cx="14048" cy="10501"/>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6" name="Google Shape;3816;p48"/>
              <p:cNvSpPr/>
              <p:nvPr/>
            </p:nvSpPr>
            <p:spPr>
              <a:xfrm>
                <a:off x="8565604" y="704722"/>
                <a:ext cx="21002" cy="43047"/>
              </a:xfrm>
              <a:custGeom>
                <a:rect b="b" l="l" r="r" t="t"/>
                <a:pathLst>
                  <a:path extrusionOk="0" h="619" w="302">
                    <a:moveTo>
                      <a:pt x="76" y="1"/>
                    </a:moveTo>
                    <a:cubicBezTo>
                      <a:pt x="25" y="1"/>
                      <a:pt x="0" y="51"/>
                      <a:pt x="0" y="76"/>
                    </a:cubicBezTo>
                    <a:cubicBezTo>
                      <a:pt x="0" y="251"/>
                      <a:pt x="50" y="427"/>
                      <a:pt x="151" y="577"/>
                    </a:cubicBezTo>
                    <a:cubicBezTo>
                      <a:pt x="165" y="606"/>
                      <a:pt x="180" y="618"/>
                      <a:pt x="200" y="618"/>
                    </a:cubicBezTo>
                    <a:cubicBezTo>
                      <a:pt x="214" y="618"/>
                      <a:pt x="230" y="612"/>
                      <a:pt x="251" y="602"/>
                    </a:cubicBezTo>
                    <a:cubicBezTo>
                      <a:pt x="276" y="602"/>
                      <a:pt x="301" y="552"/>
                      <a:pt x="276" y="502"/>
                    </a:cubicBezTo>
                    <a:cubicBezTo>
                      <a:pt x="226" y="452"/>
                      <a:pt x="201" y="376"/>
                      <a:pt x="176" y="301"/>
                    </a:cubicBezTo>
                    <a:cubicBezTo>
                      <a:pt x="176" y="276"/>
                      <a:pt x="151" y="226"/>
                      <a:pt x="151" y="201"/>
                    </a:cubicBezTo>
                    <a:cubicBezTo>
                      <a:pt x="151" y="151"/>
                      <a:pt x="151" y="126"/>
                      <a:pt x="151" y="76"/>
                    </a:cubicBezTo>
                    <a:cubicBezTo>
                      <a:pt x="126" y="51"/>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7" name="Google Shape;3817;p48"/>
              <p:cNvSpPr/>
              <p:nvPr/>
            </p:nvSpPr>
            <p:spPr>
              <a:xfrm>
                <a:off x="8553365" y="654165"/>
                <a:ext cx="10570" cy="12309"/>
              </a:xfrm>
              <a:custGeom>
                <a:rect b="b" l="l" r="r" t="t"/>
                <a:pathLst>
                  <a:path extrusionOk="0" h="177" w="152">
                    <a:moveTo>
                      <a:pt x="76" y="1"/>
                    </a:moveTo>
                    <a:cubicBezTo>
                      <a:pt x="76" y="1"/>
                      <a:pt x="76" y="26"/>
                      <a:pt x="76" y="26"/>
                    </a:cubicBezTo>
                    <a:lnTo>
                      <a:pt x="26" y="26"/>
                    </a:lnTo>
                    <a:cubicBezTo>
                      <a:pt x="26" y="51"/>
                      <a:pt x="26" y="51"/>
                      <a:pt x="26" y="51"/>
                    </a:cubicBezTo>
                    <a:cubicBezTo>
                      <a:pt x="26" y="51"/>
                      <a:pt x="1" y="76"/>
                      <a:pt x="1" y="76"/>
                    </a:cubicBezTo>
                    <a:lnTo>
                      <a:pt x="1" y="101"/>
                    </a:lnTo>
                    <a:cubicBezTo>
                      <a:pt x="1" y="126"/>
                      <a:pt x="26" y="126"/>
                      <a:pt x="26" y="126"/>
                    </a:cubicBezTo>
                    <a:cubicBezTo>
                      <a:pt x="26" y="151"/>
                      <a:pt x="26" y="151"/>
                      <a:pt x="26" y="151"/>
                    </a:cubicBezTo>
                    <a:cubicBezTo>
                      <a:pt x="51" y="176"/>
                      <a:pt x="51" y="176"/>
                      <a:pt x="51" y="176"/>
                    </a:cubicBezTo>
                    <a:lnTo>
                      <a:pt x="101" y="176"/>
                    </a:lnTo>
                    <a:cubicBezTo>
                      <a:pt x="126" y="176"/>
                      <a:pt x="126" y="176"/>
                      <a:pt x="126" y="151"/>
                    </a:cubicBezTo>
                    <a:lnTo>
                      <a:pt x="151" y="151"/>
                    </a:lnTo>
                    <a:cubicBezTo>
                      <a:pt x="151" y="126"/>
                      <a:pt x="151" y="126"/>
                      <a:pt x="151" y="101"/>
                    </a:cubicBezTo>
                    <a:lnTo>
                      <a:pt x="151" y="76"/>
                    </a:lnTo>
                    <a:cubicBezTo>
                      <a:pt x="151" y="76"/>
                      <a:pt x="151" y="76"/>
                      <a:pt x="151" y="51"/>
                    </a:cubicBezTo>
                    <a:cubicBezTo>
                      <a:pt x="151" y="51"/>
                      <a:pt x="151" y="51"/>
                      <a:pt x="126" y="26"/>
                    </a:cubicBezTo>
                    <a:lnTo>
                      <a:pt x="101" y="26"/>
                    </a:lnTo>
                    <a:cubicBezTo>
                      <a:pt x="101" y="26"/>
                      <a:pt x="101"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8" name="Google Shape;3818;p48"/>
              <p:cNvSpPr/>
              <p:nvPr/>
            </p:nvSpPr>
            <p:spPr>
              <a:xfrm>
                <a:off x="8586536" y="615847"/>
                <a:ext cx="317253" cy="202230"/>
              </a:xfrm>
              <a:custGeom>
                <a:rect b="b" l="l" r="r" t="t"/>
                <a:pathLst>
                  <a:path extrusionOk="0" h="2908" w="4562">
                    <a:moveTo>
                      <a:pt x="276" y="0"/>
                    </a:moveTo>
                    <a:lnTo>
                      <a:pt x="276" y="0"/>
                    </a:lnTo>
                    <a:cubicBezTo>
                      <a:pt x="276" y="0"/>
                      <a:pt x="0" y="2908"/>
                      <a:pt x="2281" y="2908"/>
                    </a:cubicBezTo>
                    <a:cubicBezTo>
                      <a:pt x="4561" y="2908"/>
                      <a:pt x="4386" y="226"/>
                      <a:pt x="4386" y="226"/>
                    </a:cubicBezTo>
                    <a:lnTo>
                      <a:pt x="4386" y="226"/>
                    </a:lnTo>
                    <a:cubicBezTo>
                      <a:pt x="3855" y="688"/>
                      <a:pt x="3152" y="959"/>
                      <a:pt x="2457" y="959"/>
                    </a:cubicBezTo>
                    <a:cubicBezTo>
                      <a:pt x="2398" y="959"/>
                      <a:pt x="2339" y="957"/>
                      <a:pt x="2281" y="953"/>
                    </a:cubicBezTo>
                    <a:cubicBezTo>
                      <a:pt x="1529" y="903"/>
                      <a:pt x="777" y="552"/>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9" name="Google Shape;3819;p48"/>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0" name="Google Shape;3820;p48"/>
              <p:cNvSpPr/>
              <p:nvPr/>
            </p:nvSpPr>
            <p:spPr>
              <a:xfrm>
                <a:off x="8630070" y="717587"/>
                <a:ext cx="237140" cy="106678"/>
              </a:xfrm>
              <a:custGeom>
                <a:rect b="b" l="l" r="r" t="t"/>
                <a:pathLst>
                  <a:path extrusionOk="0" h="1534" w="3410">
                    <a:moveTo>
                      <a:pt x="814" y="251"/>
                    </a:moveTo>
                    <a:cubicBezTo>
                      <a:pt x="957" y="251"/>
                      <a:pt x="1099" y="323"/>
                      <a:pt x="1179" y="442"/>
                    </a:cubicBezTo>
                    <a:cubicBezTo>
                      <a:pt x="1204" y="492"/>
                      <a:pt x="1179" y="517"/>
                      <a:pt x="1154" y="542"/>
                    </a:cubicBezTo>
                    <a:cubicBezTo>
                      <a:pt x="1146" y="550"/>
                      <a:pt x="1137" y="553"/>
                      <a:pt x="1126" y="553"/>
                    </a:cubicBezTo>
                    <a:cubicBezTo>
                      <a:pt x="1101" y="553"/>
                      <a:pt x="1071" y="535"/>
                      <a:pt x="1053" y="517"/>
                    </a:cubicBezTo>
                    <a:cubicBezTo>
                      <a:pt x="1053" y="492"/>
                      <a:pt x="1028" y="492"/>
                      <a:pt x="1028" y="492"/>
                    </a:cubicBezTo>
                    <a:cubicBezTo>
                      <a:pt x="1028" y="492"/>
                      <a:pt x="1028" y="467"/>
                      <a:pt x="1003" y="467"/>
                    </a:cubicBezTo>
                    <a:cubicBezTo>
                      <a:pt x="978" y="442"/>
                      <a:pt x="978" y="442"/>
                      <a:pt x="953" y="442"/>
                    </a:cubicBezTo>
                    <a:cubicBezTo>
                      <a:pt x="953" y="417"/>
                      <a:pt x="953" y="417"/>
                      <a:pt x="953" y="417"/>
                    </a:cubicBezTo>
                    <a:lnTo>
                      <a:pt x="928" y="417"/>
                    </a:lnTo>
                    <a:cubicBezTo>
                      <a:pt x="903" y="417"/>
                      <a:pt x="878" y="417"/>
                      <a:pt x="878" y="392"/>
                    </a:cubicBezTo>
                    <a:lnTo>
                      <a:pt x="778" y="392"/>
                    </a:lnTo>
                    <a:cubicBezTo>
                      <a:pt x="778" y="392"/>
                      <a:pt x="753" y="417"/>
                      <a:pt x="728" y="417"/>
                    </a:cubicBezTo>
                    <a:cubicBezTo>
                      <a:pt x="702" y="417"/>
                      <a:pt x="652" y="392"/>
                      <a:pt x="652" y="367"/>
                    </a:cubicBezTo>
                    <a:cubicBezTo>
                      <a:pt x="627" y="317"/>
                      <a:pt x="652" y="292"/>
                      <a:pt x="702" y="267"/>
                    </a:cubicBezTo>
                    <a:cubicBezTo>
                      <a:pt x="739" y="256"/>
                      <a:pt x="777" y="251"/>
                      <a:pt x="814" y="251"/>
                    </a:cubicBezTo>
                    <a:close/>
                    <a:moveTo>
                      <a:pt x="2567" y="352"/>
                    </a:moveTo>
                    <a:cubicBezTo>
                      <a:pt x="2614" y="352"/>
                      <a:pt x="2661" y="357"/>
                      <a:pt x="2707" y="367"/>
                    </a:cubicBezTo>
                    <a:cubicBezTo>
                      <a:pt x="2758" y="367"/>
                      <a:pt x="2758" y="417"/>
                      <a:pt x="2758" y="442"/>
                    </a:cubicBezTo>
                    <a:cubicBezTo>
                      <a:pt x="2758" y="479"/>
                      <a:pt x="2731" y="502"/>
                      <a:pt x="2707" y="502"/>
                    </a:cubicBezTo>
                    <a:cubicBezTo>
                      <a:pt x="2698" y="502"/>
                      <a:pt x="2689" y="499"/>
                      <a:pt x="2682" y="492"/>
                    </a:cubicBezTo>
                    <a:cubicBezTo>
                      <a:pt x="2657" y="489"/>
                      <a:pt x="2631" y="487"/>
                      <a:pt x="2606" y="487"/>
                    </a:cubicBezTo>
                    <a:cubicBezTo>
                      <a:pt x="2437" y="487"/>
                      <a:pt x="2290" y="559"/>
                      <a:pt x="2181" y="668"/>
                    </a:cubicBezTo>
                    <a:cubicBezTo>
                      <a:pt x="2162" y="686"/>
                      <a:pt x="2142" y="694"/>
                      <a:pt x="2123" y="694"/>
                    </a:cubicBezTo>
                    <a:cubicBezTo>
                      <a:pt x="2067" y="694"/>
                      <a:pt x="2025" y="624"/>
                      <a:pt x="2081" y="567"/>
                    </a:cubicBezTo>
                    <a:cubicBezTo>
                      <a:pt x="2201" y="428"/>
                      <a:pt x="2384" y="352"/>
                      <a:pt x="2567" y="352"/>
                    </a:cubicBezTo>
                    <a:close/>
                    <a:moveTo>
                      <a:pt x="1905" y="643"/>
                    </a:moveTo>
                    <a:cubicBezTo>
                      <a:pt x="2006" y="643"/>
                      <a:pt x="2006" y="793"/>
                      <a:pt x="1905" y="793"/>
                    </a:cubicBezTo>
                    <a:cubicBezTo>
                      <a:pt x="1805" y="793"/>
                      <a:pt x="1805" y="643"/>
                      <a:pt x="1905" y="643"/>
                    </a:cubicBezTo>
                    <a:close/>
                    <a:moveTo>
                      <a:pt x="963" y="0"/>
                    </a:moveTo>
                    <a:cubicBezTo>
                      <a:pt x="849" y="0"/>
                      <a:pt x="735" y="26"/>
                      <a:pt x="627" y="66"/>
                    </a:cubicBezTo>
                    <a:cubicBezTo>
                      <a:pt x="352" y="191"/>
                      <a:pt x="151" y="392"/>
                      <a:pt x="1" y="668"/>
                    </a:cubicBezTo>
                    <a:cubicBezTo>
                      <a:pt x="126" y="843"/>
                      <a:pt x="276" y="1019"/>
                      <a:pt x="452" y="1144"/>
                    </a:cubicBezTo>
                    <a:cubicBezTo>
                      <a:pt x="788" y="1407"/>
                      <a:pt x="1227" y="1534"/>
                      <a:pt x="1669" y="1534"/>
                    </a:cubicBezTo>
                    <a:cubicBezTo>
                      <a:pt x="1984" y="1534"/>
                      <a:pt x="2301" y="1470"/>
                      <a:pt x="2582" y="1344"/>
                    </a:cubicBezTo>
                    <a:cubicBezTo>
                      <a:pt x="2933" y="1194"/>
                      <a:pt x="3209" y="918"/>
                      <a:pt x="3409" y="592"/>
                    </a:cubicBezTo>
                    <a:cubicBezTo>
                      <a:pt x="3409" y="592"/>
                      <a:pt x="3409" y="592"/>
                      <a:pt x="3409" y="567"/>
                    </a:cubicBezTo>
                    <a:cubicBezTo>
                      <a:pt x="3209" y="317"/>
                      <a:pt x="2908" y="166"/>
                      <a:pt x="2582" y="166"/>
                    </a:cubicBezTo>
                    <a:cubicBezTo>
                      <a:pt x="2231" y="166"/>
                      <a:pt x="1931" y="317"/>
                      <a:pt x="1705" y="567"/>
                    </a:cubicBezTo>
                    <a:cubicBezTo>
                      <a:pt x="1687" y="594"/>
                      <a:pt x="1667" y="605"/>
                      <a:pt x="1648" y="605"/>
                    </a:cubicBezTo>
                    <a:cubicBezTo>
                      <a:pt x="1612" y="605"/>
                      <a:pt x="1580" y="566"/>
                      <a:pt x="1580" y="517"/>
                    </a:cubicBezTo>
                    <a:cubicBezTo>
                      <a:pt x="1580" y="317"/>
                      <a:pt x="1429" y="141"/>
                      <a:pt x="1254" y="66"/>
                    </a:cubicBezTo>
                    <a:cubicBezTo>
                      <a:pt x="1161" y="20"/>
                      <a:pt x="1062" y="0"/>
                      <a:pt x="9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1" name="Google Shape;3821;p48"/>
              <p:cNvSpPr/>
              <p:nvPr/>
            </p:nvSpPr>
            <p:spPr>
              <a:xfrm>
                <a:off x="8598706" y="610492"/>
                <a:ext cx="299867" cy="21405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2" name="Google Shape;3822;p48"/>
              <p:cNvSpPr/>
              <p:nvPr/>
            </p:nvSpPr>
            <p:spPr>
              <a:xfrm>
                <a:off x="8624854" y="707364"/>
                <a:ext cx="247571" cy="56677"/>
              </a:xfrm>
              <a:custGeom>
                <a:rect b="b" l="l" r="r" t="t"/>
                <a:pathLst>
                  <a:path extrusionOk="0" h="815" w="3560">
                    <a:moveTo>
                      <a:pt x="1024" y="1"/>
                    </a:moveTo>
                    <a:cubicBezTo>
                      <a:pt x="941" y="1"/>
                      <a:pt x="858" y="13"/>
                      <a:pt x="777" y="38"/>
                    </a:cubicBezTo>
                    <a:cubicBezTo>
                      <a:pt x="427" y="138"/>
                      <a:pt x="201" y="364"/>
                      <a:pt x="1" y="664"/>
                    </a:cubicBezTo>
                    <a:cubicBezTo>
                      <a:pt x="26" y="714"/>
                      <a:pt x="51" y="765"/>
                      <a:pt x="76" y="815"/>
                    </a:cubicBezTo>
                    <a:cubicBezTo>
                      <a:pt x="226" y="539"/>
                      <a:pt x="427" y="338"/>
                      <a:pt x="702" y="213"/>
                    </a:cubicBezTo>
                    <a:cubicBezTo>
                      <a:pt x="810" y="173"/>
                      <a:pt x="924" y="147"/>
                      <a:pt x="1038" y="147"/>
                    </a:cubicBezTo>
                    <a:cubicBezTo>
                      <a:pt x="1137" y="147"/>
                      <a:pt x="1236" y="167"/>
                      <a:pt x="1329" y="213"/>
                    </a:cubicBezTo>
                    <a:cubicBezTo>
                      <a:pt x="1504" y="288"/>
                      <a:pt x="1655" y="464"/>
                      <a:pt x="1655" y="664"/>
                    </a:cubicBezTo>
                    <a:cubicBezTo>
                      <a:pt x="1655" y="718"/>
                      <a:pt x="1694" y="760"/>
                      <a:pt x="1734" y="760"/>
                    </a:cubicBezTo>
                    <a:cubicBezTo>
                      <a:pt x="1750" y="760"/>
                      <a:pt x="1766" y="753"/>
                      <a:pt x="1780" y="739"/>
                    </a:cubicBezTo>
                    <a:cubicBezTo>
                      <a:pt x="2006" y="464"/>
                      <a:pt x="2306" y="313"/>
                      <a:pt x="2657" y="313"/>
                    </a:cubicBezTo>
                    <a:cubicBezTo>
                      <a:pt x="2983" y="313"/>
                      <a:pt x="3284" y="464"/>
                      <a:pt x="3484" y="714"/>
                    </a:cubicBezTo>
                    <a:cubicBezTo>
                      <a:pt x="3484" y="739"/>
                      <a:pt x="3484" y="739"/>
                      <a:pt x="3484" y="739"/>
                    </a:cubicBezTo>
                    <a:cubicBezTo>
                      <a:pt x="3509" y="689"/>
                      <a:pt x="3559" y="639"/>
                      <a:pt x="3559" y="589"/>
                    </a:cubicBezTo>
                    <a:cubicBezTo>
                      <a:pt x="3359" y="364"/>
                      <a:pt x="3058" y="188"/>
                      <a:pt x="2732" y="163"/>
                    </a:cubicBezTo>
                    <a:cubicBezTo>
                      <a:pt x="2707" y="161"/>
                      <a:pt x="2681" y="160"/>
                      <a:pt x="2656" y="160"/>
                    </a:cubicBezTo>
                    <a:cubicBezTo>
                      <a:pt x="2331" y="160"/>
                      <a:pt x="2012" y="305"/>
                      <a:pt x="1780" y="514"/>
                    </a:cubicBezTo>
                    <a:cubicBezTo>
                      <a:pt x="1680" y="193"/>
                      <a:pt x="1355" y="1"/>
                      <a:pt x="10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3" name="Google Shape;3823;p48"/>
              <p:cNvSpPr/>
              <p:nvPr/>
            </p:nvSpPr>
            <p:spPr>
              <a:xfrm>
                <a:off x="8770824" y="741997"/>
                <a:ext cx="51044" cy="23923"/>
              </a:xfrm>
              <a:custGeom>
                <a:rect b="b" l="l" r="r" t="t"/>
                <a:pathLst>
                  <a:path extrusionOk="0" h="344" w="734">
                    <a:moveTo>
                      <a:pt x="543" y="1"/>
                    </a:moveTo>
                    <a:cubicBezTo>
                      <a:pt x="360" y="1"/>
                      <a:pt x="177" y="77"/>
                      <a:pt x="57" y="216"/>
                    </a:cubicBezTo>
                    <a:cubicBezTo>
                      <a:pt x="1" y="273"/>
                      <a:pt x="43" y="343"/>
                      <a:pt x="99" y="343"/>
                    </a:cubicBezTo>
                    <a:cubicBezTo>
                      <a:pt x="118" y="343"/>
                      <a:pt x="138" y="335"/>
                      <a:pt x="157" y="317"/>
                    </a:cubicBezTo>
                    <a:cubicBezTo>
                      <a:pt x="266" y="208"/>
                      <a:pt x="413" y="136"/>
                      <a:pt x="582" y="136"/>
                    </a:cubicBezTo>
                    <a:cubicBezTo>
                      <a:pt x="607" y="136"/>
                      <a:pt x="633" y="138"/>
                      <a:pt x="658" y="141"/>
                    </a:cubicBezTo>
                    <a:cubicBezTo>
                      <a:pt x="665" y="148"/>
                      <a:pt x="674" y="151"/>
                      <a:pt x="683" y="151"/>
                    </a:cubicBezTo>
                    <a:cubicBezTo>
                      <a:pt x="707" y="151"/>
                      <a:pt x="734" y="128"/>
                      <a:pt x="734" y="91"/>
                    </a:cubicBezTo>
                    <a:cubicBezTo>
                      <a:pt x="734" y="66"/>
                      <a:pt x="734" y="16"/>
                      <a:pt x="683" y="16"/>
                    </a:cubicBezTo>
                    <a:cubicBezTo>
                      <a:pt x="637" y="6"/>
                      <a:pt x="590" y="1"/>
                      <a:pt x="5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4" name="Google Shape;3824;p48"/>
              <p:cNvSpPr/>
              <p:nvPr/>
            </p:nvSpPr>
            <p:spPr>
              <a:xfrm>
                <a:off x="8755594" y="762233"/>
                <a:ext cx="13978" cy="10501"/>
              </a:xfrm>
              <a:custGeom>
                <a:rect b="b" l="l" r="r" t="t"/>
                <a:pathLst>
                  <a:path extrusionOk="0" h="151" w="201">
                    <a:moveTo>
                      <a:pt x="100" y="1"/>
                    </a:moveTo>
                    <a:cubicBezTo>
                      <a:pt x="0" y="1"/>
                      <a:pt x="0" y="151"/>
                      <a:pt x="100" y="151"/>
                    </a:cubicBezTo>
                    <a:cubicBezTo>
                      <a:pt x="201" y="151"/>
                      <a:pt x="201" y="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5" name="Google Shape;3825;p48"/>
              <p:cNvSpPr/>
              <p:nvPr/>
            </p:nvSpPr>
            <p:spPr>
              <a:xfrm>
                <a:off x="8673673" y="735042"/>
                <a:ext cx="40126" cy="21002"/>
              </a:xfrm>
              <a:custGeom>
                <a:rect b="b" l="l" r="r" t="t"/>
                <a:pathLst>
                  <a:path extrusionOk="0" h="302" w="577">
                    <a:moveTo>
                      <a:pt x="187" y="0"/>
                    </a:moveTo>
                    <a:cubicBezTo>
                      <a:pt x="150" y="0"/>
                      <a:pt x="112" y="5"/>
                      <a:pt x="75" y="16"/>
                    </a:cubicBezTo>
                    <a:cubicBezTo>
                      <a:pt x="25" y="41"/>
                      <a:pt x="0" y="66"/>
                      <a:pt x="25" y="116"/>
                    </a:cubicBezTo>
                    <a:cubicBezTo>
                      <a:pt x="25" y="141"/>
                      <a:pt x="75" y="166"/>
                      <a:pt x="101" y="166"/>
                    </a:cubicBezTo>
                    <a:cubicBezTo>
                      <a:pt x="126" y="166"/>
                      <a:pt x="151" y="141"/>
                      <a:pt x="151" y="141"/>
                    </a:cubicBezTo>
                    <a:lnTo>
                      <a:pt x="251" y="141"/>
                    </a:lnTo>
                    <a:cubicBezTo>
                      <a:pt x="251" y="166"/>
                      <a:pt x="276" y="166"/>
                      <a:pt x="301" y="166"/>
                    </a:cubicBezTo>
                    <a:lnTo>
                      <a:pt x="326" y="166"/>
                    </a:lnTo>
                    <a:cubicBezTo>
                      <a:pt x="326" y="166"/>
                      <a:pt x="326" y="166"/>
                      <a:pt x="326" y="191"/>
                    </a:cubicBezTo>
                    <a:cubicBezTo>
                      <a:pt x="351" y="191"/>
                      <a:pt x="351" y="191"/>
                      <a:pt x="376" y="216"/>
                    </a:cubicBezTo>
                    <a:cubicBezTo>
                      <a:pt x="401" y="216"/>
                      <a:pt x="401" y="241"/>
                      <a:pt x="401" y="241"/>
                    </a:cubicBezTo>
                    <a:cubicBezTo>
                      <a:pt x="401" y="241"/>
                      <a:pt x="426" y="241"/>
                      <a:pt x="426" y="266"/>
                    </a:cubicBezTo>
                    <a:cubicBezTo>
                      <a:pt x="444" y="284"/>
                      <a:pt x="474" y="302"/>
                      <a:pt x="499" y="302"/>
                    </a:cubicBezTo>
                    <a:cubicBezTo>
                      <a:pt x="510" y="302"/>
                      <a:pt x="519" y="299"/>
                      <a:pt x="527" y="291"/>
                    </a:cubicBezTo>
                    <a:cubicBezTo>
                      <a:pt x="552" y="266"/>
                      <a:pt x="577" y="241"/>
                      <a:pt x="552" y="191"/>
                    </a:cubicBezTo>
                    <a:cubicBezTo>
                      <a:pt x="472" y="72"/>
                      <a:pt x="330" y="0"/>
                      <a:pt x="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26" name="Google Shape;3826;p48"/>
            <p:cNvGrpSpPr/>
            <p:nvPr/>
          </p:nvGrpSpPr>
          <p:grpSpPr>
            <a:xfrm flipH="1" rot="575087">
              <a:off x="5265812" y="934109"/>
              <a:ext cx="914356" cy="713331"/>
              <a:chOff x="3845050" y="297847"/>
              <a:chExt cx="914393" cy="713360"/>
            </a:xfrm>
          </p:grpSpPr>
          <p:sp>
            <p:nvSpPr>
              <p:cNvPr id="3827" name="Google Shape;3827;p48"/>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8" name="Google Shape;3828;p48"/>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9" name="Google Shape;3829;p48"/>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0" name="Google Shape;3830;p48"/>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1" name="Google Shape;3831;p48"/>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2" name="Google Shape;3832;p48"/>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3" name="Google Shape;3833;p48"/>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4" name="Google Shape;3834;p48"/>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5" name="Google Shape;3835;p48"/>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6" name="Google Shape;3836;p48"/>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7" name="Google Shape;3837;p48"/>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8" name="Google Shape;3838;p48"/>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9" name="Google Shape;3839;p48"/>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0" name="Google Shape;3840;p48"/>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1" name="Google Shape;3841;p48"/>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2" name="Google Shape;3842;p48"/>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3" name="Google Shape;3843;p48"/>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4" name="Google Shape;3844;p48"/>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5" name="Google Shape;3845;p48"/>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6" name="Google Shape;3846;p48"/>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7" name="Google Shape;3847;p48"/>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8" name="Google Shape;3848;p48"/>
            <p:cNvGrpSpPr/>
            <p:nvPr/>
          </p:nvGrpSpPr>
          <p:grpSpPr>
            <a:xfrm>
              <a:off x="5160127" y="3479333"/>
              <a:ext cx="1001265" cy="521867"/>
              <a:chOff x="5727391" y="3005023"/>
              <a:chExt cx="1050755" cy="547661"/>
            </a:xfrm>
          </p:grpSpPr>
          <p:grpSp>
            <p:nvGrpSpPr>
              <p:cNvPr id="3849" name="Google Shape;3849;p48"/>
              <p:cNvGrpSpPr/>
              <p:nvPr/>
            </p:nvGrpSpPr>
            <p:grpSpPr>
              <a:xfrm>
                <a:off x="5727391" y="3005023"/>
                <a:ext cx="1050755" cy="547661"/>
                <a:chOff x="2033975" y="3489375"/>
                <a:chExt cx="1500650" cy="782150"/>
              </a:xfrm>
            </p:grpSpPr>
            <p:sp>
              <p:nvSpPr>
                <p:cNvPr id="3850" name="Google Shape;3850;p48"/>
                <p:cNvSpPr/>
                <p:nvPr/>
              </p:nvSpPr>
              <p:spPr>
                <a:xfrm>
                  <a:off x="2068425" y="3494400"/>
                  <a:ext cx="1418600" cy="771950"/>
                </a:xfrm>
                <a:custGeom>
                  <a:rect b="b" l="l" r="r" t="t"/>
                  <a:pathLst>
                    <a:path extrusionOk="0" h="30878" w="56744">
                      <a:moveTo>
                        <a:pt x="40277" y="0"/>
                      </a:moveTo>
                      <a:cubicBezTo>
                        <a:pt x="38999" y="3309"/>
                        <a:pt x="37520" y="6517"/>
                        <a:pt x="35891" y="9650"/>
                      </a:cubicBezTo>
                      <a:lnTo>
                        <a:pt x="9951" y="9650"/>
                      </a:lnTo>
                      <a:cubicBezTo>
                        <a:pt x="4462" y="9650"/>
                        <a:pt x="1" y="14386"/>
                        <a:pt x="1" y="20251"/>
                      </a:cubicBezTo>
                      <a:cubicBezTo>
                        <a:pt x="1" y="26116"/>
                        <a:pt x="4462" y="30878"/>
                        <a:pt x="9951" y="30878"/>
                      </a:cubicBezTo>
                      <a:lnTo>
                        <a:pt x="46793" y="30878"/>
                      </a:lnTo>
                      <a:cubicBezTo>
                        <a:pt x="52282" y="30878"/>
                        <a:pt x="56743" y="26116"/>
                        <a:pt x="56743" y="20251"/>
                      </a:cubicBezTo>
                      <a:cubicBezTo>
                        <a:pt x="56743" y="14386"/>
                        <a:pt x="52282" y="9650"/>
                        <a:pt x="46793" y="9650"/>
                      </a:cubicBezTo>
                      <a:lnTo>
                        <a:pt x="43710" y="9650"/>
                      </a:lnTo>
                      <a:lnTo>
                        <a:pt x="40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1" name="Google Shape;3851;p48"/>
                <p:cNvSpPr/>
                <p:nvPr/>
              </p:nvSpPr>
              <p:spPr>
                <a:xfrm>
                  <a:off x="2033975" y="3489375"/>
                  <a:ext cx="1500650" cy="782150"/>
                </a:xfrm>
                <a:custGeom>
                  <a:rect b="b" l="l" r="r" t="t"/>
                  <a:pathLst>
                    <a:path extrusionOk="0" h="31286" w="60026">
                      <a:moveTo>
                        <a:pt x="41642" y="789"/>
                      </a:moveTo>
                      <a:cubicBezTo>
                        <a:pt x="42710" y="3840"/>
                        <a:pt x="43799" y="6870"/>
                        <a:pt x="44888" y="9901"/>
                      </a:cubicBezTo>
                      <a:cubicBezTo>
                        <a:pt x="44913" y="10001"/>
                        <a:pt x="44988" y="10051"/>
                        <a:pt x="45088" y="10051"/>
                      </a:cubicBezTo>
                      <a:lnTo>
                        <a:pt x="48171" y="10051"/>
                      </a:lnTo>
                      <a:cubicBezTo>
                        <a:pt x="55289" y="10151"/>
                        <a:pt x="59600" y="17846"/>
                        <a:pt x="57244" y="24262"/>
                      </a:cubicBezTo>
                      <a:cubicBezTo>
                        <a:pt x="56116" y="27344"/>
                        <a:pt x="53535" y="29826"/>
                        <a:pt x="50327" y="30603"/>
                      </a:cubicBezTo>
                      <a:cubicBezTo>
                        <a:pt x="49299" y="30853"/>
                        <a:pt x="48271" y="30853"/>
                        <a:pt x="47244" y="30853"/>
                      </a:cubicBezTo>
                      <a:lnTo>
                        <a:pt x="14412" y="30853"/>
                      </a:lnTo>
                      <a:cubicBezTo>
                        <a:pt x="13964" y="30853"/>
                        <a:pt x="13521" y="30857"/>
                        <a:pt x="13081" y="30857"/>
                      </a:cubicBezTo>
                      <a:cubicBezTo>
                        <a:pt x="10736" y="30857"/>
                        <a:pt x="8498" y="30750"/>
                        <a:pt x="6366" y="29399"/>
                      </a:cubicBezTo>
                      <a:cubicBezTo>
                        <a:pt x="527" y="25715"/>
                        <a:pt x="26" y="16818"/>
                        <a:pt x="5214" y="12357"/>
                      </a:cubicBezTo>
                      <a:cubicBezTo>
                        <a:pt x="7018" y="10828"/>
                        <a:pt x="9224" y="10076"/>
                        <a:pt x="11554" y="10051"/>
                      </a:cubicBezTo>
                      <a:lnTo>
                        <a:pt x="37269" y="10051"/>
                      </a:lnTo>
                      <a:cubicBezTo>
                        <a:pt x="37344" y="10051"/>
                        <a:pt x="37419" y="10026"/>
                        <a:pt x="37469" y="9951"/>
                      </a:cubicBezTo>
                      <a:cubicBezTo>
                        <a:pt x="39010" y="6964"/>
                        <a:pt x="40394" y="3910"/>
                        <a:pt x="41642" y="789"/>
                      </a:cubicBezTo>
                      <a:close/>
                      <a:moveTo>
                        <a:pt x="41655" y="1"/>
                      </a:moveTo>
                      <a:cubicBezTo>
                        <a:pt x="41573" y="1"/>
                        <a:pt x="41492" y="51"/>
                        <a:pt x="41454" y="151"/>
                      </a:cubicBezTo>
                      <a:cubicBezTo>
                        <a:pt x="40552" y="2432"/>
                        <a:pt x="39575" y="4713"/>
                        <a:pt x="38497" y="6943"/>
                      </a:cubicBezTo>
                      <a:cubicBezTo>
                        <a:pt x="38246" y="7470"/>
                        <a:pt x="37971" y="7996"/>
                        <a:pt x="37720" y="8522"/>
                      </a:cubicBezTo>
                      <a:cubicBezTo>
                        <a:pt x="37645" y="8647"/>
                        <a:pt x="37344" y="9575"/>
                        <a:pt x="37269" y="9625"/>
                      </a:cubicBezTo>
                      <a:cubicBezTo>
                        <a:pt x="37256" y="9638"/>
                        <a:pt x="37236" y="9643"/>
                        <a:pt x="37213" y="9643"/>
                      </a:cubicBezTo>
                      <a:cubicBezTo>
                        <a:pt x="37160" y="9643"/>
                        <a:pt x="37092" y="9620"/>
                        <a:pt x="37047" y="9620"/>
                      </a:cubicBezTo>
                      <a:cubicBezTo>
                        <a:pt x="37036" y="9620"/>
                        <a:pt x="37026" y="9621"/>
                        <a:pt x="37018" y="9625"/>
                      </a:cubicBezTo>
                      <a:cubicBezTo>
                        <a:pt x="36893" y="9667"/>
                        <a:pt x="36737" y="9681"/>
                        <a:pt x="36570" y="9681"/>
                      </a:cubicBezTo>
                      <a:cubicBezTo>
                        <a:pt x="36236" y="9681"/>
                        <a:pt x="35857" y="9625"/>
                        <a:pt x="35590" y="9625"/>
                      </a:cubicBezTo>
                      <a:lnTo>
                        <a:pt x="19324" y="9625"/>
                      </a:lnTo>
                      <a:cubicBezTo>
                        <a:pt x="17519" y="9625"/>
                        <a:pt x="15676" y="9538"/>
                        <a:pt x="13842" y="9538"/>
                      </a:cubicBezTo>
                      <a:cubicBezTo>
                        <a:pt x="12722" y="9538"/>
                        <a:pt x="11605" y="9570"/>
                        <a:pt x="10502" y="9675"/>
                      </a:cubicBezTo>
                      <a:cubicBezTo>
                        <a:pt x="3986" y="10252"/>
                        <a:pt x="1" y="17044"/>
                        <a:pt x="1479" y="23134"/>
                      </a:cubicBezTo>
                      <a:cubicBezTo>
                        <a:pt x="2657" y="28021"/>
                        <a:pt x="6843" y="31279"/>
                        <a:pt x="11830" y="31279"/>
                      </a:cubicBezTo>
                      <a:lnTo>
                        <a:pt x="46592" y="31279"/>
                      </a:lnTo>
                      <a:cubicBezTo>
                        <a:pt x="46993" y="31279"/>
                        <a:pt x="47401" y="31285"/>
                        <a:pt x="47805" y="31285"/>
                      </a:cubicBezTo>
                      <a:cubicBezTo>
                        <a:pt x="48209" y="31285"/>
                        <a:pt x="48610" y="31279"/>
                        <a:pt x="48998" y="31254"/>
                      </a:cubicBezTo>
                      <a:cubicBezTo>
                        <a:pt x="52031" y="30978"/>
                        <a:pt x="54738" y="29274"/>
                        <a:pt x="56417" y="26793"/>
                      </a:cubicBezTo>
                      <a:cubicBezTo>
                        <a:pt x="60026" y="21505"/>
                        <a:pt x="58347" y="13585"/>
                        <a:pt x="52507" y="10678"/>
                      </a:cubicBezTo>
                      <a:cubicBezTo>
                        <a:pt x="51156" y="9977"/>
                        <a:pt x="49681" y="9651"/>
                        <a:pt x="48180" y="9625"/>
                      </a:cubicBezTo>
                      <a:lnTo>
                        <a:pt x="48180" y="9625"/>
                      </a:lnTo>
                      <a:cubicBezTo>
                        <a:pt x="48177" y="9625"/>
                        <a:pt x="48174" y="9625"/>
                        <a:pt x="48171" y="9625"/>
                      </a:cubicBezTo>
                      <a:lnTo>
                        <a:pt x="46517" y="9625"/>
                      </a:lnTo>
                      <a:cubicBezTo>
                        <a:pt x="46283" y="9625"/>
                        <a:pt x="46038" y="9614"/>
                        <a:pt x="45804" y="9614"/>
                      </a:cubicBezTo>
                      <a:cubicBezTo>
                        <a:pt x="45687" y="9614"/>
                        <a:pt x="45573" y="9617"/>
                        <a:pt x="45464" y="9625"/>
                      </a:cubicBezTo>
                      <a:cubicBezTo>
                        <a:pt x="45386" y="9635"/>
                        <a:pt x="45328" y="9638"/>
                        <a:pt x="45285" y="9638"/>
                      </a:cubicBezTo>
                      <a:cubicBezTo>
                        <a:pt x="45254" y="9638"/>
                        <a:pt x="45232" y="9637"/>
                        <a:pt x="45216" y="9635"/>
                      </a:cubicBezTo>
                      <a:lnTo>
                        <a:pt x="45216" y="9635"/>
                      </a:lnTo>
                      <a:cubicBezTo>
                        <a:pt x="44815" y="8834"/>
                        <a:pt x="44619" y="7872"/>
                        <a:pt x="44312" y="7043"/>
                      </a:cubicBezTo>
                      <a:lnTo>
                        <a:pt x="41855" y="151"/>
                      </a:lnTo>
                      <a:cubicBezTo>
                        <a:pt x="41818" y="51"/>
                        <a:pt x="41736" y="1"/>
                        <a:pt x="416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52" name="Google Shape;3852;p48"/>
              <p:cNvSpPr/>
              <p:nvPr/>
            </p:nvSpPr>
            <p:spPr>
              <a:xfrm>
                <a:off x="5868576" y="3282175"/>
                <a:ext cx="761329" cy="157575"/>
              </a:xfrm>
              <a:prstGeom prst="rect">
                <a:avLst/>
              </a:prstGeom>
            </p:spPr>
            <p:txBody>
              <a:bodyPr>
                <a:prstTxWarp prst="textPlain"/>
              </a:bodyPr>
              <a:lstStyle/>
              <a:p>
                <a:pPr lvl="0" algn="ctr"/>
                <a:r>
                  <a:rPr b="0" i="0">
                    <a:ln>
                      <a:noFill/>
                    </a:ln>
                    <a:solidFill>
                      <a:schemeClr val="lt2"/>
                    </a:solidFill>
                    <a:latin typeface="Oswald"/>
                  </a:rPr>
                  <a:t>YOU CAN'T</a:t>
                </a:r>
              </a:p>
            </p:txBody>
          </p:sp>
        </p:grpSp>
        <p:grpSp>
          <p:nvGrpSpPr>
            <p:cNvPr id="3853" name="Google Shape;3853;p48"/>
            <p:cNvGrpSpPr/>
            <p:nvPr/>
          </p:nvGrpSpPr>
          <p:grpSpPr>
            <a:xfrm flipH="1">
              <a:off x="6829591" y="1057209"/>
              <a:ext cx="1227679" cy="601184"/>
              <a:chOff x="4635116" y="1205846"/>
              <a:chExt cx="1227679" cy="601184"/>
            </a:xfrm>
          </p:grpSpPr>
          <p:sp>
            <p:nvSpPr>
              <p:cNvPr id="3854" name="Google Shape;3854;p48"/>
              <p:cNvSpPr/>
              <p:nvPr/>
            </p:nvSpPr>
            <p:spPr>
              <a:xfrm flipH="1">
                <a:off x="4643618" y="1209590"/>
                <a:ext cx="1199070" cy="593466"/>
              </a:xfrm>
              <a:custGeom>
                <a:rect b="b" l="l" r="r" t="t"/>
                <a:pathLst>
                  <a:path extrusionOk="0" h="33294" w="67269">
                    <a:moveTo>
                      <a:pt x="45172" y="1"/>
                    </a:moveTo>
                    <a:cubicBezTo>
                      <a:pt x="33622" y="1"/>
                      <a:pt x="22062" y="29"/>
                      <a:pt x="10502" y="85"/>
                    </a:cubicBezTo>
                    <a:cubicBezTo>
                      <a:pt x="4687" y="110"/>
                      <a:pt x="0" y="4847"/>
                      <a:pt x="0" y="10662"/>
                    </a:cubicBezTo>
                    <a:cubicBezTo>
                      <a:pt x="0" y="16486"/>
                      <a:pt x="4737" y="21213"/>
                      <a:pt x="10556" y="21213"/>
                    </a:cubicBezTo>
                    <a:cubicBezTo>
                      <a:pt x="10571" y="21213"/>
                      <a:pt x="10587" y="21213"/>
                      <a:pt x="10602" y="21213"/>
                    </a:cubicBezTo>
                    <a:cubicBezTo>
                      <a:pt x="14011" y="21188"/>
                      <a:pt x="17394" y="21188"/>
                      <a:pt x="20803" y="21188"/>
                    </a:cubicBezTo>
                    <a:cubicBezTo>
                      <a:pt x="20677" y="25223"/>
                      <a:pt x="20602" y="29258"/>
                      <a:pt x="20577" y="33293"/>
                    </a:cubicBezTo>
                    <a:lnTo>
                      <a:pt x="32582" y="21138"/>
                    </a:lnTo>
                    <a:lnTo>
                      <a:pt x="56692" y="21138"/>
                    </a:lnTo>
                    <a:cubicBezTo>
                      <a:pt x="62532" y="21138"/>
                      <a:pt x="67269" y="16426"/>
                      <a:pt x="67269" y="10586"/>
                    </a:cubicBezTo>
                    <a:cubicBezTo>
                      <a:pt x="67269" y="4747"/>
                      <a:pt x="62557" y="10"/>
                      <a:pt x="56718" y="10"/>
                    </a:cubicBezTo>
                    <a:cubicBezTo>
                      <a:pt x="52870" y="4"/>
                      <a:pt x="49022" y="1"/>
                      <a:pt x="451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5" name="Google Shape;3855;p48"/>
              <p:cNvSpPr/>
              <p:nvPr/>
            </p:nvSpPr>
            <p:spPr>
              <a:xfrm flipH="1">
                <a:off x="4635116" y="1205846"/>
                <a:ext cx="1227679" cy="601184"/>
              </a:xfrm>
              <a:custGeom>
                <a:rect b="b" l="l" r="r" t="t"/>
                <a:pathLst>
                  <a:path extrusionOk="0" h="33727" w="68874">
                    <a:moveTo>
                      <a:pt x="55289" y="420"/>
                    </a:moveTo>
                    <a:cubicBezTo>
                      <a:pt x="56141" y="420"/>
                      <a:pt x="56993" y="420"/>
                      <a:pt x="57846" y="445"/>
                    </a:cubicBezTo>
                    <a:cubicBezTo>
                      <a:pt x="60628" y="445"/>
                      <a:pt x="63284" y="1548"/>
                      <a:pt x="65214" y="3528"/>
                    </a:cubicBezTo>
                    <a:cubicBezTo>
                      <a:pt x="67144" y="5483"/>
                      <a:pt x="68222" y="8165"/>
                      <a:pt x="68196" y="10897"/>
                    </a:cubicBezTo>
                    <a:cubicBezTo>
                      <a:pt x="68171" y="13629"/>
                      <a:pt x="67019" y="16285"/>
                      <a:pt x="65064" y="18215"/>
                    </a:cubicBezTo>
                    <a:cubicBezTo>
                      <a:pt x="63034" y="20195"/>
                      <a:pt x="60352" y="21147"/>
                      <a:pt x="57545" y="21147"/>
                    </a:cubicBezTo>
                    <a:lnTo>
                      <a:pt x="34236" y="21147"/>
                    </a:lnTo>
                    <a:cubicBezTo>
                      <a:pt x="34136" y="21147"/>
                      <a:pt x="33995" y="21131"/>
                      <a:pt x="33864" y="21131"/>
                    </a:cubicBezTo>
                    <a:cubicBezTo>
                      <a:pt x="33766" y="21131"/>
                      <a:pt x="33674" y="21140"/>
                      <a:pt x="33610" y="21172"/>
                    </a:cubicBezTo>
                    <a:cubicBezTo>
                      <a:pt x="33409" y="21273"/>
                      <a:pt x="33259" y="21523"/>
                      <a:pt x="33109" y="21649"/>
                    </a:cubicBezTo>
                    <a:cubicBezTo>
                      <a:pt x="32708" y="22075"/>
                      <a:pt x="32307" y="22476"/>
                      <a:pt x="31906" y="22902"/>
                    </a:cubicBezTo>
                    <a:cubicBezTo>
                      <a:pt x="30627" y="24180"/>
                      <a:pt x="29374" y="25458"/>
                      <a:pt x="28096" y="26736"/>
                    </a:cubicBezTo>
                    <a:cubicBezTo>
                      <a:pt x="26049" y="28831"/>
                      <a:pt x="23979" y="30903"/>
                      <a:pt x="21931" y="32996"/>
                    </a:cubicBezTo>
                    <a:lnTo>
                      <a:pt x="21931" y="32996"/>
                    </a:lnTo>
                    <a:cubicBezTo>
                      <a:pt x="21937" y="29130"/>
                      <a:pt x="22011" y="25264"/>
                      <a:pt x="22131" y="21398"/>
                    </a:cubicBezTo>
                    <a:cubicBezTo>
                      <a:pt x="22131" y="21273"/>
                      <a:pt x="22031" y="21172"/>
                      <a:pt x="21931" y="21172"/>
                    </a:cubicBezTo>
                    <a:cubicBezTo>
                      <a:pt x="18522" y="21197"/>
                      <a:pt x="15139" y="21223"/>
                      <a:pt x="11730" y="21223"/>
                    </a:cubicBezTo>
                    <a:cubicBezTo>
                      <a:pt x="9399" y="21223"/>
                      <a:pt x="7118" y="20446"/>
                      <a:pt x="5264" y="18992"/>
                    </a:cubicBezTo>
                    <a:cubicBezTo>
                      <a:pt x="1580" y="16060"/>
                      <a:pt x="301" y="10821"/>
                      <a:pt x="2281" y="6536"/>
                    </a:cubicBezTo>
                    <a:cubicBezTo>
                      <a:pt x="3234" y="4481"/>
                      <a:pt x="4838" y="2776"/>
                      <a:pt x="6843" y="1699"/>
                    </a:cubicBezTo>
                    <a:cubicBezTo>
                      <a:pt x="7870" y="1172"/>
                      <a:pt x="8973" y="796"/>
                      <a:pt x="10101" y="621"/>
                    </a:cubicBezTo>
                    <a:cubicBezTo>
                      <a:pt x="10884" y="502"/>
                      <a:pt x="11681" y="473"/>
                      <a:pt x="12477" y="473"/>
                    </a:cubicBezTo>
                    <a:cubicBezTo>
                      <a:pt x="13184" y="473"/>
                      <a:pt x="13891" y="496"/>
                      <a:pt x="14587" y="496"/>
                    </a:cubicBezTo>
                    <a:cubicBezTo>
                      <a:pt x="21379" y="471"/>
                      <a:pt x="28171" y="445"/>
                      <a:pt x="34938" y="445"/>
                    </a:cubicBezTo>
                    <a:cubicBezTo>
                      <a:pt x="41730" y="420"/>
                      <a:pt x="48522" y="420"/>
                      <a:pt x="55289" y="420"/>
                    </a:cubicBezTo>
                    <a:close/>
                    <a:moveTo>
                      <a:pt x="47307" y="1"/>
                    </a:moveTo>
                    <a:cubicBezTo>
                      <a:pt x="43792" y="1"/>
                      <a:pt x="40277" y="7"/>
                      <a:pt x="36768" y="19"/>
                    </a:cubicBezTo>
                    <a:cubicBezTo>
                      <a:pt x="29775" y="19"/>
                      <a:pt x="22783" y="44"/>
                      <a:pt x="15790" y="70"/>
                    </a:cubicBezTo>
                    <a:cubicBezTo>
                      <a:pt x="14934" y="70"/>
                      <a:pt x="14069" y="46"/>
                      <a:pt x="13203" y="46"/>
                    </a:cubicBezTo>
                    <a:cubicBezTo>
                      <a:pt x="11256" y="46"/>
                      <a:pt x="9309" y="166"/>
                      <a:pt x="7469" y="947"/>
                    </a:cubicBezTo>
                    <a:cubicBezTo>
                      <a:pt x="5364" y="1849"/>
                      <a:pt x="3560" y="3403"/>
                      <a:pt x="2407" y="5383"/>
                    </a:cubicBezTo>
                    <a:cubicBezTo>
                      <a:pt x="1" y="9443"/>
                      <a:pt x="602" y="14756"/>
                      <a:pt x="3810" y="18215"/>
                    </a:cubicBezTo>
                    <a:cubicBezTo>
                      <a:pt x="5389" y="19894"/>
                      <a:pt x="7494" y="21072"/>
                      <a:pt x="9775" y="21473"/>
                    </a:cubicBezTo>
                    <a:cubicBezTo>
                      <a:pt x="10569" y="21612"/>
                      <a:pt x="11370" y="21643"/>
                      <a:pt x="12171" y="21643"/>
                    </a:cubicBezTo>
                    <a:cubicBezTo>
                      <a:pt x="12811" y="21643"/>
                      <a:pt x="13451" y="21624"/>
                      <a:pt x="14086" y="21624"/>
                    </a:cubicBezTo>
                    <a:cubicBezTo>
                      <a:pt x="15840" y="21624"/>
                      <a:pt x="17620" y="21624"/>
                      <a:pt x="19374" y="21598"/>
                    </a:cubicBezTo>
                    <a:lnTo>
                      <a:pt x="21724" y="21598"/>
                    </a:lnTo>
                    <a:cubicBezTo>
                      <a:pt x="21602" y="25567"/>
                      <a:pt x="21529" y="29535"/>
                      <a:pt x="21505" y="33503"/>
                    </a:cubicBezTo>
                    <a:cubicBezTo>
                      <a:pt x="21505" y="33637"/>
                      <a:pt x="21605" y="33726"/>
                      <a:pt x="21709" y="33726"/>
                    </a:cubicBezTo>
                    <a:cubicBezTo>
                      <a:pt x="21761" y="33726"/>
                      <a:pt x="21814" y="33704"/>
                      <a:pt x="21855" y="33654"/>
                    </a:cubicBezTo>
                    <a:cubicBezTo>
                      <a:pt x="23760" y="31749"/>
                      <a:pt x="25665" y="29819"/>
                      <a:pt x="27545" y="27889"/>
                    </a:cubicBezTo>
                    <a:cubicBezTo>
                      <a:pt x="28898" y="26511"/>
                      <a:pt x="30276" y="25132"/>
                      <a:pt x="31630" y="23779"/>
                    </a:cubicBezTo>
                    <a:cubicBezTo>
                      <a:pt x="32106" y="23278"/>
                      <a:pt x="32582" y="22776"/>
                      <a:pt x="33084" y="22300"/>
                    </a:cubicBezTo>
                    <a:cubicBezTo>
                      <a:pt x="33309" y="22050"/>
                      <a:pt x="33535" y="21724"/>
                      <a:pt x="33810" y="21548"/>
                    </a:cubicBezTo>
                    <a:cubicBezTo>
                      <a:pt x="33812" y="21548"/>
                      <a:pt x="33814" y="21548"/>
                      <a:pt x="33815" y="21548"/>
                    </a:cubicBezTo>
                    <a:lnTo>
                      <a:pt x="33815" y="21548"/>
                    </a:lnTo>
                    <a:cubicBezTo>
                      <a:pt x="33827" y="21582"/>
                      <a:pt x="33938" y="21598"/>
                      <a:pt x="33990" y="21598"/>
                    </a:cubicBezTo>
                    <a:cubicBezTo>
                      <a:pt x="34028" y="21598"/>
                      <a:pt x="34036" y="21590"/>
                      <a:pt x="33961" y="21573"/>
                    </a:cubicBezTo>
                    <a:lnTo>
                      <a:pt x="33961" y="21573"/>
                    </a:lnTo>
                    <a:cubicBezTo>
                      <a:pt x="34002" y="21582"/>
                      <a:pt x="34050" y="21585"/>
                      <a:pt x="34098" y="21585"/>
                    </a:cubicBezTo>
                    <a:cubicBezTo>
                      <a:pt x="34195" y="21585"/>
                      <a:pt x="34295" y="21573"/>
                      <a:pt x="34362" y="21573"/>
                    </a:cubicBezTo>
                    <a:lnTo>
                      <a:pt x="38246" y="21573"/>
                    </a:lnTo>
                    <a:cubicBezTo>
                      <a:pt x="40302" y="21548"/>
                      <a:pt x="42357" y="21548"/>
                      <a:pt x="44412" y="21548"/>
                    </a:cubicBezTo>
                    <a:lnTo>
                      <a:pt x="56743" y="21548"/>
                    </a:lnTo>
                    <a:cubicBezTo>
                      <a:pt x="56907" y="21551"/>
                      <a:pt x="57071" y="21553"/>
                      <a:pt x="57235" y="21553"/>
                    </a:cubicBezTo>
                    <a:cubicBezTo>
                      <a:pt x="58590" y="21553"/>
                      <a:pt x="59907" y="21447"/>
                      <a:pt x="61204" y="21022"/>
                    </a:cubicBezTo>
                    <a:cubicBezTo>
                      <a:pt x="62482" y="20596"/>
                      <a:pt x="63660" y="19944"/>
                      <a:pt x="64688" y="19092"/>
                    </a:cubicBezTo>
                    <a:cubicBezTo>
                      <a:pt x="66793" y="17363"/>
                      <a:pt x="68171" y="14882"/>
                      <a:pt x="68522" y="12175"/>
                    </a:cubicBezTo>
                    <a:cubicBezTo>
                      <a:pt x="68873" y="9468"/>
                      <a:pt x="68146" y="6636"/>
                      <a:pt x="66517" y="4430"/>
                    </a:cubicBezTo>
                    <a:cubicBezTo>
                      <a:pt x="64938" y="2275"/>
                      <a:pt x="62582" y="746"/>
                      <a:pt x="59951" y="220"/>
                    </a:cubicBezTo>
                    <a:cubicBezTo>
                      <a:pt x="59249" y="95"/>
                      <a:pt x="58547" y="19"/>
                      <a:pt x="57846" y="19"/>
                    </a:cubicBezTo>
                    <a:cubicBezTo>
                      <a:pt x="54337" y="7"/>
                      <a:pt x="50822" y="1"/>
                      <a:pt x="4730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6" name="Google Shape;3856;p48"/>
              <p:cNvSpPr/>
              <p:nvPr/>
            </p:nvSpPr>
            <p:spPr>
              <a:xfrm flipH="1">
                <a:off x="4794961" y="1320600"/>
                <a:ext cx="896374" cy="160275"/>
              </a:xfrm>
              <a:prstGeom prst="rect">
                <a:avLst/>
              </a:prstGeom>
            </p:spPr>
            <p:txBody>
              <a:bodyPr>
                <a:prstTxWarp prst="textPlain"/>
              </a:bodyPr>
              <a:lstStyle/>
              <a:p>
                <a:pPr lvl="0" algn="ctr"/>
                <a:r>
                  <a:rPr b="0" i="0">
                    <a:ln>
                      <a:noFill/>
                    </a:ln>
                    <a:solidFill>
                      <a:schemeClr val="lt2"/>
                    </a:solidFill>
                    <a:latin typeface="Oswald"/>
                  </a:rPr>
                  <a:t>DISGUSTING</a:t>
                </a:r>
              </a:p>
            </p:txBody>
          </p:sp>
        </p:grpSp>
        <p:grpSp>
          <p:nvGrpSpPr>
            <p:cNvPr id="3857" name="Google Shape;3857;p48"/>
            <p:cNvGrpSpPr/>
            <p:nvPr/>
          </p:nvGrpSpPr>
          <p:grpSpPr>
            <a:xfrm rot="-567496">
              <a:off x="7328798" y="1805310"/>
              <a:ext cx="681796" cy="1283617"/>
              <a:chOff x="15707400" y="-1187712"/>
              <a:chExt cx="734200" cy="1382425"/>
            </a:xfrm>
          </p:grpSpPr>
          <p:sp>
            <p:nvSpPr>
              <p:cNvPr id="3858" name="Google Shape;3858;p48"/>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9" name="Google Shape;3859;p48"/>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0" name="Google Shape;3860;p48"/>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1" name="Google Shape;3861;p48"/>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2" name="Google Shape;3862;p48"/>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3" name="Google Shape;3863;p48"/>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4" name="Google Shape;3864;p48"/>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5" name="Google Shape;3865;p48"/>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6" name="Google Shape;3866;p48"/>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7" name="Google Shape;3867;p48"/>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8" name="Google Shape;3868;p48"/>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9" name="Google Shape;3869;p48"/>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0" name="Google Shape;3870;p48"/>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1" name="Google Shape;3871;p48"/>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2" name="Google Shape;3872;p48"/>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3" name="Google Shape;3873;p48"/>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4" name="Google Shape;3874;p48"/>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5" name="Google Shape;3875;p48"/>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6" name="Google Shape;3876;p48"/>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7" name="Google Shape;3877;p48"/>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8" name="Google Shape;3878;p48"/>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9" name="Google Shape;3879;p48"/>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0" name="Google Shape;3880;p48"/>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1" name="Google Shape;3881;p48"/>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2" name="Google Shape;3882;p48"/>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3" name="Google Shape;3883;p48"/>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4" name="Google Shape;3884;p48"/>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5" name="Google Shape;3885;p48"/>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6" name="Google Shape;3886;p48"/>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7" name="Google Shape;3887;p48"/>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8" name="Google Shape;3888;p48"/>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9" name="Google Shape;3889;p48"/>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0" name="Google Shape;3890;p48"/>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1" name="Google Shape;3891;p48"/>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92" name="Google Shape;3892;p48"/>
            <p:cNvGrpSpPr/>
            <p:nvPr/>
          </p:nvGrpSpPr>
          <p:grpSpPr>
            <a:xfrm>
              <a:off x="4884105" y="2051218"/>
              <a:ext cx="799632" cy="1174770"/>
              <a:chOff x="2316550" y="1172425"/>
              <a:chExt cx="1293275" cy="1900000"/>
            </a:xfrm>
          </p:grpSpPr>
          <p:sp>
            <p:nvSpPr>
              <p:cNvPr id="3893" name="Google Shape;3893;p48"/>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rgbClr val="B28A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4" name="Google Shape;3894;p48"/>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5" name="Google Shape;3895;p48"/>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6" name="Google Shape;3896;p48"/>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7" name="Google Shape;3897;p48"/>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8" name="Google Shape;3898;p48"/>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9" name="Google Shape;3899;p48"/>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0" name="Google Shape;3900;p48"/>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1" name="Google Shape;3901;p48"/>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2" name="Google Shape;3902;p48"/>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3" name="Google Shape;3903;p48"/>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4" name="Google Shape;3904;p48"/>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5" name="Google Shape;3905;p48"/>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6" name="Google Shape;3906;p48"/>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7" name="Google Shape;3907;p48"/>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8" name="Google Shape;3908;p48"/>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9" name="Google Shape;3909;p48"/>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0" name="Google Shape;3910;p48"/>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1" name="Google Shape;3911;p48"/>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2" name="Google Shape;3912;p48"/>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3" name="Google Shape;3913;p48"/>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4" name="Google Shape;3914;p48"/>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5" name="Google Shape;3915;p48"/>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6" name="Google Shape;3916;p48"/>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7" name="Google Shape;3917;p48"/>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8" name="Google Shape;3918;p48"/>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9" name="Google Shape;3919;p48"/>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0" name="Google Shape;3920;p48"/>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1" name="Google Shape;3921;p48"/>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2" name="Google Shape;3922;p48"/>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3" name="Google Shape;3923;p48"/>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4" name="Google Shape;3924;p48"/>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5" name="Google Shape;3925;p48"/>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6" name="Google Shape;3926;p48"/>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7" name="Google Shape;3927;p48"/>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8" name="Google Shape;3928;p48"/>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9" name="Google Shape;3929;p48"/>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0" name="Google Shape;3930;p48"/>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1" name="Google Shape;3931;p48"/>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2" name="Google Shape;3932;p48"/>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3" name="Google Shape;3933;p48"/>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4" name="Google Shape;3934;p48"/>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5" name="Google Shape;3935;p48"/>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6" name="Google Shape;3936;p48"/>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7" name="Google Shape;3937;p48"/>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8" name="Google Shape;3938;p48"/>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9" name="Google Shape;3939;p48"/>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0" name="Google Shape;3940;p48"/>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1" name="Google Shape;3941;p48"/>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2" name="Google Shape;3942;p48"/>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3" name="Google Shape;3943;p48"/>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4" name="Google Shape;3944;p48"/>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5" name="Google Shape;3945;p48"/>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6" name="Google Shape;3946;p48"/>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7" name="Google Shape;3947;p48"/>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8" name="Google Shape;3948;p48"/>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9" name="Google Shape;3949;p48"/>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0" name="Google Shape;3950;p48"/>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1" name="Google Shape;3951;p48"/>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952" name="Google Shape;3952;p48"/>
          <p:cNvGrpSpPr/>
          <p:nvPr/>
        </p:nvGrpSpPr>
        <p:grpSpPr>
          <a:xfrm rot="-2319040">
            <a:off x="3900767" y="3978547"/>
            <a:ext cx="789585" cy="749558"/>
            <a:chOff x="4741369" y="4178435"/>
            <a:chExt cx="896803" cy="851340"/>
          </a:xfrm>
        </p:grpSpPr>
        <p:grpSp>
          <p:nvGrpSpPr>
            <p:cNvPr id="3953" name="Google Shape;3953;p48"/>
            <p:cNvGrpSpPr/>
            <p:nvPr/>
          </p:nvGrpSpPr>
          <p:grpSpPr>
            <a:xfrm>
              <a:off x="4741369" y="4178435"/>
              <a:ext cx="896803" cy="851340"/>
              <a:chOff x="1503750" y="154675"/>
              <a:chExt cx="733341" cy="696165"/>
            </a:xfrm>
          </p:grpSpPr>
          <p:sp>
            <p:nvSpPr>
              <p:cNvPr id="3954" name="Google Shape;3954;p48"/>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5" name="Google Shape;3955;p48"/>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6" name="Google Shape;3956;p48"/>
            <p:cNvGrpSpPr/>
            <p:nvPr/>
          </p:nvGrpSpPr>
          <p:grpSpPr>
            <a:xfrm rot="728027">
              <a:off x="4896064" y="4371944"/>
              <a:ext cx="522241" cy="452053"/>
              <a:chOff x="-3687125" y="3130813"/>
              <a:chExt cx="848975" cy="734875"/>
            </a:xfrm>
          </p:grpSpPr>
          <p:sp>
            <p:nvSpPr>
              <p:cNvPr id="3957" name="Google Shape;3957;p48"/>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8" name="Google Shape;3958;p48"/>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9" name="Google Shape;3959;p48"/>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0" name="Google Shape;3960;p48"/>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1" name="Google Shape;3961;p48"/>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2" name="Google Shape;3962;p48"/>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3" name="Google Shape;3963;p48"/>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4" name="Google Shape;3964;p48"/>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5" name="Google Shape;3965;p48"/>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6" name="Google Shape;3966;p48"/>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7" name="Google Shape;3967;p48"/>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8" name="Google Shape;3968;p48"/>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9" name="Google Shape;3969;p48"/>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0" name="Google Shape;3970;p48"/>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1" name="Google Shape;3971;p48"/>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2" name="Google Shape;3972;p48"/>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3" name="Google Shape;3973;p48"/>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4" name="Google Shape;3974;p48"/>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5" name="Google Shape;3975;p48"/>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6" name="Google Shape;3976;p48"/>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7" name="Google Shape;3977;p48"/>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8" name="Google Shape;3978;p48"/>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9" name="Google Shape;3979;p48"/>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0" name="Google Shape;3980;p48"/>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1" name="Google Shape;3981;p48"/>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2" name="Google Shape;3982;p48"/>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3" name="Google Shape;3983;p48"/>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4" name="Google Shape;3984;p48"/>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5" name="Google Shape;3985;p48"/>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6" name="Google Shape;3986;p48"/>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7" name="Google Shape;3987;p48"/>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8" name="Google Shape;3988;p48"/>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9" name="Google Shape;3989;p48"/>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0" name="Google Shape;3990;p48"/>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1" name="Google Shape;3991;p48"/>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2" name="Google Shape;3992;p48"/>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3" name="Google Shape;3993;p48"/>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4" name="Google Shape;3994;p48"/>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5" name="Google Shape;3995;p48"/>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6" name="Google Shape;3996;p48"/>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7" name="Google Shape;3997;p48"/>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8" name="Google Shape;3998;p48"/>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9" name="Google Shape;3999;p48"/>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3" name="Shape 4003"/>
        <p:cNvGrpSpPr/>
        <p:nvPr/>
      </p:nvGrpSpPr>
      <p:grpSpPr>
        <a:xfrm>
          <a:off x="0" y="0"/>
          <a:ext cx="0" cy="0"/>
          <a:chOff x="0" y="0"/>
          <a:chExt cx="0" cy="0"/>
        </a:xfrm>
      </p:grpSpPr>
      <p:sp>
        <p:nvSpPr>
          <p:cNvPr id="4004" name="Google Shape;4004;p49"/>
          <p:cNvSpPr txBox="1"/>
          <p:nvPr/>
        </p:nvSpPr>
        <p:spPr>
          <a:xfrm>
            <a:off x="1292825" y="229375"/>
            <a:ext cx="64503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5000">
                <a:solidFill>
                  <a:schemeClr val="dk2"/>
                </a:solidFill>
                <a:latin typeface="Oswald"/>
                <a:ea typeface="Oswald"/>
                <a:cs typeface="Oswald"/>
                <a:sym typeface="Oswald"/>
              </a:rPr>
              <a:t>             Posters</a:t>
            </a:r>
            <a:endParaRPr sz="5000">
              <a:solidFill>
                <a:schemeClr val="dk2"/>
              </a:solidFill>
              <a:latin typeface="Oswald"/>
              <a:ea typeface="Oswald"/>
              <a:cs typeface="Oswald"/>
              <a:sym typeface="Oswald"/>
            </a:endParaRPr>
          </a:p>
          <a:p>
            <a:pPr indent="0" lvl="0" marL="0" rtl="0" algn="l">
              <a:spcBef>
                <a:spcPts val="0"/>
              </a:spcBef>
              <a:spcAft>
                <a:spcPts val="0"/>
              </a:spcAft>
              <a:buNone/>
            </a:pPr>
            <a:r>
              <a:t/>
            </a:r>
            <a:endParaRPr>
              <a:latin typeface="Rubik"/>
              <a:ea typeface="Rubik"/>
              <a:cs typeface="Rubik"/>
              <a:sym typeface="Rubik"/>
            </a:endParaRPr>
          </a:p>
        </p:txBody>
      </p:sp>
      <p:sp>
        <p:nvSpPr>
          <p:cNvPr id="4005" name="Google Shape;4005;p49"/>
          <p:cNvSpPr txBox="1"/>
          <p:nvPr/>
        </p:nvSpPr>
        <p:spPr>
          <a:xfrm>
            <a:off x="625550" y="1480500"/>
            <a:ext cx="7902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latin typeface="Rubik"/>
                <a:ea typeface="Rubik"/>
                <a:cs typeface="Rubik"/>
                <a:sym typeface="Rubik"/>
              </a:rPr>
              <a:t>-Distribute the  posters  which contains information to educate the public about cyberstalking. </a:t>
            </a:r>
            <a:endParaRPr>
              <a:latin typeface="Rubik"/>
              <a:ea typeface="Rubik"/>
              <a:cs typeface="Rubik"/>
              <a:sym typeface="Rubik"/>
            </a:endParaRPr>
          </a:p>
          <a:p>
            <a:pPr indent="0" lvl="0" marL="0" rtl="0" algn="l">
              <a:spcBef>
                <a:spcPts val="0"/>
              </a:spcBef>
              <a:spcAft>
                <a:spcPts val="0"/>
              </a:spcAft>
              <a:buNone/>
            </a:pPr>
            <a:r>
              <a:rPr lang="fr-FR">
                <a:latin typeface="Rubik"/>
                <a:ea typeface="Rubik"/>
                <a:cs typeface="Rubik"/>
                <a:sym typeface="Rubik"/>
              </a:rPr>
              <a:t>In this posters we must confirm the role of parents which represented in:</a:t>
            </a:r>
            <a:endParaRPr>
              <a:latin typeface="Rubik"/>
              <a:ea typeface="Rubik"/>
              <a:cs typeface="Rubik"/>
              <a:sym typeface="Rubik"/>
            </a:endParaRPr>
          </a:p>
          <a:p>
            <a:pPr indent="0" lvl="0" marL="0" rtl="0" algn="l">
              <a:spcBef>
                <a:spcPts val="0"/>
              </a:spcBef>
              <a:spcAft>
                <a:spcPts val="0"/>
              </a:spcAft>
              <a:buNone/>
            </a:pPr>
            <a:r>
              <a:rPr lang="fr-FR">
                <a:latin typeface="Rubik"/>
                <a:ea typeface="Rubik"/>
                <a:cs typeface="Rubik"/>
                <a:sym typeface="Rubik"/>
              </a:rPr>
              <a:t>*Supporting their children if they are victims of cyberstalking ,telling them it was not their fault and keeping a copy or screenshot of the bully’s comments and messages.</a:t>
            </a:r>
            <a:endParaRPr>
              <a:latin typeface="Rubik"/>
              <a:ea typeface="Rubik"/>
              <a:cs typeface="Rubik"/>
              <a:sym typeface="Rubik"/>
            </a:endParaRPr>
          </a:p>
          <a:p>
            <a:pPr indent="0" lvl="0" marL="0" rtl="0" algn="l">
              <a:spcBef>
                <a:spcPts val="0"/>
              </a:spcBef>
              <a:spcAft>
                <a:spcPts val="0"/>
              </a:spcAft>
              <a:buNone/>
            </a:pPr>
            <a:r>
              <a:rPr lang="fr-FR">
                <a:latin typeface="Rubik"/>
                <a:ea typeface="Rubik"/>
                <a:cs typeface="Rubik"/>
                <a:sym typeface="Rubik"/>
              </a:rPr>
              <a:t> In addition, parents can monitor their children on social media through programs and apps, as they can alert parents to any inappropriate language or photos. </a:t>
            </a:r>
            <a:endParaRPr>
              <a:latin typeface="Rubik"/>
              <a:ea typeface="Rubik"/>
              <a:cs typeface="Rubik"/>
              <a:sym typeface="Rubik"/>
            </a:endParaRPr>
          </a:p>
          <a:p>
            <a:pPr indent="0" lvl="0" marL="0" rtl="0" algn="l">
              <a:spcBef>
                <a:spcPts val="0"/>
              </a:spcBef>
              <a:spcAft>
                <a:spcPts val="0"/>
              </a:spcAft>
              <a:buNone/>
            </a:pPr>
            <a:r>
              <a:rPr lang="fr-FR">
                <a:latin typeface="Rubik"/>
                <a:ea typeface="Rubik"/>
                <a:cs typeface="Rubik"/>
                <a:sym typeface="Rubik"/>
              </a:rPr>
              <a:t>*Develop family laws that can reduce the </a:t>
            </a:r>
            <a:r>
              <a:rPr lang="fr-FR">
                <a:latin typeface="Rubik"/>
                <a:ea typeface="Rubik"/>
                <a:cs typeface="Rubik"/>
                <a:sym typeface="Rubik"/>
              </a:rPr>
              <a:t>occurrence</a:t>
            </a:r>
            <a:r>
              <a:rPr lang="fr-FR">
                <a:latin typeface="Rubik"/>
                <a:ea typeface="Rubik"/>
                <a:cs typeface="Rubik"/>
                <a:sym typeface="Rubik"/>
              </a:rPr>
              <a:t> of cyberstalking , such as not talking to </a:t>
            </a:r>
            <a:r>
              <a:rPr lang="fr-FR">
                <a:latin typeface="Rubik"/>
                <a:ea typeface="Rubik"/>
                <a:cs typeface="Rubik"/>
                <a:sym typeface="Rubik"/>
              </a:rPr>
              <a:t>unknown</a:t>
            </a:r>
            <a:r>
              <a:rPr lang="fr-FR">
                <a:latin typeface="Rubik"/>
                <a:ea typeface="Rubik"/>
                <a:cs typeface="Rubik"/>
                <a:sym typeface="Rubik"/>
              </a:rPr>
              <a:t> people and activate their social media settings.</a:t>
            </a:r>
            <a:endParaRPr>
              <a:latin typeface="Rubik"/>
              <a:ea typeface="Rubik"/>
              <a:cs typeface="Rubik"/>
              <a:sym typeface="Rubi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9" name="Shape 4009"/>
        <p:cNvGrpSpPr/>
        <p:nvPr/>
      </p:nvGrpSpPr>
      <p:grpSpPr>
        <a:xfrm>
          <a:off x="0" y="0"/>
          <a:ext cx="0" cy="0"/>
          <a:chOff x="0" y="0"/>
          <a:chExt cx="0" cy="0"/>
        </a:xfrm>
      </p:grpSpPr>
      <p:sp>
        <p:nvSpPr>
          <p:cNvPr id="4010" name="Google Shape;4010;p50"/>
          <p:cNvSpPr txBox="1"/>
          <p:nvPr/>
        </p:nvSpPr>
        <p:spPr>
          <a:xfrm>
            <a:off x="1292825" y="229375"/>
            <a:ext cx="64503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5000">
                <a:solidFill>
                  <a:schemeClr val="dk2"/>
                </a:solidFill>
                <a:latin typeface="Oswald"/>
                <a:ea typeface="Oswald"/>
                <a:cs typeface="Oswald"/>
                <a:sym typeface="Oswald"/>
              </a:rPr>
              <a:t>   A</a:t>
            </a:r>
            <a:r>
              <a:rPr lang="fr-FR" sz="5000">
                <a:solidFill>
                  <a:schemeClr val="dk2"/>
                </a:solidFill>
                <a:latin typeface="Oswald"/>
                <a:ea typeface="Oswald"/>
                <a:cs typeface="Oswald"/>
                <a:sym typeface="Oswald"/>
              </a:rPr>
              <a:t>wareness-raising spot  </a:t>
            </a:r>
            <a:endParaRPr sz="5000">
              <a:solidFill>
                <a:schemeClr val="dk2"/>
              </a:solidFill>
              <a:latin typeface="Oswald"/>
              <a:ea typeface="Oswald"/>
              <a:cs typeface="Oswald"/>
              <a:sym typeface="Oswald"/>
            </a:endParaRPr>
          </a:p>
          <a:p>
            <a:pPr indent="0" lvl="0" marL="0" rtl="0" algn="l">
              <a:spcBef>
                <a:spcPts val="0"/>
              </a:spcBef>
              <a:spcAft>
                <a:spcPts val="0"/>
              </a:spcAft>
              <a:buNone/>
            </a:pPr>
            <a:r>
              <a:t/>
            </a:r>
            <a:endParaRPr>
              <a:latin typeface="Rubik"/>
              <a:ea typeface="Rubik"/>
              <a:cs typeface="Rubik"/>
              <a:sym typeface="Rubik"/>
            </a:endParaRPr>
          </a:p>
        </p:txBody>
      </p:sp>
      <p:sp>
        <p:nvSpPr>
          <p:cNvPr id="4011" name="Google Shape;4011;p50"/>
          <p:cNvSpPr txBox="1"/>
          <p:nvPr/>
        </p:nvSpPr>
        <p:spPr>
          <a:xfrm>
            <a:off x="625550" y="1480500"/>
            <a:ext cx="7902900" cy="192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latin typeface="Rubik"/>
                <a:ea typeface="Rubik"/>
                <a:cs typeface="Rubik"/>
                <a:sym typeface="Rubik"/>
              </a:rPr>
              <a:t>-Filming a short video about community </a:t>
            </a:r>
            <a:r>
              <a:rPr lang="fr-FR">
                <a:latin typeface="Rubik"/>
                <a:ea typeface="Rubik"/>
                <a:cs typeface="Rubik"/>
                <a:sym typeface="Rubik"/>
              </a:rPr>
              <a:t>awareness</a:t>
            </a:r>
            <a:r>
              <a:rPr lang="fr-FR">
                <a:latin typeface="Rubik"/>
                <a:ea typeface="Rubik"/>
                <a:cs typeface="Rubik"/>
                <a:sym typeface="Rubik"/>
              </a:rPr>
              <a:t> .</a:t>
            </a:r>
            <a:endParaRPr>
              <a:latin typeface="Rubik"/>
              <a:ea typeface="Rubik"/>
              <a:cs typeface="Rubik"/>
              <a:sym typeface="Rubik"/>
            </a:endParaRPr>
          </a:p>
          <a:p>
            <a:pPr indent="0" lvl="0" marL="0" rtl="0" algn="l">
              <a:spcBef>
                <a:spcPts val="0"/>
              </a:spcBef>
              <a:spcAft>
                <a:spcPts val="0"/>
              </a:spcAft>
              <a:buNone/>
            </a:pPr>
            <a:r>
              <a:rPr lang="fr-FR">
                <a:latin typeface="Rubik"/>
                <a:ea typeface="Rubik"/>
                <a:cs typeface="Rubik"/>
                <a:sym typeface="Rubik"/>
              </a:rPr>
              <a:t> This video </a:t>
            </a:r>
            <a:r>
              <a:rPr lang="fr-FR">
                <a:latin typeface="Rubik"/>
                <a:ea typeface="Rubik"/>
                <a:cs typeface="Rubik"/>
                <a:sym typeface="Rubik"/>
              </a:rPr>
              <a:t>includes an awareness paragraph about cyberstalking which we encourage parents to control their children also all people must create strong,unique password for all online accounts.</a:t>
            </a:r>
            <a:endParaRPr>
              <a:latin typeface="Rubik"/>
              <a:ea typeface="Rubik"/>
              <a:cs typeface="Rubik"/>
              <a:sym typeface="Rubik"/>
            </a:endParaRPr>
          </a:p>
          <a:p>
            <a:pPr indent="0" lvl="0" marL="0" rtl="0" algn="l">
              <a:lnSpc>
                <a:spcPct val="115000"/>
              </a:lnSpc>
              <a:spcBef>
                <a:spcPts val="0"/>
              </a:spcBef>
              <a:spcAft>
                <a:spcPts val="0"/>
              </a:spcAft>
              <a:buNone/>
            </a:pPr>
            <a:r>
              <a:rPr lang="fr-FR">
                <a:solidFill>
                  <a:srgbClr val="050505"/>
                </a:solidFill>
                <a:latin typeface="Rubik"/>
                <a:ea typeface="Rubik"/>
                <a:cs typeface="Rubik"/>
                <a:sym typeface="Rubik"/>
              </a:rPr>
              <a:t>People should only visit safe sites that adopt and follow an anti-harassment policy.</a:t>
            </a:r>
            <a:endParaRPr b="1">
              <a:solidFill>
                <a:srgbClr val="1C1E21"/>
              </a:solidFill>
              <a:latin typeface="Rubik"/>
              <a:ea typeface="Rubik"/>
              <a:cs typeface="Rubik"/>
              <a:sym typeface="Rubik"/>
            </a:endParaRPr>
          </a:p>
          <a:p>
            <a:pPr indent="0" lvl="0" marL="0" rtl="0" algn="l">
              <a:lnSpc>
                <a:spcPct val="115000"/>
              </a:lnSpc>
              <a:spcBef>
                <a:spcPts val="0"/>
              </a:spcBef>
              <a:spcAft>
                <a:spcPts val="0"/>
              </a:spcAft>
              <a:buNone/>
            </a:pPr>
            <a:r>
              <a:t/>
            </a:r>
            <a:endParaRPr b="1" sz="1150">
              <a:solidFill>
                <a:srgbClr val="1C1E21"/>
              </a:solidFill>
              <a:highlight>
                <a:srgbClr val="FFFFFF"/>
              </a:highlight>
            </a:endParaRPr>
          </a:p>
          <a:p>
            <a:pPr indent="0" lvl="0" marL="0" rtl="0" algn="l">
              <a:spcBef>
                <a:spcPts val="0"/>
              </a:spcBef>
              <a:spcAft>
                <a:spcPts val="0"/>
              </a:spcAft>
              <a:buNone/>
            </a:pPr>
            <a:r>
              <a:t/>
            </a:r>
            <a:endParaRPr>
              <a:latin typeface="Rubik"/>
              <a:ea typeface="Rubik"/>
              <a:cs typeface="Rubik"/>
              <a:sym typeface="Rubik"/>
            </a:endParaRPr>
          </a:p>
          <a:p>
            <a:pPr indent="0" lvl="0" marL="0" rtl="0" algn="l">
              <a:spcBef>
                <a:spcPts val="0"/>
              </a:spcBef>
              <a:spcAft>
                <a:spcPts val="0"/>
              </a:spcAft>
              <a:buNone/>
            </a:pPr>
            <a:r>
              <a:t/>
            </a:r>
            <a:endParaRPr>
              <a:latin typeface="Rubik"/>
              <a:ea typeface="Rubik"/>
              <a:cs typeface="Rubik"/>
              <a:sym typeface="Rubik"/>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5" name="Shape 4015"/>
        <p:cNvGrpSpPr/>
        <p:nvPr/>
      </p:nvGrpSpPr>
      <p:grpSpPr>
        <a:xfrm>
          <a:off x="0" y="0"/>
          <a:ext cx="0" cy="0"/>
          <a:chOff x="0" y="0"/>
          <a:chExt cx="0" cy="0"/>
        </a:xfrm>
      </p:grpSpPr>
      <p:sp>
        <p:nvSpPr>
          <p:cNvPr id="4016" name="Google Shape;4016;p51"/>
          <p:cNvSpPr txBox="1"/>
          <p:nvPr/>
        </p:nvSpPr>
        <p:spPr>
          <a:xfrm>
            <a:off x="1292825" y="229375"/>
            <a:ext cx="64503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5000">
                <a:solidFill>
                  <a:schemeClr val="dk2"/>
                </a:solidFill>
                <a:latin typeface="Oswald"/>
                <a:ea typeface="Oswald"/>
                <a:cs typeface="Oswald"/>
                <a:sym typeface="Oswald"/>
              </a:rPr>
              <a:t>   Interview with an expert  </a:t>
            </a:r>
            <a:endParaRPr sz="5000">
              <a:solidFill>
                <a:schemeClr val="dk2"/>
              </a:solidFill>
              <a:latin typeface="Oswald"/>
              <a:ea typeface="Oswald"/>
              <a:cs typeface="Oswald"/>
              <a:sym typeface="Oswald"/>
            </a:endParaRPr>
          </a:p>
          <a:p>
            <a:pPr indent="0" lvl="0" marL="0" rtl="0" algn="l">
              <a:spcBef>
                <a:spcPts val="0"/>
              </a:spcBef>
              <a:spcAft>
                <a:spcPts val="0"/>
              </a:spcAft>
              <a:buNone/>
            </a:pPr>
            <a:r>
              <a:t/>
            </a:r>
            <a:endParaRPr>
              <a:latin typeface="Rubik"/>
              <a:ea typeface="Rubik"/>
              <a:cs typeface="Rubik"/>
              <a:sym typeface="Rubik"/>
            </a:endParaRPr>
          </a:p>
        </p:txBody>
      </p:sp>
      <p:sp>
        <p:nvSpPr>
          <p:cNvPr id="4017" name="Google Shape;4017;p51"/>
          <p:cNvSpPr txBox="1"/>
          <p:nvPr/>
        </p:nvSpPr>
        <p:spPr>
          <a:xfrm>
            <a:off x="625550" y="1480500"/>
            <a:ext cx="7902900" cy="135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FR">
                <a:latin typeface="Rubik"/>
                <a:ea typeface="Rubik"/>
                <a:cs typeface="Rubik"/>
                <a:sym typeface="Rubik"/>
              </a:rPr>
              <a:t>-Arrange an interview with a psychologist where we will discuss victim’s  situation and feelings and Arrange an interview with a psych</a:t>
            </a:r>
            <a:r>
              <a:rPr lang="fr-FR">
                <a:latin typeface="Rubik"/>
                <a:ea typeface="Rubik"/>
                <a:cs typeface="Rubik"/>
                <a:sym typeface="Rubik"/>
              </a:rPr>
              <a:t>o</a:t>
            </a:r>
            <a:r>
              <a:rPr lang="fr-FR">
                <a:latin typeface="Rubik"/>
                <a:ea typeface="Rubik"/>
                <a:cs typeface="Rubik"/>
                <a:sym typeface="Rubik"/>
              </a:rPr>
              <a:t>logist where we will discuss their situation and feelings and advise us on how to deal with them.</a:t>
            </a:r>
            <a:endParaRPr b="1" sz="1150">
              <a:solidFill>
                <a:srgbClr val="1C1E21"/>
              </a:solidFill>
              <a:highlight>
                <a:srgbClr val="FFFFFF"/>
              </a:highlight>
            </a:endParaRPr>
          </a:p>
          <a:p>
            <a:pPr indent="0" lvl="0" marL="0" rtl="0" algn="l">
              <a:spcBef>
                <a:spcPts val="0"/>
              </a:spcBef>
              <a:spcAft>
                <a:spcPts val="0"/>
              </a:spcAft>
              <a:buNone/>
            </a:pPr>
            <a:r>
              <a:t/>
            </a:r>
            <a:endParaRPr>
              <a:latin typeface="Rubik"/>
              <a:ea typeface="Rubik"/>
              <a:cs typeface="Rubik"/>
              <a:sym typeface="Rubik"/>
            </a:endParaRPr>
          </a:p>
          <a:p>
            <a:pPr indent="0" lvl="0" marL="0" rtl="0" algn="l">
              <a:spcBef>
                <a:spcPts val="0"/>
              </a:spcBef>
              <a:spcAft>
                <a:spcPts val="0"/>
              </a:spcAft>
              <a:buNone/>
            </a:pPr>
            <a:r>
              <a:t/>
            </a:r>
            <a:endParaRPr>
              <a:latin typeface="Rubik"/>
              <a:ea typeface="Rubik"/>
              <a:cs typeface="Rubik"/>
              <a:sym typeface="Rubi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1" name="Shape 4021"/>
        <p:cNvGrpSpPr/>
        <p:nvPr/>
      </p:nvGrpSpPr>
      <p:grpSpPr>
        <a:xfrm>
          <a:off x="0" y="0"/>
          <a:ext cx="0" cy="0"/>
          <a:chOff x="0" y="0"/>
          <a:chExt cx="0" cy="0"/>
        </a:xfrm>
      </p:grpSpPr>
      <p:sp>
        <p:nvSpPr>
          <p:cNvPr id="4022" name="Google Shape;4022;p52"/>
          <p:cNvSpPr/>
          <p:nvPr/>
        </p:nvSpPr>
        <p:spPr>
          <a:xfrm>
            <a:off x="6001575" y="1406050"/>
            <a:ext cx="954300" cy="954300"/>
          </a:xfrm>
          <a:prstGeom prst="ellipse">
            <a:avLst/>
          </a:prstGeom>
          <a:solidFill>
            <a:schemeClr val="accen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3" name="Google Shape;4023;p52"/>
          <p:cNvSpPr txBox="1"/>
          <p:nvPr>
            <p:ph type="title"/>
          </p:nvPr>
        </p:nvSpPr>
        <p:spPr>
          <a:xfrm>
            <a:off x="4526625" y="2542825"/>
            <a:ext cx="3904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fr-FR"/>
              <a:t>CONCLUSIONS</a:t>
            </a:r>
            <a:endParaRPr/>
          </a:p>
        </p:txBody>
      </p:sp>
      <p:sp>
        <p:nvSpPr>
          <p:cNvPr id="4024" name="Google Shape;4024;p52"/>
          <p:cNvSpPr txBox="1"/>
          <p:nvPr>
            <p:ph idx="2" type="title"/>
          </p:nvPr>
        </p:nvSpPr>
        <p:spPr>
          <a:xfrm>
            <a:off x="6021525" y="1518550"/>
            <a:ext cx="9144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fr-FR"/>
              <a:t>06</a:t>
            </a:r>
            <a:endParaRPr/>
          </a:p>
        </p:txBody>
      </p:sp>
      <p:grpSp>
        <p:nvGrpSpPr>
          <p:cNvPr id="4025" name="Google Shape;4025;p52"/>
          <p:cNvGrpSpPr/>
          <p:nvPr/>
        </p:nvGrpSpPr>
        <p:grpSpPr>
          <a:xfrm flipH="1" rot="-4399867">
            <a:off x="3674963" y="288869"/>
            <a:ext cx="1642630" cy="1159127"/>
            <a:chOff x="-1931650" y="1578588"/>
            <a:chExt cx="2932000" cy="2068975"/>
          </a:xfrm>
        </p:grpSpPr>
        <p:sp>
          <p:nvSpPr>
            <p:cNvPr id="4026" name="Google Shape;4026;p52"/>
            <p:cNvSpPr/>
            <p:nvPr/>
          </p:nvSpPr>
          <p:spPr>
            <a:xfrm>
              <a:off x="-1931650" y="1583713"/>
              <a:ext cx="2926100" cy="2058375"/>
            </a:xfrm>
            <a:custGeom>
              <a:rect b="b" l="l" r="r" t="t"/>
              <a:pathLst>
                <a:path extrusionOk="0" h="82335" w="117044">
                  <a:moveTo>
                    <a:pt x="37859" y="0"/>
                  </a:moveTo>
                  <a:cubicBezTo>
                    <a:pt x="34085" y="0"/>
                    <a:pt x="30213" y="1200"/>
                    <a:pt x="26467" y="3612"/>
                  </a:cubicBezTo>
                  <a:cubicBezTo>
                    <a:pt x="0" y="20680"/>
                    <a:pt x="26417" y="50028"/>
                    <a:pt x="45640" y="57497"/>
                  </a:cubicBezTo>
                  <a:cubicBezTo>
                    <a:pt x="67670" y="66069"/>
                    <a:pt x="85239" y="58725"/>
                    <a:pt x="99901" y="65918"/>
                  </a:cubicBezTo>
                  <a:cubicBezTo>
                    <a:pt x="114688" y="73186"/>
                    <a:pt x="117044" y="82334"/>
                    <a:pt x="117044" y="82334"/>
                  </a:cubicBezTo>
                  <a:cubicBezTo>
                    <a:pt x="115740" y="70605"/>
                    <a:pt x="107018" y="60028"/>
                    <a:pt x="95740" y="56495"/>
                  </a:cubicBezTo>
                  <a:cubicBezTo>
                    <a:pt x="89775" y="54640"/>
                    <a:pt x="83083" y="54490"/>
                    <a:pt x="78046" y="50780"/>
                  </a:cubicBezTo>
                  <a:cubicBezTo>
                    <a:pt x="74011" y="47823"/>
                    <a:pt x="71630" y="43086"/>
                    <a:pt x="69449" y="38675"/>
                  </a:cubicBezTo>
                  <a:cubicBezTo>
                    <a:pt x="64111" y="27798"/>
                    <a:pt x="60602" y="15141"/>
                    <a:pt x="51855" y="6319"/>
                  </a:cubicBezTo>
                  <a:cubicBezTo>
                    <a:pt x="47709" y="2116"/>
                    <a:pt x="42870" y="0"/>
                    <a:pt x="378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7" name="Google Shape;4027;p52"/>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8" name="Google Shape;4028;p52"/>
            <p:cNvSpPr/>
            <p:nvPr/>
          </p:nvSpPr>
          <p:spPr>
            <a:xfrm>
              <a:off x="-1520625" y="1586288"/>
              <a:ext cx="594650" cy="383950"/>
            </a:xfrm>
            <a:custGeom>
              <a:rect b="b" l="l" r="r" t="t"/>
              <a:pathLst>
                <a:path extrusionOk="0" h="15358" w="23786">
                  <a:moveTo>
                    <a:pt x="23384" y="0"/>
                  </a:moveTo>
                  <a:cubicBezTo>
                    <a:pt x="22808" y="1755"/>
                    <a:pt x="22457" y="3685"/>
                    <a:pt x="20803" y="4612"/>
                  </a:cubicBezTo>
                  <a:cubicBezTo>
                    <a:pt x="20199" y="4954"/>
                    <a:pt x="19539" y="5070"/>
                    <a:pt x="18863" y="5070"/>
                  </a:cubicBezTo>
                  <a:cubicBezTo>
                    <a:pt x="17854" y="5070"/>
                    <a:pt x="16810" y="4812"/>
                    <a:pt x="15865" y="4662"/>
                  </a:cubicBezTo>
                  <a:cubicBezTo>
                    <a:pt x="15225" y="4565"/>
                    <a:pt x="14579" y="4486"/>
                    <a:pt x="13939" y="4486"/>
                  </a:cubicBezTo>
                  <a:cubicBezTo>
                    <a:pt x="13250" y="4486"/>
                    <a:pt x="12568" y="4578"/>
                    <a:pt x="11905" y="4837"/>
                  </a:cubicBezTo>
                  <a:cubicBezTo>
                    <a:pt x="10552" y="5364"/>
                    <a:pt x="9399" y="6366"/>
                    <a:pt x="8547" y="7519"/>
                  </a:cubicBezTo>
                  <a:cubicBezTo>
                    <a:pt x="7494" y="8923"/>
                    <a:pt x="7093" y="10552"/>
                    <a:pt x="6417" y="12106"/>
                  </a:cubicBezTo>
                  <a:cubicBezTo>
                    <a:pt x="6091" y="12857"/>
                    <a:pt x="5665" y="13559"/>
                    <a:pt x="5063" y="14111"/>
                  </a:cubicBezTo>
                  <a:cubicBezTo>
                    <a:pt x="4392" y="14718"/>
                    <a:pt x="3619" y="14918"/>
                    <a:pt x="2809" y="14918"/>
                  </a:cubicBezTo>
                  <a:cubicBezTo>
                    <a:pt x="2349" y="14918"/>
                    <a:pt x="1876" y="14853"/>
                    <a:pt x="1404" y="14762"/>
                  </a:cubicBezTo>
                  <a:cubicBezTo>
                    <a:pt x="1003" y="14687"/>
                    <a:pt x="577" y="14612"/>
                    <a:pt x="176" y="14537"/>
                  </a:cubicBezTo>
                  <a:cubicBezTo>
                    <a:pt x="126" y="14687"/>
                    <a:pt x="51" y="14837"/>
                    <a:pt x="1" y="14963"/>
                  </a:cubicBezTo>
                  <a:cubicBezTo>
                    <a:pt x="702" y="15088"/>
                    <a:pt x="1379" y="15213"/>
                    <a:pt x="2106" y="15314"/>
                  </a:cubicBezTo>
                  <a:cubicBezTo>
                    <a:pt x="2334" y="15343"/>
                    <a:pt x="2552" y="15357"/>
                    <a:pt x="2760" y="15357"/>
                  </a:cubicBezTo>
                  <a:cubicBezTo>
                    <a:pt x="5548" y="15357"/>
                    <a:pt x="6610" y="12802"/>
                    <a:pt x="7519" y="10376"/>
                  </a:cubicBezTo>
                  <a:cubicBezTo>
                    <a:pt x="8196" y="8522"/>
                    <a:pt x="9299" y="6867"/>
                    <a:pt x="11003" y="5765"/>
                  </a:cubicBezTo>
                  <a:cubicBezTo>
                    <a:pt x="11974" y="5136"/>
                    <a:pt x="12970" y="4931"/>
                    <a:pt x="13999" y="4931"/>
                  </a:cubicBezTo>
                  <a:cubicBezTo>
                    <a:pt x="14776" y="4931"/>
                    <a:pt x="15572" y="5048"/>
                    <a:pt x="16392" y="5188"/>
                  </a:cubicBezTo>
                  <a:cubicBezTo>
                    <a:pt x="17160" y="5319"/>
                    <a:pt x="17937" y="5423"/>
                    <a:pt x="18682" y="5423"/>
                  </a:cubicBezTo>
                  <a:cubicBezTo>
                    <a:pt x="20219" y="5423"/>
                    <a:pt x="21620" y="4979"/>
                    <a:pt x="22532" y="3409"/>
                  </a:cubicBezTo>
                  <a:cubicBezTo>
                    <a:pt x="23083" y="2456"/>
                    <a:pt x="23359" y="1203"/>
                    <a:pt x="23785" y="50"/>
                  </a:cubicBezTo>
                  <a:cubicBezTo>
                    <a:pt x="23660" y="50"/>
                    <a:pt x="23534" y="25"/>
                    <a:pt x="23384"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9" name="Google Shape;4029;p52"/>
            <p:cNvSpPr/>
            <p:nvPr/>
          </p:nvSpPr>
          <p:spPr>
            <a:xfrm>
              <a:off x="-1546950" y="1623238"/>
              <a:ext cx="755675" cy="455550"/>
            </a:xfrm>
            <a:custGeom>
              <a:rect b="b" l="l" r="r" t="t"/>
              <a:pathLst>
                <a:path extrusionOk="0" h="18222" w="30227">
                  <a:moveTo>
                    <a:pt x="29775" y="1"/>
                  </a:moveTo>
                  <a:cubicBezTo>
                    <a:pt x="29450" y="227"/>
                    <a:pt x="29149" y="502"/>
                    <a:pt x="28873" y="878"/>
                  </a:cubicBezTo>
                  <a:cubicBezTo>
                    <a:pt x="27395" y="2883"/>
                    <a:pt x="27670" y="6166"/>
                    <a:pt x="25314" y="7495"/>
                  </a:cubicBezTo>
                  <a:cubicBezTo>
                    <a:pt x="24718" y="7829"/>
                    <a:pt x="24060" y="7942"/>
                    <a:pt x="23383" y="7942"/>
                  </a:cubicBezTo>
                  <a:cubicBezTo>
                    <a:pt x="22383" y="7942"/>
                    <a:pt x="21344" y="7694"/>
                    <a:pt x="20402" y="7545"/>
                  </a:cubicBezTo>
                  <a:cubicBezTo>
                    <a:pt x="19762" y="7436"/>
                    <a:pt x="19116" y="7357"/>
                    <a:pt x="18472" y="7357"/>
                  </a:cubicBezTo>
                  <a:cubicBezTo>
                    <a:pt x="17781" y="7357"/>
                    <a:pt x="17092" y="7449"/>
                    <a:pt x="16417" y="7695"/>
                  </a:cubicBezTo>
                  <a:cubicBezTo>
                    <a:pt x="15064" y="8222"/>
                    <a:pt x="13936" y="9249"/>
                    <a:pt x="13059" y="10377"/>
                  </a:cubicBezTo>
                  <a:cubicBezTo>
                    <a:pt x="12031" y="11780"/>
                    <a:pt x="11630" y="13410"/>
                    <a:pt x="10928" y="14989"/>
                  </a:cubicBezTo>
                  <a:cubicBezTo>
                    <a:pt x="10602" y="15715"/>
                    <a:pt x="10201" y="16442"/>
                    <a:pt x="9600" y="16994"/>
                  </a:cubicBezTo>
                  <a:cubicBezTo>
                    <a:pt x="8929" y="17601"/>
                    <a:pt x="8156" y="17801"/>
                    <a:pt x="7346" y="17801"/>
                  </a:cubicBezTo>
                  <a:cubicBezTo>
                    <a:pt x="6885" y="17801"/>
                    <a:pt x="6413" y="17736"/>
                    <a:pt x="5941" y="17645"/>
                  </a:cubicBezTo>
                  <a:cubicBezTo>
                    <a:pt x="4861" y="17433"/>
                    <a:pt x="3827" y="17236"/>
                    <a:pt x="2745" y="17236"/>
                  </a:cubicBezTo>
                  <a:cubicBezTo>
                    <a:pt x="2420" y="17236"/>
                    <a:pt x="2091" y="17254"/>
                    <a:pt x="1755" y="17294"/>
                  </a:cubicBezTo>
                  <a:cubicBezTo>
                    <a:pt x="1179" y="17395"/>
                    <a:pt x="602" y="17520"/>
                    <a:pt x="51" y="17745"/>
                  </a:cubicBezTo>
                  <a:cubicBezTo>
                    <a:pt x="26" y="17896"/>
                    <a:pt x="1" y="18071"/>
                    <a:pt x="1" y="18222"/>
                  </a:cubicBezTo>
                  <a:cubicBezTo>
                    <a:pt x="552" y="17971"/>
                    <a:pt x="1154" y="17821"/>
                    <a:pt x="1780" y="17720"/>
                  </a:cubicBezTo>
                  <a:cubicBezTo>
                    <a:pt x="2090" y="17679"/>
                    <a:pt x="2395" y="17661"/>
                    <a:pt x="2695" y="17661"/>
                  </a:cubicBezTo>
                  <a:cubicBezTo>
                    <a:pt x="4027" y="17661"/>
                    <a:pt x="5289" y="18008"/>
                    <a:pt x="6617" y="18172"/>
                  </a:cubicBezTo>
                  <a:cubicBezTo>
                    <a:pt x="6847" y="18201"/>
                    <a:pt x="7067" y="18215"/>
                    <a:pt x="7276" y="18215"/>
                  </a:cubicBezTo>
                  <a:cubicBezTo>
                    <a:pt x="10085" y="18215"/>
                    <a:pt x="11145" y="15660"/>
                    <a:pt x="12031" y="13234"/>
                  </a:cubicBezTo>
                  <a:cubicBezTo>
                    <a:pt x="12733" y="11379"/>
                    <a:pt x="13836" y="9725"/>
                    <a:pt x="15515" y="8648"/>
                  </a:cubicBezTo>
                  <a:cubicBezTo>
                    <a:pt x="16502" y="8009"/>
                    <a:pt x="17524" y="7799"/>
                    <a:pt x="18579" y="7799"/>
                  </a:cubicBezTo>
                  <a:cubicBezTo>
                    <a:pt x="19344" y="7799"/>
                    <a:pt x="20127" y="7909"/>
                    <a:pt x="20928" y="8046"/>
                  </a:cubicBezTo>
                  <a:cubicBezTo>
                    <a:pt x="21699" y="8179"/>
                    <a:pt x="22483" y="8287"/>
                    <a:pt x="23236" y="8287"/>
                  </a:cubicBezTo>
                  <a:cubicBezTo>
                    <a:pt x="24762" y="8287"/>
                    <a:pt x="26163" y="7844"/>
                    <a:pt x="27069" y="6267"/>
                  </a:cubicBezTo>
                  <a:cubicBezTo>
                    <a:pt x="28146" y="4387"/>
                    <a:pt x="28222" y="1379"/>
                    <a:pt x="30227" y="201"/>
                  </a:cubicBezTo>
                  <a:cubicBezTo>
                    <a:pt x="30076" y="126"/>
                    <a:pt x="29926" y="76"/>
                    <a:pt x="2977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0" name="Google Shape;4030;p52"/>
            <p:cNvSpPr/>
            <p:nvPr/>
          </p:nvSpPr>
          <p:spPr>
            <a:xfrm>
              <a:off x="-1534400" y="1715363"/>
              <a:ext cx="881600" cy="545125"/>
            </a:xfrm>
            <a:custGeom>
              <a:rect b="b" l="l" r="r" t="t"/>
              <a:pathLst>
                <a:path extrusionOk="0" h="21805" w="35264">
                  <a:moveTo>
                    <a:pt x="34862" y="0"/>
                  </a:moveTo>
                  <a:cubicBezTo>
                    <a:pt x="33710" y="75"/>
                    <a:pt x="32632" y="451"/>
                    <a:pt x="31855" y="1554"/>
                  </a:cubicBezTo>
                  <a:cubicBezTo>
                    <a:pt x="30376" y="3534"/>
                    <a:pt x="30627" y="6817"/>
                    <a:pt x="28296" y="8146"/>
                  </a:cubicBezTo>
                  <a:cubicBezTo>
                    <a:pt x="27699" y="8479"/>
                    <a:pt x="27037" y="8593"/>
                    <a:pt x="26358" y="8593"/>
                  </a:cubicBezTo>
                  <a:cubicBezTo>
                    <a:pt x="25353" y="8593"/>
                    <a:pt x="24310" y="8345"/>
                    <a:pt x="23384" y="8196"/>
                  </a:cubicBezTo>
                  <a:cubicBezTo>
                    <a:pt x="22743" y="8089"/>
                    <a:pt x="22102" y="8010"/>
                    <a:pt x="21468" y="8010"/>
                  </a:cubicBezTo>
                  <a:cubicBezTo>
                    <a:pt x="20765" y="8010"/>
                    <a:pt x="20071" y="8107"/>
                    <a:pt x="19399" y="8371"/>
                  </a:cubicBezTo>
                  <a:cubicBezTo>
                    <a:pt x="18045" y="8898"/>
                    <a:pt x="16892" y="9900"/>
                    <a:pt x="16040" y="11053"/>
                  </a:cubicBezTo>
                  <a:cubicBezTo>
                    <a:pt x="14988" y="12431"/>
                    <a:pt x="14612" y="14060"/>
                    <a:pt x="13910" y="15639"/>
                  </a:cubicBezTo>
                  <a:cubicBezTo>
                    <a:pt x="13584" y="16366"/>
                    <a:pt x="13183" y="17093"/>
                    <a:pt x="12557" y="17644"/>
                  </a:cubicBezTo>
                  <a:cubicBezTo>
                    <a:pt x="11901" y="18252"/>
                    <a:pt x="11134" y="18451"/>
                    <a:pt x="10320" y="18451"/>
                  </a:cubicBezTo>
                  <a:cubicBezTo>
                    <a:pt x="9857" y="18451"/>
                    <a:pt x="9379" y="18387"/>
                    <a:pt x="8897" y="18296"/>
                  </a:cubicBezTo>
                  <a:cubicBezTo>
                    <a:pt x="7848" y="18090"/>
                    <a:pt x="6841" y="17898"/>
                    <a:pt x="5802" y="17898"/>
                  </a:cubicBezTo>
                  <a:cubicBezTo>
                    <a:pt x="5451" y="17898"/>
                    <a:pt x="5097" y="17920"/>
                    <a:pt x="4737" y="17970"/>
                  </a:cubicBezTo>
                  <a:cubicBezTo>
                    <a:pt x="3409" y="18146"/>
                    <a:pt x="2105" y="18647"/>
                    <a:pt x="1153" y="19574"/>
                  </a:cubicBezTo>
                  <a:cubicBezTo>
                    <a:pt x="652" y="20025"/>
                    <a:pt x="301" y="20577"/>
                    <a:pt x="0" y="21178"/>
                  </a:cubicBezTo>
                  <a:cubicBezTo>
                    <a:pt x="50" y="21379"/>
                    <a:pt x="100" y="21604"/>
                    <a:pt x="151" y="21805"/>
                  </a:cubicBezTo>
                  <a:cubicBezTo>
                    <a:pt x="276" y="21529"/>
                    <a:pt x="401" y="21279"/>
                    <a:pt x="552" y="21028"/>
                  </a:cubicBezTo>
                  <a:cubicBezTo>
                    <a:pt x="1454" y="19474"/>
                    <a:pt x="3008" y="18622"/>
                    <a:pt x="4762" y="18371"/>
                  </a:cubicBezTo>
                  <a:cubicBezTo>
                    <a:pt x="5070" y="18330"/>
                    <a:pt x="5373" y="18312"/>
                    <a:pt x="5671" y="18312"/>
                  </a:cubicBezTo>
                  <a:cubicBezTo>
                    <a:pt x="6998" y="18312"/>
                    <a:pt x="8249" y="18663"/>
                    <a:pt x="9599" y="18847"/>
                  </a:cubicBezTo>
                  <a:cubicBezTo>
                    <a:pt x="9825" y="18877"/>
                    <a:pt x="10042" y="18891"/>
                    <a:pt x="10248" y="18891"/>
                  </a:cubicBezTo>
                  <a:cubicBezTo>
                    <a:pt x="13040" y="18891"/>
                    <a:pt x="14103" y="16312"/>
                    <a:pt x="15013" y="13885"/>
                  </a:cubicBezTo>
                  <a:cubicBezTo>
                    <a:pt x="15715" y="12030"/>
                    <a:pt x="16817" y="10376"/>
                    <a:pt x="18496" y="9299"/>
                  </a:cubicBezTo>
                  <a:cubicBezTo>
                    <a:pt x="19484" y="8659"/>
                    <a:pt x="20506" y="8450"/>
                    <a:pt x="21556" y="8450"/>
                  </a:cubicBezTo>
                  <a:cubicBezTo>
                    <a:pt x="22318" y="8450"/>
                    <a:pt x="23095" y="8560"/>
                    <a:pt x="23885" y="8697"/>
                  </a:cubicBezTo>
                  <a:cubicBezTo>
                    <a:pt x="24667" y="8830"/>
                    <a:pt x="25457" y="8938"/>
                    <a:pt x="26214" y="8938"/>
                  </a:cubicBezTo>
                  <a:cubicBezTo>
                    <a:pt x="27736" y="8938"/>
                    <a:pt x="29121" y="8500"/>
                    <a:pt x="30025" y="6943"/>
                  </a:cubicBezTo>
                  <a:cubicBezTo>
                    <a:pt x="31228" y="4837"/>
                    <a:pt x="31178" y="1329"/>
                    <a:pt x="33935" y="527"/>
                  </a:cubicBezTo>
                  <a:cubicBezTo>
                    <a:pt x="34386" y="401"/>
                    <a:pt x="34812" y="351"/>
                    <a:pt x="35263" y="351"/>
                  </a:cubicBezTo>
                  <a:cubicBezTo>
                    <a:pt x="35138" y="226"/>
                    <a:pt x="34988" y="126"/>
                    <a:pt x="34862"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1" name="Google Shape;4031;p52"/>
            <p:cNvSpPr/>
            <p:nvPr/>
          </p:nvSpPr>
          <p:spPr>
            <a:xfrm>
              <a:off x="-1471125" y="1823713"/>
              <a:ext cx="915450" cy="600950"/>
            </a:xfrm>
            <a:custGeom>
              <a:rect b="b" l="l" r="r" t="t"/>
              <a:pathLst>
                <a:path extrusionOk="0" h="24038" w="36618">
                  <a:moveTo>
                    <a:pt x="36201" y="1"/>
                  </a:moveTo>
                  <a:cubicBezTo>
                    <a:pt x="34900" y="1"/>
                    <a:pt x="33678" y="346"/>
                    <a:pt x="32783" y="1556"/>
                  </a:cubicBezTo>
                  <a:cubicBezTo>
                    <a:pt x="31329" y="3536"/>
                    <a:pt x="31580" y="6844"/>
                    <a:pt x="29249" y="8147"/>
                  </a:cubicBezTo>
                  <a:cubicBezTo>
                    <a:pt x="28645" y="8490"/>
                    <a:pt x="27985" y="8605"/>
                    <a:pt x="27309" y="8605"/>
                  </a:cubicBezTo>
                  <a:cubicBezTo>
                    <a:pt x="26301" y="8605"/>
                    <a:pt x="25257" y="8348"/>
                    <a:pt x="24311" y="8198"/>
                  </a:cubicBezTo>
                  <a:cubicBezTo>
                    <a:pt x="23671" y="8101"/>
                    <a:pt x="23025" y="8022"/>
                    <a:pt x="22385" y="8022"/>
                  </a:cubicBezTo>
                  <a:cubicBezTo>
                    <a:pt x="21696" y="8022"/>
                    <a:pt x="21014" y="8113"/>
                    <a:pt x="20351" y="8373"/>
                  </a:cubicBezTo>
                  <a:cubicBezTo>
                    <a:pt x="18998" y="8899"/>
                    <a:pt x="17845" y="9902"/>
                    <a:pt x="16993" y="11055"/>
                  </a:cubicBezTo>
                  <a:cubicBezTo>
                    <a:pt x="15940" y="12458"/>
                    <a:pt x="15539" y="14087"/>
                    <a:pt x="14863" y="15641"/>
                  </a:cubicBezTo>
                  <a:cubicBezTo>
                    <a:pt x="14537" y="16393"/>
                    <a:pt x="14111" y="17095"/>
                    <a:pt x="13509" y="17646"/>
                  </a:cubicBezTo>
                  <a:cubicBezTo>
                    <a:pt x="12838" y="18254"/>
                    <a:pt x="12065" y="18453"/>
                    <a:pt x="11255" y="18453"/>
                  </a:cubicBezTo>
                  <a:cubicBezTo>
                    <a:pt x="10795" y="18453"/>
                    <a:pt x="10322" y="18389"/>
                    <a:pt x="9850" y="18298"/>
                  </a:cubicBezTo>
                  <a:cubicBezTo>
                    <a:pt x="8785" y="18108"/>
                    <a:pt x="7763" y="17903"/>
                    <a:pt x="6697" y="17903"/>
                  </a:cubicBezTo>
                  <a:cubicBezTo>
                    <a:pt x="6358" y="17903"/>
                    <a:pt x="6015" y="17924"/>
                    <a:pt x="5665" y="17972"/>
                  </a:cubicBezTo>
                  <a:cubicBezTo>
                    <a:pt x="4361" y="18148"/>
                    <a:pt x="3058" y="18649"/>
                    <a:pt x="2081" y="19576"/>
                  </a:cubicBezTo>
                  <a:cubicBezTo>
                    <a:pt x="978" y="20654"/>
                    <a:pt x="527" y="22183"/>
                    <a:pt x="0" y="23586"/>
                  </a:cubicBezTo>
                  <a:cubicBezTo>
                    <a:pt x="76" y="23737"/>
                    <a:pt x="151" y="23887"/>
                    <a:pt x="226" y="24037"/>
                  </a:cubicBezTo>
                  <a:cubicBezTo>
                    <a:pt x="627" y="23035"/>
                    <a:pt x="953" y="21957"/>
                    <a:pt x="1504" y="21030"/>
                  </a:cubicBezTo>
                  <a:cubicBezTo>
                    <a:pt x="2381" y="19476"/>
                    <a:pt x="3960" y="18624"/>
                    <a:pt x="5690" y="18398"/>
                  </a:cubicBezTo>
                  <a:cubicBezTo>
                    <a:pt x="6015" y="18355"/>
                    <a:pt x="6333" y="18337"/>
                    <a:pt x="6647" y="18337"/>
                  </a:cubicBezTo>
                  <a:cubicBezTo>
                    <a:pt x="7974" y="18337"/>
                    <a:pt x="9214" y="18667"/>
                    <a:pt x="10552" y="18849"/>
                  </a:cubicBezTo>
                  <a:cubicBezTo>
                    <a:pt x="10780" y="18879"/>
                    <a:pt x="10998" y="18893"/>
                    <a:pt x="11206" y="18893"/>
                  </a:cubicBezTo>
                  <a:cubicBezTo>
                    <a:pt x="13994" y="18893"/>
                    <a:pt x="15056" y="16337"/>
                    <a:pt x="15965" y="13912"/>
                  </a:cubicBezTo>
                  <a:cubicBezTo>
                    <a:pt x="16642" y="12057"/>
                    <a:pt x="17745" y="10403"/>
                    <a:pt x="19449" y="9300"/>
                  </a:cubicBezTo>
                  <a:cubicBezTo>
                    <a:pt x="20420" y="8672"/>
                    <a:pt x="21416" y="8467"/>
                    <a:pt x="22445" y="8467"/>
                  </a:cubicBezTo>
                  <a:cubicBezTo>
                    <a:pt x="23222" y="8467"/>
                    <a:pt x="24018" y="8584"/>
                    <a:pt x="24838" y="8724"/>
                  </a:cubicBezTo>
                  <a:cubicBezTo>
                    <a:pt x="25606" y="8855"/>
                    <a:pt x="26383" y="8959"/>
                    <a:pt x="27128" y="8959"/>
                  </a:cubicBezTo>
                  <a:cubicBezTo>
                    <a:pt x="28665" y="8959"/>
                    <a:pt x="30066" y="8515"/>
                    <a:pt x="30978" y="6944"/>
                  </a:cubicBezTo>
                  <a:cubicBezTo>
                    <a:pt x="32181" y="4839"/>
                    <a:pt x="32131" y="1355"/>
                    <a:pt x="34888" y="553"/>
                  </a:cubicBezTo>
                  <a:cubicBezTo>
                    <a:pt x="35373" y="406"/>
                    <a:pt x="35858" y="347"/>
                    <a:pt x="36343" y="347"/>
                  </a:cubicBezTo>
                  <a:cubicBezTo>
                    <a:pt x="36435" y="347"/>
                    <a:pt x="36526" y="349"/>
                    <a:pt x="36617" y="353"/>
                  </a:cubicBezTo>
                  <a:cubicBezTo>
                    <a:pt x="36517" y="253"/>
                    <a:pt x="36417" y="127"/>
                    <a:pt x="36342" y="2"/>
                  </a:cubicBezTo>
                  <a:cubicBezTo>
                    <a:pt x="36295" y="1"/>
                    <a:pt x="36248" y="1"/>
                    <a:pt x="3620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2" name="Google Shape;4032;p52"/>
            <p:cNvSpPr/>
            <p:nvPr/>
          </p:nvSpPr>
          <p:spPr>
            <a:xfrm>
              <a:off x="-1392800" y="1932788"/>
              <a:ext cx="911050" cy="618425"/>
            </a:xfrm>
            <a:custGeom>
              <a:rect b="b" l="l" r="r" t="t"/>
              <a:pathLst>
                <a:path extrusionOk="0" h="24737" w="36442">
                  <a:moveTo>
                    <a:pt x="36241" y="0"/>
                  </a:moveTo>
                  <a:cubicBezTo>
                    <a:pt x="35038" y="50"/>
                    <a:pt x="33935" y="426"/>
                    <a:pt x="33133" y="1529"/>
                  </a:cubicBezTo>
                  <a:cubicBezTo>
                    <a:pt x="31655" y="3534"/>
                    <a:pt x="31930" y="6817"/>
                    <a:pt x="29574" y="8145"/>
                  </a:cubicBezTo>
                  <a:cubicBezTo>
                    <a:pt x="28978" y="8479"/>
                    <a:pt x="28320" y="8593"/>
                    <a:pt x="27643" y="8593"/>
                  </a:cubicBezTo>
                  <a:cubicBezTo>
                    <a:pt x="26644" y="8593"/>
                    <a:pt x="25604" y="8345"/>
                    <a:pt x="24662" y="8196"/>
                  </a:cubicBezTo>
                  <a:cubicBezTo>
                    <a:pt x="24022" y="8087"/>
                    <a:pt x="23376" y="8007"/>
                    <a:pt x="22733" y="8007"/>
                  </a:cubicBezTo>
                  <a:cubicBezTo>
                    <a:pt x="22041" y="8007"/>
                    <a:pt x="21352" y="8099"/>
                    <a:pt x="20677" y="8346"/>
                  </a:cubicBezTo>
                  <a:cubicBezTo>
                    <a:pt x="19324" y="8872"/>
                    <a:pt x="18196" y="9900"/>
                    <a:pt x="17319" y="11028"/>
                  </a:cubicBezTo>
                  <a:cubicBezTo>
                    <a:pt x="16291" y="12431"/>
                    <a:pt x="15890" y="14060"/>
                    <a:pt x="15188" y="15639"/>
                  </a:cubicBezTo>
                  <a:cubicBezTo>
                    <a:pt x="14863" y="16366"/>
                    <a:pt x="14462" y="17093"/>
                    <a:pt x="13860" y="17644"/>
                  </a:cubicBezTo>
                  <a:cubicBezTo>
                    <a:pt x="13189" y="18251"/>
                    <a:pt x="12416" y="18451"/>
                    <a:pt x="11606" y="18451"/>
                  </a:cubicBezTo>
                  <a:cubicBezTo>
                    <a:pt x="11145" y="18451"/>
                    <a:pt x="10673" y="18387"/>
                    <a:pt x="10201" y="18296"/>
                  </a:cubicBezTo>
                  <a:cubicBezTo>
                    <a:pt x="9122" y="18084"/>
                    <a:pt x="8087" y="17887"/>
                    <a:pt x="7005" y="17887"/>
                  </a:cubicBezTo>
                  <a:cubicBezTo>
                    <a:pt x="6680" y="17887"/>
                    <a:pt x="6351" y="17904"/>
                    <a:pt x="6015" y="17945"/>
                  </a:cubicBezTo>
                  <a:cubicBezTo>
                    <a:pt x="4712" y="18120"/>
                    <a:pt x="3409" y="18622"/>
                    <a:pt x="2431" y="19549"/>
                  </a:cubicBezTo>
                  <a:cubicBezTo>
                    <a:pt x="1304" y="20652"/>
                    <a:pt x="852" y="22181"/>
                    <a:pt x="326" y="23634"/>
                  </a:cubicBezTo>
                  <a:cubicBezTo>
                    <a:pt x="226" y="23885"/>
                    <a:pt x="126" y="24135"/>
                    <a:pt x="0" y="24386"/>
                  </a:cubicBezTo>
                  <a:cubicBezTo>
                    <a:pt x="101" y="24486"/>
                    <a:pt x="176" y="24612"/>
                    <a:pt x="276" y="24737"/>
                  </a:cubicBezTo>
                  <a:cubicBezTo>
                    <a:pt x="827" y="23534"/>
                    <a:pt x="1178" y="22181"/>
                    <a:pt x="1830" y="21028"/>
                  </a:cubicBezTo>
                  <a:cubicBezTo>
                    <a:pt x="2732" y="19449"/>
                    <a:pt x="4311" y="18622"/>
                    <a:pt x="6040" y="18371"/>
                  </a:cubicBezTo>
                  <a:cubicBezTo>
                    <a:pt x="6350" y="18329"/>
                    <a:pt x="6655" y="18312"/>
                    <a:pt x="6956" y="18312"/>
                  </a:cubicBezTo>
                  <a:cubicBezTo>
                    <a:pt x="8287" y="18312"/>
                    <a:pt x="9549" y="18659"/>
                    <a:pt x="10878" y="18822"/>
                  </a:cubicBezTo>
                  <a:cubicBezTo>
                    <a:pt x="11107" y="18852"/>
                    <a:pt x="11327" y="18866"/>
                    <a:pt x="11536" y="18866"/>
                  </a:cubicBezTo>
                  <a:cubicBezTo>
                    <a:pt x="14345" y="18866"/>
                    <a:pt x="15405" y="16310"/>
                    <a:pt x="16291" y="13885"/>
                  </a:cubicBezTo>
                  <a:cubicBezTo>
                    <a:pt x="16993" y="12030"/>
                    <a:pt x="18096" y="10376"/>
                    <a:pt x="19775" y="9298"/>
                  </a:cubicBezTo>
                  <a:cubicBezTo>
                    <a:pt x="20763" y="8659"/>
                    <a:pt x="21784" y="8449"/>
                    <a:pt x="22839" y="8449"/>
                  </a:cubicBezTo>
                  <a:cubicBezTo>
                    <a:pt x="23604" y="8449"/>
                    <a:pt x="24388" y="8560"/>
                    <a:pt x="25188" y="8697"/>
                  </a:cubicBezTo>
                  <a:cubicBezTo>
                    <a:pt x="25959" y="8829"/>
                    <a:pt x="26743" y="8937"/>
                    <a:pt x="27496" y="8937"/>
                  </a:cubicBezTo>
                  <a:cubicBezTo>
                    <a:pt x="29022" y="8937"/>
                    <a:pt x="30423" y="8495"/>
                    <a:pt x="31329" y="6917"/>
                  </a:cubicBezTo>
                  <a:cubicBezTo>
                    <a:pt x="32532" y="4837"/>
                    <a:pt x="32482" y="1328"/>
                    <a:pt x="35239" y="526"/>
                  </a:cubicBezTo>
                  <a:cubicBezTo>
                    <a:pt x="35640" y="401"/>
                    <a:pt x="36041" y="351"/>
                    <a:pt x="36442" y="351"/>
                  </a:cubicBezTo>
                  <a:cubicBezTo>
                    <a:pt x="36366" y="226"/>
                    <a:pt x="36291" y="100"/>
                    <a:pt x="36241"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3" name="Google Shape;4033;p52"/>
            <p:cNvSpPr/>
            <p:nvPr/>
          </p:nvSpPr>
          <p:spPr>
            <a:xfrm>
              <a:off x="-1305700" y="2044313"/>
              <a:ext cx="886600" cy="614050"/>
            </a:xfrm>
            <a:custGeom>
              <a:rect b="b" l="l" r="r" t="t"/>
              <a:pathLst>
                <a:path extrusionOk="0" h="24562" w="35464">
                  <a:moveTo>
                    <a:pt x="35263" y="0"/>
                  </a:moveTo>
                  <a:cubicBezTo>
                    <a:pt x="34461" y="201"/>
                    <a:pt x="33710" y="627"/>
                    <a:pt x="33108" y="1429"/>
                  </a:cubicBezTo>
                  <a:cubicBezTo>
                    <a:pt x="31654" y="3409"/>
                    <a:pt x="31905" y="6692"/>
                    <a:pt x="29574" y="8020"/>
                  </a:cubicBezTo>
                  <a:cubicBezTo>
                    <a:pt x="28977" y="8354"/>
                    <a:pt x="28315" y="8467"/>
                    <a:pt x="27636" y="8467"/>
                  </a:cubicBezTo>
                  <a:cubicBezTo>
                    <a:pt x="26631" y="8467"/>
                    <a:pt x="25589" y="8220"/>
                    <a:pt x="24662" y="8070"/>
                  </a:cubicBezTo>
                  <a:cubicBezTo>
                    <a:pt x="24021" y="7964"/>
                    <a:pt x="23380" y="7885"/>
                    <a:pt x="22747" y="7885"/>
                  </a:cubicBezTo>
                  <a:cubicBezTo>
                    <a:pt x="22043" y="7885"/>
                    <a:pt x="21350" y="7982"/>
                    <a:pt x="20677" y="8246"/>
                  </a:cubicBezTo>
                  <a:cubicBezTo>
                    <a:pt x="19323" y="8772"/>
                    <a:pt x="18171" y="9775"/>
                    <a:pt x="17318" y="10928"/>
                  </a:cubicBezTo>
                  <a:cubicBezTo>
                    <a:pt x="16266" y="12306"/>
                    <a:pt x="15890" y="13935"/>
                    <a:pt x="15188" y="15514"/>
                  </a:cubicBezTo>
                  <a:cubicBezTo>
                    <a:pt x="14862" y="16241"/>
                    <a:pt x="14461" y="16968"/>
                    <a:pt x="13835" y="17519"/>
                  </a:cubicBezTo>
                  <a:cubicBezTo>
                    <a:pt x="13180" y="18126"/>
                    <a:pt x="12412" y="18326"/>
                    <a:pt x="11598" y="18326"/>
                  </a:cubicBezTo>
                  <a:cubicBezTo>
                    <a:pt x="11135" y="18326"/>
                    <a:pt x="10657" y="18262"/>
                    <a:pt x="10176" y="18171"/>
                  </a:cubicBezTo>
                  <a:cubicBezTo>
                    <a:pt x="9126" y="17965"/>
                    <a:pt x="8119" y="17772"/>
                    <a:pt x="7080" y="17772"/>
                  </a:cubicBezTo>
                  <a:cubicBezTo>
                    <a:pt x="6730" y="17772"/>
                    <a:pt x="6376" y="17794"/>
                    <a:pt x="6015" y="17845"/>
                  </a:cubicBezTo>
                  <a:cubicBezTo>
                    <a:pt x="4687" y="18020"/>
                    <a:pt x="3384" y="18522"/>
                    <a:pt x="2431" y="19449"/>
                  </a:cubicBezTo>
                  <a:cubicBezTo>
                    <a:pt x="1278" y="20527"/>
                    <a:pt x="852" y="22080"/>
                    <a:pt x="326" y="23509"/>
                  </a:cubicBezTo>
                  <a:cubicBezTo>
                    <a:pt x="226" y="23760"/>
                    <a:pt x="125" y="24010"/>
                    <a:pt x="0" y="24261"/>
                  </a:cubicBezTo>
                  <a:cubicBezTo>
                    <a:pt x="100" y="24361"/>
                    <a:pt x="201" y="24461"/>
                    <a:pt x="276" y="24562"/>
                  </a:cubicBezTo>
                  <a:cubicBezTo>
                    <a:pt x="827" y="23384"/>
                    <a:pt x="1178" y="22055"/>
                    <a:pt x="1830" y="20903"/>
                  </a:cubicBezTo>
                  <a:cubicBezTo>
                    <a:pt x="2732" y="19349"/>
                    <a:pt x="4286" y="18497"/>
                    <a:pt x="6040" y="18246"/>
                  </a:cubicBezTo>
                  <a:cubicBezTo>
                    <a:pt x="6348" y="18204"/>
                    <a:pt x="6651" y="18187"/>
                    <a:pt x="6949" y="18187"/>
                  </a:cubicBezTo>
                  <a:cubicBezTo>
                    <a:pt x="8277" y="18187"/>
                    <a:pt x="9527" y="18538"/>
                    <a:pt x="10877" y="18722"/>
                  </a:cubicBezTo>
                  <a:cubicBezTo>
                    <a:pt x="11104" y="18751"/>
                    <a:pt x="11320" y="18766"/>
                    <a:pt x="11526" y="18766"/>
                  </a:cubicBezTo>
                  <a:cubicBezTo>
                    <a:pt x="14319" y="18766"/>
                    <a:pt x="15381" y="16187"/>
                    <a:pt x="16291" y="13760"/>
                  </a:cubicBezTo>
                  <a:cubicBezTo>
                    <a:pt x="16993" y="11905"/>
                    <a:pt x="18095" y="10251"/>
                    <a:pt x="19775" y="9173"/>
                  </a:cubicBezTo>
                  <a:cubicBezTo>
                    <a:pt x="20762" y="8534"/>
                    <a:pt x="21784" y="8324"/>
                    <a:pt x="22834" y="8324"/>
                  </a:cubicBezTo>
                  <a:cubicBezTo>
                    <a:pt x="23596" y="8324"/>
                    <a:pt x="24373" y="8435"/>
                    <a:pt x="25163" y="8572"/>
                  </a:cubicBezTo>
                  <a:cubicBezTo>
                    <a:pt x="25945" y="8705"/>
                    <a:pt x="26735" y="8813"/>
                    <a:pt x="27492" y="8813"/>
                  </a:cubicBezTo>
                  <a:cubicBezTo>
                    <a:pt x="29014" y="8813"/>
                    <a:pt x="30399" y="8374"/>
                    <a:pt x="31303" y="6817"/>
                  </a:cubicBezTo>
                  <a:cubicBezTo>
                    <a:pt x="32507" y="4712"/>
                    <a:pt x="32456" y="1203"/>
                    <a:pt x="35213" y="401"/>
                  </a:cubicBezTo>
                  <a:cubicBezTo>
                    <a:pt x="35288" y="376"/>
                    <a:pt x="35364" y="376"/>
                    <a:pt x="35464" y="351"/>
                  </a:cubicBezTo>
                  <a:cubicBezTo>
                    <a:pt x="35389" y="251"/>
                    <a:pt x="35339" y="125"/>
                    <a:pt x="3526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4" name="Google Shape;4034;p52"/>
            <p:cNvSpPr/>
            <p:nvPr/>
          </p:nvSpPr>
          <p:spPr>
            <a:xfrm>
              <a:off x="-1212975" y="2165238"/>
              <a:ext cx="851525" cy="587125"/>
            </a:xfrm>
            <a:custGeom>
              <a:rect b="b" l="l" r="r" t="t"/>
              <a:pathLst>
                <a:path extrusionOk="0" h="23485" w="34061">
                  <a:moveTo>
                    <a:pt x="33885" y="0"/>
                  </a:moveTo>
                  <a:cubicBezTo>
                    <a:pt x="33509" y="226"/>
                    <a:pt x="33183" y="527"/>
                    <a:pt x="32883" y="928"/>
                  </a:cubicBezTo>
                  <a:cubicBezTo>
                    <a:pt x="31429" y="2908"/>
                    <a:pt x="31680" y="6216"/>
                    <a:pt x="29349" y="7519"/>
                  </a:cubicBezTo>
                  <a:cubicBezTo>
                    <a:pt x="28745" y="7861"/>
                    <a:pt x="28085" y="7977"/>
                    <a:pt x="27409" y="7977"/>
                  </a:cubicBezTo>
                  <a:cubicBezTo>
                    <a:pt x="26401" y="7977"/>
                    <a:pt x="25357" y="7719"/>
                    <a:pt x="24412" y="7569"/>
                  </a:cubicBezTo>
                  <a:cubicBezTo>
                    <a:pt x="23771" y="7473"/>
                    <a:pt x="23125" y="7393"/>
                    <a:pt x="22485" y="7393"/>
                  </a:cubicBezTo>
                  <a:cubicBezTo>
                    <a:pt x="21796" y="7393"/>
                    <a:pt x="21114" y="7485"/>
                    <a:pt x="20452" y="7745"/>
                  </a:cubicBezTo>
                  <a:cubicBezTo>
                    <a:pt x="19098" y="8271"/>
                    <a:pt x="17945" y="9274"/>
                    <a:pt x="17093" y="10426"/>
                  </a:cubicBezTo>
                  <a:cubicBezTo>
                    <a:pt x="16041" y="11830"/>
                    <a:pt x="15640" y="13459"/>
                    <a:pt x="14963" y="15013"/>
                  </a:cubicBezTo>
                  <a:cubicBezTo>
                    <a:pt x="14637" y="15765"/>
                    <a:pt x="14211" y="16467"/>
                    <a:pt x="13609" y="17018"/>
                  </a:cubicBezTo>
                  <a:cubicBezTo>
                    <a:pt x="12938" y="17625"/>
                    <a:pt x="12165" y="17825"/>
                    <a:pt x="11355" y="17825"/>
                  </a:cubicBezTo>
                  <a:cubicBezTo>
                    <a:pt x="10895" y="17825"/>
                    <a:pt x="10423" y="17760"/>
                    <a:pt x="9950" y="17670"/>
                  </a:cubicBezTo>
                  <a:cubicBezTo>
                    <a:pt x="8885" y="17479"/>
                    <a:pt x="7863" y="17275"/>
                    <a:pt x="6797" y="17275"/>
                  </a:cubicBezTo>
                  <a:cubicBezTo>
                    <a:pt x="6459" y="17275"/>
                    <a:pt x="6115" y="17295"/>
                    <a:pt x="5765" y="17344"/>
                  </a:cubicBezTo>
                  <a:cubicBezTo>
                    <a:pt x="4462" y="17519"/>
                    <a:pt x="3158" y="18020"/>
                    <a:pt x="2181" y="18948"/>
                  </a:cubicBezTo>
                  <a:cubicBezTo>
                    <a:pt x="1053" y="20051"/>
                    <a:pt x="627" y="21579"/>
                    <a:pt x="76" y="23008"/>
                  </a:cubicBezTo>
                  <a:cubicBezTo>
                    <a:pt x="50" y="23083"/>
                    <a:pt x="25" y="23158"/>
                    <a:pt x="0" y="23208"/>
                  </a:cubicBezTo>
                  <a:cubicBezTo>
                    <a:pt x="101" y="23309"/>
                    <a:pt x="201" y="23384"/>
                    <a:pt x="301" y="23484"/>
                  </a:cubicBezTo>
                  <a:cubicBezTo>
                    <a:pt x="702" y="22457"/>
                    <a:pt x="1053" y="21354"/>
                    <a:pt x="1604" y="20401"/>
                  </a:cubicBezTo>
                  <a:cubicBezTo>
                    <a:pt x="2482" y="18848"/>
                    <a:pt x="4061" y="17995"/>
                    <a:pt x="5790" y="17770"/>
                  </a:cubicBezTo>
                  <a:cubicBezTo>
                    <a:pt x="6115" y="17727"/>
                    <a:pt x="6434" y="17708"/>
                    <a:pt x="6747" y="17708"/>
                  </a:cubicBezTo>
                  <a:cubicBezTo>
                    <a:pt x="8074" y="17708"/>
                    <a:pt x="9314" y="18038"/>
                    <a:pt x="10652" y="18221"/>
                  </a:cubicBezTo>
                  <a:cubicBezTo>
                    <a:pt x="10880" y="18251"/>
                    <a:pt x="11098" y="18265"/>
                    <a:pt x="11306" y="18265"/>
                  </a:cubicBezTo>
                  <a:cubicBezTo>
                    <a:pt x="14095" y="18265"/>
                    <a:pt x="15156" y="15709"/>
                    <a:pt x="16066" y="13284"/>
                  </a:cubicBezTo>
                  <a:cubicBezTo>
                    <a:pt x="16742" y="11429"/>
                    <a:pt x="17845" y="9775"/>
                    <a:pt x="19549" y="8672"/>
                  </a:cubicBezTo>
                  <a:cubicBezTo>
                    <a:pt x="20520" y="8044"/>
                    <a:pt x="21516" y="7838"/>
                    <a:pt x="22545" y="7838"/>
                  </a:cubicBezTo>
                  <a:cubicBezTo>
                    <a:pt x="23322" y="7838"/>
                    <a:pt x="24118" y="7955"/>
                    <a:pt x="24938" y="8096"/>
                  </a:cubicBezTo>
                  <a:cubicBezTo>
                    <a:pt x="25707" y="8226"/>
                    <a:pt x="26483" y="8331"/>
                    <a:pt x="27228" y="8331"/>
                  </a:cubicBezTo>
                  <a:cubicBezTo>
                    <a:pt x="28765" y="8331"/>
                    <a:pt x="30166" y="7886"/>
                    <a:pt x="31078" y="6316"/>
                  </a:cubicBezTo>
                  <a:cubicBezTo>
                    <a:pt x="32131" y="4487"/>
                    <a:pt x="32231" y="1604"/>
                    <a:pt x="34061" y="351"/>
                  </a:cubicBezTo>
                  <a:cubicBezTo>
                    <a:pt x="33986" y="226"/>
                    <a:pt x="33935" y="101"/>
                    <a:pt x="3388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5" name="Google Shape;4035;p52"/>
            <p:cNvSpPr/>
            <p:nvPr/>
          </p:nvSpPr>
          <p:spPr>
            <a:xfrm>
              <a:off x="-1116475" y="2301188"/>
              <a:ext cx="814550" cy="533250"/>
            </a:xfrm>
            <a:custGeom>
              <a:rect b="b" l="l" r="r" t="t"/>
              <a:pathLst>
                <a:path extrusionOk="0" h="21330" w="32582">
                  <a:moveTo>
                    <a:pt x="32406" y="1"/>
                  </a:moveTo>
                  <a:cubicBezTo>
                    <a:pt x="31053" y="1981"/>
                    <a:pt x="31228" y="5139"/>
                    <a:pt x="28948" y="6442"/>
                  </a:cubicBezTo>
                  <a:cubicBezTo>
                    <a:pt x="28351" y="6776"/>
                    <a:pt x="27693" y="6889"/>
                    <a:pt x="27016" y="6889"/>
                  </a:cubicBezTo>
                  <a:cubicBezTo>
                    <a:pt x="26017" y="6889"/>
                    <a:pt x="24977" y="6642"/>
                    <a:pt x="24035" y="6492"/>
                  </a:cubicBezTo>
                  <a:cubicBezTo>
                    <a:pt x="23395" y="6383"/>
                    <a:pt x="22749" y="6304"/>
                    <a:pt x="22106" y="6304"/>
                  </a:cubicBezTo>
                  <a:cubicBezTo>
                    <a:pt x="21414" y="6304"/>
                    <a:pt x="20725" y="6396"/>
                    <a:pt x="20050" y="6643"/>
                  </a:cubicBezTo>
                  <a:cubicBezTo>
                    <a:pt x="18697" y="7169"/>
                    <a:pt x="17569" y="8196"/>
                    <a:pt x="16692" y="9324"/>
                  </a:cubicBezTo>
                  <a:cubicBezTo>
                    <a:pt x="15664" y="10728"/>
                    <a:pt x="15263" y="12357"/>
                    <a:pt x="14562" y="13936"/>
                  </a:cubicBezTo>
                  <a:cubicBezTo>
                    <a:pt x="14236" y="14663"/>
                    <a:pt x="13835" y="15389"/>
                    <a:pt x="13233" y="15941"/>
                  </a:cubicBezTo>
                  <a:cubicBezTo>
                    <a:pt x="12562" y="16548"/>
                    <a:pt x="11789" y="16748"/>
                    <a:pt x="10979" y="16748"/>
                  </a:cubicBezTo>
                  <a:cubicBezTo>
                    <a:pt x="10519" y="16748"/>
                    <a:pt x="10046" y="16683"/>
                    <a:pt x="9574" y="16592"/>
                  </a:cubicBezTo>
                  <a:cubicBezTo>
                    <a:pt x="8495" y="16380"/>
                    <a:pt x="7445" y="16183"/>
                    <a:pt x="6368" y="16183"/>
                  </a:cubicBezTo>
                  <a:cubicBezTo>
                    <a:pt x="6044" y="16183"/>
                    <a:pt x="5719" y="16201"/>
                    <a:pt x="5389" y="16242"/>
                  </a:cubicBezTo>
                  <a:cubicBezTo>
                    <a:pt x="4085" y="16417"/>
                    <a:pt x="2782" y="16918"/>
                    <a:pt x="1805" y="17846"/>
                  </a:cubicBezTo>
                  <a:cubicBezTo>
                    <a:pt x="877" y="18748"/>
                    <a:pt x="426" y="19926"/>
                    <a:pt x="0" y="21104"/>
                  </a:cubicBezTo>
                  <a:cubicBezTo>
                    <a:pt x="100" y="21179"/>
                    <a:pt x="201" y="21254"/>
                    <a:pt x="326" y="21329"/>
                  </a:cubicBezTo>
                  <a:cubicBezTo>
                    <a:pt x="576" y="20653"/>
                    <a:pt x="852" y="19951"/>
                    <a:pt x="1203" y="19324"/>
                  </a:cubicBezTo>
                  <a:cubicBezTo>
                    <a:pt x="2105" y="17745"/>
                    <a:pt x="3684" y="16918"/>
                    <a:pt x="5414" y="16668"/>
                  </a:cubicBezTo>
                  <a:cubicBezTo>
                    <a:pt x="5723" y="16626"/>
                    <a:pt x="6027" y="16608"/>
                    <a:pt x="6327" y="16608"/>
                  </a:cubicBezTo>
                  <a:cubicBezTo>
                    <a:pt x="7652" y="16608"/>
                    <a:pt x="8902" y="16955"/>
                    <a:pt x="10251" y="17119"/>
                  </a:cubicBezTo>
                  <a:cubicBezTo>
                    <a:pt x="10480" y="17148"/>
                    <a:pt x="10700" y="17163"/>
                    <a:pt x="10910" y="17163"/>
                  </a:cubicBezTo>
                  <a:cubicBezTo>
                    <a:pt x="13718" y="17163"/>
                    <a:pt x="14778" y="14607"/>
                    <a:pt x="15664" y="12181"/>
                  </a:cubicBezTo>
                  <a:cubicBezTo>
                    <a:pt x="16366" y="10327"/>
                    <a:pt x="17469" y="8673"/>
                    <a:pt x="19148" y="7570"/>
                  </a:cubicBezTo>
                  <a:cubicBezTo>
                    <a:pt x="20130" y="6949"/>
                    <a:pt x="21144" y="6744"/>
                    <a:pt x="22193" y="6744"/>
                  </a:cubicBezTo>
                  <a:cubicBezTo>
                    <a:pt x="22964" y="6744"/>
                    <a:pt x="23754" y="6855"/>
                    <a:pt x="24562" y="6993"/>
                  </a:cubicBezTo>
                  <a:cubicBezTo>
                    <a:pt x="25332" y="7126"/>
                    <a:pt x="26116" y="7234"/>
                    <a:pt x="26869" y="7234"/>
                  </a:cubicBezTo>
                  <a:cubicBezTo>
                    <a:pt x="28396" y="7234"/>
                    <a:pt x="29796" y="6791"/>
                    <a:pt x="30702" y="5214"/>
                  </a:cubicBezTo>
                  <a:cubicBezTo>
                    <a:pt x="31479" y="3861"/>
                    <a:pt x="31730" y="1881"/>
                    <a:pt x="32582" y="452"/>
                  </a:cubicBezTo>
                  <a:cubicBezTo>
                    <a:pt x="32532" y="302"/>
                    <a:pt x="32456" y="151"/>
                    <a:pt x="3240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6" name="Google Shape;4036;p52"/>
            <p:cNvSpPr/>
            <p:nvPr/>
          </p:nvSpPr>
          <p:spPr>
            <a:xfrm>
              <a:off x="-1015600" y="2454088"/>
              <a:ext cx="781350" cy="453650"/>
            </a:xfrm>
            <a:custGeom>
              <a:rect b="b" l="l" r="r" t="t"/>
              <a:pathLst>
                <a:path extrusionOk="0" h="18146" w="31254">
                  <a:moveTo>
                    <a:pt x="31003" y="0"/>
                  </a:moveTo>
                  <a:cubicBezTo>
                    <a:pt x="30426" y="1755"/>
                    <a:pt x="30075" y="3710"/>
                    <a:pt x="28396" y="4662"/>
                  </a:cubicBezTo>
                  <a:cubicBezTo>
                    <a:pt x="27799" y="4996"/>
                    <a:pt x="27137" y="5109"/>
                    <a:pt x="26456" y="5109"/>
                  </a:cubicBezTo>
                  <a:cubicBezTo>
                    <a:pt x="25449" y="5109"/>
                    <a:pt x="24401" y="4862"/>
                    <a:pt x="23459" y="4712"/>
                  </a:cubicBezTo>
                  <a:cubicBezTo>
                    <a:pt x="22830" y="4605"/>
                    <a:pt x="22195" y="4526"/>
                    <a:pt x="21565" y="4526"/>
                  </a:cubicBezTo>
                  <a:cubicBezTo>
                    <a:pt x="20865" y="4526"/>
                    <a:pt x="20172" y="4624"/>
                    <a:pt x="19499" y="4887"/>
                  </a:cubicBezTo>
                  <a:cubicBezTo>
                    <a:pt x="18146" y="5414"/>
                    <a:pt x="16993" y="6416"/>
                    <a:pt x="16141" y="7569"/>
                  </a:cubicBezTo>
                  <a:cubicBezTo>
                    <a:pt x="15088" y="8948"/>
                    <a:pt x="14712" y="10577"/>
                    <a:pt x="14010" y="12156"/>
                  </a:cubicBezTo>
                  <a:cubicBezTo>
                    <a:pt x="13684" y="12883"/>
                    <a:pt x="13283" y="13609"/>
                    <a:pt x="12657" y="14161"/>
                  </a:cubicBezTo>
                  <a:cubicBezTo>
                    <a:pt x="12002" y="14768"/>
                    <a:pt x="11234" y="14968"/>
                    <a:pt x="10420" y="14968"/>
                  </a:cubicBezTo>
                  <a:cubicBezTo>
                    <a:pt x="9957" y="14968"/>
                    <a:pt x="9479" y="14903"/>
                    <a:pt x="8998" y="14812"/>
                  </a:cubicBezTo>
                  <a:cubicBezTo>
                    <a:pt x="7948" y="14606"/>
                    <a:pt x="6941" y="14414"/>
                    <a:pt x="5902" y="14414"/>
                  </a:cubicBezTo>
                  <a:cubicBezTo>
                    <a:pt x="5552" y="14414"/>
                    <a:pt x="5198" y="14436"/>
                    <a:pt x="4837" y="14487"/>
                  </a:cubicBezTo>
                  <a:cubicBezTo>
                    <a:pt x="3509" y="14662"/>
                    <a:pt x="2206" y="15163"/>
                    <a:pt x="1253" y="16091"/>
                  </a:cubicBezTo>
                  <a:cubicBezTo>
                    <a:pt x="702" y="16617"/>
                    <a:pt x="326" y="17243"/>
                    <a:pt x="0" y="17920"/>
                  </a:cubicBezTo>
                  <a:cubicBezTo>
                    <a:pt x="125" y="17995"/>
                    <a:pt x="226" y="18071"/>
                    <a:pt x="351" y="18146"/>
                  </a:cubicBezTo>
                  <a:cubicBezTo>
                    <a:pt x="451" y="17945"/>
                    <a:pt x="552" y="17745"/>
                    <a:pt x="652" y="17544"/>
                  </a:cubicBezTo>
                  <a:cubicBezTo>
                    <a:pt x="1554" y="15990"/>
                    <a:pt x="3108" y="15138"/>
                    <a:pt x="4862" y="14888"/>
                  </a:cubicBezTo>
                  <a:cubicBezTo>
                    <a:pt x="5171" y="14846"/>
                    <a:pt x="5473" y="14828"/>
                    <a:pt x="5771" y="14828"/>
                  </a:cubicBezTo>
                  <a:cubicBezTo>
                    <a:pt x="7099" y="14828"/>
                    <a:pt x="8349" y="15180"/>
                    <a:pt x="9699" y="15364"/>
                  </a:cubicBezTo>
                  <a:cubicBezTo>
                    <a:pt x="9926" y="15393"/>
                    <a:pt x="10142" y="15407"/>
                    <a:pt x="10348" y="15407"/>
                  </a:cubicBezTo>
                  <a:cubicBezTo>
                    <a:pt x="13141" y="15407"/>
                    <a:pt x="14203" y="12828"/>
                    <a:pt x="15113" y="10401"/>
                  </a:cubicBezTo>
                  <a:cubicBezTo>
                    <a:pt x="15815" y="8547"/>
                    <a:pt x="16918" y="6893"/>
                    <a:pt x="18597" y="5815"/>
                  </a:cubicBezTo>
                  <a:cubicBezTo>
                    <a:pt x="19584" y="5176"/>
                    <a:pt x="20606" y="4966"/>
                    <a:pt x="21656" y="4966"/>
                  </a:cubicBezTo>
                  <a:cubicBezTo>
                    <a:pt x="22418" y="4966"/>
                    <a:pt x="23195" y="5076"/>
                    <a:pt x="23985" y="5213"/>
                  </a:cubicBezTo>
                  <a:cubicBezTo>
                    <a:pt x="24767" y="5346"/>
                    <a:pt x="25557" y="5455"/>
                    <a:pt x="26314" y="5455"/>
                  </a:cubicBezTo>
                  <a:cubicBezTo>
                    <a:pt x="27836" y="5455"/>
                    <a:pt x="29221" y="5016"/>
                    <a:pt x="30126" y="3459"/>
                  </a:cubicBezTo>
                  <a:cubicBezTo>
                    <a:pt x="30627" y="2607"/>
                    <a:pt x="30903" y="1529"/>
                    <a:pt x="31253" y="502"/>
                  </a:cubicBezTo>
                  <a:cubicBezTo>
                    <a:pt x="31153" y="351"/>
                    <a:pt x="31078" y="176"/>
                    <a:pt x="31003"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7" name="Google Shape;4037;p52"/>
            <p:cNvSpPr/>
            <p:nvPr/>
          </p:nvSpPr>
          <p:spPr>
            <a:xfrm>
              <a:off x="-902200" y="2606338"/>
              <a:ext cx="740625" cy="368450"/>
            </a:xfrm>
            <a:custGeom>
              <a:rect b="b" l="l" r="r" t="t"/>
              <a:pathLst>
                <a:path extrusionOk="0" h="14738" w="29625">
                  <a:moveTo>
                    <a:pt x="29399" y="1"/>
                  </a:moveTo>
                  <a:cubicBezTo>
                    <a:pt x="28998" y="1178"/>
                    <a:pt x="28472" y="2281"/>
                    <a:pt x="27344" y="2908"/>
                  </a:cubicBezTo>
                  <a:cubicBezTo>
                    <a:pt x="26740" y="3250"/>
                    <a:pt x="26080" y="3366"/>
                    <a:pt x="25404" y="3366"/>
                  </a:cubicBezTo>
                  <a:cubicBezTo>
                    <a:pt x="24396" y="3366"/>
                    <a:pt x="23352" y="3108"/>
                    <a:pt x="22407" y="2958"/>
                  </a:cubicBezTo>
                  <a:cubicBezTo>
                    <a:pt x="21767" y="2861"/>
                    <a:pt x="21121" y="2782"/>
                    <a:pt x="20480" y="2782"/>
                  </a:cubicBezTo>
                  <a:cubicBezTo>
                    <a:pt x="19791" y="2782"/>
                    <a:pt x="19109" y="2874"/>
                    <a:pt x="18447" y="3133"/>
                  </a:cubicBezTo>
                  <a:cubicBezTo>
                    <a:pt x="17093" y="3660"/>
                    <a:pt x="15940" y="4662"/>
                    <a:pt x="15088" y="5815"/>
                  </a:cubicBezTo>
                  <a:cubicBezTo>
                    <a:pt x="14036" y="7219"/>
                    <a:pt x="13635" y="8848"/>
                    <a:pt x="12958" y="10402"/>
                  </a:cubicBezTo>
                  <a:cubicBezTo>
                    <a:pt x="12632" y="11153"/>
                    <a:pt x="12206" y="11855"/>
                    <a:pt x="11605" y="12407"/>
                  </a:cubicBezTo>
                  <a:cubicBezTo>
                    <a:pt x="10933" y="13014"/>
                    <a:pt x="10160" y="13214"/>
                    <a:pt x="9350" y="13214"/>
                  </a:cubicBezTo>
                  <a:cubicBezTo>
                    <a:pt x="8890" y="13214"/>
                    <a:pt x="8418" y="13149"/>
                    <a:pt x="7945" y="13058"/>
                  </a:cubicBezTo>
                  <a:cubicBezTo>
                    <a:pt x="6896" y="12852"/>
                    <a:pt x="5889" y="12660"/>
                    <a:pt x="4839" y="12660"/>
                  </a:cubicBezTo>
                  <a:cubicBezTo>
                    <a:pt x="4485" y="12660"/>
                    <a:pt x="4127" y="12682"/>
                    <a:pt x="3760" y="12732"/>
                  </a:cubicBezTo>
                  <a:cubicBezTo>
                    <a:pt x="2457" y="12908"/>
                    <a:pt x="1153" y="13409"/>
                    <a:pt x="176" y="14336"/>
                  </a:cubicBezTo>
                  <a:cubicBezTo>
                    <a:pt x="126" y="14387"/>
                    <a:pt x="76" y="14462"/>
                    <a:pt x="1" y="14537"/>
                  </a:cubicBezTo>
                  <a:cubicBezTo>
                    <a:pt x="126" y="14612"/>
                    <a:pt x="276" y="14662"/>
                    <a:pt x="402" y="14737"/>
                  </a:cubicBezTo>
                  <a:cubicBezTo>
                    <a:pt x="1304" y="13835"/>
                    <a:pt x="2507" y="13334"/>
                    <a:pt x="3785" y="13158"/>
                  </a:cubicBezTo>
                  <a:cubicBezTo>
                    <a:pt x="4110" y="13115"/>
                    <a:pt x="4429" y="13097"/>
                    <a:pt x="4742" y="13097"/>
                  </a:cubicBezTo>
                  <a:cubicBezTo>
                    <a:pt x="6069" y="13097"/>
                    <a:pt x="7309" y="13427"/>
                    <a:pt x="8647" y="13610"/>
                  </a:cubicBezTo>
                  <a:cubicBezTo>
                    <a:pt x="8875" y="13639"/>
                    <a:pt x="9093" y="13653"/>
                    <a:pt x="9301" y="13653"/>
                  </a:cubicBezTo>
                  <a:cubicBezTo>
                    <a:pt x="12090" y="13653"/>
                    <a:pt x="13151" y="11098"/>
                    <a:pt x="14061" y="8672"/>
                  </a:cubicBezTo>
                  <a:cubicBezTo>
                    <a:pt x="14737" y="6818"/>
                    <a:pt x="15840" y="5163"/>
                    <a:pt x="17544" y="4061"/>
                  </a:cubicBezTo>
                  <a:cubicBezTo>
                    <a:pt x="18516" y="3432"/>
                    <a:pt x="19511" y="3227"/>
                    <a:pt x="20540" y="3227"/>
                  </a:cubicBezTo>
                  <a:cubicBezTo>
                    <a:pt x="21317" y="3227"/>
                    <a:pt x="22114" y="3344"/>
                    <a:pt x="22933" y="3484"/>
                  </a:cubicBezTo>
                  <a:cubicBezTo>
                    <a:pt x="23702" y="3615"/>
                    <a:pt x="24478" y="3719"/>
                    <a:pt x="25223" y="3719"/>
                  </a:cubicBezTo>
                  <a:cubicBezTo>
                    <a:pt x="26761" y="3719"/>
                    <a:pt x="28162" y="3275"/>
                    <a:pt x="29073" y="1705"/>
                  </a:cubicBezTo>
                  <a:cubicBezTo>
                    <a:pt x="29299" y="1329"/>
                    <a:pt x="29474" y="903"/>
                    <a:pt x="29625" y="452"/>
                  </a:cubicBezTo>
                  <a:cubicBezTo>
                    <a:pt x="29550" y="301"/>
                    <a:pt x="29474" y="151"/>
                    <a:pt x="29399"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8" name="Google Shape;4038;p52"/>
            <p:cNvSpPr/>
            <p:nvPr/>
          </p:nvSpPr>
          <p:spPr>
            <a:xfrm>
              <a:off x="-744925" y="2738538"/>
              <a:ext cx="661675" cy="317550"/>
            </a:xfrm>
            <a:custGeom>
              <a:rect b="b" l="l" r="r" t="t"/>
              <a:pathLst>
                <a:path extrusionOk="0" h="12702" w="26467">
                  <a:moveTo>
                    <a:pt x="26216" y="1"/>
                  </a:moveTo>
                  <a:cubicBezTo>
                    <a:pt x="25840" y="803"/>
                    <a:pt x="25339" y="1505"/>
                    <a:pt x="24512" y="1981"/>
                  </a:cubicBezTo>
                  <a:cubicBezTo>
                    <a:pt x="23915" y="2315"/>
                    <a:pt x="23257" y="2428"/>
                    <a:pt x="22580" y="2428"/>
                  </a:cubicBezTo>
                  <a:cubicBezTo>
                    <a:pt x="21581" y="2428"/>
                    <a:pt x="20541" y="2180"/>
                    <a:pt x="19599" y="2031"/>
                  </a:cubicBezTo>
                  <a:cubicBezTo>
                    <a:pt x="18959" y="1922"/>
                    <a:pt x="18313" y="1843"/>
                    <a:pt x="17670" y="1843"/>
                  </a:cubicBezTo>
                  <a:cubicBezTo>
                    <a:pt x="16978" y="1843"/>
                    <a:pt x="16290" y="1935"/>
                    <a:pt x="15614" y="2181"/>
                  </a:cubicBezTo>
                  <a:cubicBezTo>
                    <a:pt x="14261" y="2708"/>
                    <a:pt x="13133" y="3735"/>
                    <a:pt x="12256" y="4863"/>
                  </a:cubicBezTo>
                  <a:cubicBezTo>
                    <a:pt x="11228" y="6266"/>
                    <a:pt x="10827" y="7896"/>
                    <a:pt x="10126" y="9474"/>
                  </a:cubicBezTo>
                  <a:cubicBezTo>
                    <a:pt x="9800" y="10201"/>
                    <a:pt x="9399" y="10928"/>
                    <a:pt x="8797" y="11480"/>
                  </a:cubicBezTo>
                  <a:cubicBezTo>
                    <a:pt x="8126" y="12087"/>
                    <a:pt x="7353" y="12286"/>
                    <a:pt x="6543" y="12286"/>
                  </a:cubicBezTo>
                  <a:cubicBezTo>
                    <a:pt x="6083" y="12286"/>
                    <a:pt x="5610" y="12222"/>
                    <a:pt x="5138" y="12131"/>
                  </a:cubicBezTo>
                  <a:cubicBezTo>
                    <a:pt x="4059" y="11919"/>
                    <a:pt x="3009" y="11722"/>
                    <a:pt x="1932" y="11722"/>
                  </a:cubicBezTo>
                  <a:cubicBezTo>
                    <a:pt x="1609" y="11722"/>
                    <a:pt x="1283" y="11740"/>
                    <a:pt x="953" y="11780"/>
                  </a:cubicBezTo>
                  <a:cubicBezTo>
                    <a:pt x="627" y="11830"/>
                    <a:pt x="326" y="11906"/>
                    <a:pt x="0" y="11981"/>
                  </a:cubicBezTo>
                  <a:cubicBezTo>
                    <a:pt x="276" y="12081"/>
                    <a:pt x="527" y="12156"/>
                    <a:pt x="777" y="12256"/>
                  </a:cubicBezTo>
                  <a:cubicBezTo>
                    <a:pt x="852" y="12231"/>
                    <a:pt x="928" y="12206"/>
                    <a:pt x="978" y="12206"/>
                  </a:cubicBezTo>
                  <a:cubicBezTo>
                    <a:pt x="1287" y="12165"/>
                    <a:pt x="1591" y="12147"/>
                    <a:pt x="1891" y="12147"/>
                  </a:cubicBezTo>
                  <a:cubicBezTo>
                    <a:pt x="3217" y="12147"/>
                    <a:pt x="4466" y="12494"/>
                    <a:pt x="5815" y="12657"/>
                  </a:cubicBezTo>
                  <a:cubicBezTo>
                    <a:pt x="6045" y="12687"/>
                    <a:pt x="6264" y="12701"/>
                    <a:pt x="6474" y="12701"/>
                  </a:cubicBezTo>
                  <a:cubicBezTo>
                    <a:pt x="9282" y="12701"/>
                    <a:pt x="10342" y="10146"/>
                    <a:pt x="11228" y="7720"/>
                  </a:cubicBezTo>
                  <a:cubicBezTo>
                    <a:pt x="11930" y="5865"/>
                    <a:pt x="13033" y="4211"/>
                    <a:pt x="14712" y="3109"/>
                  </a:cubicBezTo>
                  <a:cubicBezTo>
                    <a:pt x="15694" y="2488"/>
                    <a:pt x="16709" y="2283"/>
                    <a:pt x="17757" y="2283"/>
                  </a:cubicBezTo>
                  <a:cubicBezTo>
                    <a:pt x="18528" y="2283"/>
                    <a:pt x="19318" y="2394"/>
                    <a:pt x="20126" y="2532"/>
                  </a:cubicBezTo>
                  <a:cubicBezTo>
                    <a:pt x="20896" y="2665"/>
                    <a:pt x="21680" y="2773"/>
                    <a:pt x="22434" y="2773"/>
                  </a:cubicBezTo>
                  <a:cubicBezTo>
                    <a:pt x="23960" y="2773"/>
                    <a:pt x="25360" y="2330"/>
                    <a:pt x="26266" y="753"/>
                  </a:cubicBezTo>
                  <a:cubicBezTo>
                    <a:pt x="26341" y="627"/>
                    <a:pt x="26391" y="502"/>
                    <a:pt x="26467" y="352"/>
                  </a:cubicBezTo>
                  <a:cubicBezTo>
                    <a:pt x="26391" y="226"/>
                    <a:pt x="26291" y="101"/>
                    <a:pt x="26216"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9" name="Google Shape;4039;p52"/>
            <p:cNvSpPr/>
            <p:nvPr/>
          </p:nvSpPr>
          <p:spPr>
            <a:xfrm>
              <a:off x="-422875" y="2838788"/>
              <a:ext cx="431100" cy="278225"/>
            </a:xfrm>
            <a:custGeom>
              <a:rect b="b" l="l" r="r" t="t"/>
              <a:pathLst>
                <a:path extrusionOk="0" h="11129" w="17244">
                  <a:moveTo>
                    <a:pt x="16943" y="1"/>
                  </a:moveTo>
                  <a:cubicBezTo>
                    <a:pt x="16567" y="928"/>
                    <a:pt x="16041" y="1780"/>
                    <a:pt x="15113" y="2307"/>
                  </a:cubicBezTo>
                  <a:cubicBezTo>
                    <a:pt x="14517" y="2640"/>
                    <a:pt x="13855" y="2754"/>
                    <a:pt x="13173" y="2754"/>
                  </a:cubicBezTo>
                  <a:cubicBezTo>
                    <a:pt x="12166" y="2754"/>
                    <a:pt x="11118" y="2506"/>
                    <a:pt x="10176" y="2357"/>
                  </a:cubicBezTo>
                  <a:cubicBezTo>
                    <a:pt x="9547" y="2250"/>
                    <a:pt x="8912" y="2171"/>
                    <a:pt x="8282" y="2171"/>
                  </a:cubicBezTo>
                  <a:cubicBezTo>
                    <a:pt x="7582" y="2171"/>
                    <a:pt x="6889" y="2268"/>
                    <a:pt x="6216" y="2532"/>
                  </a:cubicBezTo>
                  <a:cubicBezTo>
                    <a:pt x="4863" y="3058"/>
                    <a:pt x="3710" y="4061"/>
                    <a:pt x="2858" y="5214"/>
                  </a:cubicBezTo>
                  <a:cubicBezTo>
                    <a:pt x="1805" y="6592"/>
                    <a:pt x="1404" y="8221"/>
                    <a:pt x="727" y="9800"/>
                  </a:cubicBezTo>
                  <a:cubicBezTo>
                    <a:pt x="527" y="10251"/>
                    <a:pt x="301" y="10678"/>
                    <a:pt x="1" y="11079"/>
                  </a:cubicBezTo>
                  <a:cubicBezTo>
                    <a:pt x="151" y="11079"/>
                    <a:pt x="276" y="11104"/>
                    <a:pt x="402" y="11129"/>
                  </a:cubicBezTo>
                  <a:cubicBezTo>
                    <a:pt x="1003" y="10226"/>
                    <a:pt x="1429" y="9124"/>
                    <a:pt x="1830" y="8046"/>
                  </a:cubicBezTo>
                  <a:cubicBezTo>
                    <a:pt x="2532" y="6191"/>
                    <a:pt x="3635" y="4537"/>
                    <a:pt x="5314" y="3459"/>
                  </a:cubicBezTo>
                  <a:cubicBezTo>
                    <a:pt x="6302" y="2820"/>
                    <a:pt x="7323" y="2611"/>
                    <a:pt x="8373" y="2611"/>
                  </a:cubicBezTo>
                  <a:cubicBezTo>
                    <a:pt x="9135" y="2611"/>
                    <a:pt x="9912" y="2721"/>
                    <a:pt x="10702" y="2858"/>
                  </a:cubicBezTo>
                  <a:cubicBezTo>
                    <a:pt x="11484" y="2991"/>
                    <a:pt x="12275" y="3099"/>
                    <a:pt x="13031" y="3099"/>
                  </a:cubicBezTo>
                  <a:cubicBezTo>
                    <a:pt x="14553" y="3099"/>
                    <a:pt x="15939" y="2661"/>
                    <a:pt x="16843" y="1104"/>
                  </a:cubicBezTo>
                  <a:cubicBezTo>
                    <a:pt x="16993" y="828"/>
                    <a:pt x="17143" y="552"/>
                    <a:pt x="17244" y="226"/>
                  </a:cubicBezTo>
                  <a:cubicBezTo>
                    <a:pt x="17143" y="151"/>
                    <a:pt x="17043" y="76"/>
                    <a:pt x="16943"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0" name="Google Shape;4040;p52"/>
            <p:cNvSpPr/>
            <p:nvPr/>
          </p:nvSpPr>
          <p:spPr>
            <a:xfrm>
              <a:off x="-293175" y="2900838"/>
              <a:ext cx="404800" cy="229325"/>
            </a:xfrm>
            <a:custGeom>
              <a:rect b="b" l="l" r="r" t="t"/>
              <a:pathLst>
                <a:path extrusionOk="0" h="9173" w="16192">
                  <a:moveTo>
                    <a:pt x="15865" y="0"/>
                  </a:moveTo>
                  <a:cubicBezTo>
                    <a:pt x="15339" y="1629"/>
                    <a:pt x="14913" y="3308"/>
                    <a:pt x="13409" y="4160"/>
                  </a:cubicBezTo>
                  <a:cubicBezTo>
                    <a:pt x="12806" y="4502"/>
                    <a:pt x="12145" y="4618"/>
                    <a:pt x="11469" y="4618"/>
                  </a:cubicBezTo>
                  <a:cubicBezTo>
                    <a:pt x="10461" y="4618"/>
                    <a:pt x="9417" y="4361"/>
                    <a:pt x="8472" y="4211"/>
                  </a:cubicBezTo>
                  <a:cubicBezTo>
                    <a:pt x="7832" y="4114"/>
                    <a:pt x="7186" y="4035"/>
                    <a:pt x="6545" y="4035"/>
                  </a:cubicBezTo>
                  <a:cubicBezTo>
                    <a:pt x="5857" y="4035"/>
                    <a:pt x="5174" y="4126"/>
                    <a:pt x="4512" y="4386"/>
                  </a:cubicBezTo>
                  <a:cubicBezTo>
                    <a:pt x="3158" y="4912"/>
                    <a:pt x="2006" y="5915"/>
                    <a:pt x="1153" y="7068"/>
                  </a:cubicBezTo>
                  <a:cubicBezTo>
                    <a:pt x="652" y="7719"/>
                    <a:pt x="301" y="8421"/>
                    <a:pt x="1" y="9148"/>
                  </a:cubicBezTo>
                  <a:cubicBezTo>
                    <a:pt x="151" y="9148"/>
                    <a:pt x="276" y="9173"/>
                    <a:pt x="427" y="9173"/>
                  </a:cubicBezTo>
                  <a:cubicBezTo>
                    <a:pt x="1128" y="7619"/>
                    <a:pt x="2131" y="6266"/>
                    <a:pt x="3610" y="5313"/>
                  </a:cubicBezTo>
                  <a:cubicBezTo>
                    <a:pt x="4581" y="4685"/>
                    <a:pt x="5576" y="4480"/>
                    <a:pt x="6605" y="4480"/>
                  </a:cubicBezTo>
                  <a:cubicBezTo>
                    <a:pt x="7382" y="4480"/>
                    <a:pt x="8179" y="4597"/>
                    <a:pt x="8998" y="4737"/>
                  </a:cubicBezTo>
                  <a:cubicBezTo>
                    <a:pt x="9767" y="4868"/>
                    <a:pt x="10543" y="4972"/>
                    <a:pt x="11288" y="4972"/>
                  </a:cubicBezTo>
                  <a:cubicBezTo>
                    <a:pt x="12826" y="4972"/>
                    <a:pt x="14227" y="4528"/>
                    <a:pt x="15138" y="2957"/>
                  </a:cubicBezTo>
                  <a:cubicBezTo>
                    <a:pt x="15590" y="2155"/>
                    <a:pt x="15890" y="1128"/>
                    <a:pt x="16191" y="150"/>
                  </a:cubicBezTo>
                  <a:cubicBezTo>
                    <a:pt x="16091" y="100"/>
                    <a:pt x="15966" y="50"/>
                    <a:pt x="15865" y="0"/>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1" name="Google Shape;4041;p52"/>
            <p:cNvSpPr/>
            <p:nvPr/>
          </p:nvSpPr>
          <p:spPr>
            <a:xfrm>
              <a:off x="-128375" y="2940288"/>
              <a:ext cx="364050" cy="198025"/>
            </a:xfrm>
            <a:custGeom>
              <a:rect b="b" l="l" r="r" t="t"/>
              <a:pathLst>
                <a:path extrusionOk="0" h="7921" w="14562">
                  <a:moveTo>
                    <a:pt x="14110" y="1"/>
                  </a:moveTo>
                  <a:cubicBezTo>
                    <a:pt x="14010" y="101"/>
                    <a:pt x="13910" y="201"/>
                    <a:pt x="13835" y="327"/>
                  </a:cubicBezTo>
                  <a:cubicBezTo>
                    <a:pt x="12356" y="2307"/>
                    <a:pt x="12632" y="5615"/>
                    <a:pt x="10276" y="6943"/>
                  </a:cubicBezTo>
                  <a:cubicBezTo>
                    <a:pt x="9679" y="7277"/>
                    <a:pt x="9021" y="7391"/>
                    <a:pt x="8345" y="7391"/>
                  </a:cubicBezTo>
                  <a:cubicBezTo>
                    <a:pt x="7345" y="7391"/>
                    <a:pt x="6305" y="7143"/>
                    <a:pt x="5363" y="6993"/>
                  </a:cubicBezTo>
                  <a:cubicBezTo>
                    <a:pt x="4711" y="6885"/>
                    <a:pt x="4065" y="6805"/>
                    <a:pt x="3424" y="6805"/>
                  </a:cubicBezTo>
                  <a:cubicBezTo>
                    <a:pt x="2736" y="6805"/>
                    <a:pt x="2054" y="6897"/>
                    <a:pt x="1379" y="7144"/>
                  </a:cubicBezTo>
                  <a:cubicBezTo>
                    <a:pt x="902" y="7344"/>
                    <a:pt x="451" y="7595"/>
                    <a:pt x="0" y="7896"/>
                  </a:cubicBezTo>
                  <a:cubicBezTo>
                    <a:pt x="276" y="7896"/>
                    <a:pt x="526" y="7896"/>
                    <a:pt x="777" y="7921"/>
                  </a:cubicBezTo>
                  <a:cubicBezTo>
                    <a:pt x="1656" y="7413"/>
                    <a:pt x="2565" y="7243"/>
                    <a:pt x="3503" y="7243"/>
                  </a:cubicBezTo>
                  <a:cubicBezTo>
                    <a:pt x="4278" y="7243"/>
                    <a:pt x="5074" y="7359"/>
                    <a:pt x="5890" y="7495"/>
                  </a:cubicBezTo>
                  <a:cubicBezTo>
                    <a:pt x="6660" y="7627"/>
                    <a:pt x="7444" y="7735"/>
                    <a:pt x="8198" y="7735"/>
                  </a:cubicBezTo>
                  <a:cubicBezTo>
                    <a:pt x="9724" y="7735"/>
                    <a:pt x="11124" y="7293"/>
                    <a:pt x="12030" y="5715"/>
                  </a:cubicBezTo>
                  <a:cubicBezTo>
                    <a:pt x="12983" y="4061"/>
                    <a:pt x="13158" y="1480"/>
                    <a:pt x="14562" y="101"/>
                  </a:cubicBezTo>
                  <a:cubicBezTo>
                    <a:pt x="14411" y="76"/>
                    <a:pt x="14261" y="26"/>
                    <a:pt x="14110"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2" name="Google Shape;4042;p52"/>
            <p:cNvSpPr/>
            <p:nvPr/>
          </p:nvSpPr>
          <p:spPr>
            <a:xfrm>
              <a:off x="265725" y="3018388"/>
              <a:ext cx="292000" cy="134975"/>
            </a:xfrm>
            <a:custGeom>
              <a:rect b="b" l="l" r="r" t="t"/>
              <a:pathLst>
                <a:path extrusionOk="0" h="5399" w="11680">
                  <a:moveTo>
                    <a:pt x="5012" y="1"/>
                  </a:moveTo>
                  <a:cubicBezTo>
                    <a:pt x="3688" y="1"/>
                    <a:pt x="2444" y="339"/>
                    <a:pt x="1529" y="1564"/>
                  </a:cubicBezTo>
                  <a:cubicBezTo>
                    <a:pt x="752" y="2616"/>
                    <a:pt x="477" y="4045"/>
                    <a:pt x="1" y="5348"/>
                  </a:cubicBezTo>
                  <a:cubicBezTo>
                    <a:pt x="126" y="5373"/>
                    <a:pt x="276" y="5373"/>
                    <a:pt x="402" y="5398"/>
                  </a:cubicBezTo>
                  <a:cubicBezTo>
                    <a:pt x="1053" y="3418"/>
                    <a:pt x="1504" y="1163"/>
                    <a:pt x="3635" y="536"/>
                  </a:cubicBezTo>
                  <a:cubicBezTo>
                    <a:pt x="4110" y="401"/>
                    <a:pt x="4590" y="350"/>
                    <a:pt x="5071" y="350"/>
                  </a:cubicBezTo>
                  <a:cubicBezTo>
                    <a:pt x="6682" y="350"/>
                    <a:pt x="8314" y="931"/>
                    <a:pt x="9919" y="931"/>
                  </a:cubicBezTo>
                  <a:cubicBezTo>
                    <a:pt x="10511" y="931"/>
                    <a:pt x="11098" y="852"/>
                    <a:pt x="11680" y="636"/>
                  </a:cubicBezTo>
                  <a:cubicBezTo>
                    <a:pt x="11504" y="536"/>
                    <a:pt x="11304" y="461"/>
                    <a:pt x="11103" y="361"/>
                  </a:cubicBezTo>
                  <a:cubicBezTo>
                    <a:pt x="10678" y="462"/>
                    <a:pt x="10236" y="502"/>
                    <a:pt x="9790" y="502"/>
                  </a:cubicBezTo>
                  <a:cubicBezTo>
                    <a:pt x="9131" y="502"/>
                    <a:pt x="8462" y="415"/>
                    <a:pt x="7820" y="311"/>
                  </a:cubicBezTo>
                  <a:cubicBezTo>
                    <a:pt x="6902" y="166"/>
                    <a:pt x="5938" y="1"/>
                    <a:pt x="501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3" name="Google Shape;4043;p52"/>
            <p:cNvSpPr/>
            <p:nvPr/>
          </p:nvSpPr>
          <p:spPr>
            <a:xfrm>
              <a:off x="387900" y="3108213"/>
              <a:ext cx="301400" cy="65200"/>
            </a:xfrm>
            <a:custGeom>
              <a:rect b="b" l="l" r="r" t="t"/>
              <a:pathLst>
                <a:path extrusionOk="0" h="2608" w="12056">
                  <a:moveTo>
                    <a:pt x="11705" y="1"/>
                  </a:moveTo>
                  <a:cubicBezTo>
                    <a:pt x="11480" y="226"/>
                    <a:pt x="11204" y="427"/>
                    <a:pt x="10928" y="602"/>
                  </a:cubicBezTo>
                  <a:cubicBezTo>
                    <a:pt x="10150" y="1098"/>
                    <a:pt x="9299" y="1257"/>
                    <a:pt x="8427" y="1257"/>
                  </a:cubicBezTo>
                  <a:cubicBezTo>
                    <a:pt x="7754" y="1257"/>
                    <a:pt x="7068" y="1163"/>
                    <a:pt x="6392" y="1053"/>
                  </a:cubicBezTo>
                  <a:cubicBezTo>
                    <a:pt x="5484" y="909"/>
                    <a:pt x="4522" y="743"/>
                    <a:pt x="3596" y="743"/>
                  </a:cubicBezTo>
                  <a:cubicBezTo>
                    <a:pt x="2273" y="743"/>
                    <a:pt x="1026" y="1082"/>
                    <a:pt x="126" y="2307"/>
                  </a:cubicBezTo>
                  <a:cubicBezTo>
                    <a:pt x="76" y="2382"/>
                    <a:pt x="26" y="2457"/>
                    <a:pt x="1" y="2507"/>
                  </a:cubicBezTo>
                  <a:cubicBezTo>
                    <a:pt x="126" y="2557"/>
                    <a:pt x="276" y="2582"/>
                    <a:pt x="427" y="2607"/>
                  </a:cubicBezTo>
                  <a:cubicBezTo>
                    <a:pt x="853" y="2006"/>
                    <a:pt x="1404" y="1530"/>
                    <a:pt x="2231" y="1304"/>
                  </a:cubicBezTo>
                  <a:cubicBezTo>
                    <a:pt x="2723" y="1157"/>
                    <a:pt x="3219" y="1101"/>
                    <a:pt x="3717" y="1101"/>
                  </a:cubicBezTo>
                  <a:cubicBezTo>
                    <a:pt x="5319" y="1101"/>
                    <a:pt x="6949" y="1680"/>
                    <a:pt x="8555" y="1680"/>
                  </a:cubicBezTo>
                  <a:cubicBezTo>
                    <a:pt x="9175" y="1680"/>
                    <a:pt x="9792" y="1594"/>
                    <a:pt x="10402" y="1354"/>
                  </a:cubicBezTo>
                  <a:cubicBezTo>
                    <a:pt x="11028" y="1104"/>
                    <a:pt x="11580" y="703"/>
                    <a:pt x="12056" y="251"/>
                  </a:cubicBezTo>
                  <a:cubicBezTo>
                    <a:pt x="11931" y="176"/>
                    <a:pt x="11830" y="101"/>
                    <a:pt x="11705"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4" name="Google Shape;4044;p52"/>
            <p:cNvSpPr/>
            <p:nvPr/>
          </p:nvSpPr>
          <p:spPr>
            <a:xfrm>
              <a:off x="573375" y="3199688"/>
              <a:ext cx="217450" cy="59125"/>
            </a:xfrm>
            <a:custGeom>
              <a:rect b="b" l="l" r="r" t="t"/>
              <a:pathLst>
                <a:path extrusionOk="0" h="2365" w="8698">
                  <a:moveTo>
                    <a:pt x="8421" y="1"/>
                  </a:moveTo>
                  <a:cubicBezTo>
                    <a:pt x="7995" y="502"/>
                    <a:pt x="7544" y="953"/>
                    <a:pt x="6993" y="1304"/>
                  </a:cubicBezTo>
                  <a:cubicBezTo>
                    <a:pt x="6204" y="1792"/>
                    <a:pt x="5332" y="1951"/>
                    <a:pt x="4445" y="1951"/>
                  </a:cubicBezTo>
                  <a:cubicBezTo>
                    <a:pt x="3782" y="1951"/>
                    <a:pt x="3110" y="1863"/>
                    <a:pt x="2457" y="1755"/>
                  </a:cubicBezTo>
                  <a:cubicBezTo>
                    <a:pt x="1655" y="1605"/>
                    <a:pt x="827" y="1480"/>
                    <a:pt x="0" y="1430"/>
                  </a:cubicBezTo>
                  <a:lnTo>
                    <a:pt x="0" y="1430"/>
                  </a:lnTo>
                  <a:cubicBezTo>
                    <a:pt x="276" y="1580"/>
                    <a:pt x="552" y="1730"/>
                    <a:pt x="827" y="1856"/>
                  </a:cubicBezTo>
                  <a:cubicBezTo>
                    <a:pt x="2074" y="2022"/>
                    <a:pt x="3331" y="2364"/>
                    <a:pt x="4578" y="2364"/>
                  </a:cubicBezTo>
                  <a:cubicBezTo>
                    <a:pt x="5211" y="2364"/>
                    <a:pt x="5842" y="2276"/>
                    <a:pt x="6467" y="2031"/>
                  </a:cubicBezTo>
                  <a:cubicBezTo>
                    <a:pt x="7369" y="1655"/>
                    <a:pt x="8096" y="1054"/>
                    <a:pt x="8697" y="302"/>
                  </a:cubicBezTo>
                  <a:cubicBezTo>
                    <a:pt x="8597" y="201"/>
                    <a:pt x="8522" y="101"/>
                    <a:pt x="842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5" name="Google Shape;4045;p52"/>
            <p:cNvSpPr/>
            <p:nvPr/>
          </p:nvSpPr>
          <p:spPr>
            <a:xfrm>
              <a:off x="768850" y="3308088"/>
              <a:ext cx="107800" cy="58925"/>
            </a:xfrm>
            <a:custGeom>
              <a:rect b="b" l="l" r="r" t="t"/>
              <a:pathLst>
                <a:path extrusionOk="0" h="2357" w="4312">
                  <a:moveTo>
                    <a:pt x="4061" y="1"/>
                  </a:moveTo>
                  <a:cubicBezTo>
                    <a:pt x="3660" y="502"/>
                    <a:pt x="3184" y="953"/>
                    <a:pt x="2658" y="1304"/>
                  </a:cubicBezTo>
                  <a:cubicBezTo>
                    <a:pt x="1831" y="1805"/>
                    <a:pt x="928" y="1956"/>
                    <a:pt x="1" y="1956"/>
                  </a:cubicBezTo>
                  <a:cubicBezTo>
                    <a:pt x="176" y="2081"/>
                    <a:pt x="352" y="2231"/>
                    <a:pt x="527" y="2357"/>
                  </a:cubicBezTo>
                  <a:cubicBezTo>
                    <a:pt x="1054" y="2332"/>
                    <a:pt x="1580" y="2256"/>
                    <a:pt x="2106" y="2031"/>
                  </a:cubicBezTo>
                  <a:cubicBezTo>
                    <a:pt x="3009" y="1680"/>
                    <a:pt x="3710" y="1079"/>
                    <a:pt x="4312" y="377"/>
                  </a:cubicBezTo>
                  <a:cubicBezTo>
                    <a:pt x="4237" y="251"/>
                    <a:pt x="4136" y="126"/>
                    <a:pt x="4061"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6" name="Google Shape;4046;p52"/>
            <p:cNvSpPr/>
            <p:nvPr/>
          </p:nvSpPr>
          <p:spPr>
            <a:xfrm>
              <a:off x="877875" y="3428388"/>
              <a:ext cx="62700" cy="37625"/>
            </a:xfrm>
            <a:custGeom>
              <a:rect b="b" l="l" r="r" t="t"/>
              <a:pathLst>
                <a:path extrusionOk="0" h="1505" w="2508">
                  <a:moveTo>
                    <a:pt x="2332" y="1"/>
                  </a:moveTo>
                  <a:cubicBezTo>
                    <a:pt x="2106" y="201"/>
                    <a:pt x="1881" y="377"/>
                    <a:pt x="1605" y="552"/>
                  </a:cubicBezTo>
                  <a:cubicBezTo>
                    <a:pt x="1104" y="853"/>
                    <a:pt x="577" y="1054"/>
                    <a:pt x="1" y="1129"/>
                  </a:cubicBezTo>
                  <a:cubicBezTo>
                    <a:pt x="126" y="1254"/>
                    <a:pt x="226" y="1379"/>
                    <a:pt x="327" y="1505"/>
                  </a:cubicBezTo>
                  <a:cubicBezTo>
                    <a:pt x="577" y="1455"/>
                    <a:pt x="828" y="1379"/>
                    <a:pt x="1079" y="1279"/>
                  </a:cubicBezTo>
                  <a:cubicBezTo>
                    <a:pt x="1630" y="1079"/>
                    <a:pt x="2081" y="753"/>
                    <a:pt x="2507" y="402"/>
                  </a:cubicBezTo>
                  <a:cubicBezTo>
                    <a:pt x="2457" y="252"/>
                    <a:pt x="2407" y="126"/>
                    <a:pt x="2332" y="1"/>
                  </a:cubicBezTo>
                  <a:close/>
                </a:path>
              </a:pathLst>
            </a:custGeom>
            <a:solidFill>
              <a:srgbClr val="F495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7" name="Google Shape;4047;p52"/>
            <p:cNvSpPr/>
            <p:nvPr/>
          </p:nvSpPr>
          <p:spPr>
            <a:xfrm>
              <a:off x="-1136525" y="2225788"/>
              <a:ext cx="169175" cy="210375"/>
            </a:xfrm>
            <a:custGeom>
              <a:rect b="b" l="l" r="r" t="t"/>
              <a:pathLst>
                <a:path extrusionOk="0" h="8415" w="6767">
                  <a:moveTo>
                    <a:pt x="2515" y="0"/>
                  </a:moveTo>
                  <a:cubicBezTo>
                    <a:pt x="2306" y="0"/>
                    <a:pt x="2102" y="36"/>
                    <a:pt x="1905" y="110"/>
                  </a:cubicBezTo>
                  <a:cubicBezTo>
                    <a:pt x="476" y="611"/>
                    <a:pt x="0" y="2867"/>
                    <a:pt x="827" y="5147"/>
                  </a:cubicBezTo>
                  <a:cubicBezTo>
                    <a:pt x="1538" y="7086"/>
                    <a:pt x="2990" y="8414"/>
                    <a:pt x="4275" y="8414"/>
                  </a:cubicBezTo>
                  <a:cubicBezTo>
                    <a:pt x="4485" y="8414"/>
                    <a:pt x="4690" y="8379"/>
                    <a:pt x="4887" y="8305"/>
                  </a:cubicBezTo>
                  <a:cubicBezTo>
                    <a:pt x="6291" y="7804"/>
                    <a:pt x="6767" y="5548"/>
                    <a:pt x="5940" y="3268"/>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8" name="Google Shape;4048;p52"/>
            <p:cNvSpPr/>
            <p:nvPr/>
          </p:nvSpPr>
          <p:spPr>
            <a:xfrm>
              <a:off x="-1215475" y="2213388"/>
              <a:ext cx="208025" cy="23925"/>
            </a:xfrm>
            <a:custGeom>
              <a:rect b="b" l="l" r="r" t="t"/>
              <a:pathLst>
                <a:path extrusionOk="0" h="957" w="8321">
                  <a:moveTo>
                    <a:pt x="232" y="0"/>
                  </a:moveTo>
                  <a:cubicBezTo>
                    <a:pt x="1" y="0"/>
                    <a:pt x="15" y="381"/>
                    <a:pt x="276" y="405"/>
                  </a:cubicBezTo>
                  <a:cubicBezTo>
                    <a:pt x="2857" y="756"/>
                    <a:pt x="5439" y="931"/>
                    <a:pt x="8045" y="957"/>
                  </a:cubicBezTo>
                  <a:cubicBezTo>
                    <a:pt x="8321" y="957"/>
                    <a:pt x="8321" y="556"/>
                    <a:pt x="8045" y="530"/>
                  </a:cubicBezTo>
                  <a:cubicBezTo>
                    <a:pt x="5439" y="505"/>
                    <a:pt x="2857" y="330"/>
                    <a:pt x="276" y="4"/>
                  </a:cubicBezTo>
                  <a:cubicBezTo>
                    <a:pt x="261" y="1"/>
                    <a:pt x="246" y="0"/>
                    <a:pt x="23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9" name="Google Shape;4049;p52"/>
            <p:cNvSpPr/>
            <p:nvPr/>
          </p:nvSpPr>
          <p:spPr>
            <a:xfrm>
              <a:off x="-627125" y="2005238"/>
              <a:ext cx="169200" cy="210375"/>
            </a:xfrm>
            <a:custGeom>
              <a:rect b="b" l="l" r="r" t="t"/>
              <a:pathLst>
                <a:path extrusionOk="0" h="8415" w="6768">
                  <a:moveTo>
                    <a:pt x="2515" y="0"/>
                  </a:moveTo>
                  <a:cubicBezTo>
                    <a:pt x="2307" y="0"/>
                    <a:pt x="2102" y="36"/>
                    <a:pt x="1905" y="110"/>
                  </a:cubicBezTo>
                  <a:cubicBezTo>
                    <a:pt x="476" y="611"/>
                    <a:pt x="0" y="2866"/>
                    <a:pt x="827" y="5147"/>
                  </a:cubicBezTo>
                  <a:cubicBezTo>
                    <a:pt x="1538" y="7086"/>
                    <a:pt x="2990" y="8414"/>
                    <a:pt x="4275" y="8414"/>
                  </a:cubicBezTo>
                  <a:cubicBezTo>
                    <a:pt x="4485" y="8414"/>
                    <a:pt x="4690" y="8379"/>
                    <a:pt x="4887" y="8305"/>
                  </a:cubicBezTo>
                  <a:cubicBezTo>
                    <a:pt x="6291" y="7779"/>
                    <a:pt x="6767" y="5548"/>
                    <a:pt x="5940" y="3267"/>
                  </a:cubicBezTo>
                  <a:cubicBezTo>
                    <a:pt x="5229" y="1328"/>
                    <a:pt x="3795" y="0"/>
                    <a:pt x="251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0" name="Google Shape;4050;p52"/>
            <p:cNvSpPr/>
            <p:nvPr/>
          </p:nvSpPr>
          <p:spPr>
            <a:xfrm>
              <a:off x="-653625" y="1941813"/>
              <a:ext cx="94625" cy="153450"/>
            </a:xfrm>
            <a:custGeom>
              <a:rect b="b" l="l" r="r" t="t"/>
              <a:pathLst>
                <a:path extrusionOk="0" h="6138" w="3785">
                  <a:moveTo>
                    <a:pt x="3500" y="0"/>
                  </a:moveTo>
                  <a:cubicBezTo>
                    <a:pt x="3435" y="0"/>
                    <a:pt x="3373" y="34"/>
                    <a:pt x="3341" y="115"/>
                  </a:cubicBezTo>
                  <a:cubicBezTo>
                    <a:pt x="2464" y="2145"/>
                    <a:pt x="1386" y="4050"/>
                    <a:pt x="108" y="5830"/>
                  </a:cubicBezTo>
                  <a:cubicBezTo>
                    <a:pt x="1" y="5990"/>
                    <a:pt x="147" y="6138"/>
                    <a:pt x="295" y="6138"/>
                  </a:cubicBezTo>
                  <a:cubicBezTo>
                    <a:pt x="355" y="6138"/>
                    <a:pt x="415" y="6113"/>
                    <a:pt x="459" y="6055"/>
                  </a:cubicBezTo>
                  <a:cubicBezTo>
                    <a:pt x="1762" y="4251"/>
                    <a:pt x="2840" y="2346"/>
                    <a:pt x="3717" y="316"/>
                  </a:cubicBezTo>
                  <a:cubicBezTo>
                    <a:pt x="3784" y="146"/>
                    <a:pt x="3635" y="0"/>
                    <a:pt x="350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1" name="Google Shape;4051;p52"/>
            <p:cNvSpPr/>
            <p:nvPr/>
          </p:nvSpPr>
          <p:spPr>
            <a:xfrm>
              <a:off x="-789425" y="2175763"/>
              <a:ext cx="114250" cy="139400"/>
            </a:xfrm>
            <a:custGeom>
              <a:rect b="b" l="l" r="r" t="t"/>
              <a:pathLst>
                <a:path extrusionOk="0" h="5576" w="4570">
                  <a:moveTo>
                    <a:pt x="228" y="1"/>
                  </a:moveTo>
                  <a:cubicBezTo>
                    <a:pt x="115" y="1"/>
                    <a:pt x="1" y="75"/>
                    <a:pt x="1" y="206"/>
                  </a:cubicBezTo>
                  <a:cubicBezTo>
                    <a:pt x="1" y="1935"/>
                    <a:pt x="76" y="3639"/>
                    <a:pt x="201" y="5369"/>
                  </a:cubicBezTo>
                  <a:cubicBezTo>
                    <a:pt x="214" y="5507"/>
                    <a:pt x="320" y="5576"/>
                    <a:pt x="424" y="5576"/>
                  </a:cubicBezTo>
                  <a:cubicBezTo>
                    <a:pt x="527" y="5576"/>
                    <a:pt x="627" y="5507"/>
                    <a:pt x="627" y="5369"/>
                  </a:cubicBezTo>
                  <a:cubicBezTo>
                    <a:pt x="509" y="3734"/>
                    <a:pt x="435" y="2122"/>
                    <a:pt x="428" y="491"/>
                  </a:cubicBezTo>
                  <a:lnTo>
                    <a:pt x="428" y="491"/>
                  </a:lnTo>
                  <a:cubicBezTo>
                    <a:pt x="1171" y="801"/>
                    <a:pt x="1666" y="1701"/>
                    <a:pt x="2181" y="2261"/>
                  </a:cubicBezTo>
                  <a:cubicBezTo>
                    <a:pt x="2783" y="2938"/>
                    <a:pt x="3434" y="3564"/>
                    <a:pt x="4111" y="4166"/>
                  </a:cubicBezTo>
                  <a:cubicBezTo>
                    <a:pt x="4154" y="4203"/>
                    <a:pt x="4201" y="4219"/>
                    <a:pt x="4247" y="4219"/>
                  </a:cubicBezTo>
                  <a:cubicBezTo>
                    <a:pt x="4417" y="4219"/>
                    <a:pt x="4570" y="4003"/>
                    <a:pt x="4412" y="3865"/>
                  </a:cubicBezTo>
                  <a:cubicBezTo>
                    <a:pt x="3535" y="3113"/>
                    <a:pt x="2733" y="2311"/>
                    <a:pt x="1981" y="1434"/>
                  </a:cubicBezTo>
                  <a:cubicBezTo>
                    <a:pt x="1505" y="832"/>
                    <a:pt x="1079" y="156"/>
                    <a:pt x="276" y="5"/>
                  </a:cubicBezTo>
                  <a:cubicBezTo>
                    <a:pt x="261" y="2"/>
                    <a:pt x="244" y="1"/>
                    <a:pt x="22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2" name="Google Shape;4052;p52"/>
            <p:cNvSpPr/>
            <p:nvPr/>
          </p:nvSpPr>
          <p:spPr>
            <a:xfrm>
              <a:off x="-943550" y="2273388"/>
              <a:ext cx="520700" cy="408950"/>
            </a:xfrm>
            <a:custGeom>
              <a:rect b="b" l="l" r="r" t="t"/>
              <a:pathLst>
                <a:path extrusionOk="0" h="16358" w="20828">
                  <a:moveTo>
                    <a:pt x="15459" y="1"/>
                  </a:moveTo>
                  <a:cubicBezTo>
                    <a:pt x="15196" y="1"/>
                    <a:pt x="14936" y="26"/>
                    <a:pt x="14687" y="85"/>
                  </a:cubicBezTo>
                  <a:cubicBezTo>
                    <a:pt x="13183" y="486"/>
                    <a:pt x="12306" y="1965"/>
                    <a:pt x="11454" y="3268"/>
                  </a:cubicBezTo>
                  <a:cubicBezTo>
                    <a:pt x="10878" y="4120"/>
                    <a:pt x="10201" y="4797"/>
                    <a:pt x="9399" y="5223"/>
                  </a:cubicBezTo>
                  <a:cubicBezTo>
                    <a:pt x="8844" y="5490"/>
                    <a:pt x="8230" y="5658"/>
                    <a:pt x="7539" y="5658"/>
                  </a:cubicBezTo>
                  <a:cubicBezTo>
                    <a:pt x="7450" y="5658"/>
                    <a:pt x="7360" y="5655"/>
                    <a:pt x="7269" y="5649"/>
                  </a:cubicBezTo>
                  <a:cubicBezTo>
                    <a:pt x="6357" y="5609"/>
                    <a:pt x="5374" y="5418"/>
                    <a:pt x="4426" y="5418"/>
                  </a:cubicBezTo>
                  <a:cubicBezTo>
                    <a:pt x="3602" y="5418"/>
                    <a:pt x="2805" y="5562"/>
                    <a:pt x="2106" y="6075"/>
                  </a:cubicBezTo>
                  <a:cubicBezTo>
                    <a:pt x="1655" y="6401"/>
                    <a:pt x="1304" y="6852"/>
                    <a:pt x="1053" y="7354"/>
                  </a:cubicBezTo>
                  <a:cubicBezTo>
                    <a:pt x="0" y="9459"/>
                    <a:pt x="677" y="12141"/>
                    <a:pt x="2306" y="13820"/>
                  </a:cubicBezTo>
                  <a:cubicBezTo>
                    <a:pt x="3935" y="15499"/>
                    <a:pt x="6316" y="16251"/>
                    <a:pt x="8672" y="16351"/>
                  </a:cubicBezTo>
                  <a:cubicBezTo>
                    <a:pt x="8798" y="16355"/>
                    <a:pt x="8924" y="16357"/>
                    <a:pt x="9050" y="16357"/>
                  </a:cubicBezTo>
                  <a:cubicBezTo>
                    <a:pt x="12727" y="16357"/>
                    <a:pt x="16291" y="14597"/>
                    <a:pt x="18497" y="11664"/>
                  </a:cubicBezTo>
                  <a:cubicBezTo>
                    <a:pt x="19900" y="9810"/>
                    <a:pt x="20828" y="7454"/>
                    <a:pt x="20552" y="5148"/>
                  </a:cubicBezTo>
                  <a:cubicBezTo>
                    <a:pt x="20276" y="2817"/>
                    <a:pt x="18622" y="587"/>
                    <a:pt x="16341" y="85"/>
                  </a:cubicBezTo>
                  <a:cubicBezTo>
                    <a:pt x="16050" y="32"/>
                    <a:pt x="15753" y="1"/>
                    <a:pt x="154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3" name="Google Shape;4053;p52"/>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4" name="Google Shape;4054;p52"/>
            <p:cNvSpPr/>
            <p:nvPr/>
          </p:nvSpPr>
          <p:spPr>
            <a:xfrm>
              <a:off x="-938550" y="2268088"/>
              <a:ext cx="542650" cy="419425"/>
            </a:xfrm>
            <a:custGeom>
              <a:rect b="b" l="l" r="r" t="t"/>
              <a:pathLst>
                <a:path extrusionOk="0" h="16777" w="21706">
                  <a:moveTo>
                    <a:pt x="15274" y="411"/>
                  </a:moveTo>
                  <a:cubicBezTo>
                    <a:pt x="16008" y="411"/>
                    <a:pt x="16749" y="649"/>
                    <a:pt x="17369" y="999"/>
                  </a:cubicBezTo>
                  <a:cubicBezTo>
                    <a:pt x="21054" y="3079"/>
                    <a:pt x="20602" y="7967"/>
                    <a:pt x="18623" y="11049"/>
                  </a:cubicBezTo>
                  <a:cubicBezTo>
                    <a:pt x="16592" y="14207"/>
                    <a:pt x="13008" y="16212"/>
                    <a:pt x="9274" y="16338"/>
                  </a:cubicBezTo>
                  <a:cubicBezTo>
                    <a:pt x="9151" y="16342"/>
                    <a:pt x="9027" y="16344"/>
                    <a:pt x="8903" y="16344"/>
                  </a:cubicBezTo>
                  <a:cubicBezTo>
                    <a:pt x="5332" y="16344"/>
                    <a:pt x="1330" y="14599"/>
                    <a:pt x="627" y="10749"/>
                  </a:cubicBezTo>
                  <a:cubicBezTo>
                    <a:pt x="176" y="8267"/>
                    <a:pt x="1555" y="5861"/>
                    <a:pt x="4262" y="5836"/>
                  </a:cubicBezTo>
                  <a:cubicBezTo>
                    <a:pt x="5291" y="5836"/>
                    <a:pt x="6268" y="6026"/>
                    <a:pt x="7240" y="6026"/>
                  </a:cubicBezTo>
                  <a:cubicBezTo>
                    <a:pt x="7913" y="6026"/>
                    <a:pt x="8584" y="5935"/>
                    <a:pt x="9267" y="5625"/>
                  </a:cubicBezTo>
                  <a:lnTo>
                    <a:pt x="9267" y="5625"/>
                  </a:lnTo>
                  <a:cubicBezTo>
                    <a:pt x="9278" y="5622"/>
                    <a:pt x="9288" y="5617"/>
                    <a:pt x="9299" y="5611"/>
                  </a:cubicBezTo>
                  <a:lnTo>
                    <a:pt x="9299" y="5611"/>
                  </a:lnTo>
                  <a:cubicBezTo>
                    <a:pt x="9299" y="5611"/>
                    <a:pt x="9299" y="5611"/>
                    <a:pt x="9299" y="5611"/>
                  </a:cubicBezTo>
                  <a:cubicBezTo>
                    <a:pt x="9318" y="5603"/>
                    <a:pt x="9334" y="5594"/>
                    <a:pt x="9348" y="5584"/>
                  </a:cubicBezTo>
                  <a:lnTo>
                    <a:pt x="9348" y="5584"/>
                  </a:lnTo>
                  <a:cubicBezTo>
                    <a:pt x="10644" y="4854"/>
                    <a:pt x="11315" y="3666"/>
                    <a:pt x="12156" y="2478"/>
                  </a:cubicBezTo>
                  <a:cubicBezTo>
                    <a:pt x="12658" y="1776"/>
                    <a:pt x="13259" y="1049"/>
                    <a:pt x="14036" y="673"/>
                  </a:cubicBezTo>
                  <a:cubicBezTo>
                    <a:pt x="14430" y="490"/>
                    <a:pt x="14851" y="411"/>
                    <a:pt x="15274" y="411"/>
                  </a:cubicBezTo>
                  <a:close/>
                  <a:moveTo>
                    <a:pt x="15286" y="1"/>
                  </a:moveTo>
                  <a:cubicBezTo>
                    <a:pt x="14793" y="1"/>
                    <a:pt x="14302" y="100"/>
                    <a:pt x="13836" y="322"/>
                  </a:cubicBezTo>
                  <a:cubicBezTo>
                    <a:pt x="11680" y="1350"/>
                    <a:pt x="11179" y="4107"/>
                    <a:pt x="9099" y="5260"/>
                  </a:cubicBezTo>
                  <a:cubicBezTo>
                    <a:pt x="9099" y="5260"/>
                    <a:pt x="9099" y="5260"/>
                    <a:pt x="9099" y="5260"/>
                  </a:cubicBezTo>
                  <a:lnTo>
                    <a:pt x="9099" y="5260"/>
                  </a:lnTo>
                  <a:cubicBezTo>
                    <a:pt x="8491" y="5538"/>
                    <a:pt x="7870" y="5624"/>
                    <a:pt x="7243" y="5624"/>
                  </a:cubicBezTo>
                  <a:cubicBezTo>
                    <a:pt x="6239" y="5624"/>
                    <a:pt x="5220" y="5404"/>
                    <a:pt x="4214" y="5404"/>
                  </a:cubicBezTo>
                  <a:cubicBezTo>
                    <a:pt x="3699" y="5404"/>
                    <a:pt x="3187" y="5462"/>
                    <a:pt x="2683" y="5636"/>
                  </a:cubicBezTo>
                  <a:cubicBezTo>
                    <a:pt x="1028" y="6212"/>
                    <a:pt x="176" y="7942"/>
                    <a:pt x="126" y="9596"/>
                  </a:cubicBezTo>
                  <a:cubicBezTo>
                    <a:pt x="1" y="13781"/>
                    <a:pt x="3886" y="16312"/>
                    <a:pt x="7620" y="16713"/>
                  </a:cubicBezTo>
                  <a:cubicBezTo>
                    <a:pt x="8023" y="16756"/>
                    <a:pt x="8427" y="16777"/>
                    <a:pt x="8830" y="16777"/>
                  </a:cubicBezTo>
                  <a:cubicBezTo>
                    <a:pt x="12485" y="16777"/>
                    <a:pt x="16067" y="15064"/>
                    <a:pt x="18347" y="12152"/>
                  </a:cubicBezTo>
                  <a:cubicBezTo>
                    <a:pt x="20703" y="9145"/>
                    <a:pt x="21705" y="4558"/>
                    <a:pt x="18748" y="1576"/>
                  </a:cubicBezTo>
                  <a:cubicBezTo>
                    <a:pt x="17861" y="670"/>
                    <a:pt x="16568" y="1"/>
                    <a:pt x="1528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5" name="Google Shape;4055;p52"/>
            <p:cNvSpPr/>
            <p:nvPr/>
          </p:nvSpPr>
          <p:spPr>
            <a:xfrm>
              <a:off x="-1490550" y="2088638"/>
              <a:ext cx="132850" cy="321800"/>
            </a:xfrm>
            <a:custGeom>
              <a:rect b="b" l="l" r="r" t="t"/>
              <a:pathLst>
                <a:path extrusionOk="0" h="12872" w="5314">
                  <a:moveTo>
                    <a:pt x="709" y="0"/>
                  </a:moveTo>
                  <a:cubicBezTo>
                    <a:pt x="602" y="0"/>
                    <a:pt x="489" y="69"/>
                    <a:pt x="477" y="207"/>
                  </a:cubicBezTo>
                  <a:cubicBezTo>
                    <a:pt x="1" y="4844"/>
                    <a:pt x="2106" y="9180"/>
                    <a:pt x="4838" y="12789"/>
                  </a:cubicBezTo>
                  <a:cubicBezTo>
                    <a:pt x="4881" y="12847"/>
                    <a:pt x="4944" y="12871"/>
                    <a:pt x="5006" y="12871"/>
                  </a:cubicBezTo>
                  <a:cubicBezTo>
                    <a:pt x="5159" y="12871"/>
                    <a:pt x="5313" y="12723"/>
                    <a:pt x="5189" y="12563"/>
                  </a:cubicBezTo>
                  <a:cubicBezTo>
                    <a:pt x="2507" y="9004"/>
                    <a:pt x="427" y="4769"/>
                    <a:pt x="903" y="207"/>
                  </a:cubicBezTo>
                  <a:cubicBezTo>
                    <a:pt x="915" y="69"/>
                    <a:pt x="815" y="0"/>
                    <a:pt x="7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6" name="Google Shape;4056;p52"/>
            <p:cNvSpPr/>
            <p:nvPr/>
          </p:nvSpPr>
          <p:spPr>
            <a:xfrm>
              <a:off x="-1335450" y="2457263"/>
              <a:ext cx="15650" cy="14950"/>
            </a:xfrm>
            <a:custGeom>
              <a:rect b="b" l="l" r="r" t="t"/>
              <a:pathLst>
                <a:path extrusionOk="0" h="598" w="626">
                  <a:moveTo>
                    <a:pt x="326" y="1"/>
                  </a:moveTo>
                  <a:cubicBezTo>
                    <a:pt x="263" y="1"/>
                    <a:pt x="201" y="30"/>
                    <a:pt x="162" y="99"/>
                  </a:cubicBezTo>
                  <a:cubicBezTo>
                    <a:pt x="137" y="174"/>
                    <a:pt x="112" y="224"/>
                    <a:pt x="87" y="274"/>
                  </a:cubicBezTo>
                  <a:cubicBezTo>
                    <a:pt x="0" y="448"/>
                    <a:pt x="143" y="598"/>
                    <a:pt x="280" y="598"/>
                  </a:cubicBezTo>
                  <a:cubicBezTo>
                    <a:pt x="340" y="598"/>
                    <a:pt x="400" y="569"/>
                    <a:pt x="438" y="500"/>
                  </a:cubicBezTo>
                  <a:cubicBezTo>
                    <a:pt x="463" y="425"/>
                    <a:pt x="513" y="375"/>
                    <a:pt x="538" y="324"/>
                  </a:cubicBezTo>
                  <a:cubicBezTo>
                    <a:pt x="625" y="150"/>
                    <a:pt x="471" y="1"/>
                    <a:pt x="32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7" name="Google Shape;4057;p52"/>
            <p:cNvSpPr/>
            <p:nvPr/>
          </p:nvSpPr>
          <p:spPr>
            <a:xfrm>
              <a:off x="-811025" y="1774713"/>
              <a:ext cx="13175" cy="46725"/>
            </a:xfrm>
            <a:custGeom>
              <a:rect b="b" l="l" r="r" t="t"/>
              <a:pathLst>
                <a:path extrusionOk="0" h="1869" w="527">
                  <a:moveTo>
                    <a:pt x="332" y="1"/>
                  </a:moveTo>
                  <a:cubicBezTo>
                    <a:pt x="232" y="1"/>
                    <a:pt x="125" y="70"/>
                    <a:pt x="113" y="208"/>
                  </a:cubicBezTo>
                  <a:cubicBezTo>
                    <a:pt x="63" y="684"/>
                    <a:pt x="38" y="1185"/>
                    <a:pt x="13" y="1661"/>
                  </a:cubicBezTo>
                  <a:cubicBezTo>
                    <a:pt x="0" y="1799"/>
                    <a:pt x="100" y="1868"/>
                    <a:pt x="204" y="1868"/>
                  </a:cubicBezTo>
                  <a:cubicBezTo>
                    <a:pt x="307" y="1868"/>
                    <a:pt x="414" y="1799"/>
                    <a:pt x="414" y="1661"/>
                  </a:cubicBezTo>
                  <a:cubicBezTo>
                    <a:pt x="464" y="1185"/>
                    <a:pt x="489" y="684"/>
                    <a:pt x="514" y="208"/>
                  </a:cubicBezTo>
                  <a:cubicBezTo>
                    <a:pt x="526" y="70"/>
                    <a:pt x="432" y="1"/>
                    <a:pt x="33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8" name="Google Shape;4058;p52"/>
            <p:cNvSpPr/>
            <p:nvPr/>
          </p:nvSpPr>
          <p:spPr>
            <a:xfrm>
              <a:off x="-781575" y="1783988"/>
              <a:ext cx="18800" cy="39475"/>
            </a:xfrm>
            <a:custGeom>
              <a:rect b="b" l="l" r="r" t="t"/>
              <a:pathLst>
                <a:path extrusionOk="0" h="1579" w="752">
                  <a:moveTo>
                    <a:pt x="490" y="1"/>
                  </a:moveTo>
                  <a:cubicBezTo>
                    <a:pt x="409" y="1"/>
                    <a:pt x="327" y="42"/>
                    <a:pt x="288" y="137"/>
                  </a:cubicBezTo>
                  <a:cubicBezTo>
                    <a:pt x="138" y="538"/>
                    <a:pt x="38" y="965"/>
                    <a:pt x="13" y="1391"/>
                  </a:cubicBezTo>
                  <a:cubicBezTo>
                    <a:pt x="0" y="1516"/>
                    <a:pt x="100" y="1579"/>
                    <a:pt x="207" y="1579"/>
                  </a:cubicBezTo>
                  <a:cubicBezTo>
                    <a:pt x="313" y="1579"/>
                    <a:pt x="426" y="1516"/>
                    <a:pt x="439" y="1391"/>
                  </a:cubicBezTo>
                  <a:cubicBezTo>
                    <a:pt x="464" y="990"/>
                    <a:pt x="539" y="614"/>
                    <a:pt x="689" y="263"/>
                  </a:cubicBezTo>
                  <a:cubicBezTo>
                    <a:pt x="751" y="108"/>
                    <a:pt x="622" y="1"/>
                    <a:pt x="4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9" name="Google Shape;4059;p52"/>
            <p:cNvSpPr/>
            <p:nvPr/>
          </p:nvSpPr>
          <p:spPr>
            <a:xfrm>
              <a:off x="-304700" y="2473638"/>
              <a:ext cx="137025" cy="255350"/>
            </a:xfrm>
            <a:custGeom>
              <a:rect b="b" l="l" r="r" t="t"/>
              <a:pathLst>
                <a:path extrusionOk="0" h="10214" w="5481">
                  <a:moveTo>
                    <a:pt x="246" y="0"/>
                  </a:moveTo>
                  <a:cubicBezTo>
                    <a:pt x="119" y="0"/>
                    <a:pt x="1" y="96"/>
                    <a:pt x="61" y="246"/>
                  </a:cubicBezTo>
                  <a:cubicBezTo>
                    <a:pt x="1414" y="3679"/>
                    <a:pt x="3068" y="6988"/>
                    <a:pt x="5023" y="10121"/>
                  </a:cubicBezTo>
                  <a:cubicBezTo>
                    <a:pt x="5060" y="10187"/>
                    <a:pt x="5118" y="10214"/>
                    <a:pt x="5178" y="10214"/>
                  </a:cubicBezTo>
                  <a:cubicBezTo>
                    <a:pt x="5323" y="10214"/>
                    <a:pt x="5480" y="10054"/>
                    <a:pt x="5374" y="9895"/>
                  </a:cubicBezTo>
                  <a:cubicBezTo>
                    <a:pt x="3444" y="6787"/>
                    <a:pt x="1790" y="3529"/>
                    <a:pt x="462" y="146"/>
                  </a:cubicBezTo>
                  <a:cubicBezTo>
                    <a:pt x="421" y="44"/>
                    <a:pt x="332"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0" name="Google Shape;4060;p52"/>
            <p:cNvSpPr/>
            <p:nvPr/>
          </p:nvSpPr>
          <p:spPr>
            <a:xfrm>
              <a:off x="-812925" y="2945263"/>
              <a:ext cx="404125" cy="126750"/>
            </a:xfrm>
            <a:custGeom>
              <a:rect b="b" l="l" r="r" t="t"/>
              <a:pathLst>
                <a:path extrusionOk="0" h="5070" w="16165">
                  <a:moveTo>
                    <a:pt x="316" y="1"/>
                  </a:moveTo>
                  <a:cubicBezTo>
                    <a:pt x="133" y="1"/>
                    <a:pt x="0" y="272"/>
                    <a:pt x="214" y="378"/>
                  </a:cubicBezTo>
                  <a:cubicBezTo>
                    <a:pt x="5051" y="2985"/>
                    <a:pt x="10465" y="4038"/>
                    <a:pt x="15803" y="5065"/>
                  </a:cubicBezTo>
                  <a:cubicBezTo>
                    <a:pt x="15819" y="5068"/>
                    <a:pt x="15835" y="5069"/>
                    <a:pt x="15850" y="5069"/>
                  </a:cubicBezTo>
                  <a:cubicBezTo>
                    <a:pt x="16089" y="5069"/>
                    <a:pt x="16164" y="4711"/>
                    <a:pt x="15928" y="4664"/>
                  </a:cubicBezTo>
                  <a:cubicBezTo>
                    <a:pt x="10615" y="3637"/>
                    <a:pt x="5227" y="2584"/>
                    <a:pt x="414" y="28"/>
                  </a:cubicBezTo>
                  <a:cubicBezTo>
                    <a:pt x="381" y="9"/>
                    <a:pt x="348" y="1"/>
                    <a:pt x="31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1" name="Google Shape;4061;p52"/>
            <p:cNvSpPr/>
            <p:nvPr/>
          </p:nvSpPr>
          <p:spPr>
            <a:xfrm>
              <a:off x="-373600" y="3071488"/>
              <a:ext cx="16775" cy="12725"/>
            </a:xfrm>
            <a:custGeom>
              <a:rect b="b" l="l" r="r" t="t"/>
              <a:pathLst>
                <a:path extrusionOk="0" h="509" w="671">
                  <a:moveTo>
                    <a:pt x="370" y="0"/>
                  </a:moveTo>
                  <a:cubicBezTo>
                    <a:pt x="323" y="0"/>
                    <a:pt x="276" y="20"/>
                    <a:pt x="235" y="66"/>
                  </a:cubicBezTo>
                  <a:cubicBezTo>
                    <a:pt x="210" y="91"/>
                    <a:pt x="160" y="116"/>
                    <a:pt x="135" y="167"/>
                  </a:cubicBezTo>
                  <a:cubicBezTo>
                    <a:pt x="0" y="301"/>
                    <a:pt x="131" y="509"/>
                    <a:pt x="289" y="509"/>
                  </a:cubicBezTo>
                  <a:cubicBezTo>
                    <a:pt x="337" y="509"/>
                    <a:pt x="389" y="489"/>
                    <a:pt x="436" y="442"/>
                  </a:cubicBezTo>
                  <a:cubicBezTo>
                    <a:pt x="461" y="417"/>
                    <a:pt x="486" y="392"/>
                    <a:pt x="536" y="367"/>
                  </a:cubicBezTo>
                  <a:cubicBezTo>
                    <a:pt x="670" y="213"/>
                    <a:pt x="525" y="0"/>
                    <a:pt x="37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2" name="Google Shape;4062;p52"/>
            <p:cNvSpPr/>
            <p:nvPr/>
          </p:nvSpPr>
          <p:spPr>
            <a:xfrm>
              <a:off x="-551750" y="2976613"/>
              <a:ext cx="119450" cy="41425"/>
            </a:xfrm>
            <a:custGeom>
              <a:rect b="b" l="l" r="r" t="t"/>
              <a:pathLst>
                <a:path extrusionOk="0" h="1657" w="4778">
                  <a:moveTo>
                    <a:pt x="312" y="0"/>
                  </a:moveTo>
                  <a:cubicBezTo>
                    <a:pt x="118" y="0"/>
                    <a:pt x="1" y="271"/>
                    <a:pt x="193" y="378"/>
                  </a:cubicBezTo>
                  <a:cubicBezTo>
                    <a:pt x="1546" y="1079"/>
                    <a:pt x="3000" y="1480"/>
                    <a:pt x="4504" y="1656"/>
                  </a:cubicBezTo>
                  <a:cubicBezTo>
                    <a:pt x="4512" y="1656"/>
                    <a:pt x="4519" y="1657"/>
                    <a:pt x="4527" y="1657"/>
                  </a:cubicBezTo>
                  <a:cubicBezTo>
                    <a:pt x="4778" y="1657"/>
                    <a:pt x="4747" y="1254"/>
                    <a:pt x="4504" y="1230"/>
                  </a:cubicBezTo>
                  <a:cubicBezTo>
                    <a:pt x="3075" y="1079"/>
                    <a:pt x="1697" y="678"/>
                    <a:pt x="419" y="27"/>
                  </a:cubicBezTo>
                  <a:cubicBezTo>
                    <a:pt x="382" y="8"/>
                    <a:pt x="346" y="0"/>
                    <a:pt x="31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3" name="Google Shape;4063;p52"/>
            <p:cNvSpPr/>
            <p:nvPr/>
          </p:nvSpPr>
          <p:spPr>
            <a:xfrm>
              <a:off x="13850" y="3074938"/>
              <a:ext cx="436950" cy="49700"/>
            </a:xfrm>
            <a:custGeom>
              <a:rect b="b" l="l" r="r" t="t"/>
              <a:pathLst>
                <a:path extrusionOk="0" h="1988" w="17478">
                  <a:moveTo>
                    <a:pt x="996" y="0"/>
                  </a:moveTo>
                  <a:cubicBezTo>
                    <a:pt x="748" y="0"/>
                    <a:pt x="499" y="1"/>
                    <a:pt x="251" y="3"/>
                  </a:cubicBezTo>
                  <a:cubicBezTo>
                    <a:pt x="0" y="3"/>
                    <a:pt x="0" y="430"/>
                    <a:pt x="251" y="430"/>
                  </a:cubicBezTo>
                  <a:cubicBezTo>
                    <a:pt x="497" y="427"/>
                    <a:pt x="744" y="426"/>
                    <a:pt x="990" y="426"/>
                  </a:cubicBezTo>
                  <a:cubicBezTo>
                    <a:pt x="6406" y="426"/>
                    <a:pt x="11796" y="953"/>
                    <a:pt x="17118" y="1983"/>
                  </a:cubicBezTo>
                  <a:cubicBezTo>
                    <a:pt x="17133" y="1986"/>
                    <a:pt x="17147" y="1988"/>
                    <a:pt x="17161" y="1988"/>
                  </a:cubicBezTo>
                  <a:cubicBezTo>
                    <a:pt x="17382" y="1988"/>
                    <a:pt x="17478" y="1630"/>
                    <a:pt x="17218" y="1582"/>
                  </a:cubicBezTo>
                  <a:cubicBezTo>
                    <a:pt x="11872" y="528"/>
                    <a:pt x="6458" y="0"/>
                    <a:pt x="99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4" name="Google Shape;4064;p52"/>
            <p:cNvSpPr/>
            <p:nvPr/>
          </p:nvSpPr>
          <p:spPr>
            <a:xfrm>
              <a:off x="493175" y="3133138"/>
              <a:ext cx="10050" cy="12225"/>
            </a:xfrm>
            <a:custGeom>
              <a:rect b="b" l="l" r="r" t="t"/>
              <a:pathLst>
                <a:path extrusionOk="0" h="489" w="402">
                  <a:moveTo>
                    <a:pt x="201" y="0"/>
                  </a:moveTo>
                  <a:cubicBezTo>
                    <a:pt x="101" y="0"/>
                    <a:pt x="0" y="69"/>
                    <a:pt x="0" y="207"/>
                  </a:cubicBezTo>
                  <a:lnTo>
                    <a:pt x="0" y="282"/>
                  </a:lnTo>
                  <a:cubicBezTo>
                    <a:pt x="0" y="420"/>
                    <a:pt x="101" y="489"/>
                    <a:pt x="201" y="489"/>
                  </a:cubicBezTo>
                  <a:cubicBezTo>
                    <a:pt x="301" y="489"/>
                    <a:pt x="401" y="420"/>
                    <a:pt x="401" y="282"/>
                  </a:cubicBezTo>
                  <a:lnTo>
                    <a:pt x="401" y="207"/>
                  </a:lnTo>
                  <a:cubicBezTo>
                    <a:pt x="401" y="69"/>
                    <a:pt x="301" y="0"/>
                    <a:pt x="2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5" name="Google Shape;4065;p52"/>
            <p:cNvSpPr/>
            <p:nvPr/>
          </p:nvSpPr>
          <p:spPr>
            <a:xfrm>
              <a:off x="273250" y="3051088"/>
              <a:ext cx="97125" cy="15200"/>
            </a:xfrm>
            <a:custGeom>
              <a:rect b="b" l="l" r="r" t="t"/>
              <a:pathLst>
                <a:path extrusionOk="0" h="608" w="3885">
                  <a:moveTo>
                    <a:pt x="688" y="0"/>
                  </a:moveTo>
                  <a:cubicBezTo>
                    <a:pt x="542" y="0"/>
                    <a:pt x="397" y="2"/>
                    <a:pt x="251" y="5"/>
                  </a:cubicBezTo>
                  <a:cubicBezTo>
                    <a:pt x="7" y="5"/>
                    <a:pt x="1" y="407"/>
                    <a:pt x="230" y="407"/>
                  </a:cubicBezTo>
                  <a:cubicBezTo>
                    <a:pt x="237" y="407"/>
                    <a:pt x="244" y="407"/>
                    <a:pt x="251" y="406"/>
                  </a:cubicBezTo>
                  <a:cubicBezTo>
                    <a:pt x="1379" y="406"/>
                    <a:pt x="2507" y="456"/>
                    <a:pt x="3634" y="607"/>
                  </a:cubicBezTo>
                  <a:cubicBezTo>
                    <a:pt x="3642" y="607"/>
                    <a:pt x="3649" y="608"/>
                    <a:pt x="3656" y="608"/>
                  </a:cubicBezTo>
                  <a:cubicBezTo>
                    <a:pt x="3885" y="608"/>
                    <a:pt x="3877" y="229"/>
                    <a:pt x="3634" y="181"/>
                  </a:cubicBezTo>
                  <a:cubicBezTo>
                    <a:pt x="2652" y="71"/>
                    <a:pt x="1670" y="0"/>
                    <a:pt x="6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6" name="Google Shape;4066;p52"/>
            <p:cNvSpPr/>
            <p:nvPr/>
          </p:nvSpPr>
          <p:spPr>
            <a:xfrm>
              <a:off x="-120250" y="2969288"/>
              <a:ext cx="14950" cy="44475"/>
            </a:xfrm>
            <a:custGeom>
              <a:rect b="b" l="l" r="r" t="t"/>
              <a:pathLst>
                <a:path extrusionOk="0" h="1779" w="598">
                  <a:moveTo>
                    <a:pt x="344" y="1"/>
                  </a:moveTo>
                  <a:cubicBezTo>
                    <a:pt x="262" y="1"/>
                    <a:pt x="181" y="45"/>
                    <a:pt x="151" y="144"/>
                  </a:cubicBezTo>
                  <a:cubicBezTo>
                    <a:pt x="1" y="645"/>
                    <a:pt x="1" y="1147"/>
                    <a:pt x="126" y="1623"/>
                  </a:cubicBezTo>
                  <a:cubicBezTo>
                    <a:pt x="156" y="1733"/>
                    <a:pt x="238" y="1779"/>
                    <a:pt x="320" y="1779"/>
                  </a:cubicBezTo>
                  <a:cubicBezTo>
                    <a:pt x="445" y="1779"/>
                    <a:pt x="572" y="1673"/>
                    <a:pt x="527" y="1523"/>
                  </a:cubicBezTo>
                  <a:cubicBezTo>
                    <a:pt x="427" y="1097"/>
                    <a:pt x="427" y="6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7" name="Google Shape;4067;p52"/>
            <p:cNvSpPr/>
            <p:nvPr/>
          </p:nvSpPr>
          <p:spPr>
            <a:xfrm>
              <a:off x="-96425" y="2969438"/>
              <a:ext cx="13550" cy="46525"/>
            </a:xfrm>
            <a:custGeom>
              <a:rect b="b" l="l" r="r" t="t"/>
              <a:pathLst>
                <a:path extrusionOk="0" h="1861" w="542">
                  <a:moveTo>
                    <a:pt x="213" y="0"/>
                  </a:moveTo>
                  <a:cubicBezTo>
                    <a:pt x="107" y="0"/>
                    <a:pt x="0" y="63"/>
                    <a:pt x="0" y="188"/>
                  </a:cubicBezTo>
                  <a:cubicBezTo>
                    <a:pt x="0" y="715"/>
                    <a:pt x="50" y="1216"/>
                    <a:pt x="126" y="1717"/>
                  </a:cubicBezTo>
                  <a:cubicBezTo>
                    <a:pt x="136" y="1817"/>
                    <a:pt x="205" y="1861"/>
                    <a:pt x="283" y="1861"/>
                  </a:cubicBezTo>
                  <a:cubicBezTo>
                    <a:pt x="402" y="1861"/>
                    <a:pt x="542" y="1758"/>
                    <a:pt x="527" y="1592"/>
                  </a:cubicBezTo>
                  <a:cubicBezTo>
                    <a:pt x="451" y="1141"/>
                    <a:pt x="426" y="665"/>
                    <a:pt x="426" y="188"/>
                  </a:cubicBez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8" name="Google Shape;4068;p52"/>
            <p:cNvSpPr/>
            <p:nvPr/>
          </p:nvSpPr>
          <p:spPr>
            <a:xfrm>
              <a:off x="-1033775" y="2778338"/>
              <a:ext cx="10675" cy="37450"/>
            </a:xfrm>
            <a:custGeom>
              <a:rect b="b" l="l" r="r" t="t"/>
              <a:pathLst>
                <a:path extrusionOk="0" h="1498" w="427">
                  <a:moveTo>
                    <a:pt x="213" y="0"/>
                  </a:moveTo>
                  <a:cubicBezTo>
                    <a:pt x="107" y="0"/>
                    <a:pt x="0" y="63"/>
                    <a:pt x="0" y="188"/>
                  </a:cubicBezTo>
                  <a:lnTo>
                    <a:pt x="0" y="1291"/>
                  </a:lnTo>
                  <a:cubicBezTo>
                    <a:pt x="0" y="1429"/>
                    <a:pt x="107" y="1498"/>
                    <a:pt x="213" y="1498"/>
                  </a:cubicBezTo>
                  <a:cubicBezTo>
                    <a:pt x="320" y="1498"/>
                    <a:pt x="426" y="1429"/>
                    <a:pt x="426" y="1291"/>
                  </a:cubicBezTo>
                  <a:lnTo>
                    <a:pt x="426" y="188"/>
                  </a:lnTo>
                  <a:cubicBezTo>
                    <a:pt x="426" y="63"/>
                    <a:pt x="320" y="0"/>
                    <a:pt x="21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9" name="Google Shape;4069;p52"/>
            <p:cNvSpPr/>
            <p:nvPr/>
          </p:nvSpPr>
          <p:spPr>
            <a:xfrm>
              <a:off x="-1007600" y="2782888"/>
              <a:ext cx="16575" cy="35075"/>
            </a:xfrm>
            <a:custGeom>
              <a:rect b="b" l="l" r="r" t="t"/>
              <a:pathLst>
                <a:path extrusionOk="0" h="1403" w="663">
                  <a:moveTo>
                    <a:pt x="256" y="1"/>
                  </a:moveTo>
                  <a:cubicBezTo>
                    <a:pt x="134" y="1"/>
                    <a:pt x="1" y="106"/>
                    <a:pt x="31" y="257"/>
                  </a:cubicBezTo>
                  <a:cubicBezTo>
                    <a:pt x="81" y="583"/>
                    <a:pt x="156" y="934"/>
                    <a:pt x="232" y="1259"/>
                  </a:cubicBezTo>
                  <a:cubicBezTo>
                    <a:pt x="251" y="1359"/>
                    <a:pt x="326" y="1403"/>
                    <a:pt x="407" y="1403"/>
                  </a:cubicBezTo>
                  <a:cubicBezTo>
                    <a:pt x="529" y="1403"/>
                    <a:pt x="663" y="1300"/>
                    <a:pt x="633" y="1134"/>
                  </a:cubicBezTo>
                  <a:cubicBezTo>
                    <a:pt x="557" y="808"/>
                    <a:pt x="507" y="482"/>
                    <a:pt x="432" y="157"/>
                  </a:cubicBezTo>
                  <a:cubicBezTo>
                    <a:pt x="412" y="47"/>
                    <a:pt x="336" y="1"/>
                    <a:pt x="25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0" name="Google Shape;4070;p52"/>
            <p:cNvSpPr/>
            <p:nvPr/>
          </p:nvSpPr>
          <p:spPr>
            <a:xfrm>
              <a:off x="-1161950" y="1655438"/>
              <a:ext cx="263625" cy="60825"/>
            </a:xfrm>
            <a:custGeom>
              <a:rect b="b" l="l" r="r" t="t"/>
              <a:pathLst>
                <a:path extrusionOk="0" h="2433" w="10545">
                  <a:moveTo>
                    <a:pt x="7075" y="1"/>
                  </a:moveTo>
                  <a:cubicBezTo>
                    <a:pt x="4657" y="1"/>
                    <a:pt x="2268" y="688"/>
                    <a:pt x="190" y="2021"/>
                  </a:cubicBezTo>
                  <a:cubicBezTo>
                    <a:pt x="1" y="2147"/>
                    <a:pt x="129" y="2432"/>
                    <a:pt x="308" y="2432"/>
                  </a:cubicBezTo>
                  <a:cubicBezTo>
                    <a:pt x="343" y="2432"/>
                    <a:pt x="379" y="2421"/>
                    <a:pt x="416" y="2397"/>
                  </a:cubicBezTo>
                  <a:cubicBezTo>
                    <a:pt x="2431" y="1094"/>
                    <a:pt x="4737" y="417"/>
                    <a:pt x="7080" y="417"/>
                  </a:cubicBezTo>
                  <a:cubicBezTo>
                    <a:pt x="8117" y="417"/>
                    <a:pt x="9160" y="549"/>
                    <a:pt x="10190" y="818"/>
                  </a:cubicBezTo>
                  <a:cubicBezTo>
                    <a:pt x="10213" y="825"/>
                    <a:pt x="10236" y="828"/>
                    <a:pt x="10256" y="828"/>
                  </a:cubicBezTo>
                  <a:cubicBezTo>
                    <a:pt x="10480" y="828"/>
                    <a:pt x="10545" y="486"/>
                    <a:pt x="10315" y="417"/>
                  </a:cubicBezTo>
                  <a:cubicBezTo>
                    <a:pt x="9246" y="138"/>
                    <a:pt x="8158" y="1"/>
                    <a:pt x="70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1" name="Google Shape;4071;p52"/>
            <p:cNvSpPr/>
            <p:nvPr/>
          </p:nvSpPr>
          <p:spPr>
            <a:xfrm>
              <a:off x="-127750" y="27874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2" name="Google Shape;4072;p52"/>
            <p:cNvSpPr/>
            <p:nvPr/>
          </p:nvSpPr>
          <p:spPr>
            <a:xfrm>
              <a:off x="-1587050" y="1578588"/>
              <a:ext cx="2587400" cy="2068975"/>
            </a:xfrm>
            <a:custGeom>
              <a:rect b="b" l="l" r="r" t="t"/>
              <a:pathLst>
                <a:path extrusionOk="0" h="82759" w="103496">
                  <a:moveTo>
                    <a:pt x="24142" y="432"/>
                  </a:moveTo>
                  <a:cubicBezTo>
                    <a:pt x="25618" y="432"/>
                    <a:pt x="27103" y="617"/>
                    <a:pt x="28572" y="1010"/>
                  </a:cubicBezTo>
                  <a:cubicBezTo>
                    <a:pt x="33936" y="2439"/>
                    <a:pt x="38096" y="6323"/>
                    <a:pt x="41354" y="10659"/>
                  </a:cubicBezTo>
                  <a:cubicBezTo>
                    <a:pt x="47846" y="19231"/>
                    <a:pt x="50928" y="29732"/>
                    <a:pt x="55640" y="39281"/>
                  </a:cubicBezTo>
                  <a:cubicBezTo>
                    <a:pt x="57871" y="43842"/>
                    <a:pt x="60377" y="48654"/>
                    <a:pt x="64713" y="51562"/>
                  </a:cubicBezTo>
                  <a:cubicBezTo>
                    <a:pt x="69124" y="54519"/>
                    <a:pt x="74588" y="55020"/>
                    <a:pt x="79625" y="56273"/>
                  </a:cubicBezTo>
                  <a:cubicBezTo>
                    <a:pt x="89525" y="58730"/>
                    <a:pt x="97746" y="65998"/>
                    <a:pt x="101355" y="75572"/>
                  </a:cubicBezTo>
                  <a:cubicBezTo>
                    <a:pt x="101991" y="77256"/>
                    <a:pt x="102473" y="78981"/>
                    <a:pt x="102792" y="80739"/>
                  </a:cubicBezTo>
                  <a:lnTo>
                    <a:pt x="102792" y="80739"/>
                  </a:lnTo>
                  <a:cubicBezTo>
                    <a:pt x="102522" y="80191"/>
                    <a:pt x="102214" y="79661"/>
                    <a:pt x="101906" y="79156"/>
                  </a:cubicBezTo>
                  <a:cubicBezTo>
                    <a:pt x="100152" y="76223"/>
                    <a:pt x="97746" y="73717"/>
                    <a:pt x="95114" y="71562"/>
                  </a:cubicBezTo>
                  <a:cubicBezTo>
                    <a:pt x="91330" y="68479"/>
                    <a:pt x="86894" y="65847"/>
                    <a:pt x="82232" y="64344"/>
                  </a:cubicBezTo>
                  <a:cubicBezTo>
                    <a:pt x="77896" y="62965"/>
                    <a:pt x="73360" y="62539"/>
                    <a:pt x="68848" y="62364"/>
                  </a:cubicBezTo>
                  <a:cubicBezTo>
                    <a:pt x="63761" y="62163"/>
                    <a:pt x="58673" y="62264"/>
                    <a:pt x="53585" y="61963"/>
                  </a:cubicBezTo>
                  <a:cubicBezTo>
                    <a:pt x="47670" y="61612"/>
                    <a:pt x="41806" y="60710"/>
                    <a:pt x="36141" y="58955"/>
                  </a:cubicBezTo>
                  <a:cubicBezTo>
                    <a:pt x="27821" y="56399"/>
                    <a:pt x="20452" y="51762"/>
                    <a:pt x="14237" y="45697"/>
                  </a:cubicBezTo>
                  <a:cubicBezTo>
                    <a:pt x="8497" y="40108"/>
                    <a:pt x="3234" y="32965"/>
                    <a:pt x="1981" y="24870"/>
                  </a:cubicBezTo>
                  <a:cubicBezTo>
                    <a:pt x="1379" y="21060"/>
                    <a:pt x="1881" y="17150"/>
                    <a:pt x="3585" y="13667"/>
                  </a:cubicBezTo>
                  <a:cubicBezTo>
                    <a:pt x="5640" y="9506"/>
                    <a:pt x="9199" y="6248"/>
                    <a:pt x="13084" y="3817"/>
                  </a:cubicBezTo>
                  <a:cubicBezTo>
                    <a:pt x="16426" y="1710"/>
                    <a:pt x="20255" y="432"/>
                    <a:pt x="24142" y="432"/>
                  </a:cubicBezTo>
                  <a:close/>
                  <a:moveTo>
                    <a:pt x="23950" y="1"/>
                  </a:moveTo>
                  <a:cubicBezTo>
                    <a:pt x="23163" y="1"/>
                    <a:pt x="22372" y="52"/>
                    <a:pt x="21580" y="158"/>
                  </a:cubicBezTo>
                  <a:cubicBezTo>
                    <a:pt x="16417" y="885"/>
                    <a:pt x="11655" y="3717"/>
                    <a:pt x="7921" y="7251"/>
                  </a:cubicBezTo>
                  <a:cubicBezTo>
                    <a:pt x="5038" y="9957"/>
                    <a:pt x="2783" y="13366"/>
                    <a:pt x="1856" y="17226"/>
                  </a:cubicBezTo>
                  <a:cubicBezTo>
                    <a:pt x="1" y="24770"/>
                    <a:pt x="3234" y="32489"/>
                    <a:pt x="7545" y="38554"/>
                  </a:cubicBezTo>
                  <a:cubicBezTo>
                    <a:pt x="12357" y="45346"/>
                    <a:pt x="18898" y="51085"/>
                    <a:pt x="26116" y="55171"/>
                  </a:cubicBezTo>
                  <a:cubicBezTo>
                    <a:pt x="35364" y="60409"/>
                    <a:pt x="46091" y="62138"/>
                    <a:pt x="56568" y="62514"/>
                  </a:cubicBezTo>
                  <a:cubicBezTo>
                    <a:pt x="66392" y="62865"/>
                    <a:pt x="76919" y="61888"/>
                    <a:pt x="86016" y="66324"/>
                  </a:cubicBezTo>
                  <a:cubicBezTo>
                    <a:pt x="92633" y="69532"/>
                    <a:pt x="99801" y="74594"/>
                    <a:pt x="102733" y="81662"/>
                  </a:cubicBezTo>
                  <a:cubicBezTo>
                    <a:pt x="102859" y="81988"/>
                    <a:pt x="102984" y="82289"/>
                    <a:pt x="103059" y="82614"/>
                  </a:cubicBezTo>
                  <a:cubicBezTo>
                    <a:pt x="103089" y="82714"/>
                    <a:pt x="103170" y="82758"/>
                    <a:pt x="103252" y="82758"/>
                  </a:cubicBezTo>
                  <a:cubicBezTo>
                    <a:pt x="103282" y="82758"/>
                    <a:pt x="103312" y="82752"/>
                    <a:pt x="103340" y="82741"/>
                  </a:cubicBezTo>
                  <a:lnTo>
                    <a:pt x="103340" y="82741"/>
                  </a:lnTo>
                  <a:cubicBezTo>
                    <a:pt x="103426" y="82723"/>
                    <a:pt x="103496" y="82656"/>
                    <a:pt x="103485" y="82539"/>
                  </a:cubicBezTo>
                  <a:cubicBezTo>
                    <a:pt x="102332" y="72915"/>
                    <a:pt x="96442" y="64118"/>
                    <a:pt x="88122" y="59231"/>
                  </a:cubicBezTo>
                  <a:cubicBezTo>
                    <a:pt x="83560" y="56549"/>
                    <a:pt x="78548" y="55647"/>
                    <a:pt x="73460" y="54494"/>
                  </a:cubicBezTo>
                  <a:cubicBezTo>
                    <a:pt x="70803" y="53867"/>
                    <a:pt x="68122" y="53116"/>
                    <a:pt x="65766" y="51737"/>
                  </a:cubicBezTo>
                  <a:cubicBezTo>
                    <a:pt x="63184" y="50208"/>
                    <a:pt x="61179" y="47978"/>
                    <a:pt x="59550" y="45522"/>
                  </a:cubicBezTo>
                  <a:cubicBezTo>
                    <a:pt x="56568" y="40985"/>
                    <a:pt x="54437" y="35872"/>
                    <a:pt x="52307" y="30910"/>
                  </a:cubicBezTo>
                  <a:cubicBezTo>
                    <a:pt x="50152" y="25872"/>
                    <a:pt x="48046" y="20785"/>
                    <a:pt x="45339" y="16023"/>
                  </a:cubicBezTo>
                  <a:cubicBezTo>
                    <a:pt x="42758" y="11461"/>
                    <a:pt x="39550" y="6950"/>
                    <a:pt x="35289" y="3817"/>
                  </a:cubicBezTo>
                  <a:cubicBezTo>
                    <a:pt x="31971" y="1381"/>
                    <a:pt x="28019" y="1"/>
                    <a:pt x="239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73" name="Google Shape;4073;p52"/>
          <p:cNvGrpSpPr/>
          <p:nvPr/>
        </p:nvGrpSpPr>
        <p:grpSpPr>
          <a:xfrm flipH="1" rot="574930">
            <a:off x="4025447" y="4179317"/>
            <a:ext cx="941520" cy="734523"/>
            <a:chOff x="3845050" y="297847"/>
            <a:chExt cx="914393" cy="713360"/>
          </a:xfrm>
        </p:grpSpPr>
        <p:sp>
          <p:nvSpPr>
            <p:cNvPr id="4074" name="Google Shape;4074;p52"/>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5" name="Google Shape;4075;p52"/>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6" name="Google Shape;4076;p52"/>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7" name="Google Shape;4077;p52"/>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8" name="Google Shape;4078;p52"/>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9" name="Google Shape;4079;p52"/>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0" name="Google Shape;4080;p52"/>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1" name="Google Shape;4081;p52"/>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2" name="Google Shape;4082;p52"/>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3" name="Google Shape;4083;p52"/>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4" name="Google Shape;4084;p52"/>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5" name="Google Shape;4085;p52"/>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6" name="Google Shape;4086;p52"/>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7" name="Google Shape;4087;p52"/>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8" name="Google Shape;4088;p52"/>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9" name="Google Shape;4089;p52"/>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0" name="Google Shape;4090;p52"/>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1" name="Google Shape;4091;p52"/>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2" name="Google Shape;4092;p52"/>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3" name="Google Shape;4093;p52"/>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4" name="Google Shape;4094;p52"/>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5" name="Google Shape;4095;p52"/>
          <p:cNvGrpSpPr/>
          <p:nvPr/>
        </p:nvGrpSpPr>
        <p:grpSpPr>
          <a:xfrm>
            <a:off x="581929" y="929386"/>
            <a:ext cx="3418068" cy="3380066"/>
            <a:chOff x="581929" y="929386"/>
            <a:chExt cx="3418068" cy="3380066"/>
          </a:xfrm>
        </p:grpSpPr>
        <p:grpSp>
          <p:nvGrpSpPr>
            <p:cNvPr id="4096" name="Google Shape;4096;p52"/>
            <p:cNvGrpSpPr/>
            <p:nvPr/>
          </p:nvGrpSpPr>
          <p:grpSpPr>
            <a:xfrm>
              <a:off x="705753" y="1290148"/>
              <a:ext cx="3234977" cy="3014730"/>
              <a:chOff x="713100" y="1342163"/>
              <a:chExt cx="2634892" cy="2455501"/>
            </a:xfrm>
          </p:grpSpPr>
          <p:sp>
            <p:nvSpPr>
              <p:cNvPr id="4097" name="Google Shape;4097;p52"/>
              <p:cNvSpPr/>
              <p:nvPr/>
            </p:nvSpPr>
            <p:spPr>
              <a:xfrm>
                <a:off x="713100" y="1343923"/>
                <a:ext cx="2634892" cy="2451405"/>
              </a:xfrm>
              <a:custGeom>
                <a:rect b="b" l="l" r="r" t="t"/>
                <a:pathLst>
                  <a:path extrusionOk="0" h="72425" w="77846">
                    <a:moveTo>
                      <a:pt x="38644" y="0"/>
                    </a:moveTo>
                    <a:cubicBezTo>
                      <a:pt x="21169" y="0"/>
                      <a:pt x="4524" y="14249"/>
                      <a:pt x="2331" y="31699"/>
                    </a:cubicBezTo>
                    <a:cubicBezTo>
                      <a:pt x="0" y="49995"/>
                      <a:pt x="13985" y="68867"/>
                      <a:pt x="32181" y="71975"/>
                    </a:cubicBezTo>
                    <a:cubicBezTo>
                      <a:pt x="33972" y="72278"/>
                      <a:pt x="35775" y="72425"/>
                      <a:pt x="37574" y="72425"/>
                    </a:cubicBezTo>
                    <a:cubicBezTo>
                      <a:pt x="54054" y="72425"/>
                      <a:pt x="70208" y="60148"/>
                      <a:pt x="73710" y="43879"/>
                    </a:cubicBezTo>
                    <a:cubicBezTo>
                      <a:pt x="77845" y="24832"/>
                      <a:pt x="63885" y="3579"/>
                      <a:pt x="44362" y="521"/>
                    </a:cubicBezTo>
                    <a:cubicBezTo>
                      <a:pt x="42458" y="169"/>
                      <a:pt x="40546" y="0"/>
                      <a:pt x="3864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8" name="Google Shape;4098;p52"/>
              <p:cNvSpPr/>
              <p:nvPr/>
            </p:nvSpPr>
            <p:spPr>
              <a:xfrm>
                <a:off x="758896" y="1342163"/>
                <a:ext cx="2498318" cy="2455501"/>
              </a:xfrm>
              <a:custGeom>
                <a:rect b="b" l="l" r="r" t="t"/>
                <a:pathLst>
                  <a:path extrusionOk="0" h="72546" w="73811">
                    <a:moveTo>
                      <a:pt x="37338" y="138"/>
                    </a:moveTo>
                    <a:cubicBezTo>
                      <a:pt x="38744" y="138"/>
                      <a:pt x="40153" y="231"/>
                      <a:pt x="41555" y="422"/>
                    </a:cubicBezTo>
                    <a:cubicBezTo>
                      <a:pt x="45164" y="924"/>
                      <a:pt x="48648" y="1876"/>
                      <a:pt x="51931" y="3455"/>
                    </a:cubicBezTo>
                    <a:cubicBezTo>
                      <a:pt x="55164" y="5009"/>
                      <a:pt x="58121" y="7089"/>
                      <a:pt x="60728" y="9520"/>
                    </a:cubicBezTo>
                    <a:cubicBezTo>
                      <a:pt x="65966" y="14433"/>
                      <a:pt x="69826" y="20799"/>
                      <a:pt x="71730" y="27716"/>
                    </a:cubicBezTo>
                    <a:cubicBezTo>
                      <a:pt x="73635" y="34708"/>
                      <a:pt x="73435" y="42177"/>
                      <a:pt x="70753" y="48919"/>
                    </a:cubicBezTo>
                    <a:cubicBezTo>
                      <a:pt x="68046" y="55811"/>
                      <a:pt x="63034" y="61701"/>
                      <a:pt x="56918" y="65836"/>
                    </a:cubicBezTo>
                    <a:cubicBezTo>
                      <a:pt x="50853" y="69922"/>
                      <a:pt x="43635" y="72378"/>
                      <a:pt x="36292" y="72378"/>
                    </a:cubicBezTo>
                    <a:cubicBezTo>
                      <a:pt x="34462" y="72378"/>
                      <a:pt x="32658" y="72227"/>
                      <a:pt x="30853" y="71927"/>
                    </a:cubicBezTo>
                    <a:cubicBezTo>
                      <a:pt x="23460" y="70648"/>
                      <a:pt x="16718" y="66764"/>
                      <a:pt x="11555" y="61400"/>
                    </a:cubicBezTo>
                    <a:cubicBezTo>
                      <a:pt x="6392" y="56037"/>
                      <a:pt x="2708" y="49145"/>
                      <a:pt x="1354" y="41801"/>
                    </a:cubicBezTo>
                    <a:cubicBezTo>
                      <a:pt x="1" y="34408"/>
                      <a:pt x="1254" y="26814"/>
                      <a:pt x="4788" y="20197"/>
                    </a:cubicBezTo>
                    <a:cubicBezTo>
                      <a:pt x="8297" y="13681"/>
                      <a:pt x="13785" y="8242"/>
                      <a:pt x="20251" y="4683"/>
                    </a:cubicBezTo>
                    <a:cubicBezTo>
                      <a:pt x="25463" y="1804"/>
                      <a:pt x="31380" y="138"/>
                      <a:pt x="37338" y="138"/>
                    </a:cubicBezTo>
                    <a:close/>
                    <a:moveTo>
                      <a:pt x="37386" y="0"/>
                    </a:moveTo>
                    <a:cubicBezTo>
                      <a:pt x="33200" y="0"/>
                      <a:pt x="29018" y="765"/>
                      <a:pt x="25038" y="2277"/>
                    </a:cubicBezTo>
                    <a:cubicBezTo>
                      <a:pt x="18096" y="4909"/>
                      <a:pt x="11931" y="9595"/>
                      <a:pt x="7520" y="15585"/>
                    </a:cubicBezTo>
                    <a:cubicBezTo>
                      <a:pt x="3083" y="21575"/>
                      <a:pt x="502" y="28844"/>
                      <a:pt x="627" y="36337"/>
                    </a:cubicBezTo>
                    <a:cubicBezTo>
                      <a:pt x="778" y="43881"/>
                      <a:pt x="3510" y="51250"/>
                      <a:pt x="7921" y="57340"/>
                    </a:cubicBezTo>
                    <a:cubicBezTo>
                      <a:pt x="12307" y="63355"/>
                      <a:pt x="18397" y="68192"/>
                      <a:pt x="25439" y="70699"/>
                    </a:cubicBezTo>
                    <a:cubicBezTo>
                      <a:pt x="27194" y="71325"/>
                      <a:pt x="28973" y="71776"/>
                      <a:pt x="30803" y="72102"/>
                    </a:cubicBezTo>
                    <a:cubicBezTo>
                      <a:pt x="30803" y="72102"/>
                      <a:pt x="30803" y="72102"/>
                      <a:pt x="30803" y="72102"/>
                    </a:cubicBezTo>
                    <a:lnTo>
                      <a:pt x="30803" y="72102"/>
                    </a:lnTo>
                    <a:cubicBezTo>
                      <a:pt x="30806" y="72103"/>
                      <a:pt x="30809" y="72103"/>
                      <a:pt x="30811" y="72103"/>
                    </a:cubicBezTo>
                    <a:lnTo>
                      <a:pt x="30811" y="72103"/>
                    </a:lnTo>
                    <a:cubicBezTo>
                      <a:pt x="32597" y="72402"/>
                      <a:pt x="34396" y="72546"/>
                      <a:pt x="36192" y="72546"/>
                    </a:cubicBezTo>
                    <a:cubicBezTo>
                      <a:pt x="41778" y="72546"/>
                      <a:pt x="47333" y="71152"/>
                      <a:pt x="52357" y="68668"/>
                    </a:cubicBezTo>
                    <a:cubicBezTo>
                      <a:pt x="58999" y="65410"/>
                      <a:pt x="64738" y="60247"/>
                      <a:pt x="68522" y="53881"/>
                    </a:cubicBezTo>
                    <a:cubicBezTo>
                      <a:pt x="72282" y="47541"/>
                      <a:pt x="73811" y="40122"/>
                      <a:pt x="72908" y="32804"/>
                    </a:cubicBezTo>
                    <a:cubicBezTo>
                      <a:pt x="72006" y="25661"/>
                      <a:pt x="68999" y="18869"/>
                      <a:pt x="64487" y="13305"/>
                    </a:cubicBezTo>
                    <a:cubicBezTo>
                      <a:pt x="59926" y="7691"/>
                      <a:pt x="53786" y="3330"/>
                      <a:pt x="46818" y="1325"/>
                    </a:cubicBezTo>
                    <a:cubicBezTo>
                      <a:pt x="43729" y="439"/>
                      <a:pt x="40556" y="0"/>
                      <a:pt x="3738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9" name="Google Shape;4099;p52"/>
              <p:cNvSpPr/>
              <p:nvPr/>
            </p:nvSpPr>
            <p:spPr>
              <a:xfrm>
                <a:off x="1434162" y="1416661"/>
                <a:ext cx="178173" cy="101915"/>
              </a:xfrm>
              <a:custGeom>
                <a:rect b="b" l="l" r="r" t="t"/>
                <a:pathLst>
                  <a:path extrusionOk="0" h="3011" w="5264">
                    <a:moveTo>
                      <a:pt x="5264" y="1"/>
                    </a:moveTo>
                    <a:cubicBezTo>
                      <a:pt x="5214" y="26"/>
                      <a:pt x="5164" y="51"/>
                      <a:pt x="5088" y="76"/>
                    </a:cubicBezTo>
                    <a:cubicBezTo>
                      <a:pt x="5038" y="101"/>
                      <a:pt x="4963" y="126"/>
                      <a:pt x="4913" y="151"/>
                    </a:cubicBezTo>
                    <a:cubicBezTo>
                      <a:pt x="4211" y="1079"/>
                      <a:pt x="3535" y="2056"/>
                      <a:pt x="2532" y="2557"/>
                    </a:cubicBezTo>
                    <a:cubicBezTo>
                      <a:pt x="2177" y="2730"/>
                      <a:pt x="1833" y="2808"/>
                      <a:pt x="1506" y="2808"/>
                    </a:cubicBezTo>
                    <a:cubicBezTo>
                      <a:pt x="1025" y="2808"/>
                      <a:pt x="579" y="2640"/>
                      <a:pt x="176" y="2357"/>
                    </a:cubicBezTo>
                    <a:cubicBezTo>
                      <a:pt x="126" y="2382"/>
                      <a:pt x="76" y="2407"/>
                      <a:pt x="1" y="2432"/>
                    </a:cubicBezTo>
                    <a:cubicBezTo>
                      <a:pt x="402" y="2758"/>
                      <a:pt x="853" y="2983"/>
                      <a:pt x="1379" y="3008"/>
                    </a:cubicBezTo>
                    <a:cubicBezTo>
                      <a:pt x="1411" y="3010"/>
                      <a:pt x="1443" y="3011"/>
                      <a:pt x="1474" y="3011"/>
                    </a:cubicBezTo>
                    <a:cubicBezTo>
                      <a:pt x="2563" y="3011"/>
                      <a:pt x="3529" y="2184"/>
                      <a:pt x="4186" y="1404"/>
                    </a:cubicBezTo>
                    <a:cubicBezTo>
                      <a:pt x="4587" y="953"/>
                      <a:pt x="4913" y="477"/>
                      <a:pt x="526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0" name="Google Shape;4100;p52"/>
              <p:cNvSpPr/>
              <p:nvPr/>
            </p:nvSpPr>
            <p:spPr>
              <a:xfrm>
                <a:off x="1759915" y="1370865"/>
                <a:ext cx="735540" cy="171505"/>
              </a:xfrm>
              <a:custGeom>
                <a:rect b="b" l="l" r="r" t="t"/>
                <a:pathLst>
                  <a:path extrusionOk="0" h="5067" w="21731">
                    <a:moveTo>
                      <a:pt x="251" y="1"/>
                    </a:moveTo>
                    <a:cubicBezTo>
                      <a:pt x="151" y="1"/>
                      <a:pt x="76" y="26"/>
                      <a:pt x="1" y="51"/>
                    </a:cubicBezTo>
                    <a:cubicBezTo>
                      <a:pt x="101" y="126"/>
                      <a:pt x="201" y="201"/>
                      <a:pt x="302" y="276"/>
                    </a:cubicBezTo>
                    <a:cubicBezTo>
                      <a:pt x="1931" y="1655"/>
                      <a:pt x="2632" y="4311"/>
                      <a:pt x="4838" y="4963"/>
                    </a:cubicBezTo>
                    <a:cubicBezTo>
                      <a:pt x="5082" y="5034"/>
                      <a:pt x="5314" y="5067"/>
                      <a:pt x="5534" y="5067"/>
                    </a:cubicBezTo>
                    <a:cubicBezTo>
                      <a:pt x="6942" y="5067"/>
                      <a:pt x="7886" y="3731"/>
                      <a:pt x="8622" y="2582"/>
                    </a:cubicBezTo>
                    <a:cubicBezTo>
                      <a:pt x="9074" y="1880"/>
                      <a:pt x="9525" y="1103"/>
                      <a:pt x="10226" y="602"/>
                    </a:cubicBezTo>
                    <a:cubicBezTo>
                      <a:pt x="10624" y="328"/>
                      <a:pt x="11074" y="189"/>
                      <a:pt x="11524" y="189"/>
                    </a:cubicBezTo>
                    <a:cubicBezTo>
                      <a:pt x="11896" y="189"/>
                      <a:pt x="12267" y="284"/>
                      <a:pt x="12607" y="477"/>
                    </a:cubicBezTo>
                    <a:cubicBezTo>
                      <a:pt x="14086" y="1304"/>
                      <a:pt x="14813" y="3008"/>
                      <a:pt x="16116" y="4011"/>
                    </a:cubicBezTo>
                    <a:cubicBezTo>
                      <a:pt x="16641" y="4431"/>
                      <a:pt x="17272" y="4692"/>
                      <a:pt x="17949" y="4692"/>
                    </a:cubicBezTo>
                    <a:cubicBezTo>
                      <a:pt x="18080" y="4692"/>
                      <a:pt x="18213" y="4683"/>
                      <a:pt x="18347" y="4662"/>
                    </a:cubicBezTo>
                    <a:cubicBezTo>
                      <a:pt x="19399" y="4512"/>
                      <a:pt x="20252" y="3760"/>
                      <a:pt x="20953" y="3008"/>
                    </a:cubicBezTo>
                    <a:cubicBezTo>
                      <a:pt x="21229" y="2707"/>
                      <a:pt x="21480" y="2432"/>
                      <a:pt x="21730" y="2131"/>
                    </a:cubicBezTo>
                    <a:cubicBezTo>
                      <a:pt x="21655" y="2106"/>
                      <a:pt x="21605" y="2081"/>
                      <a:pt x="21555" y="2056"/>
                    </a:cubicBezTo>
                    <a:lnTo>
                      <a:pt x="21530" y="2081"/>
                    </a:lnTo>
                    <a:cubicBezTo>
                      <a:pt x="20778" y="2983"/>
                      <a:pt x="19951" y="3960"/>
                      <a:pt x="18823" y="4361"/>
                    </a:cubicBezTo>
                    <a:cubicBezTo>
                      <a:pt x="18523" y="4466"/>
                      <a:pt x="18238" y="4514"/>
                      <a:pt x="17965" y="4514"/>
                    </a:cubicBezTo>
                    <a:cubicBezTo>
                      <a:pt x="16419" y="4514"/>
                      <a:pt x="15300" y="2989"/>
                      <a:pt x="14362" y="1880"/>
                    </a:cubicBezTo>
                    <a:cubicBezTo>
                      <a:pt x="13619" y="993"/>
                      <a:pt x="12672" y="4"/>
                      <a:pt x="11507" y="4"/>
                    </a:cubicBezTo>
                    <a:cubicBezTo>
                      <a:pt x="11258" y="4"/>
                      <a:pt x="10998" y="49"/>
                      <a:pt x="10728" y="151"/>
                    </a:cubicBezTo>
                    <a:cubicBezTo>
                      <a:pt x="9224" y="702"/>
                      <a:pt x="8597" y="2507"/>
                      <a:pt x="7670" y="3660"/>
                    </a:cubicBezTo>
                    <a:cubicBezTo>
                      <a:pt x="7117" y="4333"/>
                      <a:pt x="6403" y="4891"/>
                      <a:pt x="5505" y="4891"/>
                    </a:cubicBezTo>
                    <a:cubicBezTo>
                      <a:pt x="5466" y="4891"/>
                      <a:pt x="5428" y="4890"/>
                      <a:pt x="5389" y="4888"/>
                    </a:cubicBezTo>
                    <a:cubicBezTo>
                      <a:pt x="4136" y="4813"/>
                      <a:pt x="3184" y="3735"/>
                      <a:pt x="2482" y="2783"/>
                    </a:cubicBezTo>
                    <a:cubicBezTo>
                      <a:pt x="1855" y="1905"/>
                      <a:pt x="1154" y="727"/>
                      <a:pt x="2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1" name="Google Shape;4101;p52"/>
              <p:cNvSpPr/>
              <p:nvPr/>
            </p:nvSpPr>
            <p:spPr>
              <a:xfrm>
                <a:off x="1112641" y="1564508"/>
                <a:ext cx="1754350" cy="194149"/>
              </a:xfrm>
              <a:custGeom>
                <a:rect b="b" l="l" r="r" t="t"/>
                <a:pathLst>
                  <a:path extrusionOk="0" h="5736" w="51831">
                    <a:moveTo>
                      <a:pt x="17639" y="1"/>
                    </a:moveTo>
                    <a:cubicBezTo>
                      <a:pt x="17448" y="1"/>
                      <a:pt x="17250" y="23"/>
                      <a:pt x="17044" y="69"/>
                    </a:cubicBezTo>
                    <a:cubicBezTo>
                      <a:pt x="14688" y="595"/>
                      <a:pt x="14086" y="3578"/>
                      <a:pt x="12031" y="4580"/>
                    </a:cubicBezTo>
                    <a:cubicBezTo>
                      <a:pt x="11680" y="4752"/>
                      <a:pt x="11337" y="4831"/>
                      <a:pt x="11007" y="4831"/>
                    </a:cubicBezTo>
                    <a:cubicBezTo>
                      <a:pt x="10277" y="4831"/>
                      <a:pt x="9617" y="4442"/>
                      <a:pt x="9099" y="3803"/>
                    </a:cubicBezTo>
                    <a:cubicBezTo>
                      <a:pt x="8547" y="3127"/>
                      <a:pt x="8171" y="2300"/>
                      <a:pt x="7570" y="1648"/>
                    </a:cubicBezTo>
                    <a:cubicBezTo>
                      <a:pt x="7065" y="1110"/>
                      <a:pt x="6475" y="859"/>
                      <a:pt x="5883" y="859"/>
                    </a:cubicBezTo>
                    <a:cubicBezTo>
                      <a:pt x="5564" y="859"/>
                      <a:pt x="5245" y="931"/>
                      <a:pt x="4938" y="1072"/>
                    </a:cubicBezTo>
                    <a:cubicBezTo>
                      <a:pt x="4462" y="1422"/>
                      <a:pt x="4011" y="1773"/>
                      <a:pt x="3560" y="2149"/>
                    </a:cubicBezTo>
                    <a:cubicBezTo>
                      <a:pt x="2733" y="3077"/>
                      <a:pt x="2081" y="4204"/>
                      <a:pt x="1054" y="4931"/>
                    </a:cubicBezTo>
                    <a:cubicBezTo>
                      <a:pt x="778" y="5107"/>
                      <a:pt x="502" y="5232"/>
                      <a:pt x="201" y="5307"/>
                    </a:cubicBezTo>
                    <a:cubicBezTo>
                      <a:pt x="126" y="5382"/>
                      <a:pt x="51" y="5432"/>
                      <a:pt x="1" y="5508"/>
                    </a:cubicBezTo>
                    <a:cubicBezTo>
                      <a:pt x="76" y="5508"/>
                      <a:pt x="151" y="5508"/>
                      <a:pt x="252" y="5483"/>
                    </a:cubicBezTo>
                    <a:cubicBezTo>
                      <a:pt x="878" y="5357"/>
                      <a:pt x="1404" y="4906"/>
                      <a:pt x="1856" y="4455"/>
                    </a:cubicBezTo>
                    <a:cubicBezTo>
                      <a:pt x="2883" y="3427"/>
                      <a:pt x="3635" y="1874"/>
                      <a:pt x="4988" y="1197"/>
                    </a:cubicBezTo>
                    <a:cubicBezTo>
                      <a:pt x="5298" y="1048"/>
                      <a:pt x="5585" y="982"/>
                      <a:pt x="5852" y="982"/>
                    </a:cubicBezTo>
                    <a:cubicBezTo>
                      <a:pt x="7246" y="982"/>
                      <a:pt x="8095" y="2773"/>
                      <a:pt x="8873" y="3803"/>
                    </a:cubicBezTo>
                    <a:cubicBezTo>
                      <a:pt x="9374" y="4455"/>
                      <a:pt x="10026" y="5006"/>
                      <a:pt x="10878" y="5031"/>
                    </a:cubicBezTo>
                    <a:cubicBezTo>
                      <a:pt x="10910" y="5033"/>
                      <a:pt x="10942" y="5034"/>
                      <a:pt x="10973" y="5034"/>
                    </a:cubicBezTo>
                    <a:cubicBezTo>
                      <a:pt x="12062" y="5034"/>
                      <a:pt x="13028" y="4207"/>
                      <a:pt x="13685" y="3427"/>
                    </a:cubicBezTo>
                    <a:cubicBezTo>
                      <a:pt x="14462" y="2525"/>
                      <a:pt x="15039" y="1473"/>
                      <a:pt x="15991" y="771"/>
                    </a:cubicBezTo>
                    <a:cubicBezTo>
                      <a:pt x="16494" y="394"/>
                      <a:pt x="17039" y="214"/>
                      <a:pt x="17580" y="214"/>
                    </a:cubicBezTo>
                    <a:cubicBezTo>
                      <a:pt x="18225" y="214"/>
                      <a:pt x="18866" y="469"/>
                      <a:pt x="19425" y="946"/>
                    </a:cubicBezTo>
                    <a:cubicBezTo>
                      <a:pt x="21054" y="2325"/>
                      <a:pt x="21755" y="4981"/>
                      <a:pt x="23961" y="5633"/>
                    </a:cubicBezTo>
                    <a:cubicBezTo>
                      <a:pt x="24202" y="5703"/>
                      <a:pt x="24432" y="5736"/>
                      <a:pt x="24650" y="5736"/>
                    </a:cubicBezTo>
                    <a:cubicBezTo>
                      <a:pt x="26062" y="5736"/>
                      <a:pt x="27007" y="4381"/>
                      <a:pt x="27745" y="3252"/>
                    </a:cubicBezTo>
                    <a:cubicBezTo>
                      <a:pt x="28197" y="2550"/>
                      <a:pt x="28648" y="1773"/>
                      <a:pt x="29349" y="1272"/>
                    </a:cubicBezTo>
                    <a:cubicBezTo>
                      <a:pt x="29747" y="998"/>
                      <a:pt x="30197" y="859"/>
                      <a:pt x="30647" y="859"/>
                    </a:cubicBezTo>
                    <a:cubicBezTo>
                      <a:pt x="31019" y="859"/>
                      <a:pt x="31390" y="954"/>
                      <a:pt x="31730" y="1147"/>
                    </a:cubicBezTo>
                    <a:cubicBezTo>
                      <a:pt x="33209" y="1974"/>
                      <a:pt x="33936" y="3678"/>
                      <a:pt x="35239" y="4681"/>
                    </a:cubicBezTo>
                    <a:cubicBezTo>
                      <a:pt x="35764" y="5101"/>
                      <a:pt x="36395" y="5362"/>
                      <a:pt x="37072" y="5362"/>
                    </a:cubicBezTo>
                    <a:cubicBezTo>
                      <a:pt x="37203" y="5362"/>
                      <a:pt x="37336" y="5353"/>
                      <a:pt x="37470" y="5332"/>
                    </a:cubicBezTo>
                    <a:cubicBezTo>
                      <a:pt x="38522" y="5182"/>
                      <a:pt x="39375" y="4430"/>
                      <a:pt x="40076" y="3678"/>
                    </a:cubicBezTo>
                    <a:cubicBezTo>
                      <a:pt x="40928" y="2751"/>
                      <a:pt x="41630" y="1698"/>
                      <a:pt x="42683" y="971"/>
                    </a:cubicBezTo>
                    <a:cubicBezTo>
                      <a:pt x="43255" y="590"/>
                      <a:pt x="43922" y="327"/>
                      <a:pt x="44570" y="327"/>
                    </a:cubicBezTo>
                    <a:cubicBezTo>
                      <a:pt x="45115" y="327"/>
                      <a:pt x="45645" y="513"/>
                      <a:pt x="46091" y="971"/>
                    </a:cubicBezTo>
                    <a:cubicBezTo>
                      <a:pt x="47319" y="2250"/>
                      <a:pt x="47420" y="4906"/>
                      <a:pt x="49675" y="4956"/>
                    </a:cubicBezTo>
                    <a:cubicBezTo>
                      <a:pt x="49703" y="4957"/>
                      <a:pt x="49730" y="4958"/>
                      <a:pt x="49757" y="4958"/>
                    </a:cubicBezTo>
                    <a:cubicBezTo>
                      <a:pt x="50482" y="4958"/>
                      <a:pt x="51203" y="4640"/>
                      <a:pt x="51831" y="4229"/>
                    </a:cubicBezTo>
                    <a:cubicBezTo>
                      <a:pt x="51781" y="4204"/>
                      <a:pt x="51731" y="4154"/>
                      <a:pt x="51705" y="4104"/>
                    </a:cubicBezTo>
                    <a:cubicBezTo>
                      <a:pt x="51105" y="4512"/>
                      <a:pt x="50436" y="4782"/>
                      <a:pt x="49764" y="4782"/>
                    </a:cubicBezTo>
                    <a:cubicBezTo>
                      <a:pt x="49734" y="4782"/>
                      <a:pt x="49705" y="4782"/>
                      <a:pt x="49675" y="4781"/>
                    </a:cubicBezTo>
                    <a:cubicBezTo>
                      <a:pt x="48447" y="4756"/>
                      <a:pt x="47796" y="3728"/>
                      <a:pt x="47319" y="2726"/>
                    </a:cubicBezTo>
                    <a:cubicBezTo>
                      <a:pt x="46944" y="1949"/>
                      <a:pt x="46618" y="1072"/>
                      <a:pt x="45891" y="545"/>
                    </a:cubicBezTo>
                    <a:cubicBezTo>
                      <a:pt x="45485" y="253"/>
                      <a:pt x="45027" y="129"/>
                      <a:pt x="44564" y="129"/>
                    </a:cubicBezTo>
                    <a:cubicBezTo>
                      <a:pt x="44112" y="129"/>
                      <a:pt x="43655" y="247"/>
                      <a:pt x="43234" y="445"/>
                    </a:cubicBezTo>
                    <a:cubicBezTo>
                      <a:pt x="42157" y="971"/>
                      <a:pt x="41380" y="1849"/>
                      <a:pt x="40653" y="2751"/>
                    </a:cubicBezTo>
                    <a:cubicBezTo>
                      <a:pt x="39901" y="3653"/>
                      <a:pt x="39074" y="4630"/>
                      <a:pt x="37946" y="5031"/>
                    </a:cubicBezTo>
                    <a:cubicBezTo>
                      <a:pt x="37646" y="5136"/>
                      <a:pt x="37361" y="5184"/>
                      <a:pt x="37088" y="5184"/>
                    </a:cubicBezTo>
                    <a:cubicBezTo>
                      <a:pt x="35542" y="5184"/>
                      <a:pt x="34423" y="3659"/>
                      <a:pt x="33485" y="2550"/>
                    </a:cubicBezTo>
                    <a:cubicBezTo>
                      <a:pt x="32744" y="1645"/>
                      <a:pt x="31800" y="672"/>
                      <a:pt x="30640" y="672"/>
                    </a:cubicBezTo>
                    <a:cubicBezTo>
                      <a:pt x="30387" y="672"/>
                      <a:pt x="30124" y="718"/>
                      <a:pt x="29851" y="821"/>
                    </a:cubicBezTo>
                    <a:cubicBezTo>
                      <a:pt x="28347" y="1372"/>
                      <a:pt x="27720" y="3177"/>
                      <a:pt x="26793" y="4330"/>
                    </a:cubicBezTo>
                    <a:cubicBezTo>
                      <a:pt x="26240" y="5003"/>
                      <a:pt x="25526" y="5561"/>
                      <a:pt x="24628" y="5561"/>
                    </a:cubicBezTo>
                    <a:cubicBezTo>
                      <a:pt x="24589" y="5561"/>
                      <a:pt x="24551" y="5560"/>
                      <a:pt x="24512" y="5558"/>
                    </a:cubicBezTo>
                    <a:cubicBezTo>
                      <a:pt x="23259" y="5483"/>
                      <a:pt x="22307" y="4405"/>
                      <a:pt x="21605" y="3453"/>
                    </a:cubicBezTo>
                    <a:cubicBezTo>
                      <a:pt x="20650" y="2088"/>
                      <a:pt x="19509" y="1"/>
                      <a:pt x="1763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2" name="Google Shape;4102;p52"/>
              <p:cNvSpPr/>
              <p:nvPr/>
            </p:nvSpPr>
            <p:spPr>
              <a:xfrm>
                <a:off x="991330" y="1804591"/>
                <a:ext cx="1994430" cy="194183"/>
              </a:xfrm>
              <a:custGeom>
                <a:rect b="b" l="l" r="r" t="t"/>
                <a:pathLst>
                  <a:path extrusionOk="0" h="5737" w="58924">
                    <a:moveTo>
                      <a:pt x="21223" y="1"/>
                    </a:moveTo>
                    <a:cubicBezTo>
                      <a:pt x="21032" y="1"/>
                      <a:pt x="20834" y="22"/>
                      <a:pt x="20628" y="69"/>
                    </a:cubicBezTo>
                    <a:cubicBezTo>
                      <a:pt x="18272" y="595"/>
                      <a:pt x="17670" y="3578"/>
                      <a:pt x="15615" y="4580"/>
                    </a:cubicBezTo>
                    <a:cubicBezTo>
                      <a:pt x="15264" y="4752"/>
                      <a:pt x="14921" y="4831"/>
                      <a:pt x="14591" y="4831"/>
                    </a:cubicBezTo>
                    <a:cubicBezTo>
                      <a:pt x="13861" y="4831"/>
                      <a:pt x="13201" y="4442"/>
                      <a:pt x="12683" y="3803"/>
                    </a:cubicBezTo>
                    <a:cubicBezTo>
                      <a:pt x="12131" y="3126"/>
                      <a:pt x="11755" y="2324"/>
                      <a:pt x="11154" y="1673"/>
                    </a:cubicBezTo>
                    <a:cubicBezTo>
                      <a:pt x="10643" y="1125"/>
                      <a:pt x="10046" y="868"/>
                      <a:pt x="9445" y="868"/>
                    </a:cubicBezTo>
                    <a:cubicBezTo>
                      <a:pt x="8837" y="868"/>
                      <a:pt x="8225" y="1131"/>
                      <a:pt x="7695" y="1623"/>
                    </a:cubicBezTo>
                    <a:cubicBezTo>
                      <a:pt x="6567" y="2625"/>
                      <a:pt x="5891" y="4054"/>
                      <a:pt x="4638" y="4931"/>
                    </a:cubicBezTo>
                    <a:cubicBezTo>
                      <a:pt x="4249" y="5200"/>
                      <a:pt x="3816" y="5353"/>
                      <a:pt x="3380" y="5353"/>
                    </a:cubicBezTo>
                    <a:cubicBezTo>
                      <a:pt x="3086" y="5353"/>
                      <a:pt x="2790" y="5283"/>
                      <a:pt x="2507" y="5132"/>
                    </a:cubicBezTo>
                    <a:cubicBezTo>
                      <a:pt x="1705" y="4705"/>
                      <a:pt x="1204" y="3853"/>
                      <a:pt x="628" y="3177"/>
                    </a:cubicBezTo>
                    <a:cubicBezTo>
                      <a:pt x="477" y="3001"/>
                      <a:pt x="302" y="2826"/>
                      <a:pt x="126" y="2650"/>
                    </a:cubicBezTo>
                    <a:cubicBezTo>
                      <a:pt x="76" y="2700"/>
                      <a:pt x="51" y="2776"/>
                      <a:pt x="1" y="2826"/>
                    </a:cubicBezTo>
                    <a:cubicBezTo>
                      <a:pt x="703" y="3452"/>
                      <a:pt x="1304" y="4405"/>
                      <a:pt x="1931" y="4931"/>
                    </a:cubicBezTo>
                    <a:cubicBezTo>
                      <a:pt x="2353" y="5293"/>
                      <a:pt x="2873" y="5526"/>
                      <a:pt x="3424" y="5526"/>
                    </a:cubicBezTo>
                    <a:cubicBezTo>
                      <a:pt x="3560" y="5526"/>
                      <a:pt x="3697" y="5512"/>
                      <a:pt x="3836" y="5482"/>
                    </a:cubicBezTo>
                    <a:cubicBezTo>
                      <a:pt x="4462" y="5357"/>
                      <a:pt x="4988" y="4931"/>
                      <a:pt x="5440" y="4455"/>
                    </a:cubicBezTo>
                    <a:cubicBezTo>
                      <a:pt x="6467" y="3427"/>
                      <a:pt x="7219" y="1873"/>
                      <a:pt x="8572" y="1222"/>
                    </a:cubicBezTo>
                    <a:cubicBezTo>
                      <a:pt x="8889" y="1065"/>
                      <a:pt x="9181" y="997"/>
                      <a:pt x="9453" y="997"/>
                    </a:cubicBezTo>
                    <a:cubicBezTo>
                      <a:pt x="10837" y="997"/>
                      <a:pt x="11682" y="2777"/>
                      <a:pt x="12457" y="3803"/>
                    </a:cubicBezTo>
                    <a:cubicBezTo>
                      <a:pt x="12958" y="4455"/>
                      <a:pt x="13610" y="5006"/>
                      <a:pt x="14462" y="5031"/>
                    </a:cubicBezTo>
                    <a:cubicBezTo>
                      <a:pt x="14494" y="5033"/>
                      <a:pt x="14526" y="5033"/>
                      <a:pt x="14557" y="5033"/>
                    </a:cubicBezTo>
                    <a:cubicBezTo>
                      <a:pt x="15646" y="5033"/>
                      <a:pt x="16612" y="4207"/>
                      <a:pt x="17269" y="3427"/>
                    </a:cubicBezTo>
                    <a:cubicBezTo>
                      <a:pt x="18046" y="2550"/>
                      <a:pt x="18623" y="1472"/>
                      <a:pt x="19575" y="771"/>
                    </a:cubicBezTo>
                    <a:cubicBezTo>
                      <a:pt x="20078" y="393"/>
                      <a:pt x="20623" y="214"/>
                      <a:pt x="21164" y="214"/>
                    </a:cubicBezTo>
                    <a:cubicBezTo>
                      <a:pt x="21809" y="214"/>
                      <a:pt x="22450" y="469"/>
                      <a:pt x="23009" y="946"/>
                    </a:cubicBezTo>
                    <a:cubicBezTo>
                      <a:pt x="24638" y="2324"/>
                      <a:pt x="25339" y="5006"/>
                      <a:pt x="27545" y="5633"/>
                    </a:cubicBezTo>
                    <a:cubicBezTo>
                      <a:pt x="27789" y="5704"/>
                      <a:pt x="28021" y="5737"/>
                      <a:pt x="28242" y="5737"/>
                    </a:cubicBezTo>
                    <a:cubicBezTo>
                      <a:pt x="29650" y="5737"/>
                      <a:pt x="30593" y="4404"/>
                      <a:pt x="31329" y="3277"/>
                    </a:cubicBezTo>
                    <a:cubicBezTo>
                      <a:pt x="31781" y="2550"/>
                      <a:pt x="32232" y="1773"/>
                      <a:pt x="32933" y="1272"/>
                    </a:cubicBezTo>
                    <a:cubicBezTo>
                      <a:pt x="33331" y="998"/>
                      <a:pt x="33781" y="858"/>
                      <a:pt x="34231" y="858"/>
                    </a:cubicBezTo>
                    <a:cubicBezTo>
                      <a:pt x="34603" y="858"/>
                      <a:pt x="34974" y="954"/>
                      <a:pt x="35314" y="1147"/>
                    </a:cubicBezTo>
                    <a:cubicBezTo>
                      <a:pt x="36793" y="1974"/>
                      <a:pt x="37520" y="3678"/>
                      <a:pt x="38823" y="4680"/>
                    </a:cubicBezTo>
                    <a:cubicBezTo>
                      <a:pt x="39348" y="5100"/>
                      <a:pt x="39979" y="5362"/>
                      <a:pt x="40656" y="5362"/>
                    </a:cubicBezTo>
                    <a:cubicBezTo>
                      <a:pt x="40787" y="5362"/>
                      <a:pt x="40920" y="5352"/>
                      <a:pt x="41054" y="5332"/>
                    </a:cubicBezTo>
                    <a:cubicBezTo>
                      <a:pt x="42106" y="5182"/>
                      <a:pt x="42959" y="4430"/>
                      <a:pt x="43660" y="3678"/>
                    </a:cubicBezTo>
                    <a:cubicBezTo>
                      <a:pt x="44512" y="2751"/>
                      <a:pt x="45214" y="1698"/>
                      <a:pt x="46267" y="996"/>
                    </a:cubicBezTo>
                    <a:cubicBezTo>
                      <a:pt x="46842" y="599"/>
                      <a:pt x="47514" y="329"/>
                      <a:pt x="48164" y="329"/>
                    </a:cubicBezTo>
                    <a:cubicBezTo>
                      <a:pt x="48705" y="329"/>
                      <a:pt x="49232" y="516"/>
                      <a:pt x="49675" y="971"/>
                    </a:cubicBezTo>
                    <a:cubicBezTo>
                      <a:pt x="50903" y="2249"/>
                      <a:pt x="51004" y="4906"/>
                      <a:pt x="53259" y="4981"/>
                    </a:cubicBezTo>
                    <a:cubicBezTo>
                      <a:pt x="53280" y="4982"/>
                      <a:pt x="53300" y="4982"/>
                      <a:pt x="53320" y="4982"/>
                    </a:cubicBezTo>
                    <a:cubicBezTo>
                      <a:pt x="54375" y="4982"/>
                      <a:pt x="55355" y="4342"/>
                      <a:pt x="56142" y="3703"/>
                    </a:cubicBezTo>
                    <a:cubicBezTo>
                      <a:pt x="57094" y="2926"/>
                      <a:pt x="57871" y="1974"/>
                      <a:pt x="58924" y="1347"/>
                    </a:cubicBezTo>
                    <a:cubicBezTo>
                      <a:pt x="58899" y="1322"/>
                      <a:pt x="58873" y="1272"/>
                      <a:pt x="58823" y="1222"/>
                    </a:cubicBezTo>
                    <a:cubicBezTo>
                      <a:pt x="57996" y="1723"/>
                      <a:pt x="57244" y="2425"/>
                      <a:pt x="56643" y="3001"/>
                    </a:cubicBezTo>
                    <a:cubicBezTo>
                      <a:pt x="55787" y="3832"/>
                      <a:pt x="54622" y="4782"/>
                      <a:pt x="53356" y="4782"/>
                    </a:cubicBezTo>
                    <a:cubicBezTo>
                      <a:pt x="53324" y="4782"/>
                      <a:pt x="53292" y="4782"/>
                      <a:pt x="53259" y="4781"/>
                    </a:cubicBezTo>
                    <a:cubicBezTo>
                      <a:pt x="52031" y="4756"/>
                      <a:pt x="51380" y="3728"/>
                      <a:pt x="50903" y="2751"/>
                    </a:cubicBezTo>
                    <a:cubicBezTo>
                      <a:pt x="50528" y="1949"/>
                      <a:pt x="50202" y="1096"/>
                      <a:pt x="49475" y="570"/>
                    </a:cubicBezTo>
                    <a:cubicBezTo>
                      <a:pt x="49069" y="266"/>
                      <a:pt x="48612" y="135"/>
                      <a:pt x="48149" y="135"/>
                    </a:cubicBezTo>
                    <a:cubicBezTo>
                      <a:pt x="47697" y="135"/>
                      <a:pt x="47239" y="259"/>
                      <a:pt x="46818" y="470"/>
                    </a:cubicBezTo>
                    <a:cubicBezTo>
                      <a:pt x="45741" y="971"/>
                      <a:pt x="44964" y="1848"/>
                      <a:pt x="44237" y="2751"/>
                    </a:cubicBezTo>
                    <a:cubicBezTo>
                      <a:pt x="43485" y="3653"/>
                      <a:pt x="42658" y="4655"/>
                      <a:pt x="41530" y="5031"/>
                    </a:cubicBezTo>
                    <a:cubicBezTo>
                      <a:pt x="41227" y="5137"/>
                      <a:pt x="40939" y="5185"/>
                      <a:pt x="40665" y="5185"/>
                    </a:cubicBezTo>
                    <a:cubicBezTo>
                      <a:pt x="39122" y="5185"/>
                      <a:pt x="38005" y="3678"/>
                      <a:pt x="37069" y="2550"/>
                    </a:cubicBezTo>
                    <a:cubicBezTo>
                      <a:pt x="36326" y="1663"/>
                      <a:pt x="35379" y="673"/>
                      <a:pt x="34214" y="673"/>
                    </a:cubicBezTo>
                    <a:cubicBezTo>
                      <a:pt x="33965" y="673"/>
                      <a:pt x="33705" y="719"/>
                      <a:pt x="33435" y="821"/>
                    </a:cubicBezTo>
                    <a:cubicBezTo>
                      <a:pt x="31931" y="1372"/>
                      <a:pt x="31304" y="3177"/>
                      <a:pt x="30377" y="4329"/>
                    </a:cubicBezTo>
                    <a:cubicBezTo>
                      <a:pt x="29824" y="5003"/>
                      <a:pt x="29110" y="5561"/>
                      <a:pt x="28212" y="5561"/>
                    </a:cubicBezTo>
                    <a:cubicBezTo>
                      <a:pt x="28173" y="5561"/>
                      <a:pt x="28135" y="5560"/>
                      <a:pt x="28096" y="5558"/>
                    </a:cubicBezTo>
                    <a:cubicBezTo>
                      <a:pt x="26843" y="5482"/>
                      <a:pt x="25891" y="4405"/>
                      <a:pt x="25189" y="3452"/>
                    </a:cubicBezTo>
                    <a:cubicBezTo>
                      <a:pt x="24234" y="2088"/>
                      <a:pt x="23093" y="1"/>
                      <a:pt x="2122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3" name="Google Shape;4103;p52"/>
              <p:cNvSpPr/>
              <p:nvPr/>
            </p:nvSpPr>
            <p:spPr>
              <a:xfrm>
                <a:off x="858172" y="2014988"/>
                <a:ext cx="2289614" cy="194183"/>
              </a:xfrm>
              <a:custGeom>
                <a:rect b="b" l="l" r="r" t="t"/>
                <a:pathLst>
                  <a:path extrusionOk="0" h="5737" w="67645">
                    <a:moveTo>
                      <a:pt x="25157" y="0"/>
                    </a:moveTo>
                    <a:cubicBezTo>
                      <a:pt x="24966" y="0"/>
                      <a:pt x="24768" y="22"/>
                      <a:pt x="24562" y="68"/>
                    </a:cubicBezTo>
                    <a:cubicBezTo>
                      <a:pt x="22206" y="595"/>
                      <a:pt x="21604" y="3577"/>
                      <a:pt x="19549" y="4580"/>
                    </a:cubicBezTo>
                    <a:cubicBezTo>
                      <a:pt x="19198" y="4751"/>
                      <a:pt x="18855" y="4831"/>
                      <a:pt x="18525" y="4831"/>
                    </a:cubicBezTo>
                    <a:cubicBezTo>
                      <a:pt x="17795" y="4831"/>
                      <a:pt x="17135" y="4442"/>
                      <a:pt x="16617" y="3803"/>
                    </a:cubicBezTo>
                    <a:cubicBezTo>
                      <a:pt x="16065" y="3126"/>
                      <a:pt x="15689" y="2324"/>
                      <a:pt x="15088" y="1672"/>
                    </a:cubicBezTo>
                    <a:cubicBezTo>
                      <a:pt x="14580" y="1115"/>
                      <a:pt x="13987" y="858"/>
                      <a:pt x="13390" y="858"/>
                    </a:cubicBezTo>
                    <a:cubicBezTo>
                      <a:pt x="12778" y="858"/>
                      <a:pt x="12162" y="1128"/>
                      <a:pt x="11629" y="1622"/>
                    </a:cubicBezTo>
                    <a:cubicBezTo>
                      <a:pt x="10501" y="2600"/>
                      <a:pt x="9825" y="4053"/>
                      <a:pt x="8572" y="4931"/>
                    </a:cubicBezTo>
                    <a:cubicBezTo>
                      <a:pt x="8183" y="5200"/>
                      <a:pt x="7750" y="5353"/>
                      <a:pt x="7314" y="5353"/>
                    </a:cubicBezTo>
                    <a:cubicBezTo>
                      <a:pt x="7020" y="5353"/>
                      <a:pt x="6724" y="5283"/>
                      <a:pt x="6441" y="5131"/>
                    </a:cubicBezTo>
                    <a:cubicBezTo>
                      <a:pt x="5639" y="4705"/>
                      <a:pt x="5138" y="3853"/>
                      <a:pt x="4562" y="3176"/>
                    </a:cubicBezTo>
                    <a:cubicBezTo>
                      <a:pt x="4060" y="2575"/>
                      <a:pt x="3434" y="2048"/>
                      <a:pt x="2632" y="2023"/>
                    </a:cubicBezTo>
                    <a:cubicBezTo>
                      <a:pt x="2594" y="2021"/>
                      <a:pt x="2556" y="2020"/>
                      <a:pt x="2519" y="2020"/>
                    </a:cubicBezTo>
                    <a:cubicBezTo>
                      <a:pt x="1792" y="2020"/>
                      <a:pt x="1177" y="2475"/>
                      <a:pt x="677" y="2976"/>
                    </a:cubicBezTo>
                    <a:cubicBezTo>
                      <a:pt x="501" y="3151"/>
                      <a:pt x="326" y="3327"/>
                      <a:pt x="176" y="3527"/>
                    </a:cubicBezTo>
                    <a:cubicBezTo>
                      <a:pt x="125" y="3677"/>
                      <a:pt x="50" y="3828"/>
                      <a:pt x="0" y="3978"/>
                    </a:cubicBezTo>
                    <a:cubicBezTo>
                      <a:pt x="451" y="3427"/>
                      <a:pt x="927" y="2875"/>
                      <a:pt x="1529" y="2499"/>
                    </a:cubicBezTo>
                    <a:cubicBezTo>
                      <a:pt x="1899" y="2269"/>
                      <a:pt x="2237" y="2170"/>
                      <a:pt x="2552" y="2170"/>
                    </a:cubicBezTo>
                    <a:cubicBezTo>
                      <a:pt x="3945" y="2170"/>
                      <a:pt x="4863" y="4092"/>
                      <a:pt x="5865" y="4931"/>
                    </a:cubicBezTo>
                    <a:cubicBezTo>
                      <a:pt x="6287" y="5293"/>
                      <a:pt x="6807" y="5526"/>
                      <a:pt x="7358" y="5526"/>
                    </a:cubicBezTo>
                    <a:cubicBezTo>
                      <a:pt x="7494" y="5526"/>
                      <a:pt x="7631" y="5512"/>
                      <a:pt x="7770" y="5482"/>
                    </a:cubicBezTo>
                    <a:cubicBezTo>
                      <a:pt x="8396" y="5357"/>
                      <a:pt x="8922" y="4931"/>
                      <a:pt x="9374" y="4454"/>
                    </a:cubicBezTo>
                    <a:cubicBezTo>
                      <a:pt x="10401" y="3427"/>
                      <a:pt x="11153" y="1873"/>
                      <a:pt x="12506" y="1221"/>
                    </a:cubicBezTo>
                    <a:cubicBezTo>
                      <a:pt x="12823" y="1065"/>
                      <a:pt x="13115" y="996"/>
                      <a:pt x="13387" y="996"/>
                    </a:cubicBezTo>
                    <a:cubicBezTo>
                      <a:pt x="14771" y="996"/>
                      <a:pt x="15616" y="2776"/>
                      <a:pt x="16391" y="3803"/>
                    </a:cubicBezTo>
                    <a:cubicBezTo>
                      <a:pt x="16892" y="4454"/>
                      <a:pt x="17544" y="5006"/>
                      <a:pt x="18396" y="5031"/>
                    </a:cubicBezTo>
                    <a:cubicBezTo>
                      <a:pt x="18428" y="5032"/>
                      <a:pt x="18460" y="5033"/>
                      <a:pt x="18491" y="5033"/>
                    </a:cubicBezTo>
                    <a:cubicBezTo>
                      <a:pt x="19580" y="5033"/>
                      <a:pt x="20546" y="4206"/>
                      <a:pt x="21203" y="3427"/>
                    </a:cubicBezTo>
                    <a:cubicBezTo>
                      <a:pt x="21980" y="2525"/>
                      <a:pt x="22557" y="1472"/>
                      <a:pt x="23509" y="770"/>
                    </a:cubicBezTo>
                    <a:cubicBezTo>
                      <a:pt x="24012" y="393"/>
                      <a:pt x="24557" y="214"/>
                      <a:pt x="25098" y="214"/>
                    </a:cubicBezTo>
                    <a:cubicBezTo>
                      <a:pt x="25743" y="214"/>
                      <a:pt x="26384" y="468"/>
                      <a:pt x="26943" y="946"/>
                    </a:cubicBezTo>
                    <a:cubicBezTo>
                      <a:pt x="28572" y="2324"/>
                      <a:pt x="29273" y="4981"/>
                      <a:pt x="31479" y="5632"/>
                    </a:cubicBezTo>
                    <a:cubicBezTo>
                      <a:pt x="31723" y="5704"/>
                      <a:pt x="31955" y="5736"/>
                      <a:pt x="32175" y="5736"/>
                    </a:cubicBezTo>
                    <a:cubicBezTo>
                      <a:pt x="33583" y="5736"/>
                      <a:pt x="34527" y="4400"/>
                      <a:pt x="35263" y="3251"/>
                    </a:cubicBezTo>
                    <a:cubicBezTo>
                      <a:pt x="35715" y="2550"/>
                      <a:pt x="36166" y="1773"/>
                      <a:pt x="36867" y="1271"/>
                    </a:cubicBezTo>
                    <a:cubicBezTo>
                      <a:pt x="37265" y="997"/>
                      <a:pt x="37715" y="858"/>
                      <a:pt x="38165" y="858"/>
                    </a:cubicBezTo>
                    <a:cubicBezTo>
                      <a:pt x="38537" y="858"/>
                      <a:pt x="38908" y="953"/>
                      <a:pt x="39248" y="1146"/>
                    </a:cubicBezTo>
                    <a:cubicBezTo>
                      <a:pt x="40727" y="1973"/>
                      <a:pt x="41454" y="3677"/>
                      <a:pt x="42757" y="4680"/>
                    </a:cubicBezTo>
                    <a:cubicBezTo>
                      <a:pt x="43282" y="5100"/>
                      <a:pt x="43913" y="5362"/>
                      <a:pt x="44590" y="5362"/>
                    </a:cubicBezTo>
                    <a:cubicBezTo>
                      <a:pt x="44721" y="5362"/>
                      <a:pt x="44854" y="5352"/>
                      <a:pt x="44988" y="5332"/>
                    </a:cubicBezTo>
                    <a:cubicBezTo>
                      <a:pt x="46040" y="5181"/>
                      <a:pt x="46893" y="4429"/>
                      <a:pt x="47594" y="3677"/>
                    </a:cubicBezTo>
                    <a:cubicBezTo>
                      <a:pt x="48446" y="2750"/>
                      <a:pt x="49148" y="1697"/>
                      <a:pt x="50201" y="971"/>
                    </a:cubicBezTo>
                    <a:cubicBezTo>
                      <a:pt x="50773" y="590"/>
                      <a:pt x="51440" y="327"/>
                      <a:pt x="52088" y="327"/>
                    </a:cubicBezTo>
                    <a:cubicBezTo>
                      <a:pt x="52633" y="327"/>
                      <a:pt x="53163" y="513"/>
                      <a:pt x="53609" y="971"/>
                    </a:cubicBezTo>
                    <a:cubicBezTo>
                      <a:pt x="54837" y="2249"/>
                      <a:pt x="54938" y="4906"/>
                      <a:pt x="57193" y="4956"/>
                    </a:cubicBezTo>
                    <a:cubicBezTo>
                      <a:pt x="57233" y="4957"/>
                      <a:pt x="57272" y="4958"/>
                      <a:pt x="57311" y="4958"/>
                    </a:cubicBezTo>
                    <a:cubicBezTo>
                      <a:pt x="58344" y="4958"/>
                      <a:pt x="59303" y="4330"/>
                      <a:pt x="60076" y="3703"/>
                    </a:cubicBezTo>
                    <a:cubicBezTo>
                      <a:pt x="61103" y="2850"/>
                      <a:pt x="61930" y="1798"/>
                      <a:pt x="63133" y="1196"/>
                    </a:cubicBezTo>
                    <a:cubicBezTo>
                      <a:pt x="63575" y="989"/>
                      <a:pt x="64021" y="881"/>
                      <a:pt x="64450" y="881"/>
                    </a:cubicBezTo>
                    <a:cubicBezTo>
                      <a:pt x="65165" y="881"/>
                      <a:pt x="65834" y="1181"/>
                      <a:pt x="66366" y="1823"/>
                    </a:cubicBezTo>
                    <a:cubicBezTo>
                      <a:pt x="66868" y="2449"/>
                      <a:pt x="67219" y="3201"/>
                      <a:pt x="67645" y="3878"/>
                    </a:cubicBezTo>
                    <a:cubicBezTo>
                      <a:pt x="67494" y="3502"/>
                      <a:pt x="67344" y="3101"/>
                      <a:pt x="67168" y="2725"/>
                    </a:cubicBezTo>
                    <a:cubicBezTo>
                      <a:pt x="66868" y="2174"/>
                      <a:pt x="66517" y="1622"/>
                      <a:pt x="66015" y="1221"/>
                    </a:cubicBezTo>
                    <a:cubicBezTo>
                      <a:pt x="65530" y="826"/>
                      <a:pt x="65027" y="664"/>
                      <a:pt x="64525" y="664"/>
                    </a:cubicBezTo>
                    <a:cubicBezTo>
                      <a:pt x="63054" y="664"/>
                      <a:pt x="61586" y="2048"/>
                      <a:pt x="60577" y="3001"/>
                    </a:cubicBezTo>
                    <a:cubicBezTo>
                      <a:pt x="59721" y="3832"/>
                      <a:pt x="58556" y="4782"/>
                      <a:pt x="57290" y="4782"/>
                    </a:cubicBezTo>
                    <a:cubicBezTo>
                      <a:pt x="57258" y="4782"/>
                      <a:pt x="57226" y="4781"/>
                      <a:pt x="57193" y="4780"/>
                    </a:cubicBezTo>
                    <a:cubicBezTo>
                      <a:pt x="55965" y="4755"/>
                      <a:pt x="55314" y="3728"/>
                      <a:pt x="54837" y="2750"/>
                    </a:cubicBezTo>
                    <a:cubicBezTo>
                      <a:pt x="54462" y="1948"/>
                      <a:pt x="54136" y="1071"/>
                      <a:pt x="53409" y="545"/>
                    </a:cubicBezTo>
                    <a:cubicBezTo>
                      <a:pt x="53008" y="256"/>
                      <a:pt x="52557" y="131"/>
                      <a:pt x="52099" y="131"/>
                    </a:cubicBezTo>
                    <a:cubicBezTo>
                      <a:pt x="51642" y="131"/>
                      <a:pt x="51178" y="256"/>
                      <a:pt x="50752" y="469"/>
                    </a:cubicBezTo>
                    <a:cubicBezTo>
                      <a:pt x="49675" y="971"/>
                      <a:pt x="48898" y="1848"/>
                      <a:pt x="48171" y="2750"/>
                    </a:cubicBezTo>
                    <a:cubicBezTo>
                      <a:pt x="47419" y="3652"/>
                      <a:pt x="46592" y="4655"/>
                      <a:pt x="45464" y="5031"/>
                    </a:cubicBezTo>
                    <a:cubicBezTo>
                      <a:pt x="45161" y="5137"/>
                      <a:pt x="44873" y="5184"/>
                      <a:pt x="44599" y="5184"/>
                    </a:cubicBezTo>
                    <a:cubicBezTo>
                      <a:pt x="43056" y="5184"/>
                      <a:pt x="41939" y="3677"/>
                      <a:pt x="41003" y="2550"/>
                    </a:cubicBezTo>
                    <a:cubicBezTo>
                      <a:pt x="40260" y="1662"/>
                      <a:pt x="39313" y="673"/>
                      <a:pt x="38148" y="673"/>
                    </a:cubicBezTo>
                    <a:cubicBezTo>
                      <a:pt x="37899" y="673"/>
                      <a:pt x="37639" y="718"/>
                      <a:pt x="37369" y="820"/>
                    </a:cubicBezTo>
                    <a:cubicBezTo>
                      <a:pt x="35865" y="1372"/>
                      <a:pt x="35238" y="3176"/>
                      <a:pt x="34311" y="4329"/>
                    </a:cubicBezTo>
                    <a:cubicBezTo>
                      <a:pt x="33758" y="5002"/>
                      <a:pt x="33044" y="5560"/>
                      <a:pt x="32146" y="5560"/>
                    </a:cubicBezTo>
                    <a:cubicBezTo>
                      <a:pt x="32107" y="5560"/>
                      <a:pt x="32069" y="5559"/>
                      <a:pt x="32030" y="5557"/>
                    </a:cubicBezTo>
                    <a:cubicBezTo>
                      <a:pt x="30777" y="5482"/>
                      <a:pt x="29825" y="4404"/>
                      <a:pt x="29123" y="3452"/>
                    </a:cubicBezTo>
                    <a:cubicBezTo>
                      <a:pt x="28168" y="2087"/>
                      <a:pt x="27027" y="0"/>
                      <a:pt x="2515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4" name="Google Shape;4104;p52"/>
              <p:cNvSpPr/>
              <p:nvPr/>
            </p:nvSpPr>
            <p:spPr>
              <a:xfrm>
                <a:off x="796230" y="2225352"/>
                <a:ext cx="2417727" cy="194149"/>
              </a:xfrm>
              <a:custGeom>
                <a:rect b="b" l="l" r="r" t="t"/>
                <a:pathLst>
                  <a:path extrusionOk="0" h="5736" w="71430">
                    <a:moveTo>
                      <a:pt x="26987" y="1"/>
                    </a:moveTo>
                    <a:cubicBezTo>
                      <a:pt x="26796" y="1"/>
                      <a:pt x="26598" y="23"/>
                      <a:pt x="26392" y="69"/>
                    </a:cubicBezTo>
                    <a:cubicBezTo>
                      <a:pt x="24036" y="595"/>
                      <a:pt x="23434" y="3578"/>
                      <a:pt x="21379" y="4580"/>
                    </a:cubicBezTo>
                    <a:cubicBezTo>
                      <a:pt x="21028" y="4752"/>
                      <a:pt x="20685" y="4831"/>
                      <a:pt x="20355" y="4831"/>
                    </a:cubicBezTo>
                    <a:cubicBezTo>
                      <a:pt x="19625" y="4831"/>
                      <a:pt x="18965" y="4442"/>
                      <a:pt x="18447" y="3803"/>
                    </a:cubicBezTo>
                    <a:cubicBezTo>
                      <a:pt x="17895" y="3127"/>
                      <a:pt x="17519" y="2300"/>
                      <a:pt x="16918" y="1648"/>
                    </a:cubicBezTo>
                    <a:cubicBezTo>
                      <a:pt x="16413" y="1106"/>
                      <a:pt x="15824" y="855"/>
                      <a:pt x="15231" y="855"/>
                    </a:cubicBezTo>
                    <a:cubicBezTo>
                      <a:pt x="14615" y="855"/>
                      <a:pt x="13995" y="1125"/>
                      <a:pt x="13459" y="1623"/>
                    </a:cubicBezTo>
                    <a:cubicBezTo>
                      <a:pt x="12331" y="2600"/>
                      <a:pt x="11655" y="4054"/>
                      <a:pt x="10402" y="4931"/>
                    </a:cubicBezTo>
                    <a:cubicBezTo>
                      <a:pt x="10016" y="5183"/>
                      <a:pt x="9587" y="5330"/>
                      <a:pt x="9155" y="5330"/>
                    </a:cubicBezTo>
                    <a:cubicBezTo>
                      <a:pt x="8857" y="5330"/>
                      <a:pt x="8558" y="5260"/>
                      <a:pt x="8271" y="5107"/>
                    </a:cubicBezTo>
                    <a:cubicBezTo>
                      <a:pt x="7469" y="4706"/>
                      <a:pt x="6968" y="3853"/>
                      <a:pt x="6392" y="3177"/>
                    </a:cubicBezTo>
                    <a:cubicBezTo>
                      <a:pt x="5890" y="2575"/>
                      <a:pt x="5264" y="2049"/>
                      <a:pt x="4462" y="1999"/>
                    </a:cubicBezTo>
                    <a:cubicBezTo>
                      <a:pt x="4442" y="1998"/>
                      <a:pt x="4422" y="1998"/>
                      <a:pt x="4403" y="1998"/>
                    </a:cubicBezTo>
                    <a:cubicBezTo>
                      <a:pt x="3652" y="1998"/>
                      <a:pt x="3020" y="2463"/>
                      <a:pt x="2507" y="2976"/>
                    </a:cubicBezTo>
                    <a:cubicBezTo>
                      <a:pt x="1855" y="3628"/>
                      <a:pt x="1329" y="4405"/>
                      <a:pt x="627" y="5031"/>
                    </a:cubicBezTo>
                    <a:cubicBezTo>
                      <a:pt x="427" y="5182"/>
                      <a:pt x="226" y="5332"/>
                      <a:pt x="1" y="5457"/>
                    </a:cubicBezTo>
                    <a:lnTo>
                      <a:pt x="1" y="5658"/>
                    </a:lnTo>
                    <a:cubicBezTo>
                      <a:pt x="1354" y="4981"/>
                      <a:pt x="2056" y="3302"/>
                      <a:pt x="3359" y="2500"/>
                    </a:cubicBezTo>
                    <a:cubicBezTo>
                      <a:pt x="3731" y="2268"/>
                      <a:pt x="4072" y="2169"/>
                      <a:pt x="4388" y="2169"/>
                    </a:cubicBezTo>
                    <a:cubicBezTo>
                      <a:pt x="5777" y="2169"/>
                      <a:pt x="6695" y="4074"/>
                      <a:pt x="7695" y="4931"/>
                    </a:cubicBezTo>
                    <a:cubicBezTo>
                      <a:pt x="8117" y="5293"/>
                      <a:pt x="8637" y="5526"/>
                      <a:pt x="9188" y="5526"/>
                    </a:cubicBezTo>
                    <a:cubicBezTo>
                      <a:pt x="9324" y="5526"/>
                      <a:pt x="9461" y="5512"/>
                      <a:pt x="9600" y="5483"/>
                    </a:cubicBezTo>
                    <a:cubicBezTo>
                      <a:pt x="10226" y="5357"/>
                      <a:pt x="10752" y="4906"/>
                      <a:pt x="11204" y="4455"/>
                    </a:cubicBezTo>
                    <a:cubicBezTo>
                      <a:pt x="12231" y="3427"/>
                      <a:pt x="12983" y="1873"/>
                      <a:pt x="14336" y="1197"/>
                    </a:cubicBezTo>
                    <a:cubicBezTo>
                      <a:pt x="14646" y="1048"/>
                      <a:pt x="14933" y="982"/>
                      <a:pt x="15200" y="982"/>
                    </a:cubicBezTo>
                    <a:cubicBezTo>
                      <a:pt x="16594" y="982"/>
                      <a:pt x="17443" y="2772"/>
                      <a:pt x="18221" y="3803"/>
                    </a:cubicBezTo>
                    <a:cubicBezTo>
                      <a:pt x="18722" y="4455"/>
                      <a:pt x="19374" y="5006"/>
                      <a:pt x="20226" y="5031"/>
                    </a:cubicBezTo>
                    <a:cubicBezTo>
                      <a:pt x="20258" y="5033"/>
                      <a:pt x="20290" y="5034"/>
                      <a:pt x="20321" y="5034"/>
                    </a:cubicBezTo>
                    <a:cubicBezTo>
                      <a:pt x="21410" y="5034"/>
                      <a:pt x="22376" y="4207"/>
                      <a:pt x="23033" y="3427"/>
                    </a:cubicBezTo>
                    <a:cubicBezTo>
                      <a:pt x="23810" y="2525"/>
                      <a:pt x="24387" y="1472"/>
                      <a:pt x="25339" y="771"/>
                    </a:cubicBezTo>
                    <a:cubicBezTo>
                      <a:pt x="25842" y="393"/>
                      <a:pt x="26387" y="214"/>
                      <a:pt x="26928" y="214"/>
                    </a:cubicBezTo>
                    <a:cubicBezTo>
                      <a:pt x="27573" y="214"/>
                      <a:pt x="28214" y="469"/>
                      <a:pt x="28773" y="946"/>
                    </a:cubicBezTo>
                    <a:cubicBezTo>
                      <a:pt x="30402" y="2325"/>
                      <a:pt x="31103" y="4981"/>
                      <a:pt x="33309" y="5633"/>
                    </a:cubicBezTo>
                    <a:cubicBezTo>
                      <a:pt x="33550" y="5703"/>
                      <a:pt x="33780" y="5736"/>
                      <a:pt x="33998" y="5736"/>
                    </a:cubicBezTo>
                    <a:cubicBezTo>
                      <a:pt x="35410" y="5736"/>
                      <a:pt x="36355" y="4381"/>
                      <a:pt x="37093" y="3252"/>
                    </a:cubicBezTo>
                    <a:cubicBezTo>
                      <a:pt x="37545" y="2550"/>
                      <a:pt x="37996" y="1773"/>
                      <a:pt x="38697" y="1272"/>
                    </a:cubicBezTo>
                    <a:cubicBezTo>
                      <a:pt x="39095" y="998"/>
                      <a:pt x="39545" y="858"/>
                      <a:pt x="39995" y="858"/>
                    </a:cubicBezTo>
                    <a:cubicBezTo>
                      <a:pt x="40367" y="858"/>
                      <a:pt x="40738" y="954"/>
                      <a:pt x="41078" y="1147"/>
                    </a:cubicBezTo>
                    <a:cubicBezTo>
                      <a:pt x="42557" y="1974"/>
                      <a:pt x="43284" y="3678"/>
                      <a:pt x="44587" y="4681"/>
                    </a:cubicBezTo>
                    <a:cubicBezTo>
                      <a:pt x="45112" y="5101"/>
                      <a:pt x="45743" y="5362"/>
                      <a:pt x="46420" y="5362"/>
                    </a:cubicBezTo>
                    <a:cubicBezTo>
                      <a:pt x="46551" y="5362"/>
                      <a:pt x="46684" y="5352"/>
                      <a:pt x="46818" y="5332"/>
                    </a:cubicBezTo>
                    <a:cubicBezTo>
                      <a:pt x="47870" y="5182"/>
                      <a:pt x="48723" y="4430"/>
                      <a:pt x="49424" y="3678"/>
                    </a:cubicBezTo>
                    <a:cubicBezTo>
                      <a:pt x="50276" y="2751"/>
                      <a:pt x="50978" y="1698"/>
                      <a:pt x="52031" y="971"/>
                    </a:cubicBezTo>
                    <a:cubicBezTo>
                      <a:pt x="52603" y="590"/>
                      <a:pt x="53270" y="327"/>
                      <a:pt x="53918" y="327"/>
                    </a:cubicBezTo>
                    <a:cubicBezTo>
                      <a:pt x="54463" y="327"/>
                      <a:pt x="54993" y="513"/>
                      <a:pt x="55439" y="971"/>
                    </a:cubicBezTo>
                    <a:cubicBezTo>
                      <a:pt x="56667" y="2249"/>
                      <a:pt x="56768" y="4906"/>
                      <a:pt x="59023" y="4956"/>
                    </a:cubicBezTo>
                    <a:cubicBezTo>
                      <a:pt x="59063" y="4958"/>
                      <a:pt x="59102" y="4959"/>
                      <a:pt x="59141" y="4959"/>
                    </a:cubicBezTo>
                    <a:cubicBezTo>
                      <a:pt x="60174" y="4959"/>
                      <a:pt x="61133" y="4330"/>
                      <a:pt x="61906" y="3678"/>
                    </a:cubicBezTo>
                    <a:cubicBezTo>
                      <a:pt x="62933" y="2851"/>
                      <a:pt x="63760" y="1798"/>
                      <a:pt x="64963" y="1197"/>
                    </a:cubicBezTo>
                    <a:cubicBezTo>
                      <a:pt x="65404" y="981"/>
                      <a:pt x="65848" y="871"/>
                      <a:pt x="66276" y="871"/>
                    </a:cubicBezTo>
                    <a:cubicBezTo>
                      <a:pt x="66992" y="871"/>
                      <a:pt x="67663" y="1180"/>
                      <a:pt x="68196" y="1823"/>
                    </a:cubicBezTo>
                    <a:cubicBezTo>
                      <a:pt x="68773" y="2500"/>
                      <a:pt x="69099" y="3352"/>
                      <a:pt x="69625" y="4104"/>
                    </a:cubicBezTo>
                    <a:cubicBezTo>
                      <a:pt x="70051" y="4706"/>
                      <a:pt x="70577" y="5207"/>
                      <a:pt x="71329" y="5282"/>
                    </a:cubicBezTo>
                    <a:cubicBezTo>
                      <a:pt x="71354" y="5295"/>
                      <a:pt x="71373" y="5295"/>
                      <a:pt x="71389" y="5295"/>
                    </a:cubicBezTo>
                    <a:cubicBezTo>
                      <a:pt x="71404" y="5295"/>
                      <a:pt x="71417" y="5295"/>
                      <a:pt x="71429" y="5307"/>
                    </a:cubicBezTo>
                    <a:cubicBezTo>
                      <a:pt x="71429" y="5232"/>
                      <a:pt x="71429" y="5182"/>
                      <a:pt x="71429" y="5132"/>
                    </a:cubicBezTo>
                    <a:cubicBezTo>
                      <a:pt x="71304" y="5107"/>
                      <a:pt x="71204" y="5107"/>
                      <a:pt x="71104" y="5056"/>
                    </a:cubicBezTo>
                    <a:cubicBezTo>
                      <a:pt x="70201" y="4831"/>
                      <a:pt x="69700" y="3954"/>
                      <a:pt x="69299" y="3227"/>
                    </a:cubicBezTo>
                    <a:cubicBezTo>
                      <a:pt x="68873" y="2500"/>
                      <a:pt x="68497" y="1748"/>
                      <a:pt x="67845" y="1222"/>
                    </a:cubicBezTo>
                    <a:cubicBezTo>
                      <a:pt x="67357" y="824"/>
                      <a:pt x="66851" y="661"/>
                      <a:pt x="66345" y="661"/>
                    </a:cubicBezTo>
                    <a:cubicBezTo>
                      <a:pt x="64877" y="661"/>
                      <a:pt x="63413" y="2032"/>
                      <a:pt x="62407" y="3001"/>
                    </a:cubicBezTo>
                    <a:cubicBezTo>
                      <a:pt x="61551" y="3832"/>
                      <a:pt x="60386" y="4783"/>
                      <a:pt x="59120" y="4783"/>
                    </a:cubicBezTo>
                    <a:cubicBezTo>
                      <a:pt x="59088" y="4783"/>
                      <a:pt x="59056" y="4782"/>
                      <a:pt x="59023" y="4781"/>
                    </a:cubicBezTo>
                    <a:cubicBezTo>
                      <a:pt x="57795" y="4756"/>
                      <a:pt x="57144" y="3728"/>
                      <a:pt x="56667" y="2726"/>
                    </a:cubicBezTo>
                    <a:cubicBezTo>
                      <a:pt x="56292" y="1949"/>
                      <a:pt x="55966" y="1071"/>
                      <a:pt x="55239" y="545"/>
                    </a:cubicBezTo>
                    <a:cubicBezTo>
                      <a:pt x="54833" y="253"/>
                      <a:pt x="54375" y="128"/>
                      <a:pt x="53912" y="128"/>
                    </a:cubicBezTo>
                    <a:cubicBezTo>
                      <a:pt x="53460" y="128"/>
                      <a:pt x="53003" y="247"/>
                      <a:pt x="52582" y="445"/>
                    </a:cubicBezTo>
                    <a:cubicBezTo>
                      <a:pt x="51505" y="971"/>
                      <a:pt x="50728" y="1848"/>
                      <a:pt x="50001" y="2751"/>
                    </a:cubicBezTo>
                    <a:cubicBezTo>
                      <a:pt x="49249" y="3653"/>
                      <a:pt x="48422" y="4630"/>
                      <a:pt x="47294" y="5031"/>
                    </a:cubicBezTo>
                    <a:cubicBezTo>
                      <a:pt x="46994" y="5136"/>
                      <a:pt x="46709" y="5184"/>
                      <a:pt x="46436" y="5184"/>
                    </a:cubicBezTo>
                    <a:cubicBezTo>
                      <a:pt x="44890" y="5184"/>
                      <a:pt x="43771" y="3658"/>
                      <a:pt x="42833" y="2550"/>
                    </a:cubicBezTo>
                    <a:cubicBezTo>
                      <a:pt x="42092" y="1645"/>
                      <a:pt x="41148" y="672"/>
                      <a:pt x="39988" y="672"/>
                    </a:cubicBezTo>
                    <a:cubicBezTo>
                      <a:pt x="39735" y="672"/>
                      <a:pt x="39472" y="718"/>
                      <a:pt x="39199" y="821"/>
                    </a:cubicBezTo>
                    <a:cubicBezTo>
                      <a:pt x="37695" y="1372"/>
                      <a:pt x="37068" y="3177"/>
                      <a:pt x="36141" y="4330"/>
                    </a:cubicBezTo>
                    <a:cubicBezTo>
                      <a:pt x="35588" y="5003"/>
                      <a:pt x="34874" y="5561"/>
                      <a:pt x="33976" y="5561"/>
                    </a:cubicBezTo>
                    <a:cubicBezTo>
                      <a:pt x="33937" y="5561"/>
                      <a:pt x="33899" y="5560"/>
                      <a:pt x="33860" y="5558"/>
                    </a:cubicBezTo>
                    <a:cubicBezTo>
                      <a:pt x="32607" y="5483"/>
                      <a:pt x="31655" y="4405"/>
                      <a:pt x="30953" y="3452"/>
                    </a:cubicBezTo>
                    <a:cubicBezTo>
                      <a:pt x="29998" y="2088"/>
                      <a:pt x="28857" y="1"/>
                      <a:pt x="269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5" name="Google Shape;4105;p52"/>
              <p:cNvSpPr/>
              <p:nvPr/>
            </p:nvSpPr>
            <p:spPr>
              <a:xfrm>
                <a:off x="792846" y="2429793"/>
                <a:ext cx="2427035" cy="194149"/>
              </a:xfrm>
              <a:custGeom>
                <a:rect b="b" l="l" r="r" t="t"/>
                <a:pathLst>
                  <a:path extrusionOk="0" h="5736" w="71705">
                    <a:moveTo>
                      <a:pt x="27087" y="1"/>
                    </a:moveTo>
                    <a:cubicBezTo>
                      <a:pt x="26897" y="1"/>
                      <a:pt x="26698" y="23"/>
                      <a:pt x="26492" y="69"/>
                    </a:cubicBezTo>
                    <a:cubicBezTo>
                      <a:pt x="24136" y="570"/>
                      <a:pt x="23534" y="3578"/>
                      <a:pt x="21479" y="4580"/>
                    </a:cubicBezTo>
                    <a:cubicBezTo>
                      <a:pt x="21128" y="4752"/>
                      <a:pt x="20785" y="4831"/>
                      <a:pt x="20455" y="4831"/>
                    </a:cubicBezTo>
                    <a:cubicBezTo>
                      <a:pt x="19725" y="4831"/>
                      <a:pt x="19065" y="4442"/>
                      <a:pt x="18547" y="3803"/>
                    </a:cubicBezTo>
                    <a:cubicBezTo>
                      <a:pt x="17995" y="3127"/>
                      <a:pt x="17619" y="2300"/>
                      <a:pt x="17018" y="1648"/>
                    </a:cubicBezTo>
                    <a:cubicBezTo>
                      <a:pt x="16510" y="1103"/>
                      <a:pt x="15917" y="852"/>
                      <a:pt x="15320" y="852"/>
                    </a:cubicBezTo>
                    <a:cubicBezTo>
                      <a:pt x="14708" y="852"/>
                      <a:pt x="14092" y="1116"/>
                      <a:pt x="13559" y="1598"/>
                    </a:cubicBezTo>
                    <a:cubicBezTo>
                      <a:pt x="12431" y="2600"/>
                      <a:pt x="11755" y="4054"/>
                      <a:pt x="10502" y="4906"/>
                    </a:cubicBezTo>
                    <a:cubicBezTo>
                      <a:pt x="10113" y="5175"/>
                      <a:pt x="9680" y="5328"/>
                      <a:pt x="9244" y="5328"/>
                    </a:cubicBezTo>
                    <a:cubicBezTo>
                      <a:pt x="8950" y="5328"/>
                      <a:pt x="8654" y="5258"/>
                      <a:pt x="8371" y="5107"/>
                    </a:cubicBezTo>
                    <a:cubicBezTo>
                      <a:pt x="7569" y="4681"/>
                      <a:pt x="7068" y="3829"/>
                      <a:pt x="6492" y="3177"/>
                    </a:cubicBezTo>
                    <a:cubicBezTo>
                      <a:pt x="5990" y="2575"/>
                      <a:pt x="5364" y="2049"/>
                      <a:pt x="4562" y="1999"/>
                    </a:cubicBezTo>
                    <a:cubicBezTo>
                      <a:pt x="4541" y="1998"/>
                      <a:pt x="4520" y="1998"/>
                      <a:pt x="4500" y="1998"/>
                    </a:cubicBezTo>
                    <a:cubicBezTo>
                      <a:pt x="3750" y="1998"/>
                      <a:pt x="3119" y="2440"/>
                      <a:pt x="2607" y="2976"/>
                    </a:cubicBezTo>
                    <a:cubicBezTo>
                      <a:pt x="1955" y="3628"/>
                      <a:pt x="1429" y="4405"/>
                      <a:pt x="727" y="5032"/>
                    </a:cubicBezTo>
                    <a:cubicBezTo>
                      <a:pt x="502" y="5207"/>
                      <a:pt x="251" y="5382"/>
                      <a:pt x="0" y="5483"/>
                    </a:cubicBezTo>
                    <a:cubicBezTo>
                      <a:pt x="0" y="5558"/>
                      <a:pt x="0" y="5633"/>
                      <a:pt x="0" y="5708"/>
                    </a:cubicBezTo>
                    <a:cubicBezTo>
                      <a:pt x="1429" y="5082"/>
                      <a:pt x="2106" y="3327"/>
                      <a:pt x="3459" y="2500"/>
                    </a:cubicBezTo>
                    <a:cubicBezTo>
                      <a:pt x="3831" y="2268"/>
                      <a:pt x="4172" y="2169"/>
                      <a:pt x="4488" y="2169"/>
                    </a:cubicBezTo>
                    <a:cubicBezTo>
                      <a:pt x="5877" y="2169"/>
                      <a:pt x="6795" y="4074"/>
                      <a:pt x="7795" y="4931"/>
                    </a:cubicBezTo>
                    <a:cubicBezTo>
                      <a:pt x="8217" y="5293"/>
                      <a:pt x="8737" y="5526"/>
                      <a:pt x="9288" y="5526"/>
                    </a:cubicBezTo>
                    <a:cubicBezTo>
                      <a:pt x="9424" y="5526"/>
                      <a:pt x="9561" y="5512"/>
                      <a:pt x="9700" y="5483"/>
                    </a:cubicBezTo>
                    <a:cubicBezTo>
                      <a:pt x="10326" y="5357"/>
                      <a:pt x="10852" y="4906"/>
                      <a:pt x="11304" y="4455"/>
                    </a:cubicBezTo>
                    <a:cubicBezTo>
                      <a:pt x="12331" y="3428"/>
                      <a:pt x="13083" y="1849"/>
                      <a:pt x="14436" y="1197"/>
                    </a:cubicBezTo>
                    <a:cubicBezTo>
                      <a:pt x="14746" y="1048"/>
                      <a:pt x="15033" y="982"/>
                      <a:pt x="15300" y="982"/>
                    </a:cubicBezTo>
                    <a:cubicBezTo>
                      <a:pt x="16694" y="982"/>
                      <a:pt x="17543" y="2773"/>
                      <a:pt x="18321" y="3803"/>
                    </a:cubicBezTo>
                    <a:cubicBezTo>
                      <a:pt x="18822" y="4455"/>
                      <a:pt x="19474" y="4981"/>
                      <a:pt x="20326" y="5032"/>
                    </a:cubicBezTo>
                    <a:cubicBezTo>
                      <a:pt x="20343" y="5032"/>
                      <a:pt x="20360" y="5032"/>
                      <a:pt x="20376" y="5032"/>
                    </a:cubicBezTo>
                    <a:cubicBezTo>
                      <a:pt x="21484" y="5032"/>
                      <a:pt x="22467" y="4218"/>
                      <a:pt x="23133" y="3428"/>
                    </a:cubicBezTo>
                    <a:cubicBezTo>
                      <a:pt x="23910" y="2525"/>
                      <a:pt x="24487" y="1473"/>
                      <a:pt x="25439" y="771"/>
                    </a:cubicBezTo>
                    <a:cubicBezTo>
                      <a:pt x="25942" y="394"/>
                      <a:pt x="26487" y="215"/>
                      <a:pt x="27028" y="215"/>
                    </a:cubicBezTo>
                    <a:cubicBezTo>
                      <a:pt x="27673" y="215"/>
                      <a:pt x="28314" y="469"/>
                      <a:pt x="28873" y="946"/>
                    </a:cubicBezTo>
                    <a:cubicBezTo>
                      <a:pt x="30502" y="2325"/>
                      <a:pt x="31203" y="4981"/>
                      <a:pt x="33409" y="5633"/>
                    </a:cubicBezTo>
                    <a:cubicBezTo>
                      <a:pt x="33650" y="5703"/>
                      <a:pt x="33880" y="5736"/>
                      <a:pt x="34098" y="5736"/>
                    </a:cubicBezTo>
                    <a:cubicBezTo>
                      <a:pt x="35510" y="5736"/>
                      <a:pt x="36455" y="4381"/>
                      <a:pt x="37193" y="3252"/>
                    </a:cubicBezTo>
                    <a:cubicBezTo>
                      <a:pt x="37645" y="2550"/>
                      <a:pt x="38096" y="1773"/>
                      <a:pt x="38797" y="1272"/>
                    </a:cubicBezTo>
                    <a:cubicBezTo>
                      <a:pt x="39195" y="998"/>
                      <a:pt x="39645" y="859"/>
                      <a:pt x="40095" y="859"/>
                    </a:cubicBezTo>
                    <a:cubicBezTo>
                      <a:pt x="40467" y="859"/>
                      <a:pt x="40838" y="954"/>
                      <a:pt x="41178" y="1147"/>
                    </a:cubicBezTo>
                    <a:cubicBezTo>
                      <a:pt x="42657" y="1949"/>
                      <a:pt x="43384" y="3653"/>
                      <a:pt x="44687" y="4681"/>
                    </a:cubicBezTo>
                    <a:cubicBezTo>
                      <a:pt x="45217" y="5083"/>
                      <a:pt x="45855" y="5361"/>
                      <a:pt x="46540" y="5361"/>
                    </a:cubicBezTo>
                    <a:cubicBezTo>
                      <a:pt x="46664" y="5361"/>
                      <a:pt x="46790" y="5352"/>
                      <a:pt x="46918" y="5332"/>
                    </a:cubicBezTo>
                    <a:cubicBezTo>
                      <a:pt x="47970" y="5182"/>
                      <a:pt x="48823" y="4430"/>
                      <a:pt x="49524" y="3678"/>
                    </a:cubicBezTo>
                    <a:cubicBezTo>
                      <a:pt x="50376" y="2751"/>
                      <a:pt x="51078" y="1698"/>
                      <a:pt x="52131" y="971"/>
                    </a:cubicBezTo>
                    <a:cubicBezTo>
                      <a:pt x="52710" y="585"/>
                      <a:pt x="53388" y="313"/>
                      <a:pt x="54043" y="313"/>
                    </a:cubicBezTo>
                    <a:cubicBezTo>
                      <a:pt x="54579" y="313"/>
                      <a:pt x="55100" y="495"/>
                      <a:pt x="55539" y="946"/>
                    </a:cubicBezTo>
                    <a:cubicBezTo>
                      <a:pt x="56767" y="2250"/>
                      <a:pt x="56868" y="4881"/>
                      <a:pt x="59123" y="4956"/>
                    </a:cubicBezTo>
                    <a:cubicBezTo>
                      <a:pt x="59144" y="4957"/>
                      <a:pt x="59165" y="4957"/>
                      <a:pt x="59186" y="4957"/>
                    </a:cubicBezTo>
                    <a:cubicBezTo>
                      <a:pt x="60240" y="4957"/>
                      <a:pt x="61219" y="4342"/>
                      <a:pt x="62006" y="3678"/>
                    </a:cubicBezTo>
                    <a:cubicBezTo>
                      <a:pt x="63033" y="2851"/>
                      <a:pt x="63860" y="1798"/>
                      <a:pt x="65063" y="1197"/>
                    </a:cubicBezTo>
                    <a:cubicBezTo>
                      <a:pt x="65506" y="980"/>
                      <a:pt x="65953" y="870"/>
                      <a:pt x="66384" y="870"/>
                    </a:cubicBezTo>
                    <a:cubicBezTo>
                      <a:pt x="67097" y="870"/>
                      <a:pt x="67765" y="1173"/>
                      <a:pt x="68296" y="1798"/>
                    </a:cubicBezTo>
                    <a:cubicBezTo>
                      <a:pt x="68873" y="2500"/>
                      <a:pt x="69199" y="3352"/>
                      <a:pt x="69725" y="4104"/>
                    </a:cubicBezTo>
                    <a:cubicBezTo>
                      <a:pt x="70151" y="4681"/>
                      <a:pt x="70677" y="5207"/>
                      <a:pt x="71429" y="5282"/>
                    </a:cubicBezTo>
                    <a:cubicBezTo>
                      <a:pt x="71529" y="5307"/>
                      <a:pt x="71630" y="5307"/>
                      <a:pt x="71705" y="5307"/>
                    </a:cubicBezTo>
                    <a:cubicBezTo>
                      <a:pt x="71705" y="5232"/>
                      <a:pt x="71705" y="5182"/>
                      <a:pt x="71705" y="5132"/>
                    </a:cubicBezTo>
                    <a:cubicBezTo>
                      <a:pt x="71529" y="5132"/>
                      <a:pt x="71379" y="5107"/>
                      <a:pt x="71204" y="5057"/>
                    </a:cubicBezTo>
                    <a:cubicBezTo>
                      <a:pt x="70301" y="4831"/>
                      <a:pt x="69800" y="3954"/>
                      <a:pt x="69399" y="3202"/>
                    </a:cubicBezTo>
                    <a:cubicBezTo>
                      <a:pt x="68973" y="2500"/>
                      <a:pt x="68597" y="1748"/>
                      <a:pt x="67945" y="1222"/>
                    </a:cubicBezTo>
                    <a:cubicBezTo>
                      <a:pt x="67457" y="824"/>
                      <a:pt x="66951" y="661"/>
                      <a:pt x="66445" y="661"/>
                    </a:cubicBezTo>
                    <a:cubicBezTo>
                      <a:pt x="64977" y="661"/>
                      <a:pt x="63513" y="2032"/>
                      <a:pt x="62507" y="3001"/>
                    </a:cubicBezTo>
                    <a:cubicBezTo>
                      <a:pt x="61651" y="3833"/>
                      <a:pt x="60486" y="4783"/>
                      <a:pt x="59220" y="4783"/>
                    </a:cubicBezTo>
                    <a:cubicBezTo>
                      <a:pt x="59188" y="4783"/>
                      <a:pt x="59156" y="4782"/>
                      <a:pt x="59123" y="4781"/>
                    </a:cubicBezTo>
                    <a:cubicBezTo>
                      <a:pt x="57895" y="4731"/>
                      <a:pt x="57244" y="3728"/>
                      <a:pt x="56767" y="2726"/>
                    </a:cubicBezTo>
                    <a:cubicBezTo>
                      <a:pt x="56392" y="1949"/>
                      <a:pt x="56066" y="1072"/>
                      <a:pt x="55339" y="545"/>
                    </a:cubicBezTo>
                    <a:cubicBezTo>
                      <a:pt x="54933" y="253"/>
                      <a:pt x="54475" y="129"/>
                      <a:pt x="54012" y="129"/>
                    </a:cubicBezTo>
                    <a:cubicBezTo>
                      <a:pt x="53560" y="129"/>
                      <a:pt x="53103" y="247"/>
                      <a:pt x="52682" y="445"/>
                    </a:cubicBezTo>
                    <a:cubicBezTo>
                      <a:pt x="51605" y="971"/>
                      <a:pt x="50828" y="1849"/>
                      <a:pt x="50101" y="2751"/>
                    </a:cubicBezTo>
                    <a:cubicBezTo>
                      <a:pt x="49349" y="3653"/>
                      <a:pt x="48522" y="4631"/>
                      <a:pt x="47394" y="5032"/>
                    </a:cubicBezTo>
                    <a:cubicBezTo>
                      <a:pt x="47094" y="5136"/>
                      <a:pt x="46809" y="5184"/>
                      <a:pt x="46537" y="5184"/>
                    </a:cubicBezTo>
                    <a:cubicBezTo>
                      <a:pt x="44990" y="5184"/>
                      <a:pt x="43871" y="3655"/>
                      <a:pt x="42933" y="2525"/>
                    </a:cubicBezTo>
                    <a:cubicBezTo>
                      <a:pt x="42192" y="1641"/>
                      <a:pt x="41249" y="672"/>
                      <a:pt x="40089" y="672"/>
                    </a:cubicBezTo>
                    <a:cubicBezTo>
                      <a:pt x="39836" y="672"/>
                      <a:pt x="39573" y="718"/>
                      <a:pt x="39299" y="821"/>
                    </a:cubicBezTo>
                    <a:cubicBezTo>
                      <a:pt x="37795" y="1372"/>
                      <a:pt x="37168" y="3152"/>
                      <a:pt x="36241" y="4330"/>
                    </a:cubicBezTo>
                    <a:cubicBezTo>
                      <a:pt x="35688" y="5003"/>
                      <a:pt x="34974" y="5561"/>
                      <a:pt x="34076" y="5561"/>
                    </a:cubicBezTo>
                    <a:cubicBezTo>
                      <a:pt x="34037" y="5561"/>
                      <a:pt x="33999" y="5560"/>
                      <a:pt x="33960" y="5558"/>
                    </a:cubicBezTo>
                    <a:cubicBezTo>
                      <a:pt x="32707" y="5483"/>
                      <a:pt x="31755" y="4380"/>
                      <a:pt x="31053" y="3428"/>
                    </a:cubicBezTo>
                    <a:cubicBezTo>
                      <a:pt x="30098" y="2086"/>
                      <a:pt x="28957" y="1"/>
                      <a:pt x="270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6" name="Google Shape;4106;p52"/>
              <p:cNvSpPr/>
              <p:nvPr/>
            </p:nvSpPr>
            <p:spPr>
              <a:xfrm>
                <a:off x="809804" y="2633624"/>
                <a:ext cx="2405000" cy="194759"/>
              </a:xfrm>
              <a:custGeom>
                <a:rect b="b" l="l" r="r" t="t"/>
                <a:pathLst>
                  <a:path extrusionOk="0" h="5754" w="71054">
                    <a:moveTo>
                      <a:pt x="26561" y="0"/>
                    </a:moveTo>
                    <a:cubicBezTo>
                      <a:pt x="26378" y="0"/>
                      <a:pt x="26188" y="20"/>
                      <a:pt x="25991" y="62"/>
                    </a:cubicBezTo>
                    <a:cubicBezTo>
                      <a:pt x="23635" y="588"/>
                      <a:pt x="23033" y="3571"/>
                      <a:pt x="20978" y="4599"/>
                    </a:cubicBezTo>
                    <a:cubicBezTo>
                      <a:pt x="20627" y="4770"/>
                      <a:pt x="20284" y="4849"/>
                      <a:pt x="19954" y="4849"/>
                    </a:cubicBezTo>
                    <a:cubicBezTo>
                      <a:pt x="19224" y="4849"/>
                      <a:pt x="18564" y="4460"/>
                      <a:pt x="18046" y="3822"/>
                    </a:cubicBezTo>
                    <a:cubicBezTo>
                      <a:pt x="17494" y="3145"/>
                      <a:pt x="17118" y="2318"/>
                      <a:pt x="16517" y="1666"/>
                    </a:cubicBezTo>
                    <a:cubicBezTo>
                      <a:pt x="16009" y="1122"/>
                      <a:pt x="15416" y="870"/>
                      <a:pt x="14819" y="870"/>
                    </a:cubicBezTo>
                    <a:cubicBezTo>
                      <a:pt x="14207" y="870"/>
                      <a:pt x="13591" y="1134"/>
                      <a:pt x="13058" y="1616"/>
                    </a:cubicBezTo>
                    <a:cubicBezTo>
                      <a:pt x="11930" y="2619"/>
                      <a:pt x="11254" y="4072"/>
                      <a:pt x="10001" y="4924"/>
                    </a:cubicBezTo>
                    <a:cubicBezTo>
                      <a:pt x="9612" y="5193"/>
                      <a:pt x="9179" y="5347"/>
                      <a:pt x="8743" y="5347"/>
                    </a:cubicBezTo>
                    <a:cubicBezTo>
                      <a:pt x="8449" y="5347"/>
                      <a:pt x="8153" y="5277"/>
                      <a:pt x="7870" y="5125"/>
                    </a:cubicBezTo>
                    <a:cubicBezTo>
                      <a:pt x="7068" y="4699"/>
                      <a:pt x="6567" y="3847"/>
                      <a:pt x="5991" y="3170"/>
                    </a:cubicBezTo>
                    <a:cubicBezTo>
                      <a:pt x="5489" y="2594"/>
                      <a:pt x="4863" y="2067"/>
                      <a:pt x="4061" y="2017"/>
                    </a:cubicBezTo>
                    <a:cubicBezTo>
                      <a:pt x="4040" y="2016"/>
                      <a:pt x="4019" y="2016"/>
                      <a:pt x="3999" y="2016"/>
                    </a:cubicBezTo>
                    <a:cubicBezTo>
                      <a:pt x="3249" y="2016"/>
                      <a:pt x="2618" y="2457"/>
                      <a:pt x="2106" y="2969"/>
                    </a:cubicBezTo>
                    <a:cubicBezTo>
                      <a:pt x="1454" y="3646"/>
                      <a:pt x="928" y="4423"/>
                      <a:pt x="226" y="5025"/>
                    </a:cubicBezTo>
                    <a:cubicBezTo>
                      <a:pt x="151" y="5100"/>
                      <a:pt x="76" y="5150"/>
                      <a:pt x="1" y="5200"/>
                    </a:cubicBezTo>
                    <a:cubicBezTo>
                      <a:pt x="26" y="5275"/>
                      <a:pt x="26" y="5325"/>
                      <a:pt x="51" y="5401"/>
                    </a:cubicBezTo>
                    <a:cubicBezTo>
                      <a:pt x="1128" y="4624"/>
                      <a:pt x="1805" y="3220"/>
                      <a:pt x="2958" y="2518"/>
                    </a:cubicBezTo>
                    <a:cubicBezTo>
                      <a:pt x="3330" y="2286"/>
                      <a:pt x="3671" y="2187"/>
                      <a:pt x="3987" y="2187"/>
                    </a:cubicBezTo>
                    <a:cubicBezTo>
                      <a:pt x="5376" y="2187"/>
                      <a:pt x="6294" y="4092"/>
                      <a:pt x="7294" y="4949"/>
                    </a:cubicBezTo>
                    <a:cubicBezTo>
                      <a:pt x="7723" y="5317"/>
                      <a:pt x="8252" y="5535"/>
                      <a:pt x="8813" y="5535"/>
                    </a:cubicBezTo>
                    <a:cubicBezTo>
                      <a:pt x="8940" y="5535"/>
                      <a:pt x="9069" y="5524"/>
                      <a:pt x="9199" y="5501"/>
                    </a:cubicBezTo>
                    <a:cubicBezTo>
                      <a:pt x="9825" y="5350"/>
                      <a:pt x="10351" y="4924"/>
                      <a:pt x="10803" y="4473"/>
                    </a:cubicBezTo>
                    <a:cubicBezTo>
                      <a:pt x="11830" y="3421"/>
                      <a:pt x="12582" y="1867"/>
                      <a:pt x="13935" y="1215"/>
                    </a:cubicBezTo>
                    <a:cubicBezTo>
                      <a:pt x="14245" y="1066"/>
                      <a:pt x="14532" y="1001"/>
                      <a:pt x="14799" y="1001"/>
                    </a:cubicBezTo>
                    <a:cubicBezTo>
                      <a:pt x="16193" y="1001"/>
                      <a:pt x="17042" y="2791"/>
                      <a:pt x="17820" y="3822"/>
                    </a:cubicBezTo>
                    <a:cubicBezTo>
                      <a:pt x="18321" y="4448"/>
                      <a:pt x="18973" y="5000"/>
                      <a:pt x="19825" y="5025"/>
                    </a:cubicBezTo>
                    <a:cubicBezTo>
                      <a:pt x="19858" y="5026"/>
                      <a:pt x="19890" y="5027"/>
                      <a:pt x="19923" y="5027"/>
                    </a:cubicBezTo>
                    <a:cubicBezTo>
                      <a:pt x="21011" y="5027"/>
                      <a:pt x="21975" y="4224"/>
                      <a:pt x="22632" y="3421"/>
                    </a:cubicBezTo>
                    <a:cubicBezTo>
                      <a:pt x="23409" y="2543"/>
                      <a:pt x="23986" y="1491"/>
                      <a:pt x="24938" y="764"/>
                    </a:cubicBezTo>
                    <a:cubicBezTo>
                      <a:pt x="25441" y="387"/>
                      <a:pt x="25986" y="208"/>
                      <a:pt x="26527" y="208"/>
                    </a:cubicBezTo>
                    <a:cubicBezTo>
                      <a:pt x="27172" y="208"/>
                      <a:pt x="27813" y="462"/>
                      <a:pt x="28372" y="939"/>
                    </a:cubicBezTo>
                    <a:cubicBezTo>
                      <a:pt x="30001" y="2343"/>
                      <a:pt x="30702" y="5000"/>
                      <a:pt x="32908" y="5651"/>
                    </a:cubicBezTo>
                    <a:cubicBezTo>
                      <a:pt x="33149" y="5722"/>
                      <a:pt x="33379" y="5754"/>
                      <a:pt x="33597" y="5754"/>
                    </a:cubicBezTo>
                    <a:cubicBezTo>
                      <a:pt x="35009" y="5754"/>
                      <a:pt x="35954" y="4399"/>
                      <a:pt x="36692" y="3270"/>
                    </a:cubicBezTo>
                    <a:cubicBezTo>
                      <a:pt x="37144" y="2568"/>
                      <a:pt x="37595" y="1792"/>
                      <a:pt x="38296" y="1290"/>
                    </a:cubicBezTo>
                    <a:cubicBezTo>
                      <a:pt x="38694" y="1016"/>
                      <a:pt x="39144" y="877"/>
                      <a:pt x="39594" y="877"/>
                    </a:cubicBezTo>
                    <a:cubicBezTo>
                      <a:pt x="39966" y="877"/>
                      <a:pt x="40337" y="972"/>
                      <a:pt x="40677" y="1165"/>
                    </a:cubicBezTo>
                    <a:cubicBezTo>
                      <a:pt x="42156" y="1967"/>
                      <a:pt x="42883" y="3671"/>
                      <a:pt x="44186" y="4699"/>
                    </a:cubicBezTo>
                    <a:cubicBezTo>
                      <a:pt x="44716" y="5102"/>
                      <a:pt x="45354" y="5379"/>
                      <a:pt x="46039" y="5379"/>
                    </a:cubicBezTo>
                    <a:cubicBezTo>
                      <a:pt x="46163" y="5379"/>
                      <a:pt x="46289" y="5370"/>
                      <a:pt x="46417" y="5350"/>
                    </a:cubicBezTo>
                    <a:cubicBezTo>
                      <a:pt x="47469" y="5200"/>
                      <a:pt x="48322" y="4423"/>
                      <a:pt x="49023" y="3671"/>
                    </a:cubicBezTo>
                    <a:cubicBezTo>
                      <a:pt x="49875" y="2769"/>
                      <a:pt x="50577" y="1716"/>
                      <a:pt x="51630" y="989"/>
                    </a:cubicBezTo>
                    <a:cubicBezTo>
                      <a:pt x="52209" y="603"/>
                      <a:pt x="52887" y="331"/>
                      <a:pt x="53542" y="331"/>
                    </a:cubicBezTo>
                    <a:cubicBezTo>
                      <a:pt x="54078" y="331"/>
                      <a:pt x="54599" y="513"/>
                      <a:pt x="55038" y="964"/>
                    </a:cubicBezTo>
                    <a:cubicBezTo>
                      <a:pt x="56266" y="2243"/>
                      <a:pt x="56367" y="4899"/>
                      <a:pt x="58622" y="4974"/>
                    </a:cubicBezTo>
                    <a:cubicBezTo>
                      <a:pt x="58643" y="4975"/>
                      <a:pt x="58663" y="4975"/>
                      <a:pt x="58683" y="4975"/>
                    </a:cubicBezTo>
                    <a:cubicBezTo>
                      <a:pt x="59738" y="4975"/>
                      <a:pt x="60718" y="4336"/>
                      <a:pt x="61505" y="3696"/>
                    </a:cubicBezTo>
                    <a:cubicBezTo>
                      <a:pt x="62532" y="2869"/>
                      <a:pt x="63359" y="1817"/>
                      <a:pt x="64562" y="1215"/>
                    </a:cubicBezTo>
                    <a:cubicBezTo>
                      <a:pt x="65005" y="998"/>
                      <a:pt x="65452" y="888"/>
                      <a:pt x="65883" y="888"/>
                    </a:cubicBezTo>
                    <a:cubicBezTo>
                      <a:pt x="66596" y="888"/>
                      <a:pt x="67264" y="1191"/>
                      <a:pt x="67795" y="1817"/>
                    </a:cubicBezTo>
                    <a:cubicBezTo>
                      <a:pt x="68372" y="2518"/>
                      <a:pt x="68698" y="3370"/>
                      <a:pt x="69224" y="4097"/>
                    </a:cubicBezTo>
                    <a:cubicBezTo>
                      <a:pt x="69650" y="4699"/>
                      <a:pt x="70176" y="5200"/>
                      <a:pt x="70928" y="5300"/>
                    </a:cubicBezTo>
                    <a:lnTo>
                      <a:pt x="71003" y="5300"/>
                    </a:lnTo>
                    <a:cubicBezTo>
                      <a:pt x="71028" y="5250"/>
                      <a:pt x="71028" y="5200"/>
                      <a:pt x="71054" y="5125"/>
                    </a:cubicBezTo>
                    <a:cubicBezTo>
                      <a:pt x="70928" y="5125"/>
                      <a:pt x="70803" y="5100"/>
                      <a:pt x="70703" y="5075"/>
                    </a:cubicBezTo>
                    <a:cubicBezTo>
                      <a:pt x="69800" y="4824"/>
                      <a:pt x="69324" y="3972"/>
                      <a:pt x="68898" y="3220"/>
                    </a:cubicBezTo>
                    <a:cubicBezTo>
                      <a:pt x="68472" y="2518"/>
                      <a:pt x="68096" y="1741"/>
                      <a:pt x="67444" y="1240"/>
                    </a:cubicBezTo>
                    <a:cubicBezTo>
                      <a:pt x="66956" y="842"/>
                      <a:pt x="66450" y="679"/>
                      <a:pt x="65944" y="679"/>
                    </a:cubicBezTo>
                    <a:cubicBezTo>
                      <a:pt x="64476" y="679"/>
                      <a:pt x="63012" y="2050"/>
                      <a:pt x="62006" y="3020"/>
                    </a:cubicBezTo>
                    <a:cubicBezTo>
                      <a:pt x="61150" y="3851"/>
                      <a:pt x="59985" y="4801"/>
                      <a:pt x="58719" y="4801"/>
                    </a:cubicBezTo>
                    <a:cubicBezTo>
                      <a:pt x="58687" y="4801"/>
                      <a:pt x="58655" y="4800"/>
                      <a:pt x="58622" y="4799"/>
                    </a:cubicBezTo>
                    <a:cubicBezTo>
                      <a:pt x="57394" y="4749"/>
                      <a:pt x="56743" y="3746"/>
                      <a:pt x="56266" y="2744"/>
                    </a:cubicBezTo>
                    <a:cubicBezTo>
                      <a:pt x="55891" y="1967"/>
                      <a:pt x="55565" y="1090"/>
                      <a:pt x="54838" y="563"/>
                    </a:cubicBezTo>
                    <a:cubicBezTo>
                      <a:pt x="54432" y="272"/>
                      <a:pt x="53974" y="147"/>
                      <a:pt x="53511" y="147"/>
                    </a:cubicBezTo>
                    <a:cubicBezTo>
                      <a:pt x="53059" y="147"/>
                      <a:pt x="52602" y="265"/>
                      <a:pt x="52181" y="463"/>
                    </a:cubicBezTo>
                    <a:cubicBezTo>
                      <a:pt x="51104" y="989"/>
                      <a:pt x="50327" y="1867"/>
                      <a:pt x="49600" y="2769"/>
                    </a:cubicBezTo>
                    <a:cubicBezTo>
                      <a:pt x="48848" y="3646"/>
                      <a:pt x="48021" y="4649"/>
                      <a:pt x="46893" y="5050"/>
                    </a:cubicBezTo>
                    <a:cubicBezTo>
                      <a:pt x="46593" y="5155"/>
                      <a:pt x="46308" y="5202"/>
                      <a:pt x="46036" y="5202"/>
                    </a:cubicBezTo>
                    <a:cubicBezTo>
                      <a:pt x="44489" y="5202"/>
                      <a:pt x="43370" y="3673"/>
                      <a:pt x="42432" y="2543"/>
                    </a:cubicBezTo>
                    <a:cubicBezTo>
                      <a:pt x="41691" y="1659"/>
                      <a:pt x="40748" y="690"/>
                      <a:pt x="39588" y="690"/>
                    </a:cubicBezTo>
                    <a:cubicBezTo>
                      <a:pt x="39335" y="690"/>
                      <a:pt x="39072" y="736"/>
                      <a:pt x="38798" y="839"/>
                    </a:cubicBezTo>
                    <a:cubicBezTo>
                      <a:pt x="37294" y="1390"/>
                      <a:pt x="36667" y="3170"/>
                      <a:pt x="35740" y="4348"/>
                    </a:cubicBezTo>
                    <a:cubicBezTo>
                      <a:pt x="35187" y="5021"/>
                      <a:pt x="34473" y="5579"/>
                      <a:pt x="33575" y="5579"/>
                    </a:cubicBezTo>
                    <a:cubicBezTo>
                      <a:pt x="33536" y="5579"/>
                      <a:pt x="33498" y="5578"/>
                      <a:pt x="33459" y="5576"/>
                    </a:cubicBezTo>
                    <a:cubicBezTo>
                      <a:pt x="32206" y="5501"/>
                      <a:pt x="31254" y="4398"/>
                      <a:pt x="30552" y="3446"/>
                    </a:cubicBezTo>
                    <a:cubicBezTo>
                      <a:pt x="29593" y="2098"/>
                      <a:pt x="28446" y="0"/>
                      <a:pt x="265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7" name="Google Shape;4107;p52"/>
              <p:cNvSpPr/>
              <p:nvPr/>
            </p:nvSpPr>
            <p:spPr>
              <a:xfrm>
                <a:off x="957414" y="3090636"/>
                <a:ext cx="2149655" cy="194149"/>
              </a:xfrm>
              <a:custGeom>
                <a:rect b="b" l="l" r="r" t="t"/>
                <a:pathLst>
                  <a:path extrusionOk="0" h="5736" w="63510">
                    <a:moveTo>
                      <a:pt x="24049" y="1"/>
                    </a:moveTo>
                    <a:cubicBezTo>
                      <a:pt x="23860" y="1"/>
                      <a:pt x="23663" y="23"/>
                      <a:pt x="23459" y="69"/>
                    </a:cubicBezTo>
                    <a:cubicBezTo>
                      <a:pt x="21103" y="570"/>
                      <a:pt x="20477" y="3578"/>
                      <a:pt x="18422" y="4580"/>
                    </a:cubicBezTo>
                    <a:cubicBezTo>
                      <a:pt x="18079" y="4752"/>
                      <a:pt x="17740" y="4831"/>
                      <a:pt x="17414" y="4831"/>
                    </a:cubicBezTo>
                    <a:cubicBezTo>
                      <a:pt x="16693" y="4831"/>
                      <a:pt x="16032" y="4442"/>
                      <a:pt x="15514" y="3803"/>
                    </a:cubicBezTo>
                    <a:cubicBezTo>
                      <a:pt x="14963" y="3127"/>
                      <a:pt x="14562" y="2300"/>
                      <a:pt x="13985" y="1648"/>
                    </a:cubicBezTo>
                    <a:cubicBezTo>
                      <a:pt x="13478" y="1103"/>
                      <a:pt x="12885" y="852"/>
                      <a:pt x="12285" y="852"/>
                    </a:cubicBezTo>
                    <a:cubicBezTo>
                      <a:pt x="11670" y="852"/>
                      <a:pt x="11047" y="1116"/>
                      <a:pt x="10502" y="1598"/>
                    </a:cubicBezTo>
                    <a:cubicBezTo>
                      <a:pt x="9399" y="2600"/>
                      <a:pt x="8697" y="4054"/>
                      <a:pt x="7469" y="4906"/>
                    </a:cubicBezTo>
                    <a:cubicBezTo>
                      <a:pt x="7080" y="5175"/>
                      <a:pt x="6647" y="5328"/>
                      <a:pt x="6207" y="5328"/>
                    </a:cubicBezTo>
                    <a:cubicBezTo>
                      <a:pt x="5908" y="5328"/>
                      <a:pt x="5607" y="5258"/>
                      <a:pt x="5314" y="5107"/>
                    </a:cubicBezTo>
                    <a:cubicBezTo>
                      <a:pt x="4512" y="4681"/>
                      <a:pt x="4010" y="3828"/>
                      <a:pt x="3459" y="3177"/>
                    </a:cubicBezTo>
                    <a:cubicBezTo>
                      <a:pt x="2933" y="2575"/>
                      <a:pt x="2331" y="2049"/>
                      <a:pt x="1529" y="1999"/>
                    </a:cubicBezTo>
                    <a:cubicBezTo>
                      <a:pt x="1503" y="1998"/>
                      <a:pt x="1476" y="1997"/>
                      <a:pt x="1450" y="1997"/>
                    </a:cubicBezTo>
                    <a:cubicBezTo>
                      <a:pt x="907" y="1997"/>
                      <a:pt x="431" y="2241"/>
                      <a:pt x="0" y="2575"/>
                    </a:cubicBezTo>
                    <a:cubicBezTo>
                      <a:pt x="51" y="2625"/>
                      <a:pt x="76" y="2676"/>
                      <a:pt x="101" y="2726"/>
                    </a:cubicBezTo>
                    <a:cubicBezTo>
                      <a:pt x="201" y="2625"/>
                      <a:pt x="301" y="2550"/>
                      <a:pt x="401" y="2500"/>
                    </a:cubicBezTo>
                    <a:cubicBezTo>
                      <a:pt x="773" y="2268"/>
                      <a:pt x="1114" y="2169"/>
                      <a:pt x="1431" y="2169"/>
                    </a:cubicBezTo>
                    <a:cubicBezTo>
                      <a:pt x="2820" y="2169"/>
                      <a:pt x="3737" y="4074"/>
                      <a:pt x="4737" y="4931"/>
                    </a:cubicBezTo>
                    <a:cubicBezTo>
                      <a:pt x="5180" y="5293"/>
                      <a:pt x="5703" y="5526"/>
                      <a:pt x="6243" y="5526"/>
                    </a:cubicBezTo>
                    <a:cubicBezTo>
                      <a:pt x="6375" y="5526"/>
                      <a:pt x="6509" y="5512"/>
                      <a:pt x="6642" y="5483"/>
                    </a:cubicBezTo>
                    <a:cubicBezTo>
                      <a:pt x="7294" y="5357"/>
                      <a:pt x="7820" y="4906"/>
                      <a:pt x="8271" y="4455"/>
                    </a:cubicBezTo>
                    <a:cubicBezTo>
                      <a:pt x="9274" y="3427"/>
                      <a:pt x="10051" y="1848"/>
                      <a:pt x="11404" y="1197"/>
                    </a:cubicBezTo>
                    <a:cubicBezTo>
                      <a:pt x="11714" y="1048"/>
                      <a:pt x="12000" y="982"/>
                      <a:pt x="12266" y="982"/>
                    </a:cubicBezTo>
                    <a:cubicBezTo>
                      <a:pt x="13655" y="982"/>
                      <a:pt x="14489" y="2773"/>
                      <a:pt x="15289" y="3803"/>
                    </a:cubicBezTo>
                    <a:cubicBezTo>
                      <a:pt x="15790" y="4455"/>
                      <a:pt x="16442" y="4981"/>
                      <a:pt x="17294" y="5031"/>
                    </a:cubicBezTo>
                    <a:cubicBezTo>
                      <a:pt x="17310" y="5032"/>
                      <a:pt x="17327" y="5032"/>
                      <a:pt x="17344" y="5032"/>
                    </a:cubicBezTo>
                    <a:cubicBezTo>
                      <a:pt x="18451" y="5032"/>
                      <a:pt x="19409" y="4218"/>
                      <a:pt x="20101" y="3427"/>
                    </a:cubicBezTo>
                    <a:cubicBezTo>
                      <a:pt x="20853" y="2525"/>
                      <a:pt x="21429" y="1473"/>
                      <a:pt x="22382" y="771"/>
                    </a:cubicBezTo>
                    <a:cubicBezTo>
                      <a:pt x="22896" y="394"/>
                      <a:pt x="23447" y="214"/>
                      <a:pt x="23991" y="214"/>
                    </a:cubicBezTo>
                    <a:cubicBezTo>
                      <a:pt x="24641" y="214"/>
                      <a:pt x="25281" y="469"/>
                      <a:pt x="25840" y="946"/>
                    </a:cubicBezTo>
                    <a:cubicBezTo>
                      <a:pt x="27469" y="2325"/>
                      <a:pt x="28146" y="4981"/>
                      <a:pt x="30377" y="5633"/>
                    </a:cubicBezTo>
                    <a:cubicBezTo>
                      <a:pt x="30618" y="5703"/>
                      <a:pt x="30847" y="5736"/>
                      <a:pt x="31065" y="5736"/>
                    </a:cubicBezTo>
                    <a:cubicBezTo>
                      <a:pt x="32477" y="5736"/>
                      <a:pt x="33420" y="4381"/>
                      <a:pt x="34136" y="3252"/>
                    </a:cubicBezTo>
                    <a:cubicBezTo>
                      <a:pt x="34587" y="2550"/>
                      <a:pt x="35063" y="1773"/>
                      <a:pt x="35765" y="1272"/>
                    </a:cubicBezTo>
                    <a:cubicBezTo>
                      <a:pt x="36149" y="998"/>
                      <a:pt x="36593" y="859"/>
                      <a:pt x="37044" y="859"/>
                    </a:cubicBezTo>
                    <a:cubicBezTo>
                      <a:pt x="37417" y="859"/>
                      <a:pt x="37794" y="954"/>
                      <a:pt x="38146" y="1147"/>
                    </a:cubicBezTo>
                    <a:cubicBezTo>
                      <a:pt x="39600" y="1949"/>
                      <a:pt x="40326" y="3653"/>
                      <a:pt x="41630" y="4681"/>
                    </a:cubicBezTo>
                    <a:cubicBezTo>
                      <a:pt x="42181" y="5083"/>
                      <a:pt x="42822" y="5361"/>
                      <a:pt x="43507" y="5361"/>
                    </a:cubicBezTo>
                    <a:cubicBezTo>
                      <a:pt x="43632" y="5361"/>
                      <a:pt x="43758" y="5352"/>
                      <a:pt x="43885" y="5332"/>
                    </a:cubicBezTo>
                    <a:cubicBezTo>
                      <a:pt x="44938" y="5182"/>
                      <a:pt x="45790" y="4430"/>
                      <a:pt x="46492" y="3678"/>
                    </a:cubicBezTo>
                    <a:cubicBezTo>
                      <a:pt x="47344" y="2751"/>
                      <a:pt x="48046" y="1698"/>
                      <a:pt x="49098" y="971"/>
                    </a:cubicBezTo>
                    <a:cubicBezTo>
                      <a:pt x="49677" y="585"/>
                      <a:pt x="50348" y="313"/>
                      <a:pt x="50996" y="313"/>
                    </a:cubicBezTo>
                    <a:cubicBezTo>
                      <a:pt x="51526" y="313"/>
                      <a:pt x="52042" y="495"/>
                      <a:pt x="52482" y="946"/>
                    </a:cubicBezTo>
                    <a:cubicBezTo>
                      <a:pt x="53735" y="2249"/>
                      <a:pt x="53835" y="4881"/>
                      <a:pt x="56066" y="4956"/>
                    </a:cubicBezTo>
                    <a:cubicBezTo>
                      <a:pt x="56087" y="4957"/>
                      <a:pt x="56108" y="4957"/>
                      <a:pt x="56129" y="4957"/>
                    </a:cubicBezTo>
                    <a:cubicBezTo>
                      <a:pt x="57183" y="4957"/>
                      <a:pt x="58187" y="4342"/>
                      <a:pt x="58973" y="3678"/>
                    </a:cubicBezTo>
                    <a:cubicBezTo>
                      <a:pt x="59976" y="2851"/>
                      <a:pt x="60803" y="1798"/>
                      <a:pt x="62031" y="1197"/>
                    </a:cubicBezTo>
                    <a:cubicBezTo>
                      <a:pt x="62482" y="971"/>
                      <a:pt x="62958" y="871"/>
                      <a:pt x="63409" y="871"/>
                    </a:cubicBezTo>
                    <a:cubicBezTo>
                      <a:pt x="63459" y="796"/>
                      <a:pt x="63485" y="746"/>
                      <a:pt x="63510" y="671"/>
                    </a:cubicBezTo>
                    <a:cubicBezTo>
                      <a:pt x="63471" y="669"/>
                      <a:pt x="63432" y="668"/>
                      <a:pt x="63393" y="668"/>
                    </a:cubicBezTo>
                    <a:cubicBezTo>
                      <a:pt x="61928" y="668"/>
                      <a:pt x="60475" y="2025"/>
                      <a:pt x="59474" y="3001"/>
                    </a:cubicBezTo>
                    <a:cubicBezTo>
                      <a:pt x="58595" y="3832"/>
                      <a:pt x="57429" y="4783"/>
                      <a:pt x="56162" y="4783"/>
                    </a:cubicBezTo>
                    <a:cubicBezTo>
                      <a:pt x="56130" y="4783"/>
                      <a:pt x="56098" y="4782"/>
                      <a:pt x="56066" y="4781"/>
                    </a:cubicBezTo>
                    <a:cubicBezTo>
                      <a:pt x="54838" y="4731"/>
                      <a:pt x="54211" y="3728"/>
                      <a:pt x="53735" y="2726"/>
                    </a:cubicBezTo>
                    <a:cubicBezTo>
                      <a:pt x="53359" y="1949"/>
                      <a:pt x="53008" y="1072"/>
                      <a:pt x="52281" y="545"/>
                    </a:cubicBezTo>
                    <a:cubicBezTo>
                      <a:pt x="51875" y="253"/>
                      <a:pt x="51424" y="128"/>
                      <a:pt x="50967" y="128"/>
                    </a:cubicBezTo>
                    <a:cubicBezTo>
                      <a:pt x="50522" y="128"/>
                      <a:pt x="50070" y="247"/>
                      <a:pt x="49650" y="445"/>
                    </a:cubicBezTo>
                    <a:cubicBezTo>
                      <a:pt x="48572" y="971"/>
                      <a:pt x="47795" y="1848"/>
                      <a:pt x="47068" y="2751"/>
                    </a:cubicBezTo>
                    <a:cubicBezTo>
                      <a:pt x="46316" y="3653"/>
                      <a:pt x="45464" y="4630"/>
                      <a:pt x="44337" y="5031"/>
                    </a:cubicBezTo>
                    <a:cubicBezTo>
                      <a:pt x="44041" y="5136"/>
                      <a:pt x="43759" y="5184"/>
                      <a:pt x="43489" y="5184"/>
                    </a:cubicBezTo>
                    <a:cubicBezTo>
                      <a:pt x="41958" y="5184"/>
                      <a:pt x="40838" y="3655"/>
                      <a:pt x="39900" y="2525"/>
                    </a:cubicBezTo>
                    <a:cubicBezTo>
                      <a:pt x="39160" y="1641"/>
                      <a:pt x="38217" y="671"/>
                      <a:pt x="37043" y="671"/>
                    </a:cubicBezTo>
                    <a:cubicBezTo>
                      <a:pt x="36787" y="671"/>
                      <a:pt x="36520" y="718"/>
                      <a:pt x="36241" y="821"/>
                    </a:cubicBezTo>
                    <a:cubicBezTo>
                      <a:pt x="34737" y="1372"/>
                      <a:pt x="34111" y="3152"/>
                      <a:pt x="33184" y="4330"/>
                    </a:cubicBezTo>
                    <a:cubicBezTo>
                      <a:pt x="32655" y="5003"/>
                      <a:pt x="31941" y="5561"/>
                      <a:pt x="31043" y="5561"/>
                    </a:cubicBezTo>
                    <a:cubicBezTo>
                      <a:pt x="31005" y="5561"/>
                      <a:pt x="30967" y="5560"/>
                      <a:pt x="30928" y="5558"/>
                    </a:cubicBezTo>
                    <a:cubicBezTo>
                      <a:pt x="29675" y="5483"/>
                      <a:pt x="28697" y="4380"/>
                      <a:pt x="28021" y="3427"/>
                    </a:cubicBezTo>
                    <a:cubicBezTo>
                      <a:pt x="27043" y="2086"/>
                      <a:pt x="25900" y="1"/>
                      <a:pt x="2404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8" name="Google Shape;4108;p52"/>
              <p:cNvSpPr/>
              <p:nvPr/>
            </p:nvSpPr>
            <p:spPr>
              <a:xfrm>
                <a:off x="1196651" y="3301034"/>
                <a:ext cx="1639810" cy="194149"/>
              </a:xfrm>
              <a:custGeom>
                <a:rect b="b" l="l" r="r" t="t"/>
                <a:pathLst>
                  <a:path extrusionOk="0" h="5736" w="48447">
                    <a:moveTo>
                      <a:pt x="16981" y="0"/>
                    </a:moveTo>
                    <a:cubicBezTo>
                      <a:pt x="16792" y="0"/>
                      <a:pt x="16595" y="22"/>
                      <a:pt x="16391" y="69"/>
                    </a:cubicBezTo>
                    <a:cubicBezTo>
                      <a:pt x="14035" y="570"/>
                      <a:pt x="13409" y="3552"/>
                      <a:pt x="11354" y="4580"/>
                    </a:cubicBezTo>
                    <a:cubicBezTo>
                      <a:pt x="11011" y="4751"/>
                      <a:pt x="10672" y="4831"/>
                      <a:pt x="10346" y="4831"/>
                    </a:cubicBezTo>
                    <a:cubicBezTo>
                      <a:pt x="9625" y="4831"/>
                      <a:pt x="8964" y="4442"/>
                      <a:pt x="8446" y="3803"/>
                    </a:cubicBezTo>
                    <a:cubicBezTo>
                      <a:pt x="7895" y="3126"/>
                      <a:pt x="7494" y="2299"/>
                      <a:pt x="6892" y="1648"/>
                    </a:cubicBezTo>
                    <a:cubicBezTo>
                      <a:pt x="6397" y="1103"/>
                      <a:pt x="5810" y="852"/>
                      <a:pt x="5213" y="852"/>
                    </a:cubicBezTo>
                    <a:cubicBezTo>
                      <a:pt x="4602" y="852"/>
                      <a:pt x="3979" y="1115"/>
                      <a:pt x="3434" y="1597"/>
                    </a:cubicBezTo>
                    <a:cubicBezTo>
                      <a:pt x="2331" y="2600"/>
                      <a:pt x="1629" y="4054"/>
                      <a:pt x="401" y="4906"/>
                    </a:cubicBezTo>
                    <a:cubicBezTo>
                      <a:pt x="276" y="5006"/>
                      <a:pt x="151" y="5081"/>
                      <a:pt x="0" y="5131"/>
                    </a:cubicBezTo>
                    <a:cubicBezTo>
                      <a:pt x="50" y="5181"/>
                      <a:pt x="100" y="5232"/>
                      <a:pt x="151" y="5257"/>
                    </a:cubicBezTo>
                    <a:cubicBezTo>
                      <a:pt x="552" y="5056"/>
                      <a:pt x="877" y="4755"/>
                      <a:pt x="1203" y="4455"/>
                    </a:cubicBezTo>
                    <a:cubicBezTo>
                      <a:pt x="2206" y="3402"/>
                      <a:pt x="2983" y="1848"/>
                      <a:pt x="4336" y="1196"/>
                    </a:cubicBezTo>
                    <a:cubicBezTo>
                      <a:pt x="4646" y="1047"/>
                      <a:pt x="4932" y="982"/>
                      <a:pt x="5198" y="982"/>
                    </a:cubicBezTo>
                    <a:cubicBezTo>
                      <a:pt x="6587" y="982"/>
                      <a:pt x="7421" y="2772"/>
                      <a:pt x="8221" y="3803"/>
                    </a:cubicBezTo>
                    <a:cubicBezTo>
                      <a:pt x="8722" y="4430"/>
                      <a:pt x="9374" y="4981"/>
                      <a:pt x="10226" y="5031"/>
                    </a:cubicBezTo>
                    <a:cubicBezTo>
                      <a:pt x="10242" y="5031"/>
                      <a:pt x="10259" y="5032"/>
                      <a:pt x="10276" y="5032"/>
                    </a:cubicBezTo>
                    <a:cubicBezTo>
                      <a:pt x="11383" y="5032"/>
                      <a:pt x="12341" y="4217"/>
                      <a:pt x="13033" y="3402"/>
                    </a:cubicBezTo>
                    <a:cubicBezTo>
                      <a:pt x="13785" y="2525"/>
                      <a:pt x="14361" y="1472"/>
                      <a:pt x="15314" y="770"/>
                    </a:cubicBezTo>
                    <a:cubicBezTo>
                      <a:pt x="15829" y="381"/>
                      <a:pt x="16382" y="195"/>
                      <a:pt x="16928" y="195"/>
                    </a:cubicBezTo>
                    <a:cubicBezTo>
                      <a:pt x="17576" y="195"/>
                      <a:pt x="18215" y="456"/>
                      <a:pt x="18772" y="946"/>
                    </a:cubicBezTo>
                    <a:cubicBezTo>
                      <a:pt x="20401" y="2324"/>
                      <a:pt x="21078" y="4981"/>
                      <a:pt x="23309" y="5633"/>
                    </a:cubicBezTo>
                    <a:cubicBezTo>
                      <a:pt x="23550" y="5703"/>
                      <a:pt x="23779" y="5735"/>
                      <a:pt x="23997" y="5735"/>
                    </a:cubicBezTo>
                    <a:cubicBezTo>
                      <a:pt x="25409" y="5735"/>
                      <a:pt x="26352" y="4381"/>
                      <a:pt x="27068" y="3252"/>
                    </a:cubicBezTo>
                    <a:cubicBezTo>
                      <a:pt x="27519" y="2550"/>
                      <a:pt x="27995" y="1773"/>
                      <a:pt x="28697" y="1272"/>
                    </a:cubicBezTo>
                    <a:cubicBezTo>
                      <a:pt x="29081" y="997"/>
                      <a:pt x="29525" y="858"/>
                      <a:pt x="29976" y="858"/>
                    </a:cubicBezTo>
                    <a:cubicBezTo>
                      <a:pt x="30349" y="858"/>
                      <a:pt x="30726" y="953"/>
                      <a:pt x="31078" y="1146"/>
                    </a:cubicBezTo>
                    <a:cubicBezTo>
                      <a:pt x="32532" y="1948"/>
                      <a:pt x="33258" y="3653"/>
                      <a:pt x="34562" y="4680"/>
                    </a:cubicBezTo>
                    <a:cubicBezTo>
                      <a:pt x="35113" y="5083"/>
                      <a:pt x="35754" y="5360"/>
                      <a:pt x="36439" y="5360"/>
                    </a:cubicBezTo>
                    <a:cubicBezTo>
                      <a:pt x="36564" y="5360"/>
                      <a:pt x="36690" y="5351"/>
                      <a:pt x="36817" y="5332"/>
                    </a:cubicBezTo>
                    <a:cubicBezTo>
                      <a:pt x="37870" y="5181"/>
                      <a:pt x="38722" y="4430"/>
                      <a:pt x="39424" y="3653"/>
                    </a:cubicBezTo>
                    <a:cubicBezTo>
                      <a:pt x="40276" y="2750"/>
                      <a:pt x="40978" y="1698"/>
                      <a:pt x="42030" y="971"/>
                    </a:cubicBezTo>
                    <a:cubicBezTo>
                      <a:pt x="42609" y="585"/>
                      <a:pt x="43280" y="313"/>
                      <a:pt x="43928" y="313"/>
                    </a:cubicBezTo>
                    <a:cubicBezTo>
                      <a:pt x="44458" y="313"/>
                      <a:pt x="44974" y="495"/>
                      <a:pt x="45414" y="946"/>
                    </a:cubicBezTo>
                    <a:cubicBezTo>
                      <a:pt x="46517" y="2074"/>
                      <a:pt x="46717" y="4279"/>
                      <a:pt x="48296" y="4831"/>
                    </a:cubicBezTo>
                    <a:cubicBezTo>
                      <a:pt x="48346" y="4780"/>
                      <a:pt x="48396" y="4730"/>
                      <a:pt x="48447" y="4680"/>
                    </a:cubicBezTo>
                    <a:cubicBezTo>
                      <a:pt x="47569" y="4404"/>
                      <a:pt x="47068" y="3552"/>
                      <a:pt x="46667" y="2725"/>
                    </a:cubicBezTo>
                    <a:cubicBezTo>
                      <a:pt x="46291" y="1948"/>
                      <a:pt x="45940" y="1071"/>
                      <a:pt x="45213" y="545"/>
                    </a:cubicBezTo>
                    <a:cubicBezTo>
                      <a:pt x="44807" y="253"/>
                      <a:pt x="44356" y="128"/>
                      <a:pt x="43899" y="128"/>
                    </a:cubicBezTo>
                    <a:cubicBezTo>
                      <a:pt x="43454" y="128"/>
                      <a:pt x="43002" y="247"/>
                      <a:pt x="42582" y="445"/>
                    </a:cubicBezTo>
                    <a:cubicBezTo>
                      <a:pt x="41504" y="971"/>
                      <a:pt x="40727" y="1848"/>
                      <a:pt x="40000" y="2750"/>
                    </a:cubicBezTo>
                    <a:cubicBezTo>
                      <a:pt x="39248" y="3628"/>
                      <a:pt x="38396" y="4630"/>
                      <a:pt x="37269" y="5031"/>
                    </a:cubicBezTo>
                    <a:cubicBezTo>
                      <a:pt x="36973" y="5136"/>
                      <a:pt x="36691" y="5183"/>
                      <a:pt x="36421" y="5183"/>
                    </a:cubicBezTo>
                    <a:cubicBezTo>
                      <a:pt x="34890" y="5183"/>
                      <a:pt x="33770" y="3655"/>
                      <a:pt x="32832" y="2525"/>
                    </a:cubicBezTo>
                    <a:cubicBezTo>
                      <a:pt x="32092" y="1640"/>
                      <a:pt x="31149" y="671"/>
                      <a:pt x="29975" y="671"/>
                    </a:cubicBezTo>
                    <a:cubicBezTo>
                      <a:pt x="29719" y="671"/>
                      <a:pt x="29452" y="717"/>
                      <a:pt x="29173" y="820"/>
                    </a:cubicBezTo>
                    <a:cubicBezTo>
                      <a:pt x="27669" y="1372"/>
                      <a:pt x="27043" y="3151"/>
                      <a:pt x="26116" y="4329"/>
                    </a:cubicBezTo>
                    <a:cubicBezTo>
                      <a:pt x="25587" y="5002"/>
                      <a:pt x="24873" y="5560"/>
                      <a:pt x="23975" y="5560"/>
                    </a:cubicBezTo>
                    <a:cubicBezTo>
                      <a:pt x="23937" y="5560"/>
                      <a:pt x="23899" y="5559"/>
                      <a:pt x="23860" y="5557"/>
                    </a:cubicBezTo>
                    <a:cubicBezTo>
                      <a:pt x="22607" y="5482"/>
                      <a:pt x="21629" y="4379"/>
                      <a:pt x="20953" y="3427"/>
                    </a:cubicBezTo>
                    <a:cubicBezTo>
                      <a:pt x="19975" y="2085"/>
                      <a:pt x="18832" y="0"/>
                      <a:pt x="1698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9" name="Google Shape;4109;p52"/>
              <p:cNvSpPr/>
              <p:nvPr/>
            </p:nvSpPr>
            <p:spPr>
              <a:xfrm>
                <a:off x="1309466" y="3510788"/>
                <a:ext cx="1429448" cy="194759"/>
              </a:xfrm>
              <a:custGeom>
                <a:rect b="b" l="l" r="r" t="t"/>
                <a:pathLst>
                  <a:path extrusionOk="0" h="5754" w="42232">
                    <a:moveTo>
                      <a:pt x="13622" y="0"/>
                    </a:moveTo>
                    <a:cubicBezTo>
                      <a:pt x="13441" y="0"/>
                      <a:pt x="13253" y="20"/>
                      <a:pt x="13058" y="62"/>
                    </a:cubicBezTo>
                    <a:cubicBezTo>
                      <a:pt x="10702" y="588"/>
                      <a:pt x="10076" y="3571"/>
                      <a:pt x="8021" y="4573"/>
                    </a:cubicBezTo>
                    <a:cubicBezTo>
                      <a:pt x="7670" y="4749"/>
                      <a:pt x="7325" y="4830"/>
                      <a:pt x="6993" y="4830"/>
                    </a:cubicBezTo>
                    <a:cubicBezTo>
                      <a:pt x="6279" y="4830"/>
                      <a:pt x="5626" y="4454"/>
                      <a:pt x="5113" y="3822"/>
                    </a:cubicBezTo>
                    <a:cubicBezTo>
                      <a:pt x="4562" y="3145"/>
                      <a:pt x="4161" y="2318"/>
                      <a:pt x="3559" y="1666"/>
                    </a:cubicBezTo>
                    <a:cubicBezTo>
                      <a:pt x="3064" y="1121"/>
                      <a:pt x="2477" y="870"/>
                      <a:pt x="1880" y="870"/>
                    </a:cubicBezTo>
                    <a:cubicBezTo>
                      <a:pt x="1269" y="870"/>
                      <a:pt x="646" y="1134"/>
                      <a:pt x="101" y="1616"/>
                    </a:cubicBezTo>
                    <a:cubicBezTo>
                      <a:pt x="76" y="1641"/>
                      <a:pt x="51" y="1691"/>
                      <a:pt x="1" y="1716"/>
                    </a:cubicBezTo>
                    <a:cubicBezTo>
                      <a:pt x="51" y="1741"/>
                      <a:pt x="101" y="1766"/>
                      <a:pt x="126" y="1791"/>
                    </a:cubicBezTo>
                    <a:cubicBezTo>
                      <a:pt x="402" y="1566"/>
                      <a:pt x="677" y="1365"/>
                      <a:pt x="1003" y="1215"/>
                    </a:cubicBezTo>
                    <a:cubicBezTo>
                      <a:pt x="1313" y="1066"/>
                      <a:pt x="1599" y="1001"/>
                      <a:pt x="1865" y="1001"/>
                    </a:cubicBezTo>
                    <a:cubicBezTo>
                      <a:pt x="3254" y="1001"/>
                      <a:pt x="4088" y="2791"/>
                      <a:pt x="4888" y="3822"/>
                    </a:cubicBezTo>
                    <a:cubicBezTo>
                      <a:pt x="5389" y="4448"/>
                      <a:pt x="6041" y="4999"/>
                      <a:pt x="6893" y="5025"/>
                    </a:cubicBezTo>
                    <a:cubicBezTo>
                      <a:pt x="6925" y="5026"/>
                      <a:pt x="6958" y="5027"/>
                      <a:pt x="6990" y="5027"/>
                    </a:cubicBezTo>
                    <a:cubicBezTo>
                      <a:pt x="8077" y="5027"/>
                      <a:pt x="9018" y="4224"/>
                      <a:pt x="9700" y="3421"/>
                    </a:cubicBezTo>
                    <a:cubicBezTo>
                      <a:pt x="10452" y="2543"/>
                      <a:pt x="11028" y="1491"/>
                      <a:pt x="11981" y="764"/>
                    </a:cubicBezTo>
                    <a:cubicBezTo>
                      <a:pt x="12495" y="387"/>
                      <a:pt x="13046" y="208"/>
                      <a:pt x="13590" y="208"/>
                    </a:cubicBezTo>
                    <a:cubicBezTo>
                      <a:pt x="14240" y="208"/>
                      <a:pt x="14880" y="462"/>
                      <a:pt x="15439" y="939"/>
                    </a:cubicBezTo>
                    <a:cubicBezTo>
                      <a:pt x="17068" y="2343"/>
                      <a:pt x="17745" y="4999"/>
                      <a:pt x="19976" y="5651"/>
                    </a:cubicBezTo>
                    <a:cubicBezTo>
                      <a:pt x="20217" y="5721"/>
                      <a:pt x="20446" y="5754"/>
                      <a:pt x="20664" y="5754"/>
                    </a:cubicBezTo>
                    <a:cubicBezTo>
                      <a:pt x="22076" y="5754"/>
                      <a:pt x="23019" y="4399"/>
                      <a:pt x="23735" y="3270"/>
                    </a:cubicBezTo>
                    <a:cubicBezTo>
                      <a:pt x="24186" y="2568"/>
                      <a:pt x="24662" y="1791"/>
                      <a:pt x="25364" y="1290"/>
                    </a:cubicBezTo>
                    <a:cubicBezTo>
                      <a:pt x="25748" y="1016"/>
                      <a:pt x="26192" y="877"/>
                      <a:pt x="26643" y="877"/>
                    </a:cubicBezTo>
                    <a:cubicBezTo>
                      <a:pt x="27016" y="877"/>
                      <a:pt x="27393" y="972"/>
                      <a:pt x="27745" y="1165"/>
                    </a:cubicBezTo>
                    <a:cubicBezTo>
                      <a:pt x="29199" y="1967"/>
                      <a:pt x="29925" y="3671"/>
                      <a:pt x="31229" y="4674"/>
                    </a:cubicBezTo>
                    <a:cubicBezTo>
                      <a:pt x="31780" y="5098"/>
                      <a:pt x="32422" y="5379"/>
                      <a:pt x="33108" y="5379"/>
                    </a:cubicBezTo>
                    <a:cubicBezTo>
                      <a:pt x="33232" y="5379"/>
                      <a:pt x="33358" y="5370"/>
                      <a:pt x="33484" y="5350"/>
                    </a:cubicBezTo>
                    <a:cubicBezTo>
                      <a:pt x="34537" y="5200"/>
                      <a:pt x="35389" y="4423"/>
                      <a:pt x="36091" y="3671"/>
                    </a:cubicBezTo>
                    <a:cubicBezTo>
                      <a:pt x="36943" y="2769"/>
                      <a:pt x="37645" y="1716"/>
                      <a:pt x="38697" y="989"/>
                    </a:cubicBezTo>
                    <a:cubicBezTo>
                      <a:pt x="39263" y="603"/>
                      <a:pt x="39934" y="331"/>
                      <a:pt x="40587" y="331"/>
                    </a:cubicBezTo>
                    <a:cubicBezTo>
                      <a:pt x="41120" y="331"/>
                      <a:pt x="41641" y="513"/>
                      <a:pt x="42081" y="964"/>
                    </a:cubicBezTo>
                    <a:cubicBezTo>
                      <a:pt x="42131" y="939"/>
                      <a:pt x="42181" y="889"/>
                      <a:pt x="42231" y="864"/>
                    </a:cubicBezTo>
                    <a:cubicBezTo>
                      <a:pt x="42106" y="764"/>
                      <a:pt x="42006" y="639"/>
                      <a:pt x="41880" y="563"/>
                    </a:cubicBezTo>
                    <a:cubicBezTo>
                      <a:pt x="41474" y="271"/>
                      <a:pt x="41023" y="147"/>
                      <a:pt x="40566" y="147"/>
                    </a:cubicBezTo>
                    <a:cubicBezTo>
                      <a:pt x="40121" y="147"/>
                      <a:pt x="39669" y="265"/>
                      <a:pt x="39249" y="463"/>
                    </a:cubicBezTo>
                    <a:cubicBezTo>
                      <a:pt x="38171" y="964"/>
                      <a:pt x="37394" y="1867"/>
                      <a:pt x="36667" y="2769"/>
                    </a:cubicBezTo>
                    <a:cubicBezTo>
                      <a:pt x="35915" y="3646"/>
                      <a:pt x="35063" y="4649"/>
                      <a:pt x="33936" y="5050"/>
                    </a:cubicBezTo>
                    <a:cubicBezTo>
                      <a:pt x="33640" y="5154"/>
                      <a:pt x="33358" y="5202"/>
                      <a:pt x="33088" y="5202"/>
                    </a:cubicBezTo>
                    <a:cubicBezTo>
                      <a:pt x="31557" y="5202"/>
                      <a:pt x="30437" y="3673"/>
                      <a:pt x="29499" y="2543"/>
                    </a:cubicBezTo>
                    <a:cubicBezTo>
                      <a:pt x="28753" y="1652"/>
                      <a:pt x="27802" y="676"/>
                      <a:pt x="26616" y="676"/>
                    </a:cubicBezTo>
                    <a:cubicBezTo>
                      <a:pt x="26368" y="676"/>
                      <a:pt x="26109" y="718"/>
                      <a:pt x="25840" y="814"/>
                    </a:cubicBezTo>
                    <a:cubicBezTo>
                      <a:pt x="24336" y="1390"/>
                      <a:pt x="23710" y="3170"/>
                      <a:pt x="22783" y="4348"/>
                    </a:cubicBezTo>
                    <a:cubicBezTo>
                      <a:pt x="22254" y="5021"/>
                      <a:pt x="21540" y="5579"/>
                      <a:pt x="20642" y="5579"/>
                    </a:cubicBezTo>
                    <a:cubicBezTo>
                      <a:pt x="20604" y="5579"/>
                      <a:pt x="20566" y="5578"/>
                      <a:pt x="20527" y="5576"/>
                    </a:cubicBezTo>
                    <a:cubicBezTo>
                      <a:pt x="19274" y="5501"/>
                      <a:pt x="18296" y="4398"/>
                      <a:pt x="17620" y="3446"/>
                    </a:cubicBezTo>
                    <a:cubicBezTo>
                      <a:pt x="16637" y="2098"/>
                      <a:pt x="15488" y="0"/>
                      <a:pt x="1362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0" name="Google Shape;4110;p52"/>
              <p:cNvSpPr/>
              <p:nvPr/>
            </p:nvSpPr>
            <p:spPr>
              <a:xfrm>
                <a:off x="878515" y="2849742"/>
                <a:ext cx="2305759" cy="194183"/>
              </a:xfrm>
              <a:custGeom>
                <a:rect b="b" l="l" r="r" t="t"/>
                <a:pathLst>
                  <a:path extrusionOk="0" h="5737" w="68122">
                    <a:moveTo>
                      <a:pt x="26379" y="0"/>
                    </a:moveTo>
                    <a:cubicBezTo>
                      <a:pt x="26190" y="0"/>
                      <a:pt x="25994" y="22"/>
                      <a:pt x="25790" y="68"/>
                    </a:cubicBezTo>
                    <a:cubicBezTo>
                      <a:pt x="23434" y="595"/>
                      <a:pt x="22808" y="3577"/>
                      <a:pt x="20753" y="4579"/>
                    </a:cubicBezTo>
                    <a:cubicBezTo>
                      <a:pt x="20408" y="4752"/>
                      <a:pt x="20068" y="4831"/>
                      <a:pt x="19741" y="4831"/>
                    </a:cubicBezTo>
                    <a:cubicBezTo>
                      <a:pt x="19021" y="4831"/>
                      <a:pt x="18362" y="4448"/>
                      <a:pt x="17845" y="3828"/>
                    </a:cubicBezTo>
                    <a:cubicBezTo>
                      <a:pt x="17294" y="3126"/>
                      <a:pt x="16893" y="2324"/>
                      <a:pt x="16291" y="1672"/>
                    </a:cubicBezTo>
                    <a:cubicBezTo>
                      <a:pt x="15796" y="1128"/>
                      <a:pt x="15209" y="876"/>
                      <a:pt x="14612" y="876"/>
                    </a:cubicBezTo>
                    <a:cubicBezTo>
                      <a:pt x="14001" y="876"/>
                      <a:pt x="13378" y="1140"/>
                      <a:pt x="12833" y="1622"/>
                    </a:cubicBezTo>
                    <a:cubicBezTo>
                      <a:pt x="11730" y="2625"/>
                      <a:pt x="11028" y="4053"/>
                      <a:pt x="9800" y="4930"/>
                    </a:cubicBezTo>
                    <a:cubicBezTo>
                      <a:pt x="9411" y="5199"/>
                      <a:pt x="8978" y="5353"/>
                      <a:pt x="8538" y="5353"/>
                    </a:cubicBezTo>
                    <a:cubicBezTo>
                      <a:pt x="8239" y="5353"/>
                      <a:pt x="7938" y="5283"/>
                      <a:pt x="7645" y="5131"/>
                    </a:cubicBezTo>
                    <a:cubicBezTo>
                      <a:pt x="6843" y="4705"/>
                      <a:pt x="6341" y="3853"/>
                      <a:pt x="5790" y="3176"/>
                    </a:cubicBezTo>
                    <a:cubicBezTo>
                      <a:pt x="5264" y="2574"/>
                      <a:pt x="4662" y="2048"/>
                      <a:pt x="3860" y="2023"/>
                    </a:cubicBezTo>
                    <a:cubicBezTo>
                      <a:pt x="3821" y="2021"/>
                      <a:pt x="3783" y="2019"/>
                      <a:pt x="3744" y="2019"/>
                    </a:cubicBezTo>
                    <a:cubicBezTo>
                      <a:pt x="2997" y="2019"/>
                      <a:pt x="2406" y="2475"/>
                      <a:pt x="1905" y="2975"/>
                    </a:cubicBezTo>
                    <a:cubicBezTo>
                      <a:pt x="1254" y="3627"/>
                      <a:pt x="727" y="4429"/>
                      <a:pt x="26" y="5031"/>
                    </a:cubicBezTo>
                    <a:cubicBezTo>
                      <a:pt x="1" y="5031"/>
                      <a:pt x="1" y="5031"/>
                      <a:pt x="1" y="5056"/>
                    </a:cubicBezTo>
                    <a:cubicBezTo>
                      <a:pt x="26" y="5106"/>
                      <a:pt x="51" y="5156"/>
                      <a:pt x="76" y="5206"/>
                    </a:cubicBezTo>
                    <a:cubicBezTo>
                      <a:pt x="1028" y="4404"/>
                      <a:pt x="1680" y="3176"/>
                      <a:pt x="2732" y="2499"/>
                    </a:cubicBezTo>
                    <a:cubicBezTo>
                      <a:pt x="3102" y="2268"/>
                      <a:pt x="3441" y="2170"/>
                      <a:pt x="3756" y="2170"/>
                    </a:cubicBezTo>
                    <a:cubicBezTo>
                      <a:pt x="5148" y="2170"/>
                      <a:pt x="6067" y="4092"/>
                      <a:pt x="7068" y="4930"/>
                    </a:cubicBezTo>
                    <a:cubicBezTo>
                      <a:pt x="7511" y="5293"/>
                      <a:pt x="8034" y="5525"/>
                      <a:pt x="8574" y="5525"/>
                    </a:cubicBezTo>
                    <a:cubicBezTo>
                      <a:pt x="8706" y="5525"/>
                      <a:pt x="8840" y="5511"/>
                      <a:pt x="8973" y="5482"/>
                    </a:cubicBezTo>
                    <a:cubicBezTo>
                      <a:pt x="9625" y="5356"/>
                      <a:pt x="10151" y="4930"/>
                      <a:pt x="10602" y="4454"/>
                    </a:cubicBezTo>
                    <a:cubicBezTo>
                      <a:pt x="11605" y="3427"/>
                      <a:pt x="12382" y="1873"/>
                      <a:pt x="13735" y="1221"/>
                    </a:cubicBezTo>
                    <a:cubicBezTo>
                      <a:pt x="14052" y="1065"/>
                      <a:pt x="14343" y="996"/>
                      <a:pt x="14614" y="996"/>
                    </a:cubicBezTo>
                    <a:cubicBezTo>
                      <a:pt x="15992" y="996"/>
                      <a:pt x="16824" y="2776"/>
                      <a:pt x="17620" y="3803"/>
                    </a:cubicBezTo>
                    <a:cubicBezTo>
                      <a:pt x="18121" y="4454"/>
                      <a:pt x="18773" y="5006"/>
                      <a:pt x="19625" y="5031"/>
                    </a:cubicBezTo>
                    <a:cubicBezTo>
                      <a:pt x="19657" y="5032"/>
                      <a:pt x="19688" y="5033"/>
                      <a:pt x="19720" y="5033"/>
                    </a:cubicBezTo>
                    <a:cubicBezTo>
                      <a:pt x="20808" y="5033"/>
                      <a:pt x="21750" y="4206"/>
                      <a:pt x="22432" y="3427"/>
                    </a:cubicBezTo>
                    <a:cubicBezTo>
                      <a:pt x="23184" y="2549"/>
                      <a:pt x="23760" y="1497"/>
                      <a:pt x="24713" y="770"/>
                    </a:cubicBezTo>
                    <a:cubicBezTo>
                      <a:pt x="25227" y="393"/>
                      <a:pt x="25778" y="214"/>
                      <a:pt x="26322" y="214"/>
                    </a:cubicBezTo>
                    <a:cubicBezTo>
                      <a:pt x="26972" y="214"/>
                      <a:pt x="27612" y="468"/>
                      <a:pt x="28171" y="945"/>
                    </a:cubicBezTo>
                    <a:cubicBezTo>
                      <a:pt x="29800" y="2324"/>
                      <a:pt x="30477" y="5006"/>
                      <a:pt x="32708" y="5632"/>
                    </a:cubicBezTo>
                    <a:cubicBezTo>
                      <a:pt x="32952" y="5703"/>
                      <a:pt x="33184" y="5736"/>
                      <a:pt x="33404" y="5736"/>
                    </a:cubicBezTo>
                    <a:cubicBezTo>
                      <a:pt x="34812" y="5736"/>
                      <a:pt x="35752" y="4403"/>
                      <a:pt x="36467" y="3276"/>
                    </a:cubicBezTo>
                    <a:cubicBezTo>
                      <a:pt x="36918" y="2549"/>
                      <a:pt x="37394" y="1772"/>
                      <a:pt x="38096" y="1271"/>
                    </a:cubicBezTo>
                    <a:cubicBezTo>
                      <a:pt x="38480" y="997"/>
                      <a:pt x="38924" y="858"/>
                      <a:pt x="39375" y="858"/>
                    </a:cubicBezTo>
                    <a:cubicBezTo>
                      <a:pt x="39748" y="858"/>
                      <a:pt x="40125" y="953"/>
                      <a:pt x="40477" y="1146"/>
                    </a:cubicBezTo>
                    <a:cubicBezTo>
                      <a:pt x="41931" y="1973"/>
                      <a:pt x="42657" y="3677"/>
                      <a:pt x="43961" y="4680"/>
                    </a:cubicBezTo>
                    <a:cubicBezTo>
                      <a:pt x="44507" y="5100"/>
                      <a:pt x="45141" y="5361"/>
                      <a:pt x="45819" y="5361"/>
                    </a:cubicBezTo>
                    <a:cubicBezTo>
                      <a:pt x="45950" y="5361"/>
                      <a:pt x="46082" y="5352"/>
                      <a:pt x="46216" y="5331"/>
                    </a:cubicBezTo>
                    <a:cubicBezTo>
                      <a:pt x="47269" y="5181"/>
                      <a:pt x="48121" y="4429"/>
                      <a:pt x="48823" y="3677"/>
                    </a:cubicBezTo>
                    <a:cubicBezTo>
                      <a:pt x="49675" y="2750"/>
                      <a:pt x="50377" y="1697"/>
                      <a:pt x="51429" y="996"/>
                    </a:cubicBezTo>
                    <a:cubicBezTo>
                      <a:pt x="52004" y="599"/>
                      <a:pt x="52669" y="329"/>
                      <a:pt x="53313" y="329"/>
                    </a:cubicBezTo>
                    <a:cubicBezTo>
                      <a:pt x="53848" y="329"/>
                      <a:pt x="54369" y="515"/>
                      <a:pt x="54813" y="970"/>
                    </a:cubicBezTo>
                    <a:cubicBezTo>
                      <a:pt x="56066" y="2249"/>
                      <a:pt x="56166" y="4905"/>
                      <a:pt x="58397" y="4980"/>
                    </a:cubicBezTo>
                    <a:cubicBezTo>
                      <a:pt x="58417" y="4981"/>
                      <a:pt x="58437" y="4981"/>
                      <a:pt x="58457" y="4981"/>
                    </a:cubicBezTo>
                    <a:cubicBezTo>
                      <a:pt x="59513" y="4981"/>
                      <a:pt x="60517" y="4342"/>
                      <a:pt x="61304" y="3702"/>
                    </a:cubicBezTo>
                    <a:cubicBezTo>
                      <a:pt x="62307" y="2850"/>
                      <a:pt x="63134" y="1798"/>
                      <a:pt x="64362" y="1221"/>
                    </a:cubicBezTo>
                    <a:cubicBezTo>
                      <a:pt x="64802" y="1001"/>
                      <a:pt x="65252" y="887"/>
                      <a:pt x="65688" y="887"/>
                    </a:cubicBezTo>
                    <a:cubicBezTo>
                      <a:pt x="66393" y="887"/>
                      <a:pt x="67058" y="1187"/>
                      <a:pt x="67570" y="1823"/>
                    </a:cubicBezTo>
                    <a:cubicBezTo>
                      <a:pt x="67745" y="2048"/>
                      <a:pt x="67921" y="2274"/>
                      <a:pt x="68046" y="2499"/>
                    </a:cubicBezTo>
                    <a:cubicBezTo>
                      <a:pt x="68071" y="2424"/>
                      <a:pt x="68096" y="2349"/>
                      <a:pt x="68121" y="2274"/>
                    </a:cubicBezTo>
                    <a:cubicBezTo>
                      <a:pt x="67871" y="1898"/>
                      <a:pt x="67595" y="1522"/>
                      <a:pt x="67244" y="1221"/>
                    </a:cubicBezTo>
                    <a:cubicBezTo>
                      <a:pt x="66759" y="825"/>
                      <a:pt x="66254" y="664"/>
                      <a:pt x="65750" y="664"/>
                    </a:cubicBezTo>
                    <a:cubicBezTo>
                      <a:pt x="64273" y="664"/>
                      <a:pt x="62795" y="2048"/>
                      <a:pt x="61805" y="3001"/>
                    </a:cubicBezTo>
                    <a:cubicBezTo>
                      <a:pt x="60915" y="3842"/>
                      <a:pt x="59730" y="4806"/>
                      <a:pt x="58446" y="4806"/>
                    </a:cubicBezTo>
                    <a:cubicBezTo>
                      <a:pt x="58430" y="4806"/>
                      <a:pt x="58413" y="4805"/>
                      <a:pt x="58397" y="4805"/>
                    </a:cubicBezTo>
                    <a:cubicBezTo>
                      <a:pt x="57169" y="4755"/>
                      <a:pt x="56542" y="3727"/>
                      <a:pt x="56066" y="2750"/>
                    </a:cubicBezTo>
                    <a:cubicBezTo>
                      <a:pt x="55690" y="1973"/>
                      <a:pt x="55339" y="1096"/>
                      <a:pt x="54612" y="569"/>
                    </a:cubicBezTo>
                    <a:cubicBezTo>
                      <a:pt x="54207" y="265"/>
                      <a:pt x="53756" y="134"/>
                      <a:pt x="53299" y="134"/>
                    </a:cubicBezTo>
                    <a:cubicBezTo>
                      <a:pt x="52853" y="134"/>
                      <a:pt x="52402" y="259"/>
                      <a:pt x="51981" y="469"/>
                    </a:cubicBezTo>
                    <a:cubicBezTo>
                      <a:pt x="50903" y="970"/>
                      <a:pt x="50126" y="1848"/>
                      <a:pt x="49399" y="2750"/>
                    </a:cubicBezTo>
                    <a:cubicBezTo>
                      <a:pt x="48647" y="3652"/>
                      <a:pt x="47795" y="4655"/>
                      <a:pt x="46668" y="5056"/>
                    </a:cubicBezTo>
                    <a:cubicBezTo>
                      <a:pt x="46377" y="5155"/>
                      <a:pt x="46100" y="5200"/>
                      <a:pt x="45836" y="5200"/>
                    </a:cubicBezTo>
                    <a:cubicBezTo>
                      <a:pt x="44296" y="5200"/>
                      <a:pt x="43172" y="3683"/>
                      <a:pt x="42231" y="2549"/>
                    </a:cubicBezTo>
                    <a:cubicBezTo>
                      <a:pt x="41489" y="1662"/>
                      <a:pt x="40542" y="673"/>
                      <a:pt x="39363" y="673"/>
                    </a:cubicBezTo>
                    <a:cubicBezTo>
                      <a:pt x="39110" y="673"/>
                      <a:pt x="38847" y="718"/>
                      <a:pt x="38572" y="820"/>
                    </a:cubicBezTo>
                    <a:cubicBezTo>
                      <a:pt x="37068" y="1371"/>
                      <a:pt x="36442" y="3176"/>
                      <a:pt x="35515" y="4329"/>
                    </a:cubicBezTo>
                    <a:cubicBezTo>
                      <a:pt x="34986" y="5002"/>
                      <a:pt x="34272" y="5560"/>
                      <a:pt x="33374" y="5560"/>
                    </a:cubicBezTo>
                    <a:cubicBezTo>
                      <a:pt x="33336" y="5560"/>
                      <a:pt x="33298" y="5559"/>
                      <a:pt x="33259" y="5557"/>
                    </a:cubicBezTo>
                    <a:cubicBezTo>
                      <a:pt x="32006" y="5482"/>
                      <a:pt x="31028" y="4404"/>
                      <a:pt x="30352" y="3452"/>
                    </a:cubicBezTo>
                    <a:cubicBezTo>
                      <a:pt x="29374" y="2087"/>
                      <a:pt x="28231" y="0"/>
                      <a:pt x="263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1" name="Google Shape;4111;p52"/>
              <p:cNvSpPr/>
              <p:nvPr/>
            </p:nvSpPr>
            <p:spPr>
              <a:xfrm>
                <a:off x="758896" y="1342163"/>
                <a:ext cx="2498318" cy="2455501"/>
              </a:xfrm>
              <a:custGeom>
                <a:rect b="b" l="l" r="r" t="t"/>
                <a:pathLst>
                  <a:path extrusionOk="0" h="72546" w="73811">
                    <a:moveTo>
                      <a:pt x="37338" y="138"/>
                    </a:moveTo>
                    <a:cubicBezTo>
                      <a:pt x="38744" y="138"/>
                      <a:pt x="40153" y="231"/>
                      <a:pt x="41555" y="422"/>
                    </a:cubicBezTo>
                    <a:cubicBezTo>
                      <a:pt x="45164" y="924"/>
                      <a:pt x="48648" y="1876"/>
                      <a:pt x="51931" y="3455"/>
                    </a:cubicBezTo>
                    <a:cubicBezTo>
                      <a:pt x="55164" y="5009"/>
                      <a:pt x="58121" y="7089"/>
                      <a:pt x="60728" y="9520"/>
                    </a:cubicBezTo>
                    <a:cubicBezTo>
                      <a:pt x="65966" y="14433"/>
                      <a:pt x="69826" y="20799"/>
                      <a:pt x="71730" y="27716"/>
                    </a:cubicBezTo>
                    <a:cubicBezTo>
                      <a:pt x="73635" y="34708"/>
                      <a:pt x="73435" y="42177"/>
                      <a:pt x="70753" y="48919"/>
                    </a:cubicBezTo>
                    <a:cubicBezTo>
                      <a:pt x="68046" y="55811"/>
                      <a:pt x="63034" y="61701"/>
                      <a:pt x="56918" y="65836"/>
                    </a:cubicBezTo>
                    <a:cubicBezTo>
                      <a:pt x="50853" y="69922"/>
                      <a:pt x="43635" y="72378"/>
                      <a:pt x="36292" y="72378"/>
                    </a:cubicBezTo>
                    <a:cubicBezTo>
                      <a:pt x="34462" y="72378"/>
                      <a:pt x="32658" y="72227"/>
                      <a:pt x="30853" y="71927"/>
                    </a:cubicBezTo>
                    <a:cubicBezTo>
                      <a:pt x="23460" y="70648"/>
                      <a:pt x="16718" y="66764"/>
                      <a:pt x="11555" y="61400"/>
                    </a:cubicBezTo>
                    <a:cubicBezTo>
                      <a:pt x="6392" y="56037"/>
                      <a:pt x="2708" y="49145"/>
                      <a:pt x="1354" y="41801"/>
                    </a:cubicBezTo>
                    <a:cubicBezTo>
                      <a:pt x="1" y="34408"/>
                      <a:pt x="1254" y="26814"/>
                      <a:pt x="4788" y="20197"/>
                    </a:cubicBezTo>
                    <a:cubicBezTo>
                      <a:pt x="8297" y="13681"/>
                      <a:pt x="13785" y="8242"/>
                      <a:pt x="20251" y="4683"/>
                    </a:cubicBezTo>
                    <a:cubicBezTo>
                      <a:pt x="25463" y="1804"/>
                      <a:pt x="31380" y="138"/>
                      <a:pt x="37338" y="138"/>
                    </a:cubicBezTo>
                    <a:close/>
                    <a:moveTo>
                      <a:pt x="37386" y="0"/>
                    </a:moveTo>
                    <a:cubicBezTo>
                      <a:pt x="33200" y="0"/>
                      <a:pt x="29018" y="765"/>
                      <a:pt x="25038" y="2277"/>
                    </a:cubicBezTo>
                    <a:cubicBezTo>
                      <a:pt x="18096" y="4909"/>
                      <a:pt x="11931" y="9595"/>
                      <a:pt x="7520" y="15585"/>
                    </a:cubicBezTo>
                    <a:cubicBezTo>
                      <a:pt x="3083" y="21575"/>
                      <a:pt x="502" y="28844"/>
                      <a:pt x="627" y="36337"/>
                    </a:cubicBezTo>
                    <a:cubicBezTo>
                      <a:pt x="778" y="43881"/>
                      <a:pt x="3510" y="51250"/>
                      <a:pt x="7921" y="57340"/>
                    </a:cubicBezTo>
                    <a:cubicBezTo>
                      <a:pt x="12307" y="63355"/>
                      <a:pt x="18397" y="68192"/>
                      <a:pt x="25439" y="70699"/>
                    </a:cubicBezTo>
                    <a:cubicBezTo>
                      <a:pt x="27194" y="71325"/>
                      <a:pt x="28973" y="71776"/>
                      <a:pt x="30803" y="72102"/>
                    </a:cubicBezTo>
                    <a:cubicBezTo>
                      <a:pt x="30803" y="72102"/>
                      <a:pt x="30803" y="72102"/>
                      <a:pt x="30803" y="72102"/>
                    </a:cubicBezTo>
                    <a:lnTo>
                      <a:pt x="30803" y="72102"/>
                    </a:lnTo>
                    <a:cubicBezTo>
                      <a:pt x="30806" y="72103"/>
                      <a:pt x="30809" y="72103"/>
                      <a:pt x="30811" y="72103"/>
                    </a:cubicBezTo>
                    <a:lnTo>
                      <a:pt x="30811" y="72103"/>
                    </a:lnTo>
                    <a:cubicBezTo>
                      <a:pt x="32597" y="72402"/>
                      <a:pt x="34396" y="72546"/>
                      <a:pt x="36192" y="72546"/>
                    </a:cubicBezTo>
                    <a:cubicBezTo>
                      <a:pt x="41778" y="72546"/>
                      <a:pt x="47333" y="71152"/>
                      <a:pt x="52357" y="68668"/>
                    </a:cubicBezTo>
                    <a:cubicBezTo>
                      <a:pt x="58999" y="65410"/>
                      <a:pt x="64738" y="60247"/>
                      <a:pt x="68522" y="53881"/>
                    </a:cubicBezTo>
                    <a:cubicBezTo>
                      <a:pt x="72282" y="47541"/>
                      <a:pt x="73811" y="40122"/>
                      <a:pt x="72908" y="32804"/>
                    </a:cubicBezTo>
                    <a:cubicBezTo>
                      <a:pt x="72006" y="25661"/>
                      <a:pt x="68999" y="18869"/>
                      <a:pt x="64487" y="13305"/>
                    </a:cubicBezTo>
                    <a:cubicBezTo>
                      <a:pt x="59926" y="7691"/>
                      <a:pt x="53786" y="3330"/>
                      <a:pt x="46818" y="1325"/>
                    </a:cubicBezTo>
                    <a:cubicBezTo>
                      <a:pt x="43729" y="439"/>
                      <a:pt x="40556" y="0"/>
                      <a:pt x="373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2" name="Google Shape;4112;p52"/>
              <p:cNvSpPr/>
              <p:nvPr/>
            </p:nvSpPr>
            <p:spPr>
              <a:xfrm>
                <a:off x="1687818" y="3715093"/>
                <a:ext cx="190900" cy="77748"/>
              </a:xfrm>
              <a:custGeom>
                <a:rect b="b" l="l" r="r" t="t"/>
                <a:pathLst>
                  <a:path extrusionOk="0" h="2297" w="5640">
                    <a:moveTo>
                      <a:pt x="2458" y="1"/>
                    </a:moveTo>
                    <a:cubicBezTo>
                      <a:pt x="2272" y="1"/>
                      <a:pt x="2080" y="21"/>
                      <a:pt x="1880" y="66"/>
                    </a:cubicBezTo>
                    <a:cubicBezTo>
                      <a:pt x="1103" y="242"/>
                      <a:pt x="502" y="693"/>
                      <a:pt x="1" y="1219"/>
                    </a:cubicBezTo>
                    <a:cubicBezTo>
                      <a:pt x="76" y="1244"/>
                      <a:pt x="151" y="1269"/>
                      <a:pt x="226" y="1294"/>
                    </a:cubicBezTo>
                    <a:cubicBezTo>
                      <a:pt x="402" y="1119"/>
                      <a:pt x="602" y="943"/>
                      <a:pt x="803" y="768"/>
                    </a:cubicBezTo>
                    <a:cubicBezTo>
                      <a:pt x="1317" y="391"/>
                      <a:pt x="1868" y="212"/>
                      <a:pt x="2412" y="212"/>
                    </a:cubicBezTo>
                    <a:cubicBezTo>
                      <a:pt x="3062" y="212"/>
                      <a:pt x="3702" y="466"/>
                      <a:pt x="4261" y="943"/>
                    </a:cubicBezTo>
                    <a:cubicBezTo>
                      <a:pt x="4687" y="1319"/>
                      <a:pt x="5063" y="1771"/>
                      <a:pt x="5414" y="2272"/>
                    </a:cubicBezTo>
                    <a:cubicBezTo>
                      <a:pt x="5489" y="2272"/>
                      <a:pt x="5564" y="2297"/>
                      <a:pt x="5640" y="2297"/>
                    </a:cubicBezTo>
                    <a:cubicBezTo>
                      <a:pt x="4823" y="1149"/>
                      <a:pt x="3831" y="1"/>
                      <a:pt x="245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3" name="Google Shape;4113;p52"/>
              <p:cNvSpPr/>
              <p:nvPr/>
            </p:nvSpPr>
            <p:spPr>
              <a:xfrm>
                <a:off x="1389212" y="1897672"/>
                <a:ext cx="1310677" cy="1046869"/>
              </a:xfrm>
              <a:custGeom>
                <a:rect b="b" l="l" r="r" t="t"/>
                <a:pathLst>
                  <a:path extrusionOk="0" h="30929" w="38723">
                    <a:moveTo>
                      <a:pt x="9098" y="20727"/>
                    </a:moveTo>
                    <a:cubicBezTo>
                      <a:pt x="9098" y="20853"/>
                      <a:pt x="9073" y="21003"/>
                      <a:pt x="9048" y="21154"/>
                    </a:cubicBezTo>
                    <a:cubicBezTo>
                      <a:pt x="9048" y="21329"/>
                      <a:pt x="9023" y="21504"/>
                      <a:pt x="9023" y="21680"/>
                    </a:cubicBezTo>
                    <a:cubicBezTo>
                      <a:pt x="8948" y="21555"/>
                      <a:pt x="8898" y="21429"/>
                      <a:pt x="8823" y="21329"/>
                    </a:cubicBezTo>
                    <a:cubicBezTo>
                      <a:pt x="8772" y="21229"/>
                      <a:pt x="8722" y="21103"/>
                      <a:pt x="8672" y="21003"/>
                    </a:cubicBezTo>
                    <a:cubicBezTo>
                      <a:pt x="8823" y="20903"/>
                      <a:pt x="8973" y="20803"/>
                      <a:pt x="9098" y="20727"/>
                    </a:cubicBezTo>
                    <a:close/>
                    <a:moveTo>
                      <a:pt x="22778" y="1"/>
                    </a:moveTo>
                    <a:cubicBezTo>
                      <a:pt x="19622" y="1"/>
                      <a:pt x="17183" y="1861"/>
                      <a:pt x="16642" y="2331"/>
                    </a:cubicBezTo>
                    <a:cubicBezTo>
                      <a:pt x="15263" y="1152"/>
                      <a:pt x="13900" y="563"/>
                      <a:pt x="12566" y="563"/>
                    </a:cubicBezTo>
                    <a:cubicBezTo>
                      <a:pt x="12227" y="563"/>
                      <a:pt x="11890" y="601"/>
                      <a:pt x="11554" y="677"/>
                    </a:cubicBezTo>
                    <a:cubicBezTo>
                      <a:pt x="8497" y="1379"/>
                      <a:pt x="6717" y="5013"/>
                      <a:pt x="6492" y="5539"/>
                    </a:cubicBezTo>
                    <a:cubicBezTo>
                      <a:pt x="0" y="9048"/>
                      <a:pt x="2081" y="14763"/>
                      <a:pt x="2381" y="15539"/>
                    </a:cubicBezTo>
                    <a:cubicBezTo>
                      <a:pt x="1003" y="18071"/>
                      <a:pt x="627" y="20276"/>
                      <a:pt x="1279" y="22106"/>
                    </a:cubicBezTo>
                    <a:cubicBezTo>
                      <a:pt x="1980" y="24011"/>
                      <a:pt x="3609" y="24863"/>
                      <a:pt x="4061" y="25063"/>
                    </a:cubicBezTo>
                    <a:cubicBezTo>
                      <a:pt x="3860" y="27144"/>
                      <a:pt x="4336" y="28697"/>
                      <a:pt x="5489" y="29675"/>
                    </a:cubicBezTo>
                    <a:cubicBezTo>
                      <a:pt x="6642" y="30627"/>
                      <a:pt x="8246" y="30928"/>
                      <a:pt x="9750" y="30928"/>
                    </a:cubicBezTo>
                    <a:cubicBezTo>
                      <a:pt x="11254" y="30928"/>
                      <a:pt x="12657" y="30652"/>
                      <a:pt x="13384" y="30452"/>
                    </a:cubicBezTo>
                    <a:cubicBezTo>
                      <a:pt x="13284" y="30352"/>
                      <a:pt x="13209" y="30251"/>
                      <a:pt x="13108" y="30151"/>
                    </a:cubicBezTo>
                    <a:cubicBezTo>
                      <a:pt x="11730" y="28597"/>
                      <a:pt x="11203" y="26943"/>
                      <a:pt x="11078" y="26467"/>
                    </a:cubicBezTo>
                    <a:cubicBezTo>
                      <a:pt x="10627" y="26442"/>
                      <a:pt x="9198" y="26342"/>
                      <a:pt x="8271" y="25439"/>
                    </a:cubicBezTo>
                    <a:cubicBezTo>
                      <a:pt x="7770" y="24938"/>
                      <a:pt x="7519" y="24286"/>
                      <a:pt x="7519" y="23484"/>
                    </a:cubicBezTo>
                    <a:cubicBezTo>
                      <a:pt x="7519" y="22382"/>
                      <a:pt x="7945" y="21655"/>
                      <a:pt x="8497" y="21154"/>
                    </a:cubicBezTo>
                    <a:cubicBezTo>
                      <a:pt x="8547" y="21254"/>
                      <a:pt x="8622" y="21379"/>
                      <a:pt x="8672" y="21479"/>
                    </a:cubicBezTo>
                    <a:cubicBezTo>
                      <a:pt x="8772" y="21680"/>
                      <a:pt x="8898" y="21905"/>
                      <a:pt x="9023" y="22106"/>
                    </a:cubicBezTo>
                    <a:cubicBezTo>
                      <a:pt x="9051" y="22134"/>
                      <a:pt x="9090" y="22148"/>
                      <a:pt x="9127" y="22148"/>
                    </a:cubicBezTo>
                    <a:cubicBezTo>
                      <a:pt x="9190" y="22148"/>
                      <a:pt x="9249" y="22109"/>
                      <a:pt x="9249" y="22031"/>
                    </a:cubicBezTo>
                    <a:cubicBezTo>
                      <a:pt x="9249" y="21705"/>
                      <a:pt x="9249" y="21354"/>
                      <a:pt x="9299" y="21003"/>
                    </a:cubicBezTo>
                    <a:cubicBezTo>
                      <a:pt x="10026" y="20577"/>
                      <a:pt x="10802" y="20477"/>
                      <a:pt x="10953" y="20477"/>
                    </a:cubicBezTo>
                    <a:cubicBezTo>
                      <a:pt x="10997" y="20485"/>
                      <a:pt x="11094" y="20498"/>
                      <a:pt x="11233" y="20498"/>
                    </a:cubicBezTo>
                    <a:cubicBezTo>
                      <a:pt x="11951" y="20498"/>
                      <a:pt x="13785" y="20157"/>
                      <a:pt x="15214" y="17068"/>
                    </a:cubicBezTo>
                    <a:cubicBezTo>
                      <a:pt x="15453" y="17135"/>
                      <a:pt x="15942" y="17251"/>
                      <a:pt x="16550" y="17251"/>
                    </a:cubicBezTo>
                    <a:cubicBezTo>
                      <a:pt x="17085" y="17251"/>
                      <a:pt x="17713" y="17161"/>
                      <a:pt x="18346" y="16868"/>
                    </a:cubicBezTo>
                    <a:cubicBezTo>
                      <a:pt x="19399" y="16367"/>
                      <a:pt x="20201" y="15439"/>
                      <a:pt x="20727" y="14061"/>
                    </a:cubicBezTo>
                    <a:cubicBezTo>
                      <a:pt x="21137" y="14259"/>
                      <a:pt x="22175" y="14688"/>
                      <a:pt x="23344" y="14688"/>
                    </a:cubicBezTo>
                    <a:cubicBezTo>
                      <a:pt x="24390" y="14688"/>
                      <a:pt x="25542" y="14344"/>
                      <a:pt x="26442" y="13184"/>
                    </a:cubicBezTo>
                    <a:cubicBezTo>
                      <a:pt x="26542" y="13334"/>
                      <a:pt x="26667" y="13534"/>
                      <a:pt x="26868" y="13760"/>
                    </a:cubicBezTo>
                    <a:cubicBezTo>
                      <a:pt x="26868" y="13810"/>
                      <a:pt x="26893" y="13835"/>
                      <a:pt x="26893" y="13885"/>
                    </a:cubicBezTo>
                    <a:cubicBezTo>
                      <a:pt x="26912" y="13942"/>
                      <a:pt x="26959" y="13970"/>
                      <a:pt x="27002" y="13970"/>
                    </a:cubicBezTo>
                    <a:cubicBezTo>
                      <a:pt x="27017" y="13970"/>
                      <a:pt x="27031" y="13967"/>
                      <a:pt x="27043" y="13961"/>
                    </a:cubicBezTo>
                    <a:cubicBezTo>
                      <a:pt x="27093" y="13935"/>
                      <a:pt x="27118" y="13885"/>
                      <a:pt x="27118" y="13835"/>
                    </a:cubicBezTo>
                    <a:cubicBezTo>
                      <a:pt x="27068" y="13635"/>
                      <a:pt x="26993" y="13459"/>
                      <a:pt x="26918" y="13284"/>
                    </a:cubicBezTo>
                    <a:lnTo>
                      <a:pt x="26918" y="13284"/>
                    </a:lnTo>
                    <a:cubicBezTo>
                      <a:pt x="27369" y="13885"/>
                      <a:pt x="28346" y="14838"/>
                      <a:pt x="30126" y="14963"/>
                    </a:cubicBezTo>
                    <a:cubicBezTo>
                      <a:pt x="30201" y="14988"/>
                      <a:pt x="30276" y="15038"/>
                      <a:pt x="30301" y="15113"/>
                    </a:cubicBezTo>
                    <a:cubicBezTo>
                      <a:pt x="30928" y="17895"/>
                      <a:pt x="31103" y="22682"/>
                      <a:pt x="29675" y="26642"/>
                    </a:cubicBezTo>
                    <a:cubicBezTo>
                      <a:pt x="29625" y="26768"/>
                      <a:pt x="29600" y="26893"/>
                      <a:pt x="29549" y="27018"/>
                    </a:cubicBezTo>
                    <a:cubicBezTo>
                      <a:pt x="31028" y="26843"/>
                      <a:pt x="32206" y="26291"/>
                      <a:pt x="33033" y="25389"/>
                    </a:cubicBezTo>
                    <a:cubicBezTo>
                      <a:pt x="34487" y="23785"/>
                      <a:pt x="34412" y="21605"/>
                      <a:pt x="34387" y="21128"/>
                    </a:cubicBezTo>
                    <a:cubicBezTo>
                      <a:pt x="37369" y="18647"/>
                      <a:pt x="35765" y="15966"/>
                      <a:pt x="35389" y="15414"/>
                    </a:cubicBezTo>
                    <a:cubicBezTo>
                      <a:pt x="38722" y="9474"/>
                      <a:pt x="34637" y="6291"/>
                      <a:pt x="34136" y="5940"/>
                    </a:cubicBezTo>
                    <a:cubicBezTo>
                      <a:pt x="33735" y="4888"/>
                      <a:pt x="33133" y="4211"/>
                      <a:pt x="32331" y="3910"/>
                    </a:cubicBezTo>
                    <a:cubicBezTo>
                      <a:pt x="32012" y="3789"/>
                      <a:pt x="31695" y="3746"/>
                      <a:pt x="31404" y="3746"/>
                    </a:cubicBezTo>
                    <a:cubicBezTo>
                      <a:pt x="30851" y="3746"/>
                      <a:pt x="30390" y="3903"/>
                      <a:pt x="30176" y="3986"/>
                    </a:cubicBezTo>
                    <a:cubicBezTo>
                      <a:pt x="28146" y="1554"/>
                      <a:pt x="25890" y="201"/>
                      <a:pt x="23409" y="26"/>
                    </a:cubicBezTo>
                    <a:cubicBezTo>
                      <a:pt x="23196" y="9"/>
                      <a:pt x="22985" y="1"/>
                      <a:pt x="2277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4" name="Google Shape;4114;p52"/>
              <p:cNvSpPr/>
              <p:nvPr/>
            </p:nvSpPr>
            <p:spPr>
              <a:xfrm>
                <a:off x="1388366" y="1893542"/>
                <a:ext cx="1313215" cy="1054383"/>
              </a:xfrm>
              <a:custGeom>
                <a:rect b="b" l="l" r="r" t="t"/>
                <a:pathLst>
                  <a:path extrusionOk="0" h="31151" w="38798">
                    <a:moveTo>
                      <a:pt x="26993" y="13858"/>
                    </a:moveTo>
                    <a:cubicBezTo>
                      <a:pt x="26999" y="13883"/>
                      <a:pt x="27005" y="13907"/>
                      <a:pt x="27010" y="13932"/>
                    </a:cubicBezTo>
                    <a:lnTo>
                      <a:pt x="27010" y="13932"/>
                    </a:lnTo>
                    <a:cubicBezTo>
                      <a:pt x="27002" y="13909"/>
                      <a:pt x="26993" y="13888"/>
                      <a:pt x="26993" y="13858"/>
                    </a:cubicBezTo>
                    <a:close/>
                    <a:moveTo>
                      <a:pt x="8998" y="21050"/>
                    </a:moveTo>
                    <a:cubicBezTo>
                      <a:pt x="8998" y="21125"/>
                      <a:pt x="8998" y="21200"/>
                      <a:pt x="8973" y="21250"/>
                    </a:cubicBezTo>
                    <a:cubicBezTo>
                      <a:pt x="8973" y="21326"/>
                      <a:pt x="8973" y="21376"/>
                      <a:pt x="8973" y="21426"/>
                    </a:cubicBezTo>
                    <a:cubicBezTo>
                      <a:pt x="8973" y="21426"/>
                      <a:pt x="8948" y="21401"/>
                      <a:pt x="8948" y="21401"/>
                    </a:cubicBezTo>
                    <a:cubicBezTo>
                      <a:pt x="8923" y="21326"/>
                      <a:pt x="8873" y="21250"/>
                      <a:pt x="8848" y="21150"/>
                    </a:cubicBezTo>
                    <a:cubicBezTo>
                      <a:pt x="8898" y="21125"/>
                      <a:pt x="8948" y="21075"/>
                      <a:pt x="8998" y="21050"/>
                    </a:cubicBezTo>
                    <a:close/>
                    <a:moveTo>
                      <a:pt x="22816" y="223"/>
                    </a:moveTo>
                    <a:cubicBezTo>
                      <a:pt x="23019" y="223"/>
                      <a:pt x="23225" y="231"/>
                      <a:pt x="23434" y="248"/>
                    </a:cubicBezTo>
                    <a:cubicBezTo>
                      <a:pt x="25865" y="423"/>
                      <a:pt x="28121" y="1752"/>
                      <a:pt x="30126" y="4183"/>
                    </a:cubicBezTo>
                    <a:lnTo>
                      <a:pt x="30176" y="4233"/>
                    </a:lnTo>
                    <a:lnTo>
                      <a:pt x="30226" y="4208"/>
                    </a:lnTo>
                    <a:cubicBezTo>
                      <a:pt x="30456" y="4126"/>
                      <a:pt x="30901" y="3968"/>
                      <a:pt x="31435" y="3968"/>
                    </a:cubicBezTo>
                    <a:cubicBezTo>
                      <a:pt x="31715" y="3968"/>
                      <a:pt x="32020" y="4012"/>
                      <a:pt x="32331" y="4133"/>
                    </a:cubicBezTo>
                    <a:cubicBezTo>
                      <a:pt x="33083" y="4408"/>
                      <a:pt x="33660" y="5085"/>
                      <a:pt x="34061" y="6113"/>
                    </a:cubicBezTo>
                    <a:lnTo>
                      <a:pt x="34086" y="6138"/>
                    </a:lnTo>
                    <a:lnTo>
                      <a:pt x="34111" y="6138"/>
                    </a:lnTo>
                    <a:cubicBezTo>
                      <a:pt x="34587" y="6488"/>
                      <a:pt x="38622" y="9596"/>
                      <a:pt x="35339" y="15486"/>
                    </a:cubicBezTo>
                    <a:lnTo>
                      <a:pt x="35289" y="15561"/>
                    </a:lnTo>
                    <a:lnTo>
                      <a:pt x="35339" y="15611"/>
                    </a:lnTo>
                    <a:cubicBezTo>
                      <a:pt x="35690" y="16113"/>
                      <a:pt x="37244" y="18744"/>
                      <a:pt x="34336" y="21150"/>
                    </a:cubicBezTo>
                    <a:lnTo>
                      <a:pt x="34286" y="21200"/>
                    </a:lnTo>
                    <a:lnTo>
                      <a:pt x="34311" y="21250"/>
                    </a:lnTo>
                    <a:cubicBezTo>
                      <a:pt x="34336" y="21677"/>
                      <a:pt x="34412" y="23857"/>
                      <a:pt x="32983" y="25436"/>
                    </a:cubicBezTo>
                    <a:cubicBezTo>
                      <a:pt x="32206" y="26288"/>
                      <a:pt x="31103" y="26814"/>
                      <a:pt x="29725" y="27015"/>
                    </a:cubicBezTo>
                    <a:cubicBezTo>
                      <a:pt x="29750" y="26940"/>
                      <a:pt x="29775" y="26865"/>
                      <a:pt x="29800" y="26789"/>
                    </a:cubicBezTo>
                    <a:cubicBezTo>
                      <a:pt x="31178" y="22980"/>
                      <a:pt x="31103" y="18218"/>
                      <a:pt x="30427" y="15210"/>
                    </a:cubicBezTo>
                    <a:cubicBezTo>
                      <a:pt x="30376" y="15085"/>
                      <a:pt x="30276" y="15010"/>
                      <a:pt x="30151" y="14985"/>
                    </a:cubicBezTo>
                    <a:cubicBezTo>
                      <a:pt x="28396" y="14859"/>
                      <a:pt x="27444" y="13907"/>
                      <a:pt x="27043" y="13331"/>
                    </a:cubicBezTo>
                    <a:lnTo>
                      <a:pt x="26567" y="12679"/>
                    </a:lnTo>
                    <a:lnTo>
                      <a:pt x="26868" y="13431"/>
                    </a:lnTo>
                    <a:cubicBezTo>
                      <a:pt x="26906" y="13583"/>
                      <a:pt x="26958" y="13721"/>
                      <a:pt x="26992" y="13856"/>
                    </a:cubicBezTo>
                    <a:lnTo>
                      <a:pt x="26992" y="13856"/>
                    </a:lnTo>
                    <a:lnTo>
                      <a:pt x="26968" y="13807"/>
                    </a:lnTo>
                    <a:cubicBezTo>
                      <a:pt x="26767" y="13581"/>
                      <a:pt x="26642" y="13381"/>
                      <a:pt x="26567" y="13255"/>
                    </a:cubicBezTo>
                    <a:lnTo>
                      <a:pt x="26467" y="13130"/>
                    </a:lnTo>
                    <a:lnTo>
                      <a:pt x="26391" y="13230"/>
                    </a:lnTo>
                    <a:cubicBezTo>
                      <a:pt x="25520" y="14364"/>
                      <a:pt x="24399" y="14702"/>
                      <a:pt x="23372" y="14702"/>
                    </a:cubicBezTo>
                    <a:cubicBezTo>
                      <a:pt x="22241" y="14702"/>
                      <a:pt x="21224" y="14293"/>
                      <a:pt x="20777" y="14083"/>
                    </a:cubicBezTo>
                    <a:lnTo>
                      <a:pt x="20677" y="14057"/>
                    </a:lnTo>
                    <a:lnTo>
                      <a:pt x="20652" y="14158"/>
                    </a:lnTo>
                    <a:cubicBezTo>
                      <a:pt x="20126" y="15486"/>
                      <a:pt x="19349" y="16413"/>
                      <a:pt x="18321" y="16890"/>
                    </a:cubicBezTo>
                    <a:cubicBezTo>
                      <a:pt x="17703" y="17180"/>
                      <a:pt x="17085" y="17272"/>
                      <a:pt x="16554" y="17272"/>
                    </a:cubicBezTo>
                    <a:cubicBezTo>
                      <a:pt x="15988" y="17272"/>
                      <a:pt x="15522" y="17168"/>
                      <a:pt x="15264" y="17090"/>
                    </a:cubicBezTo>
                    <a:lnTo>
                      <a:pt x="15188" y="17065"/>
                    </a:lnTo>
                    <a:lnTo>
                      <a:pt x="15138" y="17140"/>
                    </a:lnTo>
                    <a:cubicBezTo>
                      <a:pt x="13724" y="20222"/>
                      <a:pt x="11918" y="20513"/>
                      <a:pt x="11249" y="20513"/>
                    </a:cubicBezTo>
                    <a:cubicBezTo>
                      <a:pt x="11124" y="20513"/>
                      <a:pt x="11038" y="20503"/>
                      <a:pt x="11003" y="20499"/>
                    </a:cubicBezTo>
                    <a:lnTo>
                      <a:pt x="10978" y="20474"/>
                    </a:lnTo>
                    <a:lnTo>
                      <a:pt x="10953" y="20474"/>
                    </a:lnTo>
                    <a:cubicBezTo>
                      <a:pt x="10802" y="20499"/>
                      <a:pt x="10025" y="20599"/>
                      <a:pt x="9274" y="21025"/>
                    </a:cubicBezTo>
                    <a:lnTo>
                      <a:pt x="9223" y="21050"/>
                    </a:lnTo>
                    <a:lnTo>
                      <a:pt x="9223" y="21100"/>
                    </a:lnTo>
                    <a:cubicBezTo>
                      <a:pt x="9173" y="21451"/>
                      <a:pt x="9148" y="21827"/>
                      <a:pt x="9148" y="22153"/>
                    </a:cubicBezTo>
                    <a:lnTo>
                      <a:pt x="9148" y="21802"/>
                    </a:lnTo>
                    <a:cubicBezTo>
                      <a:pt x="9173" y="21626"/>
                      <a:pt x="9173" y="21451"/>
                      <a:pt x="9198" y="21276"/>
                    </a:cubicBezTo>
                    <a:cubicBezTo>
                      <a:pt x="9198" y="21125"/>
                      <a:pt x="9223" y="21000"/>
                      <a:pt x="9223" y="20849"/>
                    </a:cubicBezTo>
                    <a:lnTo>
                      <a:pt x="9249" y="20649"/>
                    </a:lnTo>
                    <a:lnTo>
                      <a:pt x="9073" y="20749"/>
                    </a:lnTo>
                    <a:cubicBezTo>
                      <a:pt x="8923" y="20849"/>
                      <a:pt x="8772" y="20950"/>
                      <a:pt x="8647" y="21050"/>
                    </a:cubicBezTo>
                    <a:lnTo>
                      <a:pt x="8572" y="21100"/>
                    </a:lnTo>
                    <a:lnTo>
                      <a:pt x="8622" y="21175"/>
                    </a:lnTo>
                    <a:cubicBezTo>
                      <a:pt x="8672" y="21276"/>
                      <a:pt x="8722" y="21376"/>
                      <a:pt x="8772" y="21501"/>
                    </a:cubicBezTo>
                    <a:cubicBezTo>
                      <a:pt x="8822" y="21601"/>
                      <a:pt x="8898" y="21727"/>
                      <a:pt x="8973" y="21852"/>
                    </a:cubicBezTo>
                    <a:lnTo>
                      <a:pt x="9148" y="22153"/>
                    </a:lnTo>
                    <a:cubicBezTo>
                      <a:pt x="9023" y="21977"/>
                      <a:pt x="8898" y="21777"/>
                      <a:pt x="8772" y="21551"/>
                    </a:cubicBezTo>
                    <a:cubicBezTo>
                      <a:pt x="8722" y="21451"/>
                      <a:pt x="8672" y="21326"/>
                      <a:pt x="8622" y="21225"/>
                    </a:cubicBezTo>
                    <a:lnTo>
                      <a:pt x="8572" y="21100"/>
                    </a:lnTo>
                    <a:lnTo>
                      <a:pt x="8472" y="21200"/>
                    </a:lnTo>
                    <a:cubicBezTo>
                      <a:pt x="7795" y="21802"/>
                      <a:pt x="7444" y="22604"/>
                      <a:pt x="7444" y="23606"/>
                    </a:cubicBezTo>
                    <a:cubicBezTo>
                      <a:pt x="7444" y="24433"/>
                      <a:pt x="7695" y="25110"/>
                      <a:pt x="8246" y="25636"/>
                    </a:cubicBezTo>
                    <a:cubicBezTo>
                      <a:pt x="9123" y="26514"/>
                      <a:pt x="10502" y="26664"/>
                      <a:pt x="11028" y="26689"/>
                    </a:cubicBezTo>
                    <a:cubicBezTo>
                      <a:pt x="11178" y="27240"/>
                      <a:pt x="11730" y="28845"/>
                      <a:pt x="13058" y="30348"/>
                    </a:cubicBezTo>
                    <a:cubicBezTo>
                      <a:pt x="13108" y="30398"/>
                      <a:pt x="13158" y="30474"/>
                      <a:pt x="13208" y="30524"/>
                    </a:cubicBezTo>
                    <a:cubicBezTo>
                      <a:pt x="12457" y="30699"/>
                      <a:pt x="11153" y="30950"/>
                      <a:pt x="9775" y="30950"/>
                    </a:cubicBezTo>
                    <a:cubicBezTo>
                      <a:pt x="7970" y="30950"/>
                      <a:pt x="6542" y="30524"/>
                      <a:pt x="5589" y="29722"/>
                    </a:cubicBezTo>
                    <a:cubicBezTo>
                      <a:pt x="4462" y="28769"/>
                      <a:pt x="3985" y="27240"/>
                      <a:pt x="4211" y="25210"/>
                    </a:cubicBezTo>
                    <a:lnTo>
                      <a:pt x="4211" y="25135"/>
                    </a:lnTo>
                    <a:lnTo>
                      <a:pt x="4136" y="25110"/>
                    </a:lnTo>
                    <a:cubicBezTo>
                      <a:pt x="3660" y="24885"/>
                      <a:pt x="2081" y="24058"/>
                      <a:pt x="1404" y="22178"/>
                    </a:cubicBezTo>
                    <a:cubicBezTo>
                      <a:pt x="752" y="20398"/>
                      <a:pt x="1128" y="18218"/>
                      <a:pt x="2507" y="15712"/>
                    </a:cubicBezTo>
                    <a:lnTo>
                      <a:pt x="2532" y="15661"/>
                    </a:lnTo>
                    <a:lnTo>
                      <a:pt x="2507" y="15611"/>
                    </a:lnTo>
                    <a:cubicBezTo>
                      <a:pt x="2256" y="14985"/>
                      <a:pt x="126" y="9220"/>
                      <a:pt x="6567" y="5737"/>
                    </a:cubicBezTo>
                    <a:lnTo>
                      <a:pt x="6592" y="5737"/>
                    </a:lnTo>
                    <a:lnTo>
                      <a:pt x="6617" y="5686"/>
                    </a:lnTo>
                    <a:cubicBezTo>
                      <a:pt x="6792" y="5285"/>
                      <a:pt x="8572" y="1576"/>
                      <a:pt x="11604" y="899"/>
                    </a:cubicBezTo>
                    <a:cubicBezTo>
                      <a:pt x="11930" y="824"/>
                      <a:pt x="12256" y="799"/>
                      <a:pt x="12582" y="799"/>
                    </a:cubicBezTo>
                    <a:cubicBezTo>
                      <a:pt x="13885" y="799"/>
                      <a:pt x="15239" y="1376"/>
                      <a:pt x="16592" y="2529"/>
                    </a:cubicBezTo>
                    <a:lnTo>
                      <a:pt x="16667" y="2579"/>
                    </a:lnTo>
                    <a:lnTo>
                      <a:pt x="16717" y="2529"/>
                    </a:lnTo>
                    <a:cubicBezTo>
                      <a:pt x="17212" y="2128"/>
                      <a:pt x="19653" y="223"/>
                      <a:pt x="22816" y="223"/>
                    </a:cubicBezTo>
                    <a:close/>
                    <a:moveTo>
                      <a:pt x="22869" y="1"/>
                    </a:moveTo>
                    <a:cubicBezTo>
                      <a:pt x="19739" y="1"/>
                      <a:pt x="17281" y="1807"/>
                      <a:pt x="16667" y="2303"/>
                    </a:cubicBezTo>
                    <a:cubicBezTo>
                      <a:pt x="15290" y="1166"/>
                      <a:pt x="13913" y="584"/>
                      <a:pt x="12575" y="584"/>
                    </a:cubicBezTo>
                    <a:cubicBezTo>
                      <a:pt x="12232" y="584"/>
                      <a:pt x="11891" y="622"/>
                      <a:pt x="11554" y="699"/>
                    </a:cubicBezTo>
                    <a:cubicBezTo>
                      <a:pt x="8497" y="1376"/>
                      <a:pt x="6692" y="5010"/>
                      <a:pt x="6441" y="5586"/>
                    </a:cubicBezTo>
                    <a:cubicBezTo>
                      <a:pt x="0" y="9070"/>
                      <a:pt x="1955" y="14809"/>
                      <a:pt x="2306" y="15636"/>
                    </a:cubicBezTo>
                    <a:cubicBezTo>
                      <a:pt x="903" y="18193"/>
                      <a:pt x="527" y="20423"/>
                      <a:pt x="1203" y="22253"/>
                    </a:cubicBezTo>
                    <a:cubicBezTo>
                      <a:pt x="1880" y="24108"/>
                      <a:pt x="3434" y="24985"/>
                      <a:pt x="3985" y="25261"/>
                    </a:cubicBezTo>
                    <a:cubicBezTo>
                      <a:pt x="3785" y="27341"/>
                      <a:pt x="4286" y="28895"/>
                      <a:pt x="5464" y="29872"/>
                    </a:cubicBezTo>
                    <a:cubicBezTo>
                      <a:pt x="6467" y="30724"/>
                      <a:pt x="7920" y="31150"/>
                      <a:pt x="9775" y="31150"/>
                    </a:cubicBezTo>
                    <a:cubicBezTo>
                      <a:pt x="11304" y="31150"/>
                      <a:pt x="12732" y="30850"/>
                      <a:pt x="13434" y="30674"/>
                    </a:cubicBezTo>
                    <a:lnTo>
                      <a:pt x="13609" y="30649"/>
                    </a:lnTo>
                    <a:lnTo>
                      <a:pt x="13484" y="30524"/>
                    </a:lnTo>
                    <a:cubicBezTo>
                      <a:pt x="13384" y="30423"/>
                      <a:pt x="13309" y="30323"/>
                      <a:pt x="13208" y="30223"/>
                    </a:cubicBezTo>
                    <a:cubicBezTo>
                      <a:pt x="11855" y="28669"/>
                      <a:pt x="11329" y="27040"/>
                      <a:pt x="11203" y="26564"/>
                    </a:cubicBezTo>
                    <a:lnTo>
                      <a:pt x="11178" y="26489"/>
                    </a:lnTo>
                    <a:lnTo>
                      <a:pt x="11103" y="26489"/>
                    </a:lnTo>
                    <a:cubicBezTo>
                      <a:pt x="10677" y="26464"/>
                      <a:pt x="9274" y="26363"/>
                      <a:pt x="8371" y="25486"/>
                    </a:cubicBezTo>
                    <a:cubicBezTo>
                      <a:pt x="7895" y="25010"/>
                      <a:pt x="7645" y="24358"/>
                      <a:pt x="7645" y="23606"/>
                    </a:cubicBezTo>
                    <a:cubicBezTo>
                      <a:pt x="7645" y="22729"/>
                      <a:pt x="7945" y="22002"/>
                      <a:pt x="8497" y="21451"/>
                    </a:cubicBezTo>
                    <a:cubicBezTo>
                      <a:pt x="8522" y="21526"/>
                      <a:pt x="8572" y="21576"/>
                      <a:pt x="8597" y="21651"/>
                    </a:cubicBezTo>
                    <a:cubicBezTo>
                      <a:pt x="8722" y="21877"/>
                      <a:pt x="8848" y="22078"/>
                      <a:pt x="8973" y="22278"/>
                    </a:cubicBezTo>
                    <a:cubicBezTo>
                      <a:pt x="9014" y="22340"/>
                      <a:pt x="9089" y="22385"/>
                      <a:pt x="9170" y="22385"/>
                    </a:cubicBezTo>
                    <a:cubicBezTo>
                      <a:pt x="9188" y="22385"/>
                      <a:pt x="9206" y="22383"/>
                      <a:pt x="9223" y="22378"/>
                    </a:cubicBezTo>
                    <a:cubicBezTo>
                      <a:pt x="9299" y="22328"/>
                      <a:pt x="9374" y="22253"/>
                      <a:pt x="9374" y="22153"/>
                    </a:cubicBezTo>
                    <a:cubicBezTo>
                      <a:pt x="9374" y="21852"/>
                      <a:pt x="9374" y="21501"/>
                      <a:pt x="9424" y="21175"/>
                    </a:cubicBezTo>
                    <a:cubicBezTo>
                      <a:pt x="10101" y="20799"/>
                      <a:pt x="10802" y="20724"/>
                      <a:pt x="10978" y="20699"/>
                    </a:cubicBezTo>
                    <a:cubicBezTo>
                      <a:pt x="11029" y="20707"/>
                      <a:pt x="11127" y="20718"/>
                      <a:pt x="11264" y="20718"/>
                    </a:cubicBezTo>
                    <a:cubicBezTo>
                      <a:pt x="12002" y="20718"/>
                      <a:pt x="13850" y="20383"/>
                      <a:pt x="15289" y="17316"/>
                    </a:cubicBezTo>
                    <a:cubicBezTo>
                      <a:pt x="15577" y="17391"/>
                      <a:pt x="16034" y="17485"/>
                      <a:pt x="16583" y="17485"/>
                    </a:cubicBezTo>
                    <a:cubicBezTo>
                      <a:pt x="17131" y="17485"/>
                      <a:pt x="17770" y="17391"/>
                      <a:pt x="18422" y="17090"/>
                    </a:cubicBezTo>
                    <a:cubicBezTo>
                      <a:pt x="19449" y="16589"/>
                      <a:pt x="20276" y="15661"/>
                      <a:pt x="20802" y="14333"/>
                    </a:cubicBezTo>
                    <a:cubicBezTo>
                      <a:pt x="21302" y="14551"/>
                      <a:pt x="22288" y="14913"/>
                      <a:pt x="23379" y="14913"/>
                    </a:cubicBezTo>
                    <a:cubicBezTo>
                      <a:pt x="24421" y="14913"/>
                      <a:pt x="25561" y="14583"/>
                      <a:pt x="26467" y="13481"/>
                    </a:cubicBezTo>
                    <a:cubicBezTo>
                      <a:pt x="26542" y="13606"/>
                      <a:pt x="26642" y="13757"/>
                      <a:pt x="26792" y="13932"/>
                    </a:cubicBezTo>
                    <a:cubicBezTo>
                      <a:pt x="26792" y="13957"/>
                      <a:pt x="26818" y="14007"/>
                      <a:pt x="26818" y="14032"/>
                    </a:cubicBezTo>
                    <a:cubicBezTo>
                      <a:pt x="26843" y="14108"/>
                      <a:pt x="26868" y="14158"/>
                      <a:pt x="26918" y="14183"/>
                    </a:cubicBezTo>
                    <a:cubicBezTo>
                      <a:pt x="26955" y="14195"/>
                      <a:pt x="26987" y="14202"/>
                      <a:pt x="27018" y="14202"/>
                    </a:cubicBezTo>
                    <a:cubicBezTo>
                      <a:pt x="27049" y="14202"/>
                      <a:pt x="27081" y="14195"/>
                      <a:pt x="27118" y="14183"/>
                    </a:cubicBezTo>
                    <a:cubicBezTo>
                      <a:pt x="27219" y="14133"/>
                      <a:pt x="27269" y="14032"/>
                      <a:pt x="27244" y="13932"/>
                    </a:cubicBezTo>
                    <a:cubicBezTo>
                      <a:pt x="27219" y="13907"/>
                      <a:pt x="27219" y="13907"/>
                      <a:pt x="27219" y="13882"/>
                    </a:cubicBezTo>
                    <a:lnTo>
                      <a:pt x="27219" y="13882"/>
                    </a:lnTo>
                    <a:cubicBezTo>
                      <a:pt x="27770" y="14433"/>
                      <a:pt x="28697" y="15085"/>
                      <a:pt x="30151" y="15185"/>
                    </a:cubicBezTo>
                    <a:cubicBezTo>
                      <a:pt x="30176" y="15210"/>
                      <a:pt x="30201" y="15210"/>
                      <a:pt x="30201" y="15260"/>
                    </a:cubicBezTo>
                    <a:cubicBezTo>
                      <a:pt x="30903" y="18243"/>
                      <a:pt x="30978" y="22955"/>
                      <a:pt x="29600" y="26714"/>
                    </a:cubicBezTo>
                    <a:cubicBezTo>
                      <a:pt x="29549" y="26839"/>
                      <a:pt x="29524" y="26965"/>
                      <a:pt x="29474" y="27090"/>
                    </a:cubicBezTo>
                    <a:lnTo>
                      <a:pt x="29399" y="27240"/>
                    </a:lnTo>
                    <a:lnTo>
                      <a:pt x="29574" y="27240"/>
                    </a:lnTo>
                    <a:cubicBezTo>
                      <a:pt x="31103" y="27065"/>
                      <a:pt x="32306" y="26489"/>
                      <a:pt x="33133" y="25561"/>
                    </a:cubicBezTo>
                    <a:cubicBezTo>
                      <a:pt x="34562" y="23982"/>
                      <a:pt x="34537" y="21827"/>
                      <a:pt x="34512" y="21276"/>
                    </a:cubicBezTo>
                    <a:cubicBezTo>
                      <a:pt x="37419" y="18819"/>
                      <a:pt x="35965" y="16188"/>
                      <a:pt x="35539" y="15536"/>
                    </a:cubicBezTo>
                    <a:cubicBezTo>
                      <a:pt x="38798" y="9621"/>
                      <a:pt x="34838" y="6413"/>
                      <a:pt x="34261" y="5987"/>
                    </a:cubicBezTo>
                    <a:cubicBezTo>
                      <a:pt x="33835" y="4935"/>
                      <a:pt x="33209" y="4233"/>
                      <a:pt x="32407" y="3932"/>
                    </a:cubicBezTo>
                    <a:cubicBezTo>
                      <a:pt x="32061" y="3801"/>
                      <a:pt x="31726" y="3754"/>
                      <a:pt x="31421" y="3754"/>
                    </a:cubicBezTo>
                    <a:cubicBezTo>
                      <a:pt x="30907" y="3754"/>
                      <a:pt x="30478" y="3888"/>
                      <a:pt x="30226" y="3982"/>
                    </a:cubicBezTo>
                    <a:cubicBezTo>
                      <a:pt x="28196" y="1551"/>
                      <a:pt x="25940" y="223"/>
                      <a:pt x="23459" y="22"/>
                    </a:cubicBezTo>
                    <a:cubicBezTo>
                      <a:pt x="23260" y="8"/>
                      <a:pt x="23063" y="1"/>
                      <a:pt x="228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15" name="Google Shape;4115;p52"/>
            <p:cNvSpPr/>
            <p:nvPr/>
          </p:nvSpPr>
          <p:spPr>
            <a:xfrm>
              <a:off x="2445125" y="4231699"/>
              <a:ext cx="171879" cy="62128"/>
            </a:xfrm>
            <a:custGeom>
              <a:rect b="b" l="l" r="r" t="t"/>
              <a:pathLst>
                <a:path extrusionOk="0" h="1495" w="4136">
                  <a:moveTo>
                    <a:pt x="2384" y="1"/>
                  </a:moveTo>
                  <a:cubicBezTo>
                    <a:pt x="2134" y="1"/>
                    <a:pt x="1874" y="44"/>
                    <a:pt x="1604" y="141"/>
                  </a:cubicBezTo>
                  <a:cubicBezTo>
                    <a:pt x="928" y="392"/>
                    <a:pt x="426" y="918"/>
                    <a:pt x="0" y="1495"/>
                  </a:cubicBezTo>
                  <a:cubicBezTo>
                    <a:pt x="100" y="1495"/>
                    <a:pt x="176" y="1469"/>
                    <a:pt x="276" y="1469"/>
                  </a:cubicBezTo>
                  <a:cubicBezTo>
                    <a:pt x="527" y="1144"/>
                    <a:pt x="802" y="843"/>
                    <a:pt x="1128" y="617"/>
                  </a:cubicBezTo>
                  <a:cubicBezTo>
                    <a:pt x="1516" y="326"/>
                    <a:pt x="1965" y="181"/>
                    <a:pt x="2420" y="181"/>
                  </a:cubicBezTo>
                  <a:cubicBezTo>
                    <a:pt x="2789" y="181"/>
                    <a:pt x="3161" y="276"/>
                    <a:pt x="3509" y="467"/>
                  </a:cubicBezTo>
                  <a:cubicBezTo>
                    <a:pt x="3659" y="567"/>
                    <a:pt x="3810" y="667"/>
                    <a:pt x="3960" y="768"/>
                  </a:cubicBezTo>
                  <a:cubicBezTo>
                    <a:pt x="4010" y="768"/>
                    <a:pt x="4085" y="743"/>
                    <a:pt x="4136" y="718"/>
                  </a:cubicBezTo>
                  <a:cubicBezTo>
                    <a:pt x="3627" y="300"/>
                    <a:pt x="3040" y="1"/>
                    <a:pt x="238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6" name="Google Shape;4116;p52"/>
            <p:cNvSpPr/>
            <p:nvPr/>
          </p:nvSpPr>
          <p:spPr>
            <a:xfrm>
              <a:off x="2084744" y="3823028"/>
              <a:ext cx="2119" cy="1080"/>
            </a:xfrm>
            <a:custGeom>
              <a:rect b="b" l="l" r="r" t="t"/>
              <a:pathLst>
                <a:path extrusionOk="0" h="26" w="51">
                  <a:moveTo>
                    <a:pt x="1" y="0"/>
                  </a:moveTo>
                  <a:cubicBezTo>
                    <a:pt x="1" y="0"/>
                    <a:pt x="1" y="25"/>
                    <a:pt x="26" y="25"/>
                  </a:cubicBezTo>
                  <a:lnTo>
                    <a:pt x="51" y="25"/>
                  </a:lnTo>
                  <a:cubicBezTo>
                    <a:pt x="26" y="25"/>
                    <a:pt x="26" y="0"/>
                    <a:pt x="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7" name="Google Shape;4117;p52"/>
            <p:cNvSpPr/>
            <p:nvPr/>
          </p:nvSpPr>
          <p:spPr>
            <a:xfrm>
              <a:off x="2574284" y="3684560"/>
              <a:ext cx="9766" cy="16623"/>
            </a:xfrm>
            <a:custGeom>
              <a:rect b="b" l="l" r="r" t="t"/>
              <a:pathLst>
                <a:path extrusionOk="0" h="400" w="235">
                  <a:moveTo>
                    <a:pt x="90" y="1"/>
                  </a:moveTo>
                  <a:cubicBezTo>
                    <a:pt x="69" y="1"/>
                    <a:pt x="46" y="8"/>
                    <a:pt x="25" y="24"/>
                  </a:cubicBezTo>
                  <a:lnTo>
                    <a:pt x="0" y="400"/>
                  </a:lnTo>
                  <a:cubicBezTo>
                    <a:pt x="50" y="325"/>
                    <a:pt x="125" y="249"/>
                    <a:pt x="175" y="174"/>
                  </a:cubicBezTo>
                  <a:cubicBezTo>
                    <a:pt x="235" y="95"/>
                    <a:pt x="170" y="1"/>
                    <a:pt x="9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8" name="Google Shape;4118;p52"/>
            <p:cNvSpPr/>
            <p:nvPr/>
          </p:nvSpPr>
          <p:spPr>
            <a:xfrm>
              <a:off x="2012892" y="3880293"/>
              <a:ext cx="744741" cy="424504"/>
            </a:xfrm>
            <a:custGeom>
              <a:rect b="b" l="l" r="r" t="t"/>
              <a:pathLst>
                <a:path extrusionOk="0" h="10215" w="17921">
                  <a:moveTo>
                    <a:pt x="13083" y="1"/>
                  </a:moveTo>
                  <a:lnTo>
                    <a:pt x="12908" y="2056"/>
                  </a:lnTo>
                  <a:cubicBezTo>
                    <a:pt x="12857" y="2482"/>
                    <a:pt x="12507" y="2808"/>
                    <a:pt x="12080" y="2808"/>
                  </a:cubicBezTo>
                  <a:lnTo>
                    <a:pt x="9248" y="2808"/>
                  </a:lnTo>
                  <a:cubicBezTo>
                    <a:pt x="9023" y="2808"/>
                    <a:pt x="8797" y="2732"/>
                    <a:pt x="8647" y="2557"/>
                  </a:cubicBezTo>
                  <a:cubicBezTo>
                    <a:pt x="8496" y="2407"/>
                    <a:pt x="8421" y="2181"/>
                    <a:pt x="8421" y="1955"/>
                  </a:cubicBezTo>
                  <a:lnTo>
                    <a:pt x="8421" y="1780"/>
                  </a:lnTo>
                  <a:cubicBezTo>
                    <a:pt x="7920" y="1981"/>
                    <a:pt x="3910" y="3359"/>
                    <a:pt x="1228" y="3785"/>
                  </a:cubicBezTo>
                  <a:cubicBezTo>
                    <a:pt x="1103" y="3810"/>
                    <a:pt x="978" y="3835"/>
                    <a:pt x="877" y="3835"/>
                  </a:cubicBezTo>
                  <a:cubicBezTo>
                    <a:pt x="552" y="6216"/>
                    <a:pt x="176" y="8722"/>
                    <a:pt x="0" y="9600"/>
                  </a:cubicBezTo>
                  <a:cubicBezTo>
                    <a:pt x="0" y="9625"/>
                    <a:pt x="0" y="9625"/>
                    <a:pt x="0" y="9650"/>
                  </a:cubicBezTo>
                  <a:cubicBezTo>
                    <a:pt x="226" y="9700"/>
                    <a:pt x="476" y="9725"/>
                    <a:pt x="702" y="9775"/>
                  </a:cubicBezTo>
                  <a:cubicBezTo>
                    <a:pt x="777" y="9775"/>
                    <a:pt x="827" y="9800"/>
                    <a:pt x="877" y="9800"/>
                  </a:cubicBezTo>
                  <a:cubicBezTo>
                    <a:pt x="2615" y="10079"/>
                    <a:pt x="4365" y="10215"/>
                    <a:pt x="6112" y="10215"/>
                  </a:cubicBezTo>
                  <a:cubicBezTo>
                    <a:pt x="10007" y="10215"/>
                    <a:pt x="13883" y="9542"/>
                    <a:pt x="17569" y="8296"/>
                  </a:cubicBezTo>
                  <a:cubicBezTo>
                    <a:pt x="17695" y="8246"/>
                    <a:pt x="17795" y="8221"/>
                    <a:pt x="17920" y="8171"/>
                  </a:cubicBezTo>
                  <a:cubicBezTo>
                    <a:pt x="17870" y="6642"/>
                    <a:pt x="17795" y="4562"/>
                    <a:pt x="17720" y="2582"/>
                  </a:cubicBezTo>
                  <a:cubicBezTo>
                    <a:pt x="17594" y="2532"/>
                    <a:pt x="17469" y="2457"/>
                    <a:pt x="17344" y="2407"/>
                  </a:cubicBezTo>
                  <a:cubicBezTo>
                    <a:pt x="15815" y="1655"/>
                    <a:pt x="14085" y="627"/>
                    <a:pt x="130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9" name="Google Shape;4119;p52"/>
            <p:cNvSpPr/>
            <p:nvPr/>
          </p:nvSpPr>
          <p:spPr>
            <a:xfrm>
              <a:off x="2007655" y="3873021"/>
              <a:ext cx="754133" cy="436431"/>
            </a:xfrm>
            <a:custGeom>
              <a:rect b="b" l="l" r="r" t="t"/>
              <a:pathLst>
                <a:path extrusionOk="0" h="10502" w="18147">
                  <a:moveTo>
                    <a:pt x="13309" y="376"/>
                  </a:moveTo>
                  <a:cubicBezTo>
                    <a:pt x="14262" y="953"/>
                    <a:pt x="15916" y="1955"/>
                    <a:pt x="17419" y="2682"/>
                  </a:cubicBezTo>
                  <a:cubicBezTo>
                    <a:pt x="17545" y="2732"/>
                    <a:pt x="17645" y="2782"/>
                    <a:pt x="17745" y="2832"/>
                  </a:cubicBezTo>
                  <a:cubicBezTo>
                    <a:pt x="17821" y="4762"/>
                    <a:pt x="17896" y="6767"/>
                    <a:pt x="17946" y="8271"/>
                  </a:cubicBezTo>
                  <a:cubicBezTo>
                    <a:pt x="17846" y="8296"/>
                    <a:pt x="17770" y="8346"/>
                    <a:pt x="17670" y="8371"/>
                  </a:cubicBezTo>
                  <a:cubicBezTo>
                    <a:pt x="13911" y="9641"/>
                    <a:pt x="10023" y="10288"/>
                    <a:pt x="6215" y="10288"/>
                  </a:cubicBezTo>
                  <a:cubicBezTo>
                    <a:pt x="4462" y="10288"/>
                    <a:pt x="2727" y="10151"/>
                    <a:pt x="1028" y="9875"/>
                  </a:cubicBezTo>
                  <a:lnTo>
                    <a:pt x="853" y="9850"/>
                  </a:lnTo>
                  <a:cubicBezTo>
                    <a:pt x="652" y="9800"/>
                    <a:pt x="452" y="9775"/>
                    <a:pt x="226" y="9725"/>
                  </a:cubicBezTo>
                  <a:cubicBezTo>
                    <a:pt x="402" y="8948"/>
                    <a:pt x="678" y="7068"/>
                    <a:pt x="1079" y="4110"/>
                  </a:cubicBezTo>
                  <a:cubicBezTo>
                    <a:pt x="1179" y="4110"/>
                    <a:pt x="1279" y="4085"/>
                    <a:pt x="1379" y="4060"/>
                  </a:cubicBezTo>
                  <a:cubicBezTo>
                    <a:pt x="3886" y="3659"/>
                    <a:pt x="7545" y="2456"/>
                    <a:pt x="8447" y="2105"/>
                  </a:cubicBezTo>
                  <a:lnTo>
                    <a:pt x="8447" y="2130"/>
                  </a:lnTo>
                  <a:cubicBezTo>
                    <a:pt x="8422" y="2381"/>
                    <a:pt x="8522" y="2632"/>
                    <a:pt x="8698" y="2807"/>
                  </a:cubicBezTo>
                  <a:cubicBezTo>
                    <a:pt x="8873" y="2983"/>
                    <a:pt x="9099" y="3083"/>
                    <a:pt x="9374" y="3083"/>
                  </a:cubicBezTo>
                  <a:lnTo>
                    <a:pt x="12206" y="3083"/>
                  </a:lnTo>
                  <a:cubicBezTo>
                    <a:pt x="12683" y="3083"/>
                    <a:pt x="13084" y="2732"/>
                    <a:pt x="13134" y="2256"/>
                  </a:cubicBezTo>
                  <a:lnTo>
                    <a:pt x="13309" y="376"/>
                  </a:lnTo>
                  <a:close/>
                  <a:moveTo>
                    <a:pt x="13134" y="0"/>
                  </a:moveTo>
                  <a:lnTo>
                    <a:pt x="12908" y="2231"/>
                  </a:lnTo>
                  <a:cubicBezTo>
                    <a:pt x="12883" y="2607"/>
                    <a:pt x="12582" y="2882"/>
                    <a:pt x="12206" y="2882"/>
                  </a:cubicBezTo>
                  <a:lnTo>
                    <a:pt x="9374" y="2882"/>
                  </a:lnTo>
                  <a:cubicBezTo>
                    <a:pt x="9174" y="2882"/>
                    <a:pt x="8973" y="2807"/>
                    <a:pt x="8848" y="2657"/>
                  </a:cubicBezTo>
                  <a:cubicBezTo>
                    <a:pt x="8723" y="2531"/>
                    <a:pt x="8648" y="2331"/>
                    <a:pt x="8648" y="2130"/>
                  </a:cubicBezTo>
                  <a:lnTo>
                    <a:pt x="8648" y="1780"/>
                  </a:lnTo>
                  <a:lnTo>
                    <a:pt x="8497" y="1855"/>
                  </a:lnTo>
                  <a:cubicBezTo>
                    <a:pt x="8021" y="2080"/>
                    <a:pt x="4011" y="3434"/>
                    <a:pt x="1354" y="3860"/>
                  </a:cubicBezTo>
                  <a:cubicBezTo>
                    <a:pt x="1229" y="3885"/>
                    <a:pt x="1104" y="3910"/>
                    <a:pt x="978" y="3910"/>
                  </a:cubicBezTo>
                  <a:lnTo>
                    <a:pt x="903" y="3935"/>
                  </a:lnTo>
                  <a:lnTo>
                    <a:pt x="903" y="4010"/>
                  </a:lnTo>
                  <a:cubicBezTo>
                    <a:pt x="477" y="7093"/>
                    <a:pt x="176" y="9023"/>
                    <a:pt x="26" y="9775"/>
                  </a:cubicBezTo>
                  <a:cubicBezTo>
                    <a:pt x="1" y="9775"/>
                    <a:pt x="1" y="9800"/>
                    <a:pt x="1" y="9825"/>
                  </a:cubicBezTo>
                  <a:lnTo>
                    <a:pt x="1" y="9900"/>
                  </a:lnTo>
                  <a:lnTo>
                    <a:pt x="101" y="9925"/>
                  </a:lnTo>
                  <a:cubicBezTo>
                    <a:pt x="327" y="9975"/>
                    <a:pt x="577" y="10000"/>
                    <a:pt x="828" y="10050"/>
                  </a:cubicBezTo>
                  <a:lnTo>
                    <a:pt x="1003" y="10075"/>
                  </a:lnTo>
                  <a:cubicBezTo>
                    <a:pt x="2708" y="10351"/>
                    <a:pt x="4462" y="10501"/>
                    <a:pt x="6216" y="10501"/>
                  </a:cubicBezTo>
                  <a:cubicBezTo>
                    <a:pt x="10051" y="10501"/>
                    <a:pt x="13961" y="9850"/>
                    <a:pt x="17745" y="8572"/>
                  </a:cubicBezTo>
                  <a:cubicBezTo>
                    <a:pt x="17846" y="8521"/>
                    <a:pt x="17971" y="8496"/>
                    <a:pt x="18071" y="8446"/>
                  </a:cubicBezTo>
                  <a:lnTo>
                    <a:pt x="18146" y="8421"/>
                  </a:lnTo>
                  <a:lnTo>
                    <a:pt x="18146" y="8346"/>
                  </a:lnTo>
                  <a:cubicBezTo>
                    <a:pt x="18096" y="6792"/>
                    <a:pt x="18021" y="4737"/>
                    <a:pt x="17946" y="2757"/>
                  </a:cubicBezTo>
                  <a:lnTo>
                    <a:pt x="17946" y="2682"/>
                  </a:lnTo>
                  <a:lnTo>
                    <a:pt x="17871" y="2657"/>
                  </a:lnTo>
                  <a:cubicBezTo>
                    <a:pt x="17770" y="2607"/>
                    <a:pt x="17645" y="2557"/>
                    <a:pt x="17520" y="2481"/>
                  </a:cubicBezTo>
                  <a:cubicBezTo>
                    <a:pt x="15941" y="1729"/>
                    <a:pt x="14186" y="652"/>
                    <a:pt x="13284" y="100"/>
                  </a:cubicBezTo>
                  <a:lnTo>
                    <a:pt x="1313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0" name="Google Shape;4120;p52"/>
            <p:cNvSpPr/>
            <p:nvPr/>
          </p:nvSpPr>
          <p:spPr>
            <a:xfrm>
              <a:off x="1898319" y="3406419"/>
              <a:ext cx="961378" cy="423922"/>
            </a:xfrm>
            <a:custGeom>
              <a:rect b="b" l="l" r="r" t="t"/>
              <a:pathLst>
                <a:path extrusionOk="0" h="10201" w="23134">
                  <a:moveTo>
                    <a:pt x="15464" y="0"/>
                  </a:moveTo>
                  <a:lnTo>
                    <a:pt x="15489" y="125"/>
                  </a:lnTo>
                  <a:cubicBezTo>
                    <a:pt x="15514" y="201"/>
                    <a:pt x="15489" y="251"/>
                    <a:pt x="15414" y="301"/>
                  </a:cubicBezTo>
                  <a:cubicBezTo>
                    <a:pt x="15389" y="326"/>
                    <a:pt x="15389" y="326"/>
                    <a:pt x="15364" y="326"/>
                  </a:cubicBezTo>
                  <a:cubicBezTo>
                    <a:pt x="14060" y="1203"/>
                    <a:pt x="12807" y="1479"/>
                    <a:pt x="11730" y="1479"/>
                  </a:cubicBezTo>
                  <a:cubicBezTo>
                    <a:pt x="9900" y="1479"/>
                    <a:pt x="8547" y="652"/>
                    <a:pt x="8246" y="426"/>
                  </a:cubicBezTo>
                  <a:cubicBezTo>
                    <a:pt x="8221" y="401"/>
                    <a:pt x="8196" y="401"/>
                    <a:pt x="8196" y="401"/>
                  </a:cubicBezTo>
                  <a:cubicBezTo>
                    <a:pt x="8146" y="351"/>
                    <a:pt x="8121" y="301"/>
                    <a:pt x="8121" y="251"/>
                  </a:cubicBezTo>
                  <a:lnTo>
                    <a:pt x="8121" y="100"/>
                  </a:lnTo>
                  <a:cubicBezTo>
                    <a:pt x="7519" y="201"/>
                    <a:pt x="5138" y="727"/>
                    <a:pt x="3384" y="2581"/>
                  </a:cubicBezTo>
                  <a:cubicBezTo>
                    <a:pt x="1429" y="4637"/>
                    <a:pt x="75" y="8897"/>
                    <a:pt x="25" y="9098"/>
                  </a:cubicBezTo>
                  <a:cubicBezTo>
                    <a:pt x="0" y="9173"/>
                    <a:pt x="50" y="9273"/>
                    <a:pt x="126" y="9298"/>
                  </a:cubicBezTo>
                  <a:cubicBezTo>
                    <a:pt x="151" y="9298"/>
                    <a:pt x="201" y="9323"/>
                    <a:pt x="301" y="9373"/>
                  </a:cubicBezTo>
                  <a:cubicBezTo>
                    <a:pt x="326" y="9273"/>
                    <a:pt x="351" y="9223"/>
                    <a:pt x="351" y="9198"/>
                  </a:cubicBezTo>
                  <a:cubicBezTo>
                    <a:pt x="372" y="9115"/>
                    <a:pt x="444" y="9066"/>
                    <a:pt x="511" y="9066"/>
                  </a:cubicBezTo>
                  <a:cubicBezTo>
                    <a:pt x="525" y="9066"/>
                    <a:pt x="539" y="9068"/>
                    <a:pt x="552" y="9073"/>
                  </a:cubicBezTo>
                  <a:lnTo>
                    <a:pt x="577" y="9073"/>
                  </a:lnTo>
                  <a:cubicBezTo>
                    <a:pt x="727" y="9123"/>
                    <a:pt x="2707" y="9649"/>
                    <a:pt x="3058" y="9774"/>
                  </a:cubicBezTo>
                  <a:cubicBezTo>
                    <a:pt x="3183" y="9800"/>
                    <a:pt x="3359" y="9825"/>
                    <a:pt x="3534" y="9850"/>
                  </a:cubicBezTo>
                  <a:cubicBezTo>
                    <a:pt x="3785" y="9875"/>
                    <a:pt x="4085" y="9925"/>
                    <a:pt x="4487" y="10025"/>
                  </a:cubicBezTo>
                  <a:cubicBezTo>
                    <a:pt x="4512" y="10025"/>
                    <a:pt x="4512" y="10050"/>
                    <a:pt x="4537" y="10050"/>
                  </a:cubicBezTo>
                  <a:cubicBezTo>
                    <a:pt x="4562" y="10050"/>
                    <a:pt x="4612" y="10050"/>
                    <a:pt x="4712" y="10075"/>
                  </a:cubicBezTo>
                  <a:cubicBezTo>
                    <a:pt x="5113" y="10125"/>
                    <a:pt x="5314" y="10176"/>
                    <a:pt x="5414" y="10201"/>
                  </a:cubicBezTo>
                  <a:cubicBezTo>
                    <a:pt x="7695" y="9950"/>
                    <a:pt x="10126" y="9524"/>
                    <a:pt x="10527" y="9399"/>
                  </a:cubicBezTo>
                  <a:cubicBezTo>
                    <a:pt x="10677" y="9348"/>
                    <a:pt x="10978" y="9248"/>
                    <a:pt x="11304" y="9148"/>
                  </a:cubicBezTo>
                  <a:lnTo>
                    <a:pt x="11429" y="5790"/>
                  </a:lnTo>
                  <a:cubicBezTo>
                    <a:pt x="11454" y="5338"/>
                    <a:pt x="11805" y="4988"/>
                    <a:pt x="12256" y="4988"/>
                  </a:cubicBezTo>
                  <a:lnTo>
                    <a:pt x="15564" y="4988"/>
                  </a:lnTo>
                  <a:cubicBezTo>
                    <a:pt x="15790" y="4988"/>
                    <a:pt x="16015" y="5088"/>
                    <a:pt x="16166" y="5263"/>
                  </a:cubicBezTo>
                  <a:cubicBezTo>
                    <a:pt x="16316" y="5439"/>
                    <a:pt x="16391" y="5664"/>
                    <a:pt x="16366" y="5890"/>
                  </a:cubicBezTo>
                  <a:lnTo>
                    <a:pt x="16291" y="6717"/>
                  </a:lnTo>
                  <a:cubicBezTo>
                    <a:pt x="16312" y="6701"/>
                    <a:pt x="16335" y="6694"/>
                    <a:pt x="16356" y="6694"/>
                  </a:cubicBezTo>
                  <a:cubicBezTo>
                    <a:pt x="16436" y="6694"/>
                    <a:pt x="16501" y="6788"/>
                    <a:pt x="16441" y="6867"/>
                  </a:cubicBezTo>
                  <a:cubicBezTo>
                    <a:pt x="16391" y="6942"/>
                    <a:pt x="16316" y="7018"/>
                    <a:pt x="16266" y="7093"/>
                  </a:cubicBezTo>
                  <a:lnTo>
                    <a:pt x="16241" y="7243"/>
                  </a:lnTo>
                  <a:cubicBezTo>
                    <a:pt x="16817" y="7419"/>
                    <a:pt x="18446" y="7970"/>
                    <a:pt x="20050" y="8597"/>
                  </a:cubicBezTo>
                  <a:cubicBezTo>
                    <a:pt x="20552" y="8546"/>
                    <a:pt x="21228" y="8471"/>
                    <a:pt x="21304" y="8446"/>
                  </a:cubicBezTo>
                  <a:cubicBezTo>
                    <a:pt x="21730" y="8346"/>
                    <a:pt x="22557" y="8296"/>
                    <a:pt x="22582" y="8296"/>
                  </a:cubicBezTo>
                  <a:cubicBezTo>
                    <a:pt x="22607" y="8296"/>
                    <a:pt x="22632" y="8296"/>
                    <a:pt x="22682" y="8321"/>
                  </a:cubicBezTo>
                  <a:cubicBezTo>
                    <a:pt x="22682" y="8321"/>
                    <a:pt x="22707" y="8346"/>
                    <a:pt x="22732" y="8371"/>
                  </a:cubicBezTo>
                  <a:cubicBezTo>
                    <a:pt x="22732" y="8371"/>
                    <a:pt x="22807" y="8471"/>
                    <a:pt x="22883" y="8597"/>
                  </a:cubicBezTo>
                  <a:cubicBezTo>
                    <a:pt x="22933" y="8571"/>
                    <a:pt x="22983" y="8546"/>
                    <a:pt x="23033" y="8496"/>
                  </a:cubicBezTo>
                  <a:cubicBezTo>
                    <a:pt x="23108" y="8446"/>
                    <a:pt x="23133" y="8371"/>
                    <a:pt x="23108" y="8296"/>
                  </a:cubicBezTo>
                  <a:cubicBezTo>
                    <a:pt x="23008" y="8095"/>
                    <a:pt x="21028" y="3358"/>
                    <a:pt x="19649" y="1805"/>
                  </a:cubicBezTo>
                  <a:cubicBezTo>
                    <a:pt x="18396" y="351"/>
                    <a:pt x="16015" y="50"/>
                    <a:pt x="1546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1" name="Google Shape;4121;p52"/>
            <p:cNvSpPr/>
            <p:nvPr/>
          </p:nvSpPr>
          <p:spPr>
            <a:xfrm>
              <a:off x="1893083" y="3401183"/>
              <a:ext cx="970770" cy="433314"/>
            </a:xfrm>
            <a:custGeom>
              <a:rect b="b" l="l" r="r" t="t"/>
              <a:pathLst>
                <a:path extrusionOk="0" h="10427" w="23360">
                  <a:moveTo>
                    <a:pt x="15715" y="226"/>
                  </a:moveTo>
                  <a:lnTo>
                    <a:pt x="15715" y="226"/>
                  </a:lnTo>
                  <a:cubicBezTo>
                    <a:pt x="16417" y="327"/>
                    <a:pt x="18547" y="677"/>
                    <a:pt x="19700" y="1981"/>
                  </a:cubicBezTo>
                  <a:cubicBezTo>
                    <a:pt x="21054" y="3535"/>
                    <a:pt x="23034" y="8246"/>
                    <a:pt x="23134" y="8447"/>
                  </a:cubicBezTo>
                  <a:cubicBezTo>
                    <a:pt x="23134" y="8497"/>
                    <a:pt x="23134" y="8522"/>
                    <a:pt x="23109" y="8547"/>
                  </a:cubicBezTo>
                  <a:lnTo>
                    <a:pt x="23034" y="8572"/>
                  </a:lnTo>
                  <a:cubicBezTo>
                    <a:pt x="22984" y="8497"/>
                    <a:pt x="22933" y="8447"/>
                    <a:pt x="22933" y="8422"/>
                  </a:cubicBezTo>
                  <a:cubicBezTo>
                    <a:pt x="22908" y="8397"/>
                    <a:pt x="22883" y="8372"/>
                    <a:pt x="22858" y="8347"/>
                  </a:cubicBezTo>
                  <a:cubicBezTo>
                    <a:pt x="22808" y="8322"/>
                    <a:pt x="22758" y="8322"/>
                    <a:pt x="22708" y="8322"/>
                  </a:cubicBezTo>
                  <a:cubicBezTo>
                    <a:pt x="22557" y="8322"/>
                    <a:pt x="21806" y="8372"/>
                    <a:pt x="21405" y="8472"/>
                  </a:cubicBezTo>
                  <a:cubicBezTo>
                    <a:pt x="21329" y="8497"/>
                    <a:pt x="20678" y="8572"/>
                    <a:pt x="20176" y="8622"/>
                  </a:cubicBezTo>
                  <a:cubicBezTo>
                    <a:pt x="18673" y="8021"/>
                    <a:pt x="17144" y="7494"/>
                    <a:pt x="16492" y="7294"/>
                  </a:cubicBezTo>
                  <a:lnTo>
                    <a:pt x="16492" y="7269"/>
                  </a:lnTo>
                  <a:lnTo>
                    <a:pt x="16643" y="7068"/>
                  </a:lnTo>
                  <a:cubicBezTo>
                    <a:pt x="16718" y="6968"/>
                    <a:pt x="16693" y="6843"/>
                    <a:pt x="16618" y="6768"/>
                  </a:cubicBezTo>
                  <a:cubicBezTo>
                    <a:pt x="16593" y="6743"/>
                    <a:pt x="16567" y="6743"/>
                    <a:pt x="16542" y="6718"/>
                  </a:cubicBezTo>
                  <a:lnTo>
                    <a:pt x="16618" y="6016"/>
                  </a:lnTo>
                  <a:cubicBezTo>
                    <a:pt x="16643" y="5765"/>
                    <a:pt x="16542" y="5515"/>
                    <a:pt x="16367" y="5314"/>
                  </a:cubicBezTo>
                  <a:cubicBezTo>
                    <a:pt x="16192" y="5114"/>
                    <a:pt x="15941" y="5013"/>
                    <a:pt x="15690" y="5013"/>
                  </a:cubicBezTo>
                  <a:lnTo>
                    <a:pt x="12382" y="5013"/>
                  </a:lnTo>
                  <a:cubicBezTo>
                    <a:pt x="11881" y="5013"/>
                    <a:pt x="11455" y="5414"/>
                    <a:pt x="11455" y="5916"/>
                  </a:cubicBezTo>
                  <a:lnTo>
                    <a:pt x="11329" y="9199"/>
                  </a:lnTo>
                  <a:cubicBezTo>
                    <a:pt x="11004" y="9299"/>
                    <a:pt x="10753" y="9374"/>
                    <a:pt x="10603" y="9424"/>
                  </a:cubicBezTo>
                  <a:cubicBezTo>
                    <a:pt x="10227" y="9550"/>
                    <a:pt x="7821" y="9951"/>
                    <a:pt x="5540" y="10226"/>
                  </a:cubicBezTo>
                  <a:cubicBezTo>
                    <a:pt x="5440" y="10201"/>
                    <a:pt x="5239" y="10151"/>
                    <a:pt x="4838" y="10101"/>
                  </a:cubicBezTo>
                  <a:lnTo>
                    <a:pt x="4663" y="10076"/>
                  </a:lnTo>
                  <a:cubicBezTo>
                    <a:pt x="4663" y="10076"/>
                    <a:pt x="4663" y="10051"/>
                    <a:pt x="4638" y="10051"/>
                  </a:cubicBezTo>
                  <a:cubicBezTo>
                    <a:pt x="4237" y="9951"/>
                    <a:pt x="3911" y="9900"/>
                    <a:pt x="3660" y="9875"/>
                  </a:cubicBezTo>
                  <a:cubicBezTo>
                    <a:pt x="3485" y="9850"/>
                    <a:pt x="3334" y="9825"/>
                    <a:pt x="3209" y="9775"/>
                  </a:cubicBezTo>
                  <a:cubicBezTo>
                    <a:pt x="2833" y="9675"/>
                    <a:pt x="753" y="9124"/>
                    <a:pt x="703" y="9098"/>
                  </a:cubicBezTo>
                  <a:cubicBezTo>
                    <a:pt x="687" y="9095"/>
                    <a:pt x="670" y="9094"/>
                    <a:pt x="653" y="9094"/>
                  </a:cubicBezTo>
                  <a:cubicBezTo>
                    <a:pt x="535" y="9094"/>
                    <a:pt x="399" y="9168"/>
                    <a:pt x="377" y="9299"/>
                  </a:cubicBezTo>
                  <a:cubicBezTo>
                    <a:pt x="377" y="9299"/>
                    <a:pt x="352" y="9324"/>
                    <a:pt x="352" y="9349"/>
                  </a:cubicBezTo>
                  <a:lnTo>
                    <a:pt x="302" y="9324"/>
                  </a:lnTo>
                  <a:cubicBezTo>
                    <a:pt x="252" y="9324"/>
                    <a:pt x="227" y="9274"/>
                    <a:pt x="252" y="9249"/>
                  </a:cubicBezTo>
                  <a:cubicBezTo>
                    <a:pt x="302" y="9073"/>
                    <a:pt x="1630" y="4813"/>
                    <a:pt x="3585" y="2783"/>
                  </a:cubicBezTo>
                  <a:cubicBezTo>
                    <a:pt x="5189" y="1078"/>
                    <a:pt x="7344" y="527"/>
                    <a:pt x="8146" y="352"/>
                  </a:cubicBezTo>
                  <a:lnTo>
                    <a:pt x="8146" y="352"/>
                  </a:lnTo>
                  <a:cubicBezTo>
                    <a:pt x="8121" y="452"/>
                    <a:pt x="8171" y="552"/>
                    <a:pt x="8247" y="602"/>
                  </a:cubicBezTo>
                  <a:cubicBezTo>
                    <a:pt x="8247" y="602"/>
                    <a:pt x="8272" y="627"/>
                    <a:pt x="8322" y="652"/>
                  </a:cubicBezTo>
                  <a:cubicBezTo>
                    <a:pt x="8572" y="828"/>
                    <a:pt x="9976" y="1705"/>
                    <a:pt x="11856" y="1705"/>
                  </a:cubicBezTo>
                  <a:cubicBezTo>
                    <a:pt x="13134" y="1705"/>
                    <a:pt x="14387" y="1329"/>
                    <a:pt x="15540" y="552"/>
                  </a:cubicBezTo>
                  <a:lnTo>
                    <a:pt x="15590" y="527"/>
                  </a:lnTo>
                  <a:cubicBezTo>
                    <a:pt x="15690" y="452"/>
                    <a:pt x="15740" y="352"/>
                    <a:pt x="15715" y="226"/>
                  </a:cubicBezTo>
                  <a:close/>
                  <a:moveTo>
                    <a:pt x="15465" y="1"/>
                  </a:moveTo>
                  <a:lnTo>
                    <a:pt x="15515" y="276"/>
                  </a:lnTo>
                  <a:cubicBezTo>
                    <a:pt x="15515" y="301"/>
                    <a:pt x="15515" y="327"/>
                    <a:pt x="15490" y="352"/>
                  </a:cubicBezTo>
                  <a:lnTo>
                    <a:pt x="15440" y="377"/>
                  </a:lnTo>
                  <a:cubicBezTo>
                    <a:pt x="14287" y="1129"/>
                    <a:pt x="13084" y="1504"/>
                    <a:pt x="11856" y="1504"/>
                  </a:cubicBezTo>
                  <a:cubicBezTo>
                    <a:pt x="10026" y="1504"/>
                    <a:pt x="8673" y="652"/>
                    <a:pt x="8422" y="477"/>
                  </a:cubicBezTo>
                  <a:cubicBezTo>
                    <a:pt x="8397" y="452"/>
                    <a:pt x="8372" y="427"/>
                    <a:pt x="8372" y="427"/>
                  </a:cubicBezTo>
                  <a:cubicBezTo>
                    <a:pt x="8347" y="427"/>
                    <a:pt x="8347" y="402"/>
                    <a:pt x="8347" y="377"/>
                  </a:cubicBezTo>
                  <a:lnTo>
                    <a:pt x="8372" y="101"/>
                  </a:lnTo>
                  <a:lnTo>
                    <a:pt x="8247" y="126"/>
                  </a:lnTo>
                  <a:cubicBezTo>
                    <a:pt x="7545" y="251"/>
                    <a:pt x="5189" y="778"/>
                    <a:pt x="3435" y="2632"/>
                  </a:cubicBezTo>
                  <a:cubicBezTo>
                    <a:pt x="1455" y="4712"/>
                    <a:pt x="101" y="8998"/>
                    <a:pt x="51" y="9174"/>
                  </a:cubicBezTo>
                  <a:cubicBezTo>
                    <a:pt x="1" y="9324"/>
                    <a:pt x="76" y="9474"/>
                    <a:pt x="227" y="9525"/>
                  </a:cubicBezTo>
                  <a:lnTo>
                    <a:pt x="502" y="9625"/>
                  </a:lnTo>
                  <a:lnTo>
                    <a:pt x="527" y="9525"/>
                  </a:lnTo>
                  <a:cubicBezTo>
                    <a:pt x="552" y="9424"/>
                    <a:pt x="577" y="9374"/>
                    <a:pt x="577" y="9349"/>
                  </a:cubicBezTo>
                  <a:cubicBezTo>
                    <a:pt x="577" y="9324"/>
                    <a:pt x="628" y="9299"/>
                    <a:pt x="678" y="9299"/>
                  </a:cubicBezTo>
                  <a:cubicBezTo>
                    <a:pt x="678" y="9324"/>
                    <a:pt x="2783" y="9875"/>
                    <a:pt x="3134" y="9976"/>
                  </a:cubicBezTo>
                  <a:cubicBezTo>
                    <a:pt x="3284" y="10026"/>
                    <a:pt x="3460" y="10051"/>
                    <a:pt x="3635" y="10076"/>
                  </a:cubicBezTo>
                  <a:cubicBezTo>
                    <a:pt x="3886" y="10101"/>
                    <a:pt x="4186" y="10151"/>
                    <a:pt x="4587" y="10251"/>
                  </a:cubicBezTo>
                  <a:lnTo>
                    <a:pt x="4813" y="10302"/>
                  </a:lnTo>
                  <a:cubicBezTo>
                    <a:pt x="5214" y="10377"/>
                    <a:pt x="5415" y="10402"/>
                    <a:pt x="5515" y="10427"/>
                  </a:cubicBezTo>
                  <a:lnTo>
                    <a:pt x="5540" y="10427"/>
                  </a:lnTo>
                  <a:cubicBezTo>
                    <a:pt x="7921" y="10151"/>
                    <a:pt x="10302" y="9750"/>
                    <a:pt x="10678" y="9625"/>
                  </a:cubicBezTo>
                  <a:cubicBezTo>
                    <a:pt x="10828" y="9575"/>
                    <a:pt x="11104" y="9499"/>
                    <a:pt x="11480" y="9374"/>
                  </a:cubicBezTo>
                  <a:lnTo>
                    <a:pt x="11530" y="9374"/>
                  </a:lnTo>
                  <a:lnTo>
                    <a:pt x="11655" y="5916"/>
                  </a:lnTo>
                  <a:cubicBezTo>
                    <a:pt x="11680" y="5515"/>
                    <a:pt x="11981" y="5214"/>
                    <a:pt x="12382" y="5214"/>
                  </a:cubicBezTo>
                  <a:lnTo>
                    <a:pt x="15690" y="5214"/>
                  </a:lnTo>
                  <a:cubicBezTo>
                    <a:pt x="15891" y="5214"/>
                    <a:pt x="16091" y="5314"/>
                    <a:pt x="16217" y="5464"/>
                  </a:cubicBezTo>
                  <a:cubicBezTo>
                    <a:pt x="16342" y="5615"/>
                    <a:pt x="16417" y="5815"/>
                    <a:pt x="16392" y="6016"/>
                  </a:cubicBezTo>
                  <a:lnTo>
                    <a:pt x="16317" y="6843"/>
                  </a:lnTo>
                  <a:lnTo>
                    <a:pt x="16267" y="7169"/>
                  </a:lnTo>
                  <a:lnTo>
                    <a:pt x="16492" y="6943"/>
                  </a:lnTo>
                  <a:lnTo>
                    <a:pt x="16292" y="7169"/>
                  </a:lnTo>
                  <a:lnTo>
                    <a:pt x="16267" y="7419"/>
                  </a:lnTo>
                  <a:lnTo>
                    <a:pt x="16342" y="7444"/>
                  </a:lnTo>
                  <a:cubicBezTo>
                    <a:pt x="16968" y="7670"/>
                    <a:pt x="18547" y="8196"/>
                    <a:pt x="20126" y="8823"/>
                  </a:cubicBezTo>
                  <a:lnTo>
                    <a:pt x="20176" y="8823"/>
                  </a:lnTo>
                  <a:cubicBezTo>
                    <a:pt x="20678" y="8773"/>
                    <a:pt x="21380" y="8697"/>
                    <a:pt x="21455" y="8672"/>
                  </a:cubicBezTo>
                  <a:cubicBezTo>
                    <a:pt x="21856" y="8572"/>
                    <a:pt x="22633" y="8547"/>
                    <a:pt x="22708" y="8522"/>
                  </a:cubicBezTo>
                  <a:cubicBezTo>
                    <a:pt x="22733" y="8522"/>
                    <a:pt x="22733" y="8522"/>
                    <a:pt x="22758" y="8547"/>
                  </a:cubicBezTo>
                  <a:lnTo>
                    <a:pt x="22783" y="8547"/>
                  </a:lnTo>
                  <a:cubicBezTo>
                    <a:pt x="22783" y="8572"/>
                    <a:pt x="22833" y="8647"/>
                    <a:pt x="22933" y="8773"/>
                  </a:cubicBezTo>
                  <a:lnTo>
                    <a:pt x="22984" y="8873"/>
                  </a:lnTo>
                  <a:lnTo>
                    <a:pt x="23209" y="8723"/>
                  </a:lnTo>
                  <a:cubicBezTo>
                    <a:pt x="23334" y="8647"/>
                    <a:pt x="23359" y="8497"/>
                    <a:pt x="23309" y="8372"/>
                  </a:cubicBezTo>
                  <a:cubicBezTo>
                    <a:pt x="23234" y="8171"/>
                    <a:pt x="21229" y="3434"/>
                    <a:pt x="19851" y="1855"/>
                  </a:cubicBezTo>
                  <a:cubicBezTo>
                    <a:pt x="18572" y="377"/>
                    <a:pt x="16091" y="51"/>
                    <a:pt x="15590" y="26"/>
                  </a:cubicBezTo>
                  <a:lnTo>
                    <a:pt x="1546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2" name="Google Shape;4122;p52"/>
            <p:cNvSpPr/>
            <p:nvPr/>
          </p:nvSpPr>
          <p:spPr>
            <a:xfrm>
              <a:off x="2235762" y="3332447"/>
              <a:ext cx="307313" cy="135434"/>
            </a:xfrm>
            <a:custGeom>
              <a:rect b="b" l="l" r="r" t="t"/>
              <a:pathLst>
                <a:path extrusionOk="0" h="3259" w="7395">
                  <a:moveTo>
                    <a:pt x="151" y="1"/>
                  </a:moveTo>
                  <a:lnTo>
                    <a:pt x="1" y="1880"/>
                  </a:lnTo>
                  <a:lnTo>
                    <a:pt x="1" y="2031"/>
                  </a:lnTo>
                  <a:cubicBezTo>
                    <a:pt x="1" y="2081"/>
                    <a:pt x="26" y="2131"/>
                    <a:pt x="76" y="2181"/>
                  </a:cubicBezTo>
                  <a:cubicBezTo>
                    <a:pt x="76" y="2181"/>
                    <a:pt x="101" y="2181"/>
                    <a:pt x="126" y="2206"/>
                  </a:cubicBezTo>
                  <a:cubicBezTo>
                    <a:pt x="427" y="2432"/>
                    <a:pt x="1780" y="3259"/>
                    <a:pt x="3610" y="3259"/>
                  </a:cubicBezTo>
                  <a:cubicBezTo>
                    <a:pt x="4687" y="3259"/>
                    <a:pt x="5940" y="2983"/>
                    <a:pt x="7244" y="2106"/>
                  </a:cubicBezTo>
                  <a:cubicBezTo>
                    <a:pt x="7269" y="2106"/>
                    <a:pt x="7269" y="2106"/>
                    <a:pt x="7294" y="2081"/>
                  </a:cubicBezTo>
                  <a:cubicBezTo>
                    <a:pt x="7369" y="2031"/>
                    <a:pt x="7394" y="1981"/>
                    <a:pt x="7369" y="1905"/>
                  </a:cubicBezTo>
                  <a:lnTo>
                    <a:pt x="7344" y="1780"/>
                  </a:lnTo>
                  <a:lnTo>
                    <a:pt x="6993" y="51"/>
                  </a:lnTo>
                  <a:cubicBezTo>
                    <a:pt x="6893" y="101"/>
                    <a:pt x="6768" y="126"/>
                    <a:pt x="6667" y="151"/>
                  </a:cubicBezTo>
                  <a:cubicBezTo>
                    <a:pt x="6091" y="301"/>
                    <a:pt x="5489" y="427"/>
                    <a:pt x="4863" y="477"/>
                  </a:cubicBezTo>
                  <a:cubicBezTo>
                    <a:pt x="4437" y="502"/>
                    <a:pt x="4036" y="527"/>
                    <a:pt x="3635" y="527"/>
                  </a:cubicBezTo>
                  <a:cubicBezTo>
                    <a:pt x="2457" y="527"/>
                    <a:pt x="1404" y="376"/>
                    <a:pt x="502" y="101"/>
                  </a:cubicBezTo>
                  <a:cubicBezTo>
                    <a:pt x="377" y="76"/>
                    <a:pt x="276" y="26"/>
                    <a:pt x="151"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3" name="Google Shape;4123;p52"/>
            <p:cNvSpPr/>
            <p:nvPr/>
          </p:nvSpPr>
          <p:spPr>
            <a:xfrm>
              <a:off x="2230567" y="3326214"/>
              <a:ext cx="316664" cy="145823"/>
            </a:xfrm>
            <a:custGeom>
              <a:rect b="b" l="l" r="r" t="t"/>
              <a:pathLst>
                <a:path extrusionOk="0" h="3509" w="7620">
                  <a:moveTo>
                    <a:pt x="376" y="276"/>
                  </a:moveTo>
                  <a:cubicBezTo>
                    <a:pt x="451" y="301"/>
                    <a:pt x="527" y="326"/>
                    <a:pt x="602" y="351"/>
                  </a:cubicBezTo>
                  <a:cubicBezTo>
                    <a:pt x="1577" y="645"/>
                    <a:pt x="2633" y="778"/>
                    <a:pt x="3750" y="778"/>
                  </a:cubicBezTo>
                  <a:cubicBezTo>
                    <a:pt x="4155" y="778"/>
                    <a:pt x="4568" y="760"/>
                    <a:pt x="4988" y="727"/>
                  </a:cubicBezTo>
                  <a:cubicBezTo>
                    <a:pt x="5614" y="677"/>
                    <a:pt x="6241" y="577"/>
                    <a:pt x="6817" y="401"/>
                  </a:cubicBezTo>
                  <a:cubicBezTo>
                    <a:pt x="6893" y="376"/>
                    <a:pt x="6968" y="351"/>
                    <a:pt x="7043" y="351"/>
                  </a:cubicBezTo>
                  <a:lnTo>
                    <a:pt x="7394" y="2080"/>
                  </a:lnTo>
                  <a:cubicBezTo>
                    <a:pt x="7394" y="2105"/>
                    <a:pt x="7394" y="2131"/>
                    <a:pt x="7369" y="2156"/>
                  </a:cubicBezTo>
                  <a:lnTo>
                    <a:pt x="7319" y="2181"/>
                  </a:lnTo>
                  <a:cubicBezTo>
                    <a:pt x="6166" y="2933"/>
                    <a:pt x="4963" y="3308"/>
                    <a:pt x="3735" y="3308"/>
                  </a:cubicBezTo>
                  <a:cubicBezTo>
                    <a:pt x="1905" y="3308"/>
                    <a:pt x="552" y="2456"/>
                    <a:pt x="301" y="2281"/>
                  </a:cubicBezTo>
                  <a:cubicBezTo>
                    <a:pt x="276" y="2256"/>
                    <a:pt x="251" y="2231"/>
                    <a:pt x="251" y="2231"/>
                  </a:cubicBezTo>
                  <a:cubicBezTo>
                    <a:pt x="226" y="2231"/>
                    <a:pt x="226" y="2206"/>
                    <a:pt x="226" y="2181"/>
                  </a:cubicBezTo>
                  <a:lnTo>
                    <a:pt x="376" y="276"/>
                  </a:lnTo>
                  <a:close/>
                  <a:moveTo>
                    <a:pt x="176" y="0"/>
                  </a:moveTo>
                  <a:lnTo>
                    <a:pt x="25" y="2156"/>
                  </a:lnTo>
                  <a:cubicBezTo>
                    <a:pt x="0" y="2256"/>
                    <a:pt x="50" y="2356"/>
                    <a:pt x="126" y="2406"/>
                  </a:cubicBezTo>
                  <a:cubicBezTo>
                    <a:pt x="126" y="2406"/>
                    <a:pt x="151" y="2431"/>
                    <a:pt x="201" y="2456"/>
                  </a:cubicBezTo>
                  <a:cubicBezTo>
                    <a:pt x="451" y="2632"/>
                    <a:pt x="1855" y="3509"/>
                    <a:pt x="3735" y="3509"/>
                  </a:cubicBezTo>
                  <a:cubicBezTo>
                    <a:pt x="5013" y="3509"/>
                    <a:pt x="6266" y="3133"/>
                    <a:pt x="7419" y="2356"/>
                  </a:cubicBezTo>
                  <a:lnTo>
                    <a:pt x="7469" y="2331"/>
                  </a:lnTo>
                  <a:cubicBezTo>
                    <a:pt x="7569" y="2256"/>
                    <a:pt x="7619" y="2131"/>
                    <a:pt x="7594" y="2030"/>
                  </a:cubicBezTo>
                  <a:lnTo>
                    <a:pt x="7193" y="75"/>
                  </a:lnTo>
                  <a:lnTo>
                    <a:pt x="7093" y="100"/>
                  </a:lnTo>
                  <a:cubicBezTo>
                    <a:pt x="6968" y="151"/>
                    <a:pt x="6867" y="176"/>
                    <a:pt x="6742" y="201"/>
                  </a:cubicBezTo>
                  <a:cubicBezTo>
                    <a:pt x="6191" y="351"/>
                    <a:pt x="5589" y="476"/>
                    <a:pt x="4988" y="526"/>
                  </a:cubicBezTo>
                  <a:cubicBezTo>
                    <a:pt x="4593" y="558"/>
                    <a:pt x="4206" y="573"/>
                    <a:pt x="3827" y="573"/>
                  </a:cubicBezTo>
                  <a:cubicBezTo>
                    <a:pt x="2691" y="573"/>
                    <a:pt x="1629" y="433"/>
                    <a:pt x="652" y="151"/>
                  </a:cubicBezTo>
                  <a:cubicBezTo>
                    <a:pt x="527" y="125"/>
                    <a:pt x="426" y="75"/>
                    <a:pt x="301" y="50"/>
                  </a:cubicBezTo>
                  <a:lnTo>
                    <a:pt x="17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4" name="Google Shape;4124;p52"/>
            <p:cNvSpPr/>
            <p:nvPr/>
          </p:nvSpPr>
          <p:spPr>
            <a:xfrm>
              <a:off x="2362843" y="3613663"/>
              <a:ext cx="216678" cy="383321"/>
            </a:xfrm>
            <a:custGeom>
              <a:rect b="b" l="l" r="r" t="t"/>
              <a:pathLst>
                <a:path extrusionOk="0" h="9224" w="5214">
                  <a:moveTo>
                    <a:pt x="1443" y="1631"/>
                  </a:moveTo>
                  <a:cubicBezTo>
                    <a:pt x="1446" y="1639"/>
                    <a:pt x="1450" y="1646"/>
                    <a:pt x="1454" y="1655"/>
                  </a:cubicBezTo>
                  <a:cubicBezTo>
                    <a:pt x="1454" y="1643"/>
                    <a:pt x="1449" y="1637"/>
                    <a:pt x="1443" y="1631"/>
                  </a:cubicBezTo>
                  <a:close/>
                  <a:moveTo>
                    <a:pt x="1153" y="552"/>
                  </a:moveTo>
                  <a:cubicBezTo>
                    <a:pt x="1228" y="552"/>
                    <a:pt x="1278" y="577"/>
                    <a:pt x="1354" y="602"/>
                  </a:cubicBezTo>
                  <a:lnTo>
                    <a:pt x="1404" y="652"/>
                  </a:lnTo>
                  <a:cubicBezTo>
                    <a:pt x="1404" y="652"/>
                    <a:pt x="1429" y="677"/>
                    <a:pt x="1454" y="677"/>
                  </a:cubicBezTo>
                  <a:cubicBezTo>
                    <a:pt x="1504" y="727"/>
                    <a:pt x="1529" y="777"/>
                    <a:pt x="1554" y="853"/>
                  </a:cubicBezTo>
                  <a:cubicBezTo>
                    <a:pt x="1554" y="878"/>
                    <a:pt x="1554" y="878"/>
                    <a:pt x="1554" y="878"/>
                  </a:cubicBezTo>
                  <a:lnTo>
                    <a:pt x="1579" y="953"/>
                  </a:lnTo>
                  <a:cubicBezTo>
                    <a:pt x="1579" y="1003"/>
                    <a:pt x="1554" y="1053"/>
                    <a:pt x="1554" y="1078"/>
                  </a:cubicBezTo>
                  <a:cubicBezTo>
                    <a:pt x="1579" y="1053"/>
                    <a:pt x="1629" y="1028"/>
                    <a:pt x="1679" y="1028"/>
                  </a:cubicBezTo>
                  <a:cubicBezTo>
                    <a:pt x="1705" y="1003"/>
                    <a:pt x="1755" y="978"/>
                    <a:pt x="1830" y="978"/>
                  </a:cubicBezTo>
                  <a:cubicBezTo>
                    <a:pt x="1905" y="978"/>
                    <a:pt x="1980" y="1003"/>
                    <a:pt x="2030" y="1053"/>
                  </a:cubicBezTo>
                  <a:lnTo>
                    <a:pt x="2106" y="1103"/>
                  </a:lnTo>
                  <a:cubicBezTo>
                    <a:pt x="2181" y="1153"/>
                    <a:pt x="2206" y="1229"/>
                    <a:pt x="2231" y="1304"/>
                  </a:cubicBezTo>
                  <a:cubicBezTo>
                    <a:pt x="2231" y="1304"/>
                    <a:pt x="2231" y="1329"/>
                    <a:pt x="2231" y="1329"/>
                  </a:cubicBezTo>
                  <a:lnTo>
                    <a:pt x="2256" y="1354"/>
                  </a:lnTo>
                  <a:cubicBezTo>
                    <a:pt x="2256" y="1379"/>
                    <a:pt x="2256" y="1404"/>
                    <a:pt x="2256" y="1404"/>
                  </a:cubicBezTo>
                  <a:cubicBezTo>
                    <a:pt x="2256" y="1479"/>
                    <a:pt x="2231" y="1529"/>
                    <a:pt x="2206" y="1605"/>
                  </a:cubicBezTo>
                  <a:cubicBezTo>
                    <a:pt x="2206" y="1630"/>
                    <a:pt x="2181" y="1680"/>
                    <a:pt x="2131" y="1730"/>
                  </a:cubicBezTo>
                  <a:cubicBezTo>
                    <a:pt x="2080" y="1755"/>
                    <a:pt x="2030" y="1805"/>
                    <a:pt x="1980" y="1805"/>
                  </a:cubicBezTo>
                  <a:cubicBezTo>
                    <a:pt x="1955" y="1830"/>
                    <a:pt x="1880" y="1855"/>
                    <a:pt x="1830" y="1855"/>
                  </a:cubicBezTo>
                  <a:lnTo>
                    <a:pt x="1805" y="1855"/>
                  </a:lnTo>
                  <a:cubicBezTo>
                    <a:pt x="1755" y="1855"/>
                    <a:pt x="1679" y="1830"/>
                    <a:pt x="1604" y="1780"/>
                  </a:cubicBezTo>
                  <a:lnTo>
                    <a:pt x="1529" y="1730"/>
                  </a:lnTo>
                  <a:cubicBezTo>
                    <a:pt x="1529" y="1730"/>
                    <a:pt x="1505" y="1706"/>
                    <a:pt x="1504" y="1705"/>
                  </a:cubicBezTo>
                  <a:lnTo>
                    <a:pt x="1504" y="1705"/>
                  </a:lnTo>
                  <a:cubicBezTo>
                    <a:pt x="1529" y="1730"/>
                    <a:pt x="1554" y="1780"/>
                    <a:pt x="1554" y="1805"/>
                  </a:cubicBezTo>
                  <a:cubicBezTo>
                    <a:pt x="1554" y="1830"/>
                    <a:pt x="1554" y="1830"/>
                    <a:pt x="1554" y="1830"/>
                  </a:cubicBezTo>
                  <a:lnTo>
                    <a:pt x="1579" y="1905"/>
                  </a:lnTo>
                  <a:cubicBezTo>
                    <a:pt x="1579" y="1980"/>
                    <a:pt x="1554" y="2056"/>
                    <a:pt x="1529" y="2106"/>
                  </a:cubicBezTo>
                  <a:cubicBezTo>
                    <a:pt x="1529" y="2131"/>
                    <a:pt x="1479" y="2206"/>
                    <a:pt x="1429" y="2231"/>
                  </a:cubicBezTo>
                  <a:cubicBezTo>
                    <a:pt x="1404" y="2281"/>
                    <a:pt x="1354" y="2306"/>
                    <a:pt x="1278" y="2331"/>
                  </a:cubicBezTo>
                  <a:cubicBezTo>
                    <a:pt x="1253" y="2356"/>
                    <a:pt x="1203" y="2356"/>
                    <a:pt x="1153" y="2356"/>
                  </a:cubicBezTo>
                  <a:lnTo>
                    <a:pt x="1128" y="2356"/>
                  </a:lnTo>
                  <a:cubicBezTo>
                    <a:pt x="1053" y="2356"/>
                    <a:pt x="978" y="2331"/>
                    <a:pt x="928" y="2306"/>
                  </a:cubicBezTo>
                  <a:lnTo>
                    <a:pt x="852" y="2256"/>
                  </a:lnTo>
                  <a:cubicBezTo>
                    <a:pt x="777" y="2181"/>
                    <a:pt x="752" y="2106"/>
                    <a:pt x="727" y="2056"/>
                  </a:cubicBezTo>
                  <a:lnTo>
                    <a:pt x="702" y="1955"/>
                  </a:lnTo>
                  <a:cubicBezTo>
                    <a:pt x="702" y="1880"/>
                    <a:pt x="727" y="1805"/>
                    <a:pt x="752" y="1755"/>
                  </a:cubicBezTo>
                  <a:cubicBezTo>
                    <a:pt x="752" y="1705"/>
                    <a:pt x="802" y="1655"/>
                    <a:pt x="827" y="1630"/>
                  </a:cubicBezTo>
                  <a:cubicBezTo>
                    <a:pt x="877" y="1579"/>
                    <a:pt x="928" y="1554"/>
                    <a:pt x="978" y="1529"/>
                  </a:cubicBezTo>
                  <a:cubicBezTo>
                    <a:pt x="1003" y="1504"/>
                    <a:pt x="1078" y="1504"/>
                    <a:pt x="1153" y="1504"/>
                  </a:cubicBezTo>
                  <a:cubicBezTo>
                    <a:pt x="1228" y="1504"/>
                    <a:pt x="1278" y="1529"/>
                    <a:pt x="1354" y="1554"/>
                  </a:cubicBezTo>
                  <a:lnTo>
                    <a:pt x="1429" y="1605"/>
                  </a:lnTo>
                  <a:cubicBezTo>
                    <a:pt x="1429" y="1618"/>
                    <a:pt x="1436" y="1625"/>
                    <a:pt x="1443" y="1631"/>
                  </a:cubicBezTo>
                  <a:lnTo>
                    <a:pt x="1443" y="1631"/>
                  </a:lnTo>
                  <a:cubicBezTo>
                    <a:pt x="1428" y="1595"/>
                    <a:pt x="1425" y="1571"/>
                    <a:pt x="1404" y="1529"/>
                  </a:cubicBezTo>
                  <a:lnTo>
                    <a:pt x="1404" y="1429"/>
                  </a:lnTo>
                  <a:cubicBezTo>
                    <a:pt x="1379" y="1404"/>
                    <a:pt x="1404" y="1354"/>
                    <a:pt x="1404" y="1304"/>
                  </a:cubicBezTo>
                  <a:lnTo>
                    <a:pt x="1404" y="1304"/>
                  </a:lnTo>
                  <a:cubicBezTo>
                    <a:pt x="1379" y="1329"/>
                    <a:pt x="1329" y="1354"/>
                    <a:pt x="1278" y="1379"/>
                  </a:cubicBezTo>
                  <a:cubicBezTo>
                    <a:pt x="1253" y="1404"/>
                    <a:pt x="1203" y="1404"/>
                    <a:pt x="1153" y="1404"/>
                  </a:cubicBezTo>
                  <a:lnTo>
                    <a:pt x="1128" y="1404"/>
                  </a:lnTo>
                  <a:cubicBezTo>
                    <a:pt x="1053" y="1404"/>
                    <a:pt x="978" y="1379"/>
                    <a:pt x="928" y="1354"/>
                  </a:cubicBezTo>
                  <a:lnTo>
                    <a:pt x="852" y="1304"/>
                  </a:lnTo>
                  <a:cubicBezTo>
                    <a:pt x="852" y="1304"/>
                    <a:pt x="827" y="1279"/>
                    <a:pt x="827" y="1279"/>
                  </a:cubicBezTo>
                  <a:cubicBezTo>
                    <a:pt x="777" y="1229"/>
                    <a:pt x="752" y="1153"/>
                    <a:pt x="727" y="1103"/>
                  </a:cubicBezTo>
                  <a:lnTo>
                    <a:pt x="702" y="1003"/>
                  </a:lnTo>
                  <a:cubicBezTo>
                    <a:pt x="702" y="928"/>
                    <a:pt x="727" y="853"/>
                    <a:pt x="752" y="803"/>
                  </a:cubicBezTo>
                  <a:cubicBezTo>
                    <a:pt x="752" y="752"/>
                    <a:pt x="802" y="702"/>
                    <a:pt x="827" y="677"/>
                  </a:cubicBezTo>
                  <a:cubicBezTo>
                    <a:pt x="877" y="627"/>
                    <a:pt x="928" y="602"/>
                    <a:pt x="978" y="577"/>
                  </a:cubicBezTo>
                  <a:cubicBezTo>
                    <a:pt x="1028" y="552"/>
                    <a:pt x="1078" y="552"/>
                    <a:pt x="1153" y="552"/>
                  </a:cubicBezTo>
                  <a:close/>
                  <a:moveTo>
                    <a:pt x="1078" y="1"/>
                  </a:moveTo>
                  <a:cubicBezTo>
                    <a:pt x="627" y="1"/>
                    <a:pt x="251" y="351"/>
                    <a:pt x="251" y="803"/>
                  </a:cubicBezTo>
                  <a:lnTo>
                    <a:pt x="126" y="4161"/>
                  </a:lnTo>
                  <a:cubicBezTo>
                    <a:pt x="251" y="4136"/>
                    <a:pt x="376" y="4111"/>
                    <a:pt x="502" y="4061"/>
                  </a:cubicBezTo>
                  <a:cubicBezTo>
                    <a:pt x="1454" y="3785"/>
                    <a:pt x="2682" y="3459"/>
                    <a:pt x="2958" y="3409"/>
                  </a:cubicBezTo>
                  <a:cubicBezTo>
                    <a:pt x="2985" y="3406"/>
                    <a:pt x="3012" y="3404"/>
                    <a:pt x="3039" y="3404"/>
                  </a:cubicBezTo>
                  <a:cubicBezTo>
                    <a:pt x="3226" y="3404"/>
                    <a:pt x="3374" y="3484"/>
                    <a:pt x="3484" y="3660"/>
                  </a:cubicBezTo>
                  <a:cubicBezTo>
                    <a:pt x="3634" y="3910"/>
                    <a:pt x="3659" y="4286"/>
                    <a:pt x="3559" y="4537"/>
                  </a:cubicBezTo>
                  <a:cubicBezTo>
                    <a:pt x="3760" y="4762"/>
                    <a:pt x="3960" y="5163"/>
                    <a:pt x="3785" y="5539"/>
                  </a:cubicBezTo>
                  <a:cubicBezTo>
                    <a:pt x="3860" y="5740"/>
                    <a:pt x="4010" y="6166"/>
                    <a:pt x="3835" y="6517"/>
                  </a:cubicBezTo>
                  <a:cubicBezTo>
                    <a:pt x="3910" y="6793"/>
                    <a:pt x="3885" y="7269"/>
                    <a:pt x="3459" y="7494"/>
                  </a:cubicBezTo>
                  <a:cubicBezTo>
                    <a:pt x="2882" y="7820"/>
                    <a:pt x="2005" y="7895"/>
                    <a:pt x="1253" y="7970"/>
                  </a:cubicBezTo>
                  <a:cubicBezTo>
                    <a:pt x="928" y="7996"/>
                    <a:pt x="602" y="8046"/>
                    <a:pt x="351" y="8071"/>
                  </a:cubicBezTo>
                  <a:cubicBezTo>
                    <a:pt x="226" y="8096"/>
                    <a:pt x="101" y="8146"/>
                    <a:pt x="25" y="8171"/>
                  </a:cubicBezTo>
                  <a:cubicBezTo>
                    <a:pt x="25" y="8171"/>
                    <a:pt x="0" y="8171"/>
                    <a:pt x="0" y="8196"/>
                  </a:cubicBezTo>
                  <a:lnTo>
                    <a:pt x="0" y="8371"/>
                  </a:lnTo>
                  <a:cubicBezTo>
                    <a:pt x="0" y="8597"/>
                    <a:pt x="75" y="8823"/>
                    <a:pt x="226" y="8973"/>
                  </a:cubicBezTo>
                  <a:cubicBezTo>
                    <a:pt x="376" y="9148"/>
                    <a:pt x="602" y="9224"/>
                    <a:pt x="827" y="9224"/>
                  </a:cubicBezTo>
                  <a:lnTo>
                    <a:pt x="3659" y="9224"/>
                  </a:lnTo>
                  <a:cubicBezTo>
                    <a:pt x="4086" y="9224"/>
                    <a:pt x="4436" y="8898"/>
                    <a:pt x="4487" y="8472"/>
                  </a:cubicBezTo>
                  <a:lnTo>
                    <a:pt x="4662" y="6417"/>
                  </a:lnTo>
                  <a:lnTo>
                    <a:pt x="4712" y="6041"/>
                  </a:lnTo>
                  <a:lnTo>
                    <a:pt x="5038" y="2607"/>
                  </a:lnTo>
                  <a:lnTo>
                    <a:pt x="5063" y="2256"/>
                  </a:lnTo>
                  <a:lnTo>
                    <a:pt x="5088" y="2106"/>
                  </a:lnTo>
                  <a:lnTo>
                    <a:pt x="5113" y="1730"/>
                  </a:lnTo>
                  <a:lnTo>
                    <a:pt x="5188" y="903"/>
                  </a:lnTo>
                  <a:cubicBezTo>
                    <a:pt x="5213" y="677"/>
                    <a:pt x="5138" y="452"/>
                    <a:pt x="4988" y="276"/>
                  </a:cubicBezTo>
                  <a:cubicBezTo>
                    <a:pt x="4837" y="101"/>
                    <a:pt x="4612" y="1"/>
                    <a:pt x="438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5" name="Google Shape;4125;p52"/>
            <p:cNvSpPr/>
            <p:nvPr/>
          </p:nvSpPr>
          <p:spPr>
            <a:xfrm>
              <a:off x="2357607" y="3609508"/>
              <a:ext cx="227109" cy="391632"/>
            </a:xfrm>
            <a:custGeom>
              <a:rect b="b" l="l" r="r" t="t"/>
              <a:pathLst>
                <a:path extrusionOk="0" h="9424" w="5465">
                  <a:moveTo>
                    <a:pt x="1279" y="752"/>
                  </a:moveTo>
                  <a:cubicBezTo>
                    <a:pt x="1329" y="752"/>
                    <a:pt x="1379" y="777"/>
                    <a:pt x="1430" y="777"/>
                  </a:cubicBezTo>
                  <a:lnTo>
                    <a:pt x="1480" y="827"/>
                  </a:lnTo>
                  <a:cubicBezTo>
                    <a:pt x="1480" y="827"/>
                    <a:pt x="1480" y="852"/>
                    <a:pt x="1505" y="852"/>
                  </a:cubicBezTo>
                  <a:cubicBezTo>
                    <a:pt x="1530" y="877"/>
                    <a:pt x="1555" y="928"/>
                    <a:pt x="1580" y="1003"/>
                  </a:cubicBezTo>
                  <a:lnTo>
                    <a:pt x="1580" y="1053"/>
                  </a:lnTo>
                  <a:cubicBezTo>
                    <a:pt x="1580" y="1103"/>
                    <a:pt x="1580" y="1128"/>
                    <a:pt x="1580" y="1153"/>
                  </a:cubicBezTo>
                  <a:lnTo>
                    <a:pt x="1555" y="1253"/>
                  </a:lnTo>
                  <a:lnTo>
                    <a:pt x="1455" y="1329"/>
                  </a:lnTo>
                  <a:cubicBezTo>
                    <a:pt x="1430" y="1354"/>
                    <a:pt x="1404" y="1379"/>
                    <a:pt x="1354" y="1379"/>
                  </a:cubicBezTo>
                  <a:cubicBezTo>
                    <a:pt x="1354" y="1404"/>
                    <a:pt x="1329" y="1404"/>
                    <a:pt x="1254" y="1404"/>
                  </a:cubicBezTo>
                  <a:cubicBezTo>
                    <a:pt x="1204" y="1404"/>
                    <a:pt x="1154" y="1379"/>
                    <a:pt x="1104" y="1354"/>
                  </a:cubicBezTo>
                  <a:lnTo>
                    <a:pt x="1029" y="1304"/>
                  </a:lnTo>
                  <a:cubicBezTo>
                    <a:pt x="1003" y="1278"/>
                    <a:pt x="953" y="1228"/>
                    <a:pt x="953" y="1178"/>
                  </a:cubicBezTo>
                  <a:lnTo>
                    <a:pt x="928" y="1103"/>
                  </a:lnTo>
                  <a:cubicBezTo>
                    <a:pt x="928" y="1028"/>
                    <a:pt x="953" y="978"/>
                    <a:pt x="978" y="928"/>
                  </a:cubicBezTo>
                  <a:cubicBezTo>
                    <a:pt x="978" y="903"/>
                    <a:pt x="1003" y="877"/>
                    <a:pt x="1029" y="827"/>
                  </a:cubicBezTo>
                  <a:cubicBezTo>
                    <a:pt x="1054" y="802"/>
                    <a:pt x="1104" y="777"/>
                    <a:pt x="1154" y="777"/>
                  </a:cubicBezTo>
                  <a:cubicBezTo>
                    <a:pt x="1179" y="752"/>
                    <a:pt x="1204" y="752"/>
                    <a:pt x="1279" y="752"/>
                  </a:cubicBezTo>
                  <a:close/>
                  <a:moveTo>
                    <a:pt x="1956" y="1178"/>
                  </a:moveTo>
                  <a:cubicBezTo>
                    <a:pt x="2006" y="1178"/>
                    <a:pt x="2056" y="1203"/>
                    <a:pt x="2106" y="1228"/>
                  </a:cubicBezTo>
                  <a:lnTo>
                    <a:pt x="2156" y="1278"/>
                  </a:lnTo>
                  <a:cubicBezTo>
                    <a:pt x="2206" y="1329"/>
                    <a:pt x="2257" y="1379"/>
                    <a:pt x="2257" y="1429"/>
                  </a:cubicBezTo>
                  <a:lnTo>
                    <a:pt x="2282" y="1504"/>
                  </a:lnTo>
                  <a:cubicBezTo>
                    <a:pt x="2282" y="1554"/>
                    <a:pt x="2257" y="1604"/>
                    <a:pt x="2232" y="1654"/>
                  </a:cubicBezTo>
                  <a:lnTo>
                    <a:pt x="2232" y="1679"/>
                  </a:lnTo>
                  <a:cubicBezTo>
                    <a:pt x="2232" y="1679"/>
                    <a:pt x="2206" y="1705"/>
                    <a:pt x="2181" y="1755"/>
                  </a:cubicBezTo>
                  <a:cubicBezTo>
                    <a:pt x="2156" y="1780"/>
                    <a:pt x="2106" y="1805"/>
                    <a:pt x="2056" y="1830"/>
                  </a:cubicBezTo>
                  <a:cubicBezTo>
                    <a:pt x="2031" y="1830"/>
                    <a:pt x="2006" y="1855"/>
                    <a:pt x="1956" y="1855"/>
                  </a:cubicBezTo>
                  <a:lnTo>
                    <a:pt x="1931" y="1830"/>
                  </a:lnTo>
                  <a:cubicBezTo>
                    <a:pt x="1881" y="1830"/>
                    <a:pt x="1831" y="1830"/>
                    <a:pt x="1780" y="1805"/>
                  </a:cubicBezTo>
                  <a:lnTo>
                    <a:pt x="1730" y="1755"/>
                  </a:lnTo>
                  <a:lnTo>
                    <a:pt x="1705" y="1730"/>
                  </a:lnTo>
                  <a:lnTo>
                    <a:pt x="1530" y="1855"/>
                  </a:lnTo>
                  <a:cubicBezTo>
                    <a:pt x="1555" y="1880"/>
                    <a:pt x="1580" y="1905"/>
                    <a:pt x="1580" y="1955"/>
                  </a:cubicBezTo>
                  <a:lnTo>
                    <a:pt x="1580" y="2005"/>
                  </a:lnTo>
                  <a:cubicBezTo>
                    <a:pt x="1580" y="2080"/>
                    <a:pt x="1580" y="2106"/>
                    <a:pt x="1555" y="2181"/>
                  </a:cubicBezTo>
                  <a:cubicBezTo>
                    <a:pt x="1555" y="2181"/>
                    <a:pt x="1530" y="2231"/>
                    <a:pt x="1480" y="2256"/>
                  </a:cubicBezTo>
                  <a:cubicBezTo>
                    <a:pt x="1455" y="2281"/>
                    <a:pt x="1430" y="2306"/>
                    <a:pt x="1354" y="2331"/>
                  </a:cubicBezTo>
                  <a:cubicBezTo>
                    <a:pt x="1354" y="2356"/>
                    <a:pt x="1329" y="2356"/>
                    <a:pt x="1254" y="2356"/>
                  </a:cubicBezTo>
                  <a:cubicBezTo>
                    <a:pt x="1204" y="2356"/>
                    <a:pt x="1154" y="2331"/>
                    <a:pt x="1104" y="2306"/>
                  </a:cubicBezTo>
                  <a:lnTo>
                    <a:pt x="1054" y="2281"/>
                  </a:lnTo>
                  <a:cubicBezTo>
                    <a:pt x="1003" y="2231"/>
                    <a:pt x="978" y="2181"/>
                    <a:pt x="953" y="2131"/>
                  </a:cubicBezTo>
                  <a:lnTo>
                    <a:pt x="928" y="2055"/>
                  </a:lnTo>
                  <a:cubicBezTo>
                    <a:pt x="928" y="1980"/>
                    <a:pt x="953" y="1930"/>
                    <a:pt x="978" y="1905"/>
                  </a:cubicBezTo>
                  <a:lnTo>
                    <a:pt x="978" y="1880"/>
                  </a:lnTo>
                  <a:cubicBezTo>
                    <a:pt x="978" y="1855"/>
                    <a:pt x="1003" y="1830"/>
                    <a:pt x="1029" y="1780"/>
                  </a:cubicBezTo>
                  <a:cubicBezTo>
                    <a:pt x="1054" y="1755"/>
                    <a:pt x="1104" y="1730"/>
                    <a:pt x="1154" y="1730"/>
                  </a:cubicBezTo>
                  <a:cubicBezTo>
                    <a:pt x="1179" y="1705"/>
                    <a:pt x="1204" y="1705"/>
                    <a:pt x="1254" y="1705"/>
                  </a:cubicBezTo>
                  <a:cubicBezTo>
                    <a:pt x="1329" y="1705"/>
                    <a:pt x="1379" y="1730"/>
                    <a:pt x="1430" y="1730"/>
                  </a:cubicBezTo>
                  <a:lnTo>
                    <a:pt x="1480" y="1780"/>
                  </a:lnTo>
                  <a:cubicBezTo>
                    <a:pt x="1480" y="1780"/>
                    <a:pt x="1505" y="1805"/>
                    <a:pt x="1505" y="1805"/>
                  </a:cubicBezTo>
                  <a:lnTo>
                    <a:pt x="1680" y="1679"/>
                  </a:lnTo>
                  <a:cubicBezTo>
                    <a:pt x="1655" y="1654"/>
                    <a:pt x="1630" y="1629"/>
                    <a:pt x="1630" y="1604"/>
                  </a:cubicBezTo>
                  <a:lnTo>
                    <a:pt x="1630" y="1529"/>
                  </a:lnTo>
                  <a:cubicBezTo>
                    <a:pt x="1630" y="1504"/>
                    <a:pt x="1630" y="1479"/>
                    <a:pt x="1630" y="1429"/>
                  </a:cubicBezTo>
                  <a:lnTo>
                    <a:pt x="1655" y="1329"/>
                  </a:lnTo>
                  <a:lnTo>
                    <a:pt x="1755" y="1253"/>
                  </a:lnTo>
                  <a:cubicBezTo>
                    <a:pt x="1780" y="1228"/>
                    <a:pt x="1805" y="1228"/>
                    <a:pt x="1856" y="1203"/>
                  </a:cubicBezTo>
                  <a:cubicBezTo>
                    <a:pt x="1856" y="1203"/>
                    <a:pt x="1906" y="1178"/>
                    <a:pt x="1956" y="1178"/>
                  </a:cubicBezTo>
                  <a:close/>
                  <a:moveTo>
                    <a:pt x="1279" y="552"/>
                  </a:moveTo>
                  <a:cubicBezTo>
                    <a:pt x="1229" y="552"/>
                    <a:pt x="1129" y="552"/>
                    <a:pt x="1079" y="577"/>
                  </a:cubicBezTo>
                  <a:cubicBezTo>
                    <a:pt x="1003" y="602"/>
                    <a:pt x="928" y="652"/>
                    <a:pt x="903" y="702"/>
                  </a:cubicBezTo>
                  <a:cubicBezTo>
                    <a:pt x="828" y="752"/>
                    <a:pt x="778" y="827"/>
                    <a:pt x="778" y="852"/>
                  </a:cubicBezTo>
                  <a:cubicBezTo>
                    <a:pt x="753" y="928"/>
                    <a:pt x="728" y="1003"/>
                    <a:pt x="728" y="1128"/>
                  </a:cubicBezTo>
                  <a:lnTo>
                    <a:pt x="753" y="1228"/>
                  </a:lnTo>
                  <a:cubicBezTo>
                    <a:pt x="778" y="1304"/>
                    <a:pt x="828" y="1379"/>
                    <a:pt x="878" y="1454"/>
                  </a:cubicBezTo>
                  <a:cubicBezTo>
                    <a:pt x="903" y="1454"/>
                    <a:pt x="928" y="1479"/>
                    <a:pt x="928" y="1479"/>
                  </a:cubicBezTo>
                  <a:lnTo>
                    <a:pt x="1003" y="1529"/>
                  </a:lnTo>
                  <a:cubicBezTo>
                    <a:pt x="1003" y="1554"/>
                    <a:pt x="1003" y="1554"/>
                    <a:pt x="1029" y="1554"/>
                  </a:cubicBezTo>
                  <a:cubicBezTo>
                    <a:pt x="978" y="1579"/>
                    <a:pt x="928" y="1604"/>
                    <a:pt x="903" y="1654"/>
                  </a:cubicBezTo>
                  <a:cubicBezTo>
                    <a:pt x="853" y="1679"/>
                    <a:pt x="803" y="1755"/>
                    <a:pt x="778" y="1805"/>
                  </a:cubicBezTo>
                  <a:cubicBezTo>
                    <a:pt x="753" y="1880"/>
                    <a:pt x="728" y="1955"/>
                    <a:pt x="728" y="2080"/>
                  </a:cubicBezTo>
                  <a:lnTo>
                    <a:pt x="753" y="2181"/>
                  </a:lnTo>
                  <a:cubicBezTo>
                    <a:pt x="778" y="2256"/>
                    <a:pt x="828" y="2356"/>
                    <a:pt x="928" y="2431"/>
                  </a:cubicBezTo>
                  <a:lnTo>
                    <a:pt x="1003" y="2481"/>
                  </a:lnTo>
                  <a:cubicBezTo>
                    <a:pt x="1079" y="2532"/>
                    <a:pt x="1179" y="2557"/>
                    <a:pt x="1279" y="2557"/>
                  </a:cubicBezTo>
                  <a:cubicBezTo>
                    <a:pt x="1354" y="2557"/>
                    <a:pt x="1430" y="2557"/>
                    <a:pt x="1455" y="2532"/>
                  </a:cubicBezTo>
                  <a:cubicBezTo>
                    <a:pt x="1530" y="2507"/>
                    <a:pt x="1605" y="2456"/>
                    <a:pt x="1630" y="2406"/>
                  </a:cubicBezTo>
                  <a:cubicBezTo>
                    <a:pt x="1680" y="2356"/>
                    <a:pt x="1730" y="2306"/>
                    <a:pt x="1755" y="2256"/>
                  </a:cubicBezTo>
                  <a:cubicBezTo>
                    <a:pt x="1780" y="2181"/>
                    <a:pt x="1805" y="2106"/>
                    <a:pt x="1805" y="2030"/>
                  </a:cubicBezTo>
                  <a:cubicBezTo>
                    <a:pt x="1847" y="2041"/>
                    <a:pt x="1901" y="2047"/>
                    <a:pt x="1955" y="2047"/>
                  </a:cubicBezTo>
                  <a:cubicBezTo>
                    <a:pt x="2030" y="2047"/>
                    <a:pt x="2102" y="2035"/>
                    <a:pt x="2131" y="2005"/>
                  </a:cubicBezTo>
                  <a:cubicBezTo>
                    <a:pt x="2206" y="1980"/>
                    <a:pt x="2282" y="1955"/>
                    <a:pt x="2307" y="1905"/>
                  </a:cubicBezTo>
                  <a:cubicBezTo>
                    <a:pt x="2357" y="1855"/>
                    <a:pt x="2407" y="1805"/>
                    <a:pt x="2432" y="1730"/>
                  </a:cubicBezTo>
                  <a:cubicBezTo>
                    <a:pt x="2457" y="1654"/>
                    <a:pt x="2482" y="1579"/>
                    <a:pt x="2482" y="1504"/>
                  </a:cubicBezTo>
                  <a:cubicBezTo>
                    <a:pt x="2482" y="1504"/>
                    <a:pt x="2482" y="1479"/>
                    <a:pt x="2482" y="1454"/>
                  </a:cubicBezTo>
                  <a:lnTo>
                    <a:pt x="2457" y="1379"/>
                  </a:lnTo>
                  <a:cubicBezTo>
                    <a:pt x="2432" y="1278"/>
                    <a:pt x="2382" y="1203"/>
                    <a:pt x="2307" y="1103"/>
                  </a:cubicBezTo>
                  <a:lnTo>
                    <a:pt x="2206" y="1053"/>
                  </a:lnTo>
                  <a:cubicBezTo>
                    <a:pt x="2131" y="1003"/>
                    <a:pt x="2056" y="978"/>
                    <a:pt x="1956" y="978"/>
                  </a:cubicBezTo>
                  <a:cubicBezTo>
                    <a:pt x="1881" y="978"/>
                    <a:pt x="1831" y="978"/>
                    <a:pt x="1780" y="1003"/>
                  </a:cubicBezTo>
                  <a:lnTo>
                    <a:pt x="1780" y="928"/>
                  </a:lnTo>
                  <a:cubicBezTo>
                    <a:pt x="1755" y="852"/>
                    <a:pt x="1705" y="777"/>
                    <a:pt x="1655" y="702"/>
                  </a:cubicBezTo>
                  <a:cubicBezTo>
                    <a:pt x="1630" y="702"/>
                    <a:pt x="1605" y="677"/>
                    <a:pt x="1605" y="652"/>
                  </a:cubicBezTo>
                  <a:lnTo>
                    <a:pt x="1530" y="602"/>
                  </a:lnTo>
                  <a:cubicBezTo>
                    <a:pt x="1455" y="577"/>
                    <a:pt x="1354" y="552"/>
                    <a:pt x="1279" y="552"/>
                  </a:cubicBezTo>
                  <a:close/>
                  <a:moveTo>
                    <a:pt x="4512" y="201"/>
                  </a:moveTo>
                  <a:cubicBezTo>
                    <a:pt x="4713" y="201"/>
                    <a:pt x="4913" y="301"/>
                    <a:pt x="5039" y="451"/>
                  </a:cubicBezTo>
                  <a:cubicBezTo>
                    <a:pt x="5164" y="602"/>
                    <a:pt x="5239" y="802"/>
                    <a:pt x="5214" y="1003"/>
                  </a:cubicBezTo>
                  <a:lnTo>
                    <a:pt x="4487" y="8572"/>
                  </a:lnTo>
                  <a:cubicBezTo>
                    <a:pt x="4462" y="8948"/>
                    <a:pt x="4161" y="9223"/>
                    <a:pt x="3785" y="9223"/>
                  </a:cubicBezTo>
                  <a:lnTo>
                    <a:pt x="953" y="9223"/>
                  </a:lnTo>
                  <a:cubicBezTo>
                    <a:pt x="753" y="9223"/>
                    <a:pt x="552" y="9148"/>
                    <a:pt x="427" y="8998"/>
                  </a:cubicBezTo>
                  <a:cubicBezTo>
                    <a:pt x="302" y="8872"/>
                    <a:pt x="227" y="8672"/>
                    <a:pt x="227" y="8471"/>
                  </a:cubicBezTo>
                  <a:lnTo>
                    <a:pt x="227" y="8346"/>
                  </a:lnTo>
                  <a:cubicBezTo>
                    <a:pt x="302" y="8321"/>
                    <a:pt x="402" y="8296"/>
                    <a:pt x="502" y="8296"/>
                  </a:cubicBezTo>
                  <a:cubicBezTo>
                    <a:pt x="753" y="8246"/>
                    <a:pt x="1079" y="8196"/>
                    <a:pt x="1379" y="8171"/>
                  </a:cubicBezTo>
                  <a:cubicBezTo>
                    <a:pt x="2156" y="8096"/>
                    <a:pt x="3034" y="8020"/>
                    <a:pt x="3635" y="7695"/>
                  </a:cubicBezTo>
                  <a:cubicBezTo>
                    <a:pt x="4061" y="7444"/>
                    <a:pt x="4136" y="6993"/>
                    <a:pt x="4061" y="6617"/>
                  </a:cubicBezTo>
                  <a:cubicBezTo>
                    <a:pt x="4212" y="6291"/>
                    <a:pt x="4111" y="5890"/>
                    <a:pt x="4011" y="5639"/>
                  </a:cubicBezTo>
                  <a:cubicBezTo>
                    <a:pt x="4186" y="5188"/>
                    <a:pt x="3936" y="4787"/>
                    <a:pt x="3810" y="4637"/>
                  </a:cubicBezTo>
                  <a:cubicBezTo>
                    <a:pt x="3911" y="4336"/>
                    <a:pt x="3861" y="3960"/>
                    <a:pt x="3710" y="3710"/>
                  </a:cubicBezTo>
                  <a:cubicBezTo>
                    <a:pt x="3582" y="3517"/>
                    <a:pt x="3399" y="3398"/>
                    <a:pt x="3193" y="3398"/>
                  </a:cubicBezTo>
                  <a:cubicBezTo>
                    <a:pt x="3157" y="3398"/>
                    <a:pt x="3121" y="3401"/>
                    <a:pt x="3084" y="3409"/>
                  </a:cubicBezTo>
                  <a:cubicBezTo>
                    <a:pt x="2783" y="3459"/>
                    <a:pt x="1555" y="3785"/>
                    <a:pt x="577" y="4060"/>
                  </a:cubicBezTo>
                  <a:lnTo>
                    <a:pt x="377" y="4136"/>
                  </a:lnTo>
                  <a:lnTo>
                    <a:pt x="377" y="4136"/>
                  </a:lnTo>
                  <a:lnTo>
                    <a:pt x="477" y="903"/>
                  </a:lnTo>
                  <a:cubicBezTo>
                    <a:pt x="502" y="502"/>
                    <a:pt x="803" y="201"/>
                    <a:pt x="1204" y="201"/>
                  </a:cubicBezTo>
                  <a:close/>
                  <a:moveTo>
                    <a:pt x="1204" y="0"/>
                  </a:moveTo>
                  <a:cubicBezTo>
                    <a:pt x="703" y="0"/>
                    <a:pt x="277" y="401"/>
                    <a:pt x="277" y="903"/>
                  </a:cubicBezTo>
                  <a:lnTo>
                    <a:pt x="151" y="4411"/>
                  </a:lnTo>
                  <a:lnTo>
                    <a:pt x="151" y="4411"/>
                  </a:lnTo>
                  <a:lnTo>
                    <a:pt x="653" y="4261"/>
                  </a:lnTo>
                  <a:cubicBezTo>
                    <a:pt x="1605" y="3985"/>
                    <a:pt x="2833" y="3659"/>
                    <a:pt x="3109" y="3609"/>
                  </a:cubicBezTo>
                  <a:cubicBezTo>
                    <a:pt x="3131" y="3606"/>
                    <a:pt x="3152" y="3605"/>
                    <a:pt x="3173" y="3605"/>
                  </a:cubicBezTo>
                  <a:cubicBezTo>
                    <a:pt x="3321" y="3605"/>
                    <a:pt x="3447" y="3681"/>
                    <a:pt x="3535" y="3835"/>
                  </a:cubicBezTo>
                  <a:cubicBezTo>
                    <a:pt x="3660" y="4035"/>
                    <a:pt x="3685" y="4361"/>
                    <a:pt x="3585" y="4612"/>
                  </a:cubicBezTo>
                  <a:lnTo>
                    <a:pt x="3560" y="4662"/>
                  </a:lnTo>
                  <a:lnTo>
                    <a:pt x="3610" y="4712"/>
                  </a:lnTo>
                  <a:cubicBezTo>
                    <a:pt x="3710" y="4812"/>
                    <a:pt x="3986" y="5213"/>
                    <a:pt x="3810" y="5589"/>
                  </a:cubicBezTo>
                  <a:lnTo>
                    <a:pt x="3785" y="5639"/>
                  </a:lnTo>
                  <a:lnTo>
                    <a:pt x="3810" y="5690"/>
                  </a:lnTo>
                  <a:cubicBezTo>
                    <a:pt x="3886" y="5840"/>
                    <a:pt x="4011" y="6266"/>
                    <a:pt x="3861" y="6567"/>
                  </a:cubicBezTo>
                  <a:lnTo>
                    <a:pt x="3861" y="6592"/>
                  </a:lnTo>
                  <a:lnTo>
                    <a:pt x="3861" y="6642"/>
                  </a:lnTo>
                  <a:cubicBezTo>
                    <a:pt x="3886" y="6742"/>
                    <a:pt x="3986" y="7268"/>
                    <a:pt x="3535" y="7494"/>
                  </a:cubicBezTo>
                  <a:cubicBezTo>
                    <a:pt x="2958" y="7820"/>
                    <a:pt x="2131" y="7895"/>
                    <a:pt x="1354" y="7970"/>
                  </a:cubicBezTo>
                  <a:cubicBezTo>
                    <a:pt x="1054" y="7995"/>
                    <a:pt x="728" y="8020"/>
                    <a:pt x="452" y="8070"/>
                  </a:cubicBezTo>
                  <a:cubicBezTo>
                    <a:pt x="302" y="8121"/>
                    <a:pt x="176" y="8146"/>
                    <a:pt x="76" y="8196"/>
                  </a:cubicBezTo>
                  <a:lnTo>
                    <a:pt x="26" y="8221"/>
                  </a:lnTo>
                  <a:lnTo>
                    <a:pt x="26" y="8471"/>
                  </a:lnTo>
                  <a:cubicBezTo>
                    <a:pt x="1" y="8722"/>
                    <a:pt x="101" y="8973"/>
                    <a:pt x="277" y="9148"/>
                  </a:cubicBezTo>
                  <a:cubicBezTo>
                    <a:pt x="452" y="9324"/>
                    <a:pt x="678" y="9424"/>
                    <a:pt x="953" y="9424"/>
                  </a:cubicBezTo>
                  <a:lnTo>
                    <a:pt x="3785" y="9424"/>
                  </a:lnTo>
                  <a:cubicBezTo>
                    <a:pt x="4262" y="9424"/>
                    <a:pt x="4663" y="9073"/>
                    <a:pt x="4713" y="8597"/>
                  </a:cubicBezTo>
                  <a:lnTo>
                    <a:pt x="5440" y="1003"/>
                  </a:lnTo>
                  <a:cubicBezTo>
                    <a:pt x="5465" y="752"/>
                    <a:pt x="5364" y="502"/>
                    <a:pt x="5189" y="301"/>
                  </a:cubicBezTo>
                  <a:cubicBezTo>
                    <a:pt x="5014" y="101"/>
                    <a:pt x="4763" y="0"/>
                    <a:pt x="45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6" name="Google Shape;4126;p52"/>
            <p:cNvSpPr/>
            <p:nvPr/>
          </p:nvSpPr>
          <p:spPr>
            <a:xfrm>
              <a:off x="2556540" y="3707416"/>
              <a:ext cx="354190" cy="312466"/>
            </a:xfrm>
            <a:custGeom>
              <a:rect b="b" l="l" r="r" t="t"/>
              <a:pathLst>
                <a:path extrusionOk="0" h="7519" w="8523">
                  <a:moveTo>
                    <a:pt x="402" y="0"/>
                  </a:moveTo>
                  <a:lnTo>
                    <a:pt x="377" y="351"/>
                  </a:lnTo>
                  <a:lnTo>
                    <a:pt x="51" y="3785"/>
                  </a:lnTo>
                  <a:lnTo>
                    <a:pt x="1" y="4161"/>
                  </a:lnTo>
                  <a:cubicBezTo>
                    <a:pt x="1003" y="4787"/>
                    <a:pt x="2733" y="5815"/>
                    <a:pt x="4262" y="6567"/>
                  </a:cubicBezTo>
                  <a:cubicBezTo>
                    <a:pt x="4387" y="6617"/>
                    <a:pt x="4512" y="6692"/>
                    <a:pt x="4638" y="6742"/>
                  </a:cubicBezTo>
                  <a:cubicBezTo>
                    <a:pt x="5615" y="7193"/>
                    <a:pt x="6492" y="7519"/>
                    <a:pt x="7044" y="7519"/>
                  </a:cubicBezTo>
                  <a:lnTo>
                    <a:pt x="7194" y="7519"/>
                  </a:lnTo>
                  <a:cubicBezTo>
                    <a:pt x="8272" y="7369"/>
                    <a:pt x="8522" y="6090"/>
                    <a:pt x="8422" y="5038"/>
                  </a:cubicBezTo>
                  <a:cubicBezTo>
                    <a:pt x="8322" y="3334"/>
                    <a:pt x="7420" y="1905"/>
                    <a:pt x="7044" y="1354"/>
                  </a:cubicBezTo>
                  <a:cubicBezTo>
                    <a:pt x="6968" y="1228"/>
                    <a:pt x="6893" y="1128"/>
                    <a:pt x="6893" y="1128"/>
                  </a:cubicBezTo>
                  <a:cubicBezTo>
                    <a:pt x="6868" y="1103"/>
                    <a:pt x="6843" y="1078"/>
                    <a:pt x="6843" y="1078"/>
                  </a:cubicBezTo>
                  <a:cubicBezTo>
                    <a:pt x="6793" y="1053"/>
                    <a:pt x="6768" y="1053"/>
                    <a:pt x="6743" y="1053"/>
                  </a:cubicBezTo>
                  <a:cubicBezTo>
                    <a:pt x="6718" y="1053"/>
                    <a:pt x="5891" y="1103"/>
                    <a:pt x="5465" y="1203"/>
                  </a:cubicBezTo>
                  <a:cubicBezTo>
                    <a:pt x="5389" y="1228"/>
                    <a:pt x="4713" y="1303"/>
                    <a:pt x="4211" y="1354"/>
                  </a:cubicBezTo>
                  <a:cubicBezTo>
                    <a:pt x="2607" y="727"/>
                    <a:pt x="978" y="176"/>
                    <a:pt x="402"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7" name="Google Shape;4127;p52"/>
            <p:cNvSpPr/>
            <p:nvPr/>
          </p:nvSpPr>
          <p:spPr>
            <a:xfrm>
              <a:off x="2552384" y="3701141"/>
              <a:ext cx="363540" cy="322939"/>
            </a:xfrm>
            <a:custGeom>
              <a:rect b="b" l="l" r="r" t="t"/>
              <a:pathLst>
                <a:path extrusionOk="0" h="7771" w="8748">
                  <a:moveTo>
                    <a:pt x="602" y="276"/>
                  </a:moveTo>
                  <a:cubicBezTo>
                    <a:pt x="1279" y="502"/>
                    <a:pt x="2783" y="1028"/>
                    <a:pt x="4261" y="1605"/>
                  </a:cubicBezTo>
                  <a:lnTo>
                    <a:pt x="4311" y="1605"/>
                  </a:lnTo>
                  <a:cubicBezTo>
                    <a:pt x="4813" y="1555"/>
                    <a:pt x="5515" y="1479"/>
                    <a:pt x="5590" y="1454"/>
                  </a:cubicBezTo>
                  <a:cubicBezTo>
                    <a:pt x="5991" y="1354"/>
                    <a:pt x="6768" y="1329"/>
                    <a:pt x="6843" y="1304"/>
                  </a:cubicBezTo>
                  <a:cubicBezTo>
                    <a:pt x="6868" y="1304"/>
                    <a:pt x="6868" y="1304"/>
                    <a:pt x="6893" y="1329"/>
                  </a:cubicBezTo>
                  <a:lnTo>
                    <a:pt x="6918" y="1329"/>
                  </a:lnTo>
                  <a:cubicBezTo>
                    <a:pt x="6918" y="1354"/>
                    <a:pt x="6968" y="1429"/>
                    <a:pt x="7068" y="1555"/>
                  </a:cubicBezTo>
                  <a:cubicBezTo>
                    <a:pt x="7444" y="2106"/>
                    <a:pt x="8296" y="3535"/>
                    <a:pt x="8422" y="5189"/>
                  </a:cubicBezTo>
                  <a:lnTo>
                    <a:pt x="8422" y="5214"/>
                  </a:lnTo>
                  <a:cubicBezTo>
                    <a:pt x="8522" y="6216"/>
                    <a:pt x="8296" y="7419"/>
                    <a:pt x="7269" y="7545"/>
                  </a:cubicBezTo>
                  <a:cubicBezTo>
                    <a:pt x="7217" y="7553"/>
                    <a:pt x="7159" y="7558"/>
                    <a:pt x="7097" y="7558"/>
                  </a:cubicBezTo>
                  <a:cubicBezTo>
                    <a:pt x="6616" y="7558"/>
                    <a:pt x="5827" y="7303"/>
                    <a:pt x="4763" y="6793"/>
                  </a:cubicBezTo>
                  <a:cubicBezTo>
                    <a:pt x="4662" y="6743"/>
                    <a:pt x="4537" y="6693"/>
                    <a:pt x="4412" y="6617"/>
                  </a:cubicBezTo>
                  <a:cubicBezTo>
                    <a:pt x="2858" y="5865"/>
                    <a:pt x="1154" y="4838"/>
                    <a:pt x="226" y="4261"/>
                  </a:cubicBezTo>
                  <a:lnTo>
                    <a:pt x="602" y="276"/>
                  </a:lnTo>
                  <a:close/>
                  <a:moveTo>
                    <a:pt x="427" y="1"/>
                  </a:moveTo>
                  <a:lnTo>
                    <a:pt x="1" y="4387"/>
                  </a:lnTo>
                  <a:lnTo>
                    <a:pt x="51" y="4412"/>
                  </a:lnTo>
                  <a:cubicBezTo>
                    <a:pt x="978" y="4988"/>
                    <a:pt x="2733" y="6041"/>
                    <a:pt x="4311" y="6818"/>
                  </a:cubicBezTo>
                  <a:cubicBezTo>
                    <a:pt x="4437" y="6868"/>
                    <a:pt x="4562" y="6943"/>
                    <a:pt x="4687" y="6993"/>
                  </a:cubicBezTo>
                  <a:cubicBezTo>
                    <a:pt x="5815" y="7520"/>
                    <a:pt x="6642" y="7770"/>
                    <a:pt x="7144" y="7770"/>
                  </a:cubicBezTo>
                  <a:lnTo>
                    <a:pt x="7294" y="7770"/>
                  </a:lnTo>
                  <a:cubicBezTo>
                    <a:pt x="8472" y="7595"/>
                    <a:pt x="8748" y="6292"/>
                    <a:pt x="8622" y="5189"/>
                  </a:cubicBezTo>
                  <a:lnTo>
                    <a:pt x="8622" y="5164"/>
                  </a:lnTo>
                  <a:cubicBezTo>
                    <a:pt x="8522" y="3459"/>
                    <a:pt x="7620" y="2006"/>
                    <a:pt x="7244" y="1454"/>
                  </a:cubicBezTo>
                  <a:cubicBezTo>
                    <a:pt x="7144" y="1304"/>
                    <a:pt x="7093" y="1229"/>
                    <a:pt x="7068" y="1204"/>
                  </a:cubicBezTo>
                  <a:cubicBezTo>
                    <a:pt x="7043" y="1179"/>
                    <a:pt x="7018" y="1154"/>
                    <a:pt x="6993" y="1129"/>
                  </a:cubicBezTo>
                  <a:cubicBezTo>
                    <a:pt x="6943" y="1104"/>
                    <a:pt x="6893" y="1104"/>
                    <a:pt x="6843" y="1104"/>
                  </a:cubicBezTo>
                  <a:cubicBezTo>
                    <a:pt x="6692" y="1104"/>
                    <a:pt x="5941" y="1154"/>
                    <a:pt x="5540" y="1254"/>
                  </a:cubicBezTo>
                  <a:cubicBezTo>
                    <a:pt x="5464" y="1279"/>
                    <a:pt x="4813" y="1354"/>
                    <a:pt x="4311" y="1404"/>
                  </a:cubicBezTo>
                  <a:cubicBezTo>
                    <a:pt x="2758" y="778"/>
                    <a:pt x="1154" y="251"/>
                    <a:pt x="552" y="51"/>
                  </a:cubicBezTo>
                  <a:lnTo>
                    <a:pt x="4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8" name="Google Shape;4128;p52"/>
            <p:cNvSpPr/>
            <p:nvPr/>
          </p:nvSpPr>
          <p:spPr>
            <a:xfrm>
              <a:off x="1887888" y="3755123"/>
              <a:ext cx="641639" cy="287699"/>
            </a:xfrm>
            <a:custGeom>
              <a:rect b="b" l="l" r="r" t="t"/>
              <a:pathLst>
                <a:path extrusionOk="0" h="6923" w="15440">
                  <a:moveTo>
                    <a:pt x="14468" y="0"/>
                  </a:moveTo>
                  <a:cubicBezTo>
                    <a:pt x="14441" y="0"/>
                    <a:pt x="14414" y="2"/>
                    <a:pt x="14387" y="5"/>
                  </a:cubicBezTo>
                  <a:cubicBezTo>
                    <a:pt x="14111" y="55"/>
                    <a:pt x="12883" y="381"/>
                    <a:pt x="11931" y="657"/>
                  </a:cubicBezTo>
                  <a:cubicBezTo>
                    <a:pt x="11805" y="707"/>
                    <a:pt x="11680" y="732"/>
                    <a:pt x="11555" y="757"/>
                  </a:cubicBezTo>
                  <a:cubicBezTo>
                    <a:pt x="11229" y="857"/>
                    <a:pt x="10928" y="957"/>
                    <a:pt x="10778" y="1008"/>
                  </a:cubicBezTo>
                  <a:cubicBezTo>
                    <a:pt x="10377" y="1133"/>
                    <a:pt x="7946" y="1559"/>
                    <a:pt x="5665" y="1810"/>
                  </a:cubicBezTo>
                  <a:cubicBezTo>
                    <a:pt x="5565" y="1785"/>
                    <a:pt x="5364" y="1734"/>
                    <a:pt x="4938" y="1684"/>
                  </a:cubicBezTo>
                  <a:cubicBezTo>
                    <a:pt x="4863" y="1659"/>
                    <a:pt x="4813" y="1659"/>
                    <a:pt x="4788" y="1659"/>
                  </a:cubicBezTo>
                  <a:lnTo>
                    <a:pt x="4763" y="1659"/>
                  </a:lnTo>
                  <a:cubicBezTo>
                    <a:pt x="4738" y="1659"/>
                    <a:pt x="4738" y="1634"/>
                    <a:pt x="4738" y="1634"/>
                  </a:cubicBezTo>
                  <a:cubicBezTo>
                    <a:pt x="4336" y="1534"/>
                    <a:pt x="4036" y="1484"/>
                    <a:pt x="3785" y="1459"/>
                  </a:cubicBezTo>
                  <a:cubicBezTo>
                    <a:pt x="3610" y="1434"/>
                    <a:pt x="3434" y="1409"/>
                    <a:pt x="3309" y="1383"/>
                  </a:cubicBezTo>
                  <a:cubicBezTo>
                    <a:pt x="2958" y="1258"/>
                    <a:pt x="978" y="732"/>
                    <a:pt x="828" y="682"/>
                  </a:cubicBezTo>
                  <a:lnTo>
                    <a:pt x="803" y="682"/>
                  </a:lnTo>
                  <a:cubicBezTo>
                    <a:pt x="790" y="677"/>
                    <a:pt x="776" y="675"/>
                    <a:pt x="762" y="675"/>
                  </a:cubicBezTo>
                  <a:cubicBezTo>
                    <a:pt x="695" y="675"/>
                    <a:pt x="623" y="724"/>
                    <a:pt x="602" y="807"/>
                  </a:cubicBezTo>
                  <a:cubicBezTo>
                    <a:pt x="602" y="832"/>
                    <a:pt x="577" y="882"/>
                    <a:pt x="552" y="982"/>
                  </a:cubicBezTo>
                  <a:cubicBezTo>
                    <a:pt x="402" y="1584"/>
                    <a:pt x="1" y="3790"/>
                    <a:pt x="1229" y="5870"/>
                  </a:cubicBezTo>
                  <a:cubicBezTo>
                    <a:pt x="1429" y="6346"/>
                    <a:pt x="1755" y="6672"/>
                    <a:pt x="2156" y="6822"/>
                  </a:cubicBezTo>
                  <a:cubicBezTo>
                    <a:pt x="2357" y="6897"/>
                    <a:pt x="2607" y="6922"/>
                    <a:pt x="2908" y="6922"/>
                  </a:cubicBezTo>
                  <a:cubicBezTo>
                    <a:pt x="3184" y="6922"/>
                    <a:pt x="3509" y="6897"/>
                    <a:pt x="3885" y="6847"/>
                  </a:cubicBezTo>
                  <a:cubicBezTo>
                    <a:pt x="3986" y="6847"/>
                    <a:pt x="4111" y="6822"/>
                    <a:pt x="4236" y="6797"/>
                  </a:cubicBezTo>
                  <a:cubicBezTo>
                    <a:pt x="6918" y="6371"/>
                    <a:pt x="10928" y="4993"/>
                    <a:pt x="11429" y="4792"/>
                  </a:cubicBezTo>
                  <a:cubicBezTo>
                    <a:pt x="11429" y="4767"/>
                    <a:pt x="11454" y="4767"/>
                    <a:pt x="11454" y="4767"/>
                  </a:cubicBezTo>
                  <a:cubicBezTo>
                    <a:pt x="11530" y="4742"/>
                    <a:pt x="11655" y="4692"/>
                    <a:pt x="11780" y="4667"/>
                  </a:cubicBezTo>
                  <a:cubicBezTo>
                    <a:pt x="12031" y="4642"/>
                    <a:pt x="12357" y="4592"/>
                    <a:pt x="12682" y="4566"/>
                  </a:cubicBezTo>
                  <a:cubicBezTo>
                    <a:pt x="13434" y="4491"/>
                    <a:pt x="14311" y="4416"/>
                    <a:pt x="14888" y="4090"/>
                  </a:cubicBezTo>
                  <a:cubicBezTo>
                    <a:pt x="15314" y="3865"/>
                    <a:pt x="15339" y="3389"/>
                    <a:pt x="15264" y="3113"/>
                  </a:cubicBezTo>
                  <a:cubicBezTo>
                    <a:pt x="15439" y="2762"/>
                    <a:pt x="15289" y="2336"/>
                    <a:pt x="15214" y="2135"/>
                  </a:cubicBezTo>
                  <a:cubicBezTo>
                    <a:pt x="15389" y="1759"/>
                    <a:pt x="15189" y="1358"/>
                    <a:pt x="14988" y="1133"/>
                  </a:cubicBezTo>
                  <a:cubicBezTo>
                    <a:pt x="15088" y="882"/>
                    <a:pt x="15063" y="506"/>
                    <a:pt x="14913" y="256"/>
                  </a:cubicBezTo>
                  <a:cubicBezTo>
                    <a:pt x="14803" y="80"/>
                    <a:pt x="14655" y="0"/>
                    <a:pt x="14468"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9" name="Google Shape;4129;p52"/>
            <p:cNvSpPr/>
            <p:nvPr/>
          </p:nvSpPr>
          <p:spPr>
            <a:xfrm>
              <a:off x="1883733" y="3750677"/>
              <a:ext cx="648911" cy="297340"/>
            </a:xfrm>
            <a:custGeom>
              <a:rect b="b" l="l" r="r" t="t"/>
              <a:pathLst>
                <a:path extrusionOk="0" h="7155" w="15615">
                  <a:moveTo>
                    <a:pt x="14576" y="208"/>
                  </a:moveTo>
                  <a:cubicBezTo>
                    <a:pt x="14724" y="208"/>
                    <a:pt x="14850" y="284"/>
                    <a:pt x="14938" y="438"/>
                  </a:cubicBezTo>
                  <a:cubicBezTo>
                    <a:pt x="15063" y="638"/>
                    <a:pt x="15088" y="964"/>
                    <a:pt x="14988" y="1215"/>
                  </a:cubicBezTo>
                  <a:lnTo>
                    <a:pt x="14963" y="1265"/>
                  </a:lnTo>
                  <a:lnTo>
                    <a:pt x="15013" y="1315"/>
                  </a:lnTo>
                  <a:cubicBezTo>
                    <a:pt x="15113" y="1415"/>
                    <a:pt x="15389" y="1816"/>
                    <a:pt x="15213" y="2192"/>
                  </a:cubicBezTo>
                  <a:lnTo>
                    <a:pt x="15188" y="2242"/>
                  </a:lnTo>
                  <a:lnTo>
                    <a:pt x="15213" y="2293"/>
                  </a:lnTo>
                  <a:cubicBezTo>
                    <a:pt x="15289" y="2443"/>
                    <a:pt x="15414" y="2869"/>
                    <a:pt x="15264" y="3170"/>
                  </a:cubicBezTo>
                  <a:lnTo>
                    <a:pt x="15264" y="3195"/>
                  </a:lnTo>
                  <a:lnTo>
                    <a:pt x="15264" y="3245"/>
                  </a:lnTo>
                  <a:cubicBezTo>
                    <a:pt x="15289" y="3345"/>
                    <a:pt x="15389" y="3871"/>
                    <a:pt x="14938" y="4097"/>
                  </a:cubicBezTo>
                  <a:cubicBezTo>
                    <a:pt x="14361" y="4423"/>
                    <a:pt x="13534" y="4498"/>
                    <a:pt x="12757" y="4573"/>
                  </a:cubicBezTo>
                  <a:cubicBezTo>
                    <a:pt x="12457" y="4598"/>
                    <a:pt x="12131" y="4623"/>
                    <a:pt x="11855" y="4673"/>
                  </a:cubicBezTo>
                  <a:cubicBezTo>
                    <a:pt x="11705" y="4724"/>
                    <a:pt x="11579" y="4749"/>
                    <a:pt x="11479" y="4799"/>
                  </a:cubicBezTo>
                  <a:cubicBezTo>
                    <a:pt x="11003" y="5024"/>
                    <a:pt x="6993" y="6378"/>
                    <a:pt x="4336" y="6804"/>
                  </a:cubicBezTo>
                  <a:cubicBezTo>
                    <a:pt x="4211" y="6829"/>
                    <a:pt x="4086" y="6854"/>
                    <a:pt x="3960" y="6854"/>
                  </a:cubicBezTo>
                  <a:cubicBezTo>
                    <a:pt x="3582" y="6901"/>
                    <a:pt x="3259" y="6926"/>
                    <a:pt x="2992" y="6926"/>
                  </a:cubicBezTo>
                  <a:cubicBezTo>
                    <a:pt x="2694" y="6926"/>
                    <a:pt x="2465" y="6895"/>
                    <a:pt x="2306" y="6829"/>
                  </a:cubicBezTo>
                  <a:cubicBezTo>
                    <a:pt x="1905" y="6704"/>
                    <a:pt x="1604" y="6378"/>
                    <a:pt x="1429" y="5927"/>
                  </a:cubicBezTo>
                  <a:cubicBezTo>
                    <a:pt x="226" y="3871"/>
                    <a:pt x="602" y="1716"/>
                    <a:pt x="752" y="1115"/>
                  </a:cubicBezTo>
                  <a:cubicBezTo>
                    <a:pt x="777" y="1014"/>
                    <a:pt x="802" y="964"/>
                    <a:pt x="802" y="939"/>
                  </a:cubicBezTo>
                  <a:cubicBezTo>
                    <a:pt x="802" y="914"/>
                    <a:pt x="827" y="889"/>
                    <a:pt x="878" y="889"/>
                  </a:cubicBezTo>
                  <a:lnTo>
                    <a:pt x="903" y="889"/>
                  </a:lnTo>
                  <a:cubicBezTo>
                    <a:pt x="903" y="914"/>
                    <a:pt x="3008" y="1465"/>
                    <a:pt x="3359" y="1591"/>
                  </a:cubicBezTo>
                  <a:cubicBezTo>
                    <a:pt x="3509" y="1616"/>
                    <a:pt x="3685" y="1641"/>
                    <a:pt x="3860" y="1666"/>
                  </a:cubicBezTo>
                  <a:cubicBezTo>
                    <a:pt x="4111" y="1691"/>
                    <a:pt x="4411" y="1741"/>
                    <a:pt x="4812" y="1841"/>
                  </a:cubicBezTo>
                  <a:lnTo>
                    <a:pt x="5038" y="1892"/>
                  </a:lnTo>
                  <a:cubicBezTo>
                    <a:pt x="5439" y="1967"/>
                    <a:pt x="5640" y="1992"/>
                    <a:pt x="5740" y="2017"/>
                  </a:cubicBezTo>
                  <a:lnTo>
                    <a:pt x="5765" y="2017"/>
                  </a:lnTo>
                  <a:cubicBezTo>
                    <a:pt x="8146" y="1741"/>
                    <a:pt x="10527" y="1340"/>
                    <a:pt x="10903" y="1215"/>
                  </a:cubicBezTo>
                  <a:cubicBezTo>
                    <a:pt x="11053" y="1165"/>
                    <a:pt x="11329" y="1089"/>
                    <a:pt x="11705" y="964"/>
                  </a:cubicBezTo>
                  <a:lnTo>
                    <a:pt x="12056" y="864"/>
                  </a:lnTo>
                  <a:cubicBezTo>
                    <a:pt x="13008" y="588"/>
                    <a:pt x="14236" y="262"/>
                    <a:pt x="14512" y="212"/>
                  </a:cubicBezTo>
                  <a:cubicBezTo>
                    <a:pt x="14534" y="209"/>
                    <a:pt x="14555" y="208"/>
                    <a:pt x="14576" y="208"/>
                  </a:cubicBezTo>
                  <a:close/>
                  <a:moveTo>
                    <a:pt x="14596" y="1"/>
                  </a:moveTo>
                  <a:cubicBezTo>
                    <a:pt x="14560" y="1"/>
                    <a:pt x="14524" y="4"/>
                    <a:pt x="14487" y="12"/>
                  </a:cubicBezTo>
                  <a:cubicBezTo>
                    <a:pt x="14186" y="62"/>
                    <a:pt x="12958" y="388"/>
                    <a:pt x="11980" y="663"/>
                  </a:cubicBezTo>
                  <a:lnTo>
                    <a:pt x="11630" y="764"/>
                  </a:lnTo>
                  <a:cubicBezTo>
                    <a:pt x="11254" y="889"/>
                    <a:pt x="10978" y="964"/>
                    <a:pt x="10828" y="1014"/>
                  </a:cubicBezTo>
                  <a:cubicBezTo>
                    <a:pt x="10452" y="1140"/>
                    <a:pt x="8046" y="1566"/>
                    <a:pt x="5765" y="1816"/>
                  </a:cubicBezTo>
                  <a:cubicBezTo>
                    <a:pt x="5665" y="1791"/>
                    <a:pt x="5464" y="1741"/>
                    <a:pt x="5063" y="1691"/>
                  </a:cubicBezTo>
                  <a:lnTo>
                    <a:pt x="4888" y="1666"/>
                  </a:lnTo>
                  <a:lnTo>
                    <a:pt x="4863" y="1641"/>
                  </a:lnTo>
                  <a:cubicBezTo>
                    <a:pt x="4462" y="1541"/>
                    <a:pt x="4136" y="1490"/>
                    <a:pt x="3885" y="1465"/>
                  </a:cubicBezTo>
                  <a:cubicBezTo>
                    <a:pt x="3710" y="1440"/>
                    <a:pt x="3559" y="1415"/>
                    <a:pt x="3434" y="1390"/>
                  </a:cubicBezTo>
                  <a:cubicBezTo>
                    <a:pt x="3058" y="1265"/>
                    <a:pt x="978" y="714"/>
                    <a:pt x="928" y="688"/>
                  </a:cubicBezTo>
                  <a:cubicBezTo>
                    <a:pt x="912" y="685"/>
                    <a:pt x="895" y="684"/>
                    <a:pt x="878" y="684"/>
                  </a:cubicBezTo>
                  <a:cubicBezTo>
                    <a:pt x="760" y="684"/>
                    <a:pt x="624" y="758"/>
                    <a:pt x="602" y="889"/>
                  </a:cubicBezTo>
                  <a:cubicBezTo>
                    <a:pt x="602" y="889"/>
                    <a:pt x="577" y="964"/>
                    <a:pt x="552" y="1064"/>
                  </a:cubicBezTo>
                  <a:cubicBezTo>
                    <a:pt x="401" y="1691"/>
                    <a:pt x="0" y="3922"/>
                    <a:pt x="1228" y="6027"/>
                  </a:cubicBezTo>
                  <a:cubicBezTo>
                    <a:pt x="1454" y="6528"/>
                    <a:pt x="1780" y="6879"/>
                    <a:pt x="2231" y="7029"/>
                  </a:cubicBezTo>
                  <a:cubicBezTo>
                    <a:pt x="2406" y="7105"/>
                    <a:pt x="2682" y="7155"/>
                    <a:pt x="3008" y="7155"/>
                  </a:cubicBezTo>
                  <a:cubicBezTo>
                    <a:pt x="3284" y="7155"/>
                    <a:pt x="3609" y="7130"/>
                    <a:pt x="3985" y="7079"/>
                  </a:cubicBezTo>
                  <a:cubicBezTo>
                    <a:pt x="4111" y="7054"/>
                    <a:pt x="4236" y="7029"/>
                    <a:pt x="4361" y="7004"/>
                  </a:cubicBezTo>
                  <a:cubicBezTo>
                    <a:pt x="7043" y="6578"/>
                    <a:pt x="11078" y="5200"/>
                    <a:pt x="11579" y="4974"/>
                  </a:cubicBezTo>
                  <a:cubicBezTo>
                    <a:pt x="11655" y="4949"/>
                    <a:pt x="11780" y="4924"/>
                    <a:pt x="11905" y="4899"/>
                  </a:cubicBezTo>
                  <a:cubicBezTo>
                    <a:pt x="12156" y="4849"/>
                    <a:pt x="12482" y="4799"/>
                    <a:pt x="12782" y="4774"/>
                  </a:cubicBezTo>
                  <a:cubicBezTo>
                    <a:pt x="13559" y="4699"/>
                    <a:pt x="14437" y="4623"/>
                    <a:pt x="15038" y="4298"/>
                  </a:cubicBezTo>
                  <a:cubicBezTo>
                    <a:pt x="15464" y="4047"/>
                    <a:pt x="15539" y="3596"/>
                    <a:pt x="15464" y="3220"/>
                  </a:cubicBezTo>
                  <a:cubicBezTo>
                    <a:pt x="15615" y="2894"/>
                    <a:pt x="15514" y="2493"/>
                    <a:pt x="15414" y="2242"/>
                  </a:cubicBezTo>
                  <a:cubicBezTo>
                    <a:pt x="15589" y="1791"/>
                    <a:pt x="15339" y="1390"/>
                    <a:pt x="15213" y="1240"/>
                  </a:cubicBezTo>
                  <a:cubicBezTo>
                    <a:pt x="15314" y="939"/>
                    <a:pt x="15264" y="563"/>
                    <a:pt x="15113" y="313"/>
                  </a:cubicBezTo>
                  <a:cubicBezTo>
                    <a:pt x="14985" y="120"/>
                    <a:pt x="14802" y="1"/>
                    <a:pt x="145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0" name="Google Shape;4130;p52"/>
            <p:cNvSpPr/>
            <p:nvPr/>
          </p:nvSpPr>
          <p:spPr>
            <a:xfrm>
              <a:off x="1902475" y="2851259"/>
              <a:ext cx="9433" cy="21900"/>
            </a:xfrm>
            <a:custGeom>
              <a:rect b="b" l="l" r="r" t="t"/>
              <a:pathLst>
                <a:path extrusionOk="0" h="527" w="227">
                  <a:moveTo>
                    <a:pt x="226" y="1"/>
                  </a:moveTo>
                  <a:cubicBezTo>
                    <a:pt x="151" y="51"/>
                    <a:pt x="76" y="101"/>
                    <a:pt x="1" y="176"/>
                  </a:cubicBezTo>
                  <a:cubicBezTo>
                    <a:pt x="76" y="276"/>
                    <a:pt x="126" y="402"/>
                    <a:pt x="201" y="527"/>
                  </a:cubicBezTo>
                  <a:cubicBezTo>
                    <a:pt x="201" y="351"/>
                    <a:pt x="226" y="176"/>
                    <a:pt x="226"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1" name="Google Shape;4131;p52"/>
            <p:cNvSpPr/>
            <p:nvPr/>
          </p:nvSpPr>
          <p:spPr>
            <a:xfrm>
              <a:off x="1896241" y="2833556"/>
              <a:ext cx="17745" cy="25017"/>
            </a:xfrm>
            <a:custGeom>
              <a:rect b="b" l="l" r="r" t="t"/>
              <a:pathLst>
                <a:path extrusionOk="0" h="602" w="427">
                  <a:moveTo>
                    <a:pt x="426" y="0"/>
                  </a:moveTo>
                  <a:lnTo>
                    <a:pt x="426" y="0"/>
                  </a:lnTo>
                  <a:cubicBezTo>
                    <a:pt x="301" y="76"/>
                    <a:pt x="151" y="176"/>
                    <a:pt x="0" y="276"/>
                  </a:cubicBezTo>
                  <a:cubicBezTo>
                    <a:pt x="50" y="376"/>
                    <a:pt x="100" y="502"/>
                    <a:pt x="151" y="602"/>
                  </a:cubicBezTo>
                  <a:cubicBezTo>
                    <a:pt x="226" y="527"/>
                    <a:pt x="301" y="477"/>
                    <a:pt x="376" y="427"/>
                  </a:cubicBezTo>
                  <a:cubicBezTo>
                    <a:pt x="401" y="276"/>
                    <a:pt x="426" y="126"/>
                    <a:pt x="426"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2" name="Google Shape;4132;p52"/>
            <p:cNvSpPr/>
            <p:nvPr/>
          </p:nvSpPr>
          <p:spPr>
            <a:xfrm>
              <a:off x="2406561" y="3651148"/>
              <a:ext cx="6317" cy="6317"/>
            </a:xfrm>
            <a:custGeom>
              <a:rect b="b" l="l" r="r" t="t"/>
              <a:pathLst>
                <a:path extrusionOk="0" h="152" w="152">
                  <a:moveTo>
                    <a:pt x="51" y="1"/>
                  </a:moveTo>
                  <a:cubicBezTo>
                    <a:pt x="51" y="26"/>
                    <a:pt x="1" y="51"/>
                    <a:pt x="1" y="51"/>
                  </a:cubicBezTo>
                  <a:lnTo>
                    <a:pt x="26" y="126"/>
                  </a:lnTo>
                  <a:lnTo>
                    <a:pt x="51" y="151"/>
                  </a:lnTo>
                  <a:lnTo>
                    <a:pt x="126" y="151"/>
                  </a:lnTo>
                  <a:cubicBezTo>
                    <a:pt x="126" y="126"/>
                    <a:pt x="151" y="101"/>
                    <a:pt x="151" y="101"/>
                  </a:cubicBezTo>
                  <a:lnTo>
                    <a:pt x="151" y="51"/>
                  </a:lnTo>
                  <a:cubicBezTo>
                    <a:pt x="151" y="26"/>
                    <a:pt x="151" y="26"/>
                    <a:pt x="151" y="26"/>
                  </a:cubicBezTo>
                  <a:lnTo>
                    <a:pt x="10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3" name="Google Shape;4133;p52"/>
            <p:cNvSpPr/>
            <p:nvPr/>
          </p:nvSpPr>
          <p:spPr>
            <a:xfrm>
              <a:off x="2406561" y="3690752"/>
              <a:ext cx="7356" cy="6275"/>
            </a:xfrm>
            <a:custGeom>
              <a:rect b="b" l="l" r="r" t="t"/>
              <a:pathLst>
                <a:path extrusionOk="0" h="151" w="177">
                  <a:moveTo>
                    <a:pt x="51" y="0"/>
                  </a:moveTo>
                  <a:cubicBezTo>
                    <a:pt x="51" y="25"/>
                    <a:pt x="1" y="50"/>
                    <a:pt x="1" y="50"/>
                  </a:cubicBezTo>
                  <a:lnTo>
                    <a:pt x="26" y="125"/>
                  </a:lnTo>
                  <a:lnTo>
                    <a:pt x="76" y="151"/>
                  </a:lnTo>
                  <a:lnTo>
                    <a:pt x="126" y="151"/>
                  </a:lnTo>
                  <a:cubicBezTo>
                    <a:pt x="126" y="125"/>
                    <a:pt x="151" y="100"/>
                    <a:pt x="176" y="100"/>
                  </a:cubicBezTo>
                  <a:lnTo>
                    <a:pt x="151" y="50"/>
                  </a:lnTo>
                  <a:cubicBezTo>
                    <a:pt x="151" y="25"/>
                    <a:pt x="151" y="25"/>
                    <a:pt x="151" y="25"/>
                  </a:cubicBezTo>
                  <a:lnTo>
                    <a:pt x="1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4" name="Google Shape;4134;p52"/>
            <p:cNvSpPr/>
            <p:nvPr/>
          </p:nvSpPr>
          <p:spPr>
            <a:xfrm>
              <a:off x="2435734" y="3668851"/>
              <a:ext cx="6317" cy="7356"/>
            </a:xfrm>
            <a:custGeom>
              <a:rect b="b" l="l" r="r" t="t"/>
              <a:pathLst>
                <a:path extrusionOk="0" h="177" w="152">
                  <a:moveTo>
                    <a:pt x="76" y="1"/>
                  </a:moveTo>
                  <a:cubicBezTo>
                    <a:pt x="51" y="26"/>
                    <a:pt x="26" y="26"/>
                    <a:pt x="26" y="26"/>
                  </a:cubicBezTo>
                  <a:cubicBezTo>
                    <a:pt x="26" y="26"/>
                    <a:pt x="1" y="51"/>
                    <a:pt x="1" y="76"/>
                  </a:cubicBezTo>
                  <a:lnTo>
                    <a:pt x="1" y="126"/>
                  </a:lnTo>
                  <a:cubicBezTo>
                    <a:pt x="1" y="126"/>
                    <a:pt x="1" y="126"/>
                    <a:pt x="1" y="151"/>
                  </a:cubicBezTo>
                  <a:lnTo>
                    <a:pt x="51" y="176"/>
                  </a:lnTo>
                  <a:cubicBezTo>
                    <a:pt x="51" y="168"/>
                    <a:pt x="51" y="165"/>
                    <a:pt x="52" y="165"/>
                  </a:cubicBezTo>
                  <a:cubicBezTo>
                    <a:pt x="54" y="165"/>
                    <a:pt x="59" y="176"/>
                    <a:pt x="76" y="176"/>
                  </a:cubicBezTo>
                  <a:cubicBezTo>
                    <a:pt x="76" y="151"/>
                    <a:pt x="101" y="151"/>
                    <a:pt x="101" y="151"/>
                  </a:cubicBezTo>
                  <a:cubicBezTo>
                    <a:pt x="126" y="151"/>
                    <a:pt x="151" y="101"/>
                    <a:pt x="151" y="101"/>
                  </a:cubicBezTo>
                  <a:lnTo>
                    <a:pt x="151" y="51"/>
                  </a:lnTo>
                  <a:cubicBezTo>
                    <a:pt x="126" y="51"/>
                    <a:pt x="126" y="51"/>
                    <a:pt x="126" y="26"/>
                  </a:cubicBezTo>
                  <a:lnTo>
                    <a:pt x="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5" name="Google Shape;4135;p52"/>
            <p:cNvSpPr/>
            <p:nvPr/>
          </p:nvSpPr>
          <p:spPr>
            <a:xfrm>
              <a:off x="2149323" y="2793993"/>
              <a:ext cx="172918" cy="73306"/>
            </a:xfrm>
            <a:custGeom>
              <a:rect b="b" l="l" r="r" t="t"/>
              <a:pathLst>
                <a:path extrusionOk="0" h="1764" w="4161">
                  <a:moveTo>
                    <a:pt x="4161" y="0"/>
                  </a:moveTo>
                  <a:lnTo>
                    <a:pt x="0" y="1679"/>
                  </a:lnTo>
                  <a:cubicBezTo>
                    <a:pt x="238" y="1737"/>
                    <a:pt x="486" y="1764"/>
                    <a:pt x="740" y="1764"/>
                  </a:cubicBezTo>
                  <a:cubicBezTo>
                    <a:pt x="2040" y="1764"/>
                    <a:pt x="3469" y="1049"/>
                    <a:pt x="4161" y="0"/>
                  </a:cubicBezTo>
                  <a:close/>
                </a:path>
              </a:pathLst>
            </a:custGeom>
            <a:solidFill>
              <a:srgbClr val="FFD5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6" name="Google Shape;4136;p52"/>
            <p:cNvSpPr/>
            <p:nvPr/>
          </p:nvSpPr>
          <p:spPr>
            <a:xfrm>
              <a:off x="2141261" y="2790336"/>
              <a:ext cx="187920" cy="81826"/>
            </a:xfrm>
            <a:custGeom>
              <a:rect b="b" l="l" r="r" t="t"/>
              <a:pathLst>
                <a:path extrusionOk="0" h="1969" w="4522">
                  <a:moveTo>
                    <a:pt x="4450" y="1"/>
                  </a:moveTo>
                  <a:cubicBezTo>
                    <a:pt x="4432" y="1"/>
                    <a:pt x="4414" y="12"/>
                    <a:pt x="4405" y="38"/>
                  </a:cubicBezTo>
                  <a:cubicBezTo>
                    <a:pt x="4380" y="38"/>
                    <a:pt x="4380" y="63"/>
                    <a:pt x="4355" y="88"/>
                  </a:cubicBezTo>
                  <a:cubicBezTo>
                    <a:pt x="3663" y="1137"/>
                    <a:pt x="2234" y="1852"/>
                    <a:pt x="934" y="1852"/>
                  </a:cubicBezTo>
                  <a:cubicBezTo>
                    <a:pt x="680" y="1852"/>
                    <a:pt x="432" y="1825"/>
                    <a:pt x="194" y="1767"/>
                  </a:cubicBezTo>
                  <a:lnTo>
                    <a:pt x="94" y="1767"/>
                  </a:lnTo>
                  <a:cubicBezTo>
                    <a:pt x="87" y="1765"/>
                    <a:pt x="81" y="1764"/>
                    <a:pt x="75" y="1764"/>
                  </a:cubicBezTo>
                  <a:cubicBezTo>
                    <a:pt x="15" y="1764"/>
                    <a:pt x="1" y="1868"/>
                    <a:pt x="69" y="1868"/>
                  </a:cubicBezTo>
                  <a:cubicBezTo>
                    <a:pt x="270" y="1943"/>
                    <a:pt x="495" y="1968"/>
                    <a:pt x="721" y="1968"/>
                  </a:cubicBezTo>
                  <a:lnTo>
                    <a:pt x="846" y="1968"/>
                  </a:lnTo>
                  <a:cubicBezTo>
                    <a:pt x="875" y="1968"/>
                    <a:pt x="905" y="1969"/>
                    <a:pt x="934" y="1969"/>
                  </a:cubicBezTo>
                  <a:cubicBezTo>
                    <a:pt x="1961" y="1969"/>
                    <a:pt x="3049" y="1547"/>
                    <a:pt x="3829" y="865"/>
                  </a:cubicBezTo>
                  <a:cubicBezTo>
                    <a:pt x="3854" y="840"/>
                    <a:pt x="3904" y="815"/>
                    <a:pt x="3929" y="790"/>
                  </a:cubicBezTo>
                  <a:cubicBezTo>
                    <a:pt x="4154" y="564"/>
                    <a:pt x="4355" y="339"/>
                    <a:pt x="4505" y="88"/>
                  </a:cubicBezTo>
                  <a:cubicBezTo>
                    <a:pt x="4522" y="39"/>
                    <a:pt x="4485" y="1"/>
                    <a:pt x="445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7" name="Google Shape;4137;p52"/>
            <p:cNvSpPr/>
            <p:nvPr/>
          </p:nvSpPr>
          <p:spPr>
            <a:xfrm>
              <a:off x="2363882" y="2085737"/>
              <a:ext cx="42" cy="1080"/>
            </a:xfrm>
            <a:custGeom>
              <a:rect b="b" l="l" r="r" t="t"/>
              <a:pathLst>
                <a:path extrusionOk="0" h="26" w="1">
                  <a:moveTo>
                    <a:pt x="0" y="25"/>
                  </a:moveTo>
                  <a:cubicBezTo>
                    <a:pt x="0" y="25"/>
                    <a:pt x="0" y="25"/>
                    <a:pt x="0" y="0"/>
                  </a:cubicBezTo>
                  <a:cubicBezTo>
                    <a:pt x="0" y="0"/>
                    <a:pt x="0" y="25"/>
                    <a:pt x="0" y="25"/>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8" name="Google Shape;4138;p52"/>
            <p:cNvSpPr/>
            <p:nvPr/>
          </p:nvSpPr>
          <p:spPr>
            <a:xfrm>
              <a:off x="2363882" y="2086776"/>
              <a:ext cx="42" cy="42"/>
            </a:xfrm>
            <a:custGeom>
              <a:rect b="b" l="l" r="r" t="t"/>
              <a:pathLst>
                <a:path extrusionOk="0" h="1" w="1">
                  <a:moveTo>
                    <a:pt x="0" y="0"/>
                  </a:moveTo>
                  <a:cubicBezTo>
                    <a:pt x="0" y="0"/>
                    <a:pt x="0" y="0"/>
                    <a:pt x="0" y="0"/>
                  </a:cubicBezTo>
                  <a:cubicBezTo>
                    <a:pt x="0" y="0"/>
                    <a:pt x="0" y="0"/>
                    <a:pt x="0" y="0"/>
                  </a:cubicBezTo>
                  <a:cubicBezTo>
                    <a:pt x="0" y="0"/>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9" name="Google Shape;4139;p52"/>
            <p:cNvSpPr/>
            <p:nvPr/>
          </p:nvSpPr>
          <p:spPr>
            <a:xfrm>
              <a:off x="1848326" y="2499229"/>
              <a:ext cx="980120" cy="855117"/>
            </a:xfrm>
            <a:custGeom>
              <a:rect b="b" l="l" r="r" t="t"/>
              <a:pathLst>
                <a:path extrusionOk="0" h="20577" w="23585">
                  <a:moveTo>
                    <a:pt x="18873" y="0"/>
                  </a:moveTo>
                  <a:cubicBezTo>
                    <a:pt x="18847" y="25"/>
                    <a:pt x="18822" y="50"/>
                    <a:pt x="18797" y="76"/>
                  </a:cubicBezTo>
                  <a:cubicBezTo>
                    <a:pt x="17959" y="1312"/>
                    <a:pt x="16834" y="1672"/>
                    <a:pt x="15811" y="1672"/>
                  </a:cubicBezTo>
                  <a:cubicBezTo>
                    <a:pt x="14450" y="1672"/>
                    <a:pt x="13269" y="1035"/>
                    <a:pt x="13183" y="978"/>
                  </a:cubicBezTo>
                  <a:cubicBezTo>
                    <a:pt x="13158" y="965"/>
                    <a:pt x="13133" y="959"/>
                    <a:pt x="13108" y="959"/>
                  </a:cubicBezTo>
                  <a:cubicBezTo>
                    <a:pt x="13083" y="959"/>
                    <a:pt x="13058" y="965"/>
                    <a:pt x="13033" y="978"/>
                  </a:cubicBezTo>
                  <a:cubicBezTo>
                    <a:pt x="12983" y="1003"/>
                    <a:pt x="12958" y="1028"/>
                    <a:pt x="12933" y="1078"/>
                  </a:cubicBezTo>
                  <a:cubicBezTo>
                    <a:pt x="12456" y="2456"/>
                    <a:pt x="11680" y="3384"/>
                    <a:pt x="10677" y="3860"/>
                  </a:cubicBezTo>
                  <a:cubicBezTo>
                    <a:pt x="10102" y="4133"/>
                    <a:pt x="9519" y="4216"/>
                    <a:pt x="9022" y="4216"/>
                  </a:cubicBezTo>
                  <a:cubicBezTo>
                    <a:pt x="8240" y="4216"/>
                    <a:pt x="7669" y="4010"/>
                    <a:pt x="7669" y="4010"/>
                  </a:cubicBezTo>
                  <a:cubicBezTo>
                    <a:pt x="7641" y="3996"/>
                    <a:pt x="7613" y="3990"/>
                    <a:pt x="7587" y="3990"/>
                  </a:cubicBezTo>
                  <a:cubicBezTo>
                    <a:pt x="7519" y="3990"/>
                    <a:pt x="7462" y="4031"/>
                    <a:pt x="7444" y="4086"/>
                  </a:cubicBezTo>
                  <a:cubicBezTo>
                    <a:pt x="6060" y="7184"/>
                    <a:pt x="4318" y="7456"/>
                    <a:pt x="3707" y="7456"/>
                  </a:cubicBezTo>
                  <a:cubicBezTo>
                    <a:pt x="3576" y="7456"/>
                    <a:pt x="3497" y="7444"/>
                    <a:pt x="3484" y="7444"/>
                  </a:cubicBezTo>
                  <a:lnTo>
                    <a:pt x="3434" y="7444"/>
                  </a:lnTo>
                  <a:cubicBezTo>
                    <a:pt x="3409" y="7444"/>
                    <a:pt x="2632" y="7494"/>
                    <a:pt x="1830" y="7920"/>
                  </a:cubicBezTo>
                  <a:cubicBezTo>
                    <a:pt x="1805" y="8045"/>
                    <a:pt x="1780" y="8171"/>
                    <a:pt x="1780" y="8321"/>
                  </a:cubicBezTo>
                  <a:cubicBezTo>
                    <a:pt x="1730" y="8672"/>
                    <a:pt x="1730" y="9023"/>
                    <a:pt x="1730" y="9349"/>
                  </a:cubicBezTo>
                  <a:cubicBezTo>
                    <a:pt x="1730" y="9427"/>
                    <a:pt x="1671" y="9466"/>
                    <a:pt x="1608" y="9466"/>
                  </a:cubicBezTo>
                  <a:cubicBezTo>
                    <a:pt x="1571" y="9466"/>
                    <a:pt x="1532" y="9452"/>
                    <a:pt x="1504" y="9424"/>
                  </a:cubicBezTo>
                  <a:cubicBezTo>
                    <a:pt x="1379" y="9223"/>
                    <a:pt x="1253" y="8998"/>
                    <a:pt x="1153" y="8797"/>
                  </a:cubicBezTo>
                  <a:cubicBezTo>
                    <a:pt x="1103" y="8697"/>
                    <a:pt x="1028" y="8572"/>
                    <a:pt x="978" y="8472"/>
                  </a:cubicBezTo>
                  <a:cubicBezTo>
                    <a:pt x="426" y="8973"/>
                    <a:pt x="0" y="9700"/>
                    <a:pt x="0" y="10802"/>
                  </a:cubicBezTo>
                  <a:cubicBezTo>
                    <a:pt x="0" y="11604"/>
                    <a:pt x="251" y="12256"/>
                    <a:pt x="752" y="12757"/>
                  </a:cubicBezTo>
                  <a:cubicBezTo>
                    <a:pt x="1679" y="13660"/>
                    <a:pt x="3108" y="13760"/>
                    <a:pt x="3559" y="13785"/>
                  </a:cubicBezTo>
                  <a:cubicBezTo>
                    <a:pt x="3684" y="14261"/>
                    <a:pt x="4211" y="15915"/>
                    <a:pt x="5589" y="17469"/>
                  </a:cubicBezTo>
                  <a:cubicBezTo>
                    <a:pt x="5690" y="17569"/>
                    <a:pt x="5765" y="17670"/>
                    <a:pt x="5865" y="17770"/>
                  </a:cubicBezTo>
                  <a:cubicBezTo>
                    <a:pt x="6742" y="18697"/>
                    <a:pt x="7920" y="19524"/>
                    <a:pt x="9474" y="20051"/>
                  </a:cubicBezTo>
                  <a:cubicBezTo>
                    <a:pt x="9599" y="20076"/>
                    <a:pt x="9700" y="20126"/>
                    <a:pt x="9825" y="20151"/>
                  </a:cubicBezTo>
                  <a:cubicBezTo>
                    <a:pt x="10727" y="20426"/>
                    <a:pt x="11780" y="20577"/>
                    <a:pt x="12958" y="20577"/>
                  </a:cubicBezTo>
                  <a:cubicBezTo>
                    <a:pt x="13359" y="20577"/>
                    <a:pt x="13760" y="20552"/>
                    <a:pt x="14186" y="20527"/>
                  </a:cubicBezTo>
                  <a:cubicBezTo>
                    <a:pt x="14812" y="20477"/>
                    <a:pt x="15414" y="20351"/>
                    <a:pt x="15990" y="20201"/>
                  </a:cubicBezTo>
                  <a:cubicBezTo>
                    <a:pt x="16091" y="20176"/>
                    <a:pt x="16216" y="20151"/>
                    <a:pt x="16316" y="20101"/>
                  </a:cubicBezTo>
                  <a:cubicBezTo>
                    <a:pt x="18045" y="19549"/>
                    <a:pt x="19474" y="18497"/>
                    <a:pt x="20602" y="16968"/>
                  </a:cubicBezTo>
                  <a:cubicBezTo>
                    <a:pt x="21178" y="16166"/>
                    <a:pt x="21655" y="15264"/>
                    <a:pt x="22030" y="14336"/>
                  </a:cubicBezTo>
                  <a:cubicBezTo>
                    <a:pt x="22081" y="14211"/>
                    <a:pt x="22106" y="14086"/>
                    <a:pt x="22156" y="13960"/>
                  </a:cubicBezTo>
                  <a:cubicBezTo>
                    <a:pt x="23584" y="10000"/>
                    <a:pt x="23409" y="5213"/>
                    <a:pt x="22757" y="2431"/>
                  </a:cubicBezTo>
                  <a:cubicBezTo>
                    <a:pt x="22757" y="2356"/>
                    <a:pt x="22682" y="2306"/>
                    <a:pt x="22607" y="2281"/>
                  </a:cubicBezTo>
                  <a:cubicBezTo>
                    <a:pt x="20827" y="2156"/>
                    <a:pt x="19850" y="1203"/>
                    <a:pt x="19399" y="602"/>
                  </a:cubicBezTo>
                  <a:lnTo>
                    <a:pt x="19399" y="602"/>
                  </a:lnTo>
                  <a:cubicBezTo>
                    <a:pt x="19474" y="777"/>
                    <a:pt x="19549" y="953"/>
                    <a:pt x="19599" y="1153"/>
                  </a:cubicBezTo>
                  <a:cubicBezTo>
                    <a:pt x="19599" y="1203"/>
                    <a:pt x="19574" y="1253"/>
                    <a:pt x="19524" y="1279"/>
                  </a:cubicBezTo>
                  <a:cubicBezTo>
                    <a:pt x="19512" y="1285"/>
                    <a:pt x="19498" y="1288"/>
                    <a:pt x="19483" y="1288"/>
                  </a:cubicBezTo>
                  <a:cubicBezTo>
                    <a:pt x="19440" y="1288"/>
                    <a:pt x="19393" y="1260"/>
                    <a:pt x="19374" y="1203"/>
                  </a:cubicBezTo>
                  <a:cubicBezTo>
                    <a:pt x="19374" y="1153"/>
                    <a:pt x="19349" y="1128"/>
                    <a:pt x="19349" y="1078"/>
                  </a:cubicBezTo>
                  <a:cubicBezTo>
                    <a:pt x="19223" y="702"/>
                    <a:pt x="19073" y="351"/>
                    <a:pt x="18873"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0" name="Google Shape;4140;p52"/>
            <p:cNvSpPr/>
            <p:nvPr/>
          </p:nvSpPr>
          <p:spPr>
            <a:xfrm>
              <a:off x="1844129" y="2494035"/>
              <a:ext cx="986395" cy="864509"/>
            </a:xfrm>
            <a:custGeom>
              <a:rect b="b" l="l" r="r" t="t"/>
              <a:pathLst>
                <a:path extrusionOk="0" h="20803" w="23736">
                  <a:moveTo>
                    <a:pt x="19550" y="1179"/>
                  </a:moveTo>
                  <a:cubicBezTo>
                    <a:pt x="19556" y="1204"/>
                    <a:pt x="19562" y="1228"/>
                    <a:pt x="19567" y="1253"/>
                  </a:cubicBezTo>
                  <a:lnTo>
                    <a:pt x="19567" y="1253"/>
                  </a:lnTo>
                  <a:cubicBezTo>
                    <a:pt x="19559" y="1230"/>
                    <a:pt x="19550" y="1209"/>
                    <a:pt x="19550" y="1179"/>
                  </a:cubicBezTo>
                  <a:close/>
                  <a:moveTo>
                    <a:pt x="18948" y="301"/>
                  </a:moveTo>
                  <a:cubicBezTo>
                    <a:pt x="19124" y="602"/>
                    <a:pt x="19249" y="902"/>
                    <a:pt x="19349" y="1228"/>
                  </a:cubicBezTo>
                  <a:cubicBezTo>
                    <a:pt x="19349" y="1278"/>
                    <a:pt x="19375" y="1328"/>
                    <a:pt x="19375" y="1353"/>
                  </a:cubicBezTo>
                  <a:cubicBezTo>
                    <a:pt x="19400" y="1429"/>
                    <a:pt x="19425" y="1479"/>
                    <a:pt x="19475" y="1504"/>
                  </a:cubicBezTo>
                  <a:cubicBezTo>
                    <a:pt x="19512" y="1516"/>
                    <a:pt x="19544" y="1523"/>
                    <a:pt x="19575" y="1523"/>
                  </a:cubicBezTo>
                  <a:cubicBezTo>
                    <a:pt x="19606" y="1523"/>
                    <a:pt x="19638" y="1516"/>
                    <a:pt x="19675" y="1504"/>
                  </a:cubicBezTo>
                  <a:cubicBezTo>
                    <a:pt x="19776" y="1454"/>
                    <a:pt x="19826" y="1353"/>
                    <a:pt x="19801" y="1253"/>
                  </a:cubicBezTo>
                  <a:cubicBezTo>
                    <a:pt x="19776" y="1228"/>
                    <a:pt x="19776" y="1228"/>
                    <a:pt x="19776" y="1203"/>
                  </a:cubicBezTo>
                  <a:lnTo>
                    <a:pt x="19776" y="1203"/>
                  </a:lnTo>
                  <a:cubicBezTo>
                    <a:pt x="20327" y="1754"/>
                    <a:pt x="21254" y="2406"/>
                    <a:pt x="22708" y="2506"/>
                  </a:cubicBezTo>
                  <a:cubicBezTo>
                    <a:pt x="22733" y="2531"/>
                    <a:pt x="22758" y="2531"/>
                    <a:pt x="22758" y="2581"/>
                  </a:cubicBezTo>
                  <a:cubicBezTo>
                    <a:pt x="23460" y="5564"/>
                    <a:pt x="23535" y="10276"/>
                    <a:pt x="22157" y="14035"/>
                  </a:cubicBezTo>
                  <a:cubicBezTo>
                    <a:pt x="22106" y="14160"/>
                    <a:pt x="22081" y="14286"/>
                    <a:pt x="22031" y="14411"/>
                  </a:cubicBezTo>
                  <a:cubicBezTo>
                    <a:pt x="21630" y="15389"/>
                    <a:pt x="21154" y="16291"/>
                    <a:pt x="20603" y="17043"/>
                  </a:cubicBezTo>
                  <a:cubicBezTo>
                    <a:pt x="19500" y="18546"/>
                    <a:pt x="18096" y="19574"/>
                    <a:pt x="16392" y="20125"/>
                  </a:cubicBezTo>
                  <a:cubicBezTo>
                    <a:pt x="16267" y="20176"/>
                    <a:pt x="16166" y="20201"/>
                    <a:pt x="16041" y="20226"/>
                  </a:cubicBezTo>
                  <a:cubicBezTo>
                    <a:pt x="15490" y="20376"/>
                    <a:pt x="14888" y="20501"/>
                    <a:pt x="14287" y="20551"/>
                  </a:cubicBezTo>
                  <a:cubicBezTo>
                    <a:pt x="13892" y="20583"/>
                    <a:pt x="13505" y="20598"/>
                    <a:pt x="13126" y="20598"/>
                  </a:cubicBezTo>
                  <a:cubicBezTo>
                    <a:pt x="11990" y="20598"/>
                    <a:pt x="10928" y="20458"/>
                    <a:pt x="9951" y="20176"/>
                  </a:cubicBezTo>
                  <a:cubicBezTo>
                    <a:pt x="9826" y="20150"/>
                    <a:pt x="9725" y="20100"/>
                    <a:pt x="9600" y="20075"/>
                  </a:cubicBezTo>
                  <a:cubicBezTo>
                    <a:pt x="8247" y="19624"/>
                    <a:pt x="7044" y="18872"/>
                    <a:pt x="6041" y="17845"/>
                  </a:cubicBezTo>
                  <a:cubicBezTo>
                    <a:pt x="5941" y="17744"/>
                    <a:pt x="5866" y="17644"/>
                    <a:pt x="5765" y="17544"/>
                  </a:cubicBezTo>
                  <a:cubicBezTo>
                    <a:pt x="4412" y="15990"/>
                    <a:pt x="3886" y="14361"/>
                    <a:pt x="3760" y="13885"/>
                  </a:cubicBezTo>
                  <a:lnTo>
                    <a:pt x="3735" y="13810"/>
                  </a:lnTo>
                  <a:lnTo>
                    <a:pt x="3660" y="13810"/>
                  </a:lnTo>
                  <a:cubicBezTo>
                    <a:pt x="3234" y="13785"/>
                    <a:pt x="1831" y="13684"/>
                    <a:pt x="928" y="12807"/>
                  </a:cubicBezTo>
                  <a:cubicBezTo>
                    <a:pt x="452" y="12331"/>
                    <a:pt x="202" y="11704"/>
                    <a:pt x="202" y="10927"/>
                  </a:cubicBezTo>
                  <a:cubicBezTo>
                    <a:pt x="202" y="10050"/>
                    <a:pt x="502" y="9323"/>
                    <a:pt x="1054" y="8772"/>
                  </a:cubicBezTo>
                  <a:cubicBezTo>
                    <a:pt x="1079" y="8847"/>
                    <a:pt x="1129" y="8897"/>
                    <a:pt x="1154" y="8972"/>
                  </a:cubicBezTo>
                  <a:cubicBezTo>
                    <a:pt x="1279" y="9198"/>
                    <a:pt x="1405" y="9399"/>
                    <a:pt x="1530" y="9599"/>
                  </a:cubicBezTo>
                  <a:cubicBezTo>
                    <a:pt x="1571" y="9661"/>
                    <a:pt x="1646" y="9706"/>
                    <a:pt x="1727" y="9706"/>
                  </a:cubicBezTo>
                  <a:cubicBezTo>
                    <a:pt x="1745" y="9706"/>
                    <a:pt x="1763" y="9704"/>
                    <a:pt x="1780" y="9699"/>
                  </a:cubicBezTo>
                  <a:cubicBezTo>
                    <a:pt x="1856" y="9649"/>
                    <a:pt x="1931" y="9574"/>
                    <a:pt x="1931" y="9474"/>
                  </a:cubicBezTo>
                  <a:cubicBezTo>
                    <a:pt x="1931" y="9148"/>
                    <a:pt x="1931" y="8797"/>
                    <a:pt x="1981" y="8446"/>
                  </a:cubicBezTo>
                  <a:cubicBezTo>
                    <a:pt x="1981" y="8346"/>
                    <a:pt x="2006" y="8221"/>
                    <a:pt x="2031" y="8095"/>
                  </a:cubicBezTo>
                  <a:cubicBezTo>
                    <a:pt x="2808" y="7719"/>
                    <a:pt x="3535" y="7669"/>
                    <a:pt x="3560" y="7669"/>
                  </a:cubicBezTo>
                  <a:cubicBezTo>
                    <a:pt x="3579" y="7674"/>
                    <a:pt x="3677" y="7693"/>
                    <a:pt x="3836" y="7693"/>
                  </a:cubicBezTo>
                  <a:cubicBezTo>
                    <a:pt x="4504" y="7693"/>
                    <a:pt x="6247" y="7361"/>
                    <a:pt x="7645" y="4261"/>
                  </a:cubicBezTo>
                  <a:cubicBezTo>
                    <a:pt x="7645" y="4243"/>
                    <a:pt x="7670" y="4225"/>
                    <a:pt x="7694" y="4225"/>
                  </a:cubicBezTo>
                  <a:cubicBezTo>
                    <a:pt x="7704" y="4225"/>
                    <a:pt x="7713" y="4228"/>
                    <a:pt x="7720" y="4236"/>
                  </a:cubicBezTo>
                  <a:cubicBezTo>
                    <a:pt x="7824" y="4265"/>
                    <a:pt x="8387" y="4445"/>
                    <a:pt x="9131" y="4445"/>
                  </a:cubicBezTo>
                  <a:cubicBezTo>
                    <a:pt x="9641" y="4445"/>
                    <a:pt x="10237" y="4361"/>
                    <a:pt x="10828" y="4085"/>
                  </a:cubicBezTo>
                  <a:cubicBezTo>
                    <a:pt x="11856" y="3609"/>
                    <a:pt x="12633" y="2657"/>
                    <a:pt x="13134" y="1253"/>
                  </a:cubicBezTo>
                  <a:cubicBezTo>
                    <a:pt x="13134" y="1228"/>
                    <a:pt x="13159" y="1203"/>
                    <a:pt x="13184" y="1203"/>
                  </a:cubicBezTo>
                  <a:lnTo>
                    <a:pt x="13234" y="1203"/>
                  </a:lnTo>
                  <a:cubicBezTo>
                    <a:pt x="13320" y="1246"/>
                    <a:pt x="14529" y="1900"/>
                    <a:pt x="15923" y="1900"/>
                  </a:cubicBezTo>
                  <a:cubicBezTo>
                    <a:pt x="16958" y="1900"/>
                    <a:pt x="18094" y="1540"/>
                    <a:pt x="18948" y="301"/>
                  </a:cubicBezTo>
                  <a:close/>
                  <a:moveTo>
                    <a:pt x="19024" y="0"/>
                  </a:moveTo>
                  <a:lnTo>
                    <a:pt x="18923" y="50"/>
                  </a:lnTo>
                  <a:cubicBezTo>
                    <a:pt x="18898" y="50"/>
                    <a:pt x="18848" y="100"/>
                    <a:pt x="18823" y="150"/>
                  </a:cubicBezTo>
                  <a:cubicBezTo>
                    <a:pt x="17999" y="1349"/>
                    <a:pt x="16905" y="1698"/>
                    <a:pt x="15910" y="1698"/>
                  </a:cubicBezTo>
                  <a:cubicBezTo>
                    <a:pt x="14576" y="1698"/>
                    <a:pt x="13421" y="1071"/>
                    <a:pt x="13334" y="1028"/>
                  </a:cubicBezTo>
                  <a:cubicBezTo>
                    <a:pt x="13290" y="998"/>
                    <a:pt x="13246" y="986"/>
                    <a:pt x="13202" y="986"/>
                  </a:cubicBezTo>
                  <a:cubicBezTo>
                    <a:pt x="13171" y="986"/>
                    <a:pt x="13140" y="992"/>
                    <a:pt x="13109" y="1003"/>
                  </a:cubicBezTo>
                  <a:cubicBezTo>
                    <a:pt x="13034" y="1028"/>
                    <a:pt x="12958" y="1103"/>
                    <a:pt x="12933" y="1178"/>
                  </a:cubicBezTo>
                  <a:cubicBezTo>
                    <a:pt x="12457" y="2531"/>
                    <a:pt x="11705" y="3434"/>
                    <a:pt x="10728" y="3910"/>
                  </a:cubicBezTo>
                  <a:cubicBezTo>
                    <a:pt x="10180" y="4164"/>
                    <a:pt x="9625" y="4243"/>
                    <a:pt x="9147" y="4243"/>
                  </a:cubicBezTo>
                  <a:cubicBezTo>
                    <a:pt x="8400" y="4243"/>
                    <a:pt x="7841" y="4050"/>
                    <a:pt x="7796" y="4035"/>
                  </a:cubicBezTo>
                  <a:cubicBezTo>
                    <a:pt x="7764" y="4023"/>
                    <a:pt x="7730" y="4016"/>
                    <a:pt x="7695" y="4016"/>
                  </a:cubicBezTo>
                  <a:cubicBezTo>
                    <a:pt x="7590" y="4016"/>
                    <a:pt x="7482" y="4073"/>
                    <a:pt x="7445" y="4185"/>
                  </a:cubicBezTo>
                  <a:cubicBezTo>
                    <a:pt x="6107" y="7211"/>
                    <a:pt x="4431" y="7482"/>
                    <a:pt x="3819" y="7482"/>
                  </a:cubicBezTo>
                  <a:cubicBezTo>
                    <a:pt x="3686" y="7482"/>
                    <a:pt x="3603" y="7469"/>
                    <a:pt x="3585" y="7469"/>
                  </a:cubicBezTo>
                  <a:cubicBezTo>
                    <a:pt x="3560" y="7444"/>
                    <a:pt x="3535" y="7444"/>
                    <a:pt x="3510" y="7444"/>
                  </a:cubicBezTo>
                  <a:cubicBezTo>
                    <a:pt x="3510" y="7444"/>
                    <a:pt x="2708" y="7519"/>
                    <a:pt x="1881" y="7945"/>
                  </a:cubicBezTo>
                  <a:lnTo>
                    <a:pt x="1831" y="7970"/>
                  </a:lnTo>
                  <a:lnTo>
                    <a:pt x="1831" y="8020"/>
                  </a:lnTo>
                  <a:cubicBezTo>
                    <a:pt x="1806" y="8145"/>
                    <a:pt x="1780" y="8296"/>
                    <a:pt x="1780" y="8421"/>
                  </a:cubicBezTo>
                  <a:cubicBezTo>
                    <a:pt x="1730" y="8772"/>
                    <a:pt x="1705" y="9148"/>
                    <a:pt x="1705" y="9474"/>
                  </a:cubicBezTo>
                  <a:cubicBezTo>
                    <a:pt x="1580" y="9298"/>
                    <a:pt x="1455" y="9098"/>
                    <a:pt x="1329" y="8872"/>
                  </a:cubicBezTo>
                  <a:cubicBezTo>
                    <a:pt x="1279" y="8772"/>
                    <a:pt x="1229" y="8647"/>
                    <a:pt x="1179" y="8546"/>
                  </a:cubicBezTo>
                  <a:lnTo>
                    <a:pt x="1129" y="8421"/>
                  </a:lnTo>
                  <a:lnTo>
                    <a:pt x="1029" y="8521"/>
                  </a:lnTo>
                  <a:cubicBezTo>
                    <a:pt x="352" y="9123"/>
                    <a:pt x="1" y="9925"/>
                    <a:pt x="1" y="10927"/>
                  </a:cubicBezTo>
                  <a:cubicBezTo>
                    <a:pt x="1" y="11754"/>
                    <a:pt x="252" y="12431"/>
                    <a:pt x="778" y="12957"/>
                  </a:cubicBezTo>
                  <a:cubicBezTo>
                    <a:pt x="1680" y="13835"/>
                    <a:pt x="3059" y="13985"/>
                    <a:pt x="3585" y="14010"/>
                  </a:cubicBezTo>
                  <a:cubicBezTo>
                    <a:pt x="3735" y="14561"/>
                    <a:pt x="4287" y="16166"/>
                    <a:pt x="5615" y="17669"/>
                  </a:cubicBezTo>
                  <a:cubicBezTo>
                    <a:pt x="5715" y="17770"/>
                    <a:pt x="5791" y="17870"/>
                    <a:pt x="5891" y="17970"/>
                  </a:cubicBezTo>
                  <a:cubicBezTo>
                    <a:pt x="6918" y="19023"/>
                    <a:pt x="8146" y="19800"/>
                    <a:pt x="9550" y="20276"/>
                  </a:cubicBezTo>
                  <a:cubicBezTo>
                    <a:pt x="9650" y="20301"/>
                    <a:pt x="9775" y="20351"/>
                    <a:pt x="9901" y="20376"/>
                  </a:cubicBezTo>
                  <a:cubicBezTo>
                    <a:pt x="10878" y="20652"/>
                    <a:pt x="11931" y="20802"/>
                    <a:pt x="13059" y="20802"/>
                  </a:cubicBezTo>
                  <a:cubicBezTo>
                    <a:pt x="13460" y="20802"/>
                    <a:pt x="13886" y="20777"/>
                    <a:pt x="14287" y="20752"/>
                  </a:cubicBezTo>
                  <a:cubicBezTo>
                    <a:pt x="14913" y="20702"/>
                    <a:pt x="15540" y="20602"/>
                    <a:pt x="16116" y="20426"/>
                  </a:cubicBezTo>
                  <a:cubicBezTo>
                    <a:pt x="16217" y="20401"/>
                    <a:pt x="16342" y="20376"/>
                    <a:pt x="16442" y="20326"/>
                  </a:cubicBezTo>
                  <a:cubicBezTo>
                    <a:pt x="18197" y="19775"/>
                    <a:pt x="19650" y="18697"/>
                    <a:pt x="20778" y="17168"/>
                  </a:cubicBezTo>
                  <a:cubicBezTo>
                    <a:pt x="21329" y="16391"/>
                    <a:pt x="21831" y="15489"/>
                    <a:pt x="22207" y="14486"/>
                  </a:cubicBezTo>
                  <a:cubicBezTo>
                    <a:pt x="22257" y="14361"/>
                    <a:pt x="22307" y="14236"/>
                    <a:pt x="22357" y="14110"/>
                  </a:cubicBezTo>
                  <a:cubicBezTo>
                    <a:pt x="23735" y="10301"/>
                    <a:pt x="23660" y="5539"/>
                    <a:pt x="22984" y="2531"/>
                  </a:cubicBezTo>
                  <a:cubicBezTo>
                    <a:pt x="22933" y="2406"/>
                    <a:pt x="22833" y="2331"/>
                    <a:pt x="22708" y="2306"/>
                  </a:cubicBezTo>
                  <a:cubicBezTo>
                    <a:pt x="20953" y="2180"/>
                    <a:pt x="20001" y="1228"/>
                    <a:pt x="19600" y="652"/>
                  </a:cubicBezTo>
                  <a:lnTo>
                    <a:pt x="19124" y="0"/>
                  </a:lnTo>
                  <a:lnTo>
                    <a:pt x="19425" y="752"/>
                  </a:lnTo>
                  <a:cubicBezTo>
                    <a:pt x="19462" y="903"/>
                    <a:pt x="19515" y="1040"/>
                    <a:pt x="19549" y="1173"/>
                  </a:cubicBezTo>
                  <a:lnTo>
                    <a:pt x="19549" y="1173"/>
                  </a:lnTo>
                  <a:cubicBezTo>
                    <a:pt x="19424" y="774"/>
                    <a:pt x="19274" y="425"/>
                    <a:pt x="19074" y="75"/>
                  </a:cubicBezTo>
                  <a:lnTo>
                    <a:pt x="190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1" name="Google Shape;4141;p52"/>
            <p:cNvSpPr/>
            <p:nvPr/>
          </p:nvSpPr>
          <p:spPr>
            <a:xfrm>
              <a:off x="1753535" y="2384989"/>
              <a:ext cx="224324" cy="507659"/>
            </a:xfrm>
            <a:custGeom>
              <a:rect b="b" l="l" r="r" t="t"/>
              <a:pathLst>
                <a:path extrusionOk="0" h="12216" w="5398">
                  <a:moveTo>
                    <a:pt x="3241" y="1"/>
                  </a:moveTo>
                  <a:cubicBezTo>
                    <a:pt x="3222" y="1"/>
                    <a:pt x="3203" y="6"/>
                    <a:pt x="3184" y="17"/>
                  </a:cubicBezTo>
                  <a:cubicBezTo>
                    <a:pt x="2031" y="644"/>
                    <a:pt x="1204" y="1747"/>
                    <a:pt x="702" y="2975"/>
                  </a:cubicBezTo>
                  <a:cubicBezTo>
                    <a:pt x="176" y="4303"/>
                    <a:pt x="1" y="5782"/>
                    <a:pt x="151" y="7185"/>
                  </a:cubicBezTo>
                  <a:cubicBezTo>
                    <a:pt x="251" y="8063"/>
                    <a:pt x="502" y="8915"/>
                    <a:pt x="953" y="9692"/>
                  </a:cubicBezTo>
                  <a:cubicBezTo>
                    <a:pt x="967" y="9719"/>
                    <a:pt x="1011" y="9739"/>
                    <a:pt x="1052" y="9739"/>
                  </a:cubicBezTo>
                  <a:cubicBezTo>
                    <a:pt x="1085" y="9739"/>
                    <a:pt x="1117" y="9726"/>
                    <a:pt x="1128" y="9692"/>
                  </a:cubicBezTo>
                  <a:cubicBezTo>
                    <a:pt x="1529" y="8940"/>
                    <a:pt x="2031" y="8238"/>
                    <a:pt x="2632" y="7637"/>
                  </a:cubicBezTo>
                  <a:lnTo>
                    <a:pt x="2632" y="7637"/>
                  </a:lnTo>
                  <a:cubicBezTo>
                    <a:pt x="2532" y="8865"/>
                    <a:pt x="2757" y="10118"/>
                    <a:pt x="3259" y="11221"/>
                  </a:cubicBezTo>
                  <a:cubicBezTo>
                    <a:pt x="3309" y="11321"/>
                    <a:pt x="3384" y="11446"/>
                    <a:pt x="3434" y="11546"/>
                  </a:cubicBezTo>
                  <a:cubicBezTo>
                    <a:pt x="3534" y="11747"/>
                    <a:pt x="3660" y="11972"/>
                    <a:pt x="3785" y="12173"/>
                  </a:cubicBezTo>
                  <a:cubicBezTo>
                    <a:pt x="3813" y="12201"/>
                    <a:pt x="3852" y="12215"/>
                    <a:pt x="3889" y="12215"/>
                  </a:cubicBezTo>
                  <a:cubicBezTo>
                    <a:pt x="3952" y="12215"/>
                    <a:pt x="4011" y="12176"/>
                    <a:pt x="4011" y="12098"/>
                  </a:cubicBezTo>
                  <a:cubicBezTo>
                    <a:pt x="4011" y="11772"/>
                    <a:pt x="4011" y="11421"/>
                    <a:pt x="4061" y="11070"/>
                  </a:cubicBezTo>
                  <a:cubicBezTo>
                    <a:pt x="4061" y="10920"/>
                    <a:pt x="4086" y="10794"/>
                    <a:pt x="4111" y="10669"/>
                  </a:cubicBezTo>
                  <a:cubicBezTo>
                    <a:pt x="4286" y="9366"/>
                    <a:pt x="4712" y="8088"/>
                    <a:pt x="5364" y="6935"/>
                  </a:cubicBezTo>
                  <a:cubicBezTo>
                    <a:pt x="5398" y="6850"/>
                    <a:pt x="5329" y="6777"/>
                    <a:pt x="5257" y="6777"/>
                  </a:cubicBezTo>
                  <a:cubicBezTo>
                    <a:pt x="5223" y="6777"/>
                    <a:pt x="5188" y="6794"/>
                    <a:pt x="5163" y="6835"/>
                  </a:cubicBezTo>
                  <a:cubicBezTo>
                    <a:pt x="4487" y="8038"/>
                    <a:pt x="4036" y="9391"/>
                    <a:pt x="3860" y="10794"/>
                  </a:cubicBezTo>
                  <a:cubicBezTo>
                    <a:pt x="3860" y="10920"/>
                    <a:pt x="3835" y="11070"/>
                    <a:pt x="3810" y="11221"/>
                  </a:cubicBezTo>
                  <a:cubicBezTo>
                    <a:pt x="3810" y="11396"/>
                    <a:pt x="3785" y="11571"/>
                    <a:pt x="3785" y="11747"/>
                  </a:cubicBezTo>
                  <a:cubicBezTo>
                    <a:pt x="3710" y="11622"/>
                    <a:pt x="3660" y="11496"/>
                    <a:pt x="3585" y="11396"/>
                  </a:cubicBezTo>
                  <a:cubicBezTo>
                    <a:pt x="3534" y="11296"/>
                    <a:pt x="3484" y="11170"/>
                    <a:pt x="3434" y="11070"/>
                  </a:cubicBezTo>
                  <a:cubicBezTo>
                    <a:pt x="2933" y="9917"/>
                    <a:pt x="2732" y="8614"/>
                    <a:pt x="2883" y="7361"/>
                  </a:cubicBezTo>
                  <a:cubicBezTo>
                    <a:pt x="2899" y="7294"/>
                    <a:pt x="2838" y="7249"/>
                    <a:pt x="2781" y="7249"/>
                  </a:cubicBezTo>
                  <a:cubicBezTo>
                    <a:pt x="2752" y="7249"/>
                    <a:pt x="2724" y="7261"/>
                    <a:pt x="2707" y="7286"/>
                  </a:cubicBezTo>
                  <a:cubicBezTo>
                    <a:pt x="2056" y="7887"/>
                    <a:pt x="1479" y="8614"/>
                    <a:pt x="1053" y="9391"/>
                  </a:cubicBezTo>
                  <a:cubicBezTo>
                    <a:pt x="351" y="8138"/>
                    <a:pt x="226" y="6634"/>
                    <a:pt x="376" y="5231"/>
                  </a:cubicBezTo>
                  <a:cubicBezTo>
                    <a:pt x="527" y="3952"/>
                    <a:pt x="928" y="2649"/>
                    <a:pt x="1705" y="1621"/>
                  </a:cubicBezTo>
                  <a:cubicBezTo>
                    <a:pt x="2131" y="1045"/>
                    <a:pt x="2682" y="544"/>
                    <a:pt x="3309" y="193"/>
                  </a:cubicBezTo>
                  <a:cubicBezTo>
                    <a:pt x="3415" y="151"/>
                    <a:pt x="3342" y="1"/>
                    <a:pt x="32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2" name="Google Shape;4142;p52"/>
            <p:cNvSpPr/>
            <p:nvPr/>
          </p:nvSpPr>
          <p:spPr>
            <a:xfrm>
              <a:off x="2855293" y="2610020"/>
              <a:ext cx="82490" cy="141294"/>
            </a:xfrm>
            <a:custGeom>
              <a:rect b="b" l="l" r="r" t="t"/>
              <a:pathLst>
                <a:path extrusionOk="0" h="3400" w="1985">
                  <a:moveTo>
                    <a:pt x="129" y="0"/>
                  </a:moveTo>
                  <a:cubicBezTo>
                    <a:pt x="65" y="0"/>
                    <a:pt x="1" y="54"/>
                    <a:pt x="30" y="141"/>
                  </a:cubicBezTo>
                  <a:cubicBezTo>
                    <a:pt x="306" y="1294"/>
                    <a:pt x="1233" y="2171"/>
                    <a:pt x="1459" y="3324"/>
                  </a:cubicBezTo>
                  <a:cubicBezTo>
                    <a:pt x="1471" y="3374"/>
                    <a:pt x="1515" y="3400"/>
                    <a:pt x="1562" y="3400"/>
                  </a:cubicBezTo>
                  <a:cubicBezTo>
                    <a:pt x="1609" y="3400"/>
                    <a:pt x="1659" y="3374"/>
                    <a:pt x="1684" y="3324"/>
                  </a:cubicBezTo>
                  <a:cubicBezTo>
                    <a:pt x="1985" y="2322"/>
                    <a:pt x="1860" y="1219"/>
                    <a:pt x="1308" y="317"/>
                  </a:cubicBezTo>
                  <a:cubicBezTo>
                    <a:pt x="1286" y="279"/>
                    <a:pt x="1254" y="264"/>
                    <a:pt x="1223" y="264"/>
                  </a:cubicBezTo>
                  <a:cubicBezTo>
                    <a:pt x="1150" y="264"/>
                    <a:pt x="1080" y="347"/>
                    <a:pt x="1133" y="417"/>
                  </a:cubicBezTo>
                  <a:cubicBezTo>
                    <a:pt x="1559" y="1169"/>
                    <a:pt x="1709" y="2021"/>
                    <a:pt x="1559" y="2873"/>
                  </a:cubicBezTo>
                  <a:cubicBezTo>
                    <a:pt x="1233" y="1896"/>
                    <a:pt x="481" y="1094"/>
                    <a:pt x="231" y="91"/>
                  </a:cubicBezTo>
                  <a:cubicBezTo>
                    <a:pt x="220" y="28"/>
                    <a:pt x="174" y="0"/>
                    <a:pt x="12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3" name="Google Shape;4143;p52"/>
            <p:cNvSpPr/>
            <p:nvPr/>
          </p:nvSpPr>
          <p:spPr>
            <a:xfrm>
              <a:off x="1659159" y="2306197"/>
              <a:ext cx="195899" cy="225197"/>
            </a:xfrm>
            <a:custGeom>
              <a:rect b="b" l="l" r="r" t="t"/>
              <a:pathLst>
                <a:path extrusionOk="0" h="5419" w="4714">
                  <a:moveTo>
                    <a:pt x="4573" y="1"/>
                  </a:moveTo>
                  <a:cubicBezTo>
                    <a:pt x="4559" y="1"/>
                    <a:pt x="4544" y="3"/>
                    <a:pt x="4527" y="9"/>
                  </a:cubicBezTo>
                  <a:cubicBezTo>
                    <a:pt x="2748" y="660"/>
                    <a:pt x="1269" y="2039"/>
                    <a:pt x="492" y="3768"/>
                  </a:cubicBezTo>
                  <a:cubicBezTo>
                    <a:pt x="267" y="4244"/>
                    <a:pt x="116" y="4746"/>
                    <a:pt x="16" y="5272"/>
                  </a:cubicBezTo>
                  <a:cubicBezTo>
                    <a:pt x="1" y="5364"/>
                    <a:pt x="69" y="5418"/>
                    <a:pt x="131" y="5418"/>
                  </a:cubicBezTo>
                  <a:cubicBezTo>
                    <a:pt x="170" y="5418"/>
                    <a:pt x="207" y="5396"/>
                    <a:pt x="216" y="5347"/>
                  </a:cubicBezTo>
                  <a:cubicBezTo>
                    <a:pt x="567" y="3543"/>
                    <a:pt x="1670" y="1913"/>
                    <a:pt x="3224" y="911"/>
                  </a:cubicBezTo>
                  <a:cubicBezTo>
                    <a:pt x="3650" y="635"/>
                    <a:pt x="4101" y="385"/>
                    <a:pt x="4602" y="209"/>
                  </a:cubicBezTo>
                  <a:cubicBezTo>
                    <a:pt x="4714" y="165"/>
                    <a:pt x="4686" y="1"/>
                    <a:pt x="45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4" name="Google Shape;4144;p52"/>
            <p:cNvSpPr/>
            <p:nvPr/>
          </p:nvSpPr>
          <p:spPr>
            <a:xfrm>
              <a:off x="1701879" y="2403067"/>
              <a:ext cx="52819" cy="78376"/>
            </a:xfrm>
            <a:custGeom>
              <a:rect b="b" l="l" r="r" t="t"/>
              <a:pathLst>
                <a:path extrusionOk="0" h="1886" w="1271">
                  <a:moveTo>
                    <a:pt x="1107" y="1"/>
                  </a:moveTo>
                  <a:cubicBezTo>
                    <a:pt x="1083" y="1"/>
                    <a:pt x="1061" y="10"/>
                    <a:pt x="1043" y="34"/>
                  </a:cubicBezTo>
                  <a:cubicBezTo>
                    <a:pt x="592" y="535"/>
                    <a:pt x="241" y="1111"/>
                    <a:pt x="15" y="1763"/>
                  </a:cubicBezTo>
                  <a:cubicBezTo>
                    <a:pt x="1" y="1838"/>
                    <a:pt x="66" y="1886"/>
                    <a:pt x="132" y="1886"/>
                  </a:cubicBezTo>
                  <a:cubicBezTo>
                    <a:pt x="176" y="1886"/>
                    <a:pt x="221" y="1864"/>
                    <a:pt x="241" y="1813"/>
                  </a:cubicBezTo>
                  <a:cubicBezTo>
                    <a:pt x="442" y="1212"/>
                    <a:pt x="767" y="660"/>
                    <a:pt x="1193" y="184"/>
                  </a:cubicBezTo>
                  <a:cubicBezTo>
                    <a:pt x="1270" y="107"/>
                    <a:pt x="1185" y="1"/>
                    <a:pt x="11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5" name="Google Shape;4145;p52"/>
            <p:cNvSpPr/>
            <p:nvPr/>
          </p:nvSpPr>
          <p:spPr>
            <a:xfrm>
              <a:off x="1761888" y="2383618"/>
              <a:ext cx="11470" cy="9392"/>
            </a:xfrm>
            <a:custGeom>
              <a:rect b="b" l="l" r="r" t="t"/>
              <a:pathLst>
                <a:path extrusionOk="0" h="226" w="276">
                  <a:moveTo>
                    <a:pt x="125" y="0"/>
                  </a:moveTo>
                  <a:cubicBezTo>
                    <a:pt x="0" y="0"/>
                    <a:pt x="0" y="226"/>
                    <a:pt x="125" y="226"/>
                  </a:cubicBezTo>
                  <a:cubicBezTo>
                    <a:pt x="276" y="226"/>
                    <a:pt x="276"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6" name="Google Shape;4146;p52"/>
            <p:cNvSpPr/>
            <p:nvPr/>
          </p:nvSpPr>
          <p:spPr>
            <a:xfrm>
              <a:off x="1741026" y="2453101"/>
              <a:ext cx="18784" cy="30835"/>
            </a:xfrm>
            <a:custGeom>
              <a:rect b="b" l="l" r="r" t="t"/>
              <a:pathLst>
                <a:path extrusionOk="0" h="742" w="452">
                  <a:moveTo>
                    <a:pt x="324" y="1"/>
                  </a:moveTo>
                  <a:cubicBezTo>
                    <a:pt x="284" y="1"/>
                    <a:pt x="247" y="42"/>
                    <a:pt x="226" y="83"/>
                  </a:cubicBezTo>
                  <a:cubicBezTo>
                    <a:pt x="151" y="258"/>
                    <a:pt x="101" y="434"/>
                    <a:pt x="26" y="609"/>
                  </a:cubicBezTo>
                  <a:cubicBezTo>
                    <a:pt x="1" y="659"/>
                    <a:pt x="51" y="734"/>
                    <a:pt x="101" y="734"/>
                  </a:cubicBezTo>
                  <a:cubicBezTo>
                    <a:pt x="110" y="739"/>
                    <a:pt x="119" y="741"/>
                    <a:pt x="128" y="741"/>
                  </a:cubicBezTo>
                  <a:cubicBezTo>
                    <a:pt x="169" y="741"/>
                    <a:pt x="206" y="700"/>
                    <a:pt x="226" y="659"/>
                  </a:cubicBezTo>
                  <a:cubicBezTo>
                    <a:pt x="302" y="484"/>
                    <a:pt x="377" y="308"/>
                    <a:pt x="452" y="133"/>
                  </a:cubicBezTo>
                  <a:cubicBezTo>
                    <a:pt x="452" y="83"/>
                    <a:pt x="427" y="8"/>
                    <a:pt x="352" y="8"/>
                  </a:cubicBezTo>
                  <a:cubicBezTo>
                    <a:pt x="342" y="3"/>
                    <a:pt x="333" y="1"/>
                    <a:pt x="3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7" name="Google Shape;4147;p52"/>
            <p:cNvSpPr/>
            <p:nvPr/>
          </p:nvSpPr>
          <p:spPr>
            <a:xfrm>
              <a:off x="1755613" y="2459252"/>
              <a:ext cx="20862" cy="31043"/>
            </a:xfrm>
            <a:custGeom>
              <a:rect b="b" l="l" r="r" t="t"/>
              <a:pathLst>
                <a:path extrusionOk="0" h="747" w="502">
                  <a:moveTo>
                    <a:pt x="382" y="0"/>
                  </a:moveTo>
                  <a:cubicBezTo>
                    <a:pt x="340" y="0"/>
                    <a:pt x="295" y="23"/>
                    <a:pt x="276" y="60"/>
                  </a:cubicBezTo>
                  <a:cubicBezTo>
                    <a:pt x="201" y="235"/>
                    <a:pt x="126" y="411"/>
                    <a:pt x="26" y="586"/>
                  </a:cubicBezTo>
                  <a:cubicBezTo>
                    <a:pt x="1" y="636"/>
                    <a:pt x="26" y="687"/>
                    <a:pt x="76" y="737"/>
                  </a:cubicBezTo>
                  <a:cubicBezTo>
                    <a:pt x="89" y="743"/>
                    <a:pt x="105" y="747"/>
                    <a:pt x="120" y="747"/>
                  </a:cubicBezTo>
                  <a:cubicBezTo>
                    <a:pt x="163" y="747"/>
                    <a:pt x="208" y="723"/>
                    <a:pt x="226" y="687"/>
                  </a:cubicBezTo>
                  <a:cubicBezTo>
                    <a:pt x="301" y="511"/>
                    <a:pt x="377" y="336"/>
                    <a:pt x="477" y="160"/>
                  </a:cubicBezTo>
                  <a:cubicBezTo>
                    <a:pt x="502" y="110"/>
                    <a:pt x="477" y="35"/>
                    <a:pt x="427" y="10"/>
                  </a:cubicBezTo>
                  <a:cubicBezTo>
                    <a:pt x="413" y="3"/>
                    <a:pt x="398" y="0"/>
                    <a:pt x="38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8" name="Google Shape;4148;p52"/>
            <p:cNvSpPr/>
            <p:nvPr/>
          </p:nvSpPr>
          <p:spPr>
            <a:xfrm>
              <a:off x="1717089" y="2605989"/>
              <a:ext cx="27760" cy="149314"/>
            </a:xfrm>
            <a:custGeom>
              <a:rect b="b" l="l" r="r" t="t"/>
              <a:pathLst>
                <a:path extrusionOk="0" h="3593" w="668">
                  <a:moveTo>
                    <a:pt x="188" y="0"/>
                  </a:moveTo>
                  <a:cubicBezTo>
                    <a:pt x="132" y="0"/>
                    <a:pt x="76" y="38"/>
                    <a:pt x="76" y="113"/>
                  </a:cubicBezTo>
                  <a:cubicBezTo>
                    <a:pt x="0" y="1266"/>
                    <a:pt x="126" y="2419"/>
                    <a:pt x="426" y="3522"/>
                  </a:cubicBezTo>
                  <a:cubicBezTo>
                    <a:pt x="446" y="3570"/>
                    <a:pt x="488" y="3593"/>
                    <a:pt x="531" y="3593"/>
                  </a:cubicBezTo>
                  <a:cubicBezTo>
                    <a:pt x="599" y="3593"/>
                    <a:pt x="667" y="3538"/>
                    <a:pt x="652" y="3446"/>
                  </a:cubicBezTo>
                  <a:cubicBezTo>
                    <a:pt x="326" y="2369"/>
                    <a:pt x="226" y="1241"/>
                    <a:pt x="301" y="113"/>
                  </a:cubicBezTo>
                  <a:cubicBezTo>
                    <a:pt x="301" y="38"/>
                    <a:pt x="245" y="0"/>
                    <a:pt x="18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9" name="Google Shape;4149;p52"/>
            <p:cNvSpPr/>
            <p:nvPr/>
          </p:nvSpPr>
          <p:spPr>
            <a:xfrm>
              <a:off x="1748340" y="2789796"/>
              <a:ext cx="12509" cy="8394"/>
            </a:xfrm>
            <a:custGeom>
              <a:rect b="b" l="l" r="r" t="t"/>
              <a:pathLst>
                <a:path extrusionOk="0" h="202" w="301">
                  <a:moveTo>
                    <a:pt x="151" y="1"/>
                  </a:moveTo>
                  <a:cubicBezTo>
                    <a:pt x="0" y="1"/>
                    <a:pt x="0" y="201"/>
                    <a:pt x="151" y="201"/>
                  </a:cubicBezTo>
                  <a:cubicBezTo>
                    <a:pt x="301" y="201"/>
                    <a:pt x="301"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0" name="Google Shape;4150;p52"/>
            <p:cNvSpPr/>
            <p:nvPr/>
          </p:nvSpPr>
          <p:spPr>
            <a:xfrm>
              <a:off x="1645237" y="2658060"/>
              <a:ext cx="34409" cy="82116"/>
            </a:xfrm>
            <a:custGeom>
              <a:rect b="b" l="l" r="r" t="t"/>
              <a:pathLst>
                <a:path extrusionOk="0" h="1976" w="828">
                  <a:moveTo>
                    <a:pt x="113" y="0"/>
                  </a:moveTo>
                  <a:cubicBezTo>
                    <a:pt x="56" y="0"/>
                    <a:pt x="0" y="38"/>
                    <a:pt x="0" y="113"/>
                  </a:cubicBezTo>
                  <a:cubicBezTo>
                    <a:pt x="25" y="765"/>
                    <a:pt x="226" y="1391"/>
                    <a:pt x="576" y="1918"/>
                  </a:cubicBezTo>
                  <a:cubicBezTo>
                    <a:pt x="601" y="1958"/>
                    <a:pt x="638" y="1975"/>
                    <a:pt x="676" y="1975"/>
                  </a:cubicBezTo>
                  <a:cubicBezTo>
                    <a:pt x="753" y="1975"/>
                    <a:pt x="828" y="1902"/>
                    <a:pt x="777" y="1817"/>
                  </a:cubicBezTo>
                  <a:cubicBezTo>
                    <a:pt x="426" y="1316"/>
                    <a:pt x="251" y="715"/>
                    <a:pt x="226" y="113"/>
                  </a:cubicBezTo>
                  <a:cubicBezTo>
                    <a:pt x="226" y="38"/>
                    <a:pt x="169" y="0"/>
                    <a:pt x="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1" name="Google Shape;4151;p52"/>
            <p:cNvSpPr/>
            <p:nvPr/>
          </p:nvSpPr>
          <p:spPr>
            <a:xfrm>
              <a:off x="1659782" y="2826449"/>
              <a:ext cx="23189" cy="145158"/>
            </a:xfrm>
            <a:custGeom>
              <a:rect b="b" l="l" r="r" t="t"/>
              <a:pathLst>
                <a:path extrusionOk="0" h="3493" w="558">
                  <a:moveTo>
                    <a:pt x="419" y="0"/>
                  </a:moveTo>
                  <a:cubicBezTo>
                    <a:pt x="377" y="0"/>
                    <a:pt x="336" y="22"/>
                    <a:pt x="327" y="71"/>
                  </a:cubicBezTo>
                  <a:cubicBezTo>
                    <a:pt x="76" y="1149"/>
                    <a:pt x="1" y="2277"/>
                    <a:pt x="101" y="3380"/>
                  </a:cubicBezTo>
                  <a:cubicBezTo>
                    <a:pt x="101" y="3455"/>
                    <a:pt x="158" y="3492"/>
                    <a:pt x="211" y="3492"/>
                  </a:cubicBezTo>
                  <a:cubicBezTo>
                    <a:pt x="264" y="3492"/>
                    <a:pt x="314" y="3455"/>
                    <a:pt x="302" y="3380"/>
                  </a:cubicBezTo>
                  <a:cubicBezTo>
                    <a:pt x="201" y="2302"/>
                    <a:pt x="277" y="1199"/>
                    <a:pt x="527" y="146"/>
                  </a:cubicBezTo>
                  <a:cubicBezTo>
                    <a:pt x="558" y="55"/>
                    <a:pt x="486"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2" name="Google Shape;4152;p52"/>
            <p:cNvSpPr/>
            <p:nvPr/>
          </p:nvSpPr>
          <p:spPr>
            <a:xfrm>
              <a:off x="1942037" y="2776290"/>
              <a:ext cx="11511" cy="11470"/>
            </a:xfrm>
            <a:custGeom>
              <a:rect b="b" l="l" r="r" t="t"/>
              <a:pathLst>
                <a:path extrusionOk="0" h="276" w="277">
                  <a:moveTo>
                    <a:pt x="101" y="0"/>
                  </a:moveTo>
                  <a:cubicBezTo>
                    <a:pt x="101" y="0"/>
                    <a:pt x="76" y="0"/>
                    <a:pt x="76" y="25"/>
                  </a:cubicBezTo>
                  <a:cubicBezTo>
                    <a:pt x="51" y="25"/>
                    <a:pt x="51" y="25"/>
                    <a:pt x="26" y="50"/>
                  </a:cubicBezTo>
                  <a:lnTo>
                    <a:pt x="1" y="50"/>
                  </a:lnTo>
                  <a:cubicBezTo>
                    <a:pt x="1" y="75"/>
                    <a:pt x="1" y="100"/>
                    <a:pt x="1" y="125"/>
                  </a:cubicBezTo>
                  <a:cubicBezTo>
                    <a:pt x="1" y="125"/>
                    <a:pt x="1" y="125"/>
                    <a:pt x="1" y="150"/>
                  </a:cubicBezTo>
                  <a:cubicBezTo>
                    <a:pt x="1" y="150"/>
                    <a:pt x="26" y="175"/>
                    <a:pt x="26" y="201"/>
                  </a:cubicBezTo>
                  <a:lnTo>
                    <a:pt x="76" y="251"/>
                  </a:lnTo>
                  <a:cubicBezTo>
                    <a:pt x="101" y="251"/>
                    <a:pt x="101" y="251"/>
                    <a:pt x="126" y="276"/>
                  </a:cubicBezTo>
                  <a:lnTo>
                    <a:pt x="201" y="276"/>
                  </a:lnTo>
                  <a:cubicBezTo>
                    <a:pt x="226" y="251"/>
                    <a:pt x="226" y="251"/>
                    <a:pt x="226" y="251"/>
                  </a:cubicBezTo>
                  <a:lnTo>
                    <a:pt x="252" y="226"/>
                  </a:lnTo>
                  <a:cubicBezTo>
                    <a:pt x="252" y="201"/>
                    <a:pt x="277" y="175"/>
                    <a:pt x="277" y="175"/>
                  </a:cubicBezTo>
                  <a:cubicBezTo>
                    <a:pt x="277" y="150"/>
                    <a:pt x="277" y="150"/>
                    <a:pt x="277" y="150"/>
                  </a:cubicBezTo>
                  <a:cubicBezTo>
                    <a:pt x="252" y="125"/>
                    <a:pt x="252" y="100"/>
                    <a:pt x="226" y="100"/>
                  </a:cubicBezTo>
                  <a:cubicBezTo>
                    <a:pt x="226" y="75"/>
                    <a:pt x="201" y="50"/>
                    <a:pt x="176" y="50"/>
                  </a:cubicBezTo>
                  <a:cubicBezTo>
                    <a:pt x="176" y="25"/>
                    <a:pt x="151" y="25"/>
                    <a:pt x="151" y="25"/>
                  </a:cubicBezTo>
                  <a:cubicBezTo>
                    <a:pt x="126" y="0"/>
                    <a:pt x="12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3" name="Google Shape;4153;p52"/>
            <p:cNvSpPr/>
            <p:nvPr/>
          </p:nvSpPr>
          <p:spPr>
            <a:xfrm>
              <a:off x="1883691" y="2174545"/>
              <a:ext cx="347374" cy="371893"/>
            </a:xfrm>
            <a:custGeom>
              <a:rect b="b" l="l" r="r" t="t"/>
              <a:pathLst>
                <a:path extrusionOk="0" h="8949" w="8359">
                  <a:moveTo>
                    <a:pt x="5359" y="0"/>
                  </a:moveTo>
                  <a:cubicBezTo>
                    <a:pt x="4889" y="0"/>
                    <a:pt x="4420" y="47"/>
                    <a:pt x="3961" y="144"/>
                  </a:cubicBezTo>
                  <a:cubicBezTo>
                    <a:pt x="3861" y="169"/>
                    <a:pt x="3836" y="294"/>
                    <a:pt x="3936" y="345"/>
                  </a:cubicBezTo>
                  <a:cubicBezTo>
                    <a:pt x="4688" y="746"/>
                    <a:pt x="5465" y="1122"/>
                    <a:pt x="6267" y="1472"/>
                  </a:cubicBezTo>
                  <a:cubicBezTo>
                    <a:pt x="4839" y="1748"/>
                    <a:pt x="3510" y="2425"/>
                    <a:pt x="2407" y="3402"/>
                  </a:cubicBezTo>
                  <a:cubicBezTo>
                    <a:pt x="2361" y="3449"/>
                    <a:pt x="2400" y="3580"/>
                    <a:pt x="2466" y="3580"/>
                  </a:cubicBezTo>
                  <a:cubicBezTo>
                    <a:pt x="2471" y="3580"/>
                    <a:pt x="2477" y="3580"/>
                    <a:pt x="2483" y="3578"/>
                  </a:cubicBezTo>
                  <a:cubicBezTo>
                    <a:pt x="3227" y="3487"/>
                    <a:pt x="3985" y="3422"/>
                    <a:pt x="4737" y="3422"/>
                  </a:cubicBezTo>
                  <a:cubicBezTo>
                    <a:pt x="5023" y="3422"/>
                    <a:pt x="5308" y="3432"/>
                    <a:pt x="5590" y="3452"/>
                  </a:cubicBezTo>
                  <a:cubicBezTo>
                    <a:pt x="3786" y="4355"/>
                    <a:pt x="2232" y="5683"/>
                    <a:pt x="1029" y="7262"/>
                  </a:cubicBezTo>
                  <a:cubicBezTo>
                    <a:pt x="678" y="7763"/>
                    <a:pt x="352" y="8264"/>
                    <a:pt x="52" y="8791"/>
                  </a:cubicBezTo>
                  <a:cubicBezTo>
                    <a:pt x="1" y="8875"/>
                    <a:pt x="76" y="8949"/>
                    <a:pt x="145" y="8949"/>
                  </a:cubicBezTo>
                  <a:cubicBezTo>
                    <a:pt x="179" y="8949"/>
                    <a:pt x="211" y="8932"/>
                    <a:pt x="227" y="8891"/>
                  </a:cubicBezTo>
                  <a:cubicBezTo>
                    <a:pt x="1255" y="7061"/>
                    <a:pt x="2708" y="5482"/>
                    <a:pt x="4488" y="4330"/>
                  </a:cubicBezTo>
                  <a:cubicBezTo>
                    <a:pt x="4964" y="4029"/>
                    <a:pt x="5490" y="3728"/>
                    <a:pt x="6016" y="3477"/>
                  </a:cubicBezTo>
                  <a:cubicBezTo>
                    <a:pt x="6142" y="3427"/>
                    <a:pt x="6067" y="3277"/>
                    <a:pt x="5966" y="3277"/>
                  </a:cubicBezTo>
                  <a:cubicBezTo>
                    <a:pt x="5552" y="3218"/>
                    <a:pt x="5142" y="3194"/>
                    <a:pt x="4732" y="3194"/>
                  </a:cubicBezTo>
                  <a:cubicBezTo>
                    <a:pt x="4101" y="3194"/>
                    <a:pt x="3472" y="3251"/>
                    <a:pt x="2833" y="3327"/>
                  </a:cubicBezTo>
                  <a:cubicBezTo>
                    <a:pt x="3936" y="2425"/>
                    <a:pt x="5265" y="1823"/>
                    <a:pt x="6693" y="1623"/>
                  </a:cubicBezTo>
                  <a:cubicBezTo>
                    <a:pt x="6818" y="1598"/>
                    <a:pt x="6768" y="1447"/>
                    <a:pt x="6693" y="1422"/>
                  </a:cubicBezTo>
                  <a:cubicBezTo>
                    <a:pt x="5866" y="1071"/>
                    <a:pt x="5089" y="695"/>
                    <a:pt x="4312" y="294"/>
                  </a:cubicBezTo>
                  <a:cubicBezTo>
                    <a:pt x="4653" y="241"/>
                    <a:pt x="4999" y="214"/>
                    <a:pt x="5347" y="214"/>
                  </a:cubicBezTo>
                  <a:cubicBezTo>
                    <a:pt x="6302" y="214"/>
                    <a:pt x="7265" y="416"/>
                    <a:pt x="8147" y="821"/>
                  </a:cubicBezTo>
                  <a:cubicBezTo>
                    <a:pt x="8161" y="826"/>
                    <a:pt x="8174" y="829"/>
                    <a:pt x="8187" y="829"/>
                  </a:cubicBezTo>
                  <a:cubicBezTo>
                    <a:pt x="8291" y="829"/>
                    <a:pt x="8359" y="665"/>
                    <a:pt x="8247" y="620"/>
                  </a:cubicBezTo>
                  <a:cubicBezTo>
                    <a:pt x="7345" y="212"/>
                    <a:pt x="6351" y="0"/>
                    <a:pt x="53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4" name="Google Shape;4154;p52"/>
            <p:cNvSpPr/>
            <p:nvPr/>
          </p:nvSpPr>
          <p:spPr>
            <a:xfrm>
              <a:off x="2047259" y="2402028"/>
              <a:ext cx="96163" cy="282088"/>
            </a:xfrm>
            <a:custGeom>
              <a:rect b="b" l="l" r="r" t="t"/>
              <a:pathLst>
                <a:path extrusionOk="0" h="6788" w="2314">
                  <a:moveTo>
                    <a:pt x="2166" y="0"/>
                  </a:moveTo>
                  <a:cubicBezTo>
                    <a:pt x="2145" y="0"/>
                    <a:pt x="2123" y="10"/>
                    <a:pt x="2106" y="34"/>
                  </a:cubicBezTo>
                  <a:cubicBezTo>
                    <a:pt x="903" y="1462"/>
                    <a:pt x="201" y="3242"/>
                    <a:pt x="50" y="5096"/>
                  </a:cubicBezTo>
                  <a:cubicBezTo>
                    <a:pt x="0" y="5623"/>
                    <a:pt x="25" y="6149"/>
                    <a:pt x="75" y="6675"/>
                  </a:cubicBezTo>
                  <a:cubicBezTo>
                    <a:pt x="88" y="6750"/>
                    <a:pt x="144" y="6788"/>
                    <a:pt x="198" y="6788"/>
                  </a:cubicBezTo>
                  <a:cubicBezTo>
                    <a:pt x="251" y="6788"/>
                    <a:pt x="301" y="6750"/>
                    <a:pt x="301" y="6675"/>
                  </a:cubicBezTo>
                  <a:cubicBezTo>
                    <a:pt x="100" y="4871"/>
                    <a:pt x="501" y="3041"/>
                    <a:pt x="1379" y="1462"/>
                  </a:cubicBezTo>
                  <a:cubicBezTo>
                    <a:pt x="1629" y="1011"/>
                    <a:pt x="1930" y="585"/>
                    <a:pt x="2256" y="184"/>
                  </a:cubicBezTo>
                  <a:cubicBezTo>
                    <a:pt x="2314" y="107"/>
                    <a:pt x="2238" y="0"/>
                    <a:pt x="21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5" name="Google Shape;4155;p52"/>
            <p:cNvSpPr/>
            <p:nvPr/>
          </p:nvSpPr>
          <p:spPr>
            <a:xfrm>
              <a:off x="2441967" y="2134318"/>
              <a:ext cx="155257" cy="96038"/>
            </a:xfrm>
            <a:custGeom>
              <a:rect b="b" l="l" r="r" t="t"/>
              <a:pathLst>
                <a:path extrusionOk="0" h="2311" w="3736">
                  <a:moveTo>
                    <a:pt x="2174" y="0"/>
                  </a:moveTo>
                  <a:cubicBezTo>
                    <a:pt x="2161" y="0"/>
                    <a:pt x="2147" y="3"/>
                    <a:pt x="2131" y="9"/>
                  </a:cubicBezTo>
                  <a:cubicBezTo>
                    <a:pt x="1405" y="210"/>
                    <a:pt x="703" y="536"/>
                    <a:pt x="101" y="962"/>
                  </a:cubicBezTo>
                  <a:cubicBezTo>
                    <a:pt x="0" y="1022"/>
                    <a:pt x="46" y="1165"/>
                    <a:pt x="133" y="1165"/>
                  </a:cubicBezTo>
                  <a:cubicBezTo>
                    <a:pt x="154" y="1165"/>
                    <a:pt x="177" y="1157"/>
                    <a:pt x="202" y="1137"/>
                  </a:cubicBezTo>
                  <a:cubicBezTo>
                    <a:pt x="653" y="836"/>
                    <a:pt x="1129" y="586"/>
                    <a:pt x="1630" y="385"/>
                  </a:cubicBezTo>
                  <a:lnTo>
                    <a:pt x="1630" y="385"/>
                  </a:lnTo>
                  <a:cubicBezTo>
                    <a:pt x="1329" y="711"/>
                    <a:pt x="1104" y="1062"/>
                    <a:pt x="953" y="1488"/>
                  </a:cubicBezTo>
                  <a:cubicBezTo>
                    <a:pt x="932" y="1553"/>
                    <a:pt x="985" y="1618"/>
                    <a:pt x="1049" y="1618"/>
                  </a:cubicBezTo>
                  <a:cubicBezTo>
                    <a:pt x="1059" y="1618"/>
                    <a:pt x="1069" y="1617"/>
                    <a:pt x="1079" y="1613"/>
                  </a:cubicBezTo>
                  <a:cubicBezTo>
                    <a:pt x="1507" y="1498"/>
                    <a:pt x="1946" y="1437"/>
                    <a:pt x="2388" y="1437"/>
                  </a:cubicBezTo>
                  <a:cubicBezTo>
                    <a:pt x="2619" y="1437"/>
                    <a:pt x="2852" y="1454"/>
                    <a:pt x="3084" y="1488"/>
                  </a:cubicBezTo>
                  <a:cubicBezTo>
                    <a:pt x="2683" y="1613"/>
                    <a:pt x="2307" y="1839"/>
                    <a:pt x="1981" y="2115"/>
                  </a:cubicBezTo>
                  <a:cubicBezTo>
                    <a:pt x="1900" y="2196"/>
                    <a:pt x="1983" y="2310"/>
                    <a:pt x="2085" y="2310"/>
                  </a:cubicBezTo>
                  <a:cubicBezTo>
                    <a:pt x="2108" y="2310"/>
                    <a:pt x="2133" y="2304"/>
                    <a:pt x="2156" y="2290"/>
                  </a:cubicBezTo>
                  <a:cubicBezTo>
                    <a:pt x="2557" y="1914"/>
                    <a:pt x="3084" y="1663"/>
                    <a:pt x="3635" y="1563"/>
                  </a:cubicBezTo>
                  <a:cubicBezTo>
                    <a:pt x="3735" y="1563"/>
                    <a:pt x="3735" y="1388"/>
                    <a:pt x="3635" y="1363"/>
                  </a:cubicBezTo>
                  <a:cubicBezTo>
                    <a:pt x="3247" y="1266"/>
                    <a:pt x="2860" y="1222"/>
                    <a:pt x="2472" y="1222"/>
                  </a:cubicBezTo>
                  <a:cubicBezTo>
                    <a:pt x="2058" y="1222"/>
                    <a:pt x="1643" y="1272"/>
                    <a:pt x="1229" y="1363"/>
                  </a:cubicBezTo>
                  <a:cubicBezTo>
                    <a:pt x="1430" y="887"/>
                    <a:pt x="1780" y="486"/>
                    <a:pt x="2207" y="210"/>
                  </a:cubicBezTo>
                  <a:cubicBezTo>
                    <a:pt x="2295" y="144"/>
                    <a:pt x="2267" y="0"/>
                    <a:pt x="217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6" name="Google Shape;4156;p52"/>
            <p:cNvSpPr/>
            <p:nvPr/>
          </p:nvSpPr>
          <p:spPr>
            <a:xfrm>
              <a:off x="2525330" y="2338819"/>
              <a:ext cx="403102" cy="256780"/>
            </a:xfrm>
            <a:custGeom>
              <a:rect b="b" l="l" r="r" t="t"/>
              <a:pathLst>
                <a:path extrusionOk="0" h="6179" w="9700">
                  <a:moveTo>
                    <a:pt x="125" y="1"/>
                  </a:moveTo>
                  <a:cubicBezTo>
                    <a:pt x="0" y="1"/>
                    <a:pt x="0" y="226"/>
                    <a:pt x="125" y="226"/>
                  </a:cubicBezTo>
                  <a:cubicBezTo>
                    <a:pt x="1805" y="276"/>
                    <a:pt x="3484" y="602"/>
                    <a:pt x="5063" y="1179"/>
                  </a:cubicBezTo>
                  <a:cubicBezTo>
                    <a:pt x="6466" y="1680"/>
                    <a:pt x="7895" y="2432"/>
                    <a:pt x="8697" y="3710"/>
                  </a:cubicBezTo>
                  <a:cubicBezTo>
                    <a:pt x="9148" y="4412"/>
                    <a:pt x="9399" y="5239"/>
                    <a:pt x="9323" y="6066"/>
                  </a:cubicBezTo>
                  <a:cubicBezTo>
                    <a:pt x="9311" y="6141"/>
                    <a:pt x="9361" y="6179"/>
                    <a:pt x="9414" y="6179"/>
                  </a:cubicBezTo>
                  <a:cubicBezTo>
                    <a:pt x="9468" y="6179"/>
                    <a:pt x="9524" y="6141"/>
                    <a:pt x="9524" y="6066"/>
                  </a:cubicBezTo>
                  <a:cubicBezTo>
                    <a:pt x="9699" y="4537"/>
                    <a:pt x="8772" y="3108"/>
                    <a:pt x="7569" y="2206"/>
                  </a:cubicBezTo>
                  <a:cubicBezTo>
                    <a:pt x="6942" y="1755"/>
                    <a:pt x="6241" y="1404"/>
                    <a:pt x="5514" y="1103"/>
                  </a:cubicBezTo>
                  <a:cubicBezTo>
                    <a:pt x="4712" y="803"/>
                    <a:pt x="3885" y="552"/>
                    <a:pt x="3058" y="377"/>
                  </a:cubicBezTo>
                  <a:cubicBezTo>
                    <a:pt x="2105" y="151"/>
                    <a:pt x="1128" y="5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7" name="Google Shape;4157;p52"/>
            <p:cNvSpPr/>
            <p:nvPr/>
          </p:nvSpPr>
          <p:spPr>
            <a:xfrm>
              <a:off x="2794578" y="2564308"/>
              <a:ext cx="84901" cy="20695"/>
            </a:xfrm>
            <a:custGeom>
              <a:rect b="b" l="l" r="r" t="t"/>
              <a:pathLst>
                <a:path extrusionOk="0" h="498" w="2043">
                  <a:moveTo>
                    <a:pt x="1601" y="1"/>
                  </a:moveTo>
                  <a:cubicBezTo>
                    <a:pt x="1088" y="1"/>
                    <a:pt x="592" y="102"/>
                    <a:pt x="113" y="289"/>
                  </a:cubicBezTo>
                  <a:cubicBezTo>
                    <a:pt x="1" y="334"/>
                    <a:pt x="29" y="497"/>
                    <a:pt x="124" y="497"/>
                  </a:cubicBezTo>
                  <a:cubicBezTo>
                    <a:pt x="136" y="497"/>
                    <a:pt x="149" y="495"/>
                    <a:pt x="163" y="489"/>
                  </a:cubicBezTo>
                  <a:cubicBezTo>
                    <a:pt x="619" y="323"/>
                    <a:pt x="1111" y="226"/>
                    <a:pt x="1608" y="226"/>
                  </a:cubicBezTo>
                  <a:cubicBezTo>
                    <a:pt x="1711" y="226"/>
                    <a:pt x="1814" y="230"/>
                    <a:pt x="1917" y="239"/>
                  </a:cubicBezTo>
                  <a:cubicBezTo>
                    <a:pt x="1924" y="240"/>
                    <a:pt x="1930" y="241"/>
                    <a:pt x="1936" y="241"/>
                  </a:cubicBezTo>
                  <a:cubicBezTo>
                    <a:pt x="2042" y="241"/>
                    <a:pt x="2036" y="37"/>
                    <a:pt x="1917" y="13"/>
                  </a:cubicBezTo>
                  <a:cubicBezTo>
                    <a:pt x="1811" y="5"/>
                    <a:pt x="1706" y="1"/>
                    <a:pt x="16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8" name="Google Shape;4158;p52"/>
            <p:cNvSpPr/>
            <p:nvPr/>
          </p:nvSpPr>
          <p:spPr>
            <a:xfrm>
              <a:off x="2160045" y="2333292"/>
              <a:ext cx="211566" cy="246349"/>
            </a:xfrm>
            <a:custGeom>
              <a:rect b="b" l="l" r="r" t="t"/>
              <a:pathLst>
                <a:path extrusionOk="0" h="5928" w="5091">
                  <a:moveTo>
                    <a:pt x="4468" y="0"/>
                  </a:moveTo>
                  <a:cubicBezTo>
                    <a:pt x="4456" y="0"/>
                    <a:pt x="4443" y="3"/>
                    <a:pt x="4429" y="8"/>
                  </a:cubicBezTo>
                  <a:cubicBezTo>
                    <a:pt x="2875" y="535"/>
                    <a:pt x="1422" y="1437"/>
                    <a:pt x="544" y="2840"/>
                  </a:cubicBezTo>
                  <a:cubicBezTo>
                    <a:pt x="319" y="3241"/>
                    <a:pt x="143" y="3642"/>
                    <a:pt x="18" y="4069"/>
                  </a:cubicBezTo>
                  <a:cubicBezTo>
                    <a:pt x="0" y="4140"/>
                    <a:pt x="59" y="4199"/>
                    <a:pt x="122" y="4199"/>
                  </a:cubicBezTo>
                  <a:cubicBezTo>
                    <a:pt x="147" y="4199"/>
                    <a:pt x="172" y="4190"/>
                    <a:pt x="194" y="4169"/>
                  </a:cubicBezTo>
                  <a:cubicBezTo>
                    <a:pt x="920" y="3492"/>
                    <a:pt x="1823" y="3016"/>
                    <a:pt x="2775" y="2790"/>
                  </a:cubicBezTo>
                  <a:lnTo>
                    <a:pt x="2775" y="2790"/>
                  </a:lnTo>
                  <a:cubicBezTo>
                    <a:pt x="2750" y="3793"/>
                    <a:pt x="2700" y="4820"/>
                    <a:pt x="2650" y="5823"/>
                  </a:cubicBezTo>
                  <a:cubicBezTo>
                    <a:pt x="2650" y="5885"/>
                    <a:pt x="2707" y="5928"/>
                    <a:pt x="2763" y="5928"/>
                  </a:cubicBezTo>
                  <a:cubicBezTo>
                    <a:pt x="2797" y="5928"/>
                    <a:pt x="2831" y="5911"/>
                    <a:pt x="2850" y="5873"/>
                  </a:cubicBezTo>
                  <a:cubicBezTo>
                    <a:pt x="3377" y="4996"/>
                    <a:pt x="4103" y="4244"/>
                    <a:pt x="4981" y="3718"/>
                  </a:cubicBezTo>
                  <a:cubicBezTo>
                    <a:pt x="5091" y="3652"/>
                    <a:pt x="5027" y="3508"/>
                    <a:pt x="4925" y="3508"/>
                  </a:cubicBezTo>
                  <a:cubicBezTo>
                    <a:pt x="4910" y="3508"/>
                    <a:pt x="4896" y="3511"/>
                    <a:pt x="4880" y="3517"/>
                  </a:cubicBezTo>
                  <a:cubicBezTo>
                    <a:pt x="4078" y="4018"/>
                    <a:pt x="3402" y="4670"/>
                    <a:pt x="2900" y="5422"/>
                  </a:cubicBezTo>
                  <a:cubicBezTo>
                    <a:pt x="2925" y="4495"/>
                    <a:pt x="2975" y="3567"/>
                    <a:pt x="3001" y="2640"/>
                  </a:cubicBezTo>
                  <a:cubicBezTo>
                    <a:pt x="3001" y="2578"/>
                    <a:pt x="2950" y="2533"/>
                    <a:pt x="2904" y="2533"/>
                  </a:cubicBezTo>
                  <a:cubicBezTo>
                    <a:pt x="2894" y="2533"/>
                    <a:pt x="2884" y="2535"/>
                    <a:pt x="2875" y="2540"/>
                  </a:cubicBezTo>
                  <a:cubicBezTo>
                    <a:pt x="1948" y="2715"/>
                    <a:pt x="1071" y="3141"/>
                    <a:pt x="369" y="3743"/>
                  </a:cubicBezTo>
                  <a:cubicBezTo>
                    <a:pt x="870" y="2414"/>
                    <a:pt x="1948" y="1412"/>
                    <a:pt x="3201" y="760"/>
                  </a:cubicBezTo>
                  <a:cubicBezTo>
                    <a:pt x="3627" y="535"/>
                    <a:pt x="4053" y="359"/>
                    <a:pt x="4479" y="209"/>
                  </a:cubicBezTo>
                  <a:cubicBezTo>
                    <a:pt x="4591" y="164"/>
                    <a:pt x="4563" y="0"/>
                    <a:pt x="44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9" name="Google Shape;4159;p52"/>
            <p:cNvSpPr/>
            <p:nvPr/>
          </p:nvSpPr>
          <p:spPr>
            <a:xfrm>
              <a:off x="2274036" y="2341853"/>
              <a:ext cx="146779" cy="77005"/>
            </a:xfrm>
            <a:custGeom>
              <a:rect b="b" l="l" r="r" t="t"/>
              <a:pathLst>
                <a:path extrusionOk="0" h="1853" w="3532">
                  <a:moveTo>
                    <a:pt x="3366" y="1"/>
                  </a:moveTo>
                  <a:cubicBezTo>
                    <a:pt x="3358" y="1"/>
                    <a:pt x="3349" y="1"/>
                    <a:pt x="3340" y="3"/>
                  </a:cubicBezTo>
                  <a:cubicBezTo>
                    <a:pt x="2137" y="228"/>
                    <a:pt x="984" y="830"/>
                    <a:pt x="82" y="1657"/>
                  </a:cubicBezTo>
                  <a:cubicBezTo>
                    <a:pt x="1" y="1738"/>
                    <a:pt x="84" y="1853"/>
                    <a:pt x="173" y="1853"/>
                  </a:cubicBezTo>
                  <a:cubicBezTo>
                    <a:pt x="193" y="1853"/>
                    <a:pt x="214" y="1847"/>
                    <a:pt x="232" y="1832"/>
                  </a:cubicBezTo>
                  <a:cubicBezTo>
                    <a:pt x="1110" y="1005"/>
                    <a:pt x="2212" y="454"/>
                    <a:pt x="3390" y="203"/>
                  </a:cubicBezTo>
                  <a:cubicBezTo>
                    <a:pt x="3532" y="180"/>
                    <a:pt x="3496" y="1"/>
                    <a:pt x="336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0" name="Google Shape;4160;p52"/>
            <p:cNvSpPr/>
            <p:nvPr/>
          </p:nvSpPr>
          <p:spPr>
            <a:xfrm>
              <a:off x="2447203" y="2330508"/>
              <a:ext cx="11511" cy="8353"/>
            </a:xfrm>
            <a:custGeom>
              <a:rect b="b" l="l" r="r" t="t"/>
              <a:pathLst>
                <a:path extrusionOk="0" h="201" w="277">
                  <a:moveTo>
                    <a:pt x="151" y="0"/>
                  </a:moveTo>
                  <a:cubicBezTo>
                    <a:pt x="0" y="0"/>
                    <a:pt x="0" y="201"/>
                    <a:pt x="151" y="201"/>
                  </a:cubicBezTo>
                  <a:cubicBezTo>
                    <a:pt x="276" y="201"/>
                    <a:pt x="276" y="0"/>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1" name="Google Shape;4161;p52"/>
            <p:cNvSpPr/>
            <p:nvPr/>
          </p:nvSpPr>
          <p:spPr>
            <a:xfrm>
              <a:off x="2459712" y="2368741"/>
              <a:ext cx="12509" cy="26389"/>
            </a:xfrm>
            <a:custGeom>
              <a:rect b="b" l="l" r="r" t="t"/>
              <a:pathLst>
                <a:path extrusionOk="0" h="635" w="301">
                  <a:moveTo>
                    <a:pt x="155" y="1"/>
                  </a:moveTo>
                  <a:cubicBezTo>
                    <a:pt x="145" y="1"/>
                    <a:pt x="135" y="3"/>
                    <a:pt x="125" y="7"/>
                  </a:cubicBezTo>
                  <a:cubicBezTo>
                    <a:pt x="75" y="33"/>
                    <a:pt x="25" y="83"/>
                    <a:pt x="50" y="133"/>
                  </a:cubicBezTo>
                  <a:cubicBezTo>
                    <a:pt x="50" y="158"/>
                    <a:pt x="50" y="158"/>
                    <a:pt x="50" y="183"/>
                  </a:cubicBezTo>
                  <a:cubicBezTo>
                    <a:pt x="50" y="183"/>
                    <a:pt x="50" y="208"/>
                    <a:pt x="50" y="208"/>
                  </a:cubicBezTo>
                  <a:cubicBezTo>
                    <a:pt x="50" y="208"/>
                    <a:pt x="50" y="208"/>
                    <a:pt x="50" y="233"/>
                  </a:cubicBezTo>
                  <a:cubicBezTo>
                    <a:pt x="50" y="258"/>
                    <a:pt x="50" y="283"/>
                    <a:pt x="50" y="333"/>
                  </a:cubicBezTo>
                  <a:cubicBezTo>
                    <a:pt x="50" y="333"/>
                    <a:pt x="50" y="358"/>
                    <a:pt x="50" y="358"/>
                  </a:cubicBezTo>
                  <a:cubicBezTo>
                    <a:pt x="50" y="383"/>
                    <a:pt x="50" y="383"/>
                    <a:pt x="50" y="408"/>
                  </a:cubicBezTo>
                  <a:cubicBezTo>
                    <a:pt x="25" y="434"/>
                    <a:pt x="25" y="484"/>
                    <a:pt x="0" y="509"/>
                  </a:cubicBezTo>
                  <a:cubicBezTo>
                    <a:pt x="0" y="534"/>
                    <a:pt x="0" y="559"/>
                    <a:pt x="25" y="584"/>
                  </a:cubicBezTo>
                  <a:cubicBezTo>
                    <a:pt x="25" y="609"/>
                    <a:pt x="50" y="634"/>
                    <a:pt x="75" y="634"/>
                  </a:cubicBezTo>
                  <a:lnTo>
                    <a:pt x="176" y="634"/>
                  </a:lnTo>
                  <a:cubicBezTo>
                    <a:pt x="201" y="609"/>
                    <a:pt x="201" y="584"/>
                    <a:pt x="226" y="559"/>
                  </a:cubicBezTo>
                  <a:cubicBezTo>
                    <a:pt x="276" y="408"/>
                    <a:pt x="301" y="233"/>
                    <a:pt x="251" y="83"/>
                  </a:cubicBezTo>
                  <a:cubicBezTo>
                    <a:pt x="251" y="42"/>
                    <a:pt x="201" y="1"/>
                    <a:pt x="1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2" name="Google Shape;4162;p52"/>
            <p:cNvSpPr/>
            <p:nvPr/>
          </p:nvSpPr>
          <p:spPr>
            <a:xfrm>
              <a:off x="2478454" y="2373187"/>
              <a:ext cx="9392" cy="24020"/>
            </a:xfrm>
            <a:custGeom>
              <a:rect b="b" l="l" r="r" t="t"/>
              <a:pathLst>
                <a:path extrusionOk="0" h="578" w="226">
                  <a:moveTo>
                    <a:pt x="126" y="1"/>
                  </a:moveTo>
                  <a:cubicBezTo>
                    <a:pt x="50" y="1"/>
                    <a:pt x="0" y="51"/>
                    <a:pt x="0" y="101"/>
                  </a:cubicBezTo>
                  <a:lnTo>
                    <a:pt x="0" y="477"/>
                  </a:lnTo>
                  <a:cubicBezTo>
                    <a:pt x="0" y="527"/>
                    <a:pt x="50" y="577"/>
                    <a:pt x="126" y="577"/>
                  </a:cubicBezTo>
                  <a:cubicBezTo>
                    <a:pt x="176" y="577"/>
                    <a:pt x="226" y="527"/>
                    <a:pt x="226" y="477"/>
                  </a:cubicBezTo>
                  <a:lnTo>
                    <a:pt x="226" y="101"/>
                  </a:lnTo>
                  <a:cubicBezTo>
                    <a:pt x="226" y="51"/>
                    <a:pt x="176"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3" name="Google Shape;4163;p52"/>
            <p:cNvSpPr/>
            <p:nvPr/>
          </p:nvSpPr>
          <p:spPr>
            <a:xfrm>
              <a:off x="2336620" y="2395420"/>
              <a:ext cx="78584" cy="54066"/>
            </a:xfrm>
            <a:custGeom>
              <a:rect b="b" l="l" r="r" t="t"/>
              <a:pathLst>
                <a:path extrusionOk="0" h="1301" w="1891">
                  <a:moveTo>
                    <a:pt x="1716" y="0"/>
                  </a:moveTo>
                  <a:cubicBezTo>
                    <a:pt x="1698" y="0"/>
                    <a:pt x="1678" y="5"/>
                    <a:pt x="1659" y="17"/>
                  </a:cubicBezTo>
                  <a:cubicBezTo>
                    <a:pt x="1082" y="293"/>
                    <a:pt x="556" y="669"/>
                    <a:pt x="80" y="1120"/>
                  </a:cubicBezTo>
                  <a:cubicBezTo>
                    <a:pt x="1" y="1179"/>
                    <a:pt x="77" y="1300"/>
                    <a:pt x="162" y="1300"/>
                  </a:cubicBezTo>
                  <a:cubicBezTo>
                    <a:pt x="185" y="1300"/>
                    <a:pt x="209" y="1292"/>
                    <a:pt x="230" y="1270"/>
                  </a:cubicBezTo>
                  <a:cubicBezTo>
                    <a:pt x="681" y="819"/>
                    <a:pt x="1208" y="468"/>
                    <a:pt x="1784" y="193"/>
                  </a:cubicBezTo>
                  <a:cubicBezTo>
                    <a:pt x="1890" y="150"/>
                    <a:pt x="1817" y="0"/>
                    <a:pt x="17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4" name="Google Shape;4164;p52"/>
            <p:cNvSpPr/>
            <p:nvPr/>
          </p:nvSpPr>
          <p:spPr>
            <a:xfrm>
              <a:off x="2458673" y="2481235"/>
              <a:ext cx="14586" cy="34700"/>
            </a:xfrm>
            <a:custGeom>
              <a:rect b="b" l="l" r="r" t="t"/>
              <a:pathLst>
                <a:path extrusionOk="0" h="835" w="351">
                  <a:moveTo>
                    <a:pt x="237" y="1"/>
                  </a:moveTo>
                  <a:cubicBezTo>
                    <a:pt x="183" y="1"/>
                    <a:pt x="146" y="42"/>
                    <a:pt x="125" y="82"/>
                  </a:cubicBezTo>
                  <a:cubicBezTo>
                    <a:pt x="50" y="283"/>
                    <a:pt x="0" y="509"/>
                    <a:pt x="25" y="734"/>
                  </a:cubicBezTo>
                  <a:cubicBezTo>
                    <a:pt x="25" y="784"/>
                    <a:pt x="75" y="834"/>
                    <a:pt x="125" y="834"/>
                  </a:cubicBezTo>
                  <a:cubicBezTo>
                    <a:pt x="175" y="834"/>
                    <a:pt x="251" y="784"/>
                    <a:pt x="251" y="734"/>
                  </a:cubicBezTo>
                  <a:cubicBezTo>
                    <a:pt x="226" y="684"/>
                    <a:pt x="226" y="609"/>
                    <a:pt x="251" y="559"/>
                  </a:cubicBezTo>
                  <a:cubicBezTo>
                    <a:pt x="251" y="534"/>
                    <a:pt x="251" y="534"/>
                    <a:pt x="251" y="509"/>
                  </a:cubicBezTo>
                  <a:lnTo>
                    <a:pt x="251" y="483"/>
                  </a:lnTo>
                  <a:cubicBezTo>
                    <a:pt x="251" y="483"/>
                    <a:pt x="251" y="483"/>
                    <a:pt x="251" y="458"/>
                  </a:cubicBezTo>
                  <a:cubicBezTo>
                    <a:pt x="251" y="458"/>
                    <a:pt x="251" y="458"/>
                    <a:pt x="251" y="433"/>
                  </a:cubicBezTo>
                  <a:cubicBezTo>
                    <a:pt x="276" y="333"/>
                    <a:pt x="301" y="233"/>
                    <a:pt x="351" y="133"/>
                  </a:cubicBezTo>
                  <a:cubicBezTo>
                    <a:pt x="351" y="82"/>
                    <a:pt x="326" y="7"/>
                    <a:pt x="276" y="7"/>
                  </a:cubicBezTo>
                  <a:cubicBezTo>
                    <a:pt x="262" y="3"/>
                    <a:pt x="249" y="1"/>
                    <a:pt x="2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5" name="Google Shape;4165;p52"/>
            <p:cNvSpPr/>
            <p:nvPr/>
          </p:nvSpPr>
          <p:spPr>
            <a:xfrm>
              <a:off x="2552966" y="2381208"/>
              <a:ext cx="193406" cy="192949"/>
            </a:xfrm>
            <a:custGeom>
              <a:rect b="b" l="l" r="r" t="t"/>
              <a:pathLst>
                <a:path extrusionOk="0" h="4643" w="4654">
                  <a:moveTo>
                    <a:pt x="148" y="0"/>
                  </a:moveTo>
                  <a:cubicBezTo>
                    <a:pt x="48" y="0"/>
                    <a:pt x="0" y="164"/>
                    <a:pt x="112" y="209"/>
                  </a:cubicBezTo>
                  <a:cubicBezTo>
                    <a:pt x="864" y="535"/>
                    <a:pt x="1591" y="936"/>
                    <a:pt x="2217" y="1412"/>
                  </a:cubicBezTo>
                  <a:cubicBezTo>
                    <a:pt x="2894" y="1913"/>
                    <a:pt x="3546" y="2489"/>
                    <a:pt x="3922" y="3216"/>
                  </a:cubicBezTo>
                  <a:cubicBezTo>
                    <a:pt x="4147" y="3642"/>
                    <a:pt x="4272" y="4119"/>
                    <a:pt x="4423" y="4570"/>
                  </a:cubicBezTo>
                  <a:cubicBezTo>
                    <a:pt x="4443" y="4620"/>
                    <a:pt x="4488" y="4642"/>
                    <a:pt x="4531" y="4642"/>
                  </a:cubicBezTo>
                  <a:cubicBezTo>
                    <a:pt x="4594" y="4642"/>
                    <a:pt x="4653" y="4594"/>
                    <a:pt x="4623" y="4520"/>
                  </a:cubicBezTo>
                  <a:cubicBezTo>
                    <a:pt x="4498" y="4093"/>
                    <a:pt x="4373" y="3692"/>
                    <a:pt x="4197" y="3291"/>
                  </a:cubicBezTo>
                  <a:cubicBezTo>
                    <a:pt x="4022" y="2890"/>
                    <a:pt x="3771" y="2540"/>
                    <a:pt x="3470" y="2214"/>
                  </a:cubicBezTo>
                  <a:cubicBezTo>
                    <a:pt x="2894" y="1612"/>
                    <a:pt x="2192" y="1086"/>
                    <a:pt x="1465" y="635"/>
                  </a:cubicBezTo>
                  <a:cubicBezTo>
                    <a:pt x="1064" y="409"/>
                    <a:pt x="613" y="184"/>
                    <a:pt x="187" y="8"/>
                  </a:cubicBezTo>
                  <a:cubicBezTo>
                    <a:pt x="173" y="3"/>
                    <a:pt x="160" y="0"/>
                    <a:pt x="1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6" name="Google Shape;4166;p52"/>
            <p:cNvSpPr/>
            <p:nvPr/>
          </p:nvSpPr>
          <p:spPr>
            <a:xfrm>
              <a:off x="2565682" y="2428749"/>
              <a:ext cx="97160" cy="124006"/>
            </a:xfrm>
            <a:custGeom>
              <a:rect b="b" l="l" r="r" t="t"/>
              <a:pathLst>
                <a:path extrusionOk="0" h="2984" w="2338">
                  <a:moveTo>
                    <a:pt x="151" y="0"/>
                  </a:moveTo>
                  <a:cubicBezTo>
                    <a:pt x="56" y="0"/>
                    <a:pt x="1" y="150"/>
                    <a:pt x="107" y="193"/>
                  </a:cubicBezTo>
                  <a:cubicBezTo>
                    <a:pt x="733" y="568"/>
                    <a:pt x="1235" y="1095"/>
                    <a:pt x="1611" y="1696"/>
                  </a:cubicBezTo>
                  <a:cubicBezTo>
                    <a:pt x="1811" y="2047"/>
                    <a:pt x="1961" y="2398"/>
                    <a:pt x="2087" y="2774"/>
                  </a:cubicBezTo>
                  <a:cubicBezTo>
                    <a:pt x="2087" y="2824"/>
                    <a:pt x="2112" y="2849"/>
                    <a:pt x="2112" y="2899"/>
                  </a:cubicBezTo>
                  <a:cubicBezTo>
                    <a:pt x="2131" y="2956"/>
                    <a:pt x="2178" y="2984"/>
                    <a:pt x="2221" y="2984"/>
                  </a:cubicBezTo>
                  <a:cubicBezTo>
                    <a:pt x="2236" y="2984"/>
                    <a:pt x="2250" y="2981"/>
                    <a:pt x="2262" y="2975"/>
                  </a:cubicBezTo>
                  <a:cubicBezTo>
                    <a:pt x="2312" y="2949"/>
                    <a:pt x="2337" y="2899"/>
                    <a:pt x="2337" y="2849"/>
                  </a:cubicBezTo>
                  <a:cubicBezTo>
                    <a:pt x="2287" y="2649"/>
                    <a:pt x="2212" y="2473"/>
                    <a:pt x="2137" y="2298"/>
                  </a:cubicBezTo>
                  <a:cubicBezTo>
                    <a:pt x="1761" y="1345"/>
                    <a:pt x="1084" y="543"/>
                    <a:pt x="207" y="17"/>
                  </a:cubicBezTo>
                  <a:cubicBezTo>
                    <a:pt x="188" y="5"/>
                    <a:pt x="169" y="0"/>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7" name="Google Shape;4167;p52"/>
            <p:cNvSpPr/>
            <p:nvPr/>
          </p:nvSpPr>
          <p:spPr>
            <a:xfrm>
              <a:off x="2519886" y="2453517"/>
              <a:ext cx="30046" cy="73182"/>
            </a:xfrm>
            <a:custGeom>
              <a:rect b="b" l="l" r="r" t="t"/>
              <a:pathLst>
                <a:path extrusionOk="0" h="1761" w="723">
                  <a:moveTo>
                    <a:pt x="123" y="0"/>
                  </a:moveTo>
                  <a:cubicBezTo>
                    <a:pt x="60" y="0"/>
                    <a:pt x="1" y="48"/>
                    <a:pt x="31" y="123"/>
                  </a:cubicBezTo>
                  <a:cubicBezTo>
                    <a:pt x="231" y="624"/>
                    <a:pt x="382" y="1150"/>
                    <a:pt x="482" y="1677"/>
                  </a:cubicBezTo>
                  <a:cubicBezTo>
                    <a:pt x="502" y="1736"/>
                    <a:pt x="545" y="1760"/>
                    <a:pt x="588" y="1760"/>
                  </a:cubicBezTo>
                  <a:cubicBezTo>
                    <a:pt x="655" y="1760"/>
                    <a:pt x="723" y="1703"/>
                    <a:pt x="708" y="1627"/>
                  </a:cubicBezTo>
                  <a:cubicBezTo>
                    <a:pt x="582" y="1100"/>
                    <a:pt x="432" y="574"/>
                    <a:pt x="231" y="73"/>
                  </a:cubicBezTo>
                  <a:cubicBezTo>
                    <a:pt x="211" y="22"/>
                    <a:pt x="166" y="0"/>
                    <a:pt x="1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8" name="Google Shape;4168;p52"/>
            <p:cNvSpPr/>
            <p:nvPr/>
          </p:nvSpPr>
          <p:spPr>
            <a:xfrm>
              <a:off x="2880476" y="2797442"/>
              <a:ext cx="14628" cy="28009"/>
            </a:xfrm>
            <a:custGeom>
              <a:rect b="b" l="l" r="r" t="t"/>
              <a:pathLst>
                <a:path extrusionOk="0" h="674" w="352">
                  <a:moveTo>
                    <a:pt x="206" y="1"/>
                  </a:moveTo>
                  <a:cubicBezTo>
                    <a:pt x="172" y="1"/>
                    <a:pt x="140" y="13"/>
                    <a:pt x="126" y="42"/>
                  </a:cubicBezTo>
                  <a:cubicBezTo>
                    <a:pt x="51" y="218"/>
                    <a:pt x="0" y="393"/>
                    <a:pt x="0" y="569"/>
                  </a:cubicBezTo>
                  <a:cubicBezTo>
                    <a:pt x="0" y="612"/>
                    <a:pt x="38" y="674"/>
                    <a:pt x="96" y="674"/>
                  </a:cubicBezTo>
                  <a:cubicBezTo>
                    <a:pt x="106" y="674"/>
                    <a:pt x="116" y="672"/>
                    <a:pt x="126" y="669"/>
                  </a:cubicBezTo>
                  <a:cubicBezTo>
                    <a:pt x="176" y="669"/>
                    <a:pt x="226" y="644"/>
                    <a:pt x="226" y="569"/>
                  </a:cubicBezTo>
                  <a:cubicBezTo>
                    <a:pt x="226" y="544"/>
                    <a:pt x="226" y="494"/>
                    <a:pt x="226" y="443"/>
                  </a:cubicBezTo>
                  <a:cubicBezTo>
                    <a:pt x="226" y="443"/>
                    <a:pt x="226" y="418"/>
                    <a:pt x="226" y="418"/>
                  </a:cubicBezTo>
                  <a:cubicBezTo>
                    <a:pt x="226" y="393"/>
                    <a:pt x="251" y="368"/>
                    <a:pt x="251" y="368"/>
                  </a:cubicBezTo>
                  <a:cubicBezTo>
                    <a:pt x="251" y="318"/>
                    <a:pt x="276" y="293"/>
                    <a:pt x="276" y="243"/>
                  </a:cubicBezTo>
                  <a:cubicBezTo>
                    <a:pt x="276" y="243"/>
                    <a:pt x="301" y="218"/>
                    <a:pt x="301" y="193"/>
                  </a:cubicBezTo>
                  <a:cubicBezTo>
                    <a:pt x="301" y="193"/>
                    <a:pt x="301" y="168"/>
                    <a:pt x="326" y="168"/>
                  </a:cubicBezTo>
                  <a:cubicBezTo>
                    <a:pt x="351" y="118"/>
                    <a:pt x="326" y="42"/>
                    <a:pt x="276" y="17"/>
                  </a:cubicBezTo>
                  <a:cubicBezTo>
                    <a:pt x="255" y="7"/>
                    <a:pt x="230" y="1"/>
                    <a:pt x="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9" name="Google Shape;4169;p52"/>
            <p:cNvSpPr/>
            <p:nvPr/>
          </p:nvSpPr>
          <p:spPr>
            <a:xfrm>
              <a:off x="2898179" y="2801266"/>
              <a:ext cx="9433" cy="24186"/>
            </a:xfrm>
            <a:custGeom>
              <a:rect b="b" l="l" r="r" t="t"/>
              <a:pathLst>
                <a:path extrusionOk="0" h="582" w="227">
                  <a:moveTo>
                    <a:pt x="101" y="1"/>
                  </a:moveTo>
                  <a:cubicBezTo>
                    <a:pt x="51" y="1"/>
                    <a:pt x="1" y="51"/>
                    <a:pt x="1" y="126"/>
                  </a:cubicBezTo>
                  <a:lnTo>
                    <a:pt x="1" y="477"/>
                  </a:lnTo>
                  <a:cubicBezTo>
                    <a:pt x="1" y="520"/>
                    <a:pt x="38" y="582"/>
                    <a:pt x="80" y="582"/>
                  </a:cubicBezTo>
                  <a:cubicBezTo>
                    <a:pt x="87" y="582"/>
                    <a:pt x="94" y="580"/>
                    <a:pt x="101" y="577"/>
                  </a:cubicBezTo>
                  <a:cubicBezTo>
                    <a:pt x="176" y="577"/>
                    <a:pt x="226" y="552"/>
                    <a:pt x="226" y="477"/>
                  </a:cubicBezTo>
                  <a:lnTo>
                    <a:pt x="226" y="126"/>
                  </a:lnTo>
                  <a:cubicBezTo>
                    <a:pt x="226" y="51"/>
                    <a:pt x="176"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0" name="Google Shape;4170;p52"/>
            <p:cNvSpPr/>
            <p:nvPr/>
          </p:nvSpPr>
          <p:spPr>
            <a:xfrm>
              <a:off x="1780630" y="2826906"/>
              <a:ext cx="13548" cy="28550"/>
            </a:xfrm>
            <a:custGeom>
              <a:rect b="b" l="l" r="r" t="t"/>
              <a:pathLst>
                <a:path extrusionOk="0" h="687" w="326">
                  <a:moveTo>
                    <a:pt x="207" y="0"/>
                  </a:moveTo>
                  <a:cubicBezTo>
                    <a:pt x="164" y="0"/>
                    <a:pt x="119" y="24"/>
                    <a:pt x="100" y="60"/>
                  </a:cubicBezTo>
                  <a:cubicBezTo>
                    <a:pt x="25" y="211"/>
                    <a:pt x="0" y="386"/>
                    <a:pt x="0" y="587"/>
                  </a:cubicBezTo>
                  <a:cubicBezTo>
                    <a:pt x="0" y="637"/>
                    <a:pt x="50" y="687"/>
                    <a:pt x="100" y="687"/>
                  </a:cubicBezTo>
                  <a:cubicBezTo>
                    <a:pt x="151" y="687"/>
                    <a:pt x="201" y="637"/>
                    <a:pt x="201" y="587"/>
                  </a:cubicBezTo>
                  <a:cubicBezTo>
                    <a:pt x="201" y="536"/>
                    <a:pt x="201" y="486"/>
                    <a:pt x="226" y="461"/>
                  </a:cubicBezTo>
                  <a:cubicBezTo>
                    <a:pt x="226" y="436"/>
                    <a:pt x="226" y="436"/>
                    <a:pt x="226" y="411"/>
                  </a:cubicBezTo>
                  <a:cubicBezTo>
                    <a:pt x="226" y="411"/>
                    <a:pt x="226" y="386"/>
                    <a:pt x="226" y="361"/>
                  </a:cubicBezTo>
                  <a:cubicBezTo>
                    <a:pt x="251" y="336"/>
                    <a:pt x="251" y="286"/>
                    <a:pt x="251" y="261"/>
                  </a:cubicBezTo>
                  <a:cubicBezTo>
                    <a:pt x="276" y="236"/>
                    <a:pt x="276" y="211"/>
                    <a:pt x="276" y="211"/>
                  </a:cubicBezTo>
                  <a:cubicBezTo>
                    <a:pt x="276" y="204"/>
                    <a:pt x="276" y="195"/>
                    <a:pt x="276" y="186"/>
                  </a:cubicBezTo>
                  <a:cubicBezTo>
                    <a:pt x="301" y="186"/>
                    <a:pt x="301" y="186"/>
                    <a:pt x="301" y="160"/>
                  </a:cubicBezTo>
                  <a:cubicBezTo>
                    <a:pt x="326" y="110"/>
                    <a:pt x="326" y="35"/>
                    <a:pt x="251" y="10"/>
                  </a:cubicBezTo>
                  <a:cubicBezTo>
                    <a:pt x="237" y="3"/>
                    <a:pt x="222" y="0"/>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1" name="Google Shape;4171;p52"/>
            <p:cNvSpPr/>
            <p:nvPr/>
          </p:nvSpPr>
          <p:spPr>
            <a:xfrm>
              <a:off x="1797294" y="2831478"/>
              <a:ext cx="9392" cy="23978"/>
            </a:xfrm>
            <a:custGeom>
              <a:rect b="b" l="l" r="r" t="t"/>
              <a:pathLst>
                <a:path extrusionOk="0" h="577" w="226">
                  <a:moveTo>
                    <a:pt x="125" y="0"/>
                  </a:moveTo>
                  <a:cubicBezTo>
                    <a:pt x="50" y="0"/>
                    <a:pt x="0" y="50"/>
                    <a:pt x="0" y="101"/>
                  </a:cubicBezTo>
                  <a:lnTo>
                    <a:pt x="0" y="477"/>
                  </a:lnTo>
                  <a:cubicBezTo>
                    <a:pt x="0" y="527"/>
                    <a:pt x="50" y="577"/>
                    <a:pt x="125" y="577"/>
                  </a:cubicBezTo>
                  <a:cubicBezTo>
                    <a:pt x="176" y="577"/>
                    <a:pt x="226" y="527"/>
                    <a:pt x="226" y="477"/>
                  </a:cubicBezTo>
                  <a:lnTo>
                    <a:pt x="226" y="101"/>
                  </a:lnTo>
                  <a:cubicBezTo>
                    <a:pt x="226" y="50"/>
                    <a:pt x="176"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2" name="Google Shape;4172;p52"/>
            <p:cNvSpPr/>
            <p:nvPr/>
          </p:nvSpPr>
          <p:spPr>
            <a:xfrm>
              <a:off x="2666541" y="2396833"/>
              <a:ext cx="145449" cy="121055"/>
            </a:xfrm>
            <a:custGeom>
              <a:rect b="b" l="l" r="r" t="t"/>
              <a:pathLst>
                <a:path extrusionOk="0" h="2913" w="3500">
                  <a:moveTo>
                    <a:pt x="150" y="1"/>
                  </a:moveTo>
                  <a:cubicBezTo>
                    <a:pt x="48" y="1"/>
                    <a:pt x="0" y="186"/>
                    <a:pt x="136" y="209"/>
                  </a:cubicBezTo>
                  <a:cubicBezTo>
                    <a:pt x="1514" y="534"/>
                    <a:pt x="2717" y="1537"/>
                    <a:pt x="3269" y="2840"/>
                  </a:cubicBezTo>
                  <a:cubicBezTo>
                    <a:pt x="3289" y="2891"/>
                    <a:pt x="3334" y="2913"/>
                    <a:pt x="3377" y="2913"/>
                  </a:cubicBezTo>
                  <a:cubicBezTo>
                    <a:pt x="3440" y="2913"/>
                    <a:pt x="3499" y="2865"/>
                    <a:pt x="3469" y="2790"/>
                  </a:cubicBezTo>
                  <a:cubicBezTo>
                    <a:pt x="2893" y="1412"/>
                    <a:pt x="1665" y="334"/>
                    <a:pt x="186" y="8"/>
                  </a:cubicBezTo>
                  <a:cubicBezTo>
                    <a:pt x="174" y="3"/>
                    <a:pt x="162" y="1"/>
                    <a:pt x="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3" name="Google Shape;4173;p52"/>
            <p:cNvSpPr/>
            <p:nvPr/>
          </p:nvSpPr>
          <p:spPr>
            <a:xfrm>
              <a:off x="1899774" y="2439180"/>
              <a:ext cx="130987" cy="266629"/>
            </a:xfrm>
            <a:custGeom>
              <a:rect b="b" l="l" r="r" t="t"/>
              <a:pathLst>
                <a:path extrusionOk="0" h="6416" w="3152">
                  <a:moveTo>
                    <a:pt x="2994" y="1"/>
                  </a:moveTo>
                  <a:cubicBezTo>
                    <a:pt x="2961" y="1"/>
                    <a:pt x="2926" y="13"/>
                    <a:pt x="2898" y="42"/>
                  </a:cubicBezTo>
                  <a:cubicBezTo>
                    <a:pt x="1820" y="1470"/>
                    <a:pt x="968" y="3074"/>
                    <a:pt x="416" y="4804"/>
                  </a:cubicBezTo>
                  <a:cubicBezTo>
                    <a:pt x="266" y="5280"/>
                    <a:pt x="141" y="5781"/>
                    <a:pt x="15" y="6282"/>
                  </a:cubicBezTo>
                  <a:cubicBezTo>
                    <a:pt x="0" y="6358"/>
                    <a:pt x="68" y="6416"/>
                    <a:pt x="135" y="6416"/>
                  </a:cubicBezTo>
                  <a:cubicBezTo>
                    <a:pt x="178" y="6416"/>
                    <a:pt x="221" y="6392"/>
                    <a:pt x="241" y="6333"/>
                  </a:cubicBezTo>
                  <a:cubicBezTo>
                    <a:pt x="617" y="4578"/>
                    <a:pt x="1294" y="2924"/>
                    <a:pt x="2246" y="1395"/>
                  </a:cubicBezTo>
                  <a:cubicBezTo>
                    <a:pt x="2497" y="969"/>
                    <a:pt x="2797" y="543"/>
                    <a:pt x="3098" y="167"/>
                  </a:cubicBezTo>
                  <a:cubicBezTo>
                    <a:pt x="3152" y="78"/>
                    <a:pt x="3078" y="1"/>
                    <a:pt x="29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4" name="Google Shape;4174;p52"/>
            <p:cNvSpPr/>
            <p:nvPr/>
          </p:nvSpPr>
          <p:spPr>
            <a:xfrm>
              <a:off x="1941414" y="2595392"/>
              <a:ext cx="25682" cy="50035"/>
            </a:xfrm>
            <a:custGeom>
              <a:rect b="b" l="l" r="r" t="t"/>
              <a:pathLst>
                <a:path extrusionOk="0" h="1204" w="618">
                  <a:moveTo>
                    <a:pt x="472" y="1"/>
                  </a:moveTo>
                  <a:cubicBezTo>
                    <a:pt x="438" y="1"/>
                    <a:pt x="407" y="13"/>
                    <a:pt x="392" y="42"/>
                  </a:cubicBezTo>
                  <a:cubicBezTo>
                    <a:pt x="241" y="368"/>
                    <a:pt x="116" y="719"/>
                    <a:pt x="16" y="1070"/>
                  </a:cubicBezTo>
                  <a:cubicBezTo>
                    <a:pt x="1" y="1146"/>
                    <a:pt x="68" y="1203"/>
                    <a:pt x="130" y="1203"/>
                  </a:cubicBezTo>
                  <a:cubicBezTo>
                    <a:pt x="169" y="1203"/>
                    <a:pt x="207" y="1179"/>
                    <a:pt x="216" y="1120"/>
                  </a:cubicBezTo>
                  <a:cubicBezTo>
                    <a:pt x="317" y="794"/>
                    <a:pt x="417" y="468"/>
                    <a:pt x="592" y="168"/>
                  </a:cubicBezTo>
                  <a:cubicBezTo>
                    <a:pt x="617" y="117"/>
                    <a:pt x="592" y="42"/>
                    <a:pt x="542" y="17"/>
                  </a:cubicBezTo>
                  <a:cubicBezTo>
                    <a:pt x="521" y="7"/>
                    <a:pt x="496" y="1"/>
                    <a:pt x="4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5" name="Google Shape;4175;p52"/>
            <p:cNvSpPr/>
            <p:nvPr/>
          </p:nvSpPr>
          <p:spPr>
            <a:xfrm>
              <a:off x="1997266" y="2599881"/>
              <a:ext cx="16706" cy="28550"/>
            </a:xfrm>
            <a:custGeom>
              <a:rect b="b" l="l" r="r" t="t"/>
              <a:pathLst>
                <a:path extrusionOk="0" h="687" w="402">
                  <a:moveTo>
                    <a:pt x="264" y="0"/>
                  </a:moveTo>
                  <a:cubicBezTo>
                    <a:pt x="227" y="0"/>
                    <a:pt x="194" y="28"/>
                    <a:pt x="176" y="85"/>
                  </a:cubicBezTo>
                  <a:cubicBezTo>
                    <a:pt x="126" y="235"/>
                    <a:pt x="75" y="385"/>
                    <a:pt x="25" y="536"/>
                  </a:cubicBezTo>
                  <a:cubicBezTo>
                    <a:pt x="0" y="586"/>
                    <a:pt x="50" y="661"/>
                    <a:pt x="100" y="686"/>
                  </a:cubicBezTo>
                  <a:cubicBezTo>
                    <a:pt x="151" y="686"/>
                    <a:pt x="226" y="661"/>
                    <a:pt x="226" y="611"/>
                  </a:cubicBezTo>
                  <a:cubicBezTo>
                    <a:pt x="276" y="435"/>
                    <a:pt x="326" y="285"/>
                    <a:pt x="401" y="135"/>
                  </a:cubicBezTo>
                  <a:cubicBezTo>
                    <a:pt x="401" y="85"/>
                    <a:pt x="376" y="9"/>
                    <a:pt x="301" y="9"/>
                  </a:cubicBezTo>
                  <a:cubicBezTo>
                    <a:pt x="288" y="3"/>
                    <a:pt x="276" y="0"/>
                    <a:pt x="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6" name="Google Shape;4176;p52"/>
            <p:cNvSpPr/>
            <p:nvPr/>
          </p:nvSpPr>
          <p:spPr>
            <a:xfrm>
              <a:off x="2023281" y="2608317"/>
              <a:ext cx="14628" cy="30503"/>
            </a:xfrm>
            <a:custGeom>
              <a:rect b="b" l="l" r="r" t="t"/>
              <a:pathLst>
                <a:path extrusionOk="0" h="734" w="352">
                  <a:moveTo>
                    <a:pt x="222" y="0"/>
                  </a:moveTo>
                  <a:cubicBezTo>
                    <a:pt x="176" y="0"/>
                    <a:pt x="126" y="41"/>
                    <a:pt x="126" y="82"/>
                  </a:cubicBezTo>
                  <a:cubicBezTo>
                    <a:pt x="76" y="258"/>
                    <a:pt x="51" y="433"/>
                    <a:pt x="1" y="608"/>
                  </a:cubicBezTo>
                  <a:cubicBezTo>
                    <a:pt x="1" y="659"/>
                    <a:pt x="26" y="709"/>
                    <a:pt x="76" y="734"/>
                  </a:cubicBezTo>
                  <a:cubicBezTo>
                    <a:pt x="151" y="734"/>
                    <a:pt x="201" y="709"/>
                    <a:pt x="226" y="659"/>
                  </a:cubicBezTo>
                  <a:cubicBezTo>
                    <a:pt x="251" y="483"/>
                    <a:pt x="302" y="308"/>
                    <a:pt x="327" y="132"/>
                  </a:cubicBezTo>
                  <a:cubicBezTo>
                    <a:pt x="352" y="82"/>
                    <a:pt x="327" y="7"/>
                    <a:pt x="251" y="7"/>
                  </a:cubicBezTo>
                  <a:cubicBezTo>
                    <a:pt x="242" y="2"/>
                    <a:pt x="232" y="0"/>
                    <a:pt x="2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7" name="Google Shape;4177;p52"/>
            <p:cNvSpPr/>
            <p:nvPr/>
          </p:nvSpPr>
          <p:spPr>
            <a:xfrm>
              <a:off x="1802489" y="2497858"/>
              <a:ext cx="52154" cy="177947"/>
            </a:xfrm>
            <a:custGeom>
              <a:rect b="b" l="l" r="r" t="t"/>
              <a:pathLst>
                <a:path extrusionOk="0" h="4282" w="1255">
                  <a:moveTo>
                    <a:pt x="1110" y="1"/>
                  </a:moveTo>
                  <a:cubicBezTo>
                    <a:pt x="1076" y="1"/>
                    <a:pt x="1044" y="18"/>
                    <a:pt x="1028" y="58"/>
                  </a:cubicBezTo>
                  <a:cubicBezTo>
                    <a:pt x="326" y="1312"/>
                    <a:pt x="0" y="2740"/>
                    <a:pt x="76" y="4169"/>
                  </a:cubicBezTo>
                  <a:cubicBezTo>
                    <a:pt x="88" y="4244"/>
                    <a:pt x="145" y="4281"/>
                    <a:pt x="198" y="4281"/>
                  </a:cubicBezTo>
                  <a:cubicBezTo>
                    <a:pt x="251" y="4281"/>
                    <a:pt x="301" y="4244"/>
                    <a:pt x="301" y="4169"/>
                  </a:cubicBezTo>
                  <a:cubicBezTo>
                    <a:pt x="226" y="2790"/>
                    <a:pt x="552" y="1387"/>
                    <a:pt x="1204" y="159"/>
                  </a:cubicBezTo>
                  <a:cubicBezTo>
                    <a:pt x="1254" y="74"/>
                    <a:pt x="1179" y="1"/>
                    <a:pt x="11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8" name="Google Shape;4178;p52"/>
            <p:cNvSpPr/>
            <p:nvPr/>
          </p:nvSpPr>
          <p:spPr>
            <a:xfrm>
              <a:off x="1787902" y="2695046"/>
              <a:ext cx="11511" cy="8353"/>
            </a:xfrm>
            <a:custGeom>
              <a:rect b="b" l="l" r="r" t="t"/>
              <a:pathLst>
                <a:path extrusionOk="0" h="201" w="277">
                  <a:moveTo>
                    <a:pt x="126" y="0"/>
                  </a:moveTo>
                  <a:cubicBezTo>
                    <a:pt x="1" y="0"/>
                    <a:pt x="1" y="201"/>
                    <a:pt x="126" y="201"/>
                  </a:cubicBezTo>
                  <a:cubicBezTo>
                    <a:pt x="276" y="201"/>
                    <a:pt x="276" y="0"/>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9" name="Google Shape;4179;p52"/>
            <p:cNvSpPr/>
            <p:nvPr/>
          </p:nvSpPr>
          <p:spPr>
            <a:xfrm>
              <a:off x="1871058" y="2299964"/>
              <a:ext cx="81826" cy="52653"/>
            </a:xfrm>
            <a:custGeom>
              <a:rect b="b" l="l" r="r" t="t"/>
              <a:pathLst>
                <a:path extrusionOk="0" h="1267" w="1969">
                  <a:moveTo>
                    <a:pt x="1823" y="0"/>
                  </a:moveTo>
                  <a:cubicBezTo>
                    <a:pt x="1811" y="0"/>
                    <a:pt x="1798" y="3"/>
                    <a:pt x="1784" y="8"/>
                  </a:cubicBezTo>
                  <a:cubicBezTo>
                    <a:pt x="1132" y="234"/>
                    <a:pt x="556" y="585"/>
                    <a:pt x="80" y="1061"/>
                  </a:cubicBezTo>
                  <a:cubicBezTo>
                    <a:pt x="1" y="1140"/>
                    <a:pt x="78" y="1266"/>
                    <a:pt x="163" y="1266"/>
                  </a:cubicBezTo>
                  <a:cubicBezTo>
                    <a:pt x="186" y="1266"/>
                    <a:pt x="209" y="1257"/>
                    <a:pt x="230" y="1236"/>
                  </a:cubicBezTo>
                  <a:cubicBezTo>
                    <a:pt x="681" y="760"/>
                    <a:pt x="1233" y="434"/>
                    <a:pt x="1834" y="209"/>
                  </a:cubicBezTo>
                  <a:cubicBezTo>
                    <a:pt x="1968" y="164"/>
                    <a:pt x="1923" y="0"/>
                    <a:pt x="18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0" name="Google Shape;4180;p52"/>
            <p:cNvSpPr/>
            <p:nvPr/>
          </p:nvSpPr>
          <p:spPr>
            <a:xfrm>
              <a:off x="1930609" y="2358268"/>
              <a:ext cx="47998" cy="49868"/>
            </a:xfrm>
            <a:custGeom>
              <a:rect b="b" l="l" r="r" t="t"/>
              <a:pathLst>
                <a:path extrusionOk="0" h="1200" w="1155">
                  <a:moveTo>
                    <a:pt x="1002" y="1"/>
                  </a:moveTo>
                  <a:cubicBezTo>
                    <a:pt x="977" y="1"/>
                    <a:pt x="951" y="11"/>
                    <a:pt x="928" y="34"/>
                  </a:cubicBezTo>
                  <a:cubicBezTo>
                    <a:pt x="602" y="335"/>
                    <a:pt x="326" y="660"/>
                    <a:pt x="50" y="1011"/>
                  </a:cubicBezTo>
                  <a:cubicBezTo>
                    <a:pt x="0" y="1061"/>
                    <a:pt x="0" y="1112"/>
                    <a:pt x="50" y="1162"/>
                  </a:cubicBezTo>
                  <a:cubicBezTo>
                    <a:pt x="63" y="1187"/>
                    <a:pt x="88" y="1199"/>
                    <a:pt x="116" y="1199"/>
                  </a:cubicBezTo>
                  <a:cubicBezTo>
                    <a:pt x="144" y="1199"/>
                    <a:pt x="176" y="1187"/>
                    <a:pt x="201" y="1162"/>
                  </a:cubicBezTo>
                  <a:cubicBezTo>
                    <a:pt x="476" y="811"/>
                    <a:pt x="777" y="485"/>
                    <a:pt x="1078" y="184"/>
                  </a:cubicBezTo>
                  <a:cubicBezTo>
                    <a:pt x="1155" y="107"/>
                    <a:pt x="1084" y="1"/>
                    <a:pt x="10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1" name="Google Shape;4181;p52"/>
            <p:cNvSpPr/>
            <p:nvPr/>
          </p:nvSpPr>
          <p:spPr>
            <a:xfrm>
              <a:off x="1885811" y="2121186"/>
              <a:ext cx="190331" cy="120099"/>
            </a:xfrm>
            <a:custGeom>
              <a:rect b="b" l="l" r="r" t="t"/>
              <a:pathLst>
                <a:path extrusionOk="0" h="2890" w="4580">
                  <a:moveTo>
                    <a:pt x="3726" y="1"/>
                  </a:moveTo>
                  <a:cubicBezTo>
                    <a:pt x="3124" y="1"/>
                    <a:pt x="2533" y="144"/>
                    <a:pt x="1980" y="375"/>
                  </a:cubicBezTo>
                  <a:cubicBezTo>
                    <a:pt x="1579" y="551"/>
                    <a:pt x="1204" y="751"/>
                    <a:pt x="828" y="952"/>
                  </a:cubicBezTo>
                  <a:cubicBezTo>
                    <a:pt x="627" y="1077"/>
                    <a:pt x="452" y="1177"/>
                    <a:pt x="251" y="1303"/>
                  </a:cubicBezTo>
                  <a:cubicBezTo>
                    <a:pt x="126" y="1378"/>
                    <a:pt x="1" y="1453"/>
                    <a:pt x="1" y="1629"/>
                  </a:cubicBezTo>
                  <a:cubicBezTo>
                    <a:pt x="26" y="1679"/>
                    <a:pt x="51" y="1729"/>
                    <a:pt x="126" y="1729"/>
                  </a:cubicBezTo>
                  <a:cubicBezTo>
                    <a:pt x="247" y="1719"/>
                    <a:pt x="369" y="1714"/>
                    <a:pt x="491" y="1714"/>
                  </a:cubicBezTo>
                  <a:cubicBezTo>
                    <a:pt x="1578" y="1714"/>
                    <a:pt x="2673" y="2113"/>
                    <a:pt x="3484" y="2857"/>
                  </a:cubicBezTo>
                  <a:cubicBezTo>
                    <a:pt x="3508" y="2880"/>
                    <a:pt x="3534" y="2890"/>
                    <a:pt x="3558" y="2890"/>
                  </a:cubicBezTo>
                  <a:cubicBezTo>
                    <a:pt x="3641" y="2890"/>
                    <a:pt x="3712" y="2783"/>
                    <a:pt x="3635" y="2706"/>
                  </a:cubicBezTo>
                  <a:cubicBezTo>
                    <a:pt x="2780" y="1923"/>
                    <a:pt x="1656" y="1499"/>
                    <a:pt x="517" y="1499"/>
                  </a:cubicBezTo>
                  <a:cubicBezTo>
                    <a:pt x="453" y="1499"/>
                    <a:pt x="390" y="1501"/>
                    <a:pt x="326" y="1503"/>
                  </a:cubicBezTo>
                  <a:cubicBezTo>
                    <a:pt x="351" y="1478"/>
                    <a:pt x="402" y="1478"/>
                    <a:pt x="427" y="1453"/>
                  </a:cubicBezTo>
                  <a:cubicBezTo>
                    <a:pt x="502" y="1403"/>
                    <a:pt x="577" y="1353"/>
                    <a:pt x="652" y="1303"/>
                  </a:cubicBezTo>
                  <a:cubicBezTo>
                    <a:pt x="803" y="1228"/>
                    <a:pt x="978" y="1127"/>
                    <a:pt x="1128" y="1027"/>
                  </a:cubicBezTo>
                  <a:cubicBezTo>
                    <a:pt x="1479" y="852"/>
                    <a:pt x="1830" y="676"/>
                    <a:pt x="2181" y="526"/>
                  </a:cubicBezTo>
                  <a:cubicBezTo>
                    <a:pt x="2678" y="331"/>
                    <a:pt x="3212" y="211"/>
                    <a:pt x="3740" y="211"/>
                  </a:cubicBezTo>
                  <a:cubicBezTo>
                    <a:pt x="3958" y="211"/>
                    <a:pt x="4174" y="231"/>
                    <a:pt x="4386" y="275"/>
                  </a:cubicBezTo>
                  <a:cubicBezTo>
                    <a:pt x="4395" y="277"/>
                    <a:pt x="4404" y="277"/>
                    <a:pt x="4412" y="277"/>
                  </a:cubicBezTo>
                  <a:cubicBezTo>
                    <a:pt x="4542" y="277"/>
                    <a:pt x="4580" y="98"/>
                    <a:pt x="4462" y="75"/>
                  </a:cubicBezTo>
                  <a:cubicBezTo>
                    <a:pt x="4216" y="24"/>
                    <a:pt x="3970" y="1"/>
                    <a:pt x="37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2" name="Google Shape;4182;p52"/>
            <p:cNvSpPr/>
            <p:nvPr/>
          </p:nvSpPr>
          <p:spPr>
            <a:xfrm>
              <a:off x="1845916" y="2126048"/>
              <a:ext cx="89430" cy="50076"/>
            </a:xfrm>
            <a:custGeom>
              <a:rect b="b" l="l" r="r" t="t"/>
              <a:pathLst>
                <a:path extrusionOk="0" h="1205" w="2152">
                  <a:moveTo>
                    <a:pt x="2005" y="1"/>
                  </a:moveTo>
                  <a:cubicBezTo>
                    <a:pt x="1992" y="1"/>
                    <a:pt x="1978" y="3"/>
                    <a:pt x="1963" y="8"/>
                  </a:cubicBezTo>
                  <a:cubicBezTo>
                    <a:pt x="1311" y="258"/>
                    <a:pt x="685" y="584"/>
                    <a:pt x="83" y="1010"/>
                  </a:cubicBezTo>
                  <a:cubicBezTo>
                    <a:pt x="0" y="1073"/>
                    <a:pt x="55" y="1204"/>
                    <a:pt x="148" y="1204"/>
                  </a:cubicBezTo>
                  <a:cubicBezTo>
                    <a:pt x="167" y="1204"/>
                    <a:pt x="187" y="1199"/>
                    <a:pt x="209" y="1186"/>
                  </a:cubicBezTo>
                  <a:cubicBezTo>
                    <a:pt x="760" y="785"/>
                    <a:pt x="1387" y="459"/>
                    <a:pt x="2038" y="233"/>
                  </a:cubicBezTo>
                  <a:cubicBezTo>
                    <a:pt x="2151" y="188"/>
                    <a:pt x="2122" y="1"/>
                    <a:pt x="200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3" name="Google Shape;4183;p52"/>
            <p:cNvSpPr/>
            <p:nvPr/>
          </p:nvSpPr>
          <p:spPr>
            <a:xfrm>
              <a:off x="2051415" y="2077384"/>
              <a:ext cx="11511" cy="9433"/>
            </a:xfrm>
            <a:custGeom>
              <a:rect b="b" l="l" r="r" t="t"/>
              <a:pathLst>
                <a:path extrusionOk="0" h="227" w="277">
                  <a:moveTo>
                    <a:pt x="126" y="1"/>
                  </a:moveTo>
                  <a:cubicBezTo>
                    <a:pt x="0" y="1"/>
                    <a:pt x="0" y="226"/>
                    <a:pt x="126" y="226"/>
                  </a:cubicBezTo>
                  <a:cubicBezTo>
                    <a:pt x="276" y="226"/>
                    <a:pt x="276"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4" name="Google Shape;4184;p52"/>
            <p:cNvSpPr/>
            <p:nvPr/>
          </p:nvSpPr>
          <p:spPr>
            <a:xfrm>
              <a:off x="1722284" y="2974683"/>
              <a:ext cx="79457" cy="116858"/>
            </a:xfrm>
            <a:custGeom>
              <a:rect b="b" l="l" r="r" t="t"/>
              <a:pathLst>
                <a:path extrusionOk="0" h="2812" w="1912">
                  <a:moveTo>
                    <a:pt x="258" y="0"/>
                  </a:moveTo>
                  <a:cubicBezTo>
                    <a:pt x="201" y="0"/>
                    <a:pt x="138" y="38"/>
                    <a:pt x="126" y="113"/>
                  </a:cubicBezTo>
                  <a:cubicBezTo>
                    <a:pt x="1" y="1091"/>
                    <a:pt x="276" y="2168"/>
                    <a:pt x="1103" y="2795"/>
                  </a:cubicBezTo>
                  <a:cubicBezTo>
                    <a:pt x="1120" y="2806"/>
                    <a:pt x="1139" y="2811"/>
                    <a:pt x="1157" y="2811"/>
                  </a:cubicBezTo>
                  <a:cubicBezTo>
                    <a:pt x="1219" y="2811"/>
                    <a:pt x="1279" y="2753"/>
                    <a:pt x="1279" y="2695"/>
                  </a:cubicBezTo>
                  <a:cubicBezTo>
                    <a:pt x="1254" y="2018"/>
                    <a:pt x="1254" y="1216"/>
                    <a:pt x="1830" y="715"/>
                  </a:cubicBezTo>
                  <a:cubicBezTo>
                    <a:pt x="1912" y="633"/>
                    <a:pt x="1828" y="519"/>
                    <a:pt x="1740" y="519"/>
                  </a:cubicBezTo>
                  <a:cubicBezTo>
                    <a:pt x="1719" y="519"/>
                    <a:pt x="1699" y="525"/>
                    <a:pt x="1680" y="539"/>
                  </a:cubicBezTo>
                  <a:cubicBezTo>
                    <a:pt x="1128" y="1041"/>
                    <a:pt x="1053" y="1767"/>
                    <a:pt x="1053" y="2469"/>
                  </a:cubicBezTo>
                  <a:cubicBezTo>
                    <a:pt x="427" y="1868"/>
                    <a:pt x="251" y="940"/>
                    <a:pt x="352" y="113"/>
                  </a:cubicBezTo>
                  <a:cubicBezTo>
                    <a:pt x="364" y="38"/>
                    <a:pt x="314" y="0"/>
                    <a:pt x="25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5" name="Google Shape;4185;p52"/>
            <p:cNvSpPr/>
            <p:nvPr/>
          </p:nvSpPr>
          <p:spPr>
            <a:xfrm>
              <a:off x="2261818" y="2162826"/>
              <a:ext cx="18784" cy="16706"/>
            </a:xfrm>
            <a:custGeom>
              <a:rect b="b" l="l" r="r" t="t"/>
              <a:pathLst>
                <a:path extrusionOk="0" h="402" w="452">
                  <a:moveTo>
                    <a:pt x="326" y="0"/>
                  </a:moveTo>
                  <a:cubicBezTo>
                    <a:pt x="301" y="0"/>
                    <a:pt x="276" y="25"/>
                    <a:pt x="276" y="25"/>
                  </a:cubicBezTo>
                  <a:cubicBezTo>
                    <a:pt x="201" y="100"/>
                    <a:pt x="125" y="150"/>
                    <a:pt x="50" y="226"/>
                  </a:cubicBezTo>
                  <a:cubicBezTo>
                    <a:pt x="25" y="226"/>
                    <a:pt x="0" y="276"/>
                    <a:pt x="0" y="301"/>
                  </a:cubicBezTo>
                  <a:cubicBezTo>
                    <a:pt x="0" y="326"/>
                    <a:pt x="25" y="351"/>
                    <a:pt x="50" y="376"/>
                  </a:cubicBezTo>
                  <a:cubicBezTo>
                    <a:pt x="50" y="401"/>
                    <a:pt x="75" y="401"/>
                    <a:pt x="125" y="401"/>
                  </a:cubicBezTo>
                  <a:lnTo>
                    <a:pt x="151" y="401"/>
                  </a:lnTo>
                  <a:cubicBezTo>
                    <a:pt x="176" y="401"/>
                    <a:pt x="176" y="401"/>
                    <a:pt x="201" y="376"/>
                  </a:cubicBezTo>
                  <a:cubicBezTo>
                    <a:pt x="276" y="301"/>
                    <a:pt x="351" y="251"/>
                    <a:pt x="426" y="175"/>
                  </a:cubicBezTo>
                  <a:cubicBezTo>
                    <a:pt x="451" y="175"/>
                    <a:pt x="451" y="125"/>
                    <a:pt x="451" y="100"/>
                  </a:cubicBezTo>
                  <a:cubicBezTo>
                    <a:pt x="451" y="75"/>
                    <a:pt x="451" y="50"/>
                    <a:pt x="426" y="25"/>
                  </a:cubicBezTo>
                  <a:cubicBezTo>
                    <a:pt x="401" y="0"/>
                    <a:pt x="376"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6" name="Google Shape;4186;p52"/>
            <p:cNvSpPr/>
            <p:nvPr/>
          </p:nvSpPr>
          <p:spPr>
            <a:xfrm>
              <a:off x="2278482" y="2165942"/>
              <a:ext cx="16706" cy="16706"/>
            </a:xfrm>
            <a:custGeom>
              <a:rect b="b" l="l" r="r" t="t"/>
              <a:pathLst>
                <a:path extrusionOk="0" h="402" w="402">
                  <a:moveTo>
                    <a:pt x="301" y="0"/>
                  </a:moveTo>
                  <a:cubicBezTo>
                    <a:pt x="251" y="0"/>
                    <a:pt x="226" y="0"/>
                    <a:pt x="226" y="25"/>
                  </a:cubicBezTo>
                  <a:lnTo>
                    <a:pt x="25" y="226"/>
                  </a:lnTo>
                  <a:cubicBezTo>
                    <a:pt x="0" y="251"/>
                    <a:pt x="0" y="276"/>
                    <a:pt x="0" y="301"/>
                  </a:cubicBezTo>
                  <a:cubicBezTo>
                    <a:pt x="0" y="326"/>
                    <a:pt x="0" y="351"/>
                    <a:pt x="25" y="376"/>
                  </a:cubicBezTo>
                  <a:cubicBezTo>
                    <a:pt x="50" y="401"/>
                    <a:pt x="75" y="401"/>
                    <a:pt x="100" y="401"/>
                  </a:cubicBezTo>
                  <a:cubicBezTo>
                    <a:pt x="125" y="401"/>
                    <a:pt x="151" y="401"/>
                    <a:pt x="176" y="376"/>
                  </a:cubicBezTo>
                  <a:lnTo>
                    <a:pt x="376" y="176"/>
                  </a:lnTo>
                  <a:cubicBezTo>
                    <a:pt x="401" y="176"/>
                    <a:pt x="401" y="126"/>
                    <a:pt x="401" y="100"/>
                  </a:cubicBezTo>
                  <a:cubicBezTo>
                    <a:pt x="401" y="75"/>
                    <a:pt x="401" y="50"/>
                    <a:pt x="376" y="25"/>
                  </a:cubicBezTo>
                  <a:cubicBezTo>
                    <a:pt x="351" y="0"/>
                    <a:pt x="32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7" name="Google Shape;4187;p52"/>
            <p:cNvSpPr/>
            <p:nvPr/>
          </p:nvSpPr>
          <p:spPr>
            <a:xfrm>
              <a:off x="2177374" y="2231228"/>
              <a:ext cx="146405" cy="100692"/>
            </a:xfrm>
            <a:custGeom>
              <a:rect b="b" l="l" r="r" t="t"/>
              <a:pathLst>
                <a:path extrusionOk="0" h="2423" w="3523">
                  <a:moveTo>
                    <a:pt x="3399" y="0"/>
                  </a:moveTo>
                  <a:cubicBezTo>
                    <a:pt x="3387" y="0"/>
                    <a:pt x="3374" y="3"/>
                    <a:pt x="3361" y="8"/>
                  </a:cubicBezTo>
                  <a:cubicBezTo>
                    <a:pt x="2107" y="484"/>
                    <a:pt x="954" y="1236"/>
                    <a:pt x="77" y="2239"/>
                  </a:cubicBezTo>
                  <a:cubicBezTo>
                    <a:pt x="0" y="2316"/>
                    <a:pt x="71" y="2422"/>
                    <a:pt x="153" y="2422"/>
                  </a:cubicBezTo>
                  <a:cubicBezTo>
                    <a:pt x="178" y="2422"/>
                    <a:pt x="204" y="2412"/>
                    <a:pt x="228" y="2389"/>
                  </a:cubicBezTo>
                  <a:cubicBezTo>
                    <a:pt x="1080" y="1412"/>
                    <a:pt x="2183" y="660"/>
                    <a:pt x="3411" y="209"/>
                  </a:cubicBezTo>
                  <a:cubicBezTo>
                    <a:pt x="3522" y="164"/>
                    <a:pt x="3495" y="0"/>
                    <a:pt x="33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8" name="Google Shape;4188;p52"/>
            <p:cNvSpPr/>
            <p:nvPr/>
          </p:nvSpPr>
          <p:spPr>
            <a:xfrm>
              <a:off x="2282638" y="2260027"/>
              <a:ext cx="41682" cy="25350"/>
            </a:xfrm>
            <a:custGeom>
              <a:rect b="b" l="l" r="r" t="t"/>
              <a:pathLst>
                <a:path extrusionOk="0" h="610" w="1003">
                  <a:moveTo>
                    <a:pt x="897" y="0"/>
                  </a:moveTo>
                  <a:cubicBezTo>
                    <a:pt x="873" y="0"/>
                    <a:pt x="848" y="7"/>
                    <a:pt x="828" y="17"/>
                  </a:cubicBezTo>
                  <a:cubicBezTo>
                    <a:pt x="577" y="142"/>
                    <a:pt x="326" y="268"/>
                    <a:pt x="76" y="418"/>
                  </a:cubicBezTo>
                  <a:cubicBezTo>
                    <a:pt x="0" y="443"/>
                    <a:pt x="0" y="518"/>
                    <a:pt x="25" y="568"/>
                  </a:cubicBezTo>
                  <a:cubicBezTo>
                    <a:pt x="40" y="598"/>
                    <a:pt x="72" y="610"/>
                    <a:pt x="106" y="610"/>
                  </a:cubicBezTo>
                  <a:cubicBezTo>
                    <a:pt x="130" y="610"/>
                    <a:pt x="155" y="604"/>
                    <a:pt x="176" y="593"/>
                  </a:cubicBezTo>
                  <a:cubicBezTo>
                    <a:pt x="427" y="468"/>
                    <a:pt x="677" y="343"/>
                    <a:pt x="928" y="192"/>
                  </a:cubicBezTo>
                  <a:cubicBezTo>
                    <a:pt x="1003" y="167"/>
                    <a:pt x="1003" y="92"/>
                    <a:pt x="978" y="42"/>
                  </a:cubicBezTo>
                  <a:cubicBezTo>
                    <a:pt x="963" y="13"/>
                    <a:pt x="931"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9" name="Google Shape;4189;p52"/>
            <p:cNvSpPr/>
            <p:nvPr/>
          </p:nvSpPr>
          <p:spPr>
            <a:xfrm>
              <a:off x="2295146" y="2282302"/>
              <a:ext cx="48996" cy="30627"/>
            </a:xfrm>
            <a:custGeom>
              <a:rect b="b" l="l" r="r" t="t"/>
              <a:pathLst>
                <a:path extrusionOk="0" h="737" w="1179">
                  <a:moveTo>
                    <a:pt x="1057" y="1"/>
                  </a:moveTo>
                  <a:cubicBezTo>
                    <a:pt x="1047" y="1"/>
                    <a:pt x="1037" y="3"/>
                    <a:pt x="1028" y="7"/>
                  </a:cubicBezTo>
                  <a:cubicBezTo>
                    <a:pt x="677" y="158"/>
                    <a:pt x="376" y="333"/>
                    <a:pt x="75" y="534"/>
                  </a:cubicBezTo>
                  <a:cubicBezTo>
                    <a:pt x="25" y="559"/>
                    <a:pt x="0" y="634"/>
                    <a:pt x="25" y="684"/>
                  </a:cubicBezTo>
                  <a:cubicBezTo>
                    <a:pt x="41" y="715"/>
                    <a:pt x="75" y="736"/>
                    <a:pt x="111" y="736"/>
                  </a:cubicBezTo>
                  <a:cubicBezTo>
                    <a:pt x="134" y="736"/>
                    <a:pt x="156" y="728"/>
                    <a:pt x="176" y="709"/>
                  </a:cubicBezTo>
                  <a:cubicBezTo>
                    <a:pt x="451" y="534"/>
                    <a:pt x="752" y="358"/>
                    <a:pt x="1078" y="233"/>
                  </a:cubicBezTo>
                  <a:cubicBezTo>
                    <a:pt x="1128" y="208"/>
                    <a:pt x="1178" y="158"/>
                    <a:pt x="1153" y="82"/>
                  </a:cubicBezTo>
                  <a:cubicBezTo>
                    <a:pt x="1153" y="42"/>
                    <a:pt x="1103" y="1"/>
                    <a:pt x="105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0" name="Google Shape;4190;p52"/>
            <p:cNvSpPr/>
            <p:nvPr/>
          </p:nvSpPr>
          <p:spPr>
            <a:xfrm>
              <a:off x="2377429" y="2053822"/>
              <a:ext cx="17288" cy="92090"/>
            </a:xfrm>
            <a:custGeom>
              <a:rect b="b" l="l" r="r" t="t"/>
              <a:pathLst>
                <a:path extrusionOk="0" h="2216" w="416">
                  <a:moveTo>
                    <a:pt x="295" y="1"/>
                  </a:moveTo>
                  <a:cubicBezTo>
                    <a:pt x="252" y="1"/>
                    <a:pt x="211" y="29"/>
                    <a:pt x="201" y="92"/>
                  </a:cubicBezTo>
                  <a:cubicBezTo>
                    <a:pt x="50" y="743"/>
                    <a:pt x="0" y="1445"/>
                    <a:pt x="50" y="2122"/>
                  </a:cubicBezTo>
                  <a:cubicBezTo>
                    <a:pt x="63" y="2184"/>
                    <a:pt x="125" y="2216"/>
                    <a:pt x="182" y="2216"/>
                  </a:cubicBezTo>
                  <a:cubicBezTo>
                    <a:pt x="238" y="2216"/>
                    <a:pt x="288" y="2184"/>
                    <a:pt x="276" y="2122"/>
                  </a:cubicBezTo>
                  <a:cubicBezTo>
                    <a:pt x="226" y="1445"/>
                    <a:pt x="276" y="793"/>
                    <a:pt x="401" y="142"/>
                  </a:cubicBezTo>
                  <a:cubicBezTo>
                    <a:pt x="416" y="54"/>
                    <a:pt x="354" y="1"/>
                    <a:pt x="2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1" name="Google Shape;4191;p52"/>
            <p:cNvSpPr/>
            <p:nvPr/>
          </p:nvSpPr>
          <p:spPr>
            <a:xfrm>
              <a:off x="2359726" y="2096168"/>
              <a:ext cx="42" cy="1080"/>
            </a:xfrm>
            <a:custGeom>
              <a:rect b="b" l="l" r="r" t="t"/>
              <a:pathLst>
                <a:path extrusionOk="0" h="26" w="1">
                  <a:moveTo>
                    <a:pt x="0" y="0"/>
                  </a:moveTo>
                  <a:lnTo>
                    <a:pt x="0" y="0"/>
                  </a:lnTo>
                  <a:cubicBezTo>
                    <a:pt x="0" y="0"/>
                    <a:pt x="0" y="25"/>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2" name="Google Shape;4192;p52"/>
            <p:cNvSpPr/>
            <p:nvPr/>
          </p:nvSpPr>
          <p:spPr>
            <a:xfrm>
              <a:off x="2350334" y="2074808"/>
              <a:ext cx="18784" cy="29713"/>
            </a:xfrm>
            <a:custGeom>
              <a:rect b="b" l="l" r="r" t="t"/>
              <a:pathLst>
                <a:path extrusionOk="0" h="715" w="452">
                  <a:moveTo>
                    <a:pt x="339" y="0"/>
                  </a:moveTo>
                  <a:cubicBezTo>
                    <a:pt x="308" y="0"/>
                    <a:pt x="276" y="13"/>
                    <a:pt x="251" y="38"/>
                  </a:cubicBezTo>
                  <a:cubicBezTo>
                    <a:pt x="101" y="163"/>
                    <a:pt x="1" y="389"/>
                    <a:pt x="1" y="614"/>
                  </a:cubicBezTo>
                  <a:cubicBezTo>
                    <a:pt x="1" y="664"/>
                    <a:pt x="51" y="715"/>
                    <a:pt x="101" y="715"/>
                  </a:cubicBezTo>
                  <a:cubicBezTo>
                    <a:pt x="176" y="715"/>
                    <a:pt x="226" y="664"/>
                    <a:pt x="226" y="614"/>
                  </a:cubicBezTo>
                  <a:cubicBezTo>
                    <a:pt x="226" y="589"/>
                    <a:pt x="226" y="564"/>
                    <a:pt x="226" y="539"/>
                  </a:cubicBezTo>
                  <a:cubicBezTo>
                    <a:pt x="226" y="539"/>
                    <a:pt x="226" y="514"/>
                    <a:pt x="226" y="514"/>
                  </a:cubicBezTo>
                  <a:cubicBezTo>
                    <a:pt x="226" y="514"/>
                    <a:pt x="226" y="489"/>
                    <a:pt x="226" y="489"/>
                  </a:cubicBezTo>
                  <a:cubicBezTo>
                    <a:pt x="226" y="464"/>
                    <a:pt x="226" y="439"/>
                    <a:pt x="251" y="439"/>
                  </a:cubicBezTo>
                  <a:cubicBezTo>
                    <a:pt x="251" y="414"/>
                    <a:pt x="251" y="414"/>
                    <a:pt x="251" y="389"/>
                  </a:cubicBezTo>
                  <a:cubicBezTo>
                    <a:pt x="276" y="364"/>
                    <a:pt x="276" y="339"/>
                    <a:pt x="301" y="314"/>
                  </a:cubicBezTo>
                  <a:cubicBezTo>
                    <a:pt x="301" y="314"/>
                    <a:pt x="301" y="314"/>
                    <a:pt x="301" y="288"/>
                  </a:cubicBezTo>
                  <a:lnTo>
                    <a:pt x="326" y="288"/>
                  </a:lnTo>
                  <a:cubicBezTo>
                    <a:pt x="326" y="288"/>
                    <a:pt x="326" y="263"/>
                    <a:pt x="326" y="263"/>
                  </a:cubicBezTo>
                  <a:lnTo>
                    <a:pt x="351" y="263"/>
                  </a:lnTo>
                  <a:cubicBezTo>
                    <a:pt x="351" y="238"/>
                    <a:pt x="351" y="238"/>
                    <a:pt x="351" y="238"/>
                  </a:cubicBezTo>
                  <a:cubicBezTo>
                    <a:pt x="376" y="213"/>
                    <a:pt x="402" y="188"/>
                    <a:pt x="427" y="188"/>
                  </a:cubicBezTo>
                  <a:cubicBezTo>
                    <a:pt x="452" y="138"/>
                    <a:pt x="452" y="63"/>
                    <a:pt x="427" y="38"/>
                  </a:cubicBezTo>
                  <a:cubicBezTo>
                    <a:pt x="402" y="13"/>
                    <a:pt x="370" y="0"/>
                    <a:pt x="33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3" name="Google Shape;4193;p52"/>
            <p:cNvSpPr/>
            <p:nvPr/>
          </p:nvSpPr>
          <p:spPr>
            <a:xfrm>
              <a:off x="2363882" y="2085737"/>
              <a:ext cx="42" cy="1080"/>
            </a:xfrm>
            <a:custGeom>
              <a:rect b="b" l="l" r="r" t="t"/>
              <a:pathLst>
                <a:path extrusionOk="0" h="26" w="1">
                  <a:moveTo>
                    <a:pt x="0" y="25"/>
                  </a:moveTo>
                  <a:cubicBezTo>
                    <a:pt x="0" y="25"/>
                    <a:pt x="0" y="0"/>
                    <a:pt x="0" y="0"/>
                  </a:cubicBezTo>
                  <a:cubicBezTo>
                    <a:pt x="0" y="25"/>
                    <a:pt x="0" y="25"/>
                    <a:pt x="0" y="25"/>
                  </a:cubicBezTo>
                  <a:cubicBezTo>
                    <a:pt x="0" y="25"/>
                    <a:pt x="0" y="25"/>
                    <a:pt x="0" y="25"/>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4" name="Google Shape;4194;p52"/>
            <p:cNvSpPr/>
            <p:nvPr/>
          </p:nvSpPr>
          <p:spPr>
            <a:xfrm>
              <a:off x="2400660" y="2220091"/>
              <a:ext cx="73639" cy="17828"/>
            </a:xfrm>
            <a:custGeom>
              <a:rect b="b" l="l" r="r" t="t"/>
              <a:pathLst>
                <a:path extrusionOk="0" h="429" w="1772">
                  <a:moveTo>
                    <a:pt x="1622" y="0"/>
                  </a:moveTo>
                  <a:cubicBezTo>
                    <a:pt x="1120" y="26"/>
                    <a:pt x="619" y="101"/>
                    <a:pt x="143" y="201"/>
                  </a:cubicBezTo>
                  <a:cubicBezTo>
                    <a:pt x="0" y="225"/>
                    <a:pt x="60" y="428"/>
                    <a:pt x="174" y="428"/>
                  </a:cubicBezTo>
                  <a:cubicBezTo>
                    <a:pt x="180" y="428"/>
                    <a:pt x="186" y="428"/>
                    <a:pt x="193" y="427"/>
                  </a:cubicBezTo>
                  <a:cubicBezTo>
                    <a:pt x="669" y="301"/>
                    <a:pt x="1145" y="251"/>
                    <a:pt x="1622" y="226"/>
                  </a:cubicBezTo>
                  <a:cubicBezTo>
                    <a:pt x="1772" y="226"/>
                    <a:pt x="1772" y="0"/>
                    <a:pt x="16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5" name="Google Shape;4195;p52"/>
            <p:cNvSpPr/>
            <p:nvPr/>
          </p:nvSpPr>
          <p:spPr>
            <a:xfrm>
              <a:off x="2435734" y="2269669"/>
              <a:ext cx="316040" cy="77919"/>
            </a:xfrm>
            <a:custGeom>
              <a:rect b="b" l="l" r="r" t="t"/>
              <a:pathLst>
                <a:path extrusionOk="0" h="1875" w="7605">
                  <a:moveTo>
                    <a:pt x="584" y="1"/>
                  </a:moveTo>
                  <a:cubicBezTo>
                    <a:pt x="433" y="1"/>
                    <a:pt x="280" y="4"/>
                    <a:pt x="126" y="11"/>
                  </a:cubicBezTo>
                  <a:cubicBezTo>
                    <a:pt x="1" y="11"/>
                    <a:pt x="1" y="236"/>
                    <a:pt x="126" y="236"/>
                  </a:cubicBezTo>
                  <a:cubicBezTo>
                    <a:pt x="265" y="233"/>
                    <a:pt x="404" y="231"/>
                    <a:pt x="543" y="231"/>
                  </a:cubicBezTo>
                  <a:cubicBezTo>
                    <a:pt x="2358" y="231"/>
                    <a:pt x="4164" y="537"/>
                    <a:pt x="5840" y="1188"/>
                  </a:cubicBezTo>
                  <a:cubicBezTo>
                    <a:pt x="6367" y="1364"/>
                    <a:pt x="6893" y="1589"/>
                    <a:pt x="7394" y="1865"/>
                  </a:cubicBezTo>
                  <a:cubicBezTo>
                    <a:pt x="7409" y="1871"/>
                    <a:pt x="7424" y="1874"/>
                    <a:pt x="7439" y="1874"/>
                  </a:cubicBezTo>
                  <a:cubicBezTo>
                    <a:pt x="7541" y="1874"/>
                    <a:pt x="7604" y="1731"/>
                    <a:pt x="7494" y="1665"/>
                  </a:cubicBezTo>
                  <a:cubicBezTo>
                    <a:pt x="5715" y="762"/>
                    <a:pt x="3785" y="211"/>
                    <a:pt x="1805" y="61"/>
                  </a:cubicBezTo>
                  <a:cubicBezTo>
                    <a:pt x="1402" y="24"/>
                    <a:pt x="998" y="1"/>
                    <a:pt x="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6" name="Google Shape;4196;p52"/>
            <p:cNvSpPr/>
            <p:nvPr/>
          </p:nvSpPr>
          <p:spPr>
            <a:xfrm>
              <a:off x="2492500" y="2082205"/>
              <a:ext cx="153677" cy="67405"/>
            </a:xfrm>
            <a:custGeom>
              <a:rect b="b" l="l" r="r" t="t"/>
              <a:pathLst>
                <a:path extrusionOk="0" h="1622" w="3698">
                  <a:moveTo>
                    <a:pt x="2748" y="1"/>
                  </a:moveTo>
                  <a:cubicBezTo>
                    <a:pt x="1862" y="1"/>
                    <a:pt x="981" y="124"/>
                    <a:pt x="113" y="336"/>
                  </a:cubicBezTo>
                  <a:cubicBezTo>
                    <a:pt x="1" y="359"/>
                    <a:pt x="30" y="544"/>
                    <a:pt x="128" y="544"/>
                  </a:cubicBezTo>
                  <a:cubicBezTo>
                    <a:pt x="139" y="544"/>
                    <a:pt x="151" y="542"/>
                    <a:pt x="163" y="537"/>
                  </a:cubicBezTo>
                  <a:cubicBezTo>
                    <a:pt x="1021" y="334"/>
                    <a:pt x="1898" y="232"/>
                    <a:pt x="2778" y="232"/>
                  </a:cubicBezTo>
                  <a:cubicBezTo>
                    <a:pt x="2875" y="232"/>
                    <a:pt x="2973" y="233"/>
                    <a:pt x="3071" y="236"/>
                  </a:cubicBezTo>
                  <a:cubicBezTo>
                    <a:pt x="2570" y="486"/>
                    <a:pt x="2169" y="938"/>
                    <a:pt x="1943" y="1464"/>
                  </a:cubicBezTo>
                  <a:cubicBezTo>
                    <a:pt x="1909" y="1548"/>
                    <a:pt x="1978" y="1622"/>
                    <a:pt x="2042" y="1622"/>
                  </a:cubicBezTo>
                  <a:cubicBezTo>
                    <a:pt x="2073" y="1622"/>
                    <a:pt x="2102" y="1605"/>
                    <a:pt x="2118" y="1564"/>
                  </a:cubicBezTo>
                  <a:cubicBezTo>
                    <a:pt x="2394" y="938"/>
                    <a:pt x="2920" y="461"/>
                    <a:pt x="3572" y="236"/>
                  </a:cubicBezTo>
                  <a:cubicBezTo>
                    <a:pt x="3697" y="211"/>
                    <a:pt x="3672" y="35"/>
                    <a:pt x="3547" y="35"/>
                  </a:cubicBezTo>
                  <a:cubicBezTo>
                    <a:pt x="3281" y="12"/>
                    <a:pt x="3014" y="1"/>
                    <a:pt x="274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7" name="Google Shape;4197;p52"/>
            <p:cNvSpPr/>
            <p:nvPr/>
          </p:nvSpPr>
          <p:spPr>
            <a:xfrm>
              <a:off x="2548228" y="2114910"/>
              <a:ext cx="17745" cy="12259"/>
            </a:xfrm>
            <a:custGeom>
              <a:rect b="b" l="l" r="r" t="t"/>
              <a:pathLst>
                <a:path extrusionOk="0" h="295" w="427">
                  <a:moveTo>
                    <a:pt x="276" y="0"/>
                  </a:moveTo>
                  <a:cubicBezTo>
                    <a:pt x="226" y="25"/>
                    <a:pt x="151" y="50"/>
                    <a:pt x="101" y="75"/>
                  </a:cubicBezTo>
                  <a:cubicBezTo>
                    <a:pt x="76" y="75"/>
                    <a:pt x="76" y="75"/>
                    <a:pt x="51" y="100"/>
                  </a:cubicBezTo>
                  <a:cubicBezTo>
                    <a:pt x="51" y="100"/>
                    <a:pt x="26" y="125"/>
                    <a:pt x="26" y="125"/>
                  </a:cubicBezTo>
                  <a:cubicBezTo>
                    <a:pt x="26" y="151"/>
                    <a:pt x="0" y="176"/>
                    <a:pt x="26" y="201"/>
                  </a:cubicBezTo>
                  <a:cubicBezTo>
                    <a:pt x="26" y="226"/>
                    <a:pt x="51" y="276"/>
                    <a:pt x="76" y="276"/>
                  </a:cubicBezTo>
                  <a:cubicBezTo>
                    <a:pt x="88" y="288"/>
                    <a:pt x="101" y="295"/>
                    <a:pt x="113" y="295"/>
                  </a:cubicBezTo>
                  <a:cubicBezTo>
                    <a:pt x="126" y="295"/>
                    <a:pt x="138" y="288"/>
                    <a:pt x="151" y="276"/>
                  </a:cubicBezTo>
                  <a:cubicBezTo>
                    <a:pt x="226" y="251"/>
                    <a:pt x="276" y="226"/>
                    <a:pt x="351" y="201"/>
                  </a:cubicBezTo>
                  <a:lnTo>
                    <a:pt x="376" y="201"/>
                  </a:lnTo>
                  <a:cubicBezTo>
                    <a:pt x="401" y="176"/>
                    <a:pt x="401" y="176"/>
                    <a:pt x="401" y="151"/>
                  </a:cubicBezTo>
                  <a:cubicBezTo>
                    <a:pt x="427" y="125"/>
                    <a:pt x="427" y="100"/>
                    <a:pt x="427" y="75"/>
                  </a:cubicBezTo>
                  <a:cubicBezTo>
                    <a:pt x="401" y="50"/>
                    <a:pt x="401" y="25"/>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8" name="Google Shape;4198;p52"/>
            <p:cNvSpPr/>
            <p:nvPr/>
          </p:nvSpPr>
          <p:spPr>
            <a:xfrm>
              <a:off x="2650583" y="2204424"/>
              <a:ext cx="208075" cy="101814"/>
            </a:xfrm>
            <a:custGeom>
              <a:rect b="b" l="l" r="r" t="t"/>
              <a:pathLst>
                <a:path extrusionOk="0" h="2450" w="5007">
                  <a:moveTo>
                    <a:pt x="831" y="0"/>
                  </a:moveTo>
                  <a:cubicBezTo>
                    <a:pt x="595" y="0"/>
                    <a:pt x="358" y="16"/>
                    <a:pt x="119" y="52"/>
                  </a:cubicBezTo>
                  <a:cubicBezTo>
                    <a:pt x="0" y="52"/>
                    <a:pt x="39" y="254"/>
                    <a:pt x="171" y="254"/>
                  </a:cubicBezTo>
                  <a:cubicBezTo>
                    <a:pt x="179" y="254"/>
                    <a:pt x="186" y="253"/>
                    <a:pt x="194" y="252"/>
                  </a:cubicBezTo>
                  <a:cubicBezTo>
                    <a:pt x="420" y="217"/>
                    <a:pt x="645" y="201"/>
                    <a:pt x="869" y="201"/>
                  </a:cubicBezTo>
                  <a:cubicBezTo>
                    <a:pt x="2088" y="201"/>
                    <a:pt x="3275" y="683"/>
                    <a:pt x="4355" y="1255"/>
                  </a:cubicBezTo>
                  <a:cubicBezTo>
                    <a:pt x="3402" y="1305"/>
                    <a:pt x="2525" y="1781"/>
                    <a:pt x="1698" y="2232"/>
                  </a:cubicBezTo>
                  <a:cubicBezTo>
                    <a:pt x="1592" y="2296"/>
                    <a:pt x="1665" y="2449"/>
                    <a:pt x="1766" y="2449"/>
                  </a:cubicBezTo>
                  <a:cubicBezTo>
                    <a:pt x="1785" y="2449"/>
                    <a:pt x="1804" y="2444"/>
                    <a:pt x="1823" y="2433"/>
                  </a:cubicBezTo>
                  <a:cubicBezTo>
                    <a:pt x="2601" y="1966"/>
                    <a:pt x="3496" y="1480"/>
                    <a:pt x="4422" y="1480"/>
                  </a:cubicBezTo>
                  <a:cubicBezTo>
                    <a:pt x="4541" y="1480"/>
                    <a:pt x="4661" y="1488"/>
                    <a:pt x="4781" y="1505"/>
                  </a:cubicBezTo>
                  <a:cubicBezTo>
                    <a:pt x="4906" y="1505"/>
                    <a:pt x="5006" y="1355"/>
                    <a:pt x="4881" y="1305"/>
                  </a:cubicBezTo>
                  <a:cubicBezTo>
                    <a:pt x="3631" y="615"/>
                    <a:pt x="2271" y="0"/>
                    <a:pt x="83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9" name="Google Shape;4199;p52"/>
            <p:cNvSpPr/>
            <p:nvPr/>
          </p:nvSpPr>
          <p:spPr>
            <a:xfrm>
              <a:off x="2659684" y="2240911"/>
              <a:ext cx="19823" cy="18784"/>
            </a:xfrm>
            <a:custGeom>
              <a:rect b="b" l="l" r="r" t="t"/>
              <a:pathLst>
                <a:path extrusionOk="0" h="452" w="477">
                  <a:moveTo>
                    <a:pt x="376" y="1"/>
                  </a:moveTo>
                  <a:cubicBezTo>
                    <a:pt x="326" y="1"/>
                    <a:pt x="301" y="26"/>
                    <a:pt x="301" y="51"/>
                  </a:cubicBezTo>
                  <a:cubicBezTo>
                    <a:pt x="201" y="126"/>
                    <a:pt x="100" y="201"/>
                    <a:pt x="25" y="276"/>
                  </a:cubicBezTo>
                  <a:cubicBezTo>
                    <a:pt x="0" y="276"/>
                    <a:pt x="0" y="327"/>
                    <a:pt x="0" y="352"/>
                  </a:cubicBezTo>
                  <a:cubicBezTo>
                    <a:pt x="0" y="377"/>
                    <a:pt x="0" y="402"/>
                    <a:pt x="25" y="427"/>
                  </a:cubicBezTo>
                  <a:cubicBezTo>
                    <a:pt x="50" y="452"/>
                    <a:pt x="75" y="452"/>
                    <a:pt x="100" y="452"/>
                  </a:cubicBezTo>
                  <a:cubicBezTo>
                    <a:pt x="125" y="452"/>
                    <a:pt x="151" y="452"/>
                    <a:pt x="176" y="427"/>
                  </a:cubicBezTo>
                  <a:cubicBezTo>
                    <a:pt x="276" y="352"/>
                    <a:pt x="351" y="276"/>
                    <a:pt x="451" y="201"/>
                  </a:cubicBezTo>
                  <a:cubicBezTo>
                    <a:pt x="476" y="176"/>
                    <a:pt x="476" y="151"/>
                    <a:pt x="476" y="126"/>
                  </a:cubicBezTo>
                  <a:cubicBezTo>
                    <a:pt x="476" y="101"/>
                    <a:pt x="476" y="51"/>
                    <a:pt x="451" y="51"/>
                  </a:cubicBezTo>
                  <a:cubicBezTo>
                    <a:pt x="426" y="26"/>
                    <a:pt x="401" y="1"/>
                    <a:pt x="3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0" name="Google Shape;4200;p52"/>
            <p:cNvSpPr/>
            <p:nvPr/>
          </p:nvSpPr>
          <p:spPr>
            <a:xfrm>
              <a:off x="2673190" y="2244485"/>
              <a:ext cx="29215" cy="26015"/>
            </a:xfrm>
            <a:custGeom>
              <a:rect b="b" l="l" r="r" t="t"/>
              <a:pathLst>
                <a:path extrusionOk="0" h="626" w="703">
                  <a:moveTo>
                    <a:pt x="591" y="0"/>
                  </a:moveTo>
                  <a:cubicBezTo>
                    <a:pt x="554" y="0"/>
                    <a:pt x="518" y="17"/>
                    <a:pt x="502" y="65"/>
                  </a:cubicBezTo>
                  <a:cubicBezTo>
                    <a:pt x="477" y="115"/>
                    <a:pt x="452" y="140"/>
                    <a:pt x="402" y="190"/>
                  </a:cubicBezTo>
                  <a:lnTo>
                    <a:pt x="402" y="215"/>
                  </a:lnTo>
                  <a:cubicBezTo>
                    <a:pt x="402" y="215"/>
                    <a:pt x="377" y="215"/>
                    <a:pt x="377" y="241"/>
                  </a:cubicBezTo>
                  <a:cubicBezTo>
                    <a:pt x="352" y="241"/>
                    <a:pt x="352" y="266"/>
                    <a:pt x="327" y="291"/>
                  </a:cubicBezTo>
                  <a:cubicBezTo>
                    <a:pt x="302" y="291"/>
                    <a:pt x="302" y="291"/>
                    <a:pt x="302" y="316"/>
                  </a:cubicBezTo>
                  <a:lnTo>
                    <a:pt x="277" y="316"/>
                  </a:lnTo>
                  <a:cubicBezTo>
                    <a:pt x="252" y="341"/>
                    <a:pt x="227" y="341"/>
                    <a:pt x="201" y="366"/>
                  </a:cubicBezTo>
                  <a:cubicBezTo>
                    <a:pt x="201" y="366"/>
                    <a:pt x="176" y="391"/>
                    <a:pt x="151" y="391"/>
                  </a:cubicBezTo>
                  <a:cubicBezTo>
                    <a:pt x="151" y="391"/>
                    <a:pt x="126" y="391"/>
                    <a:pt x="126" y="416"/>
                  </a:cubicBezTo>
                  <a:lnTo>
                    <a:pt x="76" y="416"/>
                  </a:lnTo>
                  <a:cubicBezTo>
                    <a:pt x="26" y="441"/>
                    <a:pt x="1" y="491"/>
                    <a:pt x="1" y="541"/>
                  </a:cubicBezTo>
                  <a:cubicBezTo>
                    <a:pt x="20" y="598"/>
                    <a:pt x="53" y="626"/>
                    <a:pt x="100" y="626"/>
                  </a:cubicBezTo>
                  <a:cubicBezTo>
                    <a:pt x="115" y="626"/>
                    <a:pt x="133" y="623"/>
                    <a:pt x="151" y="617"/>
                  </a:cubicBezTo>
                  <a:cubicBezTo>
                    <a:pt x="377" y="566"/>
                    <a:pt x="577" y="391"/>
                    <a:pt x="678" y="165"/>
                  </a:cubicBezTo>
                  <a:cubicBezTo>
                    <a:pt x="703" y="115"/>
                    <a:pt x="703" y="40"/>
                    <a:pt x="653" y="15"/>
                  </a:cubicBezTo>
                  <a:cubicBezTo>
                    <a:pt x="634" y="6"/>
                    <a:pt x="613" y="0"/>
                    <a:pt x="5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1" name="Google Shape;4201;p52"/>
            <p:cNvSpPr/>
            <p:nvPr/>
          </p:nvSpPr>
          <p:spPr>
            <a:xfrm>
              <a:off x="2810453" y="2381873"/>
              <a:ext cx="77421" cy="60424"/>
            </a:xfrm>
            <a:custGeom>
              <a:rect b="b" l="l" r="r" t="t"/>
              <a:pathLst>
                <a:path extrusionOk="0" h="1454" w="1863">
                  <a:moveTo>
                    <a:pt x="175" y="1"/>
                  </a:moveTo>
                  <a:cubicBezTo>
                    <a:pt x="74" y="1"/>
                    <a:pt x="0" y="154"/>
                    <a:pt x="107" y="218"/>
                  </a:cubicBezTo>
                  <a:cubicBezTo>
                    <a:pt x="683" y="544"/>
                    <a:pt x="1184" y="945"/>
                    <a:pt x="1635" y="1421"/>
                  </a:cubicBezTo>
                  <a:cubicBezTo>
                    <a:pt x="1659" y="1444"/>
                    <a:pt x="1685" y="1454"/>
                    <a:pt x="1710" y="1454"/>
                  </a:cubicBezTo>
                  <a:cubicBezTo>
                    <a:pt x="1792" y="1454"/>
                    <a:pt x="1863" y="1347"/>
                    <a:pt x="1786" y="1270"/>
                  </a:cubicBezTo>
                  <a:cubicBezTo>
                    <a:pt x="1335" y="769"/>
                    <a:pt x="808" y="368"/>
                    <a:pt x="232" y="17"/>
                  </a:cubicBezTo>
                  <a:cubicBezTo>
                    <a:pt x="213" y="6"/>
                    <a:pt x="193" y="1"/>
                    <a:pt x="1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2" name="Google Shape;4202;p52"/>
            <p:cNvSpPr/>
            <p:nvPr/>
          </p:nvSpPr>
          <p:spPr>
            <a:xfrm>
              <a:off x="2837756" y="2482565"/>
              <a:ext cx="18825" cy="37900"/>
            </a:xfrm>
            <a:custGeom>
              <a:rect b="b" l="l" r="r" t="t"/>
              <a:pathLst>
                <a:path extrusionOk="0" h="912" w="453">
                  <a:moveTo>
                    <a:pt x="101" y="0"/>
                  </a:moveTo>
                  <a:cubicBezTo>
                    <a:pt x="51" y="25"/>
                    <a:pt x="1" y="75"/>
                    <a:pt x="26" y="151"/>
                  </a:cubicBezTo>
                  <a:lnTo>
                    <a:pt x="226" y="827"/>
                  </a:lnTo>
                  <a:cubicBezTo>
                    <a:pt x="245" y="884"/>
                    <a:pt x="278" y="912"/>
                    <a:pt x="315" y="912"/>
                  </a:cubicBezTo>
                  <a:cubicBezTo>
                    <a:pt x="327" y="912"/>
                    <a:pt x="339" y="909"/>
                    <a:pt x="352" y="903"/>
                  </a:cubicBezTo>
                  <a:cubicBezTo>
                    <a:pt x="427" y="903"/>
                    <a:pt x="452" y="827"/>
                    <a:pt x="427" y="777"/>
                  </a:cubicBezTo>
                  <a:cubicBezTo>
                    <a:pt x="377" y="552"/>
                    <a:pt x="302" y="326"/>
                    <a:pt x="226" y="75"/>
                  </a:cubicBezTo>
                  <a:cubicBezTo>
                    <a:pt x="226" y="25"/>
                    <a:pt x="15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3" name="Google Shape;4203;p52"/>
            <p:cNvSpPr/>
            <p:nvPr/>
          </p:nvSpPr>
          <p:spPr>
            <a:xfrm>
              <a:off x="2532603" y="3996486"/>
              <a:ext cx="169926" cy="48954"/>
            </a:xfrm>
            <a:custGeom>
              <a:rect b="b" l="l" r="r" t="t"/>
              <a:pathLst>
                <a:path extrusionOk="0" h="1178" w="4089">
                  <a:moveTo>
                    <a:pt x="1786" y="0"/>
                  </a:moveTo>
                  <a:cubicBezTo>
                    <a:pt x="1749" y="0"/>
                    <a:pt x="1713" y="12"/>
                    <a:pt x="1680" y="37"/>
                  </a:cubicBezTo>
                  <a:cubicBezTo>
                    <a:pt x="1529" y="112"/>
                    <a:pt x="1454" y="287"/>
                    <a:pt x="1354" y="388"/>
                  </a:cubicBezTo>
                  <a:cubicBezTo>
                    <a:pt x="1254" y="513"/>
                    <a:pt x="1078" y="688"/>
                    <a:pt x="928" y="738"/>
                  </a:cubicBezTo>
                  <a:cubicBezTo>
                    <a:pt x="907" y="749"/>
                    <a:pt x="895" y="755"/>
                    <a:pt x="886" y="755"/>
                  </a:cubicBezTo>
                  <a:cubicBezTo>
                    <a:pt x="873" y="755"/>
                    <a:pt x="867" y="743"/>
                    <a:pt x="853" y="713"/>
                  </a:cubicBezTo>
                  <a:cubicBezTo>
                    <a:pt x="828" y="688"/>
                    <a:pt x="803" y="613"/>
                    <a:pt x="777" y="588"/>
                  </a:cubicBezTo>
                  <a:cubicBezTo>
                    <a:pt x="752" y="488"/>
                    <a:pt x="702" y="388"/>
                    <a:pt x="652" y="287"/>
                  </a:cubicBezTo>
                  <a:cubicBezTo>
                    <a:pt x="605" y="170"/>
                    <a:pt x="558" y="9"/>
                    <a:pt x="430" y="9"/>
                  </a:cubicBezTo>
                  <a:cubicBezTo>
                    <a:pt x="421" y="9"/>
                    <a:pt x="411" y="10"/>
                    <a:pt x="402" y="12"/>
                  </a:cubicBezTo>
                  <a:cubicBezTo>
                    <a:pt x="326" y="12"/>
                    <a:pt x="301" y="62"/>
                    <a:pt x="251" y="112"/>
                  </a:cubicBezTo>
                  <a:cubicBezTo>
                    <a:pt x="226" y="137"/>
                    <a:pt x="226" y="187"/>
                    <a:pt x="201" y="212"/>
                  </a:cubicBezTo>
                  <a:cubicBezTo>
                    <a:pt x="181" y="182"/>
                    <a:pt x="146" y="168"/>
                    <a:pt x="110" y="168"/>
                  </a:cubicBezTo>
                  <a:cubicBezTo>
                    <a:pt x="56" y="168"/>
                    <a:pt x="1" y="202"/>
                    <a:pt x="1" y="262"/>
                  </a:cubicBezTo>
                  <a:cubicBezTo>
                    <a:pt x="1" y="362"/>
                    <a:pt x="26" y="438"/>
                    <a:pt x="76" y="488"/>
                  </a:cubicBezTo>
                  <a:cubicBezTo>
                    <a:pt x="101" y="513"/>
                    <a:pt x="132" y="525"/>
                    <a:pt x="163" y="525"/>
                  </a:cubicBezTo>
                  <a:cubicBezTo>
                    <a:pt x="195" y="525"/>
                    <a:pt x="226" y="513"/>
                    <a:pt x="251" y="488"/>
                  </a:cubicBezTo>
                  <a:cubicBezTo>
                    <a:pt x="301" y="413"/>
                    <a:pt x="351" y="337"/>
                    <a:pt x="402" y="262"/>
                  </a:cubicBezTo>
                  <a:cubicBezTo>
                    <a:pt x="402" y="237"/>
                    <a:pt x="402" y="237"/>
                    <a:pt x="427" y="237"/>
                  </a:cubicBezTo>
                  <a:cubicBezTo>
                    <a:pt x="427" y="262"/>
                    <a:pt x="427" y="262"/>
                    <a:pt x="427" y="262"/>
                  </a:cubicBezTo>
                  <a:cubicBezTo>
                    <a:pt x="452" y="312"/>
                    <a:pt x="477" y="362"/>
                    <a:pt x="502" y="413"/>
                  </a:cubicBezTo>
                  <a:cubicBezTo>
                    <a:pt x="552" y="563"/>
                    <a:pt x="602" y="713"/>
                    <a:pt x="677" y="864"/>
                  </a:cubicBezTo>
                  <a:cubicBezTo>
                    <a:pt x="729" y="937"/>
                    <a:pt x="793" y="966"/>
                    <a:pt x="862" y="966"/>
                  </a:cubicBezTo>
                  <a:cubicBezTo>
                    <a:pt x="1029" y="966"/>
                    <a:pt x="1223" y="802"/>
                    <a:pt x="1329" y="713"/>
                  </a:cubicBezTo>
                  <a:cubicBezTo>
                    <a:pt x="1429" y="613"/>
                    <a:pt x="1554" y="513"/>
                    <a:pt x="1630" y="388"/>
                  </a:cubicBezTo>
                  <a:cubicBezTo>
                    <a:pt x="1651" y="344"/>
                    <a:pt x="1710" y="227"/>
                    <a:pt x="1774" y="227"/>
                  </a:cubicBezTo>
                  <a:cubicBezTo>
                    <a:pt x="1784" y="227"/>
                    <a:pt x="1795" y="230"/>
                    <a:pt x="1805" y="237"/>
                  </a:cubicBezTo>
                  <a:cubicBezTo>
                    <a:pt x="1855" y="262"/>
                    <a:pt x="1880" y="362"/>
                    <a:pt x="1880" y="413"/>
                  </a:cubicBezTo>
                  <a:cubicBezTo>
                    <a:pt x="1955" y="663"/>
                    <a:pt x="1955" y="939"/>
                    <a:pt x="2156" y="1139"/>
                  </a:cubicBezTo>
                  <a:cubicBezTo>
                    <a:pt x="2168" y="1164"/>
                    <a:pt x="2193" y="1177"/>
                    <a:pt x="2222" y="1177"/>
                  </a:cubicBezTo>
                  <a:cubicBezTo>
                    <a:pt x="2250" y="1177"/>
                    <a:pt x="2281" y="1164"/>
                    <a:pt x="2306" y="1139"/>
                  </a:cubicBezTo>
                  <a:cubicBezTo>
                    <a:pt x="2507" y="939"/>
                    <a:pt x="2732" y="713"/>
                    <a:pt x="2933" y="488"/>
                  </a:cubicBezTo>
                  <a:cubicBezTo>
                    <a:pt x="2933" y="463"/>
                    <a:pt x="2983" y="413"/>
                    <a:pt x="3008" y="413"/>
                  </a:cubicBezTo>
                  <a:cubicBezTo>
                    <a:pt x="3008" y="413"/>
                    <a:pt x="3033" y="413"/>
                    <a:pt x="3033" y="438"/>
                  </a:cubicBezTo>
                  <a:cubicBezTo>
                    <a:pt x="3083" y="513"/>
                    <a:pt x="3133" y="588"/>
                    <a:pt x="3158" y="638"/>
                  </a:cubicBezTo>
                  <a:lnTo>
                    <a:pt x="3409" y="1014"/>
                  </a:lnTo>
                  <a:cubicBezTo>
                    <a:pt x="3434" y="1052"/>
                    <a:pt x="3472" y="1071"/>
                    <a:pt x="3506" y="1071"/>
                  </a:cubicBezTo>
                  <a:cubicBezTo>
                    <a:pt x="3541" y="1071"/>
                    <a:pt x="3572" y="1052"/>
                    <a:pt x="3584" y="1014"/>
                  </a:cubicBezTo>
                  <a:cubicBezTo>
                    <a:pt x="3735" y="839"/>
                    <a:pt x="3885" y="638"/>
                    <a:pt x="4036" y="438"/>
                  </a:cubicBezTo>
                  <a:cubicBezTo>
                    <a:pt x="4089" y="367"/>
                    <a:pt x="4017" y="296"/>
                    <a:pt x="3943" y="296"/>
                  </a:cubicBezTo>
                  <a:cubicBezTo>
                    <a:pt x="3913" y="296"/>
                    <a:pt x="3882" y="308"/>
                    <a:pt x="3860" y="337"/>
                  </a:cubicBezTo>
                  <a:cubicBezTo>
                    <a:pt x="3735" y="488"/>
                    <a:pt x="3635" y="638"/>
                    <a:pt x="3509" y="789"/>
                  </a:cubicBezTo>
                  <a:cubicBezTo>
                    <a:pt x="3434" y="663"/>
                    <a:pt x="3334" y="538"/>
                    <a:pt x="3259" y="413"/>
                  </a:cubicBezTo>
                  <a:cubicBezTo>
                    <a:pt x="3193" y="324"/>
                    <a:pt x="3126" y="178"/>
                    <a:pt x="3009" y="178"/>
                  </a:cubicBezTo>
                  <a:cubicBezTo>
                    <a:pt x="2993" y="178"/>
                    <a:pt x="2976" y="181"/>
                    <a:pt x="2958" y="187"/>
                  </a:cubicBezTo>
                  <a:cubicBezTo>
                    <a:pt x="2883" y="237"/>
                    <a:pt x="2833" y="312"/>
                    <a:pt x="2782" y="362"/>
                  </a:cubicBezTo>
                  <a:cubicBezTo>
                    <a:pt x="2707" y="438"/>
                    <a:pt x="2632" y="513"/>
                    <a:pt x="2557" y="563"/>
                  </a:cubicBezTo>
                  <a:lnTo>
                    <a:pt x="2231" y="914"/>
                  </a:lnTo>
                  <a:cubicBezTo>
                    <a:pt x="2106" y="688"/>
                    <a:pt x="2131" y="362"/>
                    <a:pt x="1980" y="112"/>
                  </a:cubicBezTo>
                  <a:cubicBezTo>
                    <a:pt x="1930" y="45"/>
                    <a:pt x="1858" y="0"/>
                    <a:pt x="178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4" name="Google Shape;4204;p52"/>
            <p:cNvSpPr/>
            <p:nvPr/>
          </p:nvSpPr>
          <p:spPr>
            <a:xfrm>
              <a:off x="2255917" y="3681817"/>
              <a:ext cx="20695" cy="50533"/>
            </a:xfrm>
            <a:custGeom>
              <a:rect b="b" l="l" r="r" t="t"/>
              <a:pathLst>
                <a:path extrusionOk="0" h="1216" w="498">
                  <a:moveTo>
                    <a:pt x="140" y="0"/>
                  </a:moveTo>
                  <a:cubicBezTo>
                    <a:pt x="77" y="0"/>
                    <a:pt x="1" y="60"/>
                    <a:pt x="17" y="140"/>
                  </a:cubicBezTo>
                  <a:cubicBezTo>
                    <a:pt x="117" y="466"/>
                    <a:pt x="192" y="817"/>
                    <a:pt x="293" y="1142"/>
                  </a:cubicBezTo>
                  <a:cubicBezTo>
                    <a:pt x="303" y="1193"/>
                    <a:pt x="341" y="1215"/>
                    <a:pt x="381" y="1215"/>
                  </a:cubicBezTo>
                  <a:cubicBezTo>
                    <a:pt x="439" y="1215"/>
                    <a:pt x="498" y="1167"/>
                    <a:pt x="468" y="1092"/>
                  </a:cubicBezTo>
                  <a:cubicBezTo>
                    <a:pt x="393" y="741"/>
                    <a:pt x="293" y="416"/>
                    <a:pt x="217" y="65"/>
                  </a:cubicBezTo>
                  <a:cubicBezTo>
                    <a:pt x="208" y="19"/>
                    <a:pt x="176" y="0"/>
                    <a:pt x="14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5" name="Google Shape;4205;p52"/>
            <p:cNvSpPr/>
            <p:nvPr/>
          </p:nvSpPr>
          <p:spPr>
            <a:xfrm>
              <a:off x="2241995" y="3692539"/>
              <a:ext cx="11511" cy="34700"/>
            </a:xfrm>
            <a:custGeom>
              <a:rect b="b" l="l" r="r" t="t"/>
              <a:pathLst>
                <a:path extrusionOk="0" h="835" w="277">
                  <a:moveTo>
                    <a:pt x="91" y="1"/>
                  </a:moveTo>
                  <a:cubicBezTo>
                    <a:pt x="43" y="1"/>
                    <a:pt x="26" y="46"/>
                    <a:pt x="26" y="108"/>
                  </a:cubicBezTo>
                  <a:cubicBezTo>
                    <a:pt x="1" y="308"/>
                    <a:pt x="26" y="534"/>
                    <a:pt x="76" y="759"/>
                  </a:cubicBezTo>
                  <a:cubicBezTo>
                    <a:pt x="76" y="809"/>
                    <a:pt x="151" y="834"/>
                    <a:pt x="201" y="834"/>
                  </a:cubicBezTo>
                  <a:cubicBezTo>
                    <a:pt x="252" y="809"/>
                    <a:pt x="277" y="759"/>
                    <a:pt x="252" y="709"/>
                  </a:cubicBezTo>
                  <a:cubicBezTo>
                    <a:pt x="227" y="509"/>
                    <a:pt x="201" y="308"/>
                    <a:pt x="227" y="108"/>
                  </a:cubicBezTo>
                  <a:cubicBezTo>
                    <a:pt x="227" y="32"/>
                    <a:pt x="176" y="7"/>
                    <a:pt x="126" y="7"/>
                  </a:cubicBezTo>
                  <a:cubicBezTo>
                    <a:pt x="113" y="3"/>
                    <a:pt x="101" y="1"/>
                    <a:pt x="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6" name="Google Shape;4206;p52"/>
            <p:cNvSpPr/>
            <p:nvPr/>
          </p:nvSpPr>
          <p:spPr>
            <a:xfrm>
              <a:off x="2389896" y="4010491"/>
              <a:ext cx="12550" cy="31292"/>
            </a:xfrm>
            <a:custGeom>
              <a:rect b="b" l="l" r="r" t="t"/>
              <a:pathLst>
                <a:path extrusionOk="0" h="753" w="302">
                  <a:moveTo>
                    <a:pt x="101" y="0"/>
                  </a:moveTo>
                  <a:cubicBezTo>
                    <a:pt x="51" y="0"/>
                    <a:pt x="26" y="51"/>
                    <a:pt x="1" y="101"/>
                  </a:cubicBezTo>
                  <a:cubicBezTo>
                    <a:pt x="1" y="301"/>
                    <a:pt x="26" y="502"/>
                    <a:pt x="101" y="677"/>
                  </a:cubicBezTo>
                  <a:cubicBezTo>
                    <a:pt x="126" y="727"/>
                    <a:pt x="176" y="752"/>
                    <a:pt x="226" y="752"/>
                  </a:cubicBezTo>
                  <a:cubicBezTo>
                    <a:pt x="277" y="727"/>
                    <a:pt x="302" y="677"/>
                    <a:pt x="302" y="627"/>
                  </a:cubicBezTo>
                  <a:cubicBezTo>
                    <a:pt x="252" y="527"/>
                    <a:pt x="226" y="452"/>
                    <a:pt x="226" y="351"/>
                  </a:cubicBezTo>
                  <a:cubicBezTo>
                    <a:pt x="226" y="351"/>
                    <a:pt x="226" y="326"/>
                    <a:pt x="226" y="326"/>
                  </a:cubicBezTo>
                  <a:cubicBezTo>
                    <a:pt x="226" y="326"/>
                    <a:pt x="226" y="301"/>
                    <a:pt x="226" y="301"/>
                  </a:cubicBezTo>
                  <a:cubicBezTo>
                    <a:pt x="201" y="276"/>
                    <a:pt x="201" y="251"/>
                    <a:pt x="201" y="226"/>
                  </a:cubicBezTo>
                  <a:cubicBezTo>
                    <a:pt x="201" y="201"/>
                    <a:pt x="201" y="151"/>
                    <a:pt x="201" y="101"/>
                  </a:cubicBezTo>
                  <a:cubicBezTo>
                    <a:pt x="226" y="51"/>
                    <a:pt x="151" y="0"/>
                    <a:pt x="1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7" name="Google Shape;4207;p52"/>
            <p:cNvSpPr/>
            <p:nvPr/>
          </p:nvSpPr>
          <p:spPr>
            <a:xfrm>
              <a:off x="2371154" y="4020922"/>
              <a:ext cx="12550" cy="29464"/>
            </a:xfrm>
            <a:custGeom>
              <a:rect b="b" l="l" r="r" t="t"/>
              <a:pathLst>
                <a:path extrusionOk="0" h="709" w="302">
                  <a:moveTo>
                    <a:pt x="101" y="0"/>
                  </a:moveTo>
                  <a:cubicBezTo>
                    <a:pt x="51" y="0"/>
                    <a:pt x="1" y="50"/>
                    <a:pt x="1" y="100"/>
                  </a:cubicBezTo>
                  <a:cubicBezTo>
                    <a:pt x="1" y="276"/>
                    <a:pt x="26" y="451"/>
                    <a:pt x="76" y="627"/>
                  </a:cubicBezTo>
                  <a:cubicBezTo>
                    <a:pt x="96" y="668"/>
                    <a:pt x="134" y="708"/>
                    <a:pt x="174" y="708"/>
                  </a:cubicBezTo>
                  <a:cubicBezTo>
                    <a:pt x="183" y="708"/>
                    <a:pt x="192" y="706"/>
                    <a:pt x="201" y="702"/>
                  </a:cubicBezTo>
                  <a:cubicBezTo>
                    <a:pt x="251" y="702"/>
                    <a:pt x="302" y="627"/>
                    <a:pt x="276" y="576"/>
                  </a:cubicBezTo>
                  <a:cubicBezTo>
                    <a:pt x="251" y="501"/>
                    <a:pt x="226" y="426"/>
                    <a:pt x="201" y="326"/>
                  </a:cubicBezTo>
                  <a:cubicBezTo>
                    <a:pt x="201" y="326"/>
                    <a:pt x="201" y="326"/>
                    <a:pt x="201" y="301"/>
                  </a:cubicBezTo>
                  <a:cubicBezTo>
                    <a:pt x="201" y="301"/>
                    <a:pt x="201" y="301"/>
                    <a:pt x="201" y="276"/>
                  </a:cubicBezTo>
                  <a:cubicBezTo>
                    <a:pt x="201" y="276"/>
                    <a:pt x="201" y="251"/>
                    <a:pt x="201" y="226"/>
                  </a:cubicBezTo>
                  <a:cubicBezTo>
                    <a:pt x="201" y="175"/>
                    <a:pt x="201" y="150"/>
                    <a:pt x="201" y="100"/>
                  </a:cubicBezTo>
                  <a:cubicBezTo>
                    <a:pt x="201" y="50"/>
                    <a:pt x="151" y="0"/>
                    <a:pt x="1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8" name="Google Shape;4208;p52"/>
            <p:cNvSpPr/>
            <p:nvPr/>
          </p:nvSpPr>
          <p:spPr>
            <a:xfrm>
              <a:off x="2167733" y="4096888"/>
              <a:ext cx="114946" cy="43593"/>
            </a:xfrm>
            <a:custGeom>
              <a:rect b="b" l="l" r="r" t="t"/>
              <a:pathLst>
                <a:path extrusionOk="0" h="1049" w="2766">
                  <a:moveTo>
                    <a:pt x="702" y="1"/>
                  </a:moveTo>
                  <a:cubicBezTo>
                    <a:pt x="677" y="1"/>
                    <a:pt x="653" y="9"/>
                    <a:pt x="635" y="27"/>
                  </a:cubicBezTo>
                  <a:cubicBezTo>
                    <a:pt x="460" y="277"/>
                    <a:pt x="259" y="503"/>
                    <a:pt x="59" y="728"/>
                  </a:cubicBezTo>
                  <a:cubicBezTo>
                    <a:pt x="1" y="805"/>
                    <a:pt x="76" y="912"/>
                    <a:pt x="148" y="912"/>
                  </a:cubicBezTo>
                  <a:cubicBezTo>
                    <a:pt x="170" y="912"/>
                    <a:pt x="192" y="902"/>
                    <a:pt x="209" y="879"/>
                  </a:cubicBezTo>
                  <a:cubicBezTo>
                    <a:pt x="359" y="678"/>
                    <a:pt x="510" y="503"/>
                    <a:pt x="660" y="327"/>
                  </a:cubicBezTo>
                  <a:cubicBezTo>
                    <a:pt x="735" y="478"/>
                    <a:pt x="785" y="653"/>
                    <a:pt x="836" y="829"/>
                  </a:cubicBezTo>
                  <a:cubicBezTo>
                    <a:pt x="852" y="877"/>
                    <a:pt x="889" y="905"/>
                    <a:pt x="933" y="905"/>
                  </a:cubicBezTo>
                  <a:cubicBezTo>
                    <a:pt x="958" y="905"/>
                    <a:pt x="984" y="897"/>
                    <a:pt x="1011" y="879"/>
                  </a:cubicBezTo>
                  <a:cubicBezTo>
                    <a:pt x="1086" y="804"/>
                    <a:pt x="1136" y="728"/>
                    <a:pt x="1212" y="678"/>
                  </a:cubicBezTo>
                  <a:lnTo>
                    <a:pt x="1312" y="578"/>
                  </a:lnTo>
                  <a:cubicBezTo>
                    <a:pt x="1337" y="553"/>
                    <a:pt x="1387" y="503"/>
                    <a:pt x="1412" y="478"/>
                  </a:cubicBezTo>
                  <a:cubicBezTo>
                    <a:pt x="1437" y="503"/>
                    <a:pt x="1437" y="528"/>
                    <a:pt x="1437" y="528"/>
                  </a:cubicBezTo>
                  <a:cubicBezTo>
                    <a:pt x="1487" y="578"/>
                    <a:pt x="1512" y="628"/>
                    <a:pt x="1537" y="653"/>
                  </a:cubicBezTo>
                  <a:cubicBezTo>
                    <a:pt x="1587" y="754"/>
                    <a:pt x="1638" y="829"/>
                    <a:pt x="1688" y="904"/>
                  </a:cubicBezTo>
                  <a:cubicBezTo>
                    <a:pt x="1719" y="935"/>
                    <a:pt x="1759" y="956"/>
                    <a:pt x="1798" y="956"/>
                  </a:cubicBezTo>
                  <a:cubicBezTo>
                    <a:pt x="1821" y="956"/>
                    <a:pt x="1844" y="948"/>
                    <a:pt x="1863" y="929"/>
                  </a:cubicBezTo>
                  <a:lnTo>
                    <a:pt x="2114" y="703"/>
                  </a:lnTo>
                  <a:cubicBezTo>
                    <a:pt x="2164" y="628"/>
                    <a:pt x="2239" y="528"/>
                    <a:pt x="2339" y="503"/>
                  </a:cubicBezTo>
                  <a:cubicBezTo>
                    <a:pt x="2347" y="502"/>
                    <a:pt x="2355" y="502"/>
                    <a:pt x="2362" y="502"/>
                  </a:cubicBezTo>
                  <a:cubicBezTo>
                    <a:pt x="2565" y="502"/>
                    <a:pt x="2565" y="833"/>
                    <a:pt x="2565" y="954"/>
                  </a:cubicBezTo>
                  <a:cubicBezTo>
                    <a:pt x="2565" y="1017"/>
                    <a:pt x="2615" y="1048"/>
                    <a:pt x="2665" y="1048"/>
                  </a:cubicBezTo>
                  <a:cubicBezTo>
                    <a:pt x="2715" y="1048"/>
                    <a:pt x="2765" y="1017"/>
                    <a:pt x="2765" y="954"/>
                  </a:cubicBezTo>
                  <a:cubicBezTo>
                    <a:pt x="2765" y="703"/>
                    <a:pt x="2740" y="378"/>
                    <a:pt x="2440" y="302"/>
                  </a:cubicBezTo>
                  <a:cubicBezTo>
                    <a:pt x="2423" y="299"/>
                    <a:pt x="2406" y="297"/>
                    <a:pt x="2389" y="297"/>
                  </a:cubicBezTo>
                  <a:cubicBezTo>
                    <a:pt x="2281" y="297"/>
                    <a:pt x="2176" y="363"/>
                    <a:pt x="2089" y="428"/>
                  </a:cubicBezTo>
                  <a:cubicBezTo>
                    <a:pt x="1988" y="503"/>
                    <a:pt x="1888" y="603"/>
                    <a:pt x="1813" y="703"/>
                  </a:cubicBezTo>
                  <a:cubicBezTo>
                    <a:pt x="1738" y="603"/>
                    <a:pt x="1663" y="503"/>
                    <a:pt x="1613" y="403"/>
                  </a:cubicBezTo>
                  <a:cubicBezTo>
                    <a:pt x="1562" y="353"/>
                    <a:pt x="1512" y="252"/>
                    <a:pt x="1412" y="252"/>
                  </a:cubicBezTo>
                  <a:cubicBezTo>
                    <a:pt x="1312" y="252"/>
                    <a:pt x="1237" y="378"/>
                    <a:pt x="1161" y="453"/>
                  </a:cubicBezTo>
                  <a:cubicBezTo>
                    <a:pt x="1111" y="503"/>
                    <a:pt x="1036" y="553"/>
                    <a:pt x="986" y="628"/>
                  </a:cubicBezTo>
                  <a:cubicBezTo>
                    <a:pt x="911" y="453"/>
                    <a:pt x="861" y="252"/>
                    <a:pt x="811" y="77"/>
                  </a:cubicBezTo>
                  <a:cubicBezTo>
                    <a:pt x="794" y="28"/>
                    <a:pt x="747" y="1"/>
                    <a:pt x="70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9" name="Google Shape;4209;p52"/>
            <p:cNvSpPr/>
            <p:nvPr/>
          </p:nvSpPr>
          <p:spPr>
            <a:xfrm>
              <a:off x="2392016" y="3636561"/>
              <a:ext cx="36487" cy="35490"/>
            </a:xfrm>
            <a:custGeom>
              <a:rect b="b" l="l" r="r" t="t"/>
              <a:pathLst>
                <a:path extrusionOk="0" h="854" w="878">
                  <a:moveTo>
                    <a:pt x="451" y="352"/>
                  </a:moveTo>
                  <a:lnTo>
                    <a:pt x="501" y="377"/>
                  </a:lnTo>
                  <a:cubicBezTo>
                    <a:pt x="501" y="377"/>
                    <a:pt x="501" y="377"/>
                    <a:pt x="501" y="402"/>
                  </a:cubicBezTo>
                  <a:lnTo>
                    <a:pt x="501" y="452"/>
                  </a:lnTo>
                  <a:cubicBezTo>
                    <a:pt x="501" y="452"/>
                    <a:pt x="476" y="477"/>
                    <a:pt x="476" y="502"/>
                  </a:cubicBezTo>
                  <a:lnTo>
                    <a:pt x="401" y="502"/>
                  </a:lnTo>
                  <a:lnTo>
                    <a:pt x="376" y="477"/>
                  </a:lnTo>
                  <a:lnTo>
                    <a:pt x="351" y="402"/>
                  </a:lnTo>
                  <a:cubicBezTo>
                    <a:pt x="351" y="402"/>
                    <a:pt x="401" y="377"/>
                    <a:pt x="401" y="352"/>
                  </a:cubicBezTo>
                  <a:close/>
                  <a:moveTo>
                    <a:pt x="451" y="1"/>
                  </a:moveTo>
                  <a:cubicBezTo>
                    <a:pt x="376" y="1"/>
                    <a:pt x="326" y="1"/>
                    <a:pt x="276" y="26"/>
                  </a:cubicBezTo>
                  <a:cubicBezTo>
                    <a:pt x="226" y="51"/>
                    <a:pt x="175" y="76"/>
                    <a:pt x="125" y="126"/>
                  </a:cubicBezTo>
                  <a:cubicBezTo>
                    <a:pt x="100" y="151"/>
                    <a:pt x="50" y="201"/>
                    <a:pt x="50" y="252"/>
                  </a:cubicBezTo>
                  <a:cubicBezTo>
                    <a:pt x="25" y="302"/>
                    <a:pt x="0" y="377"/>
                    <a:pt x="0" y="452"/>
                  </a:cubicBezTo>
                  <a:lnTo>
                    <a:pt x="25" y="552"/>
                  </a:lnTo>
                  <a:cubicBezTo>
                    <a:pt x="50" y="602"/>
                    <a:pt x="75" y="678"/>
                    <a:pt x="125" y="728"/>
                  </a:cubicBezTo>
                  <a:cubicBezTo>
                    <a:pt x="125" y="728"/>
                    <a:pt x="150" y="753"/>
                    <a:pt x="150" y="753"/>
                  </a:cubicBezTo>
                  <a:lnTo>
                    <a:pt x="226" y="803"/>
                  </a:lnTo>
                  <a:cubicBezTo>
                    <a:pt x="276" y="828"/>
                    <a:pt x="351" y="853"/>
                    <a:pt x="426" y="853"/>
                  </a:cubicBezTo>
                  <a:lnTo>
                    <a:pt x="451" y="853"/>
                  </a:lnTo>
                  <a:cubicBezTo>
                    <a:pt x="501" y="853"/>
                    <a:pt x="551" y="853"/>
                    <a:pt x="576" y="828"/>
                  </a:cubicBezTo>
                  <a:cubicBezTo>
                    <a:pt x="627" y="803"/>
                    <a:pt x="677" y="778"/>
                    <a:pt x="702" y="753"/>
                  </a:cubicBezTo>
                  <a:cubicBezTo>
                    <a:pt x="702" y="728"/>
                    <a:pt x="727" y="703"/>
                    <a:pt x="727" y="678"/>
                  </a:cubicBezTo>
                  <a:cubicBezTo>
                    <a:pt x="727" y="653"/>
                    <a:pt x="777" y="602"/>
                    <a:pt x="827" y="552"/>
                  </a:cubicBezTo>
                  <a:cubicBezTo>
                    <a:pt x="827" y="552"/>
                    <a:pt x="852" y="527"/>
                    <a:pt x="852" y="527"/>
                  </a:cubicBezTo>
                  <a:cubicBezTo>
                    <a:pt x="852" y="502"/>
                    <a:pt x="877" y="452"/>
                    <a:pt x="877" y="402"/>
                  </a:cubicBezTo>
                  <a:lnTo>
                    <a:pt x="852" y="327"/>
                  </a:lnTo>
                  <a:cubicBezTo>
                    <a:pt x="852" y="327"/>
                    <a:pt x="852" y="327"/>
                    <a:pt x="852" y="302"/>
                  </a:cubicBezTo>
                  <a:cubicBezTo>
                    <a:pt x="827" y="226"/>
                    <a:pt x="802" y="176"/>
                    <a:pt x="752" y="126"/>
                  </a:cubicBezTo>
                  <a:cubicBezTo>
                    <a:pt x="727" y="126"/>
                    <a:pt x="702" y="101"/>
                    <a:pt x="702" y="101"/>
                  </a:cubicBezTo>
                  <a:lnTo>
                    <a:pt x="652" y="51"/>
                  </a:lnTo>
                  <a:cubicBezTo>
                    <a:pt x="576" y="26"/>
                    <a:pt x="526" y="1"/>
                    <a:pt x="4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0" name="Google Shape;4210;p52"/>
            <p:cNvSpPr/>
            <p:nvPr/>
          </p:nvSpPr>
          <p:spPr>
            <a:xfrm>
              <a:off x="2392016" y="3676165"/>
              <a:ext cx="36487" cy="35448"/>
            </a:xfrm>
            <a:custGeom>
              <a:rect b="b" l="l" r="r" t="t"/>
              <a:pathLst>
                <a:path extrusionOk="0" h="853" w="878">
                  <a:moveTo>
                    <a:pt x="451" y="351"/>
                  </a:moveTo>
                  <a:lnTo>
                    <a:pt x="501" y="376"/>
                  </a:lnTo>
                  <a:cubicBezTo>
                    <a:pt x="501" y="376"/>
                    <a:pt x="501" y="376"/>
                    <a:pt x="501" y="401"/>
                  </a:cubicBezTo>
                  <a:lnTo>
                    <a:pt x="501" y="451"/>
                  </a:lnTo>
                  <a:cubicBezTo>
                    <a:pt x="501" y="451"/>
                    <a:pt x="476" y="476"/>
                    <a:pt x="476" y="502"/>
                  </a:cubicBezTo>
                  <a:lnTo>
                    <a:pt x="426" y="502"/>
                  </a:lnTo>
                  <a:lnTo>
                    <a:pt x="376" y="476"/>
                  </a:lnTo>
                  <a:lnTo>
                    <a:pt x="351" y="401"/>
                  </a:lnTo>
                  <a:cubicBezTo>
                    <a:pt x="351" y="401"/>
                    <a:pt x="401" y="376"/>
                    <a:pt x="401" y="351"/>
                  </a:cubicBezTo>
                  <a:close/>
                  <a:moveTo>
                    <a:pt x="451" y="0"/>
                  </a:moveTo>
                  <a:cubicBezTo>
                    <a:pt x="376" y="0"/>
                    <a:pt x="301" y="0"/>
                    <a:pt x="276" y="25"/>
                  </a:cubicBezTo>
                  <a:cubicBezTo>
                    <a:pt x="226" y="50"/>
                    <a:pt x="175" y="75"/>
                    <a:pt x="125" y="126"/>
                  </a:cubicBezTo>
                  <a:cubicBezTo>
                    <a:pt x="100" y="151"/>
                    <a:pt x="50" y="201"/>
                    <a:pt x="50" y="251"/>
                  </a:cubicBezTo>
                  <a:cubicBezTo>
                    <a:pt x="25" y="301"/>
                    <a:pt x="0" y="376"/>
                    <a:pt x="0" y="451"/>
                  </a:cubicBezTo>
                  <a:lnTo>
                    <a:pt x="25" y="552"/>
                  </a:lnTo>
                  <a:cubicBezTo>
                    <a:pt x="50" y="602"/>
                    <a:pt x="75" y="677"/>
                    <a:pt x="150" y="752"/>
                  </a:cubicBezTo>
                  <a:lnTo>
                    <a:pt x="226" y="802"/>
                  </a:lnTo>
                  <a:cubicBezTo>
                    <a:pt x="276" y="827"/>
                    <a:pt x="351" y="852"/>
                    <a:pt x="426" y="852"/>
                  </a:cubicBezTo>
                  <a:lnTo>
                    <a:pt x="451" y="852"/>
                  </a:lnTo>
                  <a:cubicBezTo>
                    <a:pt x="501" y="852"/>
                    <a:pt x="551" y="852"/>
                    <a:pt x="576" y="827"/>
                  </a:cubicBezTo>
                  <a:cubicBezTo>
                    <a:pt x="652" y="802"/>
                    <a:pt x="702" y="777"/>
                    <a:pt x="727" y="727"/>
                  </a:cubicBezTo>
                  <a:cubicBezTo>
                    <a:pt x="777" y="702"/>
                    <a:pt x="827" y="627"/>
                    <a:pt x="827" y="602"/>
                  </a:cubicBezTo>
                  <a:cubicBezTo>
                    <a:pt x="852" y="552"/>
                    <a:pt x="877" y="476"/>
                    <a:pt x="877" y="401"/>
                  </a:cubicBezTo>
                  <a:lnTo>
                    <a:pt x="852" y="326"/>
                  </a:lnTo>
                  <a:cubicBezTo>
                    <a:pt x="852" y="326"/>
                    <a:pt x="852" y="326"/>
                    <a:pt x="852" y="301"/>
                  </a:cubicBezTo>
                  <a:cubicBezTo>
                    <a:pt x="852" y="276"/>
                    <a:pt x="827" y="226"/>
                    <a:pt x="802" y="201"/>
                  </a:cubicBezTo>
                  <a:cubicBezTo>
                    <a:pt x="777" y="176"/>
                    <a:pt x="777" y="151"/>
                    <a:pt x="752" y="151"/>
                  </a:cubicBezTo>
                  <a:cubicBezTo>
                    <a:pt x="752" y="126"/>
                    <a:pt x="727" y="126"/>
                    <a:pt x="727" y="101"/>
                  </a:cubicBezTo>
                  <a:lnTo>
                    <a:pt x="652" y="50"/>
                  </a:lnTo>
                  <a:cubicBezTo>
                    <a:pt x="576" y="25"/>
                    <a:pt x="526" y="0"/>
                    <a:pt x="45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1" name="Google Shape;4211;p52"/>
            <p:cNvSpPr/>
            <p:nvPr/>
          </p:nvSpPr>
          <p:spPr>
            <a:xfrm>
              <a:off x="2420108" y="3654265"/>
              <a:ext cx="36487" cy="36529"/>
            </a:xfrm>
            <a:custGeom>
              <a:rect b="b" l="l" r="r" t="t"/>
              <a:pathLst>
                <a:path extrusionOk="0" h="879" w="878">
                  <a:moveTo>
                    <a:pt x="452" y="352"/>
                  </a:moveTo>
                  <a:lnTo>
                    <a:pt x="502" y="377"/>
                  </a:lnTo>
                  <a:cubicBezTo>
                    <a:pt x="502" y="402"/>
                    <a:pt x="502" y="402"/>
                    <a:pt x="527" y="402"/>
                  </a:cubicBezTo>
                  <a:lnTo>
                    <a:pt x="527" y="452"/>
                  </a:lnTo>
                  <a:cubicBezTo>
                    <a:pt x="527" y="452"/>
                    <a:pt x="502" y="502"/>
                    <a:pt x="477" y="502"/>
                  </a:cubicBezTo>
                  <a:cubicBezTo>
                    <a:pt x="477" y="502"/>
                    <a:pt x="452" y="502"/>
                    <a:pt x="452" y="527"/>
                  </a:cubicBezTo>
                  <a:cubicBezTo>
                    <a:pt x="435" y="527"/>
                    <a:pt x="430" y="516"/>
                    <a:pt x="428" y="516"/>
                  </a:cubicBezTo>
                  <a:cubicBezTo>
                    <a:pt x="427" y="516"/>
                    <a:pt x="427" y="519"/>
                    <a:pt x="427" y="527"/>
                  </a:cubicBezTo>
                  <a:lnTo>
                    <a:pt x="377" y="502"/>
                  </a:lnTo>
                  <a:cubicBezTo>
                    <a:pt x="377" y="477"/>
                    <a:pt x="377" y="477"/>
                    <a:pt x="377" y="477"/>
                  </a:cubicBezTo>
                  <a:lnTo>
                    <a:pt x="377" y="427"/>
                  </a:lnTo>
                  <a:cubicBezTo>
                    <a:pt x="377" y="402"/>
                    <a:pt x="402" y="377"/>
                    <a:pt x="402" y="377"/>
                  </a:cubicBezTo>
                  <a:cubicBezTo>
                    <a:pt x="402" y="377"/>
                    <a:pt x="427" y="377"/>
                    <a:pt x="452" y="352"/>
                  </a:cubicBezTo>
                  <a:close/>
                  <a:moveTo>
                    <a:pt x="452" y="1"/>
                  </a:moveTo>
                  <a:cubicBezTo>
                    <a:pt x="377" y="1"/>
                    <a:pt x="327" y="26"/>
                    <a:pt x="301" y="51"/>
                  </a:cubicBezTo>
                  <a:cubicBezTo>
                    <a:pt x="251" y="51"/>
                    <a:pt x="201" y="76"/>
                    <a:pt x="176" y="101"/>
                  </a:cubicBezTo>
                  <a:cubicBezTo>
                    <a:pt x="176" y="101"/>
                    <a:pt x="151" y="126"/>
                    <a:pt x="151" y="126"/>
                  </a:cubicBezTo>
                  <a:cubicBezTo>
                    <a:pt x="101" y="176"/>
                    <a:pt x="51" y="227"/>
                    <a:pt x="51" y="252"/>
                  </a:cubicBezTo>
                  <a:cubicBezTo>
                    <a:pt x="51" y="277"/>
                    <a:pt x="26" y="302"/>
                    <a:pt x="26" y="327"/>
                  </a:cubicBezTo>
                  <a:cubicBezTo>
                    <a:pt x="26" y="377"/>
                    <a:pt x="1" y="427"/>
                    <a:pt x="26" y="452"/>
                  </a:cubicBezTo>
                  <a:lnTo>
                    <a:pt x="26" y="552"/>
                  </a:lnTo>
                  <a:cubicBezTo>
                    <a:pt x="51" y="602"/>
                    <a:pt x="51" y="628"/>
                    <a:pt x="76" y="678"/>
                  </a:cubicBezTo>
                  <a:cubicBezTo>
                    <a:pt x="101" y="678"/>
                    <a:pt x="101" y="703"/>
                    <a:pt x="126" y="728"/>
                  </a:cubicBezTo>
                  <a:cubicBezTo>
                    <a:pt x="126" y="728"/>
                    <a:pt x="151" y="753"/>
                    <a:pt x="151" y="753"/>
                  </a:cubicBezTo>
                  <a:lnTo>
                    <a:pt x="226" y="803"/>
                  </a:lnTo>
                  <a:cubicBezTo>
                    <a:pt x="301" y="853"/>
                    <a:pt x="377" y="878"/>
                    <a:pt x="427" y="878"/>
                  </a:cubicBezTo>
                  <a:lnTo>
                    <a:pt x="452" y="878"/>
                  </a:lnTo>
                  <a:cubicBezTo>
                    <a:pt x="502" y="878"/>
                    <a:pt x="577" y="853"/>
                    <a:pt x="602" y="828"/>
                  </a:cubicBezTo>
                  <a:cubicBezTo>
                    <a:pt x="652" y="828"/>
                    <a:pt x="702" y="778"/>
                    <a:pt x="753" y="753"/>
                  </a:cubicBezTo>
                  <a:cubicBezTo>
                    <a:pt x="803" y="703"/>
                    <a:pt x="828" y="653"/>
                    <a:pt x="828" y="628"/>
                  </a:cubicBezTo>
                  <a:cubicBezTo>
                    <a:pt x="853" y="552"/>
                    <a:pt x="878" y="502"/>
                    <a:pt x="878" y="427"/>
                  </a:cubicBezTo>
                  <a:cubicBezTo>
                    <a:pt x="878" y="427"/>
                    <a:pt x="878" y="402"/>
                    <a:pt x="878" y="377"/>
                  </a:cubicBezTo>
                  <a:lnTo>
                    <a:pt x="853" y="352"/>
                  </a:lnTo>
                  <a:cubicBezTo>
                    <a:pt x="853" y="352"/>
                    <a:pt x="853" y="327"/>
                    <a:pt x="853" y="327"/>
                  </a:cubicBezTo>
                  <a:cubicBezTo>
                    <a:pt x="828" y="252"/>
                    <a:pt x="803" y="176"/>
                    <a:pt x="728" y="126"/>
                  </a:cubicBezTo>
                  <a:lnTo>
                    <a:pt x="652" y="76"/>
                  </a:lnTo>
                  <a:cubicBezTo>
                    <a:pt x="602" y="26"/>
                    <a:pt x="527" y="1"/>
                    <a:pt x="45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12" name="Google Shape;4212;p52"/>
            <p:cNvGrpSpPr/>
            <p:nvPr/>
          </p:nvGrpSpPr>
          <p:grpSpPr>
            <a:xfrm flipH="1" rot="517276">
              <a:off x="3053450" y="1350234"/>
              <a:ext cx="766368" cy="727421"/>
              <a:chOff x="4741369" y="4178435"/>
              <a:chExt cx="896803" cy="851340"/>
            </a:xfrm>
          </p:grpSpPr>
          <p:grpSp>
            <p:nvGrpSpPr>
              <p:cNvPr id="4213" name="Google Shape;4213;p52"/>
              <p:cNvGrpSpPr/>
              <p:nvPr/>
            </p:nvGrpSpPr>
            <p:grpSpPr>
              <a:xfrm>
                <a:off x="4741369" y="4178435"/>
                <a:ext cx="896803" cy="851340"/>
                <a:chOff x="1503750" y="154675"/>
                <a:chExt cx="733341" cy="696165"/>
              </a:xfrm>
            </p:grpSpPr>
            <p:sp>
              <p:nvSpPr>
                <p:cNvPr id="4214" name="Google Shape;4214;p52"/>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5" name="Google Shape;4215;p52"/>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16" name="Google Shape;4216;p52"/>
              <p:cNvGrpSpPr/>
              <p:nvPr/>
            </p:nvGrpSpPr>
            <p:grpSpPr>
              <a:xfrm rot="728027">
                <a:off x="4896064" y="4371944"/>
                <a:ext cx="522241" cy="452053"/>
                <a:chOff x="-3687125" y="3130813"/>
                <a:chExt cx="848975" cy="734875"/>
              </a:xfrm>
            </p:grpSpPr>
            <p:sp>
              <p:nvSpPr>
                <p:cNvPr id="4217" name="Google Shape;4217;p52"/>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8" name="Google Shape;4218;p52"/>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9" name="Google Shape;4219;p52"/>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0" name="Google Shape;4220;p52"/>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1" name="Google Shape;4221;p52"/>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2" name="Google Shape;4222;p52"/>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3" name="Google Shape;4223;p52"/>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4" name="Google Shape;4224;p52"/>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5" name="Google Shape;4225;p52"/>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6" name="Google Shape;4226;p52"/>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7" name="Google Shape;4227;p52"/>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8" name="Google Shape;4228;p52"/>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9" name="Google Shape;4229;p52"/>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0" name="Google Shape;4230;p52"/>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1" name="Google Shape;4231;p52"/>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2" name="Google Shape;4232;p52"/>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3" name="Google Shape;4233;p52"/>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4" name="Google Shape;4234;p52"/>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5" name="Google Shape;4235;p52"/>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6" name="Google Shape;4236;p52"/>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7" name="Google Shape;4237;p52"/>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8" name="Google Shape;4238;p52"/>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9" name="Google Shape;4239;p52"/>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0" name="Google Shape;4240;p52"/>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1" name="Google Shape;4241;p52"/>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2" name="Google Shape;4242;p52"/>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3" name="Google Shape;4243;p52"/>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4" name="Google Shape;4244;p5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5" name="Google Shape;4245;p52"/>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6" name="Google Shape;4246;p52"/>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7" name="Google Shape;4247;p52"/>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8" name="Google Shape;4248;p52"/>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9" name="Google Shape;4249;p52"/>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0" name="Google Shape;4250;p52"/>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1" name="Google Shape;4251;p52"/>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2" name="Google Shape;4252;p52"/>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3" name="Google Shape;4253;p52"/>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4" name="Google Shape;4254;p52"/>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5" name="Google Shape;4255;p52"/>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6" name="Google Shape;4256;p52"/>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7" name="Google Shape;4257;p52"/>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8" name="Google Shape;4258;p52"/>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9" name="Google Shape;4259;p52"/>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260" name="Google Shape;4260;p52"/>
            <p:cNvGrpSpPr/>
            <p:nvPr/>
          </p:nvGrpSpPr>
          <p:grpSpPr>
            <a:xfrm rot="-954488">
              <a:off x="751422" y="2982283"/>
              <a:ext cx="754117" cy="715888"/>
              <a:chOff x="2155375" y="-71225"/>
              <a:chExt cx="733341" cy="696165"/>
            </a:xfrm>
          </p:grpSpPr>
          <p:grpSp>
            <p:nvGrpSpPr>
              <p:cNvPr id="4261" name="Google Shape;4261;p52"/>
              <p:cNvGrpSpPr/>
              <p:nvPr/>
            </p:nvGrpSpPr>
            <p:grpSpPr>
              <a:xfrm>
                <a:off x="2155375" y="-71225"/>
                <a:ext cx="733341" cy="696165"/>
                <a:chOff x="1503750" y="154675"/>
                <a:chExt cx="733341" cy="696165"/>
              </a:xfrm>
            </p:grpSpPr>
            <p:sp>
              <p:nvSpPr>
                <p:cNvPr id="4262" name="Google Shape;4262;p52"/>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3" name="Google Shape;4263;p52"/>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64" name="Google Shape;4264;p52"/>
              <p:cNvGrpSpPr/>
              <p:nvPr/>
            </p:nvGrpSpPr>
            <p:grpSpPr>
              <a:xfrm rot="-965331">
                <a:off x="2325062" y="89521"/>
                <a:ext cx="377871" cy="386176"/>
                <a:chOff x="9295375" y="2920038"/>
                <a:chExt cx="782650" cy="799850"/>
              </a:xfrm>
            </p:grpSpPr>
            <p:sp>
              <p:nvSpPr>
                <p:cNvPr id="4265" name="Google Shape;4265;p52"/>
                <p:cNvSpPr/>
                <p:nvPr/>
              </p:nvSpPr>
              <p:spPr>
                <a:xfrm>
                  <a:off x="9296625" y="2956988"/>
                  <a:ext cx="574600" cy="757925"/>
                </a:xfrm>
                <a:custGeom>
                  <a:rect b="b" l="l" r="r" t="t"/>
                  <a:pathLst>
                    <a:path extrusionOk="0" h="30317" w="22984">
                      <a:moveTo>
                        <a:pt x="9027" y="0"/>
                      </a:moveTo>
                      <a:cubicBezTo>
                        <a:pt x="6845" y="0"/>
                        <a:pt x="4693" y="256"/>
                        <a:pt x="2682" y="1080"/>
                      </a:cubicBezTo>
                      <a:cubicBezTo>
                        <a:pt x="1980" y="1381"/>
                        <a:pt x="1279" y="1757"/>
                        <a:pt x="777" y="2358"/>
                      </a:cubicBezTo>
                      <a:cubicBezTo>
                        <a:pt x="301" y="2935"/>
                        <a:pt x="76" y="3787"/>
                        <a:pt x="376" y="4489"/>
                      </a:cubicBezTo>
                      <a:cubicBezTo>
                        <a:pt x="727" y="5291"/>
                        <a:pt x="1605" y="5692"/>
                        <a:pt x="2432" y="6017"/>
                      </a:cubicBezTo>
                      <a:cubicBezTo>
                        <a:pt x="1504" y="6443"/>
                        <a:pt x="677" y="7195"/>
                        <a:pt x="376" y="8198"/>
                      </a:cubicBezTo>
                      <a:cubicBezTo>
                        <a:pt x="1" y="9376"/>
                        <a:pt x="402" y="10128"/>
                        <a:pt x="1304" y="10804"/>
                      </a:cubicBezTo>
                      <a:cubicBezTo>
                        <a:pt x="1682" y="11088"/>
                        <a:pt x="2150" y="11283"/>
                        <a:pt x="2286" y="11283"/>
                      </a:cubicBezTo>
                      <a:cubicBezTo>
                        <a:pt x="2294" y="11283"/>
                        <a:pt x="2301" y="11282"/>
                        <a:pt x="2306" y="11281"/>
                      </a:cubicBezTo>
                      <a:lnTo>
                        <a:pt x="2306" y="11281"/>
                      </a:lnTo>
                      <a:cubicBezTo>
                        <a:pt x="1404" y="11757"/>
                        <a:pt x="777" y="13135"/>
                        <a:pt x="953" y="14138"/>
                      </a:cubicBezTo>
                      <a:cubicBezTo>
                        <a:pt x="1128" y="15140"/>
                        <a:pt x="2006" y="15967"/>
                        <a:pt x="3008" y="16093"/>
                      </a:cubicBezTo>
                      <a:cubicBezTo>
                        <a:pt x="2407" y="16569"/>
                        <a:pt x="1855" y="17120"/>
                        <a:pt x="1579" y="17822"/>
                      </a:cubicBezTo>
                      <a:cubicBezTo>
                        <a:pt x="1329" y="18524"/>
                        <a:pt x="1404" y="19401"/>
                        <a:pt x="1980" y="19902"/>
                      </a:cubicBezTo>
                      <a:cubicBezTo>
                        <a:pt x="2432" y="20303"/>
                        <a:pt x="3083" y="20353"/>
                        <a:pt x="3685" y="20403"/>
                      </a:cubicBezTo>
                      <a:cubicBezTo>
                        <a:pt x="4819" y="20483"/>
                        <a:pt x="5957" y="20522"/>
                        <a:pt x="7094" y="20522"/>
                      </a:cubicBezTo>
                      <a:cubicBezTo>
                        <a:pt x="9198" y="20522"/>
                        <a:pt x="11302" y="20388"/>
                        <a:pt x="13384" y="20128"/>
                      </a:cubicBezTo>
                      <a:lnTo>
                        <a:pt x="13384" y="20128"/>
                      </a:lnTo>
                      <a:cubicBezTo>
                        <a:pt x="13184" y="21431"/>
                        <a:pt x="12958" y="22759"/>
                        <a:pt x="12757" y="24088"/>
                      </a:cubicBezTo>
                      <a:cubicBezTo>
                        <a:pt x="12532" y="25491"/>
                        <a:pt x="12331" y="26970"/>
                        <a:pt x="12833" y="28323"/>
                      </a:cubicBezTo>
                      <a:cubicBezTo>
                        <a:pt x="13264" y="29412"/>
                        <a:pt x="14353" y="30316"/>
                        <a:pt x="15463" y="30316"/>
                      </a:cubicBezTo>
                      <a:cubicBezTo>
                        <a:pt x="15707" y="30316"/>
                        <a:pt x="15952" y="30273"/>
                        <a:pt x="16191" y="30178"/>
                      </a:cubicBezTo>
                      <a:cubicBezTo>
                        <a:pt x="17194" y="29802"/>
                        <a:pt x="17720" y="28724"/>
                        <a:pt x="17895" y="27672"/>
                      </a:cubicBezTo>
                      <a:cubicBezTo>
                        <a:pt x="18071" y="26619"/>
                        <a:pt x="17971" y="25566"/>
                        <a:pt x="18121" y="24514"/>
                      </a:cubicBezTo>
                      <a:cubicBezTo>
                        <a:pt x="18497" y="22333"/>
                        <a:pt x="20101" y="20429"/>
                        <a:pt x="22181" y="19727"/>
                      </a:cubicBezTo>
                      <a:lnTo>
                        <a:pt x="22983" y="19526"/>
                      </a:lnTo>
                      <a:cubicBezTo>
                        <a:pt x="22983" y="15867"/>
                        <a:pt x="22908" y="1205"/>
                        <a:pt x="22908" y="1205"/>
                      </a:cubicBezTo>
                      <a:lnTo>
                        <a:pt x="16768" y="579"/>
                      </a:lnTo>
                      <a:lnTo>
                        <a:pt x="14236" y="328"/>
                      </a:lnTo>
                      <a:cubicBezTo>
                        <a:pt x="12516" y="162"/>
                        <a:pt x="10762" y="0"/>
                        <a:pt x="90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6" name="Google Shape;4266;p52"/>
                <p:cNvSpPr/>
                <p:nvPr/>
              </p:nvSpPr>
              <p:spPr>
                <a:xfrm>
                  <a:off x="9295375" y="2951738"/>
                  <a:ext cx="580850" cy="768150"/>
                </a:xfrm>
                <a:custGeom>
                  <a:rect b="b" l="l" r="r" t="t"/>
                  <a:pathLst>
                    <a:path extrusionOk="0" h="30726" w="23234">
                      <a:moveTo>
                        <a:pt x="9048" y="423"/>
                      </a:moveTo>
                      <a:cubicBezTo>
                        <a:pt x="9987" y="423"/>
                        <a:pt x="10927" y="471"/>
                        <a:pt x="11855" y="538"/>
                      </a:cubicBezTo>
                      <a:cubicBezTo>
                        <a:pt x="13507" y="663"/>
                        <a:pt x="15158" y="838"/>
                        <a:pt x="16810" y="1014"/>
                      </a:cubicBezTo>
                      <a:lnTo>
                        <a:pt x="16810" y="1014"/>
                      </a:lnTo>
                      <a:cubicBezTo>
                        <a:pt x="16812" y="1014"/>
                        <a:pt x="16815" y="1014"/>
                        <a:pt x="16818" y="1014"/>
                      </a:cubicBezTo>
                      <a:lnTo>
                        <a:pt x="22758" y="1596"/>
                      </a:lnTo>
                      <a:lnTo>
                        <a:pt x="22758" y="1596"/>
                      </a:lnTo>
                      <a:lnTo>
                        <a:pt x="22782" y="6603"/>
                      </a:lnTo>
                      <a:cubicBezTo>
                        <a:pt x="22782" y="9736"/>
                        <a:pt x="22808" y="12844"/>
                        <a:pt x="22808" y="15977"/>
                      </a:cubicBezTo>
                      <a:cubicBezTo>
                        <a:pt x="22808" y="17176"/>
                        <a:pt x="22808" y="18376"/>
                        <a:pt x="22808" y="19575"/>
                      </a:cubicBezTo>
                      <a:lnTo>
                        <a:pt x="22808" y="19575"/>
                      </a:lnTo>
                      <a:cubicBezTo>
                        <a:pt x="22415" y="19664"/>
                        <a:pt x="22025" y="19762"/>
                        <a:pt x="21655" y="19937"/>
                      </a:cubicBezTo>
                      <a:cubicBezTo>
                        <a:pt x="20953" y="20238"/>
                        <a:pt x="20301" y="20714"/>
                        <a:pt x="19750" y="21265"/>
                      </a:cubicBezTo>
                      <a:cubicBezTo>
                        <a:pt x="18572" y="22468"/>
                        <a:pt x="17970" y="23997"/>
                        <a:pt x="17870" y="25651"/>
                      </a:cubicBezTo>
                      <a:cubicBezTo>
                        <a:pt x="17820" y="26629"/>
                        <a:pt x="17870" y="27631"/>
                        <a:pt x="17569" y="28558"/>
                      </a:cubicBezTo>
                      <a:cubicBezTo>
                        <a:pt x="17319" y="29285"/>
                        <a:pt x="16818" y="30012"/>
                        <a:pt x="16016" y="30238"/>
                      </a:cubicBezTo>
                      <a:cubicBezTo>
                        <a:pt x="15849" y="30287"/>
                        <a:pt x="15682" y="30310"/>
                        <a:pt x="15515" y="30310"/>
                      </a:cubicBezTo>
                      <a:cubicBezTo>
                        <a:pt x="14930" y="30310"/>
                        <a:pt x="14359" y="30026"/>
                        <a:pt x="13910" y="29636"/>
                      </a:cubicBezTo>
                      <a:cubicBezTo>
                        <a:pt x="13259" y="29035"/>
                        <a:pt x="12908" y="28233"/>
                        <a:pt x="12807" y="27355"/>
                      </a:cubicBezTo>
                      <a:cubicBezTo>
                        <a:pt x="12682" y="26228"/>
                        <a:pt x="12883" y="25100"/>
                        <a:pt x="13058" y="23997"/>
                      </a:cubicBezTo>
                      <a:cubicBezTo>
                        <a:pt x="13259" y="22794"/>
                        <a:pt x="13459" y="21591"/>
                        <a:pt x="13635" y="20388"/>
                      </a:cubicBezTo>
                      <a:cubicBezTo>
                        <a:pt x="13660" y="20263"/>
                        <a:pt x="13584" y="20112"/>
                        <a:pt x="13434" y="20112"/>
                      </a:cubicBezTo>
                      <a:cubicBezTo>
                        <a:pt x="11411" y="20388"/>
                        <a:pt x="9388" y="20516"/>
                        <a:pt x="7346" y="20516"/>
                      </a:cubicBezTo>
                      <a:cubicBezTo>
                        <a:pt x="7161" y="20516"/>
                        <a:pt x="6977" y="20515"/>
                        <a:pt x="6792" y="20513"/>
                      </a:cubicBezTo>
                      <a:cubicBezTo>
                        <a:pt x="5715" y="20513"/>
                        <a:pt x="4637" y="20488"/>
                        <a:pt x="3559" y="20388"/>
                      </a:cubicBezTo>
                      <a:cubicBezTo>
                        <a:pt x="3108" y="20363"/>
                        <a:pt x="2632" y="20288"/>
                        <a:pt x="2256" y="20037"/>
                      </a:cubicBezTo>
                      <a:cubicBezTo>
                        <a:pt x="1905" y="19786"/>
                        <a:pt x="1730" y="19360"/>
                        <a:pt x="1705" y="18934"/>
                      </a:cubicBezTo>
                      <a:cubicBezTo>
                        <a:pt x="1655" y="17882"/>
                        <a:pt x="2431" y="17080"/>
                        <a:pt x="3208" y="16453"/>
                      </a:cubicBezTo>
                      <a:cubicBezTo>
                        <a:pt x="3309" y="16378"/>
                        <a:pt x="3259" y="16127"/>
                        <a:pt x="3108" y="16102"/>
                      </a:cubicBezTo>
                      <a:cubicBezTo>
                        <a:pt x="2106" y="15952"/>
                        <a:pt x="1228" y="15125"/>
                        <a:pt x="1178" y="14097"/>
                      </a:cubicBezTo>
                      <a:cubicBezTo>
                        <a:pt x="1153" y="13170"/>
                        <a:pt x="1629" y="12117"/>
                        <a:pt x="2457" y="11666"/>
                      </a:cubicBezTo>
                      <a:cubicBezTo>
                        <a:pt x="2672" y="11546"/>
                        <a:pt x="2521" y="11288"/>
                        <a:pt x="2332" y="11288"/>
                      </a:cubicBezTo>
                      <a:cubicBezTo>
                        <a:pt x="2327" y="11288"/>
                        <a:pt x="2322" y="11289"/>
                        <a:pt x="2317" y="11289"/>
                      </a:cubicBezTo>
                      <a:lnTo>
                        <a:pt x="2317" y="11289"/>
                      </a:lnTo>
                      <a:cubicBezTo>
                        <a:pt x="2327" y="11284"/>
                        <a:pt x="2231" y="11265"/>
                        <a:pt x="2231" y="11265"/>
                      </a:cubicBezTo>
                      <a:cubicBezTo>
                        <a:pt x="2181" y="11240"/>
                        <a:pt x="2131" y="11215"/>
                        <a:pt x="2056" y="11190"/>
                      </a:cubicBezTo>
                      <a:cubicBezTo>
                        <a:pt x="1930" y="11140"/>
                        <a:pt x="1805" y="11065"/>
                        <a:pt x="1680" y="10989"/>
                      </a:cubicBezTo>
                      <a:cubicBezTo>
                        <a:pt x="1429" y="10839"/>
                        <a:pt x="1203" y="10638"/>
                        <a:pt x="1003" y="10438"/>
                      </a:cubicBezTo>
                      <a:cubicBezTo>
                        <a:pt x="677" y="10062"/>
                        <a:pt x="477" y="9611"/>
                        <a:pt x="502" y="9085"/>
                      </a:cubicBezTo>
                      <a:cubicBezTo>
                        <a:pt x="577" y="7856"/>
                        <a:pt x="1529" y="6929"/>
                        <a:pt x="2582" y="6403"/>
                      </a:cubicBezTo>
                      <a:cubicBezTo>
                        <a:pt x="2757" y="6328"/>
                        <a:pt x="2682" y="6077"/>
                        <a:pt x="2532" y="6027"/>
                      </a:cubicBezTo>
                      <a:cubicBezTo>
                        <a:pt x="1980" y="5801"/>
                        <a:pt x="1404" y="5576"/>
                        <a:pt x="978" y="5150"/>
                      </a:cubicBezTo>
                      <a:cubicBezTo>
                        <a:pt x="552" y="4724"/>
                        <a:pt x="401" y="4122"/>
                        <a:pt x="577" y="3521"/>
                      </a:cubicBezTo>
                      <a:cubicBezTo>
                        <a:pt x="928" y="2192"/>
                        <a:pt x="2381" y="1591"/>
                        <a:pt x="3584" y="1190"/>
                      </a:cubicBezTo>
                      <a:cubicBezTo>
                        <a:pt x="5347" y="608"/>
                        <a:pt x="7197" y="423"/>
                        <a:pt x="9048" y="423"/>
                      </a:cubicBezTo>
                      <a:close/>
                      <a:moveTo>
                        <a:pt x="9130" y="1"/>
                      </a:moveTo>
                      <a:cubicBezTo>
                        <a:pt x="8534" y="1"/>
                        <a:pt x="7939" y="19"/>
                        <a:pt x="7344" y="62"/>
                      </a:cubicBezTo>
                      <a:cubicBezTo>
                        <a:pt x="5840" y="162"/>
                        <a:pt x="4336" y="438"/>
                        <a:pt x="2933" y="989"/>
                      </a:cubicBezTo>
                      <a:cubicBezTo>
                        <a:pt x="1730" y="1465"/>
                        <a:pt x="401" y="2192"/>
                        <a:pt x="126" y="3571"/>
                      </a:cubicBezTo>
                      <a:cubicBezTo>
                        <a:pt x="0" y="4247"/>
                        <a:pt x="176" y="4899"/>
                        <a:pt x="627" y="5400"/>
                      </a:cubicBezTo>
                      <a:cubicBezTo>
                        <a:pt x="1018" y="5792"/>
                        <a:pt x="1501" y="6045"/>
                        <a:pt x="2004" y="6257"/>
                      </a:cubicBezTo>
                      <a:lnTo>
                        <a:pt x="2004" y="6257"/>
                      </a:lnTo>
                      <a:cubicBezTo>
                        <a:pt x="932" y="6901"/>
                        <a:pt x="31" y="7982"/>
                        <a:pt x="76" y="9285"/>
                      </a:cubicBezTo>
                      <a:cubicBezTo>
                        <a:pt x="101" y="9887"/>
                        <a:pt x="401" y="10413"/>
                        <a:pt x="802" y="10814"/>
                      </a:cubicBezTo>
                      <a:cubicBezTo>
                        <a:pt x="1078" y="11065"/>
                        <a:pt x="1379" y="11290"/>
                        <a:pt x="1680" y="11466"/>
                      </a:cubicBezTo>
                      <a:cubicBezTo>
                        <a:pt x="1744" y="11501"/>
                        <a:pt x="1810" y="11537"/>
                        <a:pt x="1877" y="11569"/>
                      </a:cubicBezTo>
                      <a:lnTo>
                        <a:pt x="1877" y="11569"/>
                      </a:lnTo>
                      <a:cubicBezTo>
                        <a:pt x="1148" y="12170"/>
                        <a:pt x="713" y="13242"/>
                        <a:pt x="777" y="14147"/>
                      </a:cubicBezTo>
                      <a:cubicBezTo>
                        <a:pt x="844" y="15189"/>
                        <a:pt x="1615" y="16093"/>
                        <a:pt x="2607" y="16427"/>
                      </a:cubicBezTo>
                      <a:lnTo>
                        <a:pt x="2607" y="16427"/>
                      </a:lnTo>
                      <a:cubicBezTo>
                        <a:pt x="1991" y="16966"/>
                        <a:pt x="1433" y="17641"/>
                        <a:pt x="1304" y="18483"/>
                      </a:cubicBezTo>
                      <a:cubicBezTo>
                        <a:pt x="1178" y="19335"/>
                        <a:pt x="1554" y="20212"/>
                        <a:pt x="2381" y="20563"/>
                      </a:cubicBezTo>
                      <a:cubicBezTo>
                        <a:pt x="2832" y="20764"/>
                        <a:pt x="3334" y="20789"/>
                        <a:pt x="3835" y="20839"/>
                      </a:cubicBezTo>
                      <a:cubicBezTo>
                        <a:pt x="4437" y="20864"/>
                        <a:pt x="5013" y="20889"/>
                        <a:pt x="5614" y="20914"/>
                      </a:cubicBezTo>
                      <a:cubicBezTo>
                        <a:pt x="6084" y="20933"/>
                        <a:pt x="6553" y="20942"/>
                        <a:pt x="7022" y="20942"/>
                      </a:cubicBezTo>
                      <a:cubicBezTo>
                        <a:pt x="7781" y="20942"/>
                        <a:pt x="8540" y="20920"/>
                        <a:pt x="9299" y="20889"/>
                      </a:cubicBezTo>
                      <a:cubicBezTo>
                        <a:pt x="10595" y="20842"/>
                        <a:pt x="11892" y="20728"/>
                        <a:pt x="13189" y="20569"/>
                      </a:cubicBezTo>
                      <a:lnTo>
                        <a:pt x="13189" y="20569"/>
                      </a:lnTo>
                      <a:cubicBezTo>
                        <a:pt x="13028" y="21582"/>
                        <a:pt x="12868" y="22612"/>
                        <a:pt x="12707" y="23621"/>
                      </a:cubicBezTo>
                      <a:cubicBezTo>
                        <a:pt x="12532" y="24649"/>
                        <a:pt x="12356" y="25676"/>
                        <a:pt x="12356" y="26729"/>
                      </a:cubicBezTo>
                      <a:cubicBezTo>
                        <a:pt x="12381" y="27631"/>
                        <a:pt x="12557" y="28583"/>
                        <a:pt x="13083" y="29335"/>
                      </a:cubicBezTo>
                      <a:cubicBezTo>
                        <a:pt x="13534" y="29962"/>
                        <a:pt x="14186" y="30488"/>
                        <a:pt x="14963" y="30664"/>
                      </a:cubicBezTo>
                      <a:cubicBezTo>
                        <a:pt x="15141" y="30705"/>
                        <a:pt x="15321" y="30726"/>
                        <a:pt x="15499" y="30726"/>
                      </a:cubicBezTo>
                      <a:cubicBezTo>
                        <a:pt x="16072" y="30726"/>
                        <a:pt x="16628" y="30514"/>
                        <a:pt x="17068" y="30112"/>
                      </a:cubicBezTo>
                      <a:cubicBezTo>
                        <a:pt x="17670" y="29586"/>
                        <a:pt x="17995" y="28784"/>
                        <a:pt x="18121" y="28007"/>
                      </a:cubicBezTo>
                      <a:cubicBezTo>
                        <a:pt x="18321" y="26929"/>
                        <a:pt x="18221" y="25852"/>
                        <a:pt x="18396" y="24774"/>
                      </a:cubicBezTo>
                      <a:cubicBezTo>
                        <a:pt x="18522" y="23947"/>
                        <a:pt x="18848" y="23170"/>
                        <a:pt x="19299" y="22468"/>
                      </a:cubicBezTo>
                      <a:cubicBezTo>
                        <a:pt x="19825" y="21691"/>
                        <a:pt x="20527" y="21014"/>
                        <a:pt x="21329" y="20563"/>
                      </a:cubicBezTo>
                      <a:cubicBezTo>
                        <a:pt x="21905" y="20238"/>
                        <a:pt x="22457" y="20087"/>
                        <a:pt x="23083" y="19937"/>
                      </a:cubicBezTo>
                      <a:cubicBezTo>
                        <a:pt x="23183" y="19912"/>
                        <a:pt x="23234" y="19811"/>
                        <a:pt x="23234" y="19736"/>
                      </a:cubicBezTo>
                      <a:cubicBezTo>
                        <a:pt x="23234" y="17130"/>
                        <a:pt x="23234" y="14523"/>
                        <a:pt x="23209" y="11917"/>
                      </a:cubicBezTo>
                      <a:cubicBezTo>
                        <a:pt x="23209" y="9034"/>
                        <a:pt x="23183" y="6152"/>
                        <a:pt x="23183" y="3270"/>
                      </a:cubicBezTo>
                      <a:cubicBezTo>
                        <a:pt x="23183" y="2643"/>
                        <a:pt x="23158" y="2042"/>
                        <a:pt x="23158" y="1415"/>
                      </a:cubicBezTo>
                      <a:cubicBezTo>
                        <a:pt x="23158" y="1290"/>
                        <a:pt x="23083" y="1215"/>
                        <a:pt x="22958" y="1190"/>
                      </a:cubicBezTo>
                      <a:lnTo>
                        <a:pt x="16818" y="588"/>
                      </a:lnTo>
                      <a:cubicBezTo>
                        <a:pt x="14275" y="344"/>
                        <a:pt x="11699" y="1"/>
                        <a:pt x="91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7" name="Google Shape;4267;p52"/>
                <p:cNvSpPr/>
                <p:nvPr/>
              </p:nvSpPr>
              <p:spPr>
                <a:xfrm>
                  <a:off x="9346125" y="3101763"/>
                  <a:ext cx="115950" cy="11150"/>
                </a:xfrm>
                <a:custGeom>
                  <a:rect b="b" l="l" r="r" t="t"/>
                  <a:pathLst>
                    <a:path extrusionOk="0" h="446" w="4638">
                      <a:moveTo>
                        <a:pt x="4361" y="1"/>
                      </a:moveTo>
                      <a:cubicBezTo>
                        <a:pt x="3404" y="19"/>
                        <a:pt x="2447" y="36"/>
                        <a:pt x="1482" y="36"/>
                      </a:cubicBezTo>
                      <a:cubicBezTo>
                        <a:pt x="1082" y="36"/>
                        <a:pt x="680" y="33"/>
                        <a:pt x="276" y="26"/>
                      </a:cubicBezTo>
                      <a:cubicBezTo>
                        <a:pt x="0" y="26"/>
                        <a:pt x="0" y="427"/>
                        <a:pt x="276" y="427"/>
                      </a:cubicBezTo>
                      <a:cubicBezTo>
                        <a:pt x="965" y="439"/>
                        <a:pt x="1648" y="446"/>
                        <a:pt x="2328" y="446"/>
                      </a:cubicBezTo>
                      <a:cubicBezTo>
                        <a:pt x="3008" y="446"/>
                        <a:pt x="3685" y="439"/>
                        <a:pt x="4361" y="427"/>
                      </a:cubicBezTo>
                      <a:cubicBezTo>
                        <a:pt x="4637" y="427"/>
                        <a:pt x="4637" y="1"/>
                        <a:pt x="4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8" name="Google Shape;4268;p52"/>
                <p:cNvSpPr/>
                <p:nvPr/>
              </p:nvSpPr>
              <p:spPr>
                <a:xfrm>
                  <a:off x="9341100" y="3232088"/>
                  <a:ext cx="104675" cy="11150"/>
                </a:xfrm>
                <a:custGeom>
                  <a:rect b="b" l="l" r="r" t="t"/>
                  <a:pathLst>
                    <a:path extrusionOk="0" h="446" w="4187">
                      <a:moveTo>
                        <a:pt x="3936" y="1"/>
                      </a:moveTo>
                      <a:cubicBezTo>
                        <a:pt x="3067" y="19"/>
                        <a:pt x="2199" y="36"/>
                        <a:pt x="1340" y="36"/>
                      </a:cubicBezTo>
                      <a:cubicBezTo>
                        <a:pt x="984" y="36"/>
                        <a:pt x="629" y="33"/>
                        <a:pt x="277" y="26"/>
                      </a:cubicBezTo>
                      <a:cubicBezTo>
                        <a:pt x="1" y="26"/>
                        <a:pt x="1" y="427"/>
                        <a:pt x="277" y="427"/>
                      </a:cubicBezTo>
                      <a:cubicBezTo>
                        <a:pt x="878" y="440"/>
                        <a:pt x="1486" y="446"/>
                        <a:pt x="2097" y="446"/>
                      </a:cubicBezTo>
                      <a:cubicBezTo>
                        <a:pt x="2708" y="446"/>
                        <a:pt x="3322" y="440"/>
                        <a:pt x="3936" y="427"/>
                      </a:cubicBezTo>
                      <a:cubicBezTo>
                        <a:pt x="4186" y="402"/>
                        <a:pt x="4186" y="1"/>
                        <a:pt x="39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9" name="Google Shape;4269;p52"/>
                <p:cNvSpPr/>
                <p:nvPr/>
              </p:nvSpPr>
              <p:spPr>
                <a:xfrm>
                  <a:off x="9360550" y="3353238"/>
                  <a:ext cx="82100" cy="11725"/>
                </a:xfrm>
                <a:custGeom>
                  <a:rect b="b" l="l" r="r" t="t"/>
                  <a:pathLst>
                    <a:path extrusionOk="0" h="469" w="3284">
                      <a:moveTo>
                        <a:pt x="1403" y="1"/>
                      </a:moveTo>
                      <a:cubicBezTo>
                        <a:pt x="1019" y="1"/>
                        <a:pt x="635" y="7"/>
                        <a:pt x="251" y="17"/>
                      </a:cubicBezTo>
                      <a:cubicBezTo>
                        <a:pt x="7" y="17"/>
                        <a:pt x="0" y="419"/>
                        <a:pt x="230" y="419"/>
                      </a:cubicBezTo>
                      <a:cubicBezTo>
                        <a:pt x="236" y="419"/>
                        <a:pt x="243" y="419"/>
                        <a:pt x="251" y="418"/>
                      </a:cubicBezTo>
                      <a:cubicBezTo>
                        <a:pt x="499" y="411"/>
                        <a:pt x="748" y="408"/>
                        <a:pt x="996" y="408"/>
                      </a:cubicBezTo>
                      <a:cubicBezTo>
                        <a:pt x="1675" y="408"/>
                        <a:pt x="2354" y="432"/>
                        <a:pt x="3033" y="468"/>
                      </a:cubicBezTo>
                      <a:cubicBezTo>
                        <a:pt x="3283" y="468"/>
                        <a:pt x="3283" y="67"/>
                        <a:pt x="3033" y="42"/>
                      </a:cubicBezTo>
                      <a:cubicBezTo>
                        <a:pt x="2489" y="13"/>
                        <a:pt x="1946" y="1"/>
                        <a:pt x="14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0" name="Google Shape;4270;p52"/>
                <p:cNvSpPr/>
                <p:nvPr/>
              </p:nvSpPr>
              <p:spPr>
                <a:xfrm>
                  <a:off x="9415100" y="2991338"/>
                  <a:ext cx="179800" cy="20675"/>
                </a:xfrm>
                <a:custGeom>
                  <a:rect b="b" l="l" r="r" t="t"/>
                  <a:pathLst>
                    <a:path extrusionOk="0" h="827" w="7192">
                      <a:moveTo>
                        <a:pt x="3996" y="1"/>
                      </a:moveTo>
                      <a:cubicBezTo>
                        <a:pt x="3800" y="1"/>
                        <a:pt x="3603" y="3"/>
                        <a:pt x="3407" y="7"/>
                      </a:cubicBezTo>
                      <a:cubicBezTo>
                        <a:pt x="2830" y="32"/>
                        <a:pt x="2254" y="57"/>
                        <a:pt x="1678" y="107"/>
                      </a:cubicBezTo>
                      <a:cubicBezTo>
                        <a:pt x="1176" y="157"/>
                        <a:pt x="675" y="207"/>
                        <a:pt x="199" y="433"/>
                      </a:cubicBezTo>
                      <a:cubicBezTo>
                        <a:pt x="1" y="543"/>
                        <a:pt x="131" y="827"/>
                        <a:pt x="335" y="827"/>
                      </a:cubicBezTo>
                      <a:cubicBezTo>
                        <a:pt x="364" y="827"/>
                        <a:pt x="394" y="821"/>
                        <a:pt x="424" y="809"/>
                      </a:cubicBezTo>
                      <a:cubicBezTo>
                        <a:pt x="901" y="583"/>
                        <a:pt x="1427" y="533"/>
                        <a:pt x="1953" y="508"/>
                      </a:cubicBezTo>
                      <a:cubicBezTo>
                        <a:pt x="2505" y="458"/>
                        <a:pt x="3056" y="433"/>
                        <a:pt x="3607" y="433"/>
                      </a:cubicBezTo>
                      <a:cubicBezTo>
                        <a:pt x="3791" y="429"/>
                        <a:pt x="3975" y="427"/>
                        <a:pt x="4159" y="427"/>
                      </a:cubicBezTo>
                      <a:cubicBezTo>
                        <a:pt x="5078" y="427"/>
                        <a:pt x="5997" y="479"/>
                        <a:pt x="6916" y="583"/>
                      </a:cubicBezTo>
                      <a:cubicBezTo>
                        <a:pt x="6924" y="584"/>
                        <a:pt x="6931" y="584"/>
                        <a:pt x="6939" y="584"/>
                      </a:cubicBezTo>
                      <a:cubicBezTo>
                        <a:pt x="7191" y="584"/>
                        <a:pt x="7184" y="182"/>
                        <a:pt x="6916" y="157"/>
                      </a:cubicBezTo>
                      <a:cubicBezTo>
                        <a:pt x="5955" y="53"/>
                        <a:pt x="4977" y="1"/>
                        <a:pt x="39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1" name="Google Shape;4271;p52"/>
                <p:cNvSpPr/>
                <p:nvPr/>
              </p:nvSpPr>
              <p:spPr>
                <a:xfrm>
                  <a:off x="9623075" y="2995888"/>
                  <a:ext cx="13800" cy="10050"/>
                </a:xfrm>
                <a:custGeom>
                  <a:rect b="b" l="l" r="r" t="t"/>
                  <a:pathLst>
                    <a:path extrusionOk="0" h="402" w="552">
                      <a:moveTo>
                        <a:pt x="276" y="0"/>
                      </a:moveTo>
                      <a:cubicBezTo>
                        <a:pt x="0" y="0"/>
                        <a:pt x="0"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2" name="Google Shape;4272;p52"/>
                <p:cNvSpPr/>
                <p:nvPr/>
              </p:nvSpPr>
              <p:spPr>
                <a:xfrm>
                  <a:off x="9755275" y="3087363"/>
                  <a:ext cx="28225" cy="35100"/>
                </a:xfrm>
                <a:custGeom>
                  <a:rect b="b" l="l" r="r" t="t"/>
                  <a:pathLst>
                    <a:path extrusionOk="0" h="1404" w="1129">
                      <a:moveTo>
                        <a:pt x="897" y="0"/>
                      </a:moveTo>
                      <a:cubicBezTo>
                        <a:pt x="825" y="0"/>
                        <a:pt x="752" y="34"/>
                        <a:pt x="702" y="101"/>
                      </a:cubicBezTo>
                      <a:cubicBezTo>
                        <a:pt x="502" y="426"/>
                        <a:pt x="276" y="752"/>
                        <a:pt x="51" y="1078"/>
                      </a:cubicBezTo>
                      <a:cubicBezTo>
                        <a:pt x="0" y="1178"/>
                        <a:pt x="26" y="1329"/>
                        <a:pt x="126" y="1379"/>
                      </a:cubicBezTo>
                      <a:cubicBezTo>
                        <a:pt x="159" y="1396"/>
                        <a:pt x="195" y="1404"/>
                        <a:pt x="232" y="1404"/>
                      </a:cubicBezTo>
                      <a:cubicBezTo>
                        <a:pt x="304" y="1404"/>
                        <a:pt x="376" y="1370"/>
                        <a:pt x="427" y="1304"/>
                      </a:cubicBezTo>
                      <a:cubicBezTo>
                        <a:pt x="627" y="978"/>
                        <a:pt x="853" y="652"/>
                        <a:pt x="1078" y="301"/>
                      </a:cubicBezTo>
                      <a:cubicBezTo>
                        <a:pt x="1128" y="226"/>
                        <a:pt x="1103" y="76"/>
                        <a:pt x="1003" y="25"/>
                      </a:cubicBezTo>
                      <a:cubicBezTo>
                        <a:pt x="970" y="9"/>
                        <a:pt x="933" y="0"/>
                        <a:pt x="8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3" name="Google Shape;4273;p52"/>
                <p:cNvSpPr/>
                <p:nvPr/>
              </p:nvSpPr>
              <p:spPr>
                <a:xfrm>
                  <a:off x="9779075" y="3103663"/>
                  <a:ext cx="22600" cy="29450"/>
                </a:xfrm>
                <a:custGeom>
                  <a:rect b="b" l="l" r="r" t="t"/>
                  <a:pathLst>
                    <a:path extrusionOk="0" h="1178" w="904">
                      <a:moveTo>
                        <a:pt x="673" y="0"/>
                      </a:moveTo>
                      <a:cubicBezTo>
                        <a:pt x="602" y="0"/>
                        <a:pt x="536" y="33"/>
                        <a:pt x="502" y="100"/>
                      </a:cubicBezTo>
                      <a:cubicBezTo>
                        <a:pt x="352" y="351"/>
                        <a:pt x="201" y="602"/>
                        <a:pt x="51" y="877"/>
                      </a:cubicBezTo>
                      <a:cubicBezTo>
                        <a:pt x="1" y="977"/>
                        <a:pt x="26" y="1103"/>
                        <a:pt x="126" y="1153"/>
                      </a:cubicBezTo>
                      <a:cubicBezTo>
                        <a:pt x="160" y="1170"/>
                        <a:pt x="199" y="1178"/>
                        <a:pt x="238" y="1178"/>
                      </a:cubicBezTo>
                      <a:cubicBezTo>
                        <a:pt x="316" y="1178"/>
                        <a:pt x="394" y="1145"/>
                        <a:pt x="427" y="1078"/>
                      </a:cubicBezTo>
                      <a:cubicBezTo>
                        <a:pt x="577" y="827"/>
                        <a:pt x="703" y="576"/>
                        <a:pt x="853" y="301"/>
                      </a:cubicBezTo>
                      <a:cubicBezTo>
                        <a:pt x="903" y="201"/>
                        <a:pt x="878" y="75"/>
                        <a:pt x="778" y="25"/>
                      </a:cubicBezTo>
                      <a:cubicBezTo>
                        <a:pt x="744" y="8"/>
                        <a:pt x="708" y="0"/>
                        <a:pt x="6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4" name="Google Shape;4274;p52"/>
                <p:cNvSpPr/>
                <p:nvPr/>
              </p:nvSpPr>
              <p:spPr>
                <a:xfrm>
                  <a:off x="9641250" y="3529263"/>
                  <a:ext cx="25925" cy="143100"/>
                </a:xfrm>
                <a:custGeom>
                  <a:rect b="b" l="l" r="r" t="t"/>
                  <a:pathLst>
                    <a:path extrusionOk="0" h="5724" w="1037">
                      <a:moveTo>
                        <a:pt x="476" y="0"/>
                      </a:moveTo>
                      <a:cubicBezTo>
                        <a:pt x="396" y="0"/>
                        <a:pt x="321" y="45"/>
                        <a:pt x="301" y="144"/>
                      </a:cubicBezTo>
                      <a:cubicBezTo>
                        <a:pt x="150" y="1121"/>
                        <a:pt x="0" y="2099"/>
                        <a:pt x="0" y="3101"/>
                      </a:cubicBezTo>
                      <a:cubicBezTo>
                        <a:pt x="0" y="3553"/>
                        <a:pt x="25" y="4029"/>
                        <a:pt x="125" y="4480"/>
                      </a:cubicBezTo>
                      <a:cubicBezTo>
                        <a:pt x="201" y="4881"/>
                        <a:pt x="276" y="5357"/>
                        <a:pt x="602" y="5658"/>
                      </a:cubicBezTo>
                      <a:cubicBezTo>
                        <a:pt x="642" y="5704"/>
                        <a:pt x="690" y="5724"/>
                        <a:pt x="737" y="5724"/>
                      </a:cubicBezTo>
                      <a:cubicBezTo>
                        <a:pt x="891" y="5724"/>
                        <a:pt x="1037" y="5511"/>
                        <a:pt x="902" y="5357"/>
                      </a:cubicBezTo>
                      <a:cubicBezTo>
                        <a:pt x="602" y="5081"/>
                        <a:pt x="551" y="4555"/>
                        <a:pt x="501" y="4179"/>
                      </a:cubicBezTo>
                      <a:cubicBezTo>
                        <a:pt x="426" y="3753"/>
                        <a:pt x="401" y="3327"/>
                        <a:pt x="401" y="2901"/>
                      </a:cubicBezTo>
                      <a:cubicBezTo>
                        <a:pt x="426" y="2024"/>
                        <a:pt x="551" y="1147"/>
                        <a:pt x="702" y="269"/>
                      </a:cubicBezTo>
                      <a:cubicBezTo>
                        <a:pt x="732" y="103"/>
                        <a:pt x="598" y="0"/>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5" name="Google Shape;4275;p52"/>
                <p:cNvSpPr/>
                <p:nvPr/>
              </p:nvSpPr>
              <p:spPr>
                <a:xfrm>
                  <a:off x="9680725" y="3646263"/>
                  <a:ext cx="11300" cy="11300"/>
                </a:xfrm>
                <a:custGeom>
                  <a:rect b="b" l="l" r="r" t="t"/>
                  <a:pathLst>
                    <a:path extrusionOk="0" h="452" w="452">
                      <a:moveTo>
                        <a:pt x="201" y="0"/>
                      </a:moveTo>
                      <a:cubicBezTo>
                        <a:pt x="150" y="25"/>
                        <a:pt x="125" y="51"/>
                        <a:pt x="100" y="76"/>
                      </a:cubicBezTo>
                      <a:cubicBezTo>
                        <a:pt x="100" y="76"/>
                        <a:pt x="75" y="101"/>
                        <a:pt x="50" y="101"/>
                      </a:cubicBezTo>
                      <a:cubicBezTo>
                        <a:pt x="50" y="126"/>
                        <a:pt x="25" y="151"/>
                        <a:pt x="25" y="176"/>
                      </a:cubicBezTo>
                      <a:cubicBezTo>
                        <a:pt x="0" y="201"/>
                        <a:pt x="0" y="226"/>
                        <a:pt x="0" y="251"/>
                      </a:cubicBezTo>
                      <a:cubicBezTo>
                        <a:pt x="0" y="276"/>
                        <a:pt x="0" y="301"/>
                        <a:pt x="25" y="326"/>
                      </a:cubicBezTo>
                      <a:cubicBezTo>
                        <a:pt x="25" y="351"/>
                        <a:pt x="50" y="376"/>
                        <a:pt x="50" y="401"/>
                      </a:cubicBezTo>
                      <a:cubicBezTo>
                        <a:pt x="75" y="401"/>
                        <a:pt x="100" y="426"/>
                        <a:pt x="100" y="426"/>
                      </a:cubicBezTo>
                      <a:cubicBezTo>
                        <a:pt x="125" y="452"/>
                        <a:pt x="175" y="452"/>
                        <a:pt x="201" y="452"/>
                      </a:cubicBezTo>
                      <a:lnTo>
                        <a:pt x="276" y="452"/>
                      </a:lnTo>
                      <a:cubicBezTo>
                        <a:pt x="301" y="452"/>
                        <a:pt x="326" y="426"/>
                        <a:pt x="351" y="401"/>
                      </a:cubicBezTo>
                      <a:cubicBezTo>
                        <a:pt x="376" y="376"/>
                        <a:pt x="376" y="376"/>
                        <a:pt x="401" y="351"/>
                      </a:cubicBezTo>
                      <a:cubicBezTo>
                        <a:pt x="426" y="351"/>
                        <a:pt x="426" y="326"/>
                        <a:pt x="451" y="301"/>
                      </a:cubicBezTo>
                      <a:cubicBezTo>
                        <a:pt x="451" y="276"/>
                        <a:pt x="451" y="251"/>
                        <a:pt x="451" y="201"/>
                      </a:cubicBezTo>
                      <a:cubicBezTo>
                        <a:pt x="451" y="176"/>
                        <a:pt x="451" y="151"/>
                        <a:pt x="451" y="126"/>
                      </a:cubicBezTo>
                      <a:cubicBezTo>
                        <a:pt x="426" y="101"/>
                        <a:pt x="426" y="76"/>
                        <a:pt x="401" y="76"/>
                      </a:cubicBezTo>
                      <a:cubicBezTo>
                        <a:pt x="376" y="51"/>
                        <a:pt x="376" y="51"/>
                        <a:pt x="351" y="25"/>
                      </a:cubicBezTo>
                      <a:cubicBezTo>
                        <a:pt x="326" y="0"/>
                        <a:pt x="301"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6" name="Google Shape;4276;p52"/>
                <p:cNvSpPr/>
                <p:nvPr/>
              </p:nvSpPr>
              <p:spPr>
                <a:xfrm>
                  <a:off x="9505275" y="3378088"/>
                  <a:ext cx="18200" cy="31975"/>
                </a:xfrm>
                <a:custGeom>
                  <a:rect b="b" l="l" r="r" t="t"/>
                  <a:pathLst>
                    <a:path extrusionOk="0" h="1279" w="728">
                      <a:moveTo>
                        <a:pt x="577" y="1"/>
                      </a:moveTo>
                      <a:cubicBezTo>
                        <a:pt x="477" y="1"/>
                        <a:pt x="351" y="51"/>
                        <a:pt x="326" y="151"/>
                      </a:cubicBezTo>
                      <a:cubicBezTo>
                        <a:pt x="301" y="301"/>
                        <a:pt x="251" y="452"/>
                        <a:pt x="226" y="577"/>
                      </a:cubicBezTo>
                      <a:cubicBezTo>
                        <a:pt x="201" y="627"/>
                        <a:pt x="201" y="652"/>
                        <a:pt x="176" y="702"/>
                      </a:cubicBezTo>
                      <a:cubicBezTo>
                        <a:pt x="176" y="702"/>
                        <a:pt x="176" y="727"/>
                        <a:pt x="151" y="752"/>
                      </a:cubicBezTo>
                      <a:cubicBezTo>
                        <a:pt x="126" y="828"/>
                        <a:pt x="101" y="903"/>
                        <a:pt x="51" y="953"/>
                      </a:cubicBezTo>
                      <a:cubicBezTo>
                        <a:pt x="0" y="1053"/>
                        <a:pt x="26" y="1204"/>
                        <a:pt x="126" y="1254"/>
                      </a:cubicBezTo>
                      <a:cubicBezTo>
                        <a:pt x="159" y="1270"/>
                        <a:pt x="195" y="1279"/>
                        <a:pt x="232" y="1279"/>
                      </a:cubicBezTo>
                      <a:cubicBezTo>
                        <a:pt x="304" y="1279"/>
                        <a:pt x="376" y="1245"/>
                        <a:pt x="427" y="1178"/>
                      </a:cubicBezTo>
                      <a:cubicBezTo>
                        <a:pt x="577" y="878"/>
                        <a:pt x="677" y="577"/>
                        <a:pt x="727" y="276"/>
                      </a:cubicBezTo>
                      <a:cubicBezTo>
                        <a:pt x="727" y="201"/>
                        <a:pt x="727" y="151"/>
                        <a:pt x="702" y="101"/>
                      </a:cubicBezTo>
                      <a:cubicBezTo>
                        <a:pt x="677" y="76"/>
                        <a:pt x="627" y="26"/>
                        <a:pt x="5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7" name="Google Shape;4277;p52"/>
                <p:cNvSpPr/>
                <p:nvPr/>
              </p:nvSpPr>
              <p:spPr>
                <a:xfrm>
                  <a:off x="9524700" y="3379213"/>
                  <a:ext cx="16950" cy="31975"/>
                </a:xfrm>
                <a:custGeom>
                  <a:rect b="b" l="l" r="r" t="t"/>
                  <a:pathLst>
                    <a:path extrusionOk="0" h="1279" w="678">
                      <a:moveTo>
                        <a:pt x="367" y="1"/>
                      </a:moveTo>
                      <a:cubicBezTo>
                        <a:pt x="353" y="1"/>
                        <a:pt x="339" y="2"/>
                        <a:pt x="326" y="6"/>
                      </a:cubicBezTo>
                      <a:cubicBezTo>
                        <a:pt x="226" y="31"/>
                        <a:pt x="126" y="156"/>
                        <a:pt x="176" y="256"/>
                      </a:cubicBezTo>
                      <a:cubicBezTo>
                        <a:pt x="176" y="306"/>
                        <a:pt x="201" y="331"/>
                        <a:pt x="201" y="382"/>
                      </a:cubicBezTo>
                      <a:cubicBezTo>
                        <a:pt x="201" y="382"/>
                        <a:pt x="201" y="432"/>
                        <a:pt x="201" y="432"/>
                      </a:cubicBezTo>
                      <a:cubicBezTo>
                        <a:pt x="226" y="482"/>
                        <a:pt x="226" y="507"/>
                        <a:pt x="226" y="557"/>
                      </a:cubicBezTo>
                      <a:cubicBezTo>
                        <a:pt x="226" y="557"/>
                        <a:pt x="201" y="582"/>
                        <a:pt x="201" y="607"/>
                      </a:cubicBezTo>
                      <a:cubicBezTo>
                        <a:pt x="201" y="682"/>
                        <a:pt x="176" y="732"/>
                        <a:pt x="151" y="808"/>
                      </a:cubicBezTo>
                      <a:cubicBezTo>
                        <a:pt x="151" y="808"/>
                        <a:pt x="151" y="808"/>
                        <a:pt x="151" y="833"/>
                      </a:cubicBezTo>
                      <a:cubicBezTo>
                        <a:pt x="151" y="833"/>
                        <a:pt x="126" y="858"/>
                        <a:pt x="126" y="883"/>
                      </a:cubicBezTo>
                      <a:cubicBezTo>
                        <a:pt x="101" y="908"/>
                        <a:pt x="76" y="933"/>
                        <a:pt x="76" y="958"/>
                      </a:cubicBezTo>
                      <a:cubicBezTo>
                        <a:pt x="0" y="1058"/>
                        <a:pt x="51" y="1209"/>
                        <a:pt x="151" y="1259"/>
                      </a:cubicBezTo>
                      <a:cubicBezTo>
                        <a:pt x="179" y="1273"/>
                        <a:pt x="207" y="1279"/>
                        <a:pt x="234" y="1279"/>
                      </a:cubicBezTo>
                      <a:cubicBezTo>
                        <a:pt x="305" y="1279"/>
                        <a:pt x="372" y="1238"/>
                        <a:pt x="426" y="1184"/>
                      </a:cubicBezTo>
                      <a:cubicBezTo>
                        <a:pt x="627" y="883"/>
                        <a:pt x="677" y="482"/>
                        <a:pt x="577" y="156"/>
                      </a:cubicBezTo>
                      <a:cubicBezTo>
                        <a:pt x="555" y="69"/>
                        <a:pt x="458" y="1"/>
                        <a:pt x="3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8" name="Google Shape;4278;p52"/>
                <p:cNvSpPr/>
                <p:nvPr/>
              </p:nvSpPr>
              <p:spPr>
                <a:xfrm>
                  <a:off x="9355525" y="3264088"/>
                  <a:ext cx="23825" cy="56375"/>
                </a:xfrm>
                <a:custGeom>
                  <a:rect b="b" l="l" r="r" t="t"/>
                  <a:pathLst>
                    <a:path extrusionOk="0" h="2255" w="953">
                      <a:moveTo>
                        <a:pt x="628" y="0"/>
                      </a:moveTo>
                      <a:cubicBezTo>
                        <a:pt x="564" y="0"/>
                        <a:pt x="498" y="29"/>
                        <a:pt x="452" y="99"/>
                      </a:cubicBezTo>
                      <a:cubicBezTo>
                        <a:pt x="226" y="450"/>
                        <a:pt x="0" y="876"/>
                        <a:pt x="51" y="1302"/>
                      </a:cubicBezTo>
                      <a:cubicBezTo>
                        <a:pt x="76" y="1678"/>
                        <a:pt x="276" y="2079"/>
                        <a:pt x="627" y="2230"/>
                      </a:cubicBezTo>
                      <a:cubicBezTo>
                        <a:pt x="660" y="2246"/>
                        <a:pt x="697" y="2255"/>
                        <a:pt x="732" y="2255"/>
                      </a:cubicBezTo>
                      <a:cubicBezTo>
                        <a:pt x="802" y="2255"/>
                        <a:pt x="869" y="2221"/>
                        <a:pt x="903" y="2155"/>
                      </a:cubicBezTo>
                      <a:cubicBezTo>
                        <a:pt x="953" y="2079"/>
                        <a:pt x="928" y="1929"/>
                        <a:pt x="828" y="1879"/>
                      </a:cubicBezTo>
                      <a:cubicBezTo>
                        <a:pt x="602" y="1754"/>
                        <a:pt x="477" y="1503"/>
                        <a:pt x="452" y="1252"/>
                      </a:cubicBezTo>
                      <a:cubicBezTo>
                        <a:pt x="452" y="901"/>
                        <a:pt x="627" y="576"/>
                        <a:pt x="802" y="300"/>
                      </a:cubicBezTo>
                      <a:cubicBezTo>
                        <a:pt x="906" y="144"/>
                        <a:pt x="771" y="0"/>
                        <a:pt x="6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9" name="Google Shape;4279;p52"/>
                <p:cNvSpPr/>
                <p:nvPr/>
              </p:nvSpPr>
              <p:spPr>
                <a:xfrm>
                  <a:off x="9398125" y="3310413"/>
                  <a:ext cx="13200" cy="10050"/>
                </a:xfrm>
                <a:custGeom>
                  <a:rect b="b" l="l" r="r" t="t"/>
                  <a:pathLst>
                    <a:path extrusionOk="0" h="402" w="528">
                      <a:moveTo>
                        <a:pt x="276" y="1"/>
                      </a:moveTo>
                      <a:cubicBezTo>
                        <a:pt x="1" y="1"/>
                        <a:pt x="1" y="402"/>
                        <a:pt x="276" y="402"/>
                      </a:cubicBezTo>
                      <a:cubicBezTo>
                        <a:pt x="527" y="402"/>
                        <a:pt x="527"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0" name="Google Shape;4280;p52"/>
                <p:cNvSpPr/>
                <p:nvPr/>
              </p:nvSpPr>
              <p:spPr>
                <a:xfrm>
                  <a:off x="9403150" y="3130988"/>
                  <a:ext cx="125950" cy="12825"/>
                </a:xfrm>
                <a:custGeom>
                  <a:rect b="b" l="l" r="r" t="t"/>
                  <a:pathLst>
                    <a:path extrusionOk="0" h="513" w="5038">
                      <a:moveTo>
                        <a:pt x="1337" y="1"/>
                      </a:moveTo>
                      <a:cubicBezTo>
                        <a:pt x="984" y="1"/>
                        <a:pt x="631" y="4"/>
                        <a:pt x="276" y="10"/>
                      </a:cubicBezTo>
                      <a:cubicBezTo>
                        <a:pt x="25" y="35"/>
                        <a:pt x="0" y="436"/>
                        <a:pt x="276" y="436"/>
                      </a:cubicBezTo>
                      <a:cubicBezTo>
                        <a:pt x="652" y="430"/>
                        <a:pt x="1026" y="426"/>
                        <a:pt x="1400" y="426"/>
                      </a:cubicBezTo>
                      <a:cubicBezTo>
                        <a:pt x="2521" y="426"/>
                        <a:pt x="3634" y="455"/>
                        <a:pt x="4762" y="511"/>
                      </a:cubicBezTo>
                      <a:cubicBezTo>
                        <a:pt x="4770" y="512"/>
                        <a:pt x="4778" y="512"/>
                        <a:pt x="4785" y="512"/>
                      </a:cubicBezTo>
                      <a:cubicBezTo>
                        <a:pt x="5038" y="512"/>
                        <a:pt x="5030" y="110"/>
                        <a:pt x="4762" y="110"/>
                      </a:cubicBezTo>
                      <a:cubicBezTo>
                        <a:pt x="3613" y="33"/>
                        <a:pt x="2479" y="1"/>
                        <a:pt x="13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1" name="Google Shape;4281;p52"/>
                <p:cNvSpPr/>
                <p:nvPr/>
              </p:nvSpPr>
              <p:spPr>
                <a:xfrm>
                  <a:off x="9570425" y="3131213"/>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2" name="Google Shape;4282;p52"/>
                <p:cNvSpPr/>
                <p:nvPr/>
              </p:nvSpPr>
              <p:spPr>
                <a:xfrm>
                  <a:off x="9744000" y="3325463"/>
                  <a:ext cx="27600" cy="32600"/>
                </a:xfrm>
                <a:custGeom>
                  <a:rect b="b" l="l" r="r" t="t"/>
                  <a:pathLst>
                    <a:path extrusionOk="0" h="1304" w="1104">
                      <a:moveTo>
                        <a:pt x="873" y="0"/>
                      </a:moveTo>
                      <a:cubicBezTo>
                        <a:pt x="802" y="0"/>
                        <a:pt x="736" y="34"/>
                        <a:pt x="702" y="101"/>
                      </a:cubicBezTo>
                      <a:cubicBezTo>
                        <a:pt x="477" y="401"/>
                        <a:pt x="276" y="702"/>
                        <a:pt x="76" y="1003"/>
                      </a:cubicBezTo>
                      <a:cubicBezTo>
                        <a:pt x="0" y="1078"/>
                        <a:pt x="50" y="1228"/>
                        <a:pt x="151" y="1278"/>
                      </a:cubicBezTo>
                      <a:cubicBezTo>
                        <a:pt x="184" y="1295"/>
                        <a:pt x="220" y="1304"/>
                        <a:pt x="256" y="1304"/>
                      </a:cubicBezTo>
                      <a:cubicBezTo>
                        <a:pt x="326" y="1304"/>
                        <a:pt x="393" y="1270"/>
                        <a:pt x="426" y="1203"/>
                      </a:cubicBezTo>
                      <a:cubicBezTo>
                        <a:pt x="652" y="903"/>
                        <a:pt x="852" y="602"/>
                        <a:pt x="1053" y="301"/>
                      </a:cubicBezTo>
                      <a:cubicBezTo>
                        <a:pt x="1103" y="226"/>
                        <a:pt x="1078" y="75"/>
                        <a:pt x="978" y="25"/>
                      </a:cubicBezTo>
                      <a:cubicBezTo>
                        <a:pt x="944" y="9"/>
                        <a:pt x="908" y="0"/>
                        <a:pt x="8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3" name="Google Shape;4283;p52"/>
                <p:cNvSpPr/>
                <p:nvPr/>
              </p:nvSpPr>
              <p:spPr>
                <a:xfrm>
                  <a:off x="9771575" y="3332988"/>
                  <a:ext cx="24450" cy="35100"/>
                </a:xfrm>
                <a:custGeom>
                  <a:rect b="b" l="l" r="r" t="t"/>
                  <a:pathLst>
                    <a:path extrusionOk="0" h="1404" w="978">
                      <a:moveTo>
                        <a:pt x="747" y="0"/>
                      </a:moveTo>
                      <a:cubicBezTo>
                        <a:pt x="677" y="0"/>
                        <a:pt x="610" y="33"/>
                        <a:pt x="577" y="100"/>
                      </a:cubicBezTo>
                      <a:cubicBezTo>
                        <a:pt x="401" y="426"/>
                        <a:pt x="226" y="752"/>
                        <a:pt x="50" y="1078"/>
                      </a:cubicBezTo>
                      <a:cubicBezTo>
                        <a:pt x="0" y="1178"/>
                        <a:pt x="25" y="1328"/>
                        <a:pt x="125" y="1378"/>
                      </a:cubicBezTo>
                      <a:cubicBezTo>
                        <a:pt x="159" y="1395"/>
                        <a:pt x="195" y="1404"/>
                        <a:pt x="230" y="1404"/>
                      </a:cubicBezTo>
                      <a:cubicBezTo>
                        <a:pt x="301" y="1404"/>
                        <a:pt x="368" y="1370"/>
                        <a:pt x="401" y="1303"/>
                      </a:cubicBezTo>
                      <a:cubicBezTo>
                        <a:pt x="602" y="977"/>
                        <a:pt x="777" y="652"/>
                        <a:pt x="927" y="301"/>
                      </a:cubicBezTo>
                      <a:cubicBezTo>
                        <a:pt x="978" y="201"/>
                        <a:pt x="953" y="75"/>
                        <a:pt x="852" y="25"/>
                      </a:cubicBezTo>
                      <a:cubicBezTo>
                        <a:pt x="819" y="8"/>
                        <a:pt x="78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4" name="Google Shape;4284;p52"/>
                <p:cNvSpPr/>
                <p:nvPr/>
              </p:nvSpPr>
              <p:spPr>
                <a:xfrm>
                  <a:off x="9858650"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2" y="22256"/>
                        <a:pt x="4312" y="21053"/>
                      </a:cubicBezTo>
                      <a:lnTo>
                        <a:pt x="4312" y="2156"/>
                      </a:lnTo>
                      <a:cubicBezTo>
                        <a:pt x="4312"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5" name="Google Shape;4285;p52"/>
                <p:cNvSpPr/>
                <p:nvPr/>
              </p:nvSpPr>
              <p:spPr>
                <a:xfrm>
                  <a:off x="9853650" y="2920038"/>
                  <a:ext cx="117850" cy="590375"/>
                </a:xfrm>
                <a:custGeom>
                  <a:rect b="b" l="l" r="r" t="t"/>
                  <a:pathLst>
                    <a:path extrusionOk="0" h="23615" w="4714">
                      <a:moveTo>
                        <a:pt x="2361" y="420"/>
                      </a:moveTo>
                      <a:cubicBezTo>
                        <a:pt x="2417" y="420"/>
                        <a:pt x="2474" y="423"/>
                        <a:pt x="2532"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7" y="23210"/>
                        <a:pt x="2354" y="23210"/>
                      </a:cubicBezTo>
                      <a:cubicBezTo>
                        <a:pt x="1935" y="23210"/>
                        <a:pt x="1518"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8" y="0"/>
                        <a:pt x="622"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4" y="21239"/>
                        <a:pt x="4714" y="21224"/>
                        <a:pt x="4712" y="21210"/>
                      </a:cubicBezTo>
                      <a:lnTo>
                        <a:pt x="4712" y="21210"/>
                      </a:lnTo>
                      <a:lnTo>
                        <a:pt x="4712" y="18598"/>
                      </a:lnTo>
                      <a:lnTo>
                        <a:pt x="4712" y="12633"/>
                      </a:lnTo>
                      <a:lnTo>
                        <a:pt x="4712" y="6317"/>
                      </a:lnTo>
                      <a:lnTo>
                        <a:pt x="4712" y="2558"/>
                      </a:lnTo>
                      <a:cubicBezTo>
                        <a:pt x="4712" y="1756"/>
                        <a:pt x="4462"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6" name="Google Shape;4286;p52"/>
                <p:cNvSpPr/>
                <p:nvPr/>
              </p:nvSpPr>
              <p:spPr>
                <a:xfrm>
                  <a:off x="9878075" y="2970888"/>
                  <a:ext cx="69575" cy="55650"/>
                </a:xfrm>
                <a:custGeom>
                  <a:rect b="b" l="l" r="r" t="t"/>
                  <a:pathLst>
                    <a:path extrusionOk="0" h="2226" w="2783">
                      <a:moveTo>
                        <a:pt x="2557" y="0"/>
                      </a:moveTo>
                      <a:cubicBezTo>
                        <a:pt x="2499" y="0"/>
                        <a:pt x="2437" y="20"/>
                        <a:pt x="2382" y="48"/>
                      </a:cubicBezTo>
                      <a:cubicBezTo>
                        <a:pt x="1630" y="674"/>
                        <a:pt x="853" y="1276"/>
                        <a:pt x="76" y="1877"/>
                      </a:cubicBezTo>
                      <a:cubicBezTo>
                        <a:pt x="1" y="1953"/>
                        <a:pt x="1" y="2103"/>
                        <a:pt x="76" y="2178"/>
                      </a:cubicBezTo>
                      <a:cubicBezTo>
                        <a:pt x="121" y="2212"/>
                        <a:pt x="166" y="2226"/>
                        <a:pt x="212" y="2226"/>
                      </a:cubicBezTo>
                      <a:cubicBezTo>
                        <a:pt x="267" y="2226"/>
                        <a:pt x="322" y="2206"/>
                        <a:pt x="377" y="2178"/>
                      </a:cubicBezTo>
                      <a:cubicBezTo>
                        <a:pt x="1154" y="1552"/>
                        <a:pt x="1906" y="950"/>
                        <a:pt x="2683" y="349"/>
                      </a:cubicBezTo>
                      <a:cubicBezTo>
                        <a:pt x="2783" y="273"/>
                        <a:pt x="2758" y="123"/>
                        <a:pt x="2683" y="48"/>
                      </a:cubicBezTo>
                      <a:cubicBezTo>
                        <a:pt x="2649" y="14"/>
                        <a:pt x="2604"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7" name="Google Shape;4287;p52"/>
                <p:cNvSpPr/>
                <p:nvPr/>
              </p:nvSpPr>
              <p:spPr>
                <a:xfrm>
                  <a:off x="9870475" y="3000638"/>
                  <a:ext cx="85775" cy="65850"/>
                </a:xfrm>
                <a:custGeom>
                  <a:rect b="b" l="l" r="r" t="t"/>
                  <a:pathLst>
                    <a:path extrusionOk="0" h="2634" w="3431">
                      <a:moveTo>
                        <a:pt x="3142" y="1"/>
                      </a:moveTo>
                      <a:cubicBezTo>
                        <a:pt x="3109" y="1"/>
                        <a:pt x="3073" y="12"/>
                        <a:pt x="3037" y="36"/>
                      </a:cubicBezTo>
                      <a:cubicBezTo>
                        <a:pt x="2034" y="712"/>
                        <a:pt x="1057" y="1464"/>
                        <a:pt x="154" y="2291"/>
                      </a:cubicBezTo>
                      <a:cubicBezTo>
                        <a:pt x="1" y="2426"/>
                        <a:pt x="141" y="2634"/>
                        <a:pt x="305" y="2634"/>
                      </a:cubicBezTo>
                      <a:cubicBezTo>
                        <a:pt x="356" y="2634"/>
                        <a:pt x="408" y="2614"/>
                        <a:pt x="455" y="2567"/>
                      </a:cubicBezTo>
                      <a:cubicBezTo>
                        <a:pt x="1332" y="1790"/>
                        <a:pt x="2260" y="1063"/>
                        <a:pt x="3262" y="412"/>
                      </a:cubicBezTo>
                      <a:cubicBezTo>
                        <a:pt x="3430" y="286"/>
                        <a:pt x="3317" y="1"/>
                        <a:pt x="31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8" name="Google Shape;4288;p52"/>
                <p:cNvSpPr/>
                <p:nvPr/>
              </p:nvSpPr>
              <p:spPr>
                <a:xfrm>
                  <a:off x="9879950" y="3041538"/>
                  <a:ext cx="64750" cy="50500"/>
                </a:xfrm>
                <a:custGeom>
                  <a:rect b="b" l="l" r="r" t="t"/>
                  <a:pathLst>
                    <a:path extrusionOk="0" h="2020" w="2590">
                      <a:moveTo>
                        <a:pt x="2279" y="1"/>
                      </a:moveTo>
                      <a:cubicBezTo>
                        <a:pt x="2237" y="1"/>
                        <a:pt x="2194" y="17"/>
                        <a:pt x="2156" y="54"/>
                      </a:cubicBezTo>
                      <a:cubicBezTo>
                        <a:pt x="1530" y="630"/>
                        <a:pt x="853" y="1157"/>
                        <a:pt x="151" y="1633"/>
                      </a:cubicBezTo>
                      <a:cubicBezTo>
                        <a:pt x="51" y="1683"/>
                        <a:pt x="1" y="1808"/>
                        <a:pt x="76" y="1909"/>
                      </a:cubicBezTo>
                      <a:cubicBezTo>
                        <a:pt x="110" y="1975"/>
                        <a:pt x="176" y="2020"/>
                        <a:pt x="247" y="2020"/>
                      </a:cubicBezTo>
                      <a:cubicBezTo>
                        <a:pt x="282" y="2020"/>
                        <a:pt x="318" y="2009"/>
                        <a:pt x="352" y="1984"/>
                      </a:cubicBezTo>
                      <a:cubicBezTo>
                        <a:pt x="1079" y="1508"/>
                        <a:pt x="1780" y="956"/>
                        <a:pt x="2432" y="355"/>
                      </a:cubicBezTo>
                      <a:cubicBezTo>
                        <a:pt x="2590" y="217"/>
                        <a:pt x="2437" y="1"/>
                        <a:pt x="22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9" name="Google Shape;4289;p52"/>
                <p:cNvSpPr/>
                <p:nvPr/>
              </p:nvSpPr>
              <p:spPr>
                <a:xfrm>
                  <a:off x="9886225" y="3074963"/>
                  <a:ext cx="57050" cy="45400"/>
                </a:xfrm>
                <a:custGeom>
                  <a:rect b="b" l="l" r="r" t="t"/>
                  <a:pathLst>
                    <a:path extrusionOk="0" h="1816" w="2282">
                      <a:moveTo>
                        <a:pt x="2019" y="0"/>
                      </a:moveTo>
                      <a:cubicBezTo>
                        <a:pt x="1988" y="0"/>
                        <a:pt x="1958" y="6"/>
                        <a:pt x="1930" y="20"/>
                      </a:cubicBezTo>
                      <a:cubicBezTo>
                        <a:pt x="1279" y="471"/>
                        <a:pt x="677" y="948"/>
                        <a:pt x="76" y="1474"/>
                      </a:cubicBezTo>
                      <a:cubicBezTo>
                        <a:pt x="1" y="1524"/>
                        <a:pt x="1" y="1674"/>
                        <a:pt x="76" y="1750"/>
                      </a:cubicBezTo>
                      <a:cubicBezTo>
                        <a:pt x="111" y="1796"/>
                        <a:pt x="157" y="1816"/>
                        <a:pt x="206" y="1816"/>
                      </a:cubicBezTo>
                      <a:cubicBezTo>
                        <a:pt x="262" y="1816"/>
                        <a:pt x="323" y="1790"/>
                        <a:pt x="377" y="1750"/>
                      </a:cubicBezTo>
                      <a:cubicBezTo>
                        <a:pt x="928" y="1273"/>
                        <a:pt x="1529" y="822"/>
                        <a:pt x="2156" y="396"/>
                      </a:cubicBezTo>
                      <a:cubicBezTo>
                        <a:pt x="2231" y="321"/>
                        <a:pt x="2281" y="196"/>
                        <a:pt x="2231" y="95"/>
                      </a:cubicBezTo>
                      <a:cubicBezTo>
                        <a:pt x="2177" y="41"/>
                        <a:pt x="2097" y="0"/>
                        <a:pt x="201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0" name="Google Shape;4290;p52"/>
                <p:cNvSpPr/>
                <p:nvPr/>
              </p:nvSpPr>
              <p:spPr>
                <a:xfrm>
                  <a:off x="9892500" y="3195588"/>
                  <a:ext cx="35725" cy="26800"/>
                </a:xfrm>
                <a:custGeom>
                  <a:rect b="b" l="l" r="r" t="t"/>
                  <a:pathLst>
                    <a:path extrusionOk="0" h="1072" w="1429">
                      <a:moveTo>
                        <a:pt x="1203" y="1"/>
                      </a:moveTo>
                      <a:cubicBezTo>
                        <a:pt x="1153" y="1"/>
                        <a:pt x="1103" y="20"/>
                        <a:pt x="1053" y="57"/>
                      </a:cubicBezTo>
                      <a:cubicBezTo>
                        <a:pt x="1003" y="82"/>
                        <a:pt x="978" y="108"/>
                        <a:pt x="928" y="158"/>
                      </a:cubicBezTo>
                      <a:lnTo>
                        <a:pt x="903" y="158"/>
                      </a:lnTo>
                      <a:cubicBezTo>
                        <a:pt x="903" y="183"/>
                        <a:pt x="877" y="208"/>
                        <a:pt x="852" y="208"/>
                      </a:cubicBezTo>
                      <a:cubicBezTo>
                        <a:pt x="777" y="258"/>
                        <a:pt x="702" y="333"/>
                        <a:pt x="627" y="383"/>
                      </a:cubicBezTo>
                      <a:cubicBezTo>
                        <a:pt x="451" y="483"/>
                        <a:pt x="301" y="584"/>
                        <a:pt x="126" y="684"/>
                      </a:cubicBezTo>
                      <a:cubicBezTo>
                        <a:pt x="50" y="734"/>
                        <a:pt x="0" y="884"/>
                        <a:pt x="50" y="960"/>
                      </a:cubicBezTo>
                      <a:cubicBezTo>
                        <a:pt x="100" y="1026"/>
                        <a:pt x="173" y="1071"/>
                        <a:pt x="245" y="1071"/>
                      </a:cubicBezTo>
                      <a:cubicBezTo>
                        <a:pt x="282" y="1071"/>
                        <a:pt x="318" y="1060"/>
                        <a:pt x="351" y="1035"/>
                      </a:cubicBezTo>
                      <a:cubicBezTo>
                        <a:pt x="702" y="834"/>
                        <a:pt x="1028" y="609"/>
                        <a:pt x="1354" y="358"/>
                      </a:cubicBezTo>
                      <a:cubicBezTo>
                        <a:pt x="1429" y="283"/>
                        <a:pt x="1429" y="133"/>
                        <a:pt x="1354" y="57"/>
                      </a:cubicBezTo>
                      <a:cubicBezTo>
                        <a:pt x="1304" y="20"/>
                        <a:pt x="1253"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1" name="Google Shape;4291;p52"/>
                <p:cNvSpPr/>
                <p:nvPr/>
              </p:nvSpPr>
              <p:spPr>
                <a:xfrm>
                  <a:off x="9889575" y="3207738"/>
                  <a:ext cx="59950" cy="42600"/>
                </a:xfrm>
                <a:custGeom>
                  <a:rect b="b" l="l" r="r" t="t"/>
                  <a:pathLst>
                    <a:path extrusionOk="0" h="1704" w="2398">
                      <a:moveTo>
                        <a:pt x="2187" y="0"/>
                      </a:moveTo>
                      <a:cubicBezTo>
                        <a:pt x="2132" y="0"/>
                        <a:pt x="2077" y="20"/>
                        <a:pt x="2022" y="48"/>
                      </a:cubicBezTo>
                      <a:cubicBezTo>
                        <a:pt x="1446" y="524"/>
                        <a:pt x="819" y="925"/>
                        <a:pt x="192" y="1301"/>
                      </a:cubicBezTo>
                      <a:cubicBezTo>
                        <a:pt x="0" y="1429"/>
                        <a:pt x="118" y="1703"/>
                        <a:pt x="296" y="1703"/>
                      </a:cubicBezTo>
                      <a:cubicBezTo>
                        <a:pt x="327" y="1703"/>
                        <a:pt x="360" y="1695"/>
                        <a:pt x="393" y="1677"/>
                      </a:cubicBezTo>
                      <a:cubicBezTo>
                        <a:pt x="1070" y="1276"/>
                        <a:pt x="1721" y="825"/>
                        <a:pt x="2323" y="348"/>
                      </a:cubicBezTo>
                      <a:cubicBezTo>
                        <a:pt x="2398" y="273"/>
                        <a:pt x="2398" y="123"/>
                        <a:pt x="2323" y="48"/>
                      </a:cubicBezTo>
                      <a:cubicBezTo>
                        <a:pt x="2278" y="14"/>
                        <a:pt x="2232" y="0"/>
                        <a:pt x="21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2" name="Google Shape;4292;p52"/>
                <p:cNvSpPr/>
                <p:nvPr/>
              </p:nvSpPr>
              <p:spPr>
                <a:xfrm>
                  <a:off x="9878700" y="3241088"/>
                  <a:ext cx="64575" cy="51575"/>
                </a:xfrm>
                <a:custGeom>
                  <a:rect b="b" l="l" r="r" t="t"/>
                  <a:pathLst>
                    <a:path extrusionOk="0" h="2063" w="2583">
                      <a:moveTo>
                        <a:pt x="2355" y="1"/>
                      </a:moveTo>
                      <a:cubicBezTo>
                        <a:pt x="2301" y="1"/>
                        <a:pt x="2247" y="27"/>
                        <a:pt x="2206" y="67"/>
                      </a:cubicBezTo>
                      <a:cubicBezTo>
                        <a:pt x="1505" y="618"/>
                        <a:pt x="803" y="1170"/>
                        <a:pt x="101" y="1696"/>
                      </a:cubicBezTo>
                      <a:cubicBezTo>
                        <a:pt x="1" y="1771"/>
                        <a:pt x="26" y="1922"/>
                        <a:pt x="101" y="1997"/>
                      </a:cubicBezTo>
                      <a:cubicBezTo>
                        <a:pt x="136" y="2043"/>
                        <a:pt x="182" y="2063"/>
                        <a:pt x="228" y="2063"/>
                      </a:cubicBezTo>
                      <a:cubicBezTo>
                        <a:pt x="282" y="2063"/>
                        <a:pt x="337" y="2037"/>
                        <a:pt x="377" y="1997"/>
                      </a:cubicBezTo>
                      <a:cubicBezTo>
                        <a:pt x="1079" y="1445"/>
                        <a:pt x="1780" y="919"/>
                        <a:pt x="2482" y="368"/>
                      </a:cubicBezTo>
                      <a:cubicBezTo>
                        <a:pt x="2582" y="293"/>
                        <a:pt x="2557" y="142"/>
                        <a:pt x="2482" y="67"/>
                      </a:cubicBezTo>
                      <a:cubicBezTo>
                        <a:pt x="2447" y="20"/>
                        <a:pt x="2401" y="1"/>
                        <a:pt x="23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3" name="Google Shape;4293;p52"/>
                <p:cNvSpPr/>
                <p:nvPr/>
              </p:nvSpPr>
              <p:spPr>
                <a:xfrm>
                  <a:off x="9881500" y="3279938"/>
                  <a:ext cx="61775" cy="43900"/>
                </a:xfrm>
                <a:custGeom>
                  <a:rect b="b" l="l" r="r" t="t"/>
                  <a:pathLst>
                    <a:path extrusionOk="0" h="1756" w="2471">
                      <a:moveTo>
                        <a:pt x="2240" y="1"/>
                      </a:moveTo>
                      <a:cubicBezTo>
                        <a:pt x="2184" y="1"/>
                        <a:pt x="2123" y="27"/>
                        <a:pt x="2069" y="67"/>
                      </a:cubicBezTo>
                      <a:cubicBezTo>
                        <a:pt x="1493" y="568"/>
                        <a:pt x="866" y="994"/>
                        <a:pt x="190" y="1370"/>
                      </a:cubicBezTo>
                      <a:cubicBezTo>
                        <a:pt x="1" y="1475"/>
                        <a:pt x="111" y="1756"/>
                        <a:pt x="299" y="1756"/>
                      </a:cubicBezTo>
                      <a:cubicBezTo>
                        <a:pt x="335" y="1756"/>
                        <a:pt x="375" y="1745"/>
                        <a:pt x="415" y="1721"/>
                      </a:cubicBezTo>
                      <a:cubicBezTo>
                        <a:pt x="1117" y="1345"/>
                        <a:pt x="1769" y="894"/>
                        <a:pt x="2370" y="368"/>
                      </a:cubicBezTo>
                      <a:cubicBezTo>
                        <a:pt x="2470" y="292"/>
                        <a:pt x="2445" y="142"/>
                        <a:pt x="2370" y="67"/>
                      </a:cubicBezTo>
                      <a:cubicBezTo>
                        <a:pt x="2335" y="20"/>
                        <a:pt x="2289" y="1"/>
                        <a:pt x="22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4" name="Google Shape;4294;p52"/>
                <p:cNvSpPr/>
                <p:nvPr/>
              </p:nvSpPr>
              <p:spPr>
                <a:xfrm>
                  <a:off x="9868825" y="3312213"/>
                  <a:ext cx="86525" cy="58200"/>
                </a:xfrm>
                <a:custGeom>
                  <a:rect b="b" l="l" r="r" t="t"/>
                  <a:pathLst>
                    <a:path extrusionOk="0" h="2328" w="3461">
                      <a:moveTo>
                        <a:pt x="3160" y="1"/>
                      </a:moveTo>
                      <a:cubicBezTo>
                        <a:pt x="3116" y="1"/>
                        <a:pt x="3070" y="17"/>
                        <a:pt x="3027" y="54"/>
                      </a:cubicBezTo>
                      <a:cubicBezTo>
                        <a:pt x="2175" y="806"/>
                        <a:pt x="1223" y="1458"/>
                        <a:pt x="220" y="1934"/>
                      </a:cubicBezTo>
                      <a:cubicBezTo>
                        <a:pt x="0" y="2044"/>
                        <a:pt x="128" y="2327"/>
                        <a:pt x="332" y="2327"/>
                      </a:cubicBezTo>
                      <a:cubicBezTo>
                        <a:pt x="360" y="2327"/>
                        <a:pt x="390" y="2322"/>
                        <a:pt x="421" y="2310"/>
                      </a:cubicBezTo>
                      <a:cubicBezTo>
                        <a:pt x="1474" y="1783"/>
                        <a:pt x="2451" y="1132"/>
                        <a:pt x="3303" y="355"/>
                      </a:cubicBezTo>
                      <a:cubicBezTo>
                        <a:pt x="3461" y="217"/>
                        <a:pt x="3324" y="1"/>
                        <a:pt x="31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5" name="Google Shape;4295;p52"/>
                <p:cNvSpPr/>
                <p:nvPr/>
              </p:nvSpPr>
              <p:spPr>
                <a:xfrm>
                  <a:off x="9891250" y="3346888"/>
                  <a:ext cx="60175" cy="47175"/>
                </a:xfrm>
                <a:custGeom>
                  <a:rect b="b" l="l" r="r" t="t"/>
                  <a:pathLst>
                    <a:path extrusionOk="0" h="1887" w="2407">
                      <a:moveTo>
                        <a:pt x="2132" y="0"/>
                      </a:moveTo>
                      <a:cubicBezTo>
                        <a:pt x="2103" y="0"/>
                        <a:pt x="2076" y="6"/>
                        <a:pt x="2055" y="20"/>
                      </a:cubicBezTo>
                      <a:cubicBezTo>
                        <a:pt x="1404" y="522"/>
                        <a:pt x="777" y="998"/>
                        <a:pt x="125" y="1499"/>
                      </a:cubicBezTo>
                      <a:cubicBezTo>
                        <a:pt x="50" y="1549"/>
                        <a:pt x="0" y="1675"/>
                        <a:pt x="50" y="1775"/>
                      </a:cubicBezTo>
                      <a:cubicBezTo>
                        <a:pt x="84" y="1842"/>
                        <a:pt x="162" y="1886"/>
                        <a:pt x="240" y="1886"/>
                      </a:cubicBezTo>
                      <a:cubicBezTo>
                        <a:pt x="279" y="1886"/>
                        <a:pt x="318" y="1875"/>
                        <a:pt x="351" y="1850"/>
                      </a:cubicBezTo>
                      <a:cubicBezTo>
                        <a:pt x="978" y="1374"/>
                        <a:pt x="1629" y="873"/>
                        <a:pt x="2256" y="396"/>
                      </a:cubicBezTo>
                      <a:cubicBezTo>
                        <a:pt x="2356" y="321"/>
                        <a:pt x="2406" y="221"/>
                        <a:pt x="2331" y="96"/>
                      </a:cubicBezTo>
                      <a:cubicBezTo>
                        <a:pt x="2295" y="41"/>
                        <a:pt x="2207" y="0"/>
                        <a:pt x="2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6" name="Google Shape;4296;p52"/>
                <p:cNvSpPr/>
                <p:nvPr/>
              </p:nvSpPr>
              <p:spPr>
                <a:xfrm>
                  <a:off x="9881850" y="3388463"/>
                  <a:ext cx="58925" cy="38525"/>
                </a:xfrm>
                <a:custGeom>
                  <a:rect b="b" l="l" r="r" t="t"/>
                  <a:pathLst>
                    <a:path extrusionOk="0" h="1541" w="2357">
                      <a:moveTo>
                        <a:pt x="2110" y="0"/>
                      </a:moveTo>
                      <a:cubicBezTo>
                        <a:pt x="2075" y="0"/>
                        <a:pt x="2039" y="12"/>
                        <a:pt x="2005" y="37"/>
                      </a:cubicBezTo>
                      <a:cubicBezTo>
                        <a:pt x="1429" y="463"/>
                        <a:pt x="802" y="864"/>
                        <a:pt x="125" y="1164"/>
                      </a:cubicBezTo>
                      <a:cubicBezTo>
                        <a:pt x="25" y="1215"/>
                        <a:pt x="0" y="1365"/>
                        <a:pt x="50" y="1440"/>
                      </a:cubicBezTo>
                      <a:cubicBezTo>
                        <a:pt x="100" y="1507"/>
                        <a:pt x="162" y="1540"/>
                        <a:pt x="227" y="1540"/>
                      </a:cubicBezTo>
                      <a:cubicBezTo>
                        <a:pt x="259" y="1540"/>
                        <a:pt x="293" y="1532"/>
                        <a:pt x="326" y="1515"/>
                      </a:cubicBezTo>
                      <a:cubicBezTo>
                        <a:pt x="1003" y="1215"/>
                        <a:pt x="1629" y="839"/>
                        <a:pt x="2206" y="388"/>
                      </a:cubicBezTo>
                      <a:cubicBezTo>
                        <a:pt x="2306" y="337"/>
                        <a:pt x="2356" y="212"/>
                        <a:pt x="2281" y="112"/>
                      </a:cubicBezTo>
                      <a:cubicBezTo>
                        <a:pt x="2247" y="45"/>
                        <a:pt x="2181" y="0"/>
                        <a:pt x="21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7" name="Google Shape;4297;p52"/>
                <p:cNvSpPr/>
                <p:nvPr/>
              </p:nvSpPr>
              <p:spPr>
                <a:xfrm>
                  <a:off x="9898750" y="3427088"/>
                  <a:ext cx="42025" cy="32125"/>
                </a:xfrm>
                <a:custGeom>
                  <a:rect b="b" l="l" r="r" t="t"/>
                  <a:pathLst>
                    <a:path extrusionOk="0" h="1285" w="1681">
                      <a:moveTo>
                        <a:pt x="1406" y="0"/>
                      </a:moveTo>
                      <a:cubicBezTo>
                        <a:pt x="1377" y="0"/>
                        <a:pt x="1350" y="6"/>
                        <a:pt x="1329" y="20"/>
                      </a:cubicBezTo>
                      <a:cubicBezTo>
                        <a:pt x="928" y="321"/>
                        <a:pt x="527" y="597"/>
                        <a:pt x="151" y="898"/>
                      </a:cubicBezTo>
                      <a:cubicBezTo>
                        <a:pt x="51" y="948"/>
                        <a:pt x="1" y="1073"/>
                        <a:pt x="76" y="1173"/>
                      </a:cubicBezTo>
                      <a:cubicBezTo>
                        <a:pt x="109" y="1240"/>
                        <a:pt x="176" y="1285"/>
                        <a:pt x="247" y="1285"/>
                      </a:cubicBezTo>
                      <a:cubicBezTo>
                        <a:pt x="282" y="1285"/>
                        <a:pt x="318" y="1274"/>
                        <a:pt x="352" y="1249"/>
                      </a:cubicBezTo>
                      <a:cubicBezTo>
                        <a:pt x="753" y="973"/>
                        <a:pt x="1129" y="672"/>
                        <a:pt x="1530" y="396"/>
                      </a:cubicBezTo>
                      <a:cubicBezTo>
                        <a:pt x="1630" y="321"/>
                        <a:pt x="1680" y="221"/>
                        <a:pt x="1605" y="96"/>
                      </a:cubicBezTo>
                      <a:cubicBezTo>
                        <a:pt x="1569" y="41"/>
                        <a:pt x="1481" y="0"/>
                        <a:pt x="14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8" name="Google Shape;4298;p52"/>
                <p:cNvSpPr/>
                <p:nvPr/>
              </p:nvSpPr>
              <p:spPr>
                <a:xfrm>
                  <a:off x="9965175" y="2925088"/>
                  <a:ext cx="107800" cy="580225"/>
                </a:xfrm>
                <a:custGeom>
                  <a:rect b="b" l="l" r="r" t="t"/>
                  <a:pathLst>
                    <a:path extrusionOk="0" h="23209" w="4312">
                      <a:moveTo>
                        <a:pt x="2156" y="0"/>
                      </a:moveTo>
                      <a:cubicBezTo>
                        <a:pt x="953" y="0"/>
                        <a:pt x="1" y="978"/>
                        <a:pt x="1" y="2156"/>
                      </a:cubicBezTo>
                      <a:lnTo>
                        <a:pt x="1" y="21053"/>
                      </a:lnTo>
                      <a:cubicBezTo>
                        <a:pt x="1" y="22256"/>
                        <a:pt x="953" y="23208"/>
                        <a:pt x="2156" y="23208"/>
                      </a:cubicBezTo>
                      <a:cubicBezTo>
                        <a:pt x="3359" y="23208"/>
                        <a:pt x="4311" y="22256"/>
                        <a:pt x="4311" y="21053"/>
                      </a:cubicBezTo>
                      <a:lnTo>
                        <a:pt x="4311" y="2156"/>
                      </a:lnTo>
                      <a:cubicBezTo>
                        <a:pt x="4311" y="978"/>
                        <a:pt x="3359" y="0"/>
                        <a:pt x="215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9" name="Google Shape;4299;p52"/>
                <p:cNvSpPr/>
                <p:nvPr/>
              </p:nvSpPr>
              <p:spPr>
                <a:xfrm>
                  <a:off x="9960175" y="2920038"/>
                  <a:ext cx="117850" cy="590375"/>
                </a:xfrm>
                <a:custGeom>
                  <a:rect b="b" l="l" r="r" t="t"/>
                  <a:pathLst>
                    <a:path extrusionOk="0" h="23615" w="4714">
                      <a:moveTo>
                        <a:pt x="2361" y="420"/>
                      </a:moveTo>
                      <a:cubicBezTo>
                        <a:pt x="2417" y="420"/>
                        <a:pt x="2474" y="423"/>
                        <a:pt x="2531" y="428"/>
                      </a:cubicBezTo>
                      <a:cubicBezTo>
                        <a:pt x="3584" y="503"/>
                        <a:pt x="4311" y="1430"/>
                        <a:pt x="4311" y="2433"/>
                      </a:cubicBezTo>
                      <a:cubicBezTo>
                        <a:pt x="4311" y="3510"/>
                        <a:pt x="4311" y="4588"/>
                        <a:pt x="4311" y="5641"/>
                      </a:cubicBezTo>
                      <a:lnTo>
                        <a:pt x="4311" y="11581"/>
                      </a:lnTo>
                      <a:lnTo>
                        <a:pt x="4311" y="17596"/>
                      </a:lnTo>
                      <a:lnTo>
                        <a:pt x="4311" y="21079"/>
                      </a:lnTo>
                      <a:lnTo>
                        <a:pt x="4311" y="21255"/>
                      </a:lnTo>
                      <a:cubicBezTo>
                        <a:pt x="4286" y="22007"/>
                        <a:pt x="3885" y="22683"/>
                        <a:pt x="3208" y="23009"/>
                      </a:cubicBezTo>
                      <a:cubicBezTo>
                        <a:pt x="2940" y="23143"/>
                        <a:pt x="2646" y="23210"/>
                        <a:pt x="2353" y="23210"/>
                      </a:cubicBezTo>
                      <a:cubicBezTo>
                        <a:pt x="1935" y="23210"/>
                        <a:pt x="1517" y="23074"/>
                        <a:pt x="1178" y="22809"/>
                      </a:cubicBezTo>
                      <a:cubicBezTo>
                        <a:pt x="602" y="22383"/>
                        <a:pt x="401" y="21731"/>
                        <a:pt x="401" y="21029"/>
                      </a:cubicBezTo>
                      <a:lnTo>
                        <a:pt x="401" y="17345"/>
                      </a:lnTo>
                      <a:lnTo>
                        <a:pt x="401" y="11255"/>
                      </a:lnTo>
                      <a:lnTo>
                        <a:pt x="401" y="5415"/>
                      </a:lnTo>
                      <a:cubicBezTo>
                        <a:pt x="401" y="4413"/>
                        <a:pt x="401" y="3410"/>
                        <a:pt x="401" y="2408"/>
                      </a:cubicBezTo>
                      <a:cubicBezTo>
                        <a:pt x="401" y="1312"/>
                        <a:pt x="1284" y="420"/>
                        <a:pt x="2361" y="420"/>
                      </a:cubicBezTo>
                      <a:close/>
                      <a:moveTo>
                        <a:pt x="2369" y="0"/>
                      </a:moveTo>
                      <a:cubicBezTo>
                        <a:pt x="1487" y="0"/>
                        <a:pt x="621" y="475"/>
                        <a:pt x="226" y="1330"/>
                      </a:cubicBezTo>
                      <a:cubicBezTo>
                        <a:pt x="0" y="1806"/>
                        <a:pt x="0" y="2282"/>
                        <a:pt x="0" y="2784"/>
                      </a:cubicBezTo>
                      <a:lnTo>
                        <a:pt x="0" y="4438"/>
                      </a:lnTo>
                      <a:lnTo>
                        <a:pt x="0" y="10177"/>
                      </a:lnTo>
                      <a:lnTo>
                        <a:pt x="0" y="16618"/>
                      </a:lnTo>
                      <a:lnTo>
                        <a:pt x="0" y="20829"/>
                      </a:lnTo>
                      <a:cubicBezTo>
                        <a:pt x="0" y="21355"/>
                        <a:pt x="0" y="21831"/>
                        <a:pt x="226" y="22308"/>
                      </a:cubicBezTo>
                      <a:cubicBezTo>
                        <a:pt x="647" y="23150"/>
                        <a:pt x="1506" y="23614"/>
                        <a:pt x="2372" y="23614"/>
                      </a:cubicBezTo>
                      <a:cubicBezTo>
                        <a:pt x="2897" y="23614"/>
                        <a:pt x="3425" y="23444"/>
                        <a:pt x="3860" y="23084"/>
                      </a:cubicBezTo>
                      <a:cubicBezTo>
                        <a:pt x="4411" y="22633"/>
                        <a:pt x="4712" y="21957"/>
                        <a:pt x="4712" y="21255"/>
                      </a:cubicBezTo>
                      <a:cubicBezTo>
                        <a:pt x="4713" y="21239"/>
                        <a:pt x="4713" y="21224"/>
                        <a:pt x="4712" y="21210"/>
                      </a:cubicBezTo>
                      <a:lnTo>
                        <a:pt x="4712" y="21210"/>
                      </a:lnTo>
                      <a:lnTo>
                        <a:pt x="4712" y="18598"/>
                      </a:lnTo>
                      <a:lnTo>
                        <a:pt x="4712" y="12633"/>
                      </a:lnTo>
                      <a:lnTo>
                        <a:pt x="4712" y="6317"/>
                      </a:lnTo>
                      <a:lnTo>
                        <a:pt x="4712" y="2558"/>
                      </a:lnTo>
                      <a:cubicBezTo>
                        <a:pt x="4712" y="1756"/>
                        <a:pt x="4461" y="1029"/>
                        <a:pt x="3835" y="503"/>
                      </a:cubicBezTo>
                      <a:cubicBezTo>
                        <a:pt x="3401" y="161"/>
                        <a:pt x="2882" y="0"/>
                        <a:pt x="23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0" name="Google Shape;4300;p52"/>
                <p:cNvSpPr/>
                <p:nvPr/>
              </p:nvSpPr>
              <p:spPr>
                <a:xfrm>
                  <a:off x="10002150" y="2958588"/>
                  <a:ext cx="11925" cy="294375"/>
                </a:xfrm>
                <a:custGeom>
                  <a:rect b="b" l="l" r="r" t="t"/>
                  <a:pathLst>
                    <a:path extrusionOk="0" h="11775" w="477">
                      <a:moveTo>
                        <a:pt x="213" y="1"/>
                      </a:moveTo>
                      <a:cubicBezTo>
                        <a:pt x="107" y="1"/>
                        <a:pt x="0" y="64"/>
                        <a:pt x="0" y="189"/>
                      </a:cubicBezTo>
                      <a:cubicBezTo>
                        <a:pt x="25" y="3999"/>
                        <a:pt x="50" y="7783"/>
                        <a:pt x="50" y="11567"/>
                      </a:cubicBezTo>
                      <a:cubicBezTo>
                        <a:pt x="63" y="11705"/>
                        <a:pt x="169" y="11774"/>
                        <a:pt x="273" y="11774"/>
                      </a:cubicBezTo>
                      <a:cubicBezTo>
                        <a:pt x="376" y="11774"/>
                        <a:pt x="476" y="11705"/>
                        <a:pt x="476" y="11567"/>
                      </a:cubicBezTo>
                      <a:cubicBezTo>
                        <a:pt x="451" y="7783"/>
                        <a:pt x="451" y="3999"/>
                        <a:pt x="426" y="189"/>
                      </a:cubicBezTo>
                      <a:cubicBezTo>
                        <a:pt x="426" y="64"/>
                        <a:pt x="320" y="1"/>
                        <a:pt x="2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1" name="Google Shape;4301;p52"/>
                <p:cNvSpPr/>
                <p:nvPr/>
              </p:nvSpPr>
              <p:spPr>
                <a:xfrm>
                  <a:off x="10030025" y="3009513"/>
                  <a:ext cx="14750" cy="125175"/>
                </a:xfrm>
                <a:custGeom>
                  <a:rect b="b" l="l" r="r" t="t"/>
                  <a:pathLst>
                    <a:path extrusionOk="0" h="5007" w="590">
                      <a:moveTo>
                        <a:pt x="204" y="0"/>
                      </a:moveTo>
                      <a:cubicBezTo>
                        <a:pt x="101" y="0"/>
                        <a:pt x="1" y="69"/>
                        <a:pt x="13" y="207"/>
                      </a:cubicBezTo>
                      <a:cubicBezTo>
                        <a:pt x="138" y="1736"/>
                        <a:pt x="163" y="3265"/>
                        <a:pt x="138" y="4819"/>
                      </a:cubicBezTo>
                      <a:cubicBezTo>
                        <a:pt x="138" y="4944"/>
                        <a:pt x="245" y="5007"/>
                        <a:pt x="351" y="5007"/>
                      </a:cubicBezTo>
                      <a:cubicBezTo>
                        <a:pt x="458" y="5007"/>
                        <a:pt x="564" y="4944"/>
                        <a:pt x="564" y="4819"/>
                      </a:cubicBezTo>
                      <a:cubicBezTo>
                        <a:pt x="590" y="3265"/>
                        <a:pt x="539" y="1736"/>
                        <a:pt x="414" y="207"/>
                      </a:cubicBezTo>
                      <a:cubicBezTo>
                        <a:pt x="414" y="69"/>
                        <a:pt x="308"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2" name="Google Shape;4302;p52"/>
                <p:cNvSpPr/>
                <p:nvPr/>
              </p:nvSpPr>
              <p:spPr>
                <a:xfrm>
                  <a:off x="10040375" y="3158163"/>
                  <a:ext cx="13175" cy="10050"/>
                </a:xfrm>
                <a:custGeom>
                  <a:rect b="b" l="l" r="r" t="t"/>
                  <a:pathLst>
                    <a:path extrusionOk="0" h="402" w="527">
                      <a:moveTo>
                        <a:pt x="276" y="0"/>
                      </a:moveTo>
                      <a:cubicBezTo>
                        <a:pt x="0" y="0"/>
                        <a:pt x="0" y="402"/>
                        <a:pt x="276" y="402"/>
                      </a:cubicBezTo>
                      <a:cubicBezTo>
                        <a:pt x="526" y="402"/>
                        <a:pt x="52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3" name="Google Shape;4303;p52"/>
                <p:cNvSpPr/>
                <p:nvPr/>
              </p:nvSpPr>
              <p:spPr>
                <a:xfrm>
                  <a:off x="9994300" y="3307138"/>
                  <a:ext cx="14125" cy="142550"/>
                </a:xfrm>
                <a:custGeom>
                  <a:rect b="b" l="l" r="r" t="t"/>
                  <a:pathLst>
                    <a:path extrusionOk="0" h="5702" w="565">
                      <a:moveTo>
                        <a:pt x="283" y="0"/>
                      </a:moveTo>
                      <a:cubicBezTo>
                        <a:pt x="176" y="0"/>
                        <a:pt x="76" y="69"/>
                        <a:pt x="89" y="207"/>
                      </a:cubicBezTo>
                      <a:cubicBezTo>
                        <a:pt x="164" y="1961"/>
                        <a:pt x="139" y="3741"/>
                        <a:pt x="13" y="5495"/>
                      </a:cubicBezTo>
                      <a:cubicBezTo>
                        <a:pt x="1" y="5633"/>
                        <a:pt x="101" y="5702"/>
                        <a:pt x="208" y="5702"/>
                      </a:cubicBezTo>
                      <a:cubicBezTo>
                        <a:pt x="314" y="5702"/>
                        <a:pt x="427" y="5633"/>
                        <a:pt x="440" y="5495"/>
                      </a:cubicBezTo>
                      <a:cubicBezTo>
                        <a:pt x="540" y="3741"/>
                        <a:pt x="565" y="1961"/>
                        <a:pt x="515" y="207"/>
                      </a:cubicBezTo>
                      <a:cubicBezTo>
                        <a:pt x="502" y="69"/>
                        <a:pt x="389" y="0"/>
                        <a:pt x="2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4" name="Google Shape;4304;p52"/>
                <p:cNvSpPr/>
                <p:nvPr/>
              </p:nvSpPr>
              <p:spPr>
                <a:xfrm>
                  <a:off x="9988350" y="3272188"/>
                  <a:ext cx="10675" cy="11325"/>
                </a:xfrm>
                <a:custGeom>
                  <a:rect b="b" l="l" r="r" t="t"/>
                  <a:pathLst>
                    <a:path extrusionOk="0" h="453" w="427">
                      <a:moveTo>
                        <a:pt x="151" y="1"/>
                      </a:moveTo>
                      <a:cubicBezTo>
                        <a:pt x="126" y="1"/>
                        <a:pt x="76" y="26"/>
                        <a:pt x="51" y="51"/>
                      </a:cubicBezTo>
                      <a:cubicBezTo>
                        <a:pt x="51" y="76"/>
                        <a:pt x="26" y="76"/>
                        <a:pt x="26" y="101"/>
                      </a:cubicBezTo>
                      <a:cubicBezTo>
                        <a:pt x="1" y="126"/>
                        <a:pt x="1" y="151"/>
                        <a:pt x="1" y="201"/>
                      </a:cubicBezTo>
                      <a:lnTo>
                        <a:pt x="1" y="252"/>
                      </a:lnTo>
                      <a:cubicBezTo>
                        <a:pt x="1" y="277"/>
                        <a:pt x="1" y="302"/>
                        <a:pt x="26" y="327"/>
                      </a:cubicBezTo>
                      <a:cubicBezTo>
                        <a:pt x="26" y="352"/>
                        <a:pt x="26" y="377"/>
                        <a:pt x="51" y="402"/>
                      </a:cubicBezTo>
                      <a:cubicBezTo>
                        <a:pt x="76" y="427"/>
                        <a:pt x="101" y="427"/>
                        <a:pt x="126" y="452"/>
                      </a:cubicBezTo>
                      <a:lnTo>
                        <a:pt x="251" y="452"/>
                      </a:lnTo>
                      <a:cubicBezTo>
                        <a:pt x="302" y="452"/>
                        <a:pt x="327" y="427"/>
                        <a:pt x="352" y="402"/>
                      </a:cubicBezTo>
                      <a:cubicBezTo>
                        <a:pt x="377" y="377"/>
                        <a:pt x="377" y="377"/>
                        <a:pt x="377" y="352"/>
                      </a:cubicBezTo>
                      <a:cubicBezTo>
                        <a:pt x="402" y="327"/>
                        <a:pt x="427" y="302"/>
                        <a:pt x="427" y="252"/>
                      </a:cubicBezTo>
                      <a:lnTo>
                        <a:pt x="427" y="201"/>
                      </a:lnTo>
                      <a:cubicBezTo>
                        <a:pt x="427" y="176"/>
                        <a:pt x="402" y="151"/>
                        <a:pt x="402" y="126"/>
                      </a:cubicBezTo>
                      <a:cubicBezTo>
                        <a:pt x="377" y="101"/>
                        <a:pt x="377" y="76"/>
                        <a:pt x="352" y="51"/>
                      </a:cubicBezTo>
                      <a:cubicBezTo>
                        <a:pt x="327" y="26"/>
                        <a:pt x="302" y="26"/>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5" name="Google Shape;4305;p52"/>
                <p:cNvSpPr/>
                <p:nvPr/>
              </p:nvSpPr>
              <p:spPr>
                <a:xfrm>
                  <a:off x="10028150" y="3355388"/>
                  <a:ext cx="12250" cy="82400"/>
                </a:xfrm>
                <a:custGeom>
                  <a:rect b="b" l="l" r="r" t="t"/>
                  <a:pathLst>
                    <a:path extrusionOk="0" h="3296" w="490">
                      <a:moveTo>
                        <a:pt x="276" y="0"/>
                      </a:moveTo>
                      <a:cubicBezTo>
                        <a:pt x="170" y="0"/>
                        <a:pt x="63" y="69"/>
                        <a:pt x="63" y="207"/>
                      </a:cubicBezTo>
                      <a:cubicBezTo>
                        <a:pt x="38" y="1159"/>
                        <a:pt x="13" y="2112"/>
                        <a:pt x="13" y="3089"/>
                      </a:cubicBezTo>
                      <a:cubicBezTo>
                        <a:pt x="0" y="3227"/>
                        <a:pt x="101" y="3296"/>
                        <a:pt x="204" y="3296"/>
                      </a:cubicBezTo>
                      <a:cubicBezTo>
                        <a:pt x="307" y="3296"/>
                        <a:pt x="414" y="3227"/>
                        <a:pt x="414" y="3089"/>
                      </a:cubicBezTo>
                      <a:cubicBezTo>
                        <a:pt x="439" y="2112"/>
                        <a:pt x="464" y="1159"/>
                        <a:pt x="489" y="207"/>
                      </a:cubicBezTo>
                      <a:cubicBezTo>
                        <a:pt x="489" y="69"/>
                        <a:pt x="383"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6" name="Google Shape;4306;p52"/>
                <p:cNvSpPr/>
                <p:nvPr/>
              </p:nvSpPr>
              <p:spPr>
                <a:xfrm>
                  <a:off x="10028450" y="3322963"/>
                  <a:ext cx="13200" cy="10675"/>
                </a:xfrm>
                <a:custGeom>
                  <a:rect b="b" l="l" r="r" t="t"/>
                  <a:pathLst>
                    <a:path extrusionOk="0" h="427" w="528">
                      <a:moveTo>
                        <a:pt x="251" y="0"/>
                      </a:moveTo>
                      <a:cubicBezTo>
                        <a:pt x="1" y="0"/>
                        <a:pt x="1" y="426"/>
                        <a:pt x="251" y="426"/>
                      </a:cubicBezTo>
                      <a:cubicBezTo>
                        <a:pt x="527" y="426"/>
                        <a:pt x="527" y="0"/>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307" name="Google Shape;4307;p52"/>
            <p:cNvGrpSpPr/>
            <p:nvPr/>
          </p:nvGrpSpPr>
          <p:grpSpPr>
            <a:xfrm>
              <a:off x="1870115" y="2849891"/>
              <a:ext cx="171886" cy="194914"/>
              <a:chOff x="1629405" y="2255379"/>
              <a:chExt cx="178714" cy="202658"/>
            </a:xfrm>
          </p:grpSpPr>
          <p:sp>
            <p:nvSpPr>
              <p:cNvPr id="4308" name="Google Shape;4308;p52"/>
              <p:cNvSpPr/>
              <p:nvPr/>
            </p:nvSpPr>
            <p:spPr>
              <a:xfrm>
                <a:off x="1629405" y="2255379"/>
                <a:ext cx="81799" cy="101371"/>
              </a:xfrm>
              <a:custGeom>
                <a:rect b="b" l="l" r="r" t="t"/>
                <a:pathLst>
                  <a:path extrusionOk="0" h="5687" w="4589">
                    <a:moveTo>
                      <a:pt x="4297" y="0"/>
                    </a:moveTo>
                    <a:cubicBezTo>
                      <a:pt x="4278" y="0"/>
                      <a:pt x="4257" y="3"/>
                      <a:pt x="4236" y="10"/>
                    </a:cubicBezTo>
                    <a:cubicBezTo>
                      <a:pt x="1730" y="611"/>
                      <a:pt x="0" y="2917"/>
                      <a:pt x="100" y="5499"/>
                    </a:cubicBezTo>
                    <a:cubicBezTo>
                      <a:pt x="100" y="5624"/>
                      <a:pt x="207" y="5687"/>
                      <a:pt x="310" y="5687"/>
                    </a:cubicBezTo>
                    <a:cubicBezTo>
                      <a:pt x="414" y="5687"/>
                      <a:pt x="514" y="5624"/>
                      <a:pt x="501" y="5499"/>
                    </a:cubicBezTo>
                    <a:cubicBezTo>
                      <a:pt x="401" y="3093"/>
                      <a:pt x="2030" y="962"/>
                      <a:pt x="4336" y="411"/>
                    </a:cubicBezTo>
                    <a:cubicBezTo>
                      <a:pt x="4588" y="342"/>
                      <a:pt x="4505" y="0"/>
                      <a:pt x="429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9" name="Google Shape;4309;p52"/>
              <p:cNvSpPr/>
              <p:nvPr/>
            </p:nvSpPr>
            <p:spPr>
              <a:xfrm>
                <a:off x="1664254" y="2275432"/>
                <a:ext cx="135809" cy="124009"/>
              </a:xfrm>
              <a:custGeom>
                <a:rect b="b" l="l" r="r" t="t"/>
                <a:pathLst>
                  <a:path extrusionOk="0" h="6957" w="7619">
                    <a:moveTo>
                      <a:pt x="298" y="0"/>
                    </a:moveTo>
                    <a:cubicBezTo>
                      <a:pt x="194" y="0"/>
                      <a:pt x="88" y="63"/>
                      <a:pt x="75" y="188"/>
                    </a:cubicBezTo>
                    <a:cubicBezTo>
                      <a:pt x="0" y="1717"/>
                      <a:pt x="752" y="3221"/>
                      <a:pt x="1604" y="4449"/>
                    </a:cubicBezTo>
                    <a:cubicBezTo>
                      <a:pt x="2005" y="5025"/>
                      <a:pt x="2481" y="5552"/>
                      <a:pt x="3083" y="5927"/>
                    </a:cubicBezTo>
                    <a:cubicBezTo>
                      <a:pt x="3659" y="6278"/>
                      <a:pt x="4311" y="6504"/>
                      <a:pt x="4963" y="6654"/>
                    </a:cubicBezTo>
                    <a:cubicBezTo>
                      <a:pt x="5739" y="6830"/>
                      <a:pt x="6541" y="6905"/>
                      <a:pt x="7344" y="6955"/>
                    </a:cubicBezTo>
                    <a:cubicBezTo>
                      <a:pt x="7351" y="6956"/>
                      <a:pt x="7359" y="6956"/>
                      <a:pt x="7366" y="6956"/>
                    </a:cubicBezTo>
                    <a:cubicBezTo>
                      <a:pt x="7619" y="6956"/>
                      <a:pt x="7611" y="6553"/>
                      <a:pt x="7344" y="6529"/>
                    </a:cubicBezTo>
                    <a:cubicBezTo>
                      <a:pt x="5714" y="6429"/>
                      <a:pt x="3910" y="6253"/>
                      <a:pt x="2682" y="5075"/>
                    </a:cubicBezTo>
                    <a:cubicBezTo>
                      <a:pt x="2055" y="4499"/>
                      <a:pt x="1604" y="3722"/>
                      <a:pt x="1228" y="2970"/>
                    </a:cubicBezTo>
                    <a:cubicBezTo>
                      <a:pt x="777" y="2093"/>
                      <a:pt x="451" y="1191"/>
                      <a:pt x="501" y="188"/>
                    </a:cubicBezTo>
                    <a:cubicBezTo>
                      <a:pt x="501" y="63"/>
                      <a:pt x="401" y="0"/>
                      <a:pt x="29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0" name="Google Shape;4310;p52"/>
              <p:cNvSpPr/>
              <p:nvPr/>
            </p:nvSpPr>
            <p:spPr>
              <a:xfrm>
                <a:off x="1662328" y="2406059"/>
                <a:ext cx="145791" cy="51978"/>
              </a:xfrm>
              <a:custGeom>
                <a:rect b="b" l="l" r="r" t="t"/>
                <a:pathLst>
                  <a:path extrusionOk="0" h="2916" w="8179">
                    <a:moveTo>
                      <a:pt x="323" y="0"/>
                    </a:moveTo>
                    <a:cubicBezTo>
                      <a:pt x="153" y="0"/>
                      <a:pt x="0" y="216"/>
                      <a:pt x="158" y="354"/>
                    </a:cubicBezTo>
                    <a:cubicBezTo>
                      <a:pt x="1980" y="2000"/>
                      <a:pt x="4417" y="2916"/>
                      <a:pt x="6880" y="2916"/>
                    </a:cubicBezTo>
                    <a:cubicBezTo>
                      <a:pt x="7229" y="2916"/>
                      <a:pt x="7579" y="2897"/>
                      <a:pt x="7928" y="2860"/>
                    </a:cubicBezTo>
                    <a:cubicBezTo>
                      <a:pt x="8171" y="2836"/>
                      <a:pt x="8178" y="2433"/>
                      <a:pt x="7949" y="2433"/>
                    </a:cubicBezTo>
                    <a:cubicBezTo>
                      <a:pt x="7942" y="2433"/>
                      <a:pt x="7935" y="2433"/>
                      <a:pt x="7928" y="2434"/>
                    </a:cubicBezTo>
                    <a:cubicBezTo>
                      <a:pt x="7571" y="2474"/>
                      <a:pt x="7214" y="2493"/>
                      <a:pt x="6857" y="2493"/>
                    </a:cubicBezTo>
                    <a:cubicBezTo>
                      <a:pt x="4507" y="2493"/>
                      <a:pt x="2200" y="1642"/>
                      <a:pt x="459" y="53"/>
                    </a:cubicBezTo>
                    <a:cubicBezTo>
                      <a:pt x="416" y="16"/>
                      <a:pt x="369" y="0"/>
                      <a:pt x="32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1" name="Google Shape;4311;p52"/>
              <p:cNvSpPr/>
              <p:nvPr/>
            </p:nvSpPr>
            <p:spPr>
              <a:xfrm>
                <a:off x="1638781" y="2369908"/>
                <a:ext cx="9839" cy="7611"/>
              </a:xfrm>
              <a:custGeom>
                <a:rect b="b" l="l" r="r" t="t"/>
                <a:pathLst>
                  <a:path extrusionOk="0" h="427" w="552">
                    <a:moveTo>
                      <a:pt x="276" y="1"/>
                    </a:moveTo>
                    <a:cubicBezTo>
                      <a:pt x="1" y="1"/>
                      <a:pt x="1" y="427"/>
                      <a:pt x="276" y="427"/>
                    </a:cubicBezTo>
                    <a:cubicBezTo>
                      <a:pt x="552" y="427"/>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2" name="Google Shape;4312;p52"/>
              <p:cNvSpPr/>
              <p:nvPr/>
            </p:nvSpPr>
            <p:spPr>
              <a:xfrm>
                <a:off x="1715627" y="2322564"/>
                <a:ext cx="17433" cy="19679"/>
              </a:xfrm>
              <a:custGeom>
                <a:rect b="b" l="l" r="r" t="t"/>
                <a:pathLst>
                  <a:path extrusionOk="0" h="1104" w="978">
                    <a:moveTo>
                      <a:pt x="777" y="0"/>
                    </a:moveTo>
                    <a:cubicBezTo>
                      <a:pt x="727" y="0"/>
                      <a:pt x="652" y="0"/>
                      <a:pt x="627" y="50"/>
                    </a:cubicBezTo>
                    <a:cubicBezTo>
                      <a:pt x="426" y="276"/>
                      <a:pt x="251" y="527"/>
                      <a:pt x="76" y="752"/>
                    </a:cubicBezTo>
                    <a:cubicBezTo>
                      <a:pt x="25" y="802"/>
                      <a:pt x="0" y="852"/>
                      <a:pt x="0" y="903"/>
                    </a:cubicBezTo>
                    <a:cubicBezTo>
                      <a:pt x="0" y="953"/>
                      <a:pt x="25" y="1003"/>
                      <a:pt x="76" y="1053"/>
                    </a:cubicBezTo>
                    <a:cubicBezTo>
                      <a:pt x="101" y="1078"/>
                      <a:pt x="151" y="1103"/>
                      <a:pt x="226" y="1103"/>
                    </a:cubicBezTo>
                    <a:cubicBezTo>
                      <a:pt x="276" y="1103"/>
                      <a:pt x="326" y="1103"/>
                      <a:pt x="376" y="1053"/>
                    </a:cubicBezTo>
                    <a:cubicBezTo>
                      <a:pt x="552" y="827"/>
                      <a:pt x="727" y="577"/>
                      <a:pt x="928" y="351"/>
                    </a:cubicBezTo>
                    <a:cubicBezTo>
                      <a:pt x="953" y="301"/>
                      <a:pt x="978" y="251"/>
                      <a:pt x="978" y="201"/>
                    </a:cubicBezTo>
                    <a:cubicBezTo>
                      <a:pt x="978" y="151"/>
                      <a:pt x="953" y="75"/>
                      <a:pt x="928" y="50"/>
                    </a:cubicBezTo>
                    <a:cubicBezTo>
                      <a:pt x="878" y="25"/>
                      <a:pt x="827" y="0"/>
                      <a:pt x="77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3" name="Google Shape;4313;p52"/>
              <p:cNvSpPr/>
              <p:nvPr/>
            </p:nvSpPr>
            <p:spPr>
              <a:xfrm>
                <a:off x="1722329" y="2328089"/>
                <a:ext cx="25026" cy="26773"/>
              </a:xfrm>
              <a:custGeom>
                <a:rect b="b" l="l" r="r" t="t"/>
                <a:pathLst>
                  <a:path extrusionOk="0" h="1502" w="1404">
                    <a:moveTo>
                      <a:pt x="1166" y="0"/>
                    </a:moveTo>
                    <a:cubicBezTo>
                      <a:pt x="1114" y="0"/>
                      <a:pt x="1063" y="20"/>
                      <a:pt x="1028" y="66"/>
                    </a:cubicBezTo>
                    <a:cubicBezTo>
                      <a:pt x="727" y="417"/>
                      <a:pt x="401" y="793"/>
                      <a:pt x="75" y="1144"/>
                    </a:cubicBezTo>
                    <a:cubicBezTo>
                      <a:pt x="25" y="1219"/>
                      <a:pt x="0" y="1369"/>
                      <a:pt x="75" y="1445"/>
                    </a:cubicBezTo>
                    <a:cubicBezTo>
                      <a:pt x="126" y="1482"/>
                      <a:pt x="182" y="1501"/>
                      <a:pt x="235" y="1501"/>
                    </a:cubicBezTo>
                    <a:cubicBezTo>
                      <a:pt x="288" y="1501"/>
                      <a:pt x="339" y="1482"/>
                      <a:pt x="376" y="1445"/>
                    </a:cubicBezTo>
                    <a:cubicBezTo>
                      <a:pt x="702" y="1094"/>
                      <a:pt x="1003" y="718"/>
                      <a:pt x="1329" y="367"/>
                    </a:cubicBezTo>
                    <a:cubicBezTo>
                      <a:pt x="1404" y="267"/>
                      <a:pt x="1404" y="141"/>
                      <a:pt x="1329" y="66"/>
                    </a:cubicBezTo>
                    <a:cubicBezTo>
                      <a:pt x="1288" y="26"/>
                      <a:pt x="1227" y="0"/>
                      <a:pt x="116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4" name="Google Shape;4314;p52"/>
              <p:cNvSpPr/>
              <p:nvPr/>
            </p:nvSpPr>
            <p:spPr>
              <a:xfrm>
                <a:off x="1743773" y="2337466"/>
                <a:ext cx="21016" cy="24545"/>
              </a:xfrm>
              <a:custGeom>
                <a:rect b="b" l="l" r="r" t="t"/>
                <a:pathLst>
                  <a:path extrusionOk="0" h="1377" w="1179">
                    <a:moveTo>
                      <a:pt x="955" y="0"/>
                    </a:moveTo>
                    <a:cubicBezTo>
                      <a:pt x="908" y="0"/>
                      <a:pt x="862" y="20"/>
                      <a:pt x="827" y="67"/>
                    </a:cubicBezTo>
                    <a:cubicBezTo>
                      <a:pt x="577" y="392"/>
                      <a:pt x="326" y="693"/>
                      <a:pt x="75" y="1019"/>
                    </a:cubicBezTo>
                    <a:cubicBezTo>
                      <a:pt x="25" y="1069"/>
                      <a:pt x="0" y="1094"/>
                      <a:pt x="0" y="1169"/>
                    </a:cubicBezTo>
                    <a:cubicBezTo>
                      <a:pt x="0" y="1219"/>
                      <a:pt x="25" y="1270"/>
                      <a:pt x="75" y="1320"/>
                    </a:cubicBezTo>
                    <a:cubicBezTo>
                      <a:pt x="113" y="1357"/>
                      <a:pt x="163" y="1376"/>
                      <a:pt x="213" y="1376"/>
                    </a:cubicBezTo>
                    <a:cubicBezTo>
                      <a:pt x="263" y="1376"/>
                      <a:pt x="314" y="1357"/>
                      <a:pt x="351" y="1320"/>
                    </a:cubicBezTo>
                    <a:cubicBezTo>
                      <a:pt x="602" y="994"/>
                      <a:pt x="852" y="668"/>
                      <a:pt x="1103" y="367"/>
                    </a:cubicBezTo>
                    <a:cubicBezTo>
                      <a:pt x="1153" y="317"/>
                      <a:pt x="1178" y="267"/>
                      <a:pt x="1178" y="217"/>
                    </a:cubicBezTo>
                    <a:cubicBezTo>
                      <a:pt x="1178" y="167"/>
                      <a:pt x="1153" y="92"/>
                      <a:pt x="1103" y="67"/>
                    </a:cubicBezTo>
                    <a:cubicBezTo>
                      <a:pt x="1063" y="26"/>
                      <a:pt x="1008" y="0"/>
                      <a:pt x="9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15" name="Google Shape;4315;p52"/>
            <p:cNvGrpSpPr/>
            <p:nvPr/>
          </p:nvGrpSpPr>
          <p:grpSpPr>
            <a:xfrm>
              <a:off x="2074843" y="2792862"/>
              <a:ext cx="660249" cy="424476"/>
              <a:chOff x="1916931" y="2242901"/>
              <a:chExt cx="640911" cy="412087"/>
            </a:xfrm>
          </p:grpSpPr>
          <p:sp>
            <p:nvSpPr>
              <p:cNvPr id="4316" name="Google Shape;4316;p52"/>
              <p:cNvSpPr/>
              <p:nvPr/>
            </p:nvSpPr>
            <p:spPr>
              <a:xfrm>
                <a:off x="2240928" y="2287162"/>
                <a:ext cx="94366" cy="192510"/>
              </a:xfrm>
              <a:custGeom>
                <a:rect b="b" l="l" r="r" t="t"/>
                <a:pathLst>
                  <a:path extrusionOk="0" h="10800" w="5294">
                    <a:moveTo>
                      <a:pt x="255" y="1"/>
                    </a:moveTo>
                    <a:cubicBezTo>
                      <a:pt x="133" y="1"/>
                      <a:pt x="0" y="106"/>
                      <a:pt x="30" y="257"/>
                    </a:cubicBezTo>
                    <a:cubicBezTo>
                      <a:pt x="206" y="1310"/>
                      <a:pt x="406" y="2362"/>
                      <a:pt x="632" y="3390"/>
                    </a:cubicBezTo>
                    <a:cubicBezTo>
                      <a:pt x="757" y="3916"/>
                      <a:pt x="882" y="4442"/>
                      <a:pt x="1008" y="4969"/>
                    </a:cubicBezTo>
                    <a:cubicBezTo>
                      <a:pt x="1133" y="5445"/>
                      <a:pt x="1233" y="5971"/>
                      <a:pt x="1434" y="6422"/>
                    </a:cubicBezTo>
                    <a:cubicBezTo>
                      <a:pt x="1674" y="7042"/>
                      <a:pt x="2169" y="7200"/>
                      <a:pt x="2729" y="7200"/>
                    </a:cubicBezTo>
                    <a:cubicBezTo>
                      <a:pt x="2870" y="7200"/>
                      <a:pt x="3016" y="7189"/>
                      <a:pt x="3163" y="7174"/>
                    </a:cubicBezTo>
                    <a:cubicBezTo>
                      <a:pt x="3315" y="7163"/>
                      <a:pt x="3480" y="7148"/>
                      <a:pt x="3645" y="7148"/>
                    </a:cubicBezTo>
                    <a:cubicBezTo>
                      <a:pt x="3863" y="7148"/>
                      <a:pt x="4081" y="7175"/>
                      <a:pt x="4266" y="7274"/>
                    </a:cubicBezTo>
                    <a:cubicBezTo>
                      <a:pt x="4617" y="7475"/>
                      <a:pt x="4767" y="7926"/>
                      <a:pt x="4692" y="8302"/>
                    </a:cubicBezTo>
                    <a:cubicBezTo>
                      <a:pt x="4592" y="8828"/>
                      <a:pt x="4191" y="9229"/>
                      <a:pt x="3815" y="9555"/>
                    </a:cubicBezTo>
                    <a:cubicBezTo>
                      <a:pt x="3389" y="9906"/>
                      <a:pt x="2887" y="10182"/>
                      <a:pt x="2361" y="10382"/>
                    </a:cubicBezTo>
                    <a:cubicBezTo>
                      <a:pt x="2138" y="10472"/>
                      <a:pt x="2213" y="10799"/>
                      <a:pt x="2409" y="10799"/>
                    </a:cubicBezTo>
                    <a:cubicBezTo>
                      <a:pt x="2433" y="10799"/>
                      <a:pt x="2459" y="10794"/>
                      <a:pt x="2486" y="10783"/>
                    </a:cubicBezTo>
                    <a:cubicBezTo>
                      <a:pt x="3364" y="10457"/>
                      <a:pt x="4241" y="9931"/>
                      <a:pt x="4767" y="9129"/>
                    </a:cubicBezTo>
                    <a:cubicBezTo>
                      <a:pt x="5218" y="8478"/>
                      <a:pt x="5293" y="7450"/>
                      <a:pt x="4567" y="6974"/>
                    </a:cubicBezTo>
                    <a:cubicBezTo>
                      <a:pt x="4304" y="6796"/>
                      <a:pt x="4028" y="6747"/>
                      <a:pt x="3745" y="6747"/>
                    </a:cubicBezTo>
                    <a:cubicBezTo>
                      <a:pt x="3408" y="6747"/>
                      <a:pt x="3063" y="6816"/>
                      <a:pt x="2722" y="6816"/>
                    </a:cubicBezTo>
                    <a:cubicBezTo>
                      <a:pt x="2584" y="6816"/>
                      <a:pt x="2447" y="6805"/>
                      <a:pt x="2311" y="6773"/>
                    </a:cubicBezTo>
                    <a:cubicBezTo>
                      <a:pt x="1810" y="6623"/>
                      <a:pt x="1735" y="6071"/>
                      <a:pt x="1634" y="5645"/>
                    </a:cubicBezTo>
                    <a:cubicBezTo>
                      <a:pt x="1484" y="5094"/>
                      <a:pt x="1333" y="4543"/>
                      <a:pt x="1208" y="3991"/>
                    </a:cubicBezTo>
                    <a:cubicBezTo>
                      <a:pt x="907" y="2713"/>
                      <a:pt x="657" y="1435"/>
                      <a:pt x="431" y="157"/>
                    </a:cubicBezTo>
                    <a:cubicBezTo>
                      <a:pt x="411" y="47"/>
                      <a:pt x="336" y="1"/>
                      <a:pt x="25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7" name="Google Shape;4317;p52"/>
              <p:cNvSpPr/>
              <p:nvPr/>
            </p:nvSpPr>
            <p:spPr>
              <a:xfrm>
                <a:off x="1955077" y="2287269"/>
                <a:ext cx="173366" cy="189105"/>
              </a:xfrm>
              <a:custGeom>
                <a:rect b="b" l="l" r="r" t="t"/>
                <a:pathLst>
                  <a:path extrusionOk="0" h="10609" w="9726">
                    <a:moveTo>
                      <a:pt x="8146" y="0"/>
                    </a:moveTo>
                    <a:lnTo>
                      <a:pt x="1" y="3609"/>
                    </a:lnTo>
                    <a:cubicBezTo>
                      <a:pt x="227" y="5464"/>
                      <a:pt x="327" y="6341"/>
                      <a:pt x="1254" y="7945"/>
                    </a:cubicBezTo>
                    <a:cubicBezTo>
                      <a:pt x="2126" y="9413"/>
                      <a:pt x="3711" y="10608"/>
                      <a:pt x="5376" y="10608"/>
                    </a:cubicBezTo>
                    <a:cubicBezTo>
                      <a:pt x="5531" y="10608"/>
                      <a:pt x="5685" y="10598"/>
                      <a:pt x="5841" y="10577"/>
                    </a:cubicBezTo>
                    <a:cubicBezTo>
                      <a:pt x="7244" y="10376"/>
                      <a:pt x="8447" y="9374"/>
                      <a:pt x="9049" y="8096"/>
                    </a:cubicBezTo>
                    <a:cubicBezTo>
                      <a:pt x="9650" y="6842"/>
                      <a:pt x="9725" y="5364"/>
                      <a:pt x="9500" y="3985"/>
                    </a:cubicBezTo>
                    <a:cubicBezTo>
                      <a:pt x="9249" y="2607"/>
                      <a:pt x="8723" y="1278"/>
                      <a:pt x="814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8" name="Google Shape;4318;p52"/>
              <p:cNvSpPr/>
              <p:nvPr/>
            </p:nvSpPr>
            <p:spPr>
              <a:xfrm>
                <a:off x="1951191" y="2283686"/>
                <a:ext cx="180371" cy="196200"/>
              </a:xfrm>
              <a:custGeom>
                <a:rect b="b" l="l" r="r" t="t"/>
                <a:pathLst>
                  <a:path extrusionOk="0" h="11007" w="10119">
                    <a:moveTo>
                      <a:pt x="8264" y="469"/>
                    </a:moveTo>
                    <a:cubicBezTo>
                      <a:pt x="8911" y="1921"/>
                      <a:pt x="9497" y="3421"/>
                      <a:pt x="9618" y="5013"/>
                    </a:cubicBezTo>
                    <a:cubicBezTo>
                      <a:pt x="9718" y="6492"/>
                      <a:pt x="9417" y="8096"/>
                      <a:pt x="8389" y="9249"/>
                    </a:cubicBezTo>
                    <a:cubicBezTo>
                      <a:pt x="7659" y="10061"/>
                      <a:pt x="6648" y="10593"/>
                      <a:pt x="5572" y="10593"/>
                    </a:cubicBezTo>
                    <a:cubicBezTo>
                      <a:pt x="5319" y="10593"/>
                      <a:pt x="5063" y="10564"/>
                      <a:pt x="4805" y="10502"/>
                    </a:cubicBezTo>
                    <a:cubicBezTo>
                      <a:pt x="3452" y="10201"/>
                      <a:pt x="2324" y="9199"/>
                      <a:pt x="1648" y="7996"/>
                    </a:cubicBezTo>
                    <a:cubicBezTo>
                      <a:pt x="1272" y="7369"/>
                      <a:pt x="971" y="6718"/>
                      <a:pt x="795" y="6016"/>
                    </a:cubicBezTo>
                    <a:cubicBezTo>
                      <a:pt x="606" y="5327"/>
                      <a:pt x="528" y="4617"/>
                      <a:pt x="456" y="3926"/>
                    </a:cubicBezTo>
                    <a:lnTo>
                      <a:pt x="456" y="3926"/>
                    </a:lnTo>
                    <a:cubicBezTo>
                      <a:pt x="2816" y="2893"/>
                      <a:pt x="5152" y="1860"/>
                      <a:pt x="7487" y="828"/>
                    </a:cubicBezTo>
                    <a:cubicBezTo>
                      <a:pt x="7746" y="708"/>
                      <a:pt x="8005" y="589"/>
                      <a:pt x="8264" y="469"/>
                    </a:cubicBezTo>
                    <a:close/>
                    <a:moveTo>
                      <a:pt x="8369" y="1"/>
                    </a:moveTo>
                    <a:cubicBezTo>
                      <a:pt x="8334" y="1"/>
                      <a:pt x="8298" y="9"/>
                      <a:pt x="8264" y="26"/>
                    </a:cubicBezTo>
                    <a:cubicBezTo>
                      <a:pt x="5883" y="1078"/>
                      <a:pt x="3502" y="2131"/>
                      <a:pt x="1121" y="3184"/>
                    </a:cubicBezTo>
                    <a:cubicBezTo>
                      <a:pt x="818" y="3324"/>
                      <a:pt x="492" y="3464"/>
                      <a:pt x="185" y="3604"/>
                    </a:cubicBezTo>
                    <a:lnTo>
                      <a:pt x="185" y="3604"/>
                    </a:lnTo>
                    <a:cubicBezTo>
                      <a:pt x="127" y="3609"/>
                      <a:pt x="73" y="3636"/>
                      <a:pt x="43" y="3687"/>
                    </a:cubicBezTo>
                    <a:lnTo>
                      <a:pt x="43" y="3687"/>
                    </a:lnTo>
                    <a:cubicBezTo>
                      <a:pt x="2" y="3734"/>
                      <a:pt x="1" y="3797"/>
                      <a:pt x="25" y="3854"/>
                    </a:cubicBezTo>
                    <a:lnTo>
                      <a:pt x="25" y="3854"/>
                    </a:lnTo>
                    <a:cubicBezTo>
                      <a:pt x="121" y="4567"/>
                      <a:pt x="172" y="5278"/>
                      <a:pt x="344" y="5966"/>
                    </a:cubicBezTo>
                    <a:cubicBezTo>
                      <a:pt x="495" y="6617"/>
                      <a:pt x="745" y="7244"/>
                      <a:pt x="1071" y="7820"/>
                    </a:cubicBezTo>
                    <a:cubicBezTo>
                      <a:pt x="1773" y="9149"/>
                      <a:pt x="2826" y="10277"/>
                      <a:pt x="4254" y="10778"/>
                    </a:cubicBezTo>
                    <a:cubicBezTo>
                      <a:pt x="4689" y="10933"/>
                      <a:pt x="5128" y="11006"/>
                      <a:pt x="5561" y="11006"/>
                    </a:cubicBezTo>
                    <a:cubicBezTo>
                      <a:pt x="6527" y="11006"/>
                      <a:pt x="7460" y="10641"/>
                      <a:pt x="8239" y="10001"/>
                    </a:cubicBezTo>
                    <a:cubicBezTo>
                      <a:pt x="9442" y="8948"/>
                      <a:pt x="9993" y="7394"/>
                      <a:pt x="10044" y="5840"/>
                    </a:cubicBezTo>
                    <a:cubicBezTo>
                      <a:pt x="10119" y="3810"/>
                      <a:pt x="9367" y="1906"/>
                      <a:pt x="8540" y="101"/>
                    </a:cubicBezTo>
                    <a:cubicBezTo>
                      <a:pt x="8506" y="34"/>
                      <a:pt x="8440" y="1"/>
                      <a:pt x="83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9" name="Google Shape;4319;p52"/>
              <p:cNvSpPr/>
              <p:nvPr/>
            </p:nvSpPr>
            <p:spPr>
              <a:xfrm>
                <a:off x="2053813" y="2374062"/>
                <a:ext cx="71050" cy="77949"/>
              </a:xfrm>
              <a:custGeom>
                <a:rect b="b" l="l" r="r" t="t"/>
                <a:pathLst>
                  <a:path extrusionOk="0" h="4373" w="3986">
                    <a:moveTo>
                      <a:pt x="2262" y="1"/>
                    </a:moveTo>
                    <a:cubicBezTo>
                      <a:pt x="1481" y="1"/>
                      <a:pt x="695" y="671"/>
                      <a:pt x="377" y="1648"/>
                    </a:cubicBezTo>
                    <a:cubicBezTo>
                      <a:pt x="1" y="2826"/>
                      <a:pt x="402" y="4004"/>
                      <a:pt x="1304" y="4304"/>
                    </a:cubicBezTo>
                    <a:cubicBezTo>
                      <a:pt x="1439" y="4350"/>
                      <a:pt x="1577" y="4372"/>
                      <a:pt x="1717" y="4372"/>
                    </a:cubicBezTo>
                    <a:cubicBezTo>
                      <a:pt x="2488" y="4372"/>
                      <a:pt x="3292" y="3702"/>
                      <a:pt x="3610" y="2725"/>
                    </a:cubicBezTo>
                    <a:cubicBezTo>
                      <a:pt x="3986" y="1547"/>
                      <a:pt x="3585" y="369"/>
                      <a:pt x="2683" y="69"/>
                    </a:cubicBezTo>
                    <a:cubicBezTo>
                      <a:pt x="2544" y="23"/>
                      <a:pt x="2403" y="1"/>
                      <a:pt x="226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0" name="Google Shape;4320;p52"/>
              <p:cNvSpPr/>
              <p:nvPr/>
            </p:nvSpPr>
            <p:spPr>
              <a:xfrm>
                <a:off x="1922475" y="2255539"/>
                <a:ext cx="206859" cy="103635"/>
              </a:xfrm>
              <a:custGeom>
                <a:rect b="b" l="l" r="r" t="t"/>
                <a:pathLst>
                  <a:path extrusionOk="0" h="5814" w="11605">
                    <a:moveTo>
                      <a:pt x="11604" y="1"/>
                    </a:moveTo>
                    <a:lnTo>
                      <a:pt x="0" y="5665"/>
                    </a:lnTo>
                    <a:cubicBezTo>
                      <a:pt x="496" y="5766"/>
                      <a:pt x="1008" y="5813"/>
                      <a:pt x="1530" y="5813"/>
                    </a:cubicBezTo>
                    <a:cubicBezTo>
                      <a:pt x="5545" y="5813"/>
                      <a:pt x="10096" y="2995"/>
                      <a:pt x="11604"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1" name="Google Shape;4321;p52"/>
              <p:cNvSpPr/>
              <p:nvPr/>
            </p:nvSpPr>
            <p:spPr>
              <a:xfrm>
                <a:off x="1916931" y="2251796"/>
                <a:ext cx="217073" cy="110961"/>
              </a:xfrm>
              <a:custGeom>
                <a:rect b="b" l="l" r="r" t="t"/>
                <a:pathLst>
                  <a:path extrusionOk="0" h="6225" w="12178">
                    <a:moveTo>
                      <a:pt x="11891" y="1"/>
                    </a:moveTo>
                    <a:cubicBezTo>
                      <a:pt x="11829" y="1"/>
                      <a:pt x="11771" y="32"/>
                      <a:pt x="11740" y="111"/>
                    </a:cubicBezTo>
                    <a:cubicBezTo>
                      <a:pt x="10988" y="1589"/>
                      <a:pt x="9685" y="2767"/>
                      <a:pt x="8331" y="3669"/>
                    </a:cubicBezTo>
                    <a:cubicBezTo>
                      <a:pt x="6828" y="4672"/>
                      <a:pt x="5098" y="5399"/>
                      <a:pt x="3294" y="5700"/>
                    </a:cubicBezTo>
                    <a:cubicBezTo>
                      <a:pt x="2836" y="5772"/>
                      <a:pt x="2361" y="5809"/>
                      <a:pt x="1885" y="5809"/>
                    </a:cubicBezTo>
                    <a:cubicBezTo>
                      <a:pt x="1371" y="5809"/>
                      <a:pt x="856" y="5766"/>
                      <a:pt x="362" y="5675"/>
                    </a:cubicBezTo>
                    <a:cubicBezTo>
                      <a:pt x="345" y="5672"/>
                      <a:pt x="330" y="5670"/>
                      <a:pt x="315" y="5670"/>
                    </a:cubicBezTo>
                    <a:cubicBezTo>
                      <a:pt x="75" y="5670"/>
                      <a:pt x="0" y="6028"/>
                      <a:pt x="236" y="6076"/>
                    </a:cubicBezTo>
                    <a:cubicBezTo>
                      <a:pt x="767" y="6177"/>
                      <a:pt x="1303" y="6224"/>
                      <a:pt x="1837" y="6224"/>
                    </a:cubicBezTo>
                    <a:cubicBezTo>
                      <a:pt x="3142" y="6224"/>
                      <a:pt x="4440" y="5944"/>
                      <a:pt x="5650" y="5499"/>
                    </a:cubicBezTo>
                    <a:cubicBezTo>
                      <a:pt x="7404" y="4847"/>
                      <a:pt x="9083" y="3845"/>
                      <a:pt x="10412" y="2517"/>
                    </a:cubicBezTo>
                    <a:cubicBezTo>
                      <a:pt x="11088" y="1865"/>
                      <a:pt x="11665" y="1138"/>
                      <a:pt x="12091" y="311"/>
                    </a:cubicBezTo>
                    <a:cubicBezTo>
                      <a:pt x="12177" y="156"/>
                      <a:pt x="12026" y="1"/>
                      <a:pt x="118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2" name="Google Shape;4322;p52"/>
              <p:cNvSpPr/>
              <p:nvPr/>
            </p:nvSpPr>
            <p:spPr>
              <a:xfrm>
                <a:off x="2372801" y="2271190"/>
                <a:ext cx="151459" cy="162172"/>
              </a:xfrm>
              <a:custGeom>
                <a:rect b="b" l="l" r="r" t="t"/>
                <a:pathLst>
                  <a:path extrusionOk="0" h="9098" w="8497">
                    <a:moveTo>
                      <a:pt x="753" y="0"/>
                    </a:moveTo>
                    <a:cubicBezTo>
                      <a:pt x="402" y="1203"/>
                      <a:pt x="101" y="2431"/>
                      <a:pt x="51" y="3684"/>
                    </a:cubicBezTo>
                    <a:cubicBezTo>
                      <a:pt x="1" y="4937"/>
                      <a:pt x="251" y="6241"/>
                      <a:pt x="953" y="7293"/>
                    </a:cubicBezTo>
                    <a:cubicBezTo>
                      <a:pt x="1655" y="8346"/>
                      <a:pt x="2858" y="9098"/>
                      <a:pt x="4111" y="9098"/>
                    </a:cubicBezTo>
                    <a:cubicBezTo>
                      <a:pt x="5790" y="9073"/>
                      <a:pt x="7219" y="7744"/>
                      <a:pt x="7845" y="6191"/>
                    </a:cubicBezTo>
                    <a:cubicBezTo>
                      <a:pt x="8497" y="4637"/>
                      <a:pt x="8447" y="3860"/>
                      <a:pt x="8422" y="2180"/>
                    </a:cubicBezTo>
                    <a:lnTo>
                      <a:pt x="75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3" name="Google Shape;4323;p52"/>
              <p:cNvSpPr/>
              <p:nvPr/>
            </p:nvSpPr>
            <p:spPr>
              <a:xfrm>
                <a:off x="2367436" y="2267322"/>
                <a:ext cx="159926" cy="169391"/>
              </a:xfrm>
              <a:custGeom>
                <a:rect b="b" l="l" r="r" t="t"/>
                <a:pathLst>
                  <a:path extrusionOk="0" h="9503" w="8972">
                    <a:moveTo>
                      <a:pt x="1197" y="472"/>
                    </a:moveTo>
                    <a:lnTo>
                      <a:pt x="1197" y="472"/>
                    </a:lnTo>
                    <a:cubicBezTo>
                      <a:pt x="3363" y="1080"/>
                      <a:pt x="5529" y="1689"/>
                      <a:pt x="7695" y="2322"/>
                    </a:cubicBezTo>
                    <a:cubicBezTo>
                      <a:pt x="7971" y="2407"/>
                      <a:pt x="8247" y="2474"/>
                      <a:pt x="8523" y="2553"/>
                    </a:cubicBezTo>
                    <a:lnTo>
                      <a:pt x="8523" y="2553"/>
                    </a:lnTo>
                    <a:cubicBezTo>
                      <a:pt x="8526" y="3107"/>
                      <a:pt x="8543" y="3677"/>
                      <a:pt x="8497" y="4227"/>
                    </a:cubicBezTo>
                    <a:cubicBezTo>
                      <a:pt x="8447" y="4804"/>
                      <a:pt x="8322" y="5380"/>
                      <a:pt x="8121" y="5931"/>
                    </a:cubicBezTo>
                    <a:cubicBezTo>
                      <a:pt x="7695" y="7059"/>
                      <a:pt x="6993" y="8112"/>
                      <a:pt x="5916" y="8688"/>
                    </a:cubicBezTo>
                    <a:cubicBezTo>
                      <a:pt x="5428" y="8954"/>
                      <a:pt x="4910" y="9083"/>
                      <a:pt x="4396" y="9083"/>
                    </a:cubicBezTo>
                    <a:cubicBezTo>
                      <a:pt x="3748" y="9083"/>
                      <a:pt x="3105" y="8879"/>
                      <a:pt x="2532" y="8488"/>
                    </a:cubicBezTo>
                    <a:cubicBezTo>
                      <a:pt x="1430" y="7761"/>
                      <a:pt x="828" y="6508"/>
                      <a:pt x="628" y="5205"/>
                    </a:cubicBezTo>
                    <a:cubicBezTo>
                      <a:pt x="388" y="3621"/>
                      <a:pt x="768" y="2014"/>
                      <a:pt x="1197" y="472"/>
                    </a:cubicBezTo>
                    <a:close/>
                    <a:moveTo>
                      <a:pt x="1035" y="1"/>
                    </a:moveTo>
                    <a:cubicBezTo>
                      <a:pt x="953" y="1"/>
                      <a:pt x="873" y="64"/>
                      <a:pt x="853" y="142"/>
                    </a:cubicBezTo>
                    <a:cubicBezTo>
                      <a:pt x="402" y="1696"/>
                      <a:pt x="1" y="3300"/>
                      <a:pt x="176" y="4904"/>
                    </a:cubicBezTo>
                    <a:cubicBezTo>
                      <a:pt x="327" y="6307"/>
                      <a:pt x="878" y="7711"/>
                      <a:pt x="1981" y="8613"/>
                    </a:cubicBezTo>
                    <a:cubicBezTo>
                      <a:pt x="2683" y="9175"/>
                      <a:pt x="3545" y="9503"/>
                      <a:pt x="4428" y="9503"/>
                    </a:cubicBezTo>
                    <a:cubicBezTo>
                      <a:pt x="4807" y="9503"/>
                      <a:pt x="5189" y="9443"/>
                      <a:pt x="5565" y="9315"/>
                    </a:cubicBezTo>
                    <a:cubicBezTo>
                      <a:pt x="6743" y="8864"/>
                      <a:pt x="7695" y="7886"/>
                      <a:pt x="8222" y="6758"/>
                    </a:cubicBezTo>
                    <a:cubicBezTo>
                      <a:pt x="8547" y="6082"/>
                      <a:pt x="8773" y="5380"/>
                      <a:pt x="8873" y="4628"/>
                    </a:cubicBezTo>
                    <a:cubicBezTo>
                      <a:pt x="8972" y="3913"/>
                      <a:pt x="8949" y="3175"/>
                      <a:pt x="8925" y="2435"/>
                    </a:cubicBezTo>
                    <a:lnTo>
                      <a:pt x="8925" y="2435"/>
                    </a:lnTo>
                    <a:cubicBezTo>
                      <a:pt x="8940" y="2358"/>
                      <a:pt x="8916" y="2274"/>
                      <a:pt x="8839" y="2226"/>
                    </a:cubicBezTo>
                    <a:lnTo>
                      <a:pt x="8839" y="2226"/>
                    </a:lnTo>
                    <a:cubicBezTo>
                      <a:pt x="8817" y="2211"/>
                      <a:pt x="8793" y="2201"/>
                      <a:pt x="8767" y="2195"/>
                    </a:cubicBezTo>
                    <a:lnTo>
                      <a:pt x="8767" y="2195"/>
                    </a:lnTo>
                    <a:cubicBezTo>
                      <a:pt x="6538" y="1544"/>
                      <a:pt x="4310" y="918"/>
                      <a:pt x="2081" y="292"/>
                    </a:cubicBezTo>
                    <a:cubicBezTo>
                      <a:pt x="1755" y="192"/>
                      <a:pt x="1430" y="92"/>
                      <a:pt x="1104" y="17"/>
                    </a:cubicBezTo>
                    <a:cubicBezTo>
                      <a:pt x="1082" y="6"/>
                      <a:pt x="1059" y="1"/>
                      <a:pt x="103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4" name="Google Shape;4324;p52"/>
              <p:cNvSpPr/>
              <p:nvPr/>
            </p:nvSpPr>
            <p:spPr>
              <a:xfrm>
                <a:off x="2439825" y="2354044"/>
                <a:ext cx="63903" cy="69731"/>
              </a:xfrm>
              <a:custGeom>
                <a:rect b="b" l="l" r="r" t="t"/>
                <a:pathLst>
                  <a:path extrusionOk="0" h="3912" w="3585">
                    <a:moveTo>
                      <a:pt x="2051" y="1"/>
                    </a:moveTo>
                    <a:cubicBezTo>
                      <a:pt x="1355" y="1"/>
                      <a:pt x="647" y="603"/>
                      <a:pt x="351" y="1492"/>
                    </a:cubicBezTo>
                    <a:cubicBezTo>
                      <a:pt x="0" y="2545"/>
                      <a:pt x="376" y="3598"/>
                      <a:pt x="1178" y="3848"/>
                    </a:cubicBezTo>
                    <a:cubicBezTo>
                      <a:pt x="1303" y="3891"/>
                      <a:pt x="1431" y="3912"/>
                      <a:pt x="1559" y="3912"/>
                    </a:cubicBezTo>
                    <a:cubicBezTo>
                      <a:pt x="2255" y="3912"/>
                      <a:pt x="2962" y="3309"/>
                      <a:pt x="3258" y="2420"/>
                    </a:cubicBezTo>
                    <a:cubicBezTo>
                      <a:pt x="3584" y="1392"/>
                      <a:pt x="3208" y="314"/>
                      <a:pt x="2431" y="64"/>
                    </a:cubicBezTo>
                    <a:cubicBezTo>
                      <a:pt x="2306" y="21"/>
                      <a:pt x="2179" y="1"/>
                      <a:pt x="20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5" name="Google Shape;4325;p52"/>
              <p:cNvSpPr/>
              <p:nvPr/>
            </p:nvSpPr>
            <p:spPr>
              <a:xfrm>
                <a:off x="2356723" y="2246163"/>
                <a:ext cx="196128" cy="71175"/>
              </a:xfrm>
              <a:custGeom>
                <a:rect b="b" l="l" r="r" t="t"/>
                <a:pathLst>
                  <a:path extrusionOk="0" h="3993" w="11003">
                    <a:moveTo>
                      <a:pt x="0" y="1"/>
                    </a:moveTo>
                    <a:lnTo>
                      <a:pt x="0" y="1"/>
                    </a:lnTo>
                    <a:cubicBezTo>
                      <a:pt x="1523" y="2215"/>
                      <a:pt x="5182" y="3992"/>
                      <a:pt x="8480" y="3992"/>
                    </a:cubicBezTo>
                    <a:cubicBezTo>
                      <a:pt x="9363" y="3992"/>
                      <a:pt x="10220" y="3865"/>
                      <a:pt x="11003" y="3584"/>
                    </a:cubicBezTo>
                    <a:lnTo>
                      <a:pt x="0" y="1"/>
                    </a:ln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6" name="Google Shape;4326;p52"/>
              <p:cNvSpPr/>
              <p:nvPr/>
            </p:nvSpPr>
            <p:spPr>
              <a:xfrm>
                <a:off x="2351375" y="2242901"/>
                <a:ext cx="206467" cy="78341"/>
              </a:xfrm>
              <a:custGeom>
                <a:rect b="b" l="l" r="r" t="t"/>
                <a:pathLst>
                  <a:path extrusionOk="0" h="4395" w="11583">
                    <a:moveTo>
                      <a:pt x="308" y="1"/>
                    </a:moveTo>
                    <a:cubicBezTo>
                      <a:pt x="154" y="1"/>
                      <a:pt x="0" y="148"/>
                      <a:pt x="125" y="309"/>
                    </a:cubicBezTo>
                    <a:cubicBezTo>
                      <a:pt x="1002" y="1562"/>
                      <a:pt x="2331" y="2514"/>
                      <a:pt x="3709" y="3166"/>
                    </a:cubicBezTo>
                    <a:cubicBezTo>
                      <a:pt x="5263" y="3893"/>
                      <a:pt x="6942" y="4369"/>
                      <a:pt x="8646" y="4394"/>
                    </a:cubicBezTo>
                    <a:cubicBezTo>
                      <a:pt x="9574" y="4394"/>
                      <a:pt x="10501" y="4269"/>
                      <a:pt x="11353" y="3968"/>
                    </a:cubicBezTo>
                    <a:cubicBezTo>
                      <a:pt x="11582" y="3899"/>
                      <a:pt x="11518" y="3558"/>
                      <a:pt x="11313" y="3558"/>
                    </a:cubicBezTo>
                    <a:cubicBezTo>
                      <a:pt x="11294" y="3558"/>
                      <a:pt x="11274" y="3561"/>
                      <a:pt x="11253" y="3567"/>
                    </a:cubicBezTo>
                    <a:cubicBezTo>
                      <a:pt x="10456" y="3846"/>
                      <a:pt x="9618" y="3963"/>
                      <a:pt x="8774" y="3963"/>
                    </a:cubicBezTo>
                    <a:cubicBezTo>
                      <a:pt x="8025" y="3963"/>
                      <a:pt x="7272" y="3871"/>
                      <a:pt x="6541" y="3717"/>
                    </a:cubicBezTo>
                    <a:cubicBezTo>
                      <a:pt x="4987" y="3366"/>
                      <a:pt x="3458" y="2715"/>
                      <a:pt x="2155" y="1762"/>
                    </a:cubicBezTo>
                    <a:cubicBezTo>
                      <a:pt x="1529" y="1286"/>
                      <a:pt x="927" y="735"/>
                      <a:pt x="476" y="83"/>
                    </a:cubicBezTo>
                    <a:cubicBezTo>
                      <a:pt x="432" y="25"/>
                      <a:pt x="370" y="1"/>
                      <a:pt x="30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7" name="Google Shape;4327;p52"/>
              <p:cNvSpPr/>
              <p:nvPr/>
            </p:nvSpPr>
            <p:spPr>
              <a:xfrm>
                <a:off x="2192549" y="2509305"/>
                <a:ext cx="178197" cy="66986"/>
              </a:xfrm>
              <a:custGeom>
                <a:rect b="b" l="l" r="r" t="t"/>
                <a:pathLst>
                  <a:path extrusionOk="0" h="3758" w="9997">
                    <a:moveTo>
                      <a:pt x="5309" y="0"/>
                    </a:moveTo>
                    <a:cubicBezTo>
                      <a:pt x="3957" y="0"/>
                      <a:pt x="2639" y="515"/>
                      <a:pt x="1616" y="1404"/>
                    </a:cubicBezTo>
                    <a:cubicBezTo>
                      <a:pt x="965" y="1955"/>
                      <a:pt x="438" y="2657"/>
                      <a:pt x="88" y="3434"/>
                    </a:cubicBezTo>
                    <a:cubicBezTo>
                      <a:pt x="1" y="3608"/>
                      <a:pt x="155" y="3758"/>
                      <a:pt x="291" y="3758"/>
                    </a:cubicBezTo>
                    <a:cubicBezTo>
                      <a:pt x="351" y="3758"/>
                      <a:pt x="408" y="3729"/>
                      <a:pt x="438" y="3660"/>
                    </a:cubicBezTo>
                    <a:cubicBezTo>
                      <a:pt x="1015" y="2356"/>
                      <a:pt x="2093" y="1304"/>
                      <a:pt x="3421" y="777"/>
                    </a:cubicBezTo>
                    <a:cubicBezTo>
                      <a:pt x="4039" y="537"/>
                      <a:pt x="4693" y="417"/>
                      <a:pt x="5348" y="417"/>
                    </a:cubicBezTo>
                    <a:cubicBezTo>
                      <a:pt x="6128" y="417"/>
                      <a:pt x="6910" y="587"/>
                      <a:pt x="7631" y="928"/>
                    </a:cubicBezTo>
                    <a:cubicBezTo>
                      <a:pt x="8383" y="1279"/>
                      <a:pt x="9060" y="1805"/>
                      <a:pt x="9586" y="2457"/>
                    </a:cubicBezTo>
                    <a:cubicBezTo>
                      <a:pt x="9621" y="2503"/>
                      <a:pt x="9664" y="2523"/>
                      <a:pt x="9708" y="2523"/>
                    </a:cubicBezTo>
                    <a:cubicBezTo>
                      <a:pt x="9851" y="2523"/>
                      <a:pt x="9997" y="2310"/>
                      <a:pt x="9862" y="2156"/>
                    </a:cubicBezTo>
                    <a:cubicBezTo>
                      <a:pt x="8885" y="928"/>
                      <a:pt x="7406" y="176"/>
                      <a:pt x="5827" y="26"/>
                    </a:cubicBezTo>
                    <a:cubicBezTo>
                      <a:pt x="5654" y="9"/>
                      <a:pt x="5481" y="0"/>
                      <a:pt x="53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8" name="Google Shape;4328;p52"/>
              <p:cNvSpPr/>
              <p:nvPr/>
            </p:nvSpPr>
            <p:spPr>
              <a:xfrm>
                <a:off x="2006914" y="2504385"/>
                <a:ext cx="74170" cy="146628"/>
              </a:xfrm>
              <a:custGeom>
                <a:rect b="b" l="l" r="r" t="t"/>
                <a:pathLst>
                  <a:path extrusionOk="0" h="8226" w="4161">
                    <a:moveTo>
                      <a:pt x="2306" y="1"/>
                    </a:moveTo>
                    <a:cubicBezTo>
                      <a:pt x="2030" y="1104"/>
                      <a:pt x="1404" y="2031"/>
                      <a:pt x="903" y="3033"/>
                    </a:cubicBezTo>
                    <a:cubicBezTo>
                      <a:pt x="502" y="3785"/>
                      <a:pt x="151" y="4587"/>
                      <a:pt x="75" y="5439"/>
                    </a:cubicBezTo>
                    <a:cubicBezTo>
                      <a:pt x="0" y="6292"/>
                      <a:pt x="276" y="7194"/>
                      <a:pt x="903" y="7770"/>
                    </a:cubicBezTo>
                    <a:cubicBezTo>
                      <a:pt x="1228" y="8046"/>
                      <a:pt x="1654" y="8196"/>
                      <a:pt x="2080" y="8221"/>
                    </a:cubicBezTo>
                    <a:cubicBezTo>
                      <a:pt x="2122" y="8224"/>
                      <a:pt x="2164" y="8225"/>
                      <a:pt x="2206" y="8225"/>
                    </a:cubicBezTo>
                    <a:cubicBezTo>
                      <a:pt x="2589" y="8225"/>
                      <a:pt x="2962" y="8119"/>
                      <a:pt x="3233" y="7871"/>
                    </a:cubicBezTo>
                    <a:cubicBezTo>
                      <a:pt x="3509" y="7620"/>
                      <a:pt x="3710" y="7269"/>
                      <a:pt x="3810" y="6918"/>
                    </a:cubicBezTo>
                    <a:cubicBezTo>
                      <a:pt x="4161" y="5891"/>
                      <a:pt x="3985" y="4738"/>
                      <a:pt x="3659" y="3685"/>
                    </a:cubicBezTo>
                    <a:cubicBezTo>
                      <a:pt x="3258" y="2432"/>
                      <a:pt x="2632" y="1279"/>
                      <a:pt x="230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9" name="Google Shape;4329;p52"/>
              <p:cNvSpPr/>
              <p:nvPr/>
            </p:nvSpPr>
            <p:spPr>
              <a:xfrm>
                <a:off x="2000657" y="2500820"/>
                <a:ext cx="83938" cy="154168"/>
              </a:xfrm>
              <a:custGeom>
                <a:rect b="b" l="l" r="r" t="t"/>
                <a:pathLst>
                  <a:path extrusionOk="0" h="8649" w="4709">
                    <a:moveTo>
                      <a:pt x="2653" y="895"/>
                    </a:moveTo>
                    <a:cubicBezTo>
                      <a:pt x="3080" y="2150"/>
                      <a:pt x="3707" y="3329"/>
                      <a:pt x="3985" y="4637"/>
                    </a:cubicBezTo>
                    <a:cubicBezTo>
                      <a:pt x="4282" y="5871"/>
                      <a:pt x="4262" y="8223"/>
                      <a:pt x="2514" y="8223"/>
                    </a:cubicBezTo>
                    <a:cubicBezTo>
                      <a:pt x="2487" y="8223"/>
                      <a:pt x="2460" y="8222"/>
                      <a:pt x="2431" y="8221"/>
                    </a:cubicBezTo>
                    <a:lnTo>
                      <a:pt x="2431" y="8221"/>
                    </a:lnTo>
                    <a:cubicBezTo>
                      <a:pt x="2431" y="8221"/>
                      <a:pt x="2431" y="8221"/>
                      <a:pt x="2431" y="8221"/>
                    </a:cubicBezTo>
                    <a:cubicBezTo>
                      <a:pt x="1629" y="8171"/>
                      <a:pt x="1028" y="7594"/>
                      <a:pt x="777" y="6842"/>
                    </a:cubicBezTo>
                    <a:cubicBezTo>
                      <a:pt x="527" y="6116"/>
                      <a:pt x="627" y="5314"/>
                      <a:pt x="878" y="4587"/>
                    </a:cubicBezTo>
                    <a:cubicBezTo>
                      <a:pt x="1309" y="3272"/>
                      <a:pt x="2166" y="2179"/>
                      <a:pt x="2653" y="895"/>
                    </a:cubicBezTo>
                    <a:close/>
                    <a:moveTo>
                      <a:pt x="2657" y="0"/>
                    </a:moveTo>
                    <a:cubicBezTo>
                      <a:pt x="2569" y="0"/>
                      <a:pt x="2482" y="50"/>
                      <a:pt x="2457" y="151"/>
                    </a:cubicBezTo>
                    <a:cubicBezTo>
                      <a:pt x="2005" y="1905"/>
                      <a:pt x="652" y="3309"/>
                      <a:pt x="301" y="5113"/>
                    </a:cubicBezTo>
                    <a:cubicBezTo>
                      <a:pt x="0" y="6667"/>
                      <a:pt x="652" y="8497"/>
                      <a:pt x="2431" y="8647"/>
                    </a:cubicBezTo>
                    <a:cubicBezTo>
                      <a:pt x="2431" y="8647"/>
                      <a:pt x="2431" y="8647"/>
                      <a:pt x="2431" y="8647"/>
                    </a:cubicBezTo>
                    <a:lnTo>
                      <a:pt x="2431" y="8647"/>
                    </a:lnTo>
                    <a:cubicBezTo>
                      <a:pt x="2439" y="8648"/>
                      <a:pt x="2446" y="8648"/>
                      <a:pt x="2452" y="8648"/>
                    </a:cubicBezTo>
                    <a:cubicBezTo>
                      <a:pt x="2455" y="8648"/>
                      <a:pt x="2457" y="8648"/>
                      <a:pt x="2459" y="8648"/>
                    </a:cubicBezTo>
                    <a:lnTo>
                      <a:pt x="2459" y="8648"/>
                    </a:lnTo>
                    <a:cubicBezTo>
                      <a:pt x="2482" y="8649"/>
                      <a:pt x="2505" y="8649"/>
                      <a:pt x="2527" y="8649"/>
                    </a:cubicBezTo>
                    <a:cubicBezTo>
                      <a:pt x="4301" y="8649"/>
                      <a:pt x="4709" y="6591"/>
                      <a:pt x="4512" y="5138"/>
                    </a:cubicBezTo>
                    <a:cubicBezTo>
                      <a:pt x="4286" y="3384"/>
                      <a:pt x="3309" y="1855"/>
                      <a:pt x="2858" y="151"/>
                    </a:cubicBezTo>
                    <a:cubicBezTo>
                      <a:pt x="2832" y="50"/>
                      <a:pt x="2745" y="0"/>
                      <a:pt x="265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0" name="Google Shape;4330;p52"/>
              <p:cNvSpPr/>
              <p:nvPr/>
            </p:nvSpPr>
            <p:spPr>
              <a:xfrm>
                <a:off x="2025667" y="2581232"/>
                <a:ext cx="21907" cy="47379"/>
              </a:xfrm>
              <a:custGeom>
                <a:rect b="b" l="l" r="r" t="t"/>
                <a:pathLst>
                  <a:path extrusionOk="0" h="2658" w="1229">
                    <a:moveTo>
                      <a:pt x="327" y="1"/>
                    </a:moveTo>
                    <a:cubicBezTo>
                      <a:pt x="201" y="1"/>
                      <a:pt x="151" y="76"/>
                      <a:pt x="126" y="201"/>
                    </a:cubicBezTo>
                    <a:cubicBezTo>
                      <a:pt x="51" y="702"/>
                      <a:pt x="1" y="1204"/>
                      <a:pt x="151" y="1705"/>
                    </a:cubicBezTo>
                    <a:cubicBezTo>
                      <a:pt x="277" y="2081"/>
                      <a:pt x="527" y="2457"/>
                      <a:pt x="903" y="2632"/>
                    </a:cubicBezTo>
                    <a:cubicBezTo>
                      <a:pt x="937" y="2649"/>
                      <a:pt x="973" y="2657"/>
                      <a:pt x="1008" y="2657"/>
                    </a:cubicBezTo>
                    <a:cubicBezTo>
                      <a:pt x="1079" y="2657"/>
                      <a:pt x="1145" y="2624"/>
                      <a:pt x="1179" y="2557"/>
                    </a:cubicBezTo>
                    <a:cubicBezTo>
                      <a:pt x="1229" y="2482"/>
                      <a:pt x="1204" y="2331"/>
                      <a:pt x="1104" y="2281"/>
                    </a:cubicBezTo>
                    <a:cubicBezTo>
                      <a:pt x="352" y="1905"/>
                      <a:pt x="452" y="903"/>
                      <a:pt x="552" y="201"/>
                    </a:cubicBezTo>
                    <a:cubicBezTo>
                      <a:pt x="552" y="76"/>
                      <a:pt x="427" y="1"/>
                      <a:pt x="3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1" name="Google Shape;4331;p52"/>
              <p:cNvSpPr/>
              <p:nvPr/>
            </p:nvSpPr>
            <p:spPr>
              <a:xfrm>
                <a:off x="2037289" y="2554422"/>
                <a:ext cx="9394" cy="7611"/>
              </a:xfrm>
              <a:custGeom>
                <a:rect b="b" l="l" r="r" t="t"/>
                <a:pathLst>
                  <a:path extrusionOk="0" h="427" w="527">
                    <a:moveTo>
                      <a:pt x="276" y="1"/>
                    </a:moveTo>
                    <a:cubicBezTo>
                      <a:pt x="1" y="1"/>
                      <a:pt x="1" y="427"/>
                      <a:pt x="276" y="427"/>
                    </a:cubicBezTo>
                    <a:cubicBezTo>
                      <a:pt x="527" y="427"/>
                      <a:pt x="52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2" name="Google Shape;4332;p52"/>
            <p:cNvGrpSpPr/>
            <p:nvPr/>
          </p:nvGrpSpPr>
          <p:grpSpPr>
            <a:xfrm>
              <a:off x="1509803" y="929386"/>
              <a:ext cx="942327" cy="656756"/>
              <a:chOff x="716219" y="1501853"/>
              <a:chExt cx="767527" cy="534928"/>
            </a:xfrm>
          </p:grpSpPr>
          <p:sp>
            <p:nvSpPr>
              <p:cNvPr id="4333" name="Google Shape;4333;p52"/>
              <p:cNvSpPr/>
              <p:nvPr/>
            </p:nvSpPr>
            <p:spPr>
              <a:xfrm>
                <a:off x="727396" y="1505436"/>
                <a:ext cx="747866" cy="527620"/>
              </a:xfrm>
              <a:custGeom>
                <a:rect b="b" l="l" r="r" t="t"/>
                <a:pathLst>
                  <a:path extrusionOk="0" h="29600" w="41956">
                    <a:moveTo>
                      <a:pt x="30552" y="0"/>
                    </a:moveTo>
                    <a:cubicBezTo>
                      <a:pt x="24161" y="0"/>
                      <a:pt x="17745" y="25"/>
                      <a:pt x="11354" y="51"/>
                    </a:cubicBezTo>
                    <a:cubicBezTo>
                      <a:pt x="5063" y="101"/>
                      <a:pt x="0" y="4812"/>
                      <a:pt x="0" y="10627"/>
                    </a:cubicBezTo>
                    <a:cubicBezTo>
                      <a:pt x="0" y="16436"/>
                      <a:pt x="5085" y="21179"/>
                      <a:pt x="11380" y="21179"/>
                    </a:cubicBezTo>
                    <a:cubicBezTo>
                      <a:pt x="11413" y="21179"/>
                      <a:pt x="11446" y="21179"/>
                      <a:pt x="11479" y="21178"/>
                    </a:cubicBezTo>
                    <a:cubicBezTo>
                      <a:pt x="14687" y="21153"/>
                      <a:pt x="17895" y="21153"/>
                      <a:pt x="21128" y="21153"/>
                    </a:cubicBezTo>
                    <a:cubicBezTo>
                      <a:pt x="23359" y="24111"/>
                      <a:pt x="25765" y="26943"/>
                      <a:pt x="28346" y="29600"/>
                    </a:cubicBezTo>
                    <a:lnTo>
                      <a:pt x="29700" y="21128"/>
                    </a:lnTo>
                    <a:lnTo>
                      <a:pt x="30552" y="21128"/>
                    </a:lnTo>
                    <a:cubicBezTo>
                      <a:pt x="36868" y="21128"/>
                      <a:pt x="41956" y="16417"/>
                      <a:pt x="41956" y="10577"/>
                    </a:cubicBezTo>
                    <a:cubicBezTo>
                      <a:pt x="41956" y="4737"/>
                      <a:pt x="36868" y="0"/>
                      <a:pt x="305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4" name="Google Shape;4334;p52"/>
              <p:cNvSpPr/>
              <p:nvPr/>
            </p:nvSpPr>
            <p:spPr>
              <a:xfrm>
                <a:off x="716219" y="1501853"/>
                <a:ext cx="767527" cy="534928"/>
              </a:xfrm>
              <a:custGeom>
                <a:rect b="b" l="l" r="r" t="t"/>
                <a:pathLst>
                  <a:path extrusionOk="0" h="30010" w="43059">
                    <a:moveTo>
                      <a:pt x="31179" y="427"/>
                    </a:moveTo>
                    <a:cubicBezTo>
                      <a:pt x="35715" y="427"/>
                      <a:pt x="40202" y="3084"/>
                      <a:pt x="41806" y="7445"/>
                    </a:cubicBezTo>
                    <a:cubicBezTo>
                      <a:pt x="42557" y="9525"/>
                      <a:pt x="42583" y="11831"/>
                      <a:pt x="41856" y="13911"/>
                    </a:cubicBezTo>
                    <a:cubicBezTo>
                      <a:pt x="41154" y="15991"/>
                      <a:pt x="39725" y="17770"/>
                      <a:pt x="37946" y="19024"/>
                    </a:cubicBezTo>
                    <a:cubicBezTo>
                      <a:pt x="36893" y="19775"/>
                      <a:pt x="35715" y="20327"/>
                      <a:pt x="34487" y="20678"/>
                    </a:cubicBezTo>
                    <a:cubicBezTo>
                      <a:pt x="33134" y="21054"/>
                      <a:pt x="31755" y="21129"/>
                      <a:pt x="30327" y="21129"/>
                    </a:cubicBezTo>
                    <a:cubicBezTo>
                      <a:pt x="30252" y="21129"/>
                      <a:pt x="30151" y="21204"/>
                      <a:pt x="30126" y="21279"/>
                    </a:cubicBezTo>
                    <a:cubicBezTo>
                      <a:pt x="29725" y="23760"/>
                      <a:pt x="29349" y="26242"/>
                      <a:pt x="28948" y="28723"/>
                    </a:cubicBezTo>
                    <a:cubicBezTo>
                      <a:pt x="28917" y="28926"/>
                      <a:pt x="28876" y="29139"/>
                      <a:pt x="28838" y="29355"/>
                    </a:cubicBezTo>
                    <a:lnTo>
                      <a:pt x="28838" y="29355"/>
                    </a:lnTo>
                    <a:cubicBezTo>
                      <a:pt x="26988" y="27439"/>
                      <a:pt x="25228" y="25433"/>
                      <a:pt x="23560" y="23359"/>
                    </a:cubicBezTo>
                    <a:cubicBezTo>
                      <a:pt x="23134" y="22808"/>
                      <a:pt x="22708" y="22257"/>
                      <a:pt x="22282" y="21705"/>
                    </a:cubicBezTo>
                    <a:cubicBezTo>
                      <a:pt x="22131" y="21505"/>
                      <a:pt x="21956" y="21154"/>
                      <a:pt x="21705" y="21129"/>
                    </a:cubicBezTo>
                    <a:lnTo>
                      <a:pt x="20552" y="21129"/>
                    </a:lnTo>
                    <a:cubicBezTo>
                      <a:pt x="19074" y="21154"/>
                      <a:pt x="17620" y="21154"/>
                      <a:pt x="16141" y="21154"/>
                    </a:cubicBezTo>
                    <a:cubicBezTo>
                      <a:pt x="14978" y="21154"/>
                      <a:pt x="13832" y="21186"/>
                      <a:pt x="12675" y="21186"/>
                    </a:cubicBezTo>
                    <a:cubicBezTo>
                      <a:pt x="12386" y="21186"/>
                      <a:pt x="12096" y="21184"/>
                      <a:pt x="11805" y="21179"/>
                    </a:cubicBezTo>
                    <a:cubicBezTo>
                      <a:pt x="10728" y="21154"/>
                      <a:pt x="9675" y="21004"/>
                      <a:pt x="8648" y="20703"/>
                    </a:cubicBezTo>
                    <a:cubicBezTo>
                      <a:pt x="6743" y="20126"/>
                      <a:pt x="4988" y="19074"/>
                      <a:pt x="3610" y="17645"/>
                    </a:cubicBezTo>
                    <a:cubicBezTo>
                      <a:pt x="2257" y="16217"/>
                      <a:pt x="1329" y="14437"/>
                      <a:pt x="978" y="12507"/>
                    </a:cubicBezTo>
                    <a:cubicBezTo>
                      <a:pt x="627" y="10552"/>
                      <a:pt x="903" y="8522"/>
                      <a:pt x="1730" y="6743"/>
                    </a:cubicBezTo>
                    <a:cubicBezTo>
                      <a:pt x="3460" y="3033"/>
                      <a:pt x="7344" y="703"/>
                      <a:pt x="11379" y="477"/>
                    </a:cubicBezTo>
                    <a:cubicBezTo>
                      <a:pt x="11981" y="445"/>
                      <a:pt x="12587" y="436"/>
                      <a:pt x="13196" y="436"/>
                    </a:cubicBezTo>
                    <a:cubicBezTo>
                      <a:pt x="14007" y="436"/>
                      <a:pt x="14824" y="452"/>
                      <a:pt x="15640" y="452"/>
                    </a:cubicBezTo>
                    <a:cubicBezTo>
                      <a:pt x="17119" y="452"/>
                      <a:pt x="18597" y="427"/>
                      <a:pt x="20076" y="427"/>
                    </a:cubicBezTo>
                    <a:close/>
                    <a:moveTo>
                      <a:pt x="31179" y="1"/>
                    </a:moveTo>
                    <a:cubicBezTo>
                      <a:pt x="25866" y="1"/>
                      <a:pt x="20527" y="1"/>
                      <a:pt x="15214" y="26"/>
                    </a:cubicBezTo>
                    <a:cubicBezTo>
                      <a:pt x="15003" y="28"/>
                      <a:pt x="14792" y="29"/>
                      <a:pt x="14582" y="29"/>
                    </a:cubicBezTo>
                    <a:cubicBezTo>
                      <a:pt x="14169" y="29"/>
                      <a:pt x="13756" y="26"/>
                      <a:pt x="13344" y="26"/>
                    </a:cubicBezTo>
                    <a:cubicBezTo>
                      <a:pt x="11765" y="26"/>
                      <a:pt x="10193" y="71"/>
                      <a:pt x="8648" y="502"/>
                    </a:cubicBezTo>
                    <a:cubicBezTo>
                      <a:pt x="6943" y="1003"/>
                      <a:pt x="5339" y="1856"/>
                      <a:pt x="4011" y="3033"/>
                    </a:cubicBezTo>
                    <a:cubicBezTo>
                      <a:pt x="1379" y="5364"/>
                      <a:pt x="1" y="8873"/>
                      <a:pt x="527" y="12382"/>
                    </a:cubicBezTo>
                    <a:cubicBezTo>
                      <a:pt x="1079" y="15841"/>
                      <a:pt x="3460" y="18798"/>
                      <a:pt x="6592" y="20352"/>
                    </a:cubicBezTo>
                    <a:cubicBezTo>
                      <a:pt x="8247" y="21154"/>
                      <a:pt x="10101" y="21580"/>
                      <a:pt x="11956" y="21580"/>
                    </a:cubicBezTo>
                    <a:cubicBezTo>
                      <a:pt x="12719" y="21587"/>
                      <a:pt x="13483" y="21590"/>
                      <a:pt x="14246" y="21590"/>
                    </a:cubicBezTo>
                    <a:cubicBezTo>
                      <a:pt x="16089" y="21590"/>
                      <a:pt x="17932" y="21573"/>
                      <a:pt x="19775" y="21555"/>
                    </a:cubicBezTo>
                    <a:lnTo>
                      <a:pt x="21631" y="21555"/>
                    </a:lnTo>
                    <a:cubicBezTo>
                      <a:pt x="23865" y="24501"/>
                      <a:pt x="26271" y="27299"/>
                      <a:pt x="28823" y="29951"/>
                    </a:cubicBezTo>
                    <a:cubicBezTo>
                      <a:pt x="28862" y="29990"/>
                      <a:pt x="28919" y="30010"/>
                      <a:pt x="28976" y="30010"/>
                    </a:cubicBezTo>
                    <a:cubicBezTo>
                      <a:pt x="29067" y="30010"/>
                      <a:pt x="29159" y="29959"/>
                      <a:pt x="29174" y="29851"/>
                    </a:cubicBezTo>
                    <a:cubicBezTo>
                      <a:pt x="29575" y="27395"/>
                      <a:pt x="29976" y="24913"/>
                      <a:pt x="30377" y="22432"/>
                    </a:cubicBezTo>
                    <a:cubicBezTo>
                      <a:pt x="30419" y="22134"/>
                      <a:pt x="30462" y="21837"/>
                      <a:pt x="30505" y="21555"/>
                    </a:cubicBezTo>
                    <a:lnTo>
                      <a:pt x="30505" y="21555"/>
                    </a:lnTo>
                    <a:cubicBezTo>
                      <a:pt x="31769" y="21550"/>
                      <a:pt x="32990" y="21490"/>
                      <a:pt x="34212" y="21179"/>
                    </a:cubicBezTo>
                    <a:cubicBezTo>
                      <a:pt x="35364" y="20878"/>
                      <a:pt x="36467" y="20427"/>
                      <a:pt x="37470" y="19826"/>
                    </a:cubicBezTo>
                    <a:cubicBezTo>
                      <a:pt x="39450" y="18648"/>
                      <a:pt x="41054" y="16893"/>
                      <a:pt x="41956" y="14788"/>
                    </a:cubicBezTo>
                    <a:cubicBezTo>
                      <a:pt x="42883" y="12708"/>
                      <a:pt x="43059" y="10327"/>
                      <a:pt x="42457" y="8121"/>
                    </a:cubicBezTo>
                    <a:cubicBezTo>
                      <a:pt x="41856" y="5916"/>
                      <a:pt x="40502" y="3986"/>
                      <a:pt x="38723" y="2582"/>
                    </a:cubicBezTo>
                    <a:cubicBezTo>
                      <a:pt x="36843" y="1079"/>
                      <a:pt x="34512" y="226"/>
                      <a:pt x="32131" y="26"/>
                    </a:cubicBezTo>
                    <a:cubicBezTo>
                      <a:pt x="31806" y="1"/>
                      <a:pt x="31505" y="1"/>
                      <a:pt x="3117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5" name="Google Shape;4335;p52"/>
              <p:cNvSpPr/>
              <p:nvPr/>
            </p:nvSpPr>
            <p:spPr>
              <a:xfrm>
                <a:off x="804225" y="1585825"/>
                <a:ext cx="603031" cy="220649"/>
              </a:xfrm>
              <a:prstGeom prst="rect">
                <a:avLst/>
              </a:prstGeom>
            </p:spPr>
            <p:txBody>
              <a:bodyPr>
                <a:prstTxWarp prst="textPlain"/>
              </a:bodyPr>
              <a:lstStyle/>
              <a:p>
                <a:pPr lvl="0" algn="ctr"/>
                <a:r>
                  <a:rPr b="0" i="0">
                    <a:ln>
                      <a:noFill/>
                    </a:ln>
                    <a:solidFill>
                      <a:schemeClr val="lt2"/>
                    </a:solidFill>
                    <a:latin typeface="Oswald"/>
                  </a:rPr>
                  <a:t>@#&amp;!*</a:t>
                </a:r>
              </a:p>
            </p:txBody>
          </p:sp>
        </p:grpSp>
        <p:grpSp>
          <p:nvGrpSpPr>
            <p:cNvPr id="4336" name="Google Shape;4336;p52"/>
            <p:cNvGrpSpPr/>
            <p:nvPr/>
          </p:nvGrpSpPr>
          <p:grpSpPr>
            <a:xfrm rot="-1178244">
              <a:off x="3156849" y="2620638"/>
              <a:ext cx="654969" cy="1233241"/>
              <a:chOff x="15707400" y="-1187712"/>
              <a:chExt cx="734200" cy="1382425"/>
            </a:xfrm>
          </p:grpSpPr>
          <p:sp>
            <p:nvSpPr>
              <p:cNvPr id="4337" name="Google Shape;4337;p52"/>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8" name="Google Shape;4338;p52"/>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9" name="Google Shape;4339;p52"/>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0" name="Google Shape;4340;p52"/>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1" name="Google Shape;4341;p52"/>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2" name="Google Shape;4342;p52"/>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3" name="Google Shape;4343;p52"/>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4" name="Google Shape;4344;p52"/>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5" name="Google Shape;4345;p52"/>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6" name="Google Shape;4346;p52"/>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7" name="Google Shape;4347;p52"/>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8" name="Google Shape;4348;p52"/>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9" name="Google Shape;4349;p52"/>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0" name="Google Shape;4350;p52"/>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1" name="Google Shape;4351;p52"/>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2" name="Google Shape;4352;p52"/>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3" name="Google Shape;4353;p52"/>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4" name="Google Shape;4354;p52"/>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5" name="Google Shape;4355;p52"/>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6" name="Google Shape;4356;p52"/>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7" name="Google Shape;4357;p52"/>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8" name="Google Shape;4358;p52"/>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9" name="Google Shape;4359;p52"/>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0" name="Google Shape;4360;p52"/>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1" name="Google Shape;4361;p52"/>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2" name="Google Shape;4362;p52"/>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3" name="Google Shape;4363;p52"/>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4" name="Google Shape;4364;p52"/>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5" name="Google Shape;4365;p52"/>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6" name="Google Shape;4366;p52"/>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7" name="Google Shape;4367;p52"/>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8" name="Google Shape;4368;p52"/>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9" name="Google Shape;4369;p52"/>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0" name="Google Shape;4370;p52"/>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71" name="Google Shape;4371;p52"/>
            <p:cNvGrpSpPr/>
            <p:nvPr/>
          </p:nvGrpSpPr>
          <p:grpSpPr>
            <a:xfrm>
              <a:off x="713096" y="2628430"/>
              <a:ext cx="182742" cy="256930"/>
              <a:chOff x="757771" y="2523280"/>
              <a:chExt cx="182742" cy="256930"/>
            </a:xfrm>
          </p:grpSpPr>
          <p:sp>
            <p:nvSpPr>
              <p:cNvPr id="4372" name="Google Shape;4372;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3" name="Google Shape;4373;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74" name="Google Shape;4374;p52"/>
            <p:cNvGrpSpPr/>
            <p:nvPr/>
          </p:nvGrpSpPr>
          <p:grpSpPr>
            <a:xfrm>
              <a:off x="1579996" y="1545030"/>
              <a:ext cx="182742" cy="256930"/>
              <a:chOff x="757771" y="2523280"/>
              <a:chExt cx="182742" cy="256930"/>
            </a:xfrm>
          </p:grpSpPr>
          <p:sp>
            <p:nvSpPr>
              <p:cNvPr id="4375" name="Google Shape;4375;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6" name="Google Shape;4376;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77" name="Google Shape;4377;p52"/>
            <p:cNvGrpSpPr/>
            <p:nvPr/>
          </p:nvGrpSpPr>
          <p:grpSpPr>
            <a:xfrm>
              <a:off x="2636333" y="1276330"/>
              <a:ext cx="182742" cy="256930"/>
              <a:chOff x="757771" y="2523280"/>
              <a:chExt cx="182742" cy="256930"/>
            </a:xfrm>
          </p:grpSpPr>
          <p:sp>
            <p:nvSpPr>
              <p:cNvPr id="4378" name="Google Shape;4378;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9" name="Google Shape;4379;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0" name="Google Shape;4380;p52"/>
            <p:cNvGrpSpPr/>
            <p:nvPr/>
          </p:nvGrpSpPr>
          <p:grpSpPr>
            <a:xfrm>
              <a:off x="3170483" y="2262455"/>
              <a:ext cx="182742" cy="256930"/>
              <a:chOff x="757771" y="2523280"/>
              <a:chExt cx="182742" cy="256930"/>
            </a:xfrm>
          </p:grpSpPr>
          <p:sp>
            <p:nvSpPr>
              <p:cNvPr id="4381" name="Google Shape;4381;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2" name="Google Shape;4382;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3" name="Google Shape;4383;p52"/>
            <p:cNvGrpSpPr/>
            <p:nvPr/>
          </p:nvGrpSpPr>
          <p:grpSpPr>
            <a:xfrm>
              <a:off x="2869771" y="3180593"/>
              <a:ext cx="182742" cy="256930"/>
              <a:chOff x="757771" y="2523280"/>
              <a:chExt cx="182742" cy="256930"/>
            </a:xfrm>
          </p:grpSpPr>
          <p:sp>
            <p:nvSpPr>
              <p:cNvPr id="4384" name="Google Shape;4384;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5" name="Google Shape;4385;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6" name="Google Shape;4386;p52"/>
            <p:cNvGrpSpPr/>
            <p:nvPr/>
          </p:nvGrpSpPr>
          <p:grpSpPr>
            <a:xfrm>
              <a:off x="1725283" y="3424043"/>
              <a:ext cx="182742" cy="256930"/>
              <a:chOff x="757771" y="2523280"/>
              <a:chExt cx="182742" cy="256930"/>
            </a:xfrm>
          </p:grpSpPr>
          <p:sp>
            <p:nvSpPr>
              <p:cNvPr id="4387" name="Google Shape;4387;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8" name="Google Shape;4388;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9" name="Google Shape;4389;p52"/>
            <p:cNvGrpSpPr/>
            <p:nvPr/>
          </p:nvGrpSpPr>
          <p:grpSpPr>
            <a:xfrm>
              <a:off x="1406458" y="3907180"/>
              <a:ext cx="182742" cy="256930"/>
              <a:chOff x="757771" y="2523280"/>
              <a:chExt cx="182742" cy="256930"/>
            </a:xfrm>
          </p:grpSpPr>
          <p:sp>
            <p:nvSpPr>
              <p:cNvPr id="4390" name="Google Shape;4390;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1" name="Google Shape;4391;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2" name="Google Shape;4392;p52"/>
            <p:cNvGrpSpPr/>
            <p:nvPr/>
          </p:nvGrpSpPr>
          <p:grpSpPr>
            <a:xfrm>
              <a:off x="1374058" y="2206218"/>
              <a:ext cx="182742" cy="256930"/>
              <a:chOff x="757771" y="2523280"/>
              <a:chExt cx="182742" cy="256930"/>
            </a:xfrm>
          </p:grpSpPr>
          <p:sp>
            <p:nvSpPr>
              <p:cNvPr id="4393" name="Google Shape;4393;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4" name="Google Shape;4394;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5" name="Google Shape;4395;p52"/>
            <p:cNvGrpSpPr/>
            <p:nvPr/>
          </p:nvGrpSpPr>
          <p:grpSpPr>
            <a:xfrm>
              <a:off x="3065846" y="3834493"/>
              <a:ext cx="182742" cy="256930"/>
              <a:chOff x="757771" y="2523280"/>
              <a:chExt cx="182742" cy="256930"/>
            </a:xfrm>
          </p:grpSpPr>
          <p:sp>
            <p:nvSpPr>
              <p:cNvPr id="4396" name="Google Shape;4396;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7" name="Google Shape;4397;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8" name="Google Shape;4398;p52"/>
            <p:cNvGrpSpPr/>
            <p:nvPr/>
          </p:nvGrpSpPr>
          <p:grpSpPr>
            <a:xfrm>
              <a:off x="3595283" y="2262455"/>
              <a:ext cx="182742" cy="256930"/>
              <a:chOff x="757771" y="2523280"/>
              <a:chExt cx="182742" cy="256930"/>
            </a:xfrm>
          </p:grpSpPr>
          <p:sp>
            <p:nvSpPr>
              <p:cNvPr id="4399" name="Google Shape;4399;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0" name="Google Shape;4400;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01" name="Google Shape;4401;p52"/>
            <p:cNvGrpSpPr/>
            <p:nvPr/>
          </p:nvGrpSpPr>
          <p:grpSpPr>
            <a:xfrm>
              <a:off x="2291658" y="1603193"/>
              <a:ext cx="182742" cy="256930"/>
              <a:chOff x="757771" y="2523280"/>
              <a:chExt cx="182742" cy="256930"/>
            </a:xfrm>
          </p:grpSpPr>
          <p:sp>
            <p:nvSpPr>
              <p:cNvPr id="4402" name="Google Shape;4402;p52"/>
              <p:cNvSpPr/>
              <p:nvPr/>
            </p:nvSpPr>
            <p:spPr>
              <a:xfrm>
                <a:off x="762691" y="2526721"/>
                <a:ext cx="172903" cy="249764"/>
              </a:xfrm>
              <a:custGeom>
                <a:rect b="b" l="l" r="r" t="t"/>
                <a:pathLst>
                  <a:path extrusionOk="0" h="14012" w="9700">
                    <a:moveTo>
                      <a:pt x="4712" y="1"/>
                    </a:moveTo>
                    <a:lnTo>
                      <a:pt x="0" y="6793"/>
                    </a:lnTo>
                    <a:lnTo>
                      <a:pt x="5289" y="7369"/>
                    </a:lnTo>
                    <a:lnTo>
                      <a:pt x="2381" y="14011"/>
                    </a:lnTo>
                    <a:lnTo>
                      <a:pt x="2381" y="14011"/>
                    </a:lnTo>
                    <a:lnTo>
                      <a:pt x="9700" y="5415"/>
                    </a:lnTo>
                    <a:lnTo>
                      <a:pt x="3609" y="4863"/>
                    </a:lnTo>
                    <a:lnTo>
                      <a:pt x="47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3" name="Google Shape;4403;p52"/>
              <p:cNvSpPr/>
              <p:nvPr/>
            </p:nvSpPr>
            <p:spPr>
              <a:xfrm>
                <a:off x="757771" y="2523280"/>
                <a:ext cx="182742" cy="256930"/>
              </a:xfrm>
              <a:custGeom>
                <a:rect b="b" l="l" r="r" t="t"/>
                <a:pathLst>
                  <a:path extrusionOk="0" h="14414" w="10252">
                    <a:moveTo>
                      <a:pt x="4545" y="1204"/>
                    </a:moveTo>
                    <a:lnTo>
                      <a:pt x="4545" y="1204"/>
                    </a:lnTo>
                    <a:cubicBezTo>
                      <a:pt x="4302" y="2271"/>
                      <a:pt x="4061" y="3331"/>
                      <a:pt x="3835" y="4404"/>
                    </a:cubicBezTo>
                    <a:cubicBezTo>
                      <a:pt x="3785" y="4605"/>
                      <a:pt x="3735" y="4805"/>
                      <a:pt x="3685" y="5006"/>
                    </a:cubicBezTo>
                    <a:cubicBezTo>
                      <a:pt x="3660" y="5156"/>
                      <a:pt x="3760" y="5257"/>
                      <a:pt x="3885" y="5282"/>
                    </a:cubicBezTo>
                    <a:cubicBezTo>
                      <a:pt x="5665" y="5432"/>
                      <a:pt x="7444" y="5582"/>
                      <a:pt x="9224" y="5758"/>
                    </a:cubicBezTo>
                    <a:cubicBezTo>
                      <a:pt x="9336" y="5769"/>
                      <a:pt x="9448" y="5780"/>
                      <a:pt x="9560" y="5791"/>
                    </a:cubicBezTo>
                    <a:lnTo>
                      <a:pt x="9560" y="5791"/>
                    </a:lnTo>
                    <a:cubicBezTo>
                      <a:pt x="8810" y="6657"/>
                      <a:pt x="8077" y="7521"/>
                      <a:pt x="7344" y="8364"/>
                    </a:cubicBezTo>
                    <a:cubicBezTo>
                      <a:pt x="6046" y="9912"/>
                      <a:pt x="4749" y="11434"/>
                      <a:pt x="3426" y="12957"/>
                    </a:cubicBezTo>
                    <a:lnTo>
                      <a:pt x="3426" y="12957"/>
                    </a:lnTo>
                    <a:cubicBezTo>
                      <a:pt x="4079" y="11468"/>
                      <a:pt x="4729" y="9971"/>
                      <a:pt x="5364" y="8490"/>
                    </a:cubicBezTo>
                    <a:cubicBezTo>
                      <a:pt x="5489" y="8214"/>
                      <a:pt x="5615" y="7938"/>
                      <a:pt x="5740" y="7663"/>
                    </a:cubicBezTo>
                    <a:cubicBezTo>
                      <a:pt x="5815" y="7512"/>
                      <a:pt x="5715" y="7362"/>
                      <a:pt x="5565" y="7337"/>
                    </a:cubicBezTo>
                    <a:cubicBezTo>
                      <a:pt x="4011" y="7186"/>
                      <a:pt x="2482" y="7011"/>
                      <a:pt x="953" y="6861"/>
                    </a:cubicBezTo>
                    <a:cubicBezTo>
                      <a:pt x="847" y="6849"/>
                      <a:pt x="741" y="6837"/>
                      <a:pt x="634" y="6825"/>
                    </a:cubicBezTo>
                    <a:lnTo>
                      <a:pt x="634" y="6825"/>
                    </a:lnTo>
                    <a:cubicBezTo>
                      <a:pt x="1944" y="4952"/>
                      <a:pt x="3239" y="3078"/>
                      <a:pt x="4545" y="1204"/>
                    </a:cubicBezTo>
                    <a:close/>
                    <a:moveTo>
                      <a:pt x="4963" y="0"/>
                    </a:moveTo>
                    <a:cubicBezTo>
                      <a:pt x="4889" y="0"/>
                      <a:pt x="4819" y="38"/>
                      <a:pt x="4793" y="122"/>
                    </a:cubicBezTo>
                    <a:lnTo>
                      <a:pt x="4793" y="122"/>
                    </a:lnTo>
                    <a:lnTo>
                      <a:pt x="101" y="6886"/>
                    </a:lnTo>
                    <a:cubicBezTo>
                      <a:pt x="1" y="7036"/>
                      <a:pt x="126" y="7186"/>
                      <a:pt x="276" y="7186"/>
                    </a:cubicBezTo>
                    <a:cubicBezTo>
                      <a:pt x="1805" y="7362"/>
                      <a:pt x="3359" y="7537"/>
                      <a:pt x="4888" y="7688"/>
                    </a:cubicBezTo>
                    <a:cubicBezTo>
                      <a:pt x="5006" y="7701"/>
                      <a:pt x="5123" y="7714"/>
                      <a:pt x="5241" y="7727"/>
                    </a:cubicBezTo>
                    <a:lnTo>
                      <a:pt x="5241" y="7727"/>
                    </a:lnTo>
                    <a:cubicBezTo>
                      <a:pt x="4453" y="9583"/>
                      <a:pt x="3643" y="11419"/>
                      <a:pt x="2833" y="13277"/>
                    </a:cubicBezTo>
                    <a:cubicBezTo>
                      <a:pt x="2707" y="13552"/>
                      <a:pt x="2582" y="13828"/>
                      <a:pt x="2482" y="14079"/>
                    </a:cubicBezTo>
                    <a:cubicBezTo>
                      <a:pt x="2405" y="14232"/>
                      <a:pt x="2533" y="14414"/>
                      <a:pt x="2676" y="14414"/>
                    </a:cubicBezTo>
                    <a:cubicBezTo>
                      <a:pt x="2720" y="14414"/>
                      <a:pt x="2766" y="14396"/>
                      <a:pt x="2808" y="14354"/>
                    </a:cubicBezTo>
                    <a:cubicBezTo>
                      <a:pt x="3635" y="13377"/>
                      <a:pt x="4462" y="12400"/>
                      <a:pt x="5289" y="11447"/>
                    </a:cubicBezTo>
                    <a:cubicBezTo>
                      <a:pt x="6592" y="9893"/>
                      <a:pt x="7921" y="8364"/>
                      <a:pt x="9224" y="6836"/>
                    </a:cubicBezTo>
                    <a:cubicBezTo>
                      <a:pt x="9525" y="6460"/>
                      <a:pt x="9825" y="6109"/>
                      <a:pt x="10126" y="5758"/>
                    </a:cubicBezTo>
                    <a:cubicBezTo>
                      <a:pt x="10251" y="5608"/>
                      <a:pt x="10176" y="5432"/>
                      <a:pt x="9976" y="5407"/>
                    </a:cubicBezTo>
                    <a:cubicBezTo>
                      <a:pt x="8221" y="5257"/>
                      <a:pt x="6442" y="5081"/>
                      <a:pt x="4662" y="4931"/>
                    </a:cubicBezTo>
                    <a:cubicBezTo>
                      <a:pt x="4490" y="4914"/>
                      <a:pt x="4319" y="4896"/>
                      <a:pt x="4139" y="4879"/>
                    </a:cubicBezTo>
                    <a:lnTo>
                      <a:pt x="4139" y="4879"/>
                    </a:lnTo>
                    <a:cubicBezTo>
                      <a:pt x="4447" y="3549"/>
                      <a:pt x="4754" y="2199"/>
                      <a:pt x="5038" y="871"/>
                    </a:cubicBezTo>
                    <a:cubicBezTo>
                      <a:pt x="5088" y="671"/>
                      <a:pt x="5138" y="472"/>
                      <a:pt x="5188" y="273"/>
                    </a:cubicBezTo>
                    <a:lnTo>
                      <a:pt x="5188" y="273"/>
                    </a:lnTo>
                    <a:cubicBezTo>
                      <a:pt x="5242" y="130"/>
                      <a:pt x="5111" y="0"/>
                      <a:pt x="4979" y="0"/>
                    </a:cubicBezTo>
                    <a:cubicBezTo>
                      <a:pt x="4976" y="0"/>
                      <a:pt x="4974" y="0"/>
                      <a:pt x="4971" y="0"/>
                    </a:cubicBezTo>
                    <a:lnTo>
                      <a:pt x="4971" y="0"/>
                    </a:lnTo>
                    <a:cubicBezTo>
                      <a:pt x="4968" y="0"/>
                      <a:pt x="4966" y="0"/>
                      <a:pt x="496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04" name="Google Shape;4404;p52"/>
            <p:cNvGrpSpPr/>
            <p:nvPr/>
          </p:nvGrpSpPr>
          <p:grpSpPr>
            <a:xfrm rot="1896702">
              <a:off x="763172" y="1618980"/>
              <a:ext cx="829022" cy="926239"/>
              <a:chOff x="-7776150" y="-789500"/>
              <a:chExt cx="926525" cy="1035175"/>
            </a:xfrm>
          </p:grpSpPr>
          <p:sp>
            <p:nvSpPr>
              <p:cNvPr id="4405" name="Google Shape;4405;p52"/>
              <p:cNvSpPr/>
              <p:nvPr/>
            </p:nvSpPr>
            <p:spPr>
              <a:xfrm>
                <a:off x="-7776150" y="-784475"/>
                <a:ext cx="919825" cy="1025125"/>
              </a:xfrm>
              <a:custGeom>
                <a:rect b="b" l="l" r="r" t="t"/>
                <a:pathLst>
                  <a:path extrusionOk="0" h="41005" w="36793">
                    <a:moveTo>
                      <a:pt x="13746" y="1"/>
                    </a:moveTo>
                    <a:cubicBezTo>
                      <a:pt x="12184" y="1"/>
                      <a:pt x="10585" y="465"/>
                      <a:pt x="9148" y="1129"/>
                    </a:cubicBezTo>
                    <a:cubicBezTo>
                      <a:pt x="7118" y="2082"/>
                      <a:pt x="5263" y="3485"/>
                      <a:pt x="3935" y="5290"/>
                    </a:cubicBezTo>
                    <a:cubicBezTo>
                      <a:pt x="2782" y="6894"/>
                      <a:pt x="2081" y="8799"/>
                      <a:pt x="1629" y="10728"/>
                    </a:cubicBezTo>
                    <a:cubicBezTo>
                      <a:pt x="0" y="17946"/>
                      <a:pt x="2306" y="26067"/>
                      <a:pt x="7945" y="30854"/>
                    </a:cubicBezTo>
                    <a:cubicBezTo>
                      <a:pt x="9599" y="32257"/>
                      <a:pt x="11454" y="33335"/>
                      <a:pt x="13384" y="34338"/>
                    </a:cubicBezTo>
                    <a:cubicBezTo>
                      <a:pt x="20627" y="38097"/>
                      <a:pt x="28647" y="40378"/>
                      <a:pt x="36792" y="41004"/>
                    </a:cubicBezTo>
                    <a:cubicBezTo>
                      <a:pt x="33359" y="39977"/>
                      <a:pt x="29975" y="38774"/>
                      <a:pt x="26943" y="36919"/>
                    </a:cubicBezTo>
                    <a:cubicBezTo>
                      <a:pt x="23033" y="34563"/>
                      <a:pt x="19650" y="31004"/>
                      <a:pt x="18421" y="26593"/>
                    </a:cubicBezTo>
                    <a:cubicBezTo>
                      <a:pt x="17845" y="24538"/>
                      <a:pt x="17820" y="22157"/>
                      <a:pt x="19148" y="20478"/>
                    </a:cubicBezTo>
                    <a:cubicBezTo>
                      <a:pt x="20025" y="19325"/>
                      <a:pt x="21404" y="18648"/>
                      <a:pt x="22356" y="17571"/>
                    </a:cubicBezTo>
                    <a:cubicBezTo>
                      <a:pt x="23534" y="16217"/>
                      <a:pt x="23935" y="14212"/>
                      <a:pt x="23359" y="12508"/>
                    </a:cubicBezTo>
                    <a:lnTo>
                      <a:pt x="23359" y="12508"/>
                    </a:lnTo>
                    <a:cubicBezTo>
                      <a:pt x="23008" y="13385"/>
                      <a:pt x="22607" y="14262"/>
                      <a:pt x="22181" y="15089"/>
                    </a:cubicBezTo>
                    <a:cubicBezTo>
                      <a:pt x="21705" y="14312"/>
                      <a:pt x="21228" y="13485"/>
                      <a:pt x="20777" y="12658"/>
                    </a:cubicBezTo>
                    <a:cubicBezTo>
                      <a:pt x="20502" y="13560"/>
                      <a:pt x="20101" y="14438"/>
                      <a:pt x="19650" y="15290"/>
                    </a:cubicBezTo>
                    <a:cubicBezTo>
                      <a:pt x="18948" y="14438"/>
                      <a:pt x="18221" y="13586"/>
                      <a:pt x="17469" y="12758"/>
                    </a:cubicBezTo>
                    <a:cubicBezTo>
                      <a:pt x="16767" y="13761"/>
                      <a:pt x="16166" y="14814"/>
                      <a:pt x="15665" y="15916"/>
                    </a:cubicBezTo>
                    <a:cubicBezTo>
                      <a:pt x="15188" y="15089"/>
                      <a:pt x="14737" y="14262"/>
                      <a:pt x="14261" y="13435"/>
                    </a:cubicBezTo>
                    <a:cubicBezTo>
                      <a:pt x="13609" y="13987"/>
                      <a:pt x="12983" y="14563"/>
                      <a:pt x="12331" y="15114"/>
                    </a:cubicBezTo>
                    <a:cubicBezTo>
                      <a:pt x="12281" y="15165"/>
                      <a:pt x="12206" y="15240"/>
                      <a:pt x="12106" y="15240"/>
                    </a:cubicBezTo>
                    <a:cubicBezTo>
                      <a:pt x="12056" y="15240"/>
                      <a:pt x="11980" y="15215"/>
                      <a:pt x="11930" y="15165"/>
                    </a:cubicBezTo>
                    <a:cubicBezTo>
                      <a:pt x="10777" y="14463"/>
                      <a:pt x="9675" y="13661"/>
                      <a:pt x="8672" y="12733"/>
                    </a:cubicBezTo>
                    <a:cubicBezTo>
                      <a:pt x="9524" y="12633"/>
                      <a:pt x="10376" y="12533"/>
                      <a:pt x="11228" y="12433"/>
                    </a:cubicBezTo>
                    <a:cubicBezTo>
                      <a:pt x="11053" y="11480"/>
                      <a:pt x="10903" y="10553"/>
                      <a:pt x="10727" y="9601"/>
                    </a:cubicBezTo>
                    <a:lnTo>
                      <a:pt x="10727" y="9601"/>
                    </a:lnTo>
                    <a:cubicBezTo>
                      <a:pt x="12056" y="10052"/>
                      <a:pt x="13334" y="10603"/>
                      <a:pt x="14587" y="11255"/>
                    </a:cubicBezTo>
                    <a:cubicBezTo>
                      <a:pt x="14612" y="10352"/>
                      <a:pt x="14612" y="9425"/>
                      <a:pt x="14637" y="8498"/>
                    </a:cubicBezTo>
                    <a:cubicBezTo>
                      <a:pt x="15815" y="8974"/>
                      <a:pt x="17043" y="9375"/>
                      <a:pt x="18271" y="9726"/>
                    </a:cubicBezTo>
                    <a:cubicBezTo>
                      <a:pt x="18321" y="8723"/>
                      <a:pt x="18472" y="7746"/>
                      <a:pt x="18672" y="6794"/>
                    </a:cubicBezTo>
                    <a:cubicBezTo>
                      <a:pt x="18697" y="6794"/>
                      <a:pt x="18697" y="6819"/>
                      <a:pt x="18722" y="6819"/>
                    </a:cubicBezTo>
                    <a:cubicBezTo>
                      <a:pt x="20000" y="7370"/>
                      <a:pt x="21329" y="7746"/>
                      <a:pt x="22682" y="7997"/>
                    </a:cubicBezTo>
                    <a:cubicBezTo>
                      <a:pt x="21930" y="6468"/>
                      <a:pt x="21053" y="5014"/>
                      <a:pt x="20025" y="3686"/>
                    </a:cubicBezTo>
                    <a:cubicBezTo>
                      <a:pt x="19073" y="2433"/>
                      <a:pt x="17970" y="1255"/>
                      <a:pt x="16567" y="603"/>
                    </a:cubicBezTo>
                    <a:cubicBezTo>
                      <a:pt x="15673" y="180"/>
                      <a:pt x="14717" y="1"/>
                      <a:pt x="1374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6" name="Google Shape;4406;p52"/>
              <p:cNvSpPr/>
              <p:nvPr/>
            </p:nvSpPr>
            <p:spPr>
              <a:xfrm>
                <a:off x="-7763625" y="-789500"/>
                <a:ext cx="914000" cy="1035175"/>
              </a:xfrm>
              <a:custGeom>
                <a:rect b="b" l="l" r="r" t="t"/>
                <a:pathLst>
                  <a:path extrusionOk="0" h="41407" w="36560">
                    <a:moveTo>
                      <a:pt x="13212" y="399"/>
                    </a:moveTo>
                    <a:cubicBezTo>
                      <a:pt x="13903" y="399"/>
                      <a:pt x="14592" y="493"/>
                      <a:pt x="15264" y="704"/>
                    </a:cubicBezTo>
                    <a:cubicBezTo>
                      <a:pt x="16542" y="1105"/>
                      <a:pt x="17595" y="1957"/>
                      <a:pt x="18497" y="2959"/>
                    </a:cubicBezTo>
                    <a:cubicBezTo>
                      <a:pt x="19449" y="4012"/>
                      <a:pt x="20276" y="5215"/>
                      <a:pt x="21003" y="6443"/>
                    </a:cubicBezTo>
                    <a:cubicBezTo>
                      <a:pt x="21282" y="6921"/>
                      <a:pt x="21545" y="7415"/>
                      <a:pt x="21805" y="7912"/>
                    </a:cubicBezTo>
                    <a:lnTo>
                      <a:pt x="21805" y="7912"/>
                    </a:lnTo>
                    <a:cubicBezTo>
                      <a:pt x="20622" y="7665"/>
                      <a:pt x="19446" y="7316"/>
                      <a:pt x="18330" y="6848"/>
                    </a:cubicBezTo>
                    <a:lnTo>
                      <a:pt x="18330" y="6848"/>
                    </a:lnTo>
                    <a:cubicBezTo>
                      <a:pt x="18327" y="6846"/>
                      <a:pt x="18324" y="6845"/>
                      <a:pt x="18321" y="6844"/>
                    </a:cubicBezTo>
                    <a:lnTo>
                      <a:pt x="18321" y="6844"/>
                    </a:lnTo>
                    <a:cubicBezTo>
                      <a:pt x="18321" y="6844"/>
                      <a:pt x="18321" y="6844"/>
                      <a:pt x="18321" y="6844"/>
                    </a:cubicBezTo>
                    <a:cubicBezTo>
                      <a:pt x="18315" y="6842"/>
                      <a:pt x="18309" y="6839"/>
                      <a:pt x="18303" y="6837"/>
                    </a:cubicBezTo>
                    <a:lnTo>
                      <a:pt x="18303" y="6837"/>
                    </a:lnTo>
                    <a:cubicBezTo>
                      <a:pt x="18293" y="6830"/>
                      <a:pt x="18288" y="6819"/>
                      <a:pt x="18271" y="6819"/>
                    </a:cubicBezTo>
                    <a:cubicBezTo>
                      <a:pt x="18241" y="6804"/>
                      <a:pt x="18204" y="6796"/>
                      <a:pt x="18166" y="6796"/>
                    </a:cubicBezTo>
                    <a:cubicBezTo>
                      <a:pt x="18079" y="6796"/>
                      <a:pt x="17988" y="6840"/>
                      <a:pt x="17971" y="6944"/>
                    </a:cubicBezTo>
                    <a:cubicBezTo>
                      <a:pt x="17789" y="7828"/>
                      <a:pt x="17649" y="8732"/>
                      <a:pt x="17587" y="9638"/>
                    </a:cubicBezTo>
                    <a:lnTo>
                      <a:pt x="17587" y="9638"/>
                    </a:lnTo>
                    <a:cubicBezTo>
                      <a:pt x="16439" y="9324"/>
                      <a:pt x="15313" y="8944"/>
                      <a:pt x="14186" y="8498"/>
                    </a:cubicBezTo>
                    <a:cubicBezTo>
                      <a:pt x="14167" y="8491"/>
                      <a:pt x="14147" y="8487"/>
                      <a:pt x="14128" y="8487"/>
                    </a:cubicBezTo>
                    <a:cubicBezTo>
                      <a:pt x="14025" y="8487"/>
                      <a:pt x="13935" y="8593"/>
                      <a:pt x="13935" y="8699"/>
                    </a:cubicBezTo>
                    <a:cubicBezTo>
                      <a:pt x="13913" y="9514"/>
                      <a:pt x="13891" y="10329"/>
                      <a:pt x="13886" y="11127"/>
                    </a:cubicBezTo>
                    <a:lnTo>
                      <a:pt x="13886" y="11127"/>
                    </a:lnTo>
                    <a:cubicBezTo>
                      <a:pt x="12726" y="10541"/>
                      <a:pt x="11522" y="10039"/>
                      <a:pt x="10276" y="9601"/>
                    </a:cubicBezTo>
                    <a:cubicBezTo>
                      <a:pt x="10258" y="9595"/>
                      <a:pt x="10241" y="9592"/>
                      <a:pt x="10224" y="9592"/>
                    </a:cubicBezTo>
                    <a:cubicBezTo>
                      <a:pt x="10098" y="9592"/>
                      <a:pt x="10004" y="9741"/>
                      <a:pt x="10026" y="9852"/>
                    </a:cubicBezTo>
                    <a:cubicBezTo>
                      <a:pt x="10187" y="10728"/>
                      <a:pt x="10327" y="11605"/>
                      <a:pt x="10485" y="12462"/>
                    </a:cubicBezTo>
                    <a:lnTo>
                      <a:pt x="10485" y="12462"/>
                    </a:lnTo>
                    <a:lnTo>
                      <a:pt x="8171" y="12734"/>
                    </a:lnTo>
                    <a:cubicBezTo>
                      <a:pt x="7996" y="12759"/>
                      <a:pt x="7870" y="12959"/>
                      <a:pt x="8021" y="13085"/>
                    </a:cubicBezTo>
                    <a:cubicBezTo>
                      <a:pt x="8973" y="13937"/>
                      <a:pt x="9976" y="14689"/>
                      <a:pt x="11028" y="15366"/>
                    </a:cubicBezTo>
                    <a:cubicBezTo>
                      <a:pt x="11207" y="15477"/>
                      <a:pt x="11406" y="15649"/>
                      <a:pt x="11625" y="15649"/>
                    </a:cubicBezTo>
                    <a:cubicBezTo>
                      <a:pt x="11651" y="15649"/>
                      <a:pt x="11678" y="15647"/>
                      <a:pt x="11705" y="15641"/>
                    </a:cubicBezTo>
                    <a:cubicBezTo>
                      <a:pt x="11930" y="15591"/>
                      <a:pt x="12156" y="15315"/>
                      <a:pt x="12331" y="15165"/>
                    </a:cubicBezTo>
                    <a:cubicBezTo>
                      <a:pt x="12790" y="14750"/>
                      <a:pt x="13249" y="14354"/>
                      <a:pt x="13707" y="13961"/>
                    </a:cubicBezTo>
                    <a:lnTo>
                      <a:pt x="13707" y="13961"/>
                    </a:lnTo>
                    <a:cubicBezTo>
                      <a:pt x="14122" y="14713"/>
                      <a:pt x="14555" y="15465"/>
                      <a:pt x="14988" y="16218"/>
                    </a:cubicBezTo>
                    <a:cubicBezTo>
                      <a:pt x="15027" y="16283"/>
                      <a:pt x="15101" y="16321"/>
                      <a:pt x="15173" y="16321"/>
                    </a:cubicBezTo>
                    <a:cubicBezTo>
                      <a:pt x="15239" y="16321"/>
                      <a:pt x="15303" y="16289"/>
                      <a:pt x="15339" y="16218"/>
                    </a:cubicBezTo>
                    <a:cubicBezTo>
                      <a:pt x="15802" y="15200"/>
                      <a:pt x="16350" y="14225"/>
                      <a:pt x="16983" y="13293"/>
                    </a:cubicBezTo>
                    <a:lnTo>
                      <a:pt x="16983" y="13293"/>
                    </a:lnTo>
                    <a:cubicBezTo>
                      <a:pt x="17676" y="14062"/>
                      <a:pt x="18348" y="14852"/>
                      <a:pt x="18998" y="15641"/>
                    </a:cubicBezTo>
                    <a:cubicBezTo>
                      <a:pt x="19036" y="15679"/>
                      <a:pt x="19086" y="15696"/>
                      <a:pt x="19135" y="15696"/>
                    </a:cubicBezTo>
                    <a:cubicBezTo>
                      <a:pt x="19214" y="15696"/>
                      <a:pt x="19293" y="15653"/>
                      <a:pt x="19324" y="15591"/>
                    </a:cubicBezTo>
                    <a:cubicBezTo>
                      <a:pt x="19722" y="14879"/>
                      <a:pt x="20050" y="14132"/>
                      <a:pt x="20322" y="13379"/>
                    </a:cubicBezTo>
                    <a:lnTo>
                      <a:pt x="20322" y="13379"/>
                    </a:lnTo>
                    <a:cubicBezTo>
                      <a:pt x="20701" y="14056"/>
                      <a:pt x="21085" y="14745"/>
                      <a:pt x="21504" y="15416"/>
                    </a:cubicBezTo>
                    <a:cubicBezTo>
                      <a:pt x="21542" y="15478"/>
                      <a:pt x="21611" y="15510"/>
                      <a:pt x="21680" y="15510"/>
                    </a:cubicBezTo>
                    <a:cubicBezTo>
                      <a:pt x="21749" y="15510"/>
                      <a:pt x="21818" y="15478"/>
                      <a:pt x="21855" y="15416"/>
                    </a:cubicBezTo>
                    <a:cubicBezTo>
                      <a:pt x="22188" y="14730"/>
                      <a:pt x="22506" y="14045"/>
                      <a:pt x="22808" y="13359"/>
                    </a:cubicBezTo>
                    <a:lnTo>
                      <a:pt x="22808" y="13359"/>
                    </a:lnTo>
                    <a:cubicBezTo>
                      <a:pt x="23023" y="14431"/>
                      <a:pt x="22895" y="15571"/>
                      <a:pt x="22407" y="16569"/>
                    </a:cubicBezTo>
                    <a:cubicBezTo>
                      <a:pt x="21805" y="17797"/>
                      <a:pt x="20727" y="18523"/>
                      <a:pt x="19675" y="19351"/>
                    </a:cubicBezTo>
                    <a:cubicBezTo>
                      <a:pt x="18672" y="20178"/>
                      <a:pt x="17895" y="21130"/>
                      <a:pt x="17570" y="22383"/>
                    </a:cubicBezTo>
                    <a:cubicBezTo>
                      <a:pt x="17244" y="23611"/>
                      <a:pt x="17294" y="24914"/>
                      <a:pt x="17545" y="26143"/>
                    </a:cubicBezTo>
                    <a:cubicBezTo>
                      <a:pt x="18597" y="31180"/>
                      <a:pt x="22582" y="35165"/>
                      <a:pt x="26893" y="37646"/>
                    </a:cubicBezTo>
                    <a:cubicBezTo>
                      <a:pt x="29238" y="38989"/>
                      <a:pt x="31744" y="39980"/>
                      <a:pt x="34308" y="40810"/>
                    </a:cubicBezTo>
                    <a:lnTo>
                      <a:pt x="34308" y="40810"/>
                    </a:lnTo>
                    <a:cubicBezTo>
                      <a:pt x="29203" y="40226"/>
                      <a:pt x="24193" y="39018"/>
                      <a:pt x="19399" y="37220"/>
                    </a:cubicBezTo>
                    <a:cubicBezTo>
                      <a:pt x="16692" y="36193"/>
                      <a:pt x="14061" y="34990"/>
                      <a:pt x="11529" y="33586"/>
                    </a:cubicBezTo>
                    <a:cubicBezTo>
                      <a:pt x="9224" y="32283"/>
                      <a:pt x="7093" y="30729"/>
                      <a:pt x="5389" y="28674"/>
                    </a:cubicBezTo>
                    <a:cubicBezTo>
                      <a:pt x="2356" y="25015"/>
                      <a:pt x="803" y="20228"/>
                      <a:pt x="828" y="15491"/>
                    </a:cubicBezTo>
                    <a:cubicBezTo>
                      <a:pt x="828" y="12985"/>
                      <a:pt x="1279" y="10428"/>
                      <a:pt x="2231" y="8097"/>
                    </a:cubicBezTo>
                    <a:cubicBezTo>
                      <a:pt x="2757" y="6844"/>
                      <a:pt x="3484" y="5666"/>
                      <a:pt x="4412" y="4664"/>
                    </a:cubicBezTo>
                    <a:cubicBezTo>
                      <a:pt x="5289" y="3686"/>
                      <a:pt x="6341" y="2859"/>
                      <a:pt x="7469" y="2182"/>
                    </a:cubicBezTo>
                    <a:cubicBezTo>
                      <a:pt x="9167" y="1193"/>
                      <a:pt x="11199" y="399"/>
                      <a:pt x="13212" y="399"/>
                    </a:cubicBezTo>
                    <a:close/>
                    <a:moveTo>
                      <a:pt x="13203" y="1"/>
                    </a:moveTo>
                    <a:cubicBezTo>
                      <a:pt x="11889" y="1"/>
                      <a:pt x="10554" y="309"/>
                      <a:pt x="9324" y="804"/>
                    </a:cubicBezTo>
                    <a:cubicBezTo>
                      <a:pt x="6868" y="1781"/>
                      <a:pt x="4612" y="3411"/>
                      <a:pt x="3108" y="5616"/>
                    </a:cubicBezTo>
                    <a:cubicBezTo>
                      <a:pt x="1580" y="7847"/>
                      <a:pt x="828" y="10579"/>
                      <a:pt x="552" y="13235"/>
                    </a:cubicBezTo>
                    <a:cubicBezTo>
                      <a:pt x="1" y="18047"/>
                      <a:pt x="1128" y="23085"/>
                      <a:pt x="3760" y="27170"/>
                    </a:cubicBezTo>
                    <a:cubicBezTo>
                      <a:pt x="5163" y="29300"/>
                      <a:pt x="6943" y="31105"/>
                      <a:pt x="9048" y="32534"/>
                    </a:cubicBezTo>
                    <a:cubicBezTo>
                      <a:pt x="11504" y="34213"/>
                      <a:pt x="14236" y="35541"/>
                      <a:pt x="16993" y="36694"/>
                    </a:cubicBezTo>
                    <a:cubicBezTo>
                      <a:pt x="22432" y="39000"/>
                      <a:pt x="28221" y="40529"/>
                      <a:pt x="34111" y="41205"/>
                    </a:cubicBezTo>
                    <a:cubicBezTo>
                      <a:pt x="34816" y="41278"/>
                      <a:pt x="35521" y="41351"/>
                      <a:pt x="36226" y="41401"/>
                    </a:cubicBezTo>
                    <a:lnTo>
                      <a:pt x="36226" y="41401"/>
                    </a:lnTo>
                    <a:cubicBezTo>
                      <a:pt x="36231" y="41403"/>
                      <a:pt x="36236" y="41404"/>
                      <a:pt x="36241" y="41406"/>
                    </a:cubicBezTo>
                    <a:cubicBezTo>
                      <a:pt x="36241" y="41405"/>
                      <a:pt x="36241" y="41403"/>
                      <a:pt x="36241" y="41402"/>
                    </a:cubicBezTo>
                    <a:lnTo>
                      <a:pt x="36241" y="41402"/>
                    </a:lnTo>
                    <a:cubicBezTo>
                      <a:pt x="36258" y="41403"/>
                      <a:pt x="36275" y="41405"/>
                      <a:pt x="36291" y="41406"/>
                    </a:cubicBezTo>
                    <a:cubicBezTo>
                      <a:pt x="36299" y="41407"/>
                      <a:pt x="36306" y="41407"/>
                      <a:pt x="36313" y="41407"/>
                    </a:cubicBezTo>
                    <a:cubicBezTo>
                      <a:pt x="36520" y="41407"/>
                      <a:pt x="36560" y="41053"/>
                      <a:pt x="36342" y="41005"/>
                    </a:cubicBezTo>
                    <a:cubicBezTo>
                      <a:pt x="31003" y="39426"/>
                      <a:pt x="25615" y="37270"/>
                      <a:pt x="21780" y="33085"/>
                    </a:cubicBezTo>
                    <a:cubicBezTo>
                      <a:pt x="20101" y="31255"/>
                      <a:pt x="18773" y="29075"/>
                      <a:pt x="18096" y="26669"/>
                    </a:cubicBezTo>
                    <a:cubicBezTo>
                      <a:pt x="17770" y="25441"/>
                      <a:pt x="17620" y="24112"/>
                      <a:pt x="17895" y="22859"/>
                    </a:cubicBezTo>
                    <a:cubicBezTo>
                      <a:pt x="18021" y="22233"/>
                      <a:pt x="18246" y="21631"/>
                      <a:pt x="18572" y="21105"/>
                    </a:cubicBezTo>
                    <a:cubicBezTo>
                      <a:pt x="18948" y="20554"/>
                      <a:pt x="19424" y="20102"/>
                      <a:pt x="19925" y="19701"/>
                    </a:cubicBezTo>
                    <a:cubicBezTo>
                      <a:pt x="21028" y="18799"/>
                      <a:pt x="22206" y="18022"/>
                      <a:pt x="22833" y="16669"/>
                    </a:cubicBezTo>
                    <a:cubicBezTo>
                      <a:pt x="23384" y="15416"/>
                      <a:pt x="23509" y="13962"/>
                      <a:pt x="23058" y="12659"/>
                    </a:cubicBezTo>
                    <a:cubicBezTo>
                      <a:pt x="23022" y="12562"/>
                      <a:pt x="22945" y="12518"/>
                      <a:pt x="22866" y="12518"/>
                    </a:cubicBezTo>
                    <a:cubicBezTo>
                      <a:pt x="22782" y="12518"/>
                      <a:pt x="22696" y="12568"/>
                      <a:pt x="22657" y="12659"/>
                    </a:cubicBezTo>
                    <a:cubicBezTo>
                      <a:pt x="22352" y="13399"/>
                      <a:pt x="22010" y="14140"/>
                      <a:pt x="21662" y="14864"/>
                    </a:cubicBezTo>
                    <a:lnTo>
                      <a:pt x="21662" y="14864"/>
                    </a:lnTo>
                    <a:cubicBezTo>
                      <a:pt x="21251" y="14170"/>
                      <a:pt x="20842" y="13474"/>
                      <a:pt x="20452" y="12759"/>
                    </a:cubicBezTo>
                    <a:cubicBezTo>
                      <a:pt x="20420" y="12696"/>
                      <a:pt x="20358" y="12668"/>
                      <a:pt x="20293" y="12668"/>
                    </a:cubicBezTo>
                    <a:cubicBezTo>
                      <a:pt x="20202" y="12668"/>
                      <a:pt x="20105" y="12722"/>
                      <a:pt x="20076" y="12809"/>
                    </a:cubicBezTo>
                    <a:cubicBezTo>
                      <a:pt x="19828" y="13619"/>
                      <a:pt x="19500" y="14389"/>
                      <a:pt x="19109" y="15118"/>
                    </a:cubicBezTo>
                    <a:lnTo>
                      <a:pt x="19109" y="15118"/>
                    </a:lnTo>
                    <a:cubicBezTo>
                      <a:pt x="18446" y="14340"/>
                      <a:pt x="17782" y="13564"/>
                      <a:pt x="17118" y="12809"/>
                    </a:cubicBezTo>
                    <a:cubicBezTo>
                      <a:pt x="17080" y="12771"/>
                      <a:pt x="17035" y="12754"/>
                      <a:pt x="16989" y="12754"/>
                    </a:cubicBezTo>
                    <a:cubicBezTo>
                      <a:pt x="16914" y="12754"/>
                      <a:pt x="16839" y="12797"/>
                      <a:pt x="16793" y="12859"/>
                    </a:cubicBezTo>
                    <a:cubicBezTo>
                      <a:pt x="16163" y="13759"/>
                      <a:pt x="15614" y="14699"/>
                      <a:pt x="15146" y="15679"/>
                    </a:cubicBezTo>
                    <a:lnTo>
                      <a:pt x="15146" y="15679"/>
                    </a:lnTo>
                    <a:cubicBezTo>
                      <a:pt x="14739" y="14965"/>
                      <a:pt x="14347" y="14250"/>
                      <a:pt x="13935" y="13536"/>
                    </a:cubicBezTo>
                    <a:cubicBezTo>
                      <a:pt x="13892" y="13463"/>
                      <a:pt x="13822" y="13424"/>
                      <a:pt x="13752" y="13424"/>
                    </a:cubicBezTo>
                    <a:cubicBezTo>
                      <a:pt x="13702" y="13424"/>
                      <a:pt x="13651" y="13444"/>
                      <a:pt x="13610" y="13486"/>
                    </a:cubicBezTo>
                    <a:cubicBezTo>
                      <a:pt x="13159" y="13887"/>
                      <a:pt x="12707" y="14263"/>
                      <a:pt x="12256" y="14664"/>
                    </a:cubicBezTo>
                    <a:cubicBezTo>
                      <a:pt x="12156" y="14764"/>
                      <a:pt x="12031" y="14864"/>
                      <a:pt x="11930" y="14965"/>
                    </a:cubicBezTo>
                    <a:cubicBezTo>
                      <a:pt x="11855" y="15015"/>
                      <a:pt x="11705" y="15215"/>
                      <a:pt x="11630" y="15215"/>
                    </a:cubicBezTo>
                    <a:cubicBezTo>
                      <a:pt x="11621" y="15217"/>
                      <a:pt x="11612" y="15218"/>
                      <a:pt x="11602" y="15218"/>
                    </a:cubicBezTo>
                    <a:cubicBezTo>
                      <a:pt x="11507" y="15218"/>
                      <a:pt x="11397" y="15110"/>
                      <a:pt x="11329" y="15065"/>
                    </a:cubicBezTo>
                    <a:cubicBezTo>
                      <a:pt x="11204" y="14990"/>
                      <a:pt x="11078" y="14914"/>
                      <a:pt x="10978" y="14839"/>
                    </a:cubicBezTo>
                    <a:cubicBezTo>
                      <a:pt x="10153" y="14318"/>
                      <a:pt x="9384" y="13721"/>
                      <a:pt x="8655" y="13098"/>
                    </a:cubicBezTo>
                    <a:lnTo>
                      <a:pt x="8655" y="13098"/>
                    </a:lnTo>
                    <a:lnTo>
                      <a:pt x="10727" y="12834"/>
                    </a:lnTo>
                    <a:cubicBezTo>
                      <a:pt x="10853" y="12809"/>
                      <a:pt x="10953" y="12709"/>
                      <a:pt x="10928" y="12584"/>
                    </a:cubicBezTo>
                    <a:cubicBezTo>
                      <a:pt x="10775" y="11752"/>
                      <a:pt x="10641" y="10940"/>
                      <a:pt x="10493" y="10114"/>
                    </a:cubicBezTo>
                    <a:lnTo>
                      <a:pt x="10493" y="10114"/>
                    </a:lnTo>
                    <a:cubicBezTo>
                      <a:pt x="11686" y="10543"/>
                      <a:pt x="12857" y="11055"/>
                      <a:pt x="13986" y="11631"/>
                    </a:cubicBezTo>
                    <a:cubicBezTo>
                      <a:pt x="14018" y="11651"/>
                      <a:pt x="14055" y="11660"/>
                      <a:pt x="14090" y="11660"/>
                    </a:cubicBezTo>
                    <a:cubicBezTo>
                      <a:pt x="14191" y="11660"/>
                      <a:pt x="14286" y="11585"/>
                      <a:pt x="14286" y="11456"/>
                    </a:cubicBezTo>
                    <a:cubicBezTo>
                      <a:pt x="14309" y="10651"/>
                      <a:pt x="14331" y="9826"/>
                      <a:pt x="14336" y="8999"/>
                    </a:cubicBezTo>
                    <a:lnTo>
                      <a:pt x="14336" y="8999"/>
                    </a:lnTo>
                    <a:cubicBezTo>
                      <a:pt x="15437" y="9432"/>
                      <a:pt x="16578" y="9801"/>
                      <a:pt x="17720" y="10127"/>
                    </a:cubicBezTo>
                    <a:cubicBezTo>
                      <a:pt x="17733" y="10130"/>
                      <a:pt x="17746" y="10131"/>
                      <a:pt x="17759" y="10131"/>
                    </a:cubicBezTo>
                    <a:cubicBezTo>
                      <a:pt x="17870" y="10131"/>
                      <a:pt x="17971" y="10039"/>
                      <a:pt x="17971" y="9927"/>
                    </a:cubicBezTo>
                    <a:cubicBezTo>
                      <a:pt x="18040" y="9030"/>
                      <a:pt x="18151" y="8155"/>
                      <a:pt x="18323" y="7281"/>
                    </a:cubicBezTo>
                    <a:lnTo>
                      <a:pt x="18323" y="7281"/>
                    </a:lnTo>
                    <a:cubicBezTo>
                      <a:pt x="19542" y="7788"/>
                      <a:pt x="20825" y="8161"/>
                      <a:pt x="22131" y="8398"/>
                    </a:cubicBezTo>
                    <a:cubicBezTo>
                      <a:pt x="22142" y="8400"/>
                      <a:pt x="22154" y="8400"/>
                      <a:pt x="22165" y="8400"/>
                    </a:cubicBezTo>
                    <a:cubicBezTo>
                      <a:pt x="22325" y="8400"/>
                      <a:pt x="22450" y="8238"/>
                      <a:pt x="22357" y="8097"/>
                    </a:cubicBezTo>
                    <a:cubicBezTo>
                      <a:pt x="21680" y="6719"/>
                      <a:pt x="20903" y="5416"/>
                      <a:pt x="20001" y="4188"/>
                    </a:cubicBezTo>
                    <a:cubicBezTo>
                      <a:pt x="19199" y="3085"/>
                      <a:pt x="18321" y="2032"/>
                      <a:pt x="17219" y="1230"/>
                    </a:cubicBezTo>
                    <a:cubicBezTo>
                      <a:pt x="16010" y="359"/>
                      <a:pt x="14619" y="1"/>
                      <a:pt x="13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7" name="Google Shape;4407;p52"/>
              <p:cNvSpPr/>
              <p:nvPr/>
            </p:nvSpPr>
            <p:spPr>
              <a:xfrm>
                <a:off x="-7435925" y="-701175"/>
                <a:ext cx="73325" cy="82225"/>
              </a:xfrm>
              <a:custGeom>
                <a:rect b="b" l="l" r="r" t="t"/>
                <a:pathLst>
                  <a:path extrusionOk="0" h="3289" w="2933">
                    <a:moveTo>
                      <a:pt x="1206" y="1"/>
                    </a:moveTo>
                    <a:cubicBezTo>
                      <a:pt x="1103" y="1"/>
                      <a:pt x="1001" y="18"/>
                      <a:pt x="903" y="53"/>
                    </a:cubicBezTo>
                    <a:cubicBezTo>
                      <a:pt x="251" y="279"/>
                      <a:pt x="0" y="1181"/>
                      <a:pt x="301" y="2058"/>
                    </a:cubicBezTo>
                    <a:cubicBezTo>
                      <a:pt x="576" y="2798"/>
                      <a:pt x="1154" y="3288"/>
                      <a:pt x="1719" y="3288"/>
                    </a:cubicBezTo>
                    <a:cubicBezTo>
                      <a:pt x="1824" y="3288"/>
                      <a:pt x="1928" y="3271"/>
                      <a:pt x="2030" y="3236"/>
                    </a:cubicBezTo>
                    <a:cubicBezTo>
                      <a:pt x="2657" y="3010"/>
                      <a:pt x="2933" y="2133"/>
                      <a:pt x="2632" y="1231"/>
                    </a:cubicBezTo>
                    <a:cubicBezTo>
                      <a:pt x="2357" y="491"/>
                      <a:pt x="1761" y="1"/>
                      <a:pt x="120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8" name="Google Shape;4408;p52"/>
              <p:cNvSpPr/>
              <p:nvPr/>
            </p:nvSpPr>
            <p:spPr>
              <a:xfrm>
                <a:off x="-7478525" y="-706150"/>
                <a:ext cx="104600" cy="12200"/>
              </a:xfrm>
              <a:custGeom>
                <a:rect b="b" l="l" r="r" t="t"/>
                <a:pathLst>
                  <a:path extrusionOk="0" h="488" w="4184">
                    <a:moveTo>
                      <a:pt x="253" y="0"/>
                    </a:moveTo>
                    <a:cubicBezTo>
                      <a:pt x="0" y="0"/>
                      <a:pt x="8" y="403"/>
                      <a:pt x="276" y="427"/>
                    </a:cubicBezTo>
                    <a:cubicBezTo>
                      <a:pt x="938" y="469"/>
                      <a:pt x="1600" y="487"/>
                      <a:pt x="2267" y="487"/>
                    </a:cubicBezTo>
                    <a:cubicBezTo>
                      <a:pt x="2811" y="487"/>
                      <a:pt x="3358" y="475"/>
                      <a:pt x="3910" y="453"/>
                    </a:cubicBezTo>
                    <a:cubicBezTo>
                      <a:pt x="4153" y="453"/>
                      <a:pt x="4184" y="50"/>
                      <a:pt x="3933" y="50"/>
                    </a:cubicBezTo>
                    <a:cubicBezTo>
                      <a:pt x="3925" y="50"/>
                      <a:pt x="3918" y="51"/>
                      <a:pt x="3910" y="52"/>
                    </a:cubicBezTo>
                    <a:cubicBezTo>
                      <a:pt x="3475" y="69"/>
                      <a:pt x="3043" y="78"/>
                      <a:pt x="2613" y="78"/>
                    </a:cubicBezTo>
                    <a:cubicBezTo>
                      <a:pt x="1830" y="78"/>
                      <a:pt x="1053" y="50"/>
                      <a:pt x="276" y="1"/>
                    </a:cubicBezTo>
                    <a:cubicBezTo>
                      <a:pt x="268" y="1"/>
                      <a:pt x="260" y="0"/>
                      <a:pt x="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9" name="Google Shape;4409;p52"/>
              <p:cNvSpPr/>
              <p:nvPr/>
            </p:nvSpPr>
            <p:spPr>
              <a:xfrm>
                <a:off x="-7709750" y="-418075"/>
                <a:ext cx="161150" cy="367775"/>
              </a:xfrm>
              <a:custGeom>
                <a:rect b="b" l="l" r="r" t="t"/>
                <a:pathLst>
                  <a:path extrusionOk="0" h="14711" w="6446">
                    <a:moveTo>
                      <a:pt x="264" y="1"/>
                    </a:moveTo>
                    <a:cubicBezTo>
                      <a:pt x="158" y="1"/>
                      <a:pt x="51" y="70"/>
                      <a:pt x="51" y="208"/>
                    </a:cubicBezTo>
                    <a:cubicBezTo>
                      <a:pt x="1" y="4393"/>
                      <a:pt x="1304" y="8554"/>
                      <a:pt x="3735" y="11987"/>
                    </a:cubicBezTo>
                    <a:cubicBezTo>
                      <a:pt x="4412" y="12940"/>
                      <a:pt x="5164" y="13842"/>
                      <a:pt x="5991" y="14644"/>
                    </a:cubicBezTo>
                    <a:cubicBezTo>
                      <a:pt x="6038" y="14691"/>
                      <a:pt x="6090" y="14710"/>
                      <a:pt x="6139" y="14710"/>
                    </a:cubicBezTo>
                    <a:cubicBezTo>
                      <a:pt x="6304" y="14710"/>
                      <a:pt x="6446" y="14497"/>
                      <a:pt x="6292" y="14343"/>
                    </a:cubicBezTo>
                    <a:cubicBezTo>
                      <a:pt x="3384" y="11486"/>
                      <a:pt x="1430" y="7702"/>
                      <a:pt x="728" y="3691"/>
                    </a:cubicBezTo>
                    <a:cubicBezTo>
                      <a:pt x="552" y="2539"/>
                      <a:pt x="452" y="1386"/>
                      <a:pt x="477" y="208"/>
                    </a:cubicBezTo>
                    <a:cubicBezTo>
                      <a:pt x="477" y="70"/>
                      <a:pt x="371" y="1"/>
                      <a:pt x="2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0" name="Google Shape;4410;p52"/>
              <p:cNvSpPr/>
              <p:nvPr/>
            </p:nvSpPr>
            <p:spPr>
              <a:xfrm>
                <a:off x="-7523025" y="-26925"/>
                <a:ext cx="13825" cy="10675"/>
              </a:xfrm>
              <a:custGeom>
                <a:rect b="b" l="l" r="r" t="t"/>
                <a:pathLst>
                  <a:path extrusionOk="0" h="427" w="553">
                    <a:moveTo>
                      <a:pt x="276" y="0"/>
                    </a:moveTo>
                    <a:cubicBezTo>
                      <a:pt x="1" y="0"/>
                      <a:pt x="1" y="427"/>
                      <a:pt x="276" y="427"/>
                    </a:cubicBezTo>
                    <a:cubicBezTo>
                      <a:pt x="552" y="427"/>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1" name="Google Shape;4411;p52"/>
              <p:cNvSpPr/>
              <p:nvPr/>
            </p:nvSpPr>
            <p:spPr>
              <a:xfrm>
                <a:off x="-7598450" y="-258000"/>
                <a:ext cx="335350" cy="367500"/>
              </a:xfrm>
              <a:custGeom>
                <a:rect b="b" l="l" r="r" t="t"/>
                <a:pathLst>
                  <a:path extrusionOk="0" h="14700" w="13414">
                    <a:moveTo>
                      <a:pt x="246" y="0"/>
                    </a:moveTo>
                    <a:cubicBezTo>
                      <a:pt x="119" y="0"/>
                      <a:pt x="0" y="96"/>
                      <a:pt x="60" y="246"/>
                    </a:cubicBezTo>
                    <a:cubicBezTo>
                      <a:pt x="1689" y="5158"/>
                      <a:pt x="4948" y="9469"/>
                      <a:pt x="9158" y="12477"/>
                    </a:cubicBezTo>
                    <a:cubicBezTo>
                      <a:pt x="10361" y="13329"/>
                      <a:pt x="11639" y="14055"/>
                      <a:pt x="12993" y="14682"/>
                    </a:cubicBezTo>
                    <a:cubicBezTo>
                      <a:pt x="13023" y="14694"/>
                      <a:pt x="13053" y="14700"/>
                      <a:pt x="13082" y="14700"/>
                    </a:cubicBezTo>
                    <a:cubicBezTo>
                      <a:pt x="13286" y="14700"/>
                      <a:pt x="13413" y="14416"/>
                      <a:pt x="13193" y="14306"/>
                    </a:cubicBezTo>
                    <a:cubicBezTo>
                      <a:pt x="8557" y="12176"/>
                      <a:pt x="4647" y="8542"/>
                      <a:pt x="2166" y="4055"/>
                    </a:cubicBezTo>
                    <a:cubicBezTo>
                      <a:pt x="1489" y="2802"/>
                      <a:pt x="912" y="1499"/>
                      <a:pt x="461" y="146"/>
                    </a:cubicBezTo>
                    <a:cubicBezTo>
                      <a:pt x="421" y="44"/>
                      <a:pt x="331" y="0"/>
                      <a:pt x="2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2" name="Google Shape;4412;p52"/>
              <p:cNvSpPr/>
              <p:nvPr/>
            </p:nvSpPr>
            <p:spPr>
              <a:xfrm>
                <a:off x="-7399875" y="-68525"/>
                <a:ext cx="115825" cy="135500"/>
              </a:xfrm>
              <a:custGeom>
                <a:rect b="b" l="l" r="r" t="t"/>
                <a:pathLst>
                  <a:path extrusionOk="0" h="5420" w="4633">
                    <a:moveTo>
                      <a:pt x="288" y="1"/>
                    </a:moveTo>
                    <a:cubicBezTo>
                      <a:pt x="152" y="1"/>
                      <a:pt x="1" y="156"/>
                      <a:pt x="87" y="311"/>
                    </a:cubicBezTo>
                    <a:cubicBezTo>
                      <a:pt x="1015" y="2341"/>
                      <a:pt x="2443" y="4070"/>
                      <a:pt x="4248" y="5374"/>
                    </a:cubicBezTo>
                    <a:cubicBezTo>
                      <a:pt x="4284" y="5406"/>
                      <a:pt x="4322" y="5419"/>
                      <a:pt x="4357" y="5419"/>
                    </a:cubicBezTo>
                    <a:cubicBezTo>
                      <a:pt x="4515" y="5419"/>
                      <a:pt x="4633" y="5146"/>
                      <a:pt x="4448" y="5023"/>
                    </a:cubicBezTo>
                    <a:cubicBezTo>
                      <a:pt x="2719" y="3745"/>
                      <a:pt x="1340" y="2065"/>
                      <a:pt x="438" y="111"/>
                    </a:cubicBezTo>
                    <a:cubicBezTo>
                      <a:pt x="407" y="32"/>
                      <a:pt x="349" y="1"/>
                      <a:pt x="2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3" name="Google Shape;4413;p52"/>
              <p:cNvSpPr/>
              <p:nvPr/>
            </p:nvSpPr>
            <p:spPr>
              <a:xfrm>
                <a:off x="-7450975" y="-124050"/>
                <a:ext cx="13200" cy="10675"/>
              </a:xfrm>
              <a:custGeom>
                <a:rect b="b" l="l" r="r" t="t"/>
                <a:pathLst>
                  <a:path extrusionOk="0" h="427" w="528">
                    <a:moveTo>
                      <a:pt x="277" y="1"/>
                    </a:moveTo>
                    <a:cubicBezTo>
                      <a:pt x="1" y="1"/>
                      <a:pt x="1" y="427"/>
                      <a:pt x="277" y="427"/>
                    </a:cubicBezTo>
                    <a:cubicBezTo>
                      <a:pt x="527" y="427"/>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4" name="Google Shape;4414;p52"/>
              <p:cNvSpPr/>
              <p:nvPr/>
            </p:nvSpPr>
            <p:spPr>
              <a:xfrm>
                <a:off x="-7386425" y="-294975"/>
                <a:ext cx="29700" cy="114100"/>
              </a:xfrm>
              <a:custGeom>
                <a:rect b="b" l="l" r="r" t="t"/>
                <a:pathLst>
                  <a:path extrusionOk="0" h="4564" w="1188">
                    <a:moveTo>
                      <a:pt x="943" y="1"/>
                    </a:moveTo>
                    <a:cubicBezTo>
                      <a:pt x="857" y="1"/>
                      <a:pt x="768" y="45"/>
                      <a:pt x="727" y="146"/>
                    </a:cubicBezTo>
                    <a:cubicBezTo>
                      <a:pt x="226" y="1499"/>
                      <a:pt x="0" y="2928"/>
                      <a:pt x="76" y="4356"/>
                    </a:cubicBezTo>
                    <a:cubicBezTo>
                      <a:pt x="76" y="4494"/>
                      <a:pt x="182" y="4563"/>
                      <a:pt x="285" y="4563"/>
                    </a:cubicBezTo>
                    <a:cubicBezTo>
                      <a:pt x="389" y="4563"/>
                      <a:pt x="489" y="4494"/>
                      <a:pt x="477" y="4356"/>
                    </a:cubicBezTo>
                    <a:cubicBezTo>
                      <a:pt x="426" y="2953"/>
                      <a:pt x="627" y="1575"/>
                      <a:pt x="1128" y="246"/>
                    </a:cubicBezTo>
                    <a:cubicBezTo>
                      <a:pt x="1188" y="97"/>
                      <a:pt x="1070" y="1"/>
                      <a:pt x="9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5" name="Google Shape;4415;p52"/>
              <p:cNvSpPr/>
              <p:nvPr/>
            </p:nvSpPr>
            <p:spPr>
              <a:xfrm>
                <a:off x="-7353850" y="-318275"/>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6" name="Google Shape;4416;p52"/>
              <p:cNvSpPr/>
              <p:nvPr/>
            </p:nvSpPr>
            <p:spPr>
              <a:xfrm>
                <a:off x="-7510500" y="-350625"/>
                <a:ext cx="18825" cy="31125"/>
              </a:xfrm>
              <a:custGeom>
                <a:rect b="b" l="l" r="r" t="t"/>
                <a:pathLst>
                  <a:path extrusionOk="0" h="1245" w="753">
                    <a:moveTo>
                      <a:pt x="515" y="0"/>
                    </a:moveTo>
                    <a:cubicBezTo>
                      <a:pt x="463" y="0"/>
                      <a:pt x="412" y="20"/>
                      <a:pt x="377" y="66"/>
                    </a:cubicBezTo>
                    <a:cubicBezTo>
                      <a:pt x="151" y="317"/>
                      <a:pt x="1" y="668"/>
                      <a:pt x="26" y="1044"/>
                    </a:cubicBezTo>
                    <a:cubicBezTo>
                      <a:pt x="26" y="1144"/>
                      <a:pt x="126" y="1244"/>
                      <a:pt x="226" y="1244"/>
                    </a:cubicBezTo>
                    <a:cubicBezTo>
                      <a:pt x="352" y="1244"/>
                      <a:pt x="452" y="1144"/>
                      <a:pt x="452" y="1044"/>
                    </a:cubicBezTo>
                    <a:cubicBezTo>
                      <a:pt x="452" y="993"/>
                      <a:pt x="452" y="968"/>
                      <a:pt x="452" y="918"/>
                    </a:cubicBezTo>
                    <a:cubicBezTo>
                      <a:pt x="452" y="918"/>
                      <a:pt x="452" y="893"/>
                      <a:pt x="452" y="868"/>
                    </a:cubicBezTo>
                    <a:cubicBezTo>
                      <a:pt x="452" y="843"/>
                      <a:pt x="452" y="818"/>
                      <a:pt x="452" y="793"/>
                    </a:cubicBezTo>
                    <a:cubicBezTo>
                      <a:pt x="452" y="793"/>
                      <a:pt x="477" y="768"/>
                      <a:pt x="477" y="743"/>
                    </a:cubicBezTo>
                    <a:cubicBezTo>
                      <a:pt x="477" y="718"/>
                      <a:pt x="477" y="693"/>
                      <a:pt x="502" y="643"/>
                    </a:cubicBezTo>
                    <a:cubicBezTo>
                      <a:pt x="502" y="643"/>
                      <a:pt x="502" y="618"/>
                      <a:pt x="502" y="618"/>
                    </a:cubicBezTo>
                    <a:cubicBezTo>
                      <a:pt x="527" y="592"/>
                      <a:pt x="527" y="592"/>
                      <a:pt x="527" y="592"/>
                    </a:cubicBezTo>
                    <a:cubicBezTo>
                      <a:pt x="527" y="567"/>
                      <a:pt x="552" y="517"/>
                      <a:pt x="577" y="492"/>
                    </a:cubicBezTo>
                    <a:cubicBezTo>
                      <a:pt x="577" y="467"/>
                      <a:pt x="602" y="442"/>
                      <a:pt x="627" y="417"/>
                    </a:cubicBezTo>
                    <a:cubicBezTo>
                      <a:pt x="627" y="392"/>
                      <a:pt x="627" y="392"/>
                      <a:pt x="653" y="392"/>
                    </a:cubicBezTo>
                    <a:cubicBezTo>
                      <a:pt x="653" y="379"/>
                      <a:pt x="653" y="373"/>
                      <a:pt x="649" y="373"/>
                    </a:cubicBezTo>
                    <a:cubicBezTo>
                      <a:pt x="646" y="373"/>
                      <a:pt x="640" y="379"/>
                      <a:pt x="627" y="392"/>
                    </a:cubicBezTo>
                    <a:cubicBezTo>
                      <a:pt x="627" y="392"/>
                      <a:pt x="653" y="367"/>
                      <a:pt x="678" y="342"/>
                    </a:cubicBezTo>
                    <a:cubicBezTo>
                      <a:pt x="753" y="267"/>
                      <a:pt x="753" y="141"/>
                      <a:pt x="678" y="66"/>
                    </a:cubicBezTo>
                    <a:cubicBezTo>
                      <a:pt x="637" y="26"/>
                      <a:pt x="576" y="0"/>
                      <a:pt x="5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7" name="Google Shape;4417;p52"/>
              <p:cNvSpPr/>
              <p:nvPr/>
            </p:nvSpPr>
            <p:spPr>
              <a:xfrm>
                <a:off x="-7489175" y="-344125"/>
                <a:ext cx="20075" cy="26650"/>
              </a:xfrm>
              <a:custGeom>
                <a:rect b="b" l="l" r="r" t="t"/>
                <a:pathLst>
                  <a:path extrusionOk="0" h="1066" w="803">
                    <a:moveTo>
                      <a:pt x="577" y="0"/>
                    </a:moveTo>
                    <a:cubicBezTo>
                      <a:pt x="520" y="0"/>
                      <a:pt x="464" y="19"/>
                      <a:pt x="426" y="57"/>
                    </a:cubicBezTo>
                    <a:cubicBezTo>
                      <a:pt x="226" y="257"/>
                      <a:pt x="100" y="533"/>
                      <a:pt x="25" y="809"/>
                    </a:cubicBezTo>
                    <a:cubicBezTo>
                      <a:pt x="0" y="909"/>
                      <a:pt x="50" y="1034"/>
                      <a:pt x="175" y="1059"/>
                    </a:cubicBezTo>
                    <a:cubicBezTo>
                      <a:pt x="193" y="1064"/>
                      <a:pt x="211" y="1066"/>
                      <a:pt x="229" y="1066"/>
                    </a:cubicBezTo>
                    <a:cubicBezTo>
                      <a:pt x="316" y="1066"/>
                      <a:pt x="405" y="1017"/>
                      <a:pt x="426" y="934"/>
                    </a:cubicBezTo>
                    <a:cubicBezTo>
                      <a:pt x="447" y="850"/>
                      <a:pt x="468" y="784"/>
                      <a:pt x="489" y="721"/>
                    </a:cubicBezTo>
                    <a:lnTo>
                      <a:pt x="489" y="721"/>
                    </a:lnTo>
                    <a:cubicBezTo>
                      <a:pt x="486" y="724"/>
                      <a:pt x="482" y="728"/>
                      <a:pt x="476" y="733"/>
                    </a:cubicBezTo>
                    <a:cubicBezTo>
                      <a:pt x="484" y="719"/>
                      <a:pt x="491" y="704"/>
                      <a:pt x="500" y="688"/>
                    </a:cubicBezTo>
                    <a:lnTo>
                      <a:pt x="500" y="688"/>
                    </a:lnTo>
                    <a:cubicBezTo>
                      <a:pt x="496" y="699"/>
                      <a:pt x="493" y="710"/>
                      <a:pt x="489" y="721"/>
                    </a:cubicBezTo>
                    <a:lnTo>
                      <a:pt x="489" y="721"/>
                    </a:lnTo>
                    <a:cubicBezTo>
                      <a:pt x="501" y="708"/>
                      <a:pt x="501" y="703"/>
                      <a:pt x="501" y="685"/>
                    </a:cubicBezTo>
                    <a:lnTo>
                      <a:pt x="501" y="685"/>
                    </a:lnTo>
                    <a:cubicBezTo>
                      <a:pt x="501" y="686"/>
                      <a:pt x="500" y="687"/>
                      <a:pt x="500" y="688"/>
                    </a:cubicBezTo>
                    <a:lnTo>
                      <a:pt x="500" y="688"/>
                    </a:lnTo>
                    <a:cubicBezTo>
                      <a:pt x="500" y="687"/>
                      <a:pt x="501" y="685"/>
                      <a:pt x="501" y="683"/>
                    </a:cubicBezTo>
                    <a:lnTo>
                      <a:pt x="501" y="683"/>
                    </a:lnTo>
                    <a:cubicBezTo>
                      <a:pt x="501" y="684"/>
                      <a:pt x="501" y="685"/>
                      <a:pt x="501" y="685"/>
                    </a:cubicBezTo>
                    <a:lnTo>
                      <a:pt x="501" y="685"/>
                    </a:lnTo>
                    <a:cubicBezTo>
                      <a:pt x="550" y="596"/>
                      <a:pt x="613" y="496"/>
                      <a:pt x="677" y="433"/>
                    </a:cubicBezTo>
                    <a:cubicBezTo>
                      <a:pt x="652" y="433"/>
                      <a:pt x="652" y="458"/>
                      <a:pt x="627" y="458"/>
                    </a:cubicBezTo>
                    <a:cubicBezTo>
                      <a:pt x="652" y="433"/>
                      <a:pt x="702" y="383"/>
                      <a:pt x="727" y="358"/>
                    </a:cubicBezTo>
                    <a:cubicBezTo>
                      <a:pt x="802" y="282"/>
                      <a:pt x="802" y="132"/>
                      <a:pt x="727" y="57"/>
                    </a:cubicBezTo>
                    <a:cubicBezTo>
                      <a:pt x="689" y="19"/>
                      <a:pt x="633"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8" name="Google Shape;4418;p52"/>
              <p:cNvSpPr/>
              <p:nvPr/>
            </p:nvSpPr>
            <p:spPr>
              <a:xfrm>
                <a:off x="-7638925" y="-617650"/>
                <a:ext cx="55325" cy="219325"/>
              </a:xfrm>
              <a:custGeom>
                <a:rect b="b" l="l" r="r" t="t"/>
                <a:pathLst>
                  <a:path extrusionOk="0" h="8773" w="2213">
                    <a:moveTo>
                      <a:pt x="1922" y="1"/>
                    </a:moveTo>
                    <a:cubicBezTo>
                      <a:pt x="1873" y="1"/>
                      <a:pt x="1823" y="21"/>
                      <a:pt x="1780" y="70"/>
                    </a:cubicBezTo>
                    <a:cubicBezTo>
                      <a:pt x="1328" y="547"/>
                      <a:pt x="1028" y="1148"/>
                      <a:pt x="802" y="1775"/>
                    </a:cubicBezTo>
                    <a:cubicBezTo>
                      <a:pt x="551" y="2527"/>
                      <a:pt x="376" y="3278"/>
                      <a:pt x="251" y="4030"/>
                    </a:cubicBezTo>
                    <a:cubicBezTo>
                      <a:pt x="0" y="5559"/>
                      <a:pt x="25" y="7113"/>
                      <a:pt x="251" y="8617"/>
                    </a:cubicBezTo>
                    <a:cubicBezTo>
                      <a:pt x="271" y="8727"/>
                      <a:pt x="346" y="8773"/>
                      <a:pt x="427" y="8773"/>
                    </a:cubicBezTo>
                    <a:cubicBezTo>
                      <a:pt x="549" y="8773"/>
                      <a:pt x="682" y="8667"/>
                      <a:pt x="652" y="8517"/>
                    </a:cubicBezTo>
                    <a:cubicBezTo>
                      <a:pt x="426" y="7063"/>
                      <a:pt x="426" y="5584"/>
                      <a:pt x="652" y="4156"/>
                    </a:cubicBezTo>
                    <a:cubicBezTo>
                      <a:pt x="777" y="3454"/>
                      <a:pt x="927" y="2777"/>
                      <a:pt x="1153" y="2101"/>
                    </a:cubicBezTo>
                    <a:cubicBezTo>
                      <a:pt x="1353" y="1474"/>
                      <a:pt x="1629" y="847"/>
                      <a:pt x="2080" y="346"/>
                    </a:cubicBezTo>
                    <a:cubicBezTo>
                      <a:pt x="2213" y="195"/>
                      <a:pt x="2074"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9" name="Google Shape;4419;p52"/>
              <p:cNvSpPr/>
              <p:nvPr/>
            </p:nvSpPr>
            <p:spPr>
              <a:xfrm>
                <a:off x="-7690825" y="-666425"/>
                <a:ext cx="88975" cy="147800"/>
              </a:xfrm>
              <a:custGeom>
                <a:rect b="b" l="l" r="r" t="t"/>
                <a:pathLst>
                  <a:path extrusionOk="0" h="5912" w="3559">
                    <a:moveTo>
                      <a:pt x="3263" y="0"/>
                    </a:moveTo>
                    <a:cubicBezTo>
                      <a:pt x="3217" y="0"/>
                      <a:pt x="3169" y="20"/>
                      <a:pt x="3129" y="67"/>
                    </a:cubicBezTo>
                    <a:cubicBezTo>
                      <a:pt x="1600" y="1620"/>
                      <a:pt x="547" y="3550"/>
                      <a:pt x="46" y="5656"/>
                    </a:cubicBezTo>
                    <a:cubicBezTo>
                      <a:pt x="1" y="5806"/>
                      <a:pt x="137" y="5912"/>
                      <a:pt x="264" y="5912"/>
                    </a:cubicBezTo>
                    <a:cubicBezTo>
                      <a:pt x="347" y="5912"/>
                      <a:pt x="427" y="5866"/>
                      <a:pt x="447" y="5756"/>
                    </a:cubicBezTo>
                    <a:cubicBezTo>
                      <a:pt x="923" y="3726"/>
                      <a:pt x="1951" y="1871"/>
                      <a:pt x="3404" y="367"/>
                    </a:cubicBezTo>
                    <a:cubicBezTo>
                      <a:pt x="3558" y="213"/>
                      <a:pt x="341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0" name="Google Shape;4420;p52"/>
              <p:cNvSpPr/>
              <p:nvPr/>
            </p:nvSpPr>
            <p:spPr>
              <a:xfrm>
                <a:off x="-7544950" y="-607625"/>
                <a:ext cx="23825" cy="26375"/>
              </a:xfrm>
              <a:custGeom>
                <a:rect b="b" l="l" r="r" t="t"/>
                <a:pathLst>
                  <a:path extrusionOk="0" h="1055" w="953">
                    <a:moveTo>
                      <a:pt x="679" y="0"/>
                    </a:moveTo>
                    <a:cubicBezTo>
                      <a:pt x="650" y="0"/>
                      <a:pt x="623" y="6"/>
                      <a:pt x="602" y="20"/>
                    </a:cubicBezTo>
                    <a:cubicBezTo>
                      <a:pt x="326" y="196"/>
                      <a:pt x="126" y="471"/>
                      <a:pt x="26" y="797"/>
                    </a:cubicBezTo>
                    <a:cubicBezTo>
                      <a:pt x="0" y="897"/>
                      <a:pt x="51" y="1023"/>
                      <a:pt x="176" y="1048"/>
                    </a:cubicBezTo>
                    <a:cubicBezTo>
                      <a:pt x="193" y="1052"/>
                      <a:pt x="210" y="1054"/>
                      <a:pt x="228" y="1054"/>
                    </a:cubicBezTo>
                    <a:cubicBezTo>
                      <a:pt x="315" y="1054"/>
                      <a:pt x="406" y="1002"/>
                      <a:pt x="427" y="897"/>
                    </a:cubicBezTo>
                    <a:cubicBezTo>
                      <a:pt x="427" y="873"/>
                      <a:pt x="451" y="823"/>
                      <a:pt x="476" y="774"/>
                    </a:cubicBezTo>
                    <a:lnTo>
                      <a:pt x="476" y="774"/>
                    </a:lnTo>
                    <a:lnTo>
                      <a:pt x="452" y="822"/>
                    </a:lnTo>
                    <a:cubicBezTo>
                      <a:pt x="474" y="755"/>
                      <a:pt x="516" y="669"/>
                      <a:pt x="578" y="598"/>
                    </a:cubicBezTo>
                    <a:lnTo>
                      <a:pt x="578" y="598"/>
                    </a:lnTo>
                    <a:cubicBezTo>
                      <a:pt x="577" y="605"/>
                      <a:pt x="577" y="613"/>
                      <a:pt x="577" y="622"/>
                    </a:cubicBezTo>
                    <a:cubicBezTo>
                      <a:pt x="619" y="559"/>
                      <a:pt x="678" y="497"/>
                      <a:pt x="740" y="434"/>
                    </a:cubicBezTo>
                    <a:lnTo>
                      <a:pt x="740" y="434"/>
                    </a:lnTo>
                    <a:cubicBezTo>
                      <a:pt x="761" y="414"/>
                      <a:pt x="782" y="396"/>
                      <a:pt x="802" y="396"/>
                    </a:cubicBezTo>
                    <a:cubicBezTo>
                      <a:pt x="903" y="321"/>
                      <a:pt x="953" y="196"/>
                      <a:pt x="878" y="95"/>
                    </a:cubicBezTo>
                    <a:cubicBezTo>
                      <a:pt x="842" y="41"/>
                      <a:pt x="753" y="0"/>
                      <a:pt x="6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1" name="Google Shape;4421;p52"/>
              <p:cNvSpPr/>
              <p:nvPr/>
            </p:nvSpPr>
            <p:spPr>
              <a:xfrm>
                <a:off x="-7519250" y="-603225"/>
                <a:ext cx="17550" cy="19775"/>
              </a:xfrm>
              <a:custGeom>
                <a:rect b="b" l="l" r="r" t="t"/>
                <a:pathLst>
                  <a:path extrusionOk="0" h="791" w="702">
                    <a:moveTo>
                      <a:pt x="526" y="1"/>
                    </a:moveTo>
                    <a:cubicBezTo>
                      <a:pt x="501" y="1"/>
                      <a:pt x="476" y="7"/>
                      <a:pt x="451" y="20"/>
                    </a:cubicBezTo>
                    <a:lnTo>
                      <a:pt x="401" y="20"/>
                    </a:lnTo>
                    <a:cubicBezTo>
                      <a:pt x="351" y="45"/>
                      <a:pt x="326" y="70"/>
                      <a:pt x="326" y="95"/>
                    </a:cubicBezTo>
                    <a:cubicBezTo>
                      <a:pt x="226" y="220"/>
                      <a:pt x="125" y="346"/>
                      <a:pt x="50" y="471"/>
                    </a:cubicBezTo>
                    <a:cubicBezTo>
                      <a:pt x="25" y="496"/>
                      <a:pt x="25" y="521"/>
                      <a:pt x="25" y="546"/>
                    </a:cubicBezTo>
                    <a:cubicBezTo>
                      <a:pt x="0" y="571"/>
                      <a:pt x="0" y="621"/>
                      <a:pt x="25" y="646"/>
                    </a:cubicBezTo>
                    <a:cubicBezTo>
                      <a:pt x="25" y="696"/>
                      <a:pt x="75" y="747"/>
                      <a:pt x="125" y="772"/>
                    </a:cubicBezTo>
                    <a:cubicBezTo>
                      <a:pt x="150" y="784"/>
                      <a:pt x="175" y="790"/>
                      <a:pt x="201" y="790"/>
                    </a:cubicBezTo>
                    <a:cubicBezTo>
                      <a:pt x="226" y="790"/>
                      <a:pt x="251" y="784"/>
                      <a:pt x="276" y="772"/>
                    </a:cubicBezTo>
                    <a:lnTo>
                      <a:pt x="326" y="772"/>
                    </a:lnTo>
                    <a:cubicBezTo>
                      <a:pt x="351" y="747"/>
                      <a:pt x="376" y="721"/>
                      <a:pt x="401" y="696"/>
                    </a:cubicBezTo>
                    <a:cubicBezTo>
                      <a:pt x="501" y="571"/>
                      <a:pt x="576" y="446"/>
                      <a:pt x="677" y="320"/>
                    </a:cubicBezTo>
                    <a:cubicBezTo>
                      <a:pt x="702" y="295"/>
                      <a:pt x="702" y="270"/>
                      <a:pt x="702" y="245"/>
                    </a:cubicBezTo>
                    <a:cubicBezTo>
                      <a:pt x="702" y="220"/>
                      <a:pt x="702" y="195"/>
                      <a:pt x="702" y="145"/>
                    </a:cubicBezTo>
                    <a:cubicBezTo>
                      <a:pt x="677" y="95"/>
                      <a:pt x="652" y="45"/>
                      <a:pt x="602" y="20"/>
                    </a:cubicBezTo>
                    <a:cubicBezTo>
                      <a:pt x="576" y="7"/>
                      <a:pt x="551" y="1"/>
                      <a:pt x="5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2" name="Google Shape;4422;p52"/>
              <p:cNvSpPr/>
              <p:nvPr/>
            </p:nvSpPr>
            <p:spPr>
              <a:xfrm>
                <a:off x="-7578150" y="-357750"/>
                <a:ext cx="14425" cy="42775"/>
              </a:xfrm>
              <a:custGeom>
                <a:rect b="b" l="l" r="r" t="t"/>
                <a:pathLst>
                  <a:path extrusionOk="0" h="1711" w="577">
                    <a:moveTo>
                      <a:pt x="276" y="0"/>
                    </a:moveTo>
                    <a:cubicBezTo>
                      <a:pt x="151" y="0"/>
                      <a:pt x="75" y="101"/>
                      <a:pt x="50" y="201"/>
                    </a:cubicBezTo>
                    <a:cubicBezTo>
                      <a:pt x="0" y="652"/>
                      <a:pt x="50" y="1128"/>
                      <a:pt x="151" y="1554"/>
                    </a:cubicBezTo>
                    <a:cubicBezTo>
                      <a:pt x="171" y="1659"/>
                      <a:pt x="262" y="1711"/>
                      <a:pt x="350" y="1711"/>
                    </a:cubicBezTo>
                    <a:cubicBezTo>
                      <a:pt x="367" y="1711"/>
                      <a:pt x="384" y="1709"/>
                      <a:pt x="401" y="1705"/>
                    </a:cubicBezTo>
                    <a:cubicBezTo>
                      <a:pt x="526" y="1679"/>
                      <a:pt x="577" y="1554"/>
                      <a:pt x="552" y="1454"/>
                    </a:cubicBezTo>
                    <a:cubicBezTo>
                      <a:pt x="451" y="1053"/>
                      <a:pt x="426" y="627"/>
                      <a:pt x="476" y="201"/>
                    </a:cubicBezTo>
                    <a:cubicBezTo>
                      <a:pt x="476" y="101"/>
                      <a:pt x="376"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3" name="Google Shape;4423;p52"/>
              <p:cNvSpPr/>
              <p:nvPr/>
            </p:nvSpPr>
            <p:spPr>
              <a:xfrm>
                <a:off x="-7481675" y="-228325"/>
                <a:ext cx="13200" cy="22225"/>
              </a:xfrm>
              <a:custGeom>
                <a:rect b="b" l="l" r="r" t="t"/>
                <a:pathLst>
                  <a:path extrusionOk="0" h="889" w="528">
                    <a:moveTo>
                      <a:pt x="211" y="1"/>
                    </a:moveTo>
                    <a:cubicBezTo>
                      <a:pt x="193" y="1"/>
                      <a:pt x="173" y="4"/>
                      <a:pt x="151" y="11"/>
                    </a:cubicBezTo>
                    <a:cubicBezTo>
                      <a:pt x="101" y="36"/>
                      <a:pt x="76" y="61"/>
                      <a:pt x="51" y="112"/>
                    </a:cubicBezTo>
                    <a:cubicBezTo>
                      <a:pt x="1" y="162"/>
                      <a:pt x="1" y="212"/>
                      <a:pt x="26" y="262"/>
                    </a:cubicBezTo>
                    <a:cubicBezTo>
                      <a:pt x="51" y="412"/>
                      <a:pt x="76" y="588"/>
                      <a:pt x="101" y="738"/>
                    </a:cubicBezTo>
                    <a:cubicBezTo>
                      <a:pt x="126" y="788"/>
                      <a:pt x="176" y="838"/>
                      <a:pt x="201" y="863"/>
                    </a:cubicBezTo>
                    <a:cubicBezTo>
                      <a:pt x="251" y="888"/>
                      <a:pt x="327" y="888"/>
                      <a:pt x="377" y="888"/>
                    </a:cubicBezTo>
                    <a:cubicBezTo>
                      <a:pt x="427" y="863"/>
                      <a:pt x="477" y="838"/>
                      <a:pt x="502" y="788"/>
                    </a:cubicBezTo>
                    <a:cubicBezTo>
                      <a:pt x="527" y="738"/>
                      <a:pt x="527" y="688"/>
                      <a:pt x="502" y="613"/>
                    </a:cubicBezTo>
                    <a:cubicBezTo>
                      <a:pt x="477" y="462"/>
                      <a:pt x="452" y="312"/>
                      <a:pt x="427" y="162"/>
                    </a:cubicBezTo>
                    <a:cubicBezTo>
                      <a:pt x="402" y="112"/>
                      <a:pt x="377" y="61"/>
                      <a:pt x="327" y="36"/>
                    </a:cubicBezTo>
                    <a:cubicBezTo>
                      <a:pt x="291" y="19"/>
                      <a:pt x="256" y="1"/>
                      <a:pt x="2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4" name="Google Shape;4424;p52"/>
              <p:cNvSpPr/>
              <p:nvPr/>
            </p:nvSpPr>
            <p:spPr>
              <a:xfrm>
                <a:off x="-7209725" y="114675"/>
                <a:ext cx="39500" cy="25875"/>
              </a:xfrm>
              <a:custGeom>
                <a:rect b="b" l="l" r="r" t="t"/>
                <a:pathLst>
                  <a:path extrusionOk="0" h="1035" w="1580">
                    <a:moveTo>
                      <a:pt x="229" y="1"/>
                    </a:moveTo>
                    <a:cubicBezTo>
                      <a:pt x="176" y="1"/>
                      <a:pt x="125" y="26"/>
                      <a:pt x="100" y="76"/>
                    </a:cubicBezTo>
                    <a:cubicBezTo>
                      <a:pt x="0" y="151"/>
                      <a:pt x="25" y="276"/>
                      <a:pt x="100" y="352"/>
                    </a:cubicBezTo>
                    <a:cubicBezTo>
                      <a:pt x="401" y="727"/>
                      <a:pt x="852" y="978"/>
                      <a:pt x="1303" y="1028"/>
                    </a:cubicBezTo>
                    <a:cubicBezTo>
                      <a:pt x="1321" y="1033"/>
                      <a:pt x="1338" y="1035"/>
                      <a:pt x="1357" y="1035"/>
                    </a:cubicBezTo>
                    <a:cubicBezTo>
                      <a:pt x="1444" y="1035"/>
                      <a:pt x="1533" y="986"/>
                      <a:pt x="1554" y="903"/>
                    </a:cubicBezTo>
                    <a:cubicBezTo>
                      <a:pt x="1579" y="803"/>
                      <a:pt x="1529" y="652"/>
                      <a:pt x="1429" y="627"/>
                    </a:cubicBezTo>
                    <a:cubicBezTo>
                      <a:pt x="1303" y="627"/>
                      <a:pt x="1203" y="602"/>
                      <a:pt x="1103" y="552"/>
                    </a:cubicBezTo>
                    <a:cubicBezTo>
                      <a:pt x="1078" y="552"/>
                      <a:pt x="1053" y="552"/>
                      <a:pt x="1028" y="527"/>
                    </a:cubicBezTo>
                    <a:lnTo>
                      <a:pt x="1003" y="527"/>
                    </a:lnTo>
                    <a:cubicBezTo>
                      <a:pt x="952" y="502"/>
                      <a:pt x="902" y="477"/>
                      <a:pt x="852" y="452"/>
                    </a:cubicBezTo>
                    <a:cubicBezTo>
                      <a:pt x="802" y="427"/>
                      <a:pt x="752" y="402"/>
                      <a:pt x="727" y="377"/>
                    </a:cubicBezTo>
                    <a:cubicBezTo>
                      <a:pt x="702" y="352"/>
                      <a:pt x="677" y="326"/>
                      <a:pt x="652" y="326"/>
                    </a:cubicBezTo>
                    <a:cubicBezTo>
                      <a:pt x="652" y="326"/>
                      <a:pt x="627" y="301"/>
                      <a:pt x="627" y="301"/>
                    </a:cubicBezTo>
                    <a:cubicBezTo>
                      <a:pt x="526" y="226"/>
                      <a:pt x="451" y="151"/>
                      <a:pt x="376" y="76"/>
                    </a:cubicBezTo>
                    <a:cubicBezTo>
                      <a:pt x="338" y="26"/>
                      <a:pt x="282" y="1"/>
                      <a:pt x="2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5" name="Google Shape;4425;p52"/>
              <p:cNvSpPr/>
              <p:nvPr/>
            </p:nvSpPr>
            <p:spPr>
              <a:xfrm>
                <a:off x="-7286800" y="-374050"/>
                <a:ext cx="13800" cy="10675"/>
              </a:xfrm>
              <a:custGeom>
                <a:rect b="b" l="l" r="r" t="t"/>
                <a:pathLst>
                  <a:path extrusionOk="0" h="427"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9" name="Shape 4429"/>
        <p:cNvGrpSpPr/>
        <p:nvPr/>
      </p:nvGrpSpPr>
      <p:grpSpPr>
        <a:xfrm>
          <a:off x="0" y="0"/>
          <a:ext cx="0" cy="0"/>
          <a:chOff x="0" y="0"/>
          <a:chExt cx="0" cy="0"/>
        </a:xfrm>
      </p:grpSpPr>
      <p:sp>
        <p:nvSpPr>
          <p:cNvPr id="4430" name="Google Shape;4430;p53"/>
          <p:cNvSpPr txBox="1"/>
          <p:nvPr/>
        </p:nvSpPr>
        <p:spPr>
          <a:xfrm>
            <a:off x="355975" y="1050050"/>
            <a:ext cx="7987200" cy="27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800">
                <a:latin typeface="Rubik"/>
                <a:ea typeface="Rubik"/>
                <a:cs typeface="Rubik"/>
                <a:sym typeface="Rubik"/>
              </a:rPr>
              <a:t>Cyberstalking is proved to be a grave offence. It has very far-reaching impact on the mental and physical health of the victim.</a:t>
            </a:r>
            <a:endParaRPr sz="1800">
              <a:latin typeface="Rubik"/>
              <a:ea typeface="Rubik"/>
              <a:cs typeface="Rubik"/>
              <a:sym typeface="Rubik"/>
            </a:endParaRPr>
          </a:p>
          <a:p>
            <a:pPr indent="0" lvl="0" marL="0" rtl="0" algn="l">
              <a:spcBef>
                <a:spcPts val="0"/>
              </a:spcBef>
              <a:spcAft>
                <a:spcPts val="0"/>
              </a:spcAft>
              <a:buNone/>
            </a:pPr>
            <a:r>
              <a:rPr lang="fr-FR" sz="1800">
                <a:latin typeface="Rubik"/>
                <a:ea typeface="Rubik"/>
                <a:cs typeface="Rubik"/>
                <a:sym typeface="Rubik"/>
              </a:rPr>
              <a:t>Many countries have legislation on this subject while in others it is still debated.</a:t>
            </a:r>
            <a:endParaRPr sz="1800">
              <a:latin typeface="Rubik"/>
              <a:ea typeface="Rubik"/>
              <a:cs typeface="Rubik"/>
              <a:sym typeface="Rubik"/>
            </a:endParaRPr>
          </a:p>
          <a:p>
            <a:pPr indent="0" lvl="0" marL="0" rtl="0" algn="l">
              <a:spcBef>
                <a:spcPts val="0"/>
              </a:spcBef>
              <a:spcAft>
                <a:spcPts val="0"/>
              </a:spcAft>
              <a:buNone/>
            </a:pPr>
            <a:r>
              <a:rPr lang="fr-FR" sz="1800">
                <a:latin typeface="Rubik"/>
                <a:ea typeface="Rubik"/>
                <a:cs typeface="Rubik"/>
                <a:sym typeface="Rubik"/>
              </a:rPr>
              <a:t>Cyberstalking is a punishable offence and should always be reported.</a:t>
            </a:r>
            <a:endParaRPr sz="1800">
              <a:latin typeface="Rubik"/>
              <a:ea typeface="Rubik"/>
              <a:cs typeface="Rubik"/>
              <a:sym typeface="Rubik"/>
            </a:endParaRPr>
          </a:p>
          <a:p>
            <a:pPr indent="0" lvl="0" marL="0" rtl="0" algn="l">
              <a:spcBef>
                <a:spcPts val="0"/>
              </a:spcBef>
              <a:spcAft>
                <a:spcPts val="0"/>
              </a:spcAft>
              <a:buNone/>
            </a:pPr>
            <a:r>
              <a:rPr lang="fr-FR" sz="1800">
                <a:latin typeface="Rubik"/>
                <a:ea typeface="Rubik"/>
                <a:cs typeface="Rubik"/>
                <a:sym typeface="Rubik"/>
              </a:rPr>
              <a:t>It is important to conduct further and continue research on cyberstalking to help law enforcement and victim service providers build prevention strategies.</a:t>
            </a:r>
            <a:endParaRPr sz="1800">
              <a:latin typeface="Rubik"/>
              <a:ea typeface="Rubik"/>
              <a:cs typeface="Rubik"/>
              <a:sym typeface="Rubik"/>
            </a:endParaRPr>
          </a:p>
          <a:p>
            <a:pPr indent="0" lvl="0" marL="0" rtl="0" algn="l">
              <a:spcBef>
                <a:spcPts val="0"/>
              </a:spcBef>
              <a:spcAft>
                <a:spcPts val="0"/>
              </a:spcAft>
              <a:buNone/>
            </a:pPr>
            <a:r>
              <a:t/>
            </a:r>
            <a:endParaRPr sz="2000">
              <a:latin typeface="Rubik"/>
              <a:ea typeface="Rubik"/>
              <a:cs typeface="Rubik"/>
              <a:sym typeface="Rubik"/>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4" name="Shape 4434"/>
        <p:cNvGrpSpPr/>
        <p:nvPr/>
      </p:nvGrpSpPr>
      <p:grpSpPr>
        <a:xfrm>
          <a:off x="0" y="0"/>
          <a:ext cx="0" cy="0"/>
          <a:chOff x="0" y="0"/>
          <a:chExt cx="0" cy="0"/>
        </a:xfrm>
      </p:grpSpPr>
      <p:sp>
        <p:nvSpPr>
          <p:cNvPr id="4435" name="Google Shape;4435;p54"/>
          <p:cNvSpPr txBox="1"/>
          <p:nvPr>
            <p:ph idx="4294967295" type="body"/>
          </p:nvPr>
        </p:nvSpPr>
        <p:spPr>
          <a:xfrm>
            <a:off x="720000" y="1017725"/>
            <a:ext cx="7704000" cy="616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SzPts val="1400"/>
              <a:buNone/>
            </a:pPr>
            <a:r>
              <a:rPr lang="fr-FR" u="sng">
                <a:solidFill>
                  <a:schemeClr val="hlink"/>
                </a:solidFill>
                <a:hlinkClick r:id="rId3"/>
              </a:rPr>
              <a:t>https://bjs.ojp.gov/content/pub/pdf/sv19.pdf</a:t>
            </a:r>
            <a:endParaRPr>
              <a:solidFill>
                <a:schemeClr val="accent1"/>
              </a:solidFill>
            </a:endParaRPr>
          </a:p>
          <a:p>
            <a:pPr indent="0" lvl="0" marL="0" marR="0" rtl="0" algn="l">
              <a:lnSpc>
                <a:spcPct val="100000"/>
              </a:lnSpc>
              <a:spcBef>
                <a:spcPts val="0"/>
              </a:spcBef>
              <a:spcAft>
                <a:spcPts val="0"/>
              </a:spcAft>
              <a:buSzPts val="1400"/>
              <a:buNone/>
            </a:pPr>
            <a:r>
              <a:t/>
            </a:r>
            <a:endParaRPr>
              <a:solidFill>
                <a:schemeClr val="accent1"/>
              </a:solidFill>
            </a:endParaRPr>
          </a:p>
        </p:txBody>
      </p:sp>
      <p:sp>
        <p:nvSpPr>
          <p:cNvPr id="4436" name="Google Shape;4436;p5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fr-FR"/>
              <a:t>ALTERNATIVE RESOURCES</a:t>
            </a:r>
            <a:endParaRPr/>
          </a:p>
        </p:txBody>
      </p:sp>
      <p:sp>
        <p:nvSpPr>
          <p:cNvPr id="4437" name="Google Shape;4437;p54"/>
          <p:cNvSpPr/>
          <p:nvPr/>
        </p:nvSpPr>
        <p:spPr>
          <a:xfrm>
            <a:off x="7680899" y="2834459"/>
            <a:ext cx="749999" cy="637262"/>
          </a:xfrm>
          <a:custGeom>
            <a:rect b="b" l="l" r="r" t="t"/>
            <a:pathLst>
              <a:path extrusionOk="0" h="11139" w="13109">
                <a:moveTo>
                  <a:pt x="9086" y="1426"/>
                </a:moveTo>
                <a:cubicBezTo>
                  <a:pt x="9595" y="1426"/>
                  <a:pt x="10098" y="1561"/>
                  <a:pt x="10552" y="1805"/>
                </a:cubicBezTo>
                <a:cubicBezTo>
                  <a:pt x="10427" y="2407"/>
                  <a:pt x="10076" y="3008"/>
                  <a:pt x="9574" y="3359"/>
                </a:cubicBezTo>
                <a:cubicBezTo>
                  <a:pt x="9257" y="3590"/>
                  <a:pt x="8831" y="3746"/>
                  <a:pt x="8418" y="3746"/>
                </a:cubicBezTo>
                <a:cubicBezTo>
                  <a:pt x="8113" y="3746"/>
                  <a:pt x="7814" y="3661"/>
                  <a:pt x="7569" y="3459"/>
                </a:cubicBezTo>
                <a:cubicBezTo>
                  <a:pt x="7244" y="3184"/>
                  <a:pt x="7193" y="2758"/>
                  <a:pt x="7344" y="2382"/>
                </a:cubicBezTo>
                <a:cubicBezTo>
                  <a:pt x="7519" y="1906"/>
                  <a:pt x="7970" y="1630"/>
                  <a:pt x="8422" y="1505"/>
                </a:cubicBezTo>
                <a:cubicBezTo>
                  <a:pt x="8642" y="1451"/>
                  <a:pt x="8865" y="1426"/>
                  <a:pt x="9086" y="1426"/>
                </a:cubicBezTo>
                <a:close/>
                <a:moveTo>
                  <a:pt x="7511" y="6377"/>
                </a:moveTo>
                <a:cubicBezTo>
                  <a:pt x="7555" y="6377"/>
                  <a:pt x="7599" y="6382"/>
                  <a:pt x="7645" y="6392"/>
                </a:cubicBezTo>
                <a:cubicBezTo>
                  <a:pt x="8021" y="6467"/>
                  <a:pt x="8246" y="6843"/>
                  <a:pt x="8371" y="7194"/>
                </a:cubicBezTo>
                <a:cubicBezTo>
                  <a:pt x="8572" y="7820"/>
                  <a:pt x="8447" y="8522"/>
                  <a:pt x="8171" y="9124"/>
                </a:cubicBezTo>
                <a:cubicBezTo>
                  <a:pt x="8046" y="9099"/>
                  <a:pt x="7920" y="9074"/>
                  <a:pt x="7795" y="9023"/>
                </a:cubicBezTo>
                <a:cubicBezTo>
                  <a:pt x="7093" y="8698"/>
                  <a:pt x="6542" y="7896"/>
                  <a:pt x="6742" y="7094"/>
                </a:cubicBezTo>
                <a:cubicBezTo>
                  <a:pt x="6832" y="6756"/>
                  <a:pt x="7125" y="6377"/>
                  <a:pt x="7511" y="6377"/>
                </a:cubicBezTo>
                <a:close/>
                <a:moveTo>
                  <a:pt x="4185" y="7883"/>
                </a:moveTo>
                <a:cubicBezTo>
                  <a:pt x="4481" y="7883"/>
                  <a:pt x="4774" y="7991"/>
                  <a:pt x="4963" y="8221"/>
                </a:cubicBezTo>
                <a:cubicBezTo>
                  <a:pt x="5239" y="8572"/>
                  <a:pt x="5138" y="9074"/>
                  <a:pt x="4938" y="9449"/>
                </a:cubicBezTo>
                <a:cubicBezTo>
                  <a:pt x="4712" y="9901"/>
                  <a:pt x="4286" y="10251"/>
                  <a:pt x="3835" y="10502"/>
                </a:cubicBezTo>
                <a:cubicBezTo>
                  <a:pt x="3534" y="10302"/>
                  <a:pt x="3309" y="10051"/>
                  <a:pt x="3183" y="9725"/>
                </a:cubicBezTo>
                <a:cubicBezTo>
                  <a:pt x="2858" y="9023"/>
                  <a:pt x="3133" y="7996"/>
                  <a:pt x="4010" y="7896"/>
                </a:cubicBezTo>
                <a:cubicBezTo>
                  <a:pt x="4068" y="7887"/>
                  <a:pt x="4127" y="7883"/>
                  <a:pt x="4185" y="7883"/>
                </a:cubicBezTo>
                <a:close/>
                <a:moveTo>
                  <a:pt x="10427" y="1"/>
                </a:moveTo>
                <a:cubicBezTo>
                  <a:pt x="10351" y="26"/>
                  <a:pt x="10301" y="51"/>
                  <a:pt x="10226" y="76"/>
                </a:cubicBezTo>
                <a:cubicBezTo>
                  <a:pt x="10477" y="477"/>
                  <a:pt x="10602" y="903"/>
                  <a:pt x="10602" y="1379"/>
                </a:cubicBezTo>
                <a:cubicBezTo>
                  <a:pt x="10602" y="1454"/>
                  <a:pt x="10577" y="1530"/>
                  <a:pt x="10577" y="1580"/>
                </a:cubicBezTo>
                <a:cubicBezTo>
                  <a:pt x="10276" y="1429"/>
                  <a:pt x="9950" y="1329"/>
                  <a:pt x="9599" y="1279"/>
                </a:cubicBezTo>
                <a:cubicBezTo>
                  <a:pt x="9432" y="1246"/>
                  <a:pt x="9254" y="1229"/>
                  <a:pt x="9073" y="1229"/>
                </a:cubicBezTo>
                <a:cubicBezTo>
                  <a:pt x="8280" y="1229"/>
                  <a:pt x="7429" y="1556"/>
                  <a:pt x="7143" y="2332"/>
                </a:cubicBezTo>
                <a:cubicBezTo>
                  <a:pt x="6968" y="2758"/>
                  <a:pt x="7043" y="3234"/>
                  <a:pt x="7369" y="3560"/>
                </a:cubicBezTo>
                <a:cubicBezTo>
                  <a:pt x="7645" y="3810"/>
                  <a:pt x="8021" y="3936"/>
                  <a:pt x="8396" y="3961"/>
                </a:cubicBezTo>
                <a:cubicBezTo>
                  <a:pt x="8415" y="3961"/>
                  <a:pt x="8433" y="3962"/>
                  <a:pt x="8452" y="3962"/>
                </a:cubicBezTo>
                <a:cubicBezTo>
                  <a:pt x="9305" y="3962"/>
                  <a:pt x="10034" y="3394"/>
                  <a:pt x="10427" y="2683"/>
                </a:cubicBezTo>
                <a:cubicBezTo>
                  <a:pt x="10577" y="2457"/>
                  <a:pt x="10652" y="2181"/>
                  <a:pt x="10727" y="1906"/>
                </a:cubicBezTo>
                <a:cubicBezTo>
                  <a:pt x="10752" y="1931"/>
                  <a:pt x="10803" y="1956"/>
                  <a:pt x="10828" y="1981"/>
                </a:cubicBezTo>
                <a:cubicBezTo>
                  <a:pt x="11529" y="2432"/>
                  <a:pt x="12056" y="3134"/>
                  <a:pt x="12281" y="3961"/>
                </a:cubicBezTo>
                <a:cubicBezTo>
                  <a:pt x="12532" y="4788"/>
                  <a:pt x="12432" y="5690"/>
                  <a:pt x="12106" y="6492"/>
                </a:cubicBezTo>
                <a:cubicBezTo>
                  <a:pt x="11780" y="7319"/>
                  <a:pt x="11204" y="8046"/>
                  <a:pt x="10477" y="8547"/>
                </a:cubicBezTo>
                <a:cubicBezTo>
                  <a:pt x="9938" y="8907"/>
                  <a:pt x="9258" y="9185"/>
                  <a:pt x="8599" y="9185"/>
                </a:cubicBezTo>
                <a:cubicBezTo>
                  <a:pt x="8523" y="9185"/>
                  <a:pt x="8447" y="9182"/>
                  <a:pt x="8371" y="9174"/>
                </a:cubicBezTo>
                <a:cubicBezTo>
                  <a:pt x="8472" y="8948"/>
                  <a:pt x="8547" y="8748"/>
                  <a:pt x="8597" y="8497"/>
                </a:cubicBezTo>
                <a:cubicBezTo>
                  <a:pt x="8672" y="8046"/>
                  <a:pt x="8697" y="7545"/>
                  <a:pt x="8547" y="7094"/>
                </a:cubicBezTo>
                <a:cubicBezTo>
                  <a:pt x="8422" y="6718"/>
                  <a:pt x="8146" y="6342"/>
                  <a:pt x="7770" y="6216"/>
                </a:cubicBezTo>
                <a:cubicBezTo>
                  <a:pt x="7689" y="6189"/>
                  <a:pt x="7608" y="6177"/>
                  <a:pt x="7530" y="6177"/>
                </a:cubicBezTo>
                <a:cubicBezTo>
                  <a:pt x="7172" y="6177"/>
                  <a:pt x="6852" y="6434"/>
                  <a:pt x="6667" y="6743"/>
                </a:cubicBezTo>
                <a:cubicBezTo>
                  <a:pt x="6467" y="7119"/>
                  <a:pt x="6442" y="7570"/>
                  <a:pt x="6592" y="7996"/>
                </a:cubicBezTo>
                <a:cubicBezTo>
                  <a:pt x="6843" y="8673"/>
                  <a:pt x="7419" y="9149"/>
                  <a:pt x="8071" y="9299"/>
                </a:cubicBezTo>
                <a:cubicBezTo>
                  <a:pt x="7995" y="9475"/>
                  <a:pt x="7895" y="9600"/>
                  <a:pt x="7795" y="9750"/>
                </a:cubicBezTo>
                <a:cubicBezTo>
                  <a:pt x="7244" y="10477"/>
                  <a:pt x="6341" y="10928"/>
                  <a:pt x="5414" y="10928"/>
                </a:cubicBezTo>
                <a:cubicBezTo>
                  <a:pt x="5366" y="10931"/>
                  <a:pt x="5319" y="10932"/>
                  <a:pt x="5271" y="10932"/>
                </a:cubicBezTo>
                <a:cubicBezTo>
                  <a:pt x="4839" y="10932"/>
                  <a:pt x="4396" y="10830"/>
                  <a:pt x="4036" y="10627"/>
                </a:cubicBezTo>
                <a:cubicBezTo>
                  <a:pt x="4161" y="10527"/>
                  <a:pt x="4311" y="10452"/>
                  <a:pt x="4437" y="10352"/>
                </a:cubicBezTo>
                <a:cubicBezTo>
                  <a:pt x="4813" y="10051"/>
                  <a:pt x="5138" y="9650"/>
                  <a:pt x="5264" y="9174"/>
                </a:cubicBezTo>
                <a:cubicBezTo>
                  <a:pt x="5389" y="8773"/>
                  <a:pt x="5339" y="8272"/>
                  <a:pt x="4988" y="7971"/>
                </a:cubicBezTo>
                <a:cubicBezTo>
                  <a:pt x="4753" y="7775"/>
                  <a:pt x="4456" y="7671"/>
                  <a:pt x="4146" y="7671"/>
                </a:cubicBezTo>
                <a:cubicBezTo>
                  <a:pt x="4060" y="7671"/>
                  <a:pt x="3972" y="7679"/>
                  <a:pt x="3885" y="7695"/>
                </a:cubicBezTo>
                <a:cubicBezTo>
                  <a:pt x="3484" y="7770"/>
                  <a:pt x="3158" y="8046"/>
                  <a:pt x="2983" y="8422"/>
                </a:cubicBezTo>
                <a:cubicBezTo>
                  <a:pt x="2807" y="8848"/>
                  <a:pt x="2807" y="9324"/>
                  <a:pt x="2958" y="9725"/>
                </a:cubicBezTo>
                <a:cubicBezTo>
                  <a:pt x="3083" y="10076"/>
                  <a:pt x="3334" y="10377"/>
                  <a:pt x="3609" y="10602"/>
                </a:cubicBezTo>
                <a:cubicBezTo>
                  <a:pt x="3384" y="10703"/>
                  <a:pt x="3133" y="10778"/>
                  <a:pt x="2883" y="10828"/>
                </a:cubicBezTo>
                <a:cubicBezTo>
                  <a:pt x="2690" y="10863"/>
                  <a:pt x="2495" y="10880"/>
                  <a:pt x="2300" y="10880"/>
                </a:cubicBezTo>
                <a:cubicBezTo>
                  <a:pt x="1658" y="10880"/>
                  <a:pt x="1021" y="10692"/>
                  <a:pt x="502" y="10327"/>
                </a:cubicBezTo>
                <a:cubicBezTo>
                  <a:pt x="326" y="10201"/>
                  <a:pt x="176" y="10076"/>
                  <a:pt x="26" y="9926"/>
                </a:cubicBezTo>
                <a:cubicBezTo>
                  <a:pt x="26" y="10001"/>
                  <a:pt x="0" y="10076"/>
                  <a:pt x="0" y="10176"/>
                </a:cubicBezTo>
                <a:cubicBezTo>
                  <a:pt x="502" y="10652"/>
                  <a:pt x="1128" y="10953"/>
                  <a:pt x="1830" y="11053"/>
                </a:cubicBezTo>
                <a:cubicBezTo>
                  <a:pt x="1984" y="11076"/>
                  <a:pt x="2140" y="11087"/>
                  <a:pt x="2295" y="11087"/>
                </a:cubicBezTo>
                <a:cubicBezTo>
                  <a:pt x="2822" y="11087"/>
                  <a:pt x="3346" y="10960"/>
                  <a:pt x="3810" y="10728"/>
                </a:cubicBezTo>
                <a:cubicBezTo>
                  <a:pt x="3835" y="10753"/>
                  <a:pt x="3860" y="10753"/>
                  <a:pt x="3885" y="10778"/>
                </a:cubicBezTo>
                <a:cubicBezTo>
                  <a:pt x="4318" y="11025"/>
                  <a:pt x="4805" y="11138"/>
                  <a:pt x="5300" y="11138"/>
                </a:cubicBezTo>
                <a:cubicBezTo>
                  <a:pt x="5808" y="11138"/>
                  <a:pt x="6323" y="11019"/>
                  <a:pt x="6792" y="10803"/>
                </a:cubicBezTo>
                <a:cubicBezTo>
                  <a:pt x="7444" y="10502"/>
                  <a:pt x="7945" y="9976"/>
                  <a:pt x="8271" y="9349"/>
                </a:cubicBezTo>
                <a:cubicBezTo>
                  <a:pt x="8378" y="9367"/>
                  <a:pt x="8496" y="9385"/>
                  <a:pt x="8610" y="9385"/>
                </a:cubicBezTo>
                <a:cubicBezTo>
                  <a:pt x="8657" y="9385"/>
                  <a:pt x="8703" y="9382"/>
                  <a:pt x="8747" y="9374"/>
                </a:cubicBezTo>
                <a:cubicBezTo>
                  <a:pt x="9775" y="9349"/>
                  <a:pt x="10727" y="8748"/>
                  <a:pt x="11404" y="7996"/>
                </a:cubicBezTo>
                <a:cubicBezTo>
                  <a:pt x="12682" y="6567"/>
                  <a:pt x="13108" y="4312"/>
                  <a:pt x="11905" y="2708"/>
                </a:cubicBezTo>
                <a:cubicBezTo>
                  <a:pt x="11579" y="2307"/>
                  <a:pt x="11204" y="1956"/>
                  <a:pt x="10752" y="1705"/>
                </a:cubicBezTo>
                <a:cubicBezTo>
                  <a:pt x="10828" y="1204"/>
                  <a:pt x="10777" y="677"/>
                  <a:pt x="10552" y="226"/>
                </a:cubicBezTo>
                <a:cubicBezTo>
                  <a:pt x="10502" y="151"/>
                  <a:pt x="10452" y="76"/>
                  <a:pt x="104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8" name="Google Shape;4438;p54"/>
          <p:cNvSpPr/>
          <p:nvPr/>
        </p:nvSpPr>
        <p:spPr>
          <a:xfrm rot="5930358">
            <a:off x="4066110" y="2400154"/>
            <a:ext cx="662511" cy="343215"/>
          </a:xfrm>
          <a:custGeom>
            <a:rect b="b" l="l" r="r" t="t"/>
            <a:pathLst>
              <a:path extrusionOk="0" h="6537" w="12619">
                <a:moveTo>
                  <a:pt x="4306" y="1382"/>
                </a:moveTo>
                <a:cubicBezTo>
                  <a:pt x="4744" y="1382"/>
                  <a:pt x="5197" y="1630"/>
                  <a:pt x="5364" y="2056"/>
                </a:cubicBezTo>
                <a:cubicBezTo>
                  <a:pt x="5564" y="2657"/>
                  <a:pt x="5088" y="3158"/>
                  <a:pt x="4587" y="3409"/>
                </a:cubicBezTo>
                <a:cubicBezTo>
                  <a:pt x="4248" y="3578"/>
                  <a:pt x="3873" y="3640"/>
                  <a:pt x="3493" y="3640"/>
                </a:cubicBezTo>
                <a:cubicBezTo>
                  <a:pt x="3423" y="3640"/>
                  <a:pt x="3353" y="3638"/>
                  <a:pt x="3283" y="3635"/>
                </a:cubicBezTo>
                <a:cubicBezTo>
                  <a:pt x="3208" y="3484"/>
                  <a:pt x="3133" y="3309"/>
                  <a:pt x="3108" y="3158"/>
                </a:cubicBezTo>
                <a:cubicBezTo>
                  <a:pt x="2983" y="2507"/>
                  <a:pt x="3258" y="1780"/>
                  <a:pt x="3860" y="1479"/>
                </a:cubicBezTo>
                <a:cubicBezTo>
                  <a:pt x="3998" y="1413"/>
                  <a:pt x="4151" y="1382"/>
                  <a:pt x="4306" y="1382"/>
                </a:cubicBezTo>
                <a:close/>
                <a:moveTo>
                  <a:pt x="6977" y="2192"/>
                </a:moveTo>
                <a:cubicBezTo>
                  <a:pt x="7022" y="2192"/>
                  <a:pt x="7069" y="2197"/>
                  <a:pt x="7118" y="2206"/>
                </a:cubicBezTo>
                <a:cubicBezTo>
                  <a:pt x="7419" y="2281"/>
                  <a:pt x="7669" y="2507"/>
                  <a:pt x="7795" y="2782"/>
                </a:cubicBezTo>
                <a:cubicBezTo>
                  <a:pt x="7920" y="3108"/>
                  <a:pt x="7870" y="3459"/>
                  <a:pt x="7719" y="3760"/>
                </a:cubicBezTo>
                <a:cubicBezTo>
                  <a:pt x="7469" y="4261"/>
                  <a:pt x="7068" y="4587"/>
                  <a:pt x="6592" y="4762"/>
                </a:cubicBezTo>
                <a:cubicBezTo>
                  <a:pt x="6316" y="4361"/>
                  <a:pt x="6141" y="3860"/>
                  <a:pt x="6166" y="3359"/>
                </a:cubicBezTo>
                <a:cubicBezTo>
                  <a:pt x="6166" y="2872"/>
                  <a:pt x="6423" y="2192"/>
                  <a:pt x="6977" y="2192"/>
                </a:cubicBezTo>
                <a:close/>
                <a:moveTo>
                  <a:pt x="9853" y="2462"/>
                </a:moveTo>
                <a:cubicBezTo>
                  <a:pt x="10014" y="2462"/>
                  <a:pt x="10181" y="2526"/>
                  <a:pt x="10326" y="2632"/>
                </a:cubicBezTo>
                <a:cubicBezTo>
                  <a:pt x="10577" y="2833"/>
                  <a:pt x="10752" y="3133"/>
                  <a:pt x="10827" y="3459"/>
                </a:cubicBezTo>
                <a:cubicBezTo>
                  <a:pt x="10953" y="4061"/>
                  <a:pt x="10777" y="4737"/>
                  <a:pt x="10376" y="5213"/>
                </a:cubicBezTo>
                <a:cubicBezTo>
                  <a:pt x="10251" y="5389"/>
                  <a:pt x="10075" y="5514"/>
                  <a:pt x="9900" y="5614"/>
                </a:cubicBezTo>
                <a:cubicBezTo>
                  <a:pt x="9599" y="5339"/>
                  <a:pt x="9374" y="4963"/>
                  <a:pt x="9248" y="4537"/>
                </a:cubicBezTo>
                <a:cubicBezTo>
                  <a:pt x="9148" y="4236"/>
                  <a:pt x="9098" y="3910"/>
                  <a:pt x="9123" y="3584"/>
                </a:cubicBezTo>
                <a:cubicBezTo>
                  <a:pt x="9148" y="3259"/>
                  <a:pt x="9223" y="2883"/>
                  <a:pt x="9449" y="2632"/>
                </a:cubicBezTo>
                <a:cubicBezTo>
                  <a:pt x="9567" y="2514"/>
                  <a:pt x="9708" y="2462"/>
                  <a:pt x="9853" y="2462"/>
                </a:cubicBezTo>
                <a:close/>
                <a:moveTo>
                  <a:pt x="376" y="0"/>
                </a:moveTo>
                <a:cubicBezTo>
                  <a:pt x="301" y="0"/>
                  <a:pt x="226" y="25"/>
                  <a:pt x="151" y="51"/>
                </a:cubicBezTo>
                <a:cubicBezTo>
                  <a:pt x="0" y="752"/>
                  <a:pt x="125" y="1529"/>
                  <a:pt x="476" y="2156"/>
                </a:cubicBezTo>
                <a:cubicBezTo>
                  <a:pt x="852" y="2782"/>
                  <a:pt x="1429" y="3259"/>
                  <a:pt x="2105" y="3534"/>
                </a:cubicBezTo>
                <a:cubicBezTo>
                  <a:pt x="2431" y="3685"/>
                  <a:pt x="2782" y="3785"/>
                  <a:pt x="3158" y="3835"/>
                </a:cubicBezTo>
                <a:cubicBezTo>
                  <a:pt x="3258" y="4010"/>
                  <a:pt x="3409" y="4211"/>
                  <a:pt x="3559" y="4361"/>
                </a:cubicBezTo>
                <a:cubicBezTo>
                  <a:pt x="4087" y="4890"/>
                  <a:pt x="4838" y="5158"/>
                  <a:pt x="5586" y="5158"/>
                </a:cubicBezTo>
                <a:cubicBezTo>
                  <a:pt x="5902" y="5158"/>
                  <a:pt x="6218" y="5110"/>
                  <a:pt x="6516" y="5013"/>
                </a:cubicBezTo>
                <a:cubicBezTo>
                  <a:pt x="6792" y="5414"/>
                  <a:pt x="7168" y="5740"/>
                  <a:pt x="7619" y="5940"/>
                </a:cubicBezTo>
                <a:cubicBezTo>
                  <a:pt x="7963" y="6088"/>
                  <a:pt x="8331" y="6163"/>
                  <a:pt x="8696" y="6163"/>
                </a:cubicBezTo>
                <a:cubicBezTo>
                  <a:pt x="9077" y="6163"/>
                  <a:pt x="9455" y="6081"/>
                  <a:pt x="9800" y="5915"/>
                </a:cubicBezTo>
                <a:cubicBezTo>
                  <a:pt x="9825" y="5915"/>
                  <a:pt x="9850" y="5890"/>
                  <a:pt x="9875" y="5865"/>
                </a:cubicBezTo>
                <a:cubicBezTo>
                  <a:pt x="10301" y="6241"/>
                  <a:pt x="10852" y="6467"/>
                  <a:pt x="11429" y="6517"/>
                </a:cubicBezTo>
                <a:cubicBezTo>
                  <a:pt x="11523" y="6530"/>
                  <a:pt x="11619" y="6536"/>
                  <a:pt x="11715" y="6536"/>
                </a:cubicBezTo>
                <a:cubicBezTo>
                  <a:pt x="11979" y="6536"/>
                  <a:pt x="12250" y="6490"/>
                  <a:pt x="12506" y="6416"/>
                </a:cubicBezTo>
                <a:cubicBezTo>
                  <a:pt x="12618" y="6372"/>
                  <a:pt x="12591" y="6208"/>
                  <a:pt x="12495" y="6208"/>
                </a:cubicBezTo>
                <a:cubicBezTo>
                  <a:pt x="12483" y="6208"/>
                  <a:pt x="12470" y="6211"/>
                  <a:pt x="12456" y="6216"/>
                </a:cubicBezTo>
                <a:cubicBezTo>
                  <a:pt x="12211" y="6295"/>
                  <a:pt x="11949" y="6335"/>
                  <a:pt x="11686" y="6335"/>
                </a:cubicBezTo>
                <a:cubicBezTo>
                  <a:pt x="11279" y="6335"/>
                  <a:pt x="10867" y="6239"/>
                  <a:pt x="10501" y="6041"/>
                </a:cubicBezTo>
                <a:cubicBezTo>
                  <a:pt x="10326" y="5965"/>
                  <a:pt x="10201" y="5865"/>
                  <a:pt x="10050" y="5765"/>
                </a:cubicBezTo>
                <a:cubicBezTo>
                  <a:pt x="10577" y="5439"/>
                  <a:pt x="10928" y="4888"/>
                  <a:pt x="11028" y="4286"/>
                </a:cubicBezTo>
                <a:cubicBezTo>
                  <a:pt x="11153" y="3584"/>
                  <a:pt x="10978" y="2782"/>
                  <a:pt x="10351" y="2406"/>
                </a:cubicBezTo>
                <a:cubicBezTo>
                  <a:pt x="10205" y="2309"/>
                  <a:pt x="10041" y="2259"/>
                  <a:pt x="9880" y="2259"/>
                </a:cubicBezTo>
                <a:cubicBezTo>
                  <a:pt x="9709" y="2259"/>
                  <a:pt x="9541" y="2315"/>
                  <a:pt x="9399" y="2432"/>
                </a:cubicBezTo>
                <a:cubicBezTo>
                  <a:pt x="9123" y="2657"/>
                  <a:pt x="8998" y="3033"/>
                  <a:pt x="8948" y="3384"/>
                </a:cubicBezTo>
                <a:cubicBezTo>
                  <a:pt x="8847" y="4111"/>
                  <a:pt x="9048" y="4888"/>
                  <a:pt x="9499" y="5489"/>
                </a:cubicBezTo>
                <a:cubicBezTo>
                  <a:pt x="9549" y="5564"/>
                  <a:pt x="9624" y="5640"/>
                  <a:pt x="9699" y="5715"/>
                </a:cubicBezTo>
                <a:cubicBezTo>
                  <a:pt x="9374" y="5890"/>
                  <a:pt x="8998" y="5965"/>
                  <a:pt x="8622" y="5965"/>
                </a:cubicBezTo>
                <a:cubicBezTo>
                  <a:pt x="7845" y="5940"/>
                  <a:pt x="7168" y="5539"/>
                  <a:pt x="6692" y="4938"/>
                </a:cubicBezTo>
                <a:cubicBezTo>
                  <a:pt x="6968" y="4812"/>
                  <a:pt x="7218" y="4662"/>
                  <a:pt x="7444" y="4462"/>
                </a:cubicBezTo>
                <a:cubicBezTo>
                  <a:pt x="7970" y="3960"/>
                  <a:pt x="8321" y="3133"/>
                  <a:pt x="7845" y="2482"/>
                </a:cubicBezTo>
                <a:cubicBezTo>
                  <a:pt x="7669" y="2206"/>
                  <a:pt x="7369" y="2005"/>
                  <a:pt x="7043" y="1980"/>
                </a:cubicBezTo>
                <a:cubicBezTo>
                  <a:pt x="6717" y="1980"/>
                  <a:pt x="6416" y="2131"/>
                  <a:pt x="6241" y="2406"/>
                </a:cubicBezTo>
                <a:cubicBezTo>
                  <a:pt x="5815" y="2958"/>
                  <a:pt x="5915" y="3760"/>
                  <a:pt x="6166" y="4361"/>
                </a:cubicBezTo>
                <a:cubicBezTo>
                  <a:pt x="6216" y="4512"/>
                  <a:pt x="6291" y="4687"/>
                  <a:pt x="6391" y="4838"/>
                </a:cubicBezTo>
                <a:cubicBezTo>
                  <a:pt x="6126" y="4916"/>
                  <a:pt x="5845" y="4956"/>
                  <a:pt x="5565" y="4956"/>
                </a:cubicBezTo>
                <a:cubicBezTo>
                  <a:pt x="5132" y="4956"/>
                  <a:pt x="4702" y="4860"/>
                  <a:pt x="4336" y="4662"/>
                </a:cubicBezTo>
                <a:cubicBezTo>
                  <a:pt x="3960" y="4487"/>
                  <a:pt x="3634" y="4186"/>
                  <a:pt x="3409" y="3835"/>
                </a:cubicBezTo>
                <a:lnTo>
                  <a:pt x="3409" y="3835"/>
                </a:lnTo>
                <a:cubicBezTo>
                  <a:pt x="3478" y="3841"/>
                  <a:pt x="3545" y="3844"/>
                  <a:pt x="3612" y="3844"/>
                </a:cubicBezTo>
                <a:cubicBezTo>
                  <a:pt x="3811" y="3844"/>
                  <a:pt x="4004" y="3816"/>
                  <a:pt x="4211" y="3760"/>
                </a:cubicBezTo>
                <a:cubicBezTo>
                  <a:pt x="4812" y="3609"/>
                  <a:pt x="5489" y="3208"/>
                  <a:pt x="5589" y="2557"/>
                </a:cubicBezTo>
                <a:cubicBezTo>
                  <a:pt x="5714" y="1855"/>
                  <a:pt x="5163" y="1279"/>
                  <a:pt x="4511" y="1178"/>
                </a:cubicBezTo>
                <a:cubicBezTo>
                  <a:pt x="4451" y="1170"/>
                  <a:pt x="4392" y="1166"/>
                  <a:pt x="4334" y="1166"/>
                </a:cubicBezTo>
                <a:cubicBezTo>
                  <a:pt x="3688" y="1166"/>
                  <a:pt x="3164" y="1658"/>
                  <a:pt x="2958" y="2256"/>
                </a:cubicBezTo>
                <a:cubicBezTo>
                  <a:pt x="2807" y="2707"/>
                  <a:pt x="2857" y="3183"/>
                  <a:pt x="3033" y="3609"/>
                </a:cubicBezTo>
                <a:cubicBezTo>
                  <a:pt x="2932" y="3584"/>
                  <a:pt x="2857" y="3559"/>
                  <a:pt x="2757" y="3534"/>
                </a:cubicBezTo>
                <a:cubicBezTo>
                  <a:pt x="2130" y="3409"/>
                  <a:pt x="1529" y="3083"/>
                  <a:pt x="1078" y="2607"/>
                </a:cubicBezTo>
                <a:cubicBezTo>
                  <a:pt x="426" y="1930"/>
                  <a:pt x="151" y="903"/>
                  <a:pt x="3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39" name="Google Shape;4439;p54"/>
          <p:cNvGrpSpPr/>
          <p:nvPr/>
        </p:nvGrpSpPr>
        <p:grpSpPr>
          <a:xfrm>
            <a:off x="1051950" y="2229925"/>
            <a:ext cx="2622481" cy="2374163"/>
            <a:chOff x="713100" y="2229925"/>
            <a:chExt cx="2622481" cy="2374163"/>
          </a:xfrm>
        </p:grpSpPr>
        <p:sp>
          <p:nvSpPr>
            <p:cNvPr id="4440" name="Google Shape;4440;p54"/>
            <p:cNvSpPr/>
            <p:nvPr/>
          </p:nvSpPr>
          <p:spPr>
            <a:xfrm>
              <a:off x="2296324" y="2839641"/>
              <a:ext cx="890385" cy="1065759"/>
            </a:xfrm>
            <a:custGeom>
              <a:rect b="b" l="l" r="r" t="t"/>
              <a:pathLst>
                <a:path extrusionOk="0" h="37860" w="31630">
                  <a:moveTo>
                    <a:pt x="10920" y="1"/>
                  </a:moveTo>
                  <a:cubicBezTo>
                    <a:pt x="10543" y="1"/>
                    <a:pt x="10159" y="53"/>
                    <a:pt x="9775" y="172"/>
                  </a:cubicBezTo>
                  <a:cubicBezTo>
                    <a:pt x="6792" y="1100"/>
                    <a:pt x="0" y="5210"/>
                    <a:pt x="2807" y="13531"/>
                  </a:cubicBezTo>
                  <a:cubicBezTo>
                    <a:pt x="5614" y="21852"/>
                    <a:pt x="12206" y="33481"/>
                    <a:pt x="12206" y="33481"/>
                  </a:cubicBezTo>
                  <a:cubicBezTo>
                    <a:pt x="12933" y="34934"/>
                    <a:pt x="13735" y="36413"/>
                    <a:pt x="15088" y="37290"/>
                  </a:cubicBezTo>
                  <a:cubicBezTo>
                    <a:pt x="15674" y="37659"/>
                    <a:pt x="16397" y="37859"/>
                    <a:pt x="17101" y="37859"/>
                  </a:cubicBezTo>
                  <a:cubicBezTo>
                    <a:pt x="18023" y="37859"/>
                    <a:pt x="18913" y="37517"/>
                    <a:pt x="19424" y="36764"/>
                  </a:cubicBezTo>
                  <a:cubicBezTo>
                    <a:pt x="19578" y="36964"/>
                    <a:pt x="19834" y="37069"/>
                    <a:pt x="20091" y="37069"/>
                  </a:cubicBezTo>
                  <a:cubicBezTo>
                    <a:pt x="20254" y="37069"/>
                    <a:pt x="20416" y="37027"/>
                    <a:pt x="20552" y="36939"/>
                  </a:cubicBezTo>
                  <a:cubicBezTo>
                    <a:pt x="20903" y="36689"/>
                    <a:pt x="21028" y="36188"/>
                    <a:pt x="20803" y="35812"/>
                  </a:cubicBezTo>
                  <a:lnTo>
                    <a:pt x="20803" y="35812"/>
                  </a:lnTo>
                  <a:cubicBezTo>
                    <a:pt x="20876" y="35829"/>
                    <a:pt x="20949" y="35837"/>
                    <a:pt x="21022" y="35837"/>
                  </a:cubicBezTo>
                  <a:cubicBezTo>
                    <a:pt x="21590" y="35837"/>
                    <a:pt x="22101" y="35340"/>
                    <a:pt x="22256" y="34784"/>
                  </a:cubicBezTo>
                  <a:cubicBezTo>
                    <a:pt x="22457" y="34157"/>
                    <a:pt x="22306" y="33481"/>
                    <a:pt x="22181" y="32829"/>
                  </a:cubicBezTo>
                  <a:lnTo>
                    <a:pt x="22181" y="32829"/>
                  </a:lnTo>
                  <a:cubicBezTo>
                    <a:pt x="22824" y="33298"/>
                    <a:pt x="23618" y="33531"/>
                    <a:pt x="24412" y="33531"/>
                  </a:cubicBezTo>
                  <a:cubicBezTo>
                    <a:pt x="25104" y="33531"/>
                    <a:pt x="25797" y="33354"/>
                    <a:pt x="26392" y="33005"/>
                  </a:cubicBezTo>
                  <a:cubicBezTo>
                    <a:pt x="27670" y="32228"/>
                    <a:pt x="28422" y="30699"/>
                    <a:pt x="28221" y="29220"/>
                  </a:cubicBezTo>
                  <a:cubicBezTo>
                    <a:pt x="28146" y="28543"/>
                    <a:pt x="27920" y="27766"/>
                    <a:pt x="28371" y="27265"/>
                  </a:cubicBezTo>
                  <a:cubicBezTo>
                    <a:pt x="28547" y="27065"/>
                    <a:pt x="28798" y="26939"/>
                    <a:pt x="29023" y="26789"/>
                  </a:cubicBezTo>
                  <a:cubicBezTo>
                    <a:pt x="29750" y="26213"/>
                    <a:pt x="29850" y="25010"/>
                    <a:pt x="29199" y="24358"/>
                  </a:cubicBezTo>
                  <a:lnTo>
                    <a:pt x="29199" y="24358"/>
                  </a:lnTo>
                  <a:cubicBezTo>
                    <a:pt x="29346" y="24405"/>
                    <a:pt x="29497" y="24428"/>
                    <a:pt x="29649" y="24428"/>
                  </a:cubicBezTo>
                  <a:cubicBezTo>
                    <a:pt x="30299" y="24428"/>
                    <a:pt x="30949" y="24020"/>
                    <a:pt x="31254" y="23431"/>
                  </a:cubicBezTo>
                  <a:cubicBezTo>
                    <a:pt x="31630" y="22704"/>
                    <a:pt x="31529" y="21827"/>
                    <a:pt x="31204" y="21075"/>
                  </a:cubicBezTo>
                  <a:cubicBezTo>
                    <a:pt x="30853" y="20348"/>
                    <a:pt x="30251" y="19746"/>
                    <a:pt x="29650" y="19220"/>
                  </a:cubicBezTo>
                  <a:cubicBezTo>
                    <a:pt x="26918" y="16864"/>
                    <a:pt x="23384" y="15561"/>
                    <a:pt x="20853" y="13004"/>
                  </a:cubicBezTo>
                  <a:cubicBezTo>
                    <a:pt x="18046" y="10172"/>
                    <a:pt x="16818" y="6187"/>
                    <a:pt x="15690" y="2378"/>
                  </a:cubicBezTo>
                  <a:cubicBezTo>
                    <a:pt x="15690" y="2378"/>
                    <a:pt x="13465" y="1"/>
                    <a:pt x="109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1" name="Google Shape;4441;p54"/>
            <p:cNvSpPr/>
            <p:nvPr/>
          </p:nvSpPr>
          <p:spPr>
            <a:xfrm>
              <a:off x="2352767" y="2836714"/>
              <a:ext cx="835351" cy="1071502"/>
            </a:xfrm>
            <a:custGeom>
              <a:rect b="b" l="l" r="r" t="t"/>
              <a:pathLst>
                <a:path extrusionOk="0" h="38064" w="29675">
                  <a:moveTo>
                    <a:pt x="9006" y="197"/>
                  </a:moveTo>
                  <a:cubicBezTo>
                    <a:pt x="9062" y="197"/>
                    <a:pt x="9118" y="199"/>
                    <a:pt x="9173" y="201"/>
                  </a:cubicBezTo>
                  <a:cubicBezTo>
                    <a:pt x="9850" y="251"/>
                    <a:pt x="10477" y="452"/>
                    <a:pt x="11078" y="727"/>
                  </a:cubicBezTo>
                  <a:cubicBezTo>
                    <a:pt x="11955" y="1128"/>
                    <a:pt x="12757" y="1705"/>
                    <a:pt x="13434" y="2382"/>
                  </a:cubicBezTo>
                  <a:cubicBezTo>
                    <a:pt x="13484" y="2432"/>
                    <a:pt x="13559" y="2482"/>
                    <a:pt x="13610" y="2557"/>
                  </a:cubicBezTo>
                  <a:cubicBezTo>
                    <a:pt x="13635" y="2607"/>
                    <a:pt x="13660" y="2732"/>
                    <a:pt x="13685" y="2808"/>
                  </a:cubicBezTo>
                  <a:cubicBezTo>
                    <a:pt x="13735" y="3008"/>
                    <a:pt x="13785" y="3184"/>
                    <a:pt x="13860" y="3384"/>
                  </a:cubicBezTo>
                  <a:cubicBezTo>
                    <a:pt x="14086" y="4161"/>
                    <a:pt x="14336" y="4938"/>
                    <a:pt x="14587" y="5715"/>
                  </a:cubicBezTo>
                  <a:cubicBezTo>
                    <a:pt x="15113" y="7244"/>
                    <a:pt x="15715" y="8748"/>
                    <a:pt x="16492" y="10126"/>
                  </a:cubicBezTo>
                  <a:cubicBezTo>
                    <a:pt x="17269" y="11504"/>
                    <a:pt x="18246" y="12758"/>
                    <a:pt x="19424" y="13810"/>
                  </a:cubicBezTo>
                  <a:cubicBezTo>
                    <a:pt x="20652" y="14863"/>
                    <a:pt x="22031" y="15715"/>
                    <a:pt x="23409" y="16542"/>
                  </a:cubicBezTo>
                  <a:cubicBezTo>
                    <a:pt x="24813" y="17394"/>
                    <a:pt x="26216" y="18246"/>
                    <a:pt x="27469" y="19324"/>
                  </a:cubicBezTo>
                  <a:cubicBezTo>
                    <a:pt x="28121" y="19850"/>
                    <a:pt x="28722" y="20452"/>
                    <a:pt x="29098" y="21204"/>
                  </a:cubicBezTo>
                  <a:cubicBezTo>
                    <a:pt x="29449" y="21956"/>
                    <a:pt x="29549" y="22908"/>
                    <a:pt x="29073" y="23610"/>
                  </a:cubicBezTo>
                  <a:cubicBezTo>
                    <a:pt x="28773" y="24091"/>
                    <a:pt x="28215" y="24428"/>
                    <a:pt x="27645" y="24428"/>
                  </a:cubicBezTo>
                  <a:cubicBezTo>
                    <a:pt x="27502" y="24428"/>
                    <a:pt x="27359" y="24407"/>
                    <a:pt x="27219" y="24362"/>
                  </a:cubicBezTo>
                  <a:cubicBezTo>
                    <a:pt x="27205" y="24355"/>
                    <a:pt x="27192" y="24352"/>
                    <a:pt x="27180" y="24352"/>
                  </a:cubicBezTo>
                  <a:cubicBezTo>
                    <a:pt x="27106" y="24352"/>
                    <a:pt x="27075" y="24472"/>
                    <a:pt x="27118" y="24537"/>
                  </a:cubicBezTo>
                  <a:cubicBezTo>
                    <a:pt x="27695" y="25139"/>
                    <a:pt x="27645" y="26241"/>
                    <a:pt x="26993" y="26768"/>
                  </a:cubicBezTo>
                  <a:cubicBezTo>
                    <a:pt x="26617" y="27068"/>
                    <a:pt x="26216" y="27219"/>
                    <a:pt x="26066" y="27720"/>
                  </a:cubicBezTo>
                  <a:cubicBezTo>
                    <a:pt x="25915" y="28146"/>
                    <a:pt x="26016" y="28622"/>
                    <a:pt x="26091" y="29073"/>
                  </a:cubicBezTo>
                  <a:cubicBezTo>
                    <a:pt x="26241" y="30001"/>
                    <a:pt x="26091" y="30928"/>
                    <a:pt x="25590" y="31755"/>
                  </a:cubicBezTo>
                  <a:cubicBezTo>
                    <a:pt x="25088" y="32582"/>
                    <a:pt x="24286" y="33184"/>
                    <a:pt x="23359" y="33409"/>
                  </a:cubicBezTo>
                  <a:cubicBezTo>
                    <a:pt x="23042" y="33490"/>
                    <a:pt x="22719" y="33530"/>
                    <a:pt x="22397" y="33530"/>
                  </a:cubicBezTo>
                  <a:cubicBezTo>
                    <a:pt x="21625" y="33530"/>
                    <a:pt x="20863" y="33300"/>
                    <a:pt x="20226" y="32858"/>
                  </a:cubicBezTo>
                  <a:cubicBezTo>
                    <a:pt x="20210" y="32847"/>
                    <a:pt x="20192" y="32842"/>
                    <a:pt x="20175" y="32842"/>
                  </a:cubicBezTo>
                  <a:cubicBezTo>
                    <a:pt x="20113" y="32842"/>
                    <a:pt x="20056" y="32905"/>
                    <a:pt x="20076" y="32983"/>
                  </a:cubicBezTo>
                  <a:cubicBezTo>
                    <a:pt x="20201" y="33610"/>
                    <a:pt x="20376" y="34312"/>
                    <a:pt x="20126" y="34963"/>
                  </a:cubicBezTo>
                  <a:cubicBezTo>
                    <a:pt x="19947" y="35409"/>
                    <a:pt x="19511" y="35836"/>
                    <a:pt x="19011" y="35836"/>
                  </a:cubicBezTo>
                  <a:cubicBezTo>
                    <a:pt x="18949" y="35836"/>
                    <a:pt x="18886" y="35829"/>
                    <a:pt x="18823" y="35815"/>
                  </a:cubicBezTo>
                  <a:cubicBezTo>
                    <a:pt x="18815" y="35813"/>
                    <a:pt x="18807" y="35811"/>
                    <a:pt x="18799" y="35811"/>
                  </a:cubicBezTo>
                  <a:cubicBezTo>
                    <a:pt x="18733" y="35811"/>
                    <a:pt x="18678" y="35899"/>
                    <a:pt x="18722" y="35966"/>
                  </a:cubicBezTo>
                  <a:cubicBezTo>
                    <a:pt x="18898" y="36292"/>
                    <a:pt x="18798" y="36768"/>
                    <a:pt x="18472" y="36968"/>
                  </a:cubicBezTo>
                  <a:cubicBezTo>
                    <a:pt x="18354" y="37040"/>
                    <a:pt x="18224" y="37074"/>
                    <a:pt x="18093" y="37074"/>
                  </a:cubicBezTo>
                  <a:cubicBezTo>
                    <a:pt x="17862" y="37074"/>
                    <a:pt x="17629" y="36969"/>
                    <a:pt x="17469" y="36793"/>
                  </a:cubicBezTo>
                  <a:cubicBezTo>
                    <a:pt x="17459" y="36772"/>
                    <a:pt x="17435" y="36764"/>
                    <a:pt x="17408" y="36764"/>
                  </a:cubicBezTo>
                  <a:cubicBezTo>
                    <a:pt x="17373" y="36764"/>
                    <a:pt x="17333" y="36778"/>
                    <a:pt x="17319" y="36793"/>
                  </a:cubicBezTo>
                  <a:cubicBezTo>
                    <a:pt x="16822" y="37538"/>
                    <a:pt x="15975" y="37861"/>
                    <a:pt x="15123" y="37861"/>
                  </a:cubicBezTo>
                  <a:cubicBezTo>
                    <a:pt x="14858" y="37861"/>
                    <a:pt x="14592" y="37830"/>
                    <a:pt x="14336" y="37770"/>
                  </a:cubicBezTo>
                  <a:cubicBezTo>
                    <a:pt x="13058" y="37520"/>
                    <a:pt x="12106" y="36567"/>
                    <a:pt x="11404" y="35540"/>
                  </a:cubicBezTo>
                  <a:cubicBezTo>
                    <a:pt x="10983" y="34920"/>
                    <a:pt x="10635" y="34252"/>
                    <a:pt x="10313" y="33559"/>
                  </a:cubicBezTo>
                  <a:lnTo>
                    <a:pt x="10313" y="33559"/>
                  </a:lnTo>
                  <a:cubicBezTo>
                    <a:pt x="10310" y="33551"/>
                    <a:pt x="10306" y="33543"/>
                    <a:pt x="10301" y="33535"/>
                  </a:cubicBezTo>
                  <a:lnTo>
                    <a:pt x="10301" y="33535"/>
                  </a:lnTo>
                  <a:cubicBezTo>
                    <a:pt x="10301" y="33535"/>
                    <a:pt x="10301" y="33535"/>
                    <a:pt x="10301" y="33535"/>
                  </a:cubicBezTo>
                  <a:cubicBezTo>
                    <a:pt x="10300" y="33532"/>
                    <a:pt x="10298" y="33529"/>
                    <a:pt x="10296" y="33526"/>
                  </a:cubicBezTo>
                  <a:lnTo>
                    <a:pt x="10296" y="33526"/>
                  </a:lnTo>
                  <a:cubicBezTo>
                    <a:pt x="9797" y="32652"/>
                    <a:pt x="9322" y="31777"/>
                    <a:pt x="8848" y="30903"/>
                  </a:cubicBezTo>
                  <a:cubicBezTo>
                    <a:pt x="7695" y="28773"/>
                    <a:pt x="6592" y="26642"/>
                    <a:pt x="5539" y="24462"/>
                  </a:cubicBezTo>
                  <a:cubicBezTo>
                    <a:pt x="4286" y="21880"/>
                    <a:pt x="3058" y="19249"/>
                    <a:pt x="2005" y="16567"/>
                  </a:cubicBezTo>
                  <a:cubicBezTo>
                    <a:pt x="1479" y="15264"/>
                    <a:pt x="953" y="13961"/>
                    <a:pt x="602" y="12607"/>
                  </a:cubicBezTo>
                  <a:cubicBezTo>
                    <a:pt x="276" y="11304"/>
                    <a:pt x="151" y="9951"/>
                    <a:pt x="326" y="8622"/>
                  </a:cubicBezTo>
                  <a:cubicBezTo>
                    <a:pt x="602" y="6467"/>
                    <a:pt x="1705" y="4537"/>
                    <a:pt x="3284" y="3058"/>
                  </a:cubicBezTo>
                  <a:cubicBezTo>
                    <a:pt x="4487" y="1930"/>
                    <a:pt x="5965" y="1028"/>
                    <a:pt x="7519" y="477"/>
                  </a:cubicBezTo>
                  <a:cubicBezTo>
                    <a:pt x="8015" y="297"/>
                    <a:pt x="8511" y="197"/>
                    <a:pt x="9006" y="197"/>
                  </a:cubicBezTo>
                  <a:close/>
                  <a:moveTo>
                    <a:pt x="8899" y="1"/>
                  </a:moveTo>
                  <a:cubicBezTo>
                    <a:pt x="8483" y="1"/>
                    <a:pt x="8071" y="67"/>
                    <a:pt x="7670" y="201"/>
                  </a:cubicBezTo>
                  <a:cubicBezTo>
                    <a:pt x="7344" y="301"/>
                    <a:pt x="7018" y="427"/>
                    <a:pt x="6717" y="577"/>
                  </a:cubicBezTo>
                  <a:cubicBezTo>
                    <a:pt x="5940" y="903"/>
                    <a:pt x="5188" y="1329"/>
                    <a:pt x="4487" y="1830"/>
                  </a:cubicBezTo>
                  <a:cubicBezTo>
                    <a:pt x="2833" y="3008"/>
                    <a:pt x="1404" y="4587"/>
                    <a:pt x="652" y="6492"/>
                  </a:cubicBezTo>
                  <a:cubicBezTo>
                    <a:pt x="201" y="7620"/>
                    <a:pt x="0" y="8823"/>
                    <a:pt x="25" y="10051"/>
                  </a:cubicBezTo>
                  <a:cubicBezTo>
                    <a:pt x="51" y="11479"/>
                    <a:pt x="426" y="12883"/>
                    <a:pt x="903" y="14236"/>
                  </a:cubicBezTo>
                  <a:cubicBezTo>
                    <a:pt x="1880" y="16993"/>
                    <a:pt x="3033" y="19650"/>
                    <a:pt x="4286" y="22306"/>
                  </a:cubicBezTo>
                  <a:cubicBezTo>
                    <a:pt x="5414" y="24738"/>
                    <a:pt x="6642" y="27144"/>
                    <a:pt x="7895" y="29525"/>
                  </a:cubicBezTo>
                  <a:cubicBezTo>
                    <a:pt x="8572" y="30853"/>
                    <a:pt x="9299" y="32156"/>
                    <a:pt x="10026" y="33459"/>
                  </a:cubicBezTo>
                  <a:cubicBezTo>
                    <a:pt x="10051" y="33535"/>
                    <a:pt x="10101" y="33585"/>
                    <a:pt x="10126" y="33635"/>
                  </a:cubicBezTo>
                  <a:cubicBezTo>
                    <a:pt x="10126" y="33635"/>
                    <a:pt x="10126" y="33635"/>
                    <a:pt x="10126" y="33635"/>
                  </a:cubicBezTo>
                  <a:lnTo>
                    <a:pt x="10126" y="33635"/>
                  </a:lnTo>
                  <a:cubicBezTo>
                    <a:pt x="10128" y="33640"/>
                    <a:pt x="10131" y="33646"/>
                    <a:pt x="10133" y="33650"/>
                  </a:cubicBezTo>
                  <a:lnTo>
                    <a:pt x="10133" y="33650"/>
                  </a:lnTo>
                  <a:cubicBezTo>
                    <a:pt x="10758" y="34924"/>
                    <a:pt x="11459" y="36245"/>
                    <a:pt x="12582" y="37144"/>
                  </a:cubicBezTo>
                  <a:cubicBezTo>
                    <a:pt x="13300" y="37710"/>
                    <a:pt x="14189" y="38064"/>
                    <a:pt x="15087" y="38064"/>
                  </a:cubicBezTo>
                  <a:cubicBezTo>
                    <a:pt x="15381" y="38064"/>
                    <a:pt x="15675" y="38026"/>
                    <a:pt x="15965" y="37946"/>
                  </a:cubicBezTo>
                  <a:cubicBezTo>
                    <a:pt x="16555" y="37804"/>
                    <a:pt x="17077" y="37486"/>
                    <a:pt x="17429" y="37011"/>
                  </a:cubicBezTo>
                  <a:lnTo>
                    <a:pt x="17429" y="37011"/>
                  </a:lnTo>
                  <a:cubicBezTo>
                    <a:pt x="17611" y="37182"/>
                    <a:pt x="17858" y="37276"/>
                    <a:pt x="18104" y="37276"/>
                  </a:cubicBezTo>
                  <a:cubicBezTo>
                    <a:pt x="18286" y="37276"/>
                    <a:pt x="18467" y="37225"/>
                    <a:pt x="18622" y="37119"/>
                  </a:cubicBezTo>
                  <a:cubicBezTo>
                    <a:pt x="18949" y="36879"/>
                    <a:pt x="19086" y="36431"/>
                    <a:pt x="18968" y="36038"/>
                  </a:cubicBezTo>
                  <a:lnTo>
                    <a:pt x="18968" y="36038"/>
                  </a:lnTo>
                  <a:cubicBezTo>
                    <a:pt x="18977" y="36038"/>
                    <a:pt x="18986" y="36038"/>
                    <a:pt x="18994" y="36038"/>
                  </a:cubicBezTo>
                  <a:cubicBezTo>
                    <a:pt x="19532" y="36038"/>
                    <a:pt x="20008" y="35652"/>
                    <a:pt x="20251" y="35189"/>
                  </a:cubicBezTo>
                  <a:cubicBezTo>
                    <a:pt x="20563" y="34565"/>
                    <a:pt x="20459" y="33843"/>
                    <a:pt x="20327" y="33162"/>
                  </a:cubicBezTo>
                  <a:lnTo>
                    <a:pt x="20327" y="33162"/>
                  </a:lnTo>
                  <a:cubicBezTo>
                    <a:pt x="20958" y="33541"/>
                    <a:pt x="21676" y="33727"/>
                    <a:pt x="22390" y="33727"/>
                  </a:cubicBezTo>
                  <a:cubicBezTo>
                    <a:pt x="23559" y="33727"/>
                    <a:pt x="24717" y="33228"/>
                    <a:pt x="25464" y="32256"/>
                  </a:cubicBezTo>
                  <a:cubicBezTo>
                    <a:pt x="26066" y="31505"/>
                    <a:pt x="26392" y="30577"/>
                    <a:pt x="26341" y="29625"/>
                  </a:cubicBezTo>
                  <a:cubicBezTo>
                    <a:pt x="26341" y="29099"/>
                    <a:pt x="26166" y="28597"/>
                    <a:pt x="26191" y="28096"/>
                  </a:cubicBezTo>
                  <a:cubicBezTo>
                    <a:pt x="26216" y="27820"/>
                    <a:pt x="26291" y="27545"/>
                    <a:pt x="26517" y="27369"/>
                  </a:cubicBezTo>
                  <a:cubicBezTo>
                    <a:pt x="26717" y="27169"/>
                    <a:pt x="26968" y="27068"/>
                    <a:pt x="27168" y="26893"/>
                  </a:cubicBezTo>
                  <a:cubicBezTo>
                    <a:pt x="27795" y="26334"/>
                    <a:pt x="27902" y="25315"/>
                    <a:pt x="27454" y="24621"/>
                  </a:cubicBezTo>
                  <a:lnTo>
                    <a:pt x="27454" y="24621"/>
                  </a:lnTo>
                  <a:cubicBezTo>
                    <a:pt x="27516" y="24628"/>
                    <a:pt x="27577" y="24632"/>
                    <a:pt x="27638" y="24632"/>
                  </a:cubicBezTo>
                  <a:cubicBezTo>
                    <a:pt x="28149" y="24632"/>
                    <a:pt x="28659" y="24400"/>
                    <a:pt x="29023" y="24036"/>
                  </a:cubicBezTo>
                  <a:cubicBezTo>
                    <a:pt x="29549" y="23484"/>
                    <a:pt x="29675" y="22657"/>
                    <a:pt x="29524" y="21905"/>
                  </a:cubicBezTo>
                  <a:cubicBezTo>
                    <a:pt x="29374" y="21103"/>
                    <a:pt x="28898" y="20402"/>
                    <a:pt x="28321" y="19800"/>
                  </a:cubicBezTo>
                  <a:cubicBezTo>
                    <a:pt x="27720" y="19224"/>
                    <a:pt x="27068" y="18697"/>
                    <a:pt x="26392" y="18221"/>
                  </a:cubicBezTo>
                  <a:cubicBezTo>
                    <a:pt x="23685" y="16291"/>
                    <a:pt x="20552" y="14963"/>
                    <a:pt x="18346" y="12407"/>
                  </a:cubicBezTo>
                  <a:cubicBezTo>
                    <a:pt x="16166" y="9900"/>
                    <a:pt x="15038" y="6642"/>
                    <a:pt x="14111" y="3509"/>
                  </a:cubicBezTo>
                  <a:cubicBezTo>
                    <a:pt x="14036" y="3309"/>
                    <a:pt x="13985" y="3108"/>
                    <a:pt x="13935" y="2933"/>
                  </a:cubicBezTo>
                  <a:cubicBezTo>
                    <a:pt x="13885" y="2758"/>
                    <a:pt x="13860" y="2557"/>
                    <a:pt x="13760" y="2407"/>
                  </a:cubicBezTo>
                  <a:cubicBezTo>
                    <a:pt x="13735" y="2357"/>
                    <a:pt x="13685" y="2331"/>
                    <a:pt x="13635" y="2281"/>
                  </a:cubicBezTo>
                  <a:cubicBezTo>
                    <a:pt x="13384" y="2031"/>
                    <a:pt x="13083" y="1780"/>
                    <a:pt x="12808" y="1555"/>
                  </a:cubicBezTo>
                  <a:cubicBezTo>
                    <a:pt x="11855" y="828"/>
                    <a:pt x="10727" y="201"/>
                    <a:pt x="9524" y="51"/>
                  </a:cubicBezTo>
                  <a:cubicBezTo>
                    <a:pt x="9315" y="17"/>
                    <a:pt x="9107" y="1"/>
                    <a:pt x="889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2" name="Google Shape;4442;p54"/>
            <p:cNvSpPr/>
            <p:nvPr/>
          </p:nvSpPr>
          <p:spPr>
            <a:xfrm>
              <a:off x="2676894" y="2950414"/>
              <a:ext cx="452089" cy="557792"/>
            </a:xfrm>
            <a:custGeom>
              <a:rect b="b" l="l" r="r" t="t"/>
              <a:pathLst>
                <a:path extrusionOk="0" h="19815" w="16060">
                  <a:moveTo>
                    <a:pt x="119" y="1"/>
                  </a:moveTo>
                  <a:cubicBezTo>
                    <a:pt x="59" y="1"/>
                    <a:pt x="0" y="55"/>
                    <a:pt x="15" y="147"/>
                  </a:cubicBezTo>
                  <a:cubicBezTo>
                    <a:pt x="491" y="1751"/>
                    <a:pt x="1068" y="3330"/>
                    <a:pt x="1795" y="4859"/>
                  </a:cubicBezTo>
                  <a:cubicBezTo>
                    <a:pt x="2522" y="6388"/>
                    <a:pt x="3349" y="7866"/>
                    <a:pt x="4276" y="9270"/>
                  </a:cubicBezTo>
                  <a:cubicBezTo>
                    <a:pt x="5228" y="10673"/>
                    <a:pt x="6281" y="12002"/>
                    <a:pt x="7434" y="13230"/>
                  </a:cubicBezTo>
                  <a:cubicBezTo>
                    <a:pt x="8562" y="14483"/>
                    <a:pt x="9790" y="15636"/>
                    <a:pt x="11118" y="16663"/>
                  </a:cubicBezTo>
                  <a:cubicBezTo>
                    <a:pt x="12446" y="17716"/>
                    <a:pt x="13825" y="18668"/>
                    <a:pt x="15304" y="19496"/>
                  </a:cubicBezTo>
                  <a:cubicBezTo>
                    <a:pt x="15479" y="19596"/>
                    <a:pt x="15680" y="19696"/>
                    <a:pt x="15855" y="19796"/>
                  </a:cubicBezTo>
                  <a:cubicBezTo>
                    <a:pt x="15876" y="19809"/>
                    <a:pt x="15897" y="19815"/>
                    <a:pt x="15916" y="19815"/>
                  </a:cubicBezTo>
                  <a:cubicBezTo>
                    <a:pt x="16008" y="19815"/>
                    <a:pt x="16059" y="19683"/>
                    <a:pt x="15955" y="19621"/>
                  </a:cubicBezTo>
                  <a:cubicBezTo>
                    <a:pt x="14477" y="18844"/>
                    <a:pt x="13073" y="17917"/>
                    <a:pt x="11745" y="16889"/>
                  </a:cubicBezTo>
                  <a:cubicBezTo>
                    <a:pt x="10416" y="15887"/>
                    <a:pt x="9163" y="14759"/>
                    <a:pt x="8010" y="13556"/>
                  </a:cubicBezTo>
                  <a:cubicBezTo>
                    <a:pt x="6832" y="12353"/>
                    <a:pt x="5780" y="11049"/>
                    <a:pt x="4802" y="9646"/>
                  </a:cubicBezTo>
                  <a:cubicBezTo>
                    <a:pt x="3850" y="8293"/>
                    <a:pt x="2998" y="6839"/>
                    <a:pt x="2246" y="5335"/>
                  </a:cubicBezTo>
                  <a:cubicBezTo>
                    <a:pt x="1519" y="3831"/>
                    <a:pt x="893" y="2277"/>
                    <a:pt x="391" y="673"/>
                  </a:cubicBezTo>
                  <a:cubicBezTo>
                    <a:pt x="341" y="473"/>
                    <a:pt x="266" y="272"/>
                    <a:pt x="216" y="72"/>
                  </a:cubicBezTo>
                  <a:cubicBezTo>
                    <a:pt x="196" y="23"/>
                    <a:pt x="158" y="1"/>
                    <a:pt x="11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3" name="Google Shape;4443;p54"/>
            <p:cNvSpPr/>
            <p:nvPr/>
          </p:nvSpPr>
          <p:spPr>
            <a:xfrm>
              <a:off x="2584475" y="2932736"/>
              <a:ext cx="439506" cy="648857"/>
            </a:xfrm>
            <a:custGeom>
              <a:rect b="b" l="l" r="r" t="t"/>
              <a:pathLst>
                <a:path extrusionOk="0" h="23050" w="15613">
                  <a:moveTo>
                    <a:pt x="126" y="1"/>
                  </a:moveTo>
                  <a:cubicBezTo>
                    <a:pt x="65" y="1"/>
                    <a:pt x="0" y="49"/>
                    <a:pt x="15" y="123"/>
                  </a:cubicBezTo>
                  <a:cubicBezTo>
                    <a:pt x="441" y="1903"/>
                    <a:pt x="993" y="3682"/>
                    <a:pt x="1669" y="5387"/>
                  </a:cubicBezTo>
                  <a:cubicBezTo>
                    <a:pt x="2346" y="7091"/>
                    <a:pt x="3123" y="8745"/>
                    <a:pt x="4025" y="10324"/>
                  </a:cubicBezTo>
                  <a:cubicBezTo>
                    <a:pt x="4927" y="11928"/>
                    <a:pt x="5955" y="13482"/>
                    <a:pt x="7058" y="14936"/>
                  </a:cubicBezTo>
                  <a:cubicBezTo>
                    <a:pt x="8186" y="16389"/>
                    <a:pt x="9389" y="17768"/>
                    <a:pt x="10692" y="19071"/>
                  </a:cubicBezTo>
                  <a:cubicBezTo>
                    <a:pt x="11995" y="20349"/>
                    <a:pt x="13399" y="21552"/>
                    <a:pt x="14877" y="22630"/>
                  </a:cubicBezTo>
                  <a:cubicBezTo>
                    <a:pt x="15053" y="22755"/>
                    <a:pt x="15228" y="22906"/>
                    <a:pt x="15429" y="23031"/>
                  </a:cubicBezTo>
                  <a:cubicBezTo>
                    <a:pt x="15446" y="23044"/>
                    <a:pt x="15463" y="23049"/>
                    <a:pt x="15479" y="23049"/>
                  </a:cubicBezTo>
                  <a:cubicBezTo>
                    <a:pt x="15557" y="23049"/>
                    <a:pt x="15612" y="22918"/>
                    <a:pt x="15529" y="22855"/>
                  </a:cubicBezTo>
                  <a:cubicBezTo>
                    <a:pt x="14025" y="21803"/>
                    <a:pt x="12622" y="20625"/>
                    <a:pt x="11293" y="19372"/>
                  </a:cubicBezTo>
                  <a:cubicBezTo>
                    <a:pt x="9990" y="18119"/>
                    <a:pt x="8762" y="16765"/>
                    <a:pt x="7609" y="15337"/>
                  </a:cubicBezTo>
                  <a:cubicBezTo>
                    <a:pt x="6481" y="13883"/>
                    <a:pt x="5454" y="12379"/>
                    <a:pt x="4526" y="10800"/>
                  </a:cubicBezTo>
                  <a:cubicBezTo>
                    <a:pt x="3599" y="9221"/>
                    <a:pt x="2797" y="7592"/>
                    <a:pt x="2095" y="5888"/>
                  </a:cubicBezTo>
                  <a:cubicBezTo>
                    <a:pt x="1394" y="4209"/>
                    <a:pt x="817" y="2479"/>
                    <a:pt x="391" y="725"/>
                  </a:cubicBezTo>
                  <a:cubicBezTo>
                    <a:pt x="341" y="499"/>
                    <a:pt x="266" y="299"/>
                    <a:pt x="216" y="73"/>
                  </a:cubicBezTo>
                  <a:cubicBezTo>
                    <a:pt x="205" y="23"/>
                    <a:pt x="167"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4" name="Google Shape;4444;p54"/>
            <p:cNvSpPr/>
            <p:nvPr/>
          </p:nvSpPr>
          <p:spPr>
            <a:xfrm>
              <a:off x="2530426" y="3038582"/>
              <a:ext cx="113839" cy="225481"/>
            </a:xfrm>
            <a:custGeom>
              <a:rect b="b" l="l" r="r" t="t"/>
              <a:pathLst>
                <a:path extrusionOk="0" h="8010" w="4044">
                  <a:moveTo>
                    <a:pt x="123" y="0"/>
                  </a:moveTo>
                  <a:cubicBezTo>
                    <a:pt x="60" y="0"/>
                    <a:pt x="0" y="48"/>
                    <a:pt x="30" y="123"/>
                  </a:cubicBezTo>
                  <a:cubicBezTo>
                    <a:pt x="732" y="2278"/>
                    <a:pt x="1659" y="4358"/>
                    <a:pt x="2787" y="6313"/>
                  </a:cubicBezTo>
                  <a:cubicBezTo>
                    <a:pt x="3113" y="6890"/>
                    <a:pt x="3464" y="7441"/>
                    <a:pt x="3815" y="7968"/>
                  </a:cubicBezTo>
                  <a:cubicBezTo>
                    <a:pt x="3837" y="7997"/>
                    <a:pt x="3867" y="8009"/>
                    <a:pt x="3898" y="8009"/>
                  </a:cubicBezTo>
                  <a:cubicBezTo>
                    <a:pt x="3971" y="8009"/>
                    <a:pt x="4043" y="7938"/>
                    <a:pt x="3990" y="7867"/>
                  </a:cubicBezTo>
                  <a:cubicBezTo>
                    <a:pt x="2737" y="5988"/>
                    <a:pt x="1684" y="3983"/>
                    <a:pt x="857" y="1877"/>
                  </a:cubicBezTo>
                  <a:cubicBezTo>
                    <a:pt x="632" y="1276"/>
                    <a:pt x="431" y="674"/>
                    <a:pt x="231" y="73"/>
                  </a:cubicBezTo>
                  <a:cubicBezTo>
                    <a:pt x="211" y="22"/>
                    <a:pt x="166" y="0"/>
                    <a:pt x="1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5" name="Google Shape;4445;p54"/>
            <p:cNvSpPr/>
            <p:nvPr/>
          </p:nvSpPr>
          <p:spPr>
            <a:xfrm>
              <a:off x="2759798" y="3415183"/>
              <a:ext cx="244426" cy="243329"/>
            </a:xfrm>
            <a:custGeom>
              <a:rect b="b" l="l" r="r" t="t"/>
              <a:pathLst>
                <a:path extrusionOk="0" h="8644" w="8683">
                  <a:moveTo>
                    <a:pt x="143" y="1"/>
                  </a:moveTo>
                  <a:cubicBezTo>
                    <a:pt x="70" y="1"/>
                    <a:pt x="0" y="83"/>
                    <a:pt x="53" y="153"/>
                  </a:cubicBezTo>
                  <a:cubicBezTo>
                    <a:pt x="930" y="1457"/>
                    <a:pt x="1882" y="2685"/>
                    <a:pt x="2935" y="3838"/>
                  </a:cubicBezTo>
                  <a:cubicBezTo>
                    <a:pt x="4013" y="4991"/>
                    <a:pt x="5166" y="6068"/>
                    <a:pt x="6369" y="7046"/>
                  </a:cubicBezTo>
                  <a:cubicBezTo>
                    <a:pt x="7070" y="7597"/>
                    <a:pt x="7772" y="8123"/>
                    <a:pt x="8499" y="8625"/>
                  </a:cubicBezTo>
                  <a:cubicBezTo>
                    <a:pt x="8516" y="8638"/>
                    <a:pt x="8533" y="8643"/>
                    <a:pt x="8549" y="8643"/>
                  </a:cubicBezTo>
                  <a:cubicBezTo>
                    <a:pt x="8628" y="8643"/>
                    <a:pt x="8682" y="8512"/>
                    <a:pt x="8599" y="8449"/>
                  </a:cubicBezTo>
                  <a:cubicBezTo>
                    <a:pt x="7321" y="7572"/>
                    <a:pt x="6093" y="6595"/>
                    <a:pt x="4940" y="5542"/>
                  </a:cubicBezTo>
                  <a:cubicBezTo>
                    <a:pt x="3812" y="4514"/>
                    <a:pt x="2760" y="3387"/>
                    <a:pt x="1782" y="2184"/>
                  </a:cubicBezTo>
                  <a:cubicBezTo>
                    <a:pt x="1231" y="1482"/>
                    <a:pt x="704" y="780"/>
                    <a:pt x="228" y="53"/>
                  </a:cubicBezTo>
                  <a:cubicBezTo>
                    <a:pt x="206" y="16"/>
                    <a:pt x="174" y="1"/>
                    <a:pt x="1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6" name="Google Shape;4446;p54"/>
            <p:cNvSpPr/>
            <p:nvPr/>
          </p:nvSpPr>
          <p:spPr>
            <a:xfrm>
              <a:off x="2867699" y="3646019"/>
              <a:ext cx="70206" cy="61170"/>
            </a:xfrm>
            <a:custGeom>
              <a:rect b="b" l="l" r="r" t="t"/>
              <a:pathLst>
                <a:path extrusionOk="0" h="2173" w="2494">
                  <a:moveTo>
                    <a:pt x="150" y="1"/>
                  </a:moveTo>
                  <a:cubicBezTo>
                    <a:pt x="77" y="1"/>
                    <a:pt x="1" y="95"/>
                    <a:pt x="79" y="174"/>
                  </a:cubicBezTo>
                  <a:cubicBezTo>
                    <a:pt x="756" y="901"/>
                    <a:pt x="1508" y="1553"/>
                    <a:pt x="2310" y="2154"/>
                  </a:cubicBezTo>
                  <a:cubicBezTo>
                    <a:pt x="2327" y="2167"/>
                    <a:pt x="2344" y="2172"/>
                    <a:pt x="2360" y="2172"/>
                  </a:cubicBezTo>
                  <a:cubicBezTo>
                    <a:pt x="2439" y="2172"/>
                    <a:pt x="2493" y="2041"/>
                    <a:pt x="2410" y="1979"/>
                  </a:cubicBezTo>
                  <a:cubicBezTo>
                    <a:pt x="1608" y="1402"/>
                    <a:pt x="881" y="751"/>
                    <a:pt x="205" y="24"/>
                  </a:cubicBezTo>
                  <a:cubicBezTo>
                    <a:pt x="189" y="8"/>
                    <a:pt x="169" y="1"/>
                    <a:pt x="1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7" name="Google Shape;4447;p54"/>
            <p:cNvSpPr/>
            <p:nvPr/>
          </p:nvSpPr>
          <p:spPr>
            <a:xfrm>
              <a:off x="2765963" y="3620345"/>
              <a:ext cx="113332" cy="152517"/>
            </a:xfrm>
            <a:custGeom>
              <a:rect b="b" l="l" r="r" t="t"/>
              <a:pathLst>
                <a:path extrusionOk="0" h="5418" w="4026">
                  <a:moveTo>
                    <a:pt x="133" y="1"/>
                  </a:moveTo>
                  <a:cubicBezTo>
                    <a:pt x="69" y="1"/>
                    <a:pt x="0" y="74"/>
                    <a:pt x="34" y="159"/>
                  </a:cubicBezTo>
                  <a:cubicBezTo>
                    <a:pt x="711" y="1688"/>
                    <a:pt x="1663" y="3116"/>
                    <a:pt x="2791" y="4369"/>
                  </a:cubicBezTo>
                  <a:cubicBezTo>
                    <a:pt x="3117" y="4720"/>
                    <a:pt x="3443" y="5071"/>
                    <a:pt x="3819" y="5397"/>
                  </a:cubicBezTo>
                  <a:cubicBezTo>
                    <a:pt x="3833" y="5411"/>
                    <a:pt x="3850" y="5417"/>
                    <a:pt x="3868" y="5417"/>
                  </a:cubicBezTo>
                  <a:cubicBezTo>
                    <a:pt x="3942" y="5417"/>
                    <a:pt x="4025" y="5307"/>
                    <a:pt x="3944" y="5246"/>
                  </a:cubicBezTo>
                  <a:cubicBezTo>
                    <a:pt x="2716" y="4119"/>
                    <a:pt x="1663" y="2790"/>
                    <a:pt x="836" y="1337"/>
                  </a:cubicBezTo>
                  <a:cubicBezTo>
                    <a:pt x="611" y="911"/>
                    <a:pt x="410" y="485"/>
                    <a:pt x="210" y="58"/>
                  </a:cubicBezTo>
                  <a:cubicBezTo>
                    <a:pt x="193" y="18"/>
                    <a:pt x="164" y="1"/>
                    <a:pt x="1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8" name="Google Shape;4448;p54"/>
            <p:cNvSpPr/>
            <p:nvPr/>
          </p:nvSpPr>
          <p:spPr>
            <a:xfrm>
              <a:off x="2799997" y="3757692"/>
              <a:ext cx="51712" cy="53344"/>
            </a:xfrm>
            <a:custGeom>
              <a:rect b="b" l="l" r="r" t="t"/>
              <a:pathLst>
                <a:path extrusionOk="0" h="1895" w="1837">
                  <a:moveTo>
                    <a:pt x="146" y="0"/>
                  </a:moveTo>
                  <a:cubicBezTo>
                    <a:pt x="72" y="0"/>
                    <a:pt x="0" y="71"/>
                    <a:pt x="53" y="142"/>
                  </a:cubicBezTo>
                  <a:cubicBezTo>
                    <a:pt x="479" y="819"/>
                    <a:pt x="1006" y="1395"/>
                    <a:pt x="1632" y="1871"/>
                  </a:cubicBezTo>
                  <a:cubicBezTo>
                    <a:pt x="1654" y="1887"/>
                    <a:pt x="1676" y="1894"/>
                    <a:pt x="1697" y="1894"/>
                  </a:cubicBezTo>
                  <a:cubicBezTo>
                    <a:pt x="1776" y="1894"/>
                    <a:pt x="1837" y="1800"/>
                    <a:pt x="1758" y="1721"/>
                  </a:cubicBezTo>
                  <a:cubicBezTo>
                    <a:pt x="1156" y="1270"/>
                    <a:pt x="655" y="693"/>
                    <a:pt x="229" y="42"/>
                  </a:cubicBezTo>
                  <a:cubicBezTo>
                    <a:pt x="207" y="12"/>
                    <a:pt x="176" y="0"/>
                    <a:pt x="14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9" name="Google Shape;4449;p54"/>
            <p:cNvSpPr/>
            <p:nvPr/>
          </p:nvSpPr>
          <p:spPr>
            <a:xfrm>
              <a:off x="2890304" y="3411270"/>
              <a:ext cx="192828" cy="171743"/>
            </a:xfrm>
            <a:custGeom>
              <a:rect b="b" l="l" r="r" t="t"/>
              <a:pathLst>
                <a:path extrusionOk="0" h="6101" w="6850">
                  <a:moveTo>
                    <a:pt x="146" y="0"/>
                  </a:moveTo>
                  <a:cubicBezTo>
                    <a:pt x="72" y="0"/>
                    <a:pt x="0" y="71"/>
                    <a:pt x="53" y="142"/>
                  </a:cubicBezTo>
                  <a:cubicBezTo>
                    <a:pt x="1307" y="2122"/>
                    <a:pt x="2986" y="3801"/>
                    <a:pt x="4941" y="5105"/>
                  </a:cubicBezTo>
                  <a:cubicBezTo>
                    <a:pt x="5492" y="5455"/>
                    <a:pt x="6068" y="5781"/>
                    <a:pt x="6645" y="6082"/>
                  </a:cubicBezTo>
                  <a:cubicBezTo>
                    <a:pt x="6666" y="6095"/>
                    <a:pt x="6687" y="6100"/>
                    <a:pt x="6706" y="6100"/>
                  </a:cubicBezTo>
                  <a:cubicBezTo>
                    <a:pt x="6798" y="6100"/>
                    <a:pt x="6849" y="5969"/>
                    <a:pt x="6745" y="5907"/>
                  </a:cubicBezTo>
                  <a:cubicBezTo>
                    <a:pt x="4690" y="4879"/>
                    <a:pt x="2860" y="3400"/>
                    <a:pt x="1382" y="1621"/>
                  </a:cubicBezTo>
                  <a:cubicBezTo>
                    <a:pt x="956" y="1120"/>
                    <a:pt x="580" y="593"/>
                    <a:pt x="229" y="42"/>
                  </a:cubicBezTo>
                  <a:cubicBezTo>
                    <a:pt x="207" y="12"/>
                    <a:pt x="176" y="0"/>
                    <a:pt x="14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0" name="Google Shape;4450;p54"/>
            <p:cNvSpPr/>
            <p:nvPr/>
          </p:nvSpPr>
          <p:spPr>
            <a:xfrm>
              <a:off x="3006623" y="3504983"/>
              <a:ext cx="59622" cy="46335"/>
            </a:xfrm>
            <a:custGeom>
              <a:rect b="b" l="l" r="r" t="t"/>
              <a:pathLst>
                <a:path extrusionOk="0" h="1646" w="2118">
                  <a:moveTo>
                    <a:pt x="171" y="1"/>
                  </a:moveTo>
                  <a:cubicBezTo>
                    <a:pt x="84" y="1"/>
                    <a:pt x="1" y="111"/>
                    <a:pt x="82" y="172"/>
                  </a:cubicBezTo>
                  <a:cubicBezTo>
                    <a:pt x="683" y="648"/>
                    <a:pt x="1285" y="1149"/>
                    <a:pt x="1886" y="1625"/>
                  </a:cubicBezTo>
                  <a:cubicBezTo>
                    <a:pt x="1905" y="1640"/>
                    <a:pt x="1926" y="1646"/>
                    <a:pt x="1947" y="1646"/>
                  </a:cubicBezTo>
                  <a:cubicBezTo>
                    <a:pt x="2035" y="1646"/>
                    <a:pt x="2118" y="1536"/>
                    <a:pt x="2037" y="1475"/>
                  </a:cubicBezTo>
                  <a:cubicBezTo>
                    <a:pt x="1435" y="999"/>
                    <a:pt x="834" y="522"/>
                    <a:pt x="232" y="21"/>
                  </a:cubicBezTo>
                  <a:cubicBezTo>
                    <a:pt x="213" y="7"/>
                    <a:pt x="192" y="1"/>
                    <a:pt x="17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1" name="Google Shape;4451;p54"/>
            <p:cNvSpPr/>
            <p:nvPr/>
          </p:nvSpPr>
          <p:spPr>
            <a:xfrm>
              <a:off x="2987030" y="3485109"/>
              <a:ext cx="7094" cy="5658"/>
            </a:xfrm>
            <a:custGeom>
              <a:rect b="b" l="l" r="r" t="t"/>
              <a:pathLst>
                <a:path extrusionOk="0" h="201" w="252">
                  <a:moveTo>
                    <a:pt x="126" y="0"/>
                  </a:moveTo>
                  <a:cubicBezTo>
                    <a:pt x="1" y="0"/>
                    <a:pt x="1"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2" name="Google Shape;4452;p54"/>
            <p:cNvSpPr/>
            <p:nvPr/>
          </p:nvSpPr>
          <p:spPr>
            <a:xfrm>
              <a:off x="3048906" y="3433790"/>
              <a:ext cx="55512" cy="37045"/>
            </a:xfrm>
            <a:custGeom>
              <a:rect b="b" l="l" r="r" t="t"/>
              <a:pathLst>
                <a:path extrusionOk="0" h="1316" w="1972">
                  <a:moveTo>
                    <a:pt x="134" y="0"/>
                  </a:moveTo>
                  <a:cubicBezTo>
                    <a:pt x="55" y="0"/>
                    <a:pt x="0" y="132"/>
                    <a:pt x="84" y="194"/>
                  </a:cubicBezTo>
                  <a:lnTo>
                    <a:pt x="1788" y="1297"/>
                  </a:lnTo>
                  <a:cubicBezTo>
                    <a:pt x="1805" y="1310"/>
                    <a:pt x="1822" y="1315"/>
                    <a:pt x="1838" y="1315"/>
                  </a:cubicBezTo>
                  <a:cubicBezTo>
                    <a:pt x="1916" y="1315"/>
                    <a:pt x="1971" y="1184"/>
                    <a:pt x="1888" y="1122"/>
                  </a:cubicBezTo>
                  <a:lnTo>
                    <a:pt x="184" y="19"/>
                  </a:lnTo>
                  <a:cubicBezTo>
                    <a:pt x="167" y="6"/>
                    <a:pt x="150" y="0"/>
                    <a:pt x="13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3" name="Google Shape;4453;p54"/>
            <p:cNvSpPr/>
            <p:nvPr/>
          </p:nvSpPr>
          <p:spPr>
            <a:xfrm>
              <a:off x="2924676" y="3280960"/>
              <a:ext cx="234743" cy="180413"/>
            </a:xfrm>
            <a:custGeom>
              <a:rect b="b" l="l" r="r" t="t"/>
              <a:pathLst>
                <a:path extrusionOk="0" h="6409" w="8339">
                  <a:moveTo>
                    <a:pt x="166" y="0"/>
                  </a:moveTo>
                  <a:cubicBezTo>
                    <a:pt x="64" y="0"/>
                    <a:pt x="1" y="141"/>
                    <a:pt x="111" y="185"/>
                  </a:cubicBezTo>
                  <a:cubicBezTo>
                    <a:pt x="2492" y="1363"/>
                    <a:pt x="4672" y="2891"/>
                    <a:pt x="6577" y="4746"/>
                  </a:cubicBezTo>
                  <a:cubicBezTo>
                    <a:pt x="7128" y="5272"/>
                    <a:pt x="7629" y="5824"/>
                    <a:pt x="8131" y="6375"/>
                  </a:cubicBezTo>
                  <a:cubicBezTo>
                    <a:pt x="8154" y="6399"/>
                    <a:pt x="8179" y="6409"/>
                    <a:pt x="8203" y="6409"/>
                  </a:cubicBezTo>
                  <a:cubicBezTo>
                    <a:pt x="8279" y="6409"/>
                    <a:pt x="8338" y="6307"/>
                    <a:pt x="8281" y="6250"/>
                  </a:cubicBezTo>
                  <a:cubicBezTo>
                    <a:pt x="6527" y="4220"/>
                    <a:pt x="4472" y="2490"/>
                    <a:pt x="2191" y="1087"/>
                  </a:cubicBezTo>
                  <a:cubicBezTo>
                    <a:pt x="1539" y="711"/>
                    <a:pt x="888" y="335"/>
                    <a:pt x="211" y="9"/>
                  </a:cubicBezTo>
                  <a:cubicBezTo>
                    <a:pt x="195" y="3"/>
                    <a:pt x="180" y="0"/>
                    <a:pt x="16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4" name="Google Shape;4454;p54"/>
            <p:cNvSpPr/>
            <p:nvPr/>
          </p:nvSpPr>
          <p:spPr>
            <a:xfrm>
              <a:off x="3004568" y="3356883"/>
              <a:ext cx="32147" cy="20775"/>
            </a:xfrm>
            <a:custGeom>
              <a:rect b="b" l="l" r="r" t="t"/>
              <a:pathLst>
                <a:path extrusionOk="0" h="738" w="1142">
                  <a:moveTo>
                    <a:pt x="153" y="1"/>
                  </a:moveTo>
                  <a:cubicBezTo>
                    <a:pt x="69" y="1"/>
                    <a:pt x="1" y="132"/>
                    <a:pt x="105" y="194"/>
                  </a:cubicBezTo>
                  <a:cubicBezTo>
                    <a:pt x="380" y="370"/>
                    <a:pt x="656" y="545"/>
                    <a:pt x="957" y="721"/>
                  </a:cubicBezTo>
                  <a:cubicBezTo>
                    <a:pt x="972" y="732"/>
                    <a:pt x="988" y="737"/>
                    <a:pt x="1003" y="737"/>
                  </a:cubicBezTo>
                  <a:cubicBezTo>
                    <a:pt x="1083" y="737"/>
                    <a:pt x="1142" y="588"/>
                    <a:pt x="1057" y="545"/>
                  </a:cubicBezTo>
                  <a:cubicBezTo>
                    <a:pt x="781" y="370"/>
                    <a:pt x="481" y="194"/>
                    <a:pt x="205" y="19"/>
                  </a:cubicBezTo>
                  <a:cubicBezTo>
                    <a:pt x="188" y="6"/>
                    <a:pt x="170" y="1"/>
                    <a:pt x="15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5" name="Google Shape;4455;p54"/>
            <p:cNvSpPr/>
            <p:nvPr/>
          </p:nvSpPr>
          <p:spPr>
            <a:xfrm>
              <a:off x="2879100" y="3241943"/>
              <a:ext cx="8501" cy="21929"/>
            </a:xfrm>
            <a:custGeom>
              <a:rect b="b" l="l" r="r" t="t"/>
              <a:pathLst>
                <a:path extrusionOk="0" h="779" w="302">
                  <a:moveTo>
                    <a:pt x="181" y="0"/>
                  </a:moveTo>
                  <a:cubicBezTo>
                    <a:pt x="147" y="0"/>
                    <a:pt x="115" y="12"/>
                    <a:pt x="101" y="42"/>
                  </a:cubicBezTo>
                  <a:cubicBezTo>
                    <a:pt x="0" y="267"/>
                    <a:pt x="0" y="518"/>
                    <a:pt x="101" y="744"/>
                  </a:cubicBezTo>
                  <a:cubicBezTo>
                    <a:pt x="118" y="761"/>
                    <a:pt x="161" y="779"/>
                    <a:pt x="202" y="779"/>
                  </a:cubicBezTo>
                  <a:cubicBezTo>
                    <a:pt x="219" y="779"/>
                    <a:pt x="236" y="776"/>
                    <a:pt x="251" y="769"/>
                  </a:cubicBezTo>
                  <a:cubicBezTo>
                    <a:pt x="301" y="744"/>
                    <a:pt x="301" y="668"/>
                    <a:pt x="276" y="618"/>
                  </a:cubicBezTo>
                  <a:cubicBezTo>
                    <a:pt x="201" y="493"/>
                    <a:pt x="201" y="292"/>
                    <a:pt x="276" y="142"/>
                  </a:cubicBezTo>
                  <a:cubicBezTo>
                    <a:pt x="301" y="92"/>
                    <a:pt x="301" y="42"/>
                    <a:pt x="251" y="17"/>
                  </a:cubicBezTo>
                  <a:cubicBezTo>
                    <a:pt x="230" y="6"/>
                    <a:pt x="205" y="0"/>
                    <a:pt x="18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6" name="Google Shape;4456;p54"/>
            <p:cNvSpPr/>
            <p:nvPr/>
          </p:nvSpPr>
          <p:spPr>
            <a:xfrm>
              <a:off x="2897427" y="3247348"/>
              <a:ext cx="7798" cy="21901"/>
            </a:xfrm>
            <a:custGeom>
              <a:rect b="b" l="l" r="r" t="t"/>
              <a:pathLst>
                <a:path extrusionOk="0" h="778" w="277">
                  <a:moveTo>
                    <a:pt x="101" y="0"/>
                  </a:moveTo>
                  <a:cubicBezTo>
                    <a:pt x="51" y="0"/>
                    <a:pt x="1" y="50"/>
                    <a:pt x="1" y="100"/>
                  </a:cubicBezTo>
                  <a:cubicBezTo>
                    <a:pt x="26" y="301"/>
                    <a:pt x="51" y="501"/>
                    <a:pt x="76" y="677"/>
                  </a:cubicBezTo>
                  <a:cubicBezTo>
                    <a:pt x="76" y="727"/>
                    <a:pt x="126" y="777"/>
                    <a:pt x="176" y="777"/>
                  </a:cubicBezTo>
                  <a:cubicBezTo>
                    <a:pt x="226" y="777"/>
                    <a:pt x="277" y="752"/>
                    <a:pt x="277" y="677"/>
                  </a:cubicBezTo>
                  <a:cubicBezTo>
                    <a:pt x="252" y="501"/>
                    <a:pt x="226" y="301"/>
                    <a:pt x="201" y="100"/>
                  </a:cubicBezTo>
                  <a:cubicBezTo>
                    <a:pt x="201" y="50"/>
                    <a:pt x="17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7" name="Google Shape;4457;p54"/>
            <p:cNvSpPr/>
            <p:nvPr/>
          </p:nvSpPr>
          <p:spPr>
            <a:xfrm>
              <a:off x="2713743" y="2996666"/>
              <a:ext cx="58439" cy="115697"/>
            </a:xfrm>
            <a:custGeom>
              <a:rect b="b" l="l" r="r" t="t"/>
              <a:pathLst>
                <a:path extrusionOk="0" h="4110" w="2076">
                  <a:moveTo>
                    <a:pt x="134" y="0"/>
                  </a:moveTo>
                  <a:cubicBezTo>
                    <a:pt x="70" y="0"/>
                    <a:pt x="1" y="74"/>
                    <a:pt x="35" y="158"/>
                  </a:cubicBezTo>
                  <a:cubicBezTo>
                    <a:pt x="636" y="1462"/>
                    <a:pt x="1263" y="2765"/>
                    <a:pt x="1864" y="4068"/>
                  </a:cubicBezTo>
                  <a:cubicBezTo>
                    <a:pt x="1879" y="4097"/>
                    <a:pt x="1904" y="4110"/>
                    <a:pt x="1932" y="4110"/>
                  </a:cubicBezTo>
                  <a:cubicBezTo>
                    <a:pt x="1998" y="4110"/>
                    <a:pt x="2075" y="4039"/>
                    <a:pt x="2040" y="3968"/>
                  </a:cubicBezTo>
                  <a:lnTo>
                    <a:pt x="210" y="58"/>
                  </a:lnTo>
                  <a:cubicBezTo>
                    <a:pt x="194" y="17"/>
                    <a:pt x="164" y="0"/>
                    <a:pt x="13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8" name="Google Shape;4458;p54"/>
            <p:cNvSpPr/>
            <p:nvPr/>
          </p:nvSpPr>
          <p:spPr>
            <a:xfrm>
              <a:off x="2774661" y="3133760"/>
              <a:ext cx="7094" cy="5658"/>
            </a:xfrm>
            <a:custGeom>
              <a:rect b="b" l="l" r="r" t="t"/>
              <a:pathLst>
                <a:path extrusionOk="0" h="201" w="252">
                  <a:moveTo>
                    <a:pt x="126" y="0"/>
                  </a:moveTo>
                  <a:cubicBezTo>
                    <a:pt x="1" y="0"/>
                    <a:pt x="1" y="201"/>
                    <a:pt x="126" y="201"/>
                  </a:cubicBezTo>
                  <a:cubicBezTo>
                    <a:pt x="252" y="201"/>
                    <a:pt x="252"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9" name="Google Shape;4459;p54"/>
            <p:cNvSpPr/>
            <p:nvPr/>
          </p:nvSpPr>
          <p:spPr>
            <a:xfrm>
              <a:off x="2651192" y="3010995"/>
              <a:ext cx="9909" cy="22604"/>
            </a:xfrm>
            <a:custGeom>
              <a:rect b="b" l="l" r="r" t="t"/>
              <a:pathLst>
                <a:path extrusionOk="0" h="803" w="352">
                  <a:moveTo>
                    <a:pt x="277" y="0"/>
                  </a:moveTo>
                  <a:cubicBezTo>
                    <a:pt x="227" y="0"/>
                    <a:pt x="151" y="25"/>
                    <a:pt x="151" y="75"/>
                  </a:cubicBezTo>
                  <a:cubicBezTo>
                    <a:pt x="101" y="276"/>
                    <a:pt x="51" y="476"/>
                    <a:pt x="1" y="677"/>
                  </a:cubicBezTo>
                  <a:cubicBezTo>
                    <a:pt x="1" y="727"/>
                    <a:pt x="26" y="777"/>
                    <a:pt x="76" y="802"/>
                  </a:cubicBezTo>
                  <a:cubicBezTo>
                    <a:pt x="126" y="802"/>
                    <a:pt x="201" y="777"/>
                    <a:pt x="201" y="727"/>
                  </a:cubicBezTo>
                  <a:cubicBezTo>
                    <a:pt x="252" y="526"/>
                    <a:pt x="302" y="326"/>
                    <a:pt x="327" y="125"/>
                  </a:cubicBezTo>
                  <a:cubicBezTo>
                    <a:pt x="352" y="75"/>
                    <a:pt x="327" y="25"/>
                    <a:pt x="27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0" name="Google Shape;4460;p54"/>
            <p:cNvSpPr/>
            <p:nvPr/>
          </p:nvSpPr>
          <p:spPr>
            <a:xfrm>
              <a:off x="2665324" y="3020144"/>
              <a:ext cx="9909" cy="20493"/>
            </a:xfrm>
            <a:custGeom>
              <a:rect b="b" l="l" r="r" t="t"/>
              <a:pathLst>
                <a:path extrusionOk="0" h="728" w="352">
                  <a:moveTo>
                    <a:pt x="276" y="1"/>
                  </a:moveTo>
                  <a:cubicBezTo>
                    <a:pt x="226" y="1"/>
                    <a:pt x="151" y="26"/>
                    <a:pt x="151" y="76"/>
                  </a:cubicBezTo>
                  <a:cubicBezTo>
                    <a:pt x="100" y="252"/>
                    <a:pt x="50" y="427"/>
                    <a:pt x="25" y="602"/>
                  </a:cubicBezTo>
                  <a:cubicBezTo>
                    <a:pt x="0" y="653"/>
                    <a:pt x="25" y="703"/>
                    <a:pt x="75" y="728"/>
                  </a:cubicBezTo>
                  <a:cubicBezTo>
                    <a:pt x="151" y="728"/>
                    <a:pt x="201" y="703"/>
                    <a:pt x="201" y="653"/>
                  </a:cubicBezTo>
                  <a:cubicBezTo>
                    <a:pt x="251" y="477"/>
                    <a:pt x="301" y="302"/>
                    <a:pt x="351" y="126"/>
                  </a:cubicBezTo>
                  <a:cubicBezTo>
                    <a:pt x="351" y="76"/>
                    <a:pt x="326" y="26"/>
                    <a:pt x="2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1" name="Google Shape;4461;p54"/>
            <p:cNvSpPr/>
            <p:nvPr/>
          </p:nvSpPr>
          <p:spPr>
            <a:xfrm>
              <a:off x="2694741" y="3067718"/>
              <a:ext cx="143678" cy="237023"/>
            </a:xfrm>
            <a:custGeom>
              <a:rect b="b" l="l" r="r" t="t"/>
              <a:pathLst>
                <a:path extrusionOk="0" h="8420" w="5104">
                  <a:moveTo>
                    <a:pt x="139" y="1"/>
                  </a:moveTo>
                  <a:cubicBezTo>
                    <a:pt x="71" y="1"/>
                    <a:pt x="1" y="61"/>
                    <a:pt x="33" y="141"/>
                  </a:cubicBezTo>
                  <a:cubicBezTo>
                    <a:pt x="835" y="2496"/>
                    <a:pt x="2013" y="4752"/>
                    <a:pt x="3542" y="6757"/>
                  </a:cubicBezTo>
                  <a:cubicBezTo>
                    <a:pt x="3968" y="7308"/>
                    <a:pt x="4419" y="7860"/>
                    <a:pt x="4895" y="8386"/>
                  </a:cubicBezTo>
                  <a:cubicBezTo>
                    <a:pt x="4913" y="8409"/>
                    <a:pt x="4934" y="8419"/>
                    <a:pt x="4956" y="8419"/>
                  </a:cubicBezTo>
                  <a:cubicBezTo>
                    <a:pt x="5028" y="8419"/>
                    <a:pt x="5103" y="8313"/>
                    <a:pt x="5045" y="8236"/>
                  </a:cubicBezTo>
                  <a:cubicBezTo>
                    <a:pt x="3366" y="6406"/>
                    <a:pt x="2013" y="4301"/>
                    <a:pt x="1010" y="2045"/>
                  </a:cubicBezTo>
                  <a:cubicBezTo>
                    <a:pt x="710" y="1394"/>
                    <a:pt x="459" y="742"/>
                    <a:pt x="233" y="65"/>
                  </a:cubicBezTo>
                  <a:cubicBezTo>
                    <a:pt x="215" y="20"/>
                    <a:pt x="178" y="1"/>
                    <a:pt x="13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2" name="Google Shape;4462;p54"/>
            <p:cNvSpPr/>
            <p:nvPr/>
          </p:nvSpPr>
          <p:spPr>
            <a:xfrm>
              <a:off x="2780123" y="3271079"/>
              <a:ext cx="60945" cy="62577"/>
            </a:xfrm>
            <a:custGeom>
              <a:rect b="b" l="l" r="r" t="t"/>
              <a:pathLst>
                <a:path extrusionOk="0" h="2223" w="2165">
                  <a:moveTo>
                    <a:pt x="136" y="1"/>
                  </a:moveTo>
                  <a:cubicBezTo>
                    <a:pt x="60" y="1"/>
                    <a:pt x="0" y="102"/>
                    <a:pt x="58" y="160"/>
                  </a:cubicBezTo>
                  <a:cubicBezTo>
                    <a:pt x="684" y="836"/>
                    <a:pt x="1311" y="1513"/>
                    <a:pt x="1937" y="2190"/>
                  </a:cubicBezTo>
                  <a:cubicBezTo>
                    <a:pt x="1961" y="2213"/>
                    <a:pt x="1987" y="2223"/>
                    <a:pt x="2012" y="2223"/>
                  </a:cubicBezTo>
                  <a:cubicBezTo>
                    <a:pt x="2094" y="2223"/>
                    <a:pt x="2165" y="2116"/>
                    <a:pt x="2088" y="2039"/>
                  </a:cubicBezTo>
                  <a:cubicBezTo>
                    <a:pt x="1461" y="1363"/>
                    <a:pt x="835" y="686"/>
                    <a:pt x="208" y="34"/>
                  </a:cubicBezTo>
                  <a:cubicBezTo>
                    <a:pt x="184" y="11"/>
                    <a:pt x="159" y="1"/>
                    <a:pt x="13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3" name="Google Shape;4463;p54"/>
            <p:cNvSpPr/>
            <p:nvPr/>
          </p:nvSpPr>
          <p:spPr>
            <a:xfrm>
              <a:off x="2855116" y="3349648"/>
              <a:ext cx="7769" cy="5658"/>
            </a:xfrm>
            <a:custGeom>
              <a:rect b="b" l="l" r="r" t="t"/>
              <a:pathLst>
                <a:path extrusionOk="0" h="201" w="276">
                  <a:moveTo>
                    <a:pt x="125" y="0"/>
                  </a:moveTo>
                  <a:cubicBezTo>
                    <a:pt x="0" y="0"/>
                    <a:pt x="0" y="201"/>
                    <a:pt x="125" y="201"/>
                  </a:cubicBezTo>
                  <a:cubicBezTo>
                    <a:pt x="276" y="201"/>
                    <a:pt x="276" y="0"/>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4" name="Google Shape;4464;p54"/>
            <p:cNvSpPr/>
            <p:nvPr/>
          </p:nvSpPr>
          <p:spPr>
            <a:xfrm>
              <a:off x="2723877" y="3217705"/>
              <a:ext cx="6362" cy="7798"/>
            </a:xfrm>
            <a:custGeom>
              <a:rect b="b" l="l" r="r" t="t"/>
              <a:pathLst>
                <a:path extrusionOk="0" h="277" w="226">
                  <a:moveTo>
                    <a:pt x="76" y="1"/>
                  </a:moveTo>
                  <a:cubicBezTo>
                    <a:pt x="76" y="26"/>
                    <a:pt x="51" y="26"/>
                    <a:pt x="51" y="51"/>
                  </a:cubicBezTo>
                  <a:lnTo>
                    <a:pt x="26" y="51"/>
                  </a:lnTo>
                  <a:cubicBezTo>
                    <a:pt x="26" y="76"/>
                    <a:pt x="0" y="101"/>
                    <a:pt x="0" y="101"/>
                  </a:cubicBezTo>
                  <a:lnTo>
                    <a:pt x="0" y="176"/>
                  </a:lnTo>
                  <a:cubicBezTo>
                    <a:pt x="0" y="201"/>
                    <a:pt x="26" y="201"/>
                    <a:pt x="26" y="226"/>
                  </a:cubicBezTo>
                  <a:cubicBezTo>
                    <a:pt x="26" y="226"/>
                    <a:pt x="26" y="226"/>
                    <a:pt x="51" y="251"/>
                  </a:cubicBezTo>
                  <a:cubicBezTo>
                    <a:pt x="51" y="251"/>
                    <a:pt x="51" y="276"/>
                    <a:pt x="76" y="276"/>
                  </a:cubicBezTo>
                  <a:lnTo>
                    <a:pt x="151" y="276"/>
                  </a:lnTo>
                  <a:cubicBezTo>
                    <a:pt x="151" y="276"/>
                    <a:pt x="176" y="251"/>
                    <a:pt x="176" y="251"/>
                  </a:cubicBezTo>
                  <a:cubicBezTo>
                    <a:pt x="201" y="251"/>
                    <a:pt x="201" y="226"/>
                    <a:pt x="201" y="226"/>
                  </a:cubicBezTo>
                  <a:cubicBezTo>
                    <a:pt x="201" y="201"/>
                    <a:pt x="226" y="201"/>
                    <a:pt x="226" y="176"/>
                  </a:cubicBezTo>
                  <a:lnTo>
                    <a:pt x="226" y="101"/>
                  </a:lnTo>
                  <a:cubicBezTo>
                    <a:pt x="226" y="101"/>
                    <a:pt x="226" y="76"/>
                    <a:pt x="201" y="76"/>
                  </a:cubicBezTo>
                  <a:cubicBezTo>
                    <a:pt x="201" y="51"/>
                    <a:pt x="201" y="51"/>
                    <a:pt x="176" y="51"/>
                  </a:cubicBezTo>
                  <a:cubicBezTo>
                    <a:pt x="176" y="26"/>
                    <a:pt x="176" y="26"/>
                    <a:pt x="151" y="26"/>
                  </a:cubicBezTo>
                  <a:cubicBezTo>
                    <a:pt x="151" y="1"/>
                    <a:pt x="12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5" name="Google Shape;4465;p54"/>
            <p:cNvSpPr/>
            <p:nvPr/>
          </p:nvSpPr>
          <p:spPr>
            <a:xfrm>
              <a:off x="2596186" y="3108058"/>
              <a:ext cx="20465" cy="38875"/>
            </a:xfrm>
            <a:custGeom>
              <a:rect b="b" l="l" r="r" t="t"/>
              <a:pathLst>
                <a:path extrusionOk="0" h="1381" w="727">
                  <a:moveTo>
                    <a:pt x="94" y="1"/>
                  </a:moveTo>
                  <a:cubicBezTo>
                    <a:pt x="79" y="1"/>
                    <a:pt x="64" y="4"/>
                    <a:pt x="50" y="11"/>
                  </a:cubicBezTo>
                  <a:cubicBezTo>
                    <a:pt x="0" y="36"/>
                    <a:pt x="0" y="111"/>
                    <a:pt x="0" y="161"/>
                  </a:cubicBezTo>
                  <a:cubicBezTo>
                    <a:pt x="176" y="537"/>
                    <a:pt x="351" y="938"/>
                    <a:pt x="526" y="1339"/>
                  </a:cubicBezTo>
                  <a:cubicBezTo>
                    <a:pt x="541" y="1368"/>
                    <a:pt x="573" y="1381"/>
                    <a:pt x="607" y="1381"/>
                  </a:cubicBezTo>
                  <a:cubicBezTo>
                    <a:pt x="631" y="1381"/>
                    <a:pt x="656" y="1375"/>
                    <a:pt x="677" y="1364"/>
                  </a:cubicBezTo>
                  <a:cubicBezTo>
                    <a:pt x="727" y="1339"/>
                    <a:pt x="727" y="1264"/>
                    <a:pt x="702" y="1214"/>
                  </a:cubicBezTo>
                  <a:lnTo>
                    <a:pt x="201" y="61"/>
                  </a:lnTo>
                  <a:cubicBezTo>
                    <a:pt x="182" y="24"/>
                    <a:pt x="137" y="1"/>
                    <a:pt x="9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6" name="Google Shape;4466;p54"/>
            <p:cNvSpPr/>
            <p:nvPr/>
          </p:nvSpPr>
          <p:spPr>
            <a:xfrm>
              <a:off x="2527498" y="3132127"/>
              <a:ext cx="61930" cy="117414"/>
            </a:xfrm>
            <a:custGeom>
              <a:rect b="b" l="l" r="r" t="t"/>
              <a:pathLst>
                <a:path extrusionOk="0" h="4171" w="2200">
                  <a:moveTo>
                    <a:pt x="133" y="0"/>
                  </a:moveTo>
                  <a:cubicBezTo>
                    <a:pt x="69" y="0"/>
                    <a:pt x="0" y="74"/>
                    <a:pt x="34" y="158"/>
                  </a:cubicBezTo>
                  <a:cubicBezTo>
                    <a:pt x="686" y="1462"/>
                    <a:pt x="1337" y="2790"/>
                    <a:pt x="1989" y="4118"/>
                  </a:cubicBezTo>
                  <a:cubicBezTo>
                    <a:pt x="2004" y="4156"/>
                    <a:pt x="2030" y="4171"/>
                    <a:pt x="2058" y="4171"/>
                  </a:cubicBezTo>
                  <a:cubicBezTo>
                    <a:pt x="2124" y="4171"/>
                    <a:pt x="2200" y="4088"/>
                    <a:pt x="2164" y="4018"/>
                  </a:cubicBezTo>
                  <a:cubicBezTo>
                    <a:pt x="1513" y="2690"/>
                    <a:pt x="861" y="1361"/>
                    <a:pt x="209" y="58"/>
                  </a:cubicBezTo>
                  <a:cubicBezTo>
                    <a:pt x="193" y="17"/>
                    <a:pt x="164" y="0"/>
                    <a:pt x="13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7" name="Google Shape;4467;p54"/>
            <p:cNvSpPr/>
            <p:nvPr/>
          </p:nvSpPr>
          <p:spPr>
            <a:xfrm>
              <a:off x="2595482" y="3267082"/>
              <a:ext cx="7066" cy="5686"/>
            </a:xfrm>
            <a:custGeom>
              <a:rect b="b" l="l" r="r" t="t"/>
              <a:pathLst>
                <a:path extrusionOk="0" h="202" w="251">
                  <a:moveTo>
                    <a:pt x="125" y="1"/>
                  </a:moveTo>
                  <a:cubicBezTo>
                    <a:pt x="0" y="1"/>
                    <a:pt x="0" y="201"/>
                    <a:pt x="125" y="201"/>
                  </a:cubicBezTo>
                  <a:cubicBezTo>
                    <a:pt x="251" y="201"/>
                    <a:pt x="251"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8" name="Google Shape;4468;p54"/>
            <p:cNvSpPr/>
            <p:nvPr/>
          </p:nvSpPr>
          <p:spPr>
            <a:xfrm>
              <a:off x="2496701" y="3181250"/>
              <a:ext cx="15539" cy="22126"/>
            </a:xfrm>
            <a:custGeom>
              <a:rect b="b" l="l" r="r" t="t"/>
              <a:pathLst>
                <a:path extrusionOk="0" h="786" w="552">
                  <a:moveTo>
                    <a:pt x="432" y="1"/>
                  </a:moveTo>
                  <a:cubicBezTo>
                    <a:pt x="398" y="1"/>
                    <a:pt x="366" y="13"/>
                    <a:pt x="351" y="42"/>
                  </a:cubicBezTo>
                  <a:cubicBezTo>
                    <a:pt x="251" y="243"/>
                    <a:pt x="151" y="443"/>
                    <a:pt x="25" y="644"/>
                  </a:cubicBezTo>
                  <a:cubicBezTo>
                    <a:pt x="0" y="694"/>
                    <a:pt x="25" y="744"/>
                    <a:pt x="75" y="769"/>
                  </a:cubicBezTo>
                  <a:cubicBezTo>
                    <a:pt x="96" y="780"/>
                    <a:pt x="117" y="786"/>
                    <a:pt x="136" y="786"/>
                  </a:cubicBezTo>
                  <a:cubicBezTo>
                    <a:pt x="163" y="786"/>
                    <a:pt x="186" y="773"/>
                    <a:pt x="201" y="744"/>
                  </a:cubicBezTo>
                  <a:cubicBezTo>
                    <a:pt x="326" y="544"/>
                    <a:pt x="426" y="343"/>
                    <a:pt x="527" y="168"/>
                  </a:cubicBezTo>
                  <a:cubicBezTo>
                    <a:pt x="552" y="118"/>
                    <a:pt x="552" y="42"/>
                    <a:pt x="501" y="17"/>
                  </a:cubicBezTo>
                  <a:cubicBezTo>
                    <a:pt x="481" y="7"/>
                    <a:pt x="456" y="1"/>
                    <a:pt x="4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9" name="Google Shape;4469;p54"/>
            <p:cNvSpPr/>
            <p:nvPr/>
          </p:nvSpPr>
          <p:spPr>
            <a:xfrm>
              <a:off x="2511508" y="3188513"/>
              <a:ext cx="12020" cy="18635"/>
            </a:xfrm>
            <a:custGeom>
              <a:rect b="b" l="l" r="r" t="t"/>
              <a:pathLst>
                <a:path extrusionOk="0" h="662" w="427">
                  <a:moveTo>
                    <a:pt x="332" y="0"/>
                  </a:moveTo>
                  <a:cubicBezTo>
                    <a:pt x="290" y="0"/>
                    <a:pt x="244" y="23"/>
                    <a:pt x="226" y="60"/>
                  </a:cubicBezTo>
                  <a:cubicBezTo>
                    <a:pt x="151" y="210"/>
                    <a:pt x="101" y="361"/>
                    <a:pt x="26" y="511"/>
                  </a:cubicBezTo>
                  <a:cubicBezTo>
                    <a:pt x="26" y="536"/>
                    <a:pt x="1" y="561"/>
                    <a:pt x="26" y="586"/>
                  </a:cubicBezTo>
                  <a:cubicBezTo>
                    <a:pt x="26" y="611"/>
                    <a:pt x="51" y="637"/>
                    <a:pt x="76" y="662"/>
                  </a:cubicBezTo>
                  <a:cubicBezTo>
                    <a:pt x="101" y="662"/>
                    <a:pt x="176" y="662"/>
                    <a:pt x="201" y="611"/>
                  </a:cubicBezTo>
                  <a:cubicBezTo>
                    <a:pt x="276" y="461"/>
                    <a:pt x="326" y="311"/>
                    <a:pt x="402" y="160"/>
                  </a:cubicBezTo>
                  <a:cubicBezTo>
                    <a:pt x="402" y="135"/>
                    <a:pt x="427" y="110"/>
                    <a:pt x="402" y="85"/>
                  </a:cubicBezTo>
                  <a:cubicBezTo>
                    <a:pt x="402" y="60"/>
                    <a:pt x="376" y="35"/>
                    <a:pt x="376" y="10"/>
                  </a:cubicBezTo>
                  <a:cubicBezTo>
                    <a:pt x="363" y="3"/>
                    <a:pt x="348" y="0"/>
                    <a:pt x="33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0" name="Google Shape;4470;p54"/>
            <p:cNvSpPr/>
            <p:nvPr/>
          </p:nvSpPr>
          <p:spPr>
            <a:xfrm>
              <a:off x="2525612" y="3230401"/>
              <a:ext cx="7798" cy="6390"/>
            </a:xfrm>
            <a:custGeom>
              <a:rect b="b" l="l" r="r" t="t"/>
              <a:pathLst>
                <a:path extrusionOk="0" h="227" w="277">
                  <a:moveTo>
                    <a:pt x="126" y="1"/>
                  </a:moveTo>
                  <a:cubicBezTo>
                    <a:pt x="1" y="1"/>
                    <a:pt x="1" y="226"/>
                    <a:pt x="126" y="226"/>
                  </a:cubicBezTo>
                  <a:cubicBezTo>
                    <a:pt x="276" y="226"/>
                    <a:pt x="27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1" name="Google Shape;4471;p54"/>
            <p:cNvSpPr/>
            <p:nvPr/>
          </p:nvSpPr>
          <p:spPr>
            <a:xfrm>
              <a:off x="2703384" y="3278173"/>
              <a:ext cx="108040" cy="135936"/>
            </a:xfrm>
            <a:custGeom>
              <a:rect b="b" l="l" r="r" t="t"/>
              <a:pathLst>
                <a:path extrusionOk="0" h="4829" w="3838">
                  <a:moveTo>
                    <a:pt x="134" y="0"/>
                  </a:moveTo>
                  <a:cubicBezTo>
                    <a:pt x="65" y="0"/>
                    <a:pt x="1" y="74"/>
                    <a:pt x="52" y="158"/>
                  </a:cubicBezTo>
                  <a:cubicBezTo>
                    <a:pt x="1054" y="1838"/>
                    <a:pt x="2257" y="3391"/>
                    <a:pt x="3611" y="4795"/>
                  </a:cubicBezTo>
                  <a:cubicBezTo>
                    <a:pt x="3634" y="4819"/>
                    <a:pt x="3661" y="4828"/>
                    <a:pt x="3686" y="4828"/>
                  </a:cubicBezTo>
                  <a:cubicBezTo>
                    <a:pt x="3768" y="4828"/>
                    <a:pt x="3838" y="4727"/>
                    <a:pt x="3761" y="4670"/>
                  </a:cubicBezTo>
                  <a:cubicBezTo>
                    <a:pt x="2408" y="3266"/>
                    <a:pt x="1230" y="1712"/>
                    <a:pt x="227" y="58"/>
                  </a:cubicBezTo>
                  <a:cubicBezTo>
                    <a:pt x="203" y="17"/>
                    <a:pt x="168" y="0"/>
                    <a:pt x="13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2" name="Google Shape;4472;p54"/>
            <p:cNvSpPr/>
            <p:nvPr/>
          </p:nvSpPr>
          <p:spPr>
            <a:xfrm>
              <a:off x="2858663" y="3474187"/>
              <a:ext cx="40367" cy="45856"/>
            </a:xfrm>
            <a:custGeom>
              <a:rect b="b" l="l" r="r" t="t"/>
              <a:pathLst>
                <a:path extrusionOk="0" h="1629" w="1434">
                  <a:moveTo>
                    <a:pt x="132" y="1"/>
                  </a:moveTo>
                  <a:cubicBezTo>
                    <a:pt x="64" y="1"/>
                    <a:pt x="0" y="89"/>
                    <a:pt x="75" y="163"/>
                  </a:cubicBezTo>
                  <a:cubicBezTo>
                    <a:pt x="451" y="639"/>
                    <a:pt x="852" y="1115"/>
                    <a:pt x="1228" y="1591"/>
                  </a:cubicBezTo>
                  <a:cubicBezTo>
                    <a:pt x="1254" y="1617"/>
                    <a:pt x="1281" y="1628"/>
                    <a:pt x="1307" y="1628"/>
                  </a:cubicBezTo>
                  <a:cubicBezTo>
                    <a:pt x="1379" y="1628"/>
                    <a:pt x="1434" y="1540"/>
                    <a:pt x="1378" y="1466"/>
                  </a:cubicBezTo>
                  <a:cubicBezTo>
                    <a:pt x="977" y="990"/>
                    <a:pt x="601" y="514"/>
                    <a:pt x="200" y="37"/>
                  </a:cubicBezTo>
                  <a:cubicBezTo>
                    <a:pt x="180" y="11"/>
                    <a:pt x="156" y="1"/>
                    <a:pt x="1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3" name="Google Shape;4473;p54"/>
            <p:cNvSpPr/>
            <p:nvPr/>
          </p:nvSpPr>
          <p:spPr>
            <a:xfrm>
              <a:off x="2982104" y="3581750"/>
              <a:ext cx="7094" cy="16974"/>
            </a:xfrm>
            <a:custGeom>
              <a:rect b="b" l="l" r="r" t="t"/>
              <a:pathLst>
                <a:path extrusionOk="0" h="603" w="252">
                  <a:moveTo>
                    <a:pt x="176" y="1"/>
                  </a:moveTo>
                  <a:cubicBezTo>
                    <a:pt x="151" y="1"/>
                    <a:pt x="126" y="1"/>
                    <a:pt x="101" y="26"/>
                  </a:cubicBezTo>
                  <a:cubicBezTo>
                    <a:pt x="76" y="26"/>
                    <a:pt x="51" y="51"/>
                    <a:pt x="51" y="76"/>
                  </a:cubicBezTo>
                  <a:cubicBezTo>
                    <a:pt x="25" y="226"/>
                    <a:pt x="25" y="352"/>
                    <a:pt x="0" y="477"/>
                  </a:cubicBezTo>
                  <a:cubicBezTo>
                    <a:pt x="0" y="502"/>
                    <a:pt x="0" y="527"/>
                    <a:pt x="0" y="552"/>
                  </a:cubicBezTo>
                  <a:cubicBezTo>
                    <a:pt x="25" y="577"/>
                    <a:pt x="51" y="602"/>
                    <a:pt x="76" y="602"/>
                  </a:cubicBezTo>
                  <a:lnTo>
                    <a:pt x="151" y="602"/>
                  </a:lnTo>
                  <a:cubicBezTo>
                    <a:pt x="176" y="577"/>
                    <a:pt x="201" y="552"/>
                    <a:pt x="201" y="527"/>
                  </a:cubicBezTo>
                  <a:cubicBezTo>
                    <a:pt x="201" y="402"/>
                    <a:pt x="226" y="277"/>
                    <a:pt x="251" y="126"/>
                  </a:cubicBezTo>
                  <a:cubicBezTo>
                    <a:pt x="251" y="101"/>
                    <a:pt x="251" y="76"/>
                    <a:pt x="251" y="51"/>
                  </a:cubicBezTo>
                  <a:cubicBezTo>
                    <a:pt x="226" y="51"/>
                    <a:pt x="201" y="26"/>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4" name="Google Shape;4474;p54"/>
            <p:cNvSpPr/>
            <p:nvPr/>
          </p:nvSpPr>
          <p:spPr>
            <a:xfrm>
              <a:off x="2993392" y="3585860"/>
              <a:ext cx="7798" cy="20099"/>
            </a:xfrm>
            <a:custGeom>
              <a:rect b="b" l="l" r="r" t="t"/>
              <a:pathLst>
                <a:path extrusionOk="0" h="714" w="277">
                  <a:moveTo>
                    <a:pt x="129" y="0"/>
                  </a:moveTo>
                  <a:cubicBezTo>
                    <a:pt x="120" y="0"/>
                    <a:pt x="111" y="2"/>
                    <a:pt x="101" y="5"/>
                  </a:cubicBezTo>
                  <a:cubicBezTo>
                    <a:pt x="51" y="5"/>
                    <a:pt x="0" y="30"/>
                    <a:pt x="0" y="106"/>
                  </a:cubicBezTo>
                  <a:cubicBezTo>
                    <a:pt x="25" y="281"/>
                    <a:pt x="51" y="431"/>
                    <a:pt x="76" y="607"/>
                  </a:cubicBezTo>
                  <a:cubicBezTo>
                    <a:pt x="76" y="669"/>
                    <a:pt x="93" y="714"/>
                    <a:pt x="141" y="714"/>
                  </a:cubicBezTo>
                  <a:cubicBezTo>
                    <a:pt x="151" y="714"/>
                    <a:pt x="163" y="711"/>
                    <a:pt x="176" y="707"/>
                  </a:cubicBezTo>
                  <a:cubicBezTo>
                    <a:pt x="226" y="707"/>
                    <a:pt x="276" y="682"/>
                    <a:pt x="276" y="607"/>
                  </a:cubicBezTo>
                  <a:cubicBezTo>
                    <a:pt x="251" y="431"/>
                    <a:pt x="226" y="281"/>
                    <a:pt x="201" y="106"/>
                  </a:cubicBezTo>
                  <a:cubicBezTo>
                    <a:pt x="201" y="62"/>
                    <a:pt x="182" y="0"/>
                    <a:pt x="12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5" name="Google Shape;4475;p54"/>
            <p:cNvSpPr/>
            <p:nvPr/>
          </p:nvSpPr>
          <p:spPr>
            <a:xfrm>
              <a:off x="2938133" y="3664485"/>
              <a:ext cx="129377" cy="90699"/>
            </a:xfrm>
            <a:custGeom>
              <a:rect b="b" l="l" r="r" t="t"/>
              <a:pathLst>
                <a:path extrusionOk="0" h="3222" w="4596">
                  <a:moveTo>
                    <a:pt x="4445" y="1"/>
                  </a:moveTo>
                  <a:cubicBezTo>
                    <a:pt x="4395" y="1"/>
                    <a:pt x="4344" y="32"/>
                    <a:pt x="4344" y="95"/>
                  </a:cubicBezTo>
                  <a:cubicBezTo>
                    <a:pt x="4420" y="871"/>
                    <a:pt x="4144" y="1673"/>
                    <a:pt x="3618" y="2225"/>
                  </a:cubicBezTo>
                  <a:cubicBezTo>
                    <a:pt x="3130" y="2757"/>
                    <a:pt x="2445" y="3015"/>
                    <a:pt x="1738" y="3015"/>
                  </a:cubicBezTo>
                  <a:cubicBezTo>
                    <a:pt x="1646" y="3015"/>
                    <a:pt x="1554" y="3010"/>
                    <a:pt x="1462" y="3002"/>
                  </a:cubicBezTo>
                  <a:cubicBezTo>
                    <a:pt x="1011" y="2952"/>
                    <a:pt x="560" y="2776"/>
                    <a:pt x="184" y="2526"/>
                  </a:cubicBezTo>
                  <a:cubicBezTo>
                    <a:pt x="167" y="2513"/>
                    <a:pt x="150" y="2507"/>
                    <a:pt x="134" y="2507"/>
                  </a:cubicBezTo>
                  <a:cubicBezTo>
                    <a:pt x="55" y="2507"/>
                    <a:pt x="1" y="2639"/>
                    <a:pt x="84" y="2701"/>
                  </a:cubicBezTo>
                  <a:cubicBezTo>
                    <a:pt x="562" y="3042"/>
                    <a:pt x="1144" y="3221"/>
                    <a:pt x="1729" y="3221"/>
                  </a:cubicBezTo>
                  <a:cubicBezTo>
                    <a:pt x="2002" y="3221"/>
                    <a:pt x="2276" y="3182"/>
                    <a:pt x="2540" y="3102"/>
                  </a:cubicBezTo>
                  <a:cubicBezTo>
                    <a:pt x="3367" y="2876"/>
                    <a:pt x="4019" y="2250"/>
                    <a:pt x="4344" y="1473"/>
                  </a:cubicBezTo>
                  <a:cubicBezTo>
                    <a:pt x="4520" y="1047"/>
                    <a:pt x="4595" y="571"/>
                    <a:pt x="4545" y="95"/>
                  </a:cubicBezTo>
                  <a:cubicBezTo>
                    <a:pt x="4545" y="32"/>
                    <a:pt x="4495" y="1"/>
                    <a:pt x="444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6" name="Google Shape;4476;p54"/>
            <p:cNvSpPr/>
            <p:nvPr/>
          </p:nvSpPr>
          <p:spPr>
            <a:xfrm>
              <a:off x="2982695" y="3704769"/>
              <a:ext cx="48193" cy="19198"/>
            </a:xfrm>
            <a:custGeom>
              <a:rect b="b" l="l" r="r" t="t"/>
              <a:pathLst>
                <a:path extrusionOk="0" h="682" w="1712">
                  <a:moveTo>
                    <a:pt x="1566" y="0"/>
                  </a:moveTo>
                  <a:cubicBezTo>
                    <a:pt x="1536" y="0"/>
                    <a:pt x="1505" y="13"/>
                    <a:pt x="1483" y="42"/>
                  </a:cubicBezTo>
                  <a:cubicBezTo>
                    <a:pt x="1307" y="323"/>
                    <a:pt x="971" y="481"/>
                    <a:pt x="630" y="481"/>
                  </a:cubicBezTo>
                  <a:cubicBezTo>
                    <a:pt x="485" y="481"/>
                    <a:pt x="340" y="453"/>
                    <a:pt x="205" y="393"/>
                  </a:cubicBezTo>
                  <a:cubicBezTo>
                    <a:pt x="188" y="380"/>
                    <a:pt x="170" y="375"/>
                    <a:pt x="153" y="375"/>
                  </a:cubicBezTo>
                  <a:cubicBezTo>
                    <a:pt x="69" y="375"/>
                    <a:pt x="1" y="506"/>
                    <a:pt x="105" y="568"/>
                  </a:cubicBezTo>
                  <a:cubicBezTo>
                    <a:pt x="273" y="645"/>
                    <a:pt x="453" y="682"/>
                    <a:pt x="631" y="682"/>
                  </a:cubicBezTo>
                  <a:cubicBezTo>
                    <a:pt x="1036" y="682"/>
                    <a:pt x="1432" y="491"/>
                    <a:pt x="1659" y="142"/>
                  </a:cubicBezTo>
                  <a:cubicBezTo>
                    <a:pt x="1712" y="71"/>
                    <a:pt x="1640" y="0"/>
                    <a:pt x="156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7" name="Google Shape;4477;p54"/>
            <p:cNvSpPr/>
            <p:nvPr/>
          </p:nvSpPr>
          <p:spPr>
            <a:xfrm>
              <a:off x="3021599" y="3660770"/>
              <a:ext cx="7798" cy="5686"/>
            </a:xfrm>
            <a:custGeom>
              <a:rect b="b" l="l" r="r" t="t"/>
              <a:pathLst>
                <a:path extrusionOk="0" h="202" w="277">
                  <a:moveTo>
                    <a:pt x="126" y="1"/>
                  </a:moveTo>
                  <a:cubicBezTo>
                    <a:pt x="1" y="1"/>
                    <a:pt x="1" y="201"/>
                    <a:pt x="126" y="201"/>
                  </a:cubicBezTo>
                  <a:cubicBezTo>
                    <a:pt x="277" y="201"/>
                    <a:pt x="277"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8" name="Google Shape;4478;p54"/>
            <p:cNvSpPr/>
            <p:nvPr/>
          </p:nvSpPr>
          <p:spPr>
            <a:xfrm>
              <a:off x="2840984" y="3569055"/>
              <a:ext cx="7798" cy="22604"/>
            </a:xfrm>
            <a:custGeom>
              <a:rect b="b" l="l" r="r" t="t"/>
              <a:pathLst>
                <a:path extrusionOk="0" h="803" w="277">
                  <a:moveTo>
                    <a:pt x="176" y="1"/>
                  </a:moveTo>
                  <a:cubicBezTo>
                    <a:pt x="126" y="1"/>
                    <a:pt x="76" y="51"/>
                    <a:pt x="76" y="101"/>
                  </a:cubicBezTo>
                  <a:cubicBezTo>
                    <a:pt x="51" y="302"/>
                    <a:pt x="26" y="502"/>
                    <a:pt x="1" y="703"/>
                  </a:cubicBezTo>
                  <a:cubicBezTo>
                    <a:pt x="1" y="753"/>
                    <a:pt x="76" y="803"/>
                    <a:pt x="126" y="803"/>
                  </a:cubicBezTo>
                  <a:cubicBezTo>
                    <a:pt x="176" y="803"/>
                    <a:pt x="201" y="753"/>
                    <a:pt x="226" y="703"/>
                  </a:cubicBezTo>
                  <a:lnTo>
                    <a:pt x="277" y="101"/>
                  </a:lnTo>
                  <a:cubicBezTo>
                    <a:pt x="277" y="51"/>
                    <a:pt x="226"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9" name="Google Shape;4479;p54"/>
            <p:cNvSpPr/>
            <p:nvPr/>
          </p:nvSpPr>
          <p:spPr>
            <a:xfrm>
              <a:off x="2857931" y="3576824"/>
              <a:ext cx="7798" cy="24012"/>
            </a:xfrm>
            <a:custGeom>
              <a:rect b="b" l="l" r="r" t="t"/>
              <a:pathLst>
                <a:path extrusionOk="0" h="853" w="277">
                  <a:moveTo>
                    <a:pt x="151" y="0"/>
                  </a:moveTo>
                  <a:cubicBezTo>
                    <a:pt x="101" y="0"/>
                    <a:pt x="76" y="26"/>
                    <a:pt x="51" y="101"/>
                  </a:cubicBezTo>
                  <a:cubicBezTo>
                    <a:pt x="51" y="301"/>
                    <a:pt x="25" y="527"/>
                    <a:pt x="0" y="752"/>
                  </a:cubicBezTo>
                  <a:cubicBezTo>
                    <a:pt x="0" y="802"/>
                    <a:pt x="51" y="853"/>
                    <a:pt x="101" y="853"/>
                  </a:cubicBezTo>
                  <a:cubicBezTo>
                    <a:pt x="151" y="853"/>
                    <a:pt x="201" y="802"/>
                    <a:pt x="201" y="752"/>
                  </a:cubicBezTo>
                  <a:cubicBezTo>
                    <a:pt x="226" y="527"/>
                    <a:pt x="251" y="301"/>
                    <a:pt x="276" y="101"/>
                  </a:cubicBezTo>
                  <a:cubicBezTo>
                    <a:pt x="276" y="51"/>
                    <a:pt x="22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0" name="Google Shape;4480;p54"/>
            <p:cNvSpPr/>
            <p:nvPr/>
          </p:nvSpPr>
          <p:spPr>
            <a:xfrm>
              <a:off x="2857058" y="3699252"/>
              <a:ext cx="33414" cy="35159"/>
            </a:xfrm>
            <a:custGeom>
              <a:rect b="b" l="l" r="r" t="t"/>
              <a:pathLst>
                <a:path extrusionOk="0" h="1249" w="1187">
                  <a:moveTo>
                    <a:pt x="128" y="1"/>
                  </a:moveTo>
                  <a:cubicBezTo>
                    <a:pt x="55" y="1"/>
                    <a:pt x="1" y="89"/>
                    <a:pt x="56" y="163"/>
                  </a:cubicBezTo>
                  <a:cubicBezTo>
                    <a:pt x="357" y="514"/>
                    <a:pt x="658" y="865"/>
                    <a:pt x="959" y="1215"/>
                  </a:cubicBezTo>
                  <a:cubicBezTo>
                    <a:pt x="982" y="1239"/>
                    <a:pt x="1008" y="1248"/>
                    <a:pt x="1033" y="1248"/>
                  </a:cubicBezTo>
                  <a:cubicBezTo>
                    <a:pt x="1115" y="1248"/>
                    <a:pt x="1186" y="1142"/>
                    <a:pt x="1109" y="1065"/>
                  </a:cubicBezTo>
                  <a:cubicBezTo>
                    <a:pt x="808" y="714"/>
                    <a:pt x="508" y="363"/>
                    <a:pt x="207" y="37"/>
                  </a:cubicBezTo>
                  <a:cubicBezTo>
                    <a:pt x="181" y="11"/>
                    <a:pt x="153" y="1"/>
                    <a:pt x="12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1" name="Google Shape;4481;p54"/>
            <p:cNvSpPr/>
            <p:nvPr/>
          </p:nvSpPr>
          <p:spPr>
            <a:xfrm>
              <a:off x="2898862" y="3734158"/>
              <a:ext cx="7769" cy="5658"/>
            </a:xfrm>
            <a:custGeom>
              <a:rect b="b" l="l" r="r" t="t"/>
              <a:pathLst>
                <a:path extrusionOk="0" h="201" w="276">
                  <a:moveTo>
                    <a:pt x="150" y="0"/>
                  </a:moveTo>
                  <a:cubicBezTo>
                    <a:pt x="0" y="0"/>
                    <a:pt x="0" y="201"/>
                    <a:pt x="150" y="201"/>
                  </a:cubicBezTo>
                  <a:cubicBezTo>
                    <a:pt x="276" y="201"/>
                    <a:pt x="276" y="0"/>
                    <a:pt x="1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2" name="Google Shape;4482;p54"/>
            <p:cNvSpPr/>
            <p:nvPr/>
          </p:nvSpPr>
          <p:spPr>
            <a:xfrm>
              <a:off x="2871331" y="3783619"/>
              <a:ext cx="33189" cy="36651"/>
            </a:xfrm>
            <a:custGeom>
              <a:rect b="b" l="l" r="r" t="t"/>
              <a:pathLst>
                <a:path extrusionOk="0" h="1302" w="1179">
                  <a:moveTo>
                    <a:pt x="913" y="0"/>
                  </a:moveTo>
                  <a:cubicBezTo>
                    <a:pt x="853" y="0"/>
                    <a:pt x="788" y="48"/>
                    <a:pt x="803" y="123"/>
                  </a:cubicBezTo>
                  <a:cubicBezTo>
                    <a:pt x="928" y="549"/>
                    <a:pt x="602" y="1076"/>
                    <a:pt x="151" y="1101"/>
                  </a:cubicBezTo>
                  <a:cubicBezTo>
                    <a:pt x="1" y="1101"/>
                    <a:pt x="1" y="1301"/>
                    <a:pt x="151" y="1301"/>
                  </a:cubicBezTo>
                  <a:cubicBezTo>
                    <a:pt x="727" y="1251"/>
                    <a:pt x="1179" y="624"/>
                    <a:pt x="1003" y="73"/>
                  </a:cubicBezTo>
                  <a:cubicBezTo>
                    <a:pt x="993" y="22"/>
                    <a:pt x="954" y="0"/>
                    <a:pt x="91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3" name="Google Shape;4483;p54"/>
            <p:cNvSpPr/>
            <p:nvPr/>
          </p:nvSpPr>
          <p:spPr>
            <a:xfrm>
              <a:off x="2826881" y="3838401"/>
              <a:ext cx="5686" cy="15032"/>
            </a:xfrm>
            <a:custGeom>
              <a:rect b="b" l="l" r="r" t="t"/>
              <a:pathLst>
                <a:path extrusionOk="0" h="534" w="202">
                  <a:moveTo>
                    <a:pt x="127" y="0"/>
                  </a:moveTo>
                  <a:cubicBezTo>
                    <a:pt x="119" y="0"/>
                    <a:pt x="110" y="2"/>
                    <a:pt x="101" y="7"/>
                  </a:cubicBezTo>
                  <a:cubicBezTo>
                    <a:pt x="51" y="7"/>
                    <a:pt x="1" y="32"/>
                    <a:pt x="1" y="107"/>
                  </a:cubicBezTo>
                  <a:lnTo>
                    <a:pt x="1" y="433"/>
                  </a:lnTo>
                  <a:cubicBezTo>
                    <a:pt x="1" y="483"/>
                    <a:pt x="51" y="533"/>
                    <a:pt x="101" y="533"/>
                  </a:cubicBezTo>
                  <a:cubicBezTo>
                    <a:pt x="151" y="533"/>
                    <a:pt x="201" y="483"/>
                    <a:pt x="201" y="433"/>
                  </a:cubicBezTo>
                  <a:lnTo>
                    <a:pt x="201" y="107"/>
                  </a:lnTo>
                  <a:cubicBezTo>
                    <a:pt x="201" y="45"/>
                    <a:pt x="167" y="0"/>
                    <a:pt x="1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4" name="Google Shape;4484;p54"/>
            <p:cNvSpPr/>
            <p:nvPr/>
          </p:nvSpPr>
          <p:spPr>
            <a:xfrm>
              <a:off x="2843124" y="3832939"/>
              <a:ext cx="7769" cy="18354"/>
            </a:xfrm>
            <a:custGeom>
              <a:rect b="b" l="l" r="r" t="t"/>
              <a:pathLst>
                <a:path extrusionOk="0" h="652" w="276">
                  <a:moveTo>
                    <a:pt x="75" y="0"/>
                  </a:moveTo>
                  <a:cubicBezTo>
                    <a:pt x="50" y="0"/>
                    <a:pt x="25" y="25"/>
                    <a:pt x="25" y="50"/>
                  </a:cubicBezTo>
                  <a:cubicBezTo>
                    <a:pt x="0" y="75"/>
                    <a:pt x="0" y="101"/>
                    <a:pt x="0" y="126"/>
                  </a:cubicBezTo>
                  <a:lnTo>
                    <a:pt x="75" y="577"/>
                  </a:lnTo>
                  <a:cubicBezTo>
                    <a:pt x="75" y="602"/>
                    <a:pt x="100" y="627"/>
                    <a:pt x="125" y="652"/>
                  </a:cubicBezTo>
                  <a:lnTo>
                    <a:pt x="201" y="652"/>
                  </a:lnTo>
                  <a:cubicBezTo>
                    <a:pt x="226" y="652"/>
                    <a:pt x="251" y="627"/>
                    <a:pt x="251" y="602"/>
                  </a:cubicBezTo>
                  <a:cubicBezTo>
                    <a:pt x="276" y="577"/>
                    <a:pt x="276" y="552"/>
                    <a:pt x="276" y="527"/>
                  </a:cubicBezTo>
                  <a:cubicBezTo>
                    <a:pt x="251" y="376"/>
                    <a:pt x="226" y="226"/>
                    <a:pt x="201" y="75"/>
                  </a:cubicBezTo>
                  <a:cubicBezTo>
                    <a:pt x="201" y="50"/>
                    <a:pt x="176" y="25"/>
                    <a:pt x="1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5" name="Google Shape;4485;p54"/>
            <p:cNvSpPr/>
            <p:nvPr/>
          </p:nvSpPr>
          <p:spPr>
            <a:xfrm>
              <a:off x="1120891" y="2354773"/>
              <a:ext cx="1267848" cy="1036793"/>
            </a:xfrm>
            <a:custGeom>
              <a:rect b="b" l="l" r="r" t="t"/>
              <a:pathLst>
                <a:path extrusionOk="0" h="36831" w="45039">
                  <a:moveTo>
                    <a:pt x="28493" y="1"/>
                  </a:moveTo>
                  <a:cubicBezTo>
                    <a:pt x="27980" y="1"/>
                    <a:pt x="27467" y="61"/>
                    <a:pt x="26968" y="178"/>
                  </a:cubicBezTo>
                  <a:cubicBezTo>
                    <a:pt x="24813" y="704"/>
                    <a:pt x="22983" y="2208"/>
                    <a:pt x="21630" y="4013"/>
                  </a:cubicBezTo>
                  <a:cubicBezTo>
                    <a:pt x="20456" y="1820"/>
                    <a:pt x="18011" y="430"/>
                    <a:pt x="15538" y="430"/>
                  </a:cubicBezTo>
                  <a:cubicBezTo>
                    <a:pt x="15212" y="430"/>
                    <a:pt x="14886" y="454"/>
                    <a:pt x="14562" y="504"/>
                  </a:cubicBezTo>
                  <a:cubicBezTo>
                    <a:pt x="11805" y="955"/>
                    <a:pt x="9449" y="3286"/>
                    <a:pt x="8973" y="6043"/>
                  </a:cubicBezTo>
                  <a:cubicBezTo>
                    <a:pt x="8597" y="8098"/>
                    <a:pt x="9149" y="10354"/>
                    <a:pt x="8121" y="12133"/>
                  </a:cubicBezTo>
                  <a:cubicBezTo>
                    <a:pt x="6993" y="14138"/>
                    <a:pt x="4236" y="14990"/>
                    <a:pt x="3660" y="17196"/>
                  </a:cubicBezTo>
                  <a:cubicBezTo>
                    <a:pt x="3134" y="19276"/>
                    <a:pt x="4888" y="21607"/>
                    <a:pt x="3911" y="23512"/>
                  </a:cubicBezTo>
                  <a:cubicBezTo>
                    <a:pt x="3560" y="24238"/>
                    <a:pt x="2883" y="24740"/>
                    <a:pt x="2307" y="25316"/>
                  </a:cubicBezTo>
                  <a:cubicBezTo>
                    <a:pt x="251" y="27472"/>
                    <a:pt x="1" y="31106"/>
                    <a:pt x="1730" y="33537"/>
                  </a:cubicBezTo>
                  <a:cubicBezTo>
                    <a:pt x="2949" y="35209"/>
                    <a:pt x="5028" y="36167"/>
                    <a:pt x="7082" y="36167"/>
                  </a:cubicBezTo>
                  <a:cubicBezTo>
                    <a:pt x="7984" y="36167"/>
                    <a:pt x="8882" y="35982"/>
                    <a:pt x="9700" y="35592"/>
                  </a:cubicBezTo>
                  <a:lnTo>
                    <a:pt x="9725" y="35617"/>
                  </a:lnTo>
                  <a:cubicBezTo>
                    <a:pt x="10341" y="36444"/>
                    <a:pt x="11367" y="36830"/>
                    <a:pt x="12414" y="36830"/>
                  </a:cubicBezTo>
                  <a:cubicBezTo>
                    <a:pt x="12986" y="36830"/>
                    <a:pt x="13564" y="36715"/>
                    <a:pt x="14086" y="36494"/>
                  </a:cubicBezTo>
                  <a:cubicBezTo>
                    <a:pt x="15540" y="35843"/>
                    <a:pt x="16642" y="34589"/>
                    <a:pt x="17570" y="33311"/>
                  </a:cubicBezTo>
                  <a:cubicBezTo>
                    <a:pt x="18159" y="34632"/>
                    <a:pt x="19592" y="35553"/>
                    <a:pt x="21053" y="35553"/>
                  </a:cubicBezTo>
                  <a:cubicBezTo>
                    <a:pt x="21145" y="35553"/>
                    <a:pt x="21237" y="35549"/>
                    <a:pt x="21329" y="35542"/>
                  </a:cubicBezTo>
                  <a:cubicBezTo>
                    <a:pt x="22883" y="35442"/>
                    <a:pt x="24287" y="34264"/>
                    <a:pt x="24688" y="32760"/>
                  </a:cubicBezTo>
                  <a:cubicBezTo>
                    <a:pt x="25356" y="33730"/>
                    <a:pt x="26525" y="34310"/>
                    <a:pt x="27700" y="34310"/>
                  </a:cubicBezTo>
                  <a:cubicBezTo>
                    <a:pt x="27891" y="34310"/>
                    <a:pt x="28082" y="34295"/>
                    <a:pt x="28272" y="34264"/>
                  </a:cubicBezTo>
                  <a:cubicBezTo>
                    <a:pt x="29625" y="34038"/>
                    <a:pt x="30778" y="32985"/>
                    <a:pt x="31154" y="31682"/>
                  </a:cubicBezTo>
                  <a:cubicBezTo>
                    <a:pt x="31831" y="32960"/>
                    <a:pt x="32783" y="34213"/>
                    <a:pt x="34136" y="34715"/>
                  </a:cubicBezTo>
                  <a:cubicBezTo>
                    <a:pt x="34481" y="34842"/>
                    <a:pt x="34855" y="34905"/>
                    <a:pt x="35230" y="34905"/>
                  </a:cubicBezTo>
                  <a:cubicBezTo>
                    <a:pt x="36327" y="34905"/>
                    <a:pt x="37428" y="34370"/>
                    <a:pt x="37821" y="33361"/>
                  </a:cubicBezTo>
                  <a:cubicBezTo>
                    <a:pt x="38463" y="34344"/>
                    <a:pt x="39635" y="34894"/>
                    <a:pt x="40810" y="34894"/>
                  </a:cubicBezTo>
                  <a:cubicBezTo>
                    <a:pt x="41102" y="34894"/>
                    <a:pt x="41395" y="34860"/>
                    <a:pt x="41680" y="34790"/>
                  </a:cubicBezTo>
                  <a:cubicBezTo>
                    <a:pt x="43084" y="34414"/>
                    <a:pt x="44212" y="33211"/>
                    <a:pt x="44613" y="31832"/>
                  </a:cubicBezTo>
                  <a:cubicBezTo>
                    <a:pt x="45039" y="30429"/>
                    <a:pt x="44763" y="28875"/>
                    <a:pt x="44011" y="27622"/>
                  </a:cubicBezTo>
                  <a:cubicBezTo>
                    <a:pt x="43109" y="26118"/>
                    <a:pt x="41605" y="25066"/>
                    <a:pt x="40502" y="23712"/>
                  </a:cubicBezTo>
                  <a:cubicBezTo>
                    <a:pt x="39224" y="22133"/>
                    <a:pt x="38497" y="20128"/>
                    <a:pt x="38472" y="18098"/>
                  </a:cubicBezTo>
                  <a:cubicBezTo>
                    <a:pt x="38447" y="16945"/>
                    <a:pt x="38648" y="15742"/>
                    <a:pt x="38322" y="14639"/>
                  </a:cubicBezTo>
                  <a:cubicBezTo>
                    <a:pt x="37946" y="13386"/>
                    <a:pt x="36918" y="12409"/>
                    <a:pt x="36392" y="11206"/>
                  </a:cubicBezTo>
                  <a:cubicBezTo>
                    <a:pt x="35515" y="9151"/>
                    <a:pt x="35966" y="6795"/>
                    <a:pt x="35039" y="4715"/>
                  </a:cubicBezTo>
                  <a:cubicBezTo>
                    <a:pt x="34211" y="2860"/>
                    <a:pt x="32758" y="1206"/>
                    <a:pt x="30828" y="454"/>
                  </a:cubicBezTo>
                  <a:cubicBezTo>
                    <a:pt x="30094" y="148"/>
                    <a:pt x="29295" y="1"/>
                    <a:pt x="284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6" name="Google Shape;4486;p54"/>
            <p:cNvSpPr/>
            <p:nvPr/>
          </p:nvSpPr>
          <p:spPr>
            <a:xfrm>
              <a:off x="1129365" y="2351902"/>
              <a:ext cx="1257967" cy="1042451"/>
            </a:xfrm>
            <a:custGeom>
              <a:rect b="b" l="l" r="r" t="t"/>
              <a:pathLst>
                <a:path extrusionOk="0" h="37032" w="44688">
                  <a:moveTo>
                    <a:pt x="28234" y="217"/>
                  </a:moveTo>
                  <a:cubicBezTo>
                    <a:pt x="29144" y="217"/>
                    <a:pt x="30053" y="406"/>
                    <a:pt x="30903" y="806"/>
                  </a:cubicBezTo>
                  <a:cubicBezTo>
                    <a:pt x="32407" y="1558"/>
                    <a:pt x="33610" y="2837"/>
                    <a:pt x="34387" y="4315"/>
                  </a:cubicBezTo>
                  <a:cubicBezTo>
                    <a:pt x="34838" y="5167"/>
                    <a:pt x="35063" y="6045"/>
                    <a:pt x="35214" y="6972"/>
                  </a:cubicBezTo>
                  <a:cubicBezTo>
                    <a:pt x="35339" y="7924"/>
                    <a:pt x="35389" y="8877"/>
                    <a:pt x="35565" y="9804"/>
                  </a:cubicBezTo>
                  <a:cubicBezTo>
                    <a:pt x="35715" y="10731"/>
                    <a:pt x="36041" y="11533"/>
                    <a:pt x="36542" y="12335"/>
                  </a:cubicBezTo>
                  <a:cubicBezTo>
                    <a:pt x="37018" y="13062"/>
                    <a:pt x="37595" y="13789"/>
                    <a:pt x="37870" y="14641"/>
                  </a:cubicBezTo>
                  <a:cubicBezTo>
                    <a:pt x="38196" y="15619"/>
                    <a:pt x="38096" y="16646"/>
                    <a:pt x="38071" y="17649"/>
                  </a:cubicBezTo>
                  <a:cubicBezTo>
                    <a:pt x="38046" y="18551"/>
                    <a:pt x="38121" y="19453"/>
                    <a:pt x="38347" y="20330"/>
                  </a:cubicBezTo>
                  <a:cubicBezTo>
                    <a:pt x="38572" y="21208"/>
                    <a:pt x="38923" y="22035"/>
                    <a:pt x="39374" y="22787"/>
                  </a:cubicBezTo>
                  <a:cubicBezTo>
                    <a:pt x="39825" y="23563"/>
                    <a:pt x="40402" y="24240"/>
                    <a:pt x="41028" y="24867"/>
                  </a:cubicBezTo>
                  <a:cubicBezTo>
                    <a:pt x="42307" y="26145"/>
                    <a:pt x="43735" y="27373"/>
                    <a:pt x="44211" y="29203"/>
                  </a:cubicBezTo>
                  <a:cubicBezTo>
                    <a:pt x="44687" y="30907"/>
                    <a:pt x="44261" y="32787"/>
                    <a:pt x="42883" y="33965"/>
                  </a:cubicBezTo>
                  <a:cubicBezTo>
                    <a:pt x="42186" y="34564"/>
                    <a:pt x="41319" y="34876"/>
                    <a:pt x="40454" y="34876"/>
                  </a:cubicBezTo>
                  <a:cubicBezTo>
                    <a:pt x="39763" y="34876"/>
                    <a:pt x="39073" y="34677"/>
                    <a:pt x="38472" y="34265"/>
                  </a:cubicBezTo>
                  <a:cubicBezTo>
                    <a:pt x="38121" y="34040"/>
                    <a:pt x="37845" y="33739"/>
                    <a:pt x="37620" y="33413"/>
                  </a:cubicBezTo>
                  <a:cubicBezTo>
                    <a:pt x="37599" y="33382"/>
                    <a:pt x="37569" y="33368"/>
                    <a:pt x="37538" y="33368"/>
                  </a:cubicBezTo>
                  <a:cubicBezTo>
                    <a:pt x="37494" y="33368"/>
                    <a:pt x="37448" y="33395"/>
                    <a:pt x="37419" y="33438"/>
                  </a:cubicBezTo>
                  <a:cubicBezTo>
                    <a:pt x="37043" y="34391"/>
                    <a:pt x="35991" y="34892"/>
                    <a:pt x="34988" y="34892"/>
                  </a:cubicBezTo>
                  <a:cubicBezTo>
                    <a:pt x="34967" y="34892"/>
                    <a:pt x="34945" y="34893"/>
                    <a:pt x="34924" y="34893"/>
                  </a:cubicBezTo>
                  <a:cubicBezTo>
                    <a:pt x="33797" y="34893"/>
                    <a:pt x="32794" y="34249"/>
                    <a:pt x="32056" y="33413"/>
                  </a:cubicBezTo>
                  <a:cubicBezTo>
                    <a:pt x="31605" y="32912"/>
                    <a:pt x="31254" y="32335"/>
                    <a:pt x="30928" y="31734"/>
                  </a:cubicBezTo>
                  <a:cubicBezTo>
                    <a:pt x="30918" y="31702"/>
                    <a:pt x="30889" y="31689"/>
                    <a:pt x="30859" y="31689"/>
                  </a:cubicBezTo>
                  <a:cubicBezTo>
                    <a:pt x="30816" y="31689"/>
                    <a:pt x="30767" y="31715"/>
                    <a:pt x="30753" y="31759"/>
                  </a:cubicBezTo>
                  <a:cubicBezTo>
                    <a:pt x="30377" y="33012"/>
                    <a:pt x="29299" y="34015"/>
                    <a:pt x="27996" y="34265"/>
                  </a:cubicBezTo>
                  <a:cubicBezTo>
                    <a:pt x="27794" y="34303"/>
                    <a:pt x="27591" y="34322"/>
                    <a:pt x="27388" y="34322"/>
                  </a:cubicBezTo>
                  <a:cubicBezTo>
                    <a:pt x="26256" y="34322"/>
                    <a:pt x="25146" y="33747"/>
                    <a:pt x="24487" y="32812"/>
                  </a:cubicBezTo>
                  <a:cubicBezTo>
                    <a:pt x="24464" y="32789"/>
                    <a:pt x="24427" y="32777"/>
                    <a:pt x="24390" y="32777"/>
                  </a:cubicBezTo>
                  <a:cubicBezTo>
                    <a:pt x="24344" y="32777"/>
                    <a:pt x="24300" y="32795"/>
                    <a:pt x="24286" y="32837"/>
                  </a:cubicBezTo>
                  <a:cubicBezTo>
                    <a:pt x="23986" y="33990"/>
                    <a:pt x="23083" y="34917"/>
                    <a:pt x="21981" y="35343"/>
                  </a:cubicBezTo>
                  <a:cubicBezTo>
                    <a:pt x="21588" y="35483"/>
                    <a:pt x="21182" y="35549"/>
                    <a:pt x="20780" y="35549"/>
                  </a:cubicBezTo>
                  <a:cubicBezTo>
                    <a:pt x="20027" y="35549"/>
                    <a:pt x="19284" y="35316"/>
                    <a:pt x="18647" y="34892"/>
                  </a:cubicBezTo>
                  <a:cubicBezTo>
                    <a:pt x="18096" y="34491"/>
                    <a:pt x="17645" y="33965"/>
                    <a:pt x="17369" y="33338"/>
                  </a:cubicBezTo>
                  <a:cubicBezTo>
                    <a:pt x="17358" y="33304"/>
                    <a:pt x="17326" y="33291"/>
                    <a:pt x="17292" y="33291"/>
                  </a:cubicBezTo>
                  <a:cubicBezTo>
                    <a:pt x="17251" y="33291"/>
                    <a:pt x="17207" y="33310"/>
                    <a:pt x="17194" y="33338"/>
                  </a:cubicBezTo>
                  <a:cubicBezTo>
                    <a:pt x="16417" y="34391"/>
                    <a:pt x="15565" y="35443"/>
                    <a:pt x="14437" y="36120"/>
                  </a:cubicBezTo>
                  <a:cubicBezTo>
                    <a:pt x="13721" y="36568"/>
                    <a:pt x="12889" y="36823"/>
                    <a:pt x="12062" y="36823"/>
                  </a:cubicBezTo>
                  <a:cubicBezTo>
                    <a:pt x="11731" y="36823"/>
                    <a:pt x="11401" y="36782"/>
                    <a:pt x="11078" y="36696"/>
                  </a:cubicBezTo>
                  <a:cubicBezTo>
                    <a:pt x="10452" y="36521"/>
                    <a:pt x="9900" y="36170"/>
                    <a:pt x="9524" y="35669"/>
                  </a:cubicBezTo>
                  <a:cubicBezTo>
                    <a:pt x="9513" y="35653"/>
                    <a:pt x="9499" y="35642"/>
                    <a:pt x="9483" y="35636"/>
                  </a:cubicBezTo>
                  <a:lnTo>
                    <a:pt x="9483" y="35636"/>
                  </a:lnTo>
                  <a:cubicBezTo>
                    <a:pt x="9466" y="35615"/>
                    <a:pt x="9440" y="35600"/>
                    <a:pt x="9410" y="35600"/>
                  </a:cubicBezTo>
                  <a:cubicBezTo>
                    <a:pt x="9391" y="35600"/>
                    <a:pt x="9370" y="35606"/>
                    <a:pt x="9349" y="35619"/>
                  </a:cubicBezTo>
                  <a:cubicBezTo>
                    <a:pt x="8554" y="35991"/>
                    <a:pt x="7685" y="36167"/>
                    <a:pt x="6810" y="36167"/>
                  </a:cubicBezTo>
                  <a:cubicBezTo>
                    <a:pt x="5918" y="36167"/>
                    <a:pt x="5020" y="35985"/>
                    <a:pt x="4186" y="35644"/>
                  </a:cubicBezTo>
                  <a:cubicBezTo>
                    <a:pt x="2507" y="34942"/>
                    <a:pt x="1204" y="33589"/>
                    <a:pt x="677" y="31834"/>
                  </a:cubicBezTo>
                  <a:cubicBezTo>
                    <a:pt x="151" y="30105"/>
                    <a:pt x="351" y="28150"/>
                    <a:pt x="1279" y="26571"/>
                  </a:cubicBezTo>
                  <a:cubicBezTo>
                    <a:pt x="1504" y="26195"/>
                    <a:pt x="1780" y="25819"/>
                    <a:pt x="2081" y="25493"/>
                  </a:cubicBezTo>
                  <a:cubicBezTo>
                    <a:pt x="2432" y="25117"/>
                    <a:pt x="2833" y="24792"/>
                    <a:pt x="3184" y="24416"/>
                  </a:cubicBezTo>
                  <a:cubicBezTo>
                    <a:pt x="3810" y="23714"/>
                    <a:pt x="4061" y="22887"/>
                    <a:pt x="4011" y="21959"/>
                  </a:cubicBezTo>
                  <a:cubicBezTo>
                    <a:pt x="3885" y="20180"/>
                    <a:pt x="2833" y="18325"/>
                    <a:pt x="3760" y="16596"/>
                  </a:cubicBezTo>
                  <a:cubicBezTo>
                    <a:pt x="4537" y="15142"/>
                    <a:pt x="6141" y="14391"/>
                    <a:pt x="7244" y="13213"/>
                  </a:cubicBezTo>
                  <a:cubicBezTo>
                    <a:pt x="7870" y="12536"/>
                    <a:pt x="8271" y="11734"/>
                    <a:pt x="8447" y="10832"/>
                  </a:cubicBezTo>
                  <a:cubicBezTo>
                    <a:pt x="8647" y="9804"/>
                    <a:pt x="8597" y="8751"/>
                    <a:pt x="8622" y="7724"/>
                  </a:cubicBezTo>
                  <a:cubicBezTo>
                    <a:pt x="8647" y="6746"/>
                    <a:pt x="8773" y="5769"/>
                    <a:pt x="9148" y="4842"/>
                  </a:cubicBezTo>
                  <a:cubicBezTo>
                    <a:pt x="9499" y="3989"/>
                    <a:pt x="10051" y="3213"/>
                    <a:pt x="10702" y="2561"/>
                  </a:cubicBezTo>
                  <a:cubicBezTo>
                    <a:pt x="11934" y="1375"/>
                    <a:pt x="13576" y="643"/>
                    <a:pt x="15288" y="643"/>
                  </a:cubicBezTo>
                  <a:cubicBezTo>
                    <a:pt x="15421" y="643"/>
                    <a:pt x="15555" y="647"/>
                    <a:pt x="15690" y="656"/>
                  </a:cubicBezTo>
                  <a:cubicBezTo>
                    <a:pt x="17494" y="756"/>
                    <a:pt x="19274" y="1634"/>
                    <a:pt x="20452" y="3012"/>
                  </a:cubicBezTo>
                  <a:cubicBezTo>
                    <a:pt x="20753" y="3363"/>
                    <a:pt x="21028" y="3739"/>
                    <a:pt x="21254" y="4165"/>
                  </a:cubicBezTo>
                  <a:cubicBezTo>
                    <a:pt x="21265" y="4199"/>
                    <a:pt x="21292" y="4212"/>
                    <a:pt x="21322" y="4212"/>
                  </a:cubicBezTo>
                  <a:cubicBezTo>
                    <a:pt x="21359" y="4212"/>
                    <a:pt x="21402" y="4192"/>
                    <a:pt x="21429" y="4165"/>
                  </a:cubicBezTo>
                  <a:cubicBezTo>
                    <a:pt x="22457" y="2761"/>
                    <a:pt x="23785" y="1558"/>
                    <a:pt x="25389" y="832"/>
                  </a:cubicBezTo>
                  <a:cubicBezTo>
                    <a:pt x="26294" y="431"/>
                    <a:pt x="27265" y="217"/>
                    <a:pt x="28234" y="217"/>
                  </a:cubicBezTo>
                  <a:close/>
                  <a:moveTo>
                    <a:pt x="28172" y="0"/>
                  </a:moveTo>
                  <a:cubicBezTo>
                    <a:pt x="27594" y="0"/>
                    <a:pt x="27012" y="76"/>
                    <a:pt x="26442" y="230"/>
                  </a:cubicBezTo>
                  <a:cubicBezTo>
                    <a:pt x="24738" y="706"/>
                    <a:pt x="23259" y="1759"/>
                    <a:pt x="22081" y="3037"/>
                  </a:cubicBezTo>
                  <a:cubicBezTo>
                    <a:pt x="21820" y="3320"/>
                    <a:pt x="21578" y="3621"/>
                    <a:pt x="21355" y="3909"/>
                  </a:cubicBezTo>
                  <a:lnTo>
                    <a:pt x="21355" y="3909"/>
                  </a:lnTo>
                  <a:cubicBezTo>
                    <a:pt x="20442" y="2346"/>
                    <a:pt x="18900" y="1194"/>
                    <a:pt x="17169" y="706"/>
                  </a:cubicBezTo>
                  <a:cubicBezTo>
                    <a:pt x="16559" y="534"/>
                    <a:pt x="15934" y="448"/>
                    <a:pt x="15312" y="448"/>
                  </a:cubicBezTo>
                  <a:cubicBezTo>
                    <a:pt x="14119" y="448"/>
                    <a:pt x="12934" y="766"/>
                    <a:pt x="11880" y="1408"/>
                  </a:cubicBezTo>
                  <a:cubicBezTo>
                    <a:pt x="10326" y="2335"/>
                    <a:pt x="9123" y="3889"/>
                    <a:pt x="8672" y="5644"/>
                  </a:cubicBezTo>
                  <a:cubicBezTo>
                    <a:pt x="8397" y="6671"/>
                    <a:pt x="8422" y="7749"/>
                    <a:pt x="8397" y="8827"/>
                  </a:cubicBezTo>
                  <a:cubicBezTo>
                    <a:pt x="8397" y="9929"/>
                    <a:pt x="8321" y="11082"/>
                    <a:pt x="7820" y="12060"/>
                  </a:cubicBezTo>
                  <a:cubicBezTo>
                    <a:pt x="6993" y="13614"/>
                    <a:pt x="5314" y="14391"/>
                    <a:pt x="4186" y="15669"/>
                  </a:cubicBezTo>
                  <a:cubicBezTo>
                    <a:pt x="3635" y="16295"/>
                    <a:pt x="3234" y="17022"/>
                    <a:pt x="3184" y="17849"/>
                  </a:cubicBezTo>
                  <a:cubicBezTo>
                    <a:pt x="3108" y="18802"/>
                    <a:pt x="3384" y="19754"/>
                    <a:pt x="3585" y="20681"/>
                  </a:cubicBezTo>
                  <a:cubicBezTo>
                    <a:pt x="3810" y="21609"/>
                    <a:pt x="3986" y="22661"/>
                    <a:pt x="3534" y="23563"/>
                  </a:cubicBezTo>
                  <a:cubicBezTo>
                    <a:pt x="3058" y="24491"/>
                    <a:pt x="2106" y="25067"/>
                    <a:pt x="1504" y="25869"/>
                  </a:cubicBezTo>
                  <a:cubicBezTo>
                    <a:pt x="402" y="27323"/>
                    <a:pt x="1" y="29228"/>
                    <a:pt x="276" y="31007"/>
                  </a:cubicBezTo>
                  <a:cubicBezTo>
                    <a:pt x="552" y="32787"/>
                    <a:pt x="1579" y="34366"/>
                    <a:pt x="3108" y="35318"/>
                  </a:cubicBezTo>
                  <a:cubicBezTo>
                    <a:pt x="4189" y="36002"/>
                    <a:pt x="5477" y="36363"/>
                    <a:pt x="6767" y="36363"/>
                  </a:cubicBezTo>
                  <a:cubicBezTo>
                    <a:pt x="7272" y="36363"/>
                    <a:pt x="7778" y="36308"/>
                    <a:pt x="8271" y="36195"/>
                  </a:cubicBezTo>
                  <a:cubicBezTo>
                    <a:pt x="8651" y="36100"/>
                    <a:pt x="9030" y="35983"/>
                    <a:pt x="9389" y="35822"/>
                  </a:cubicBezTo>
                  <a:lnTo>
                    <a:pt x="9389" y="35822"/>
                  </a:lnTo>
                  <a:cubicBezTo>
                    <a:pt x="10036" y="36659"/>
                    <a:pt x="11081" y="37032"/>
                    <a:pt x="12121" y="37032"/>
                  </a:cubicBezTo>
                  <a:cubicBezTo>
                    <a:pt x="12216" y="37032"/>
                    <a:pt x="12312" y="37028"/>
                    <a:pt x="12407" y="37022"/>
                  </a:cubicBezTo>
                  <a:cubicBezTo>
                    <a:pt x="13735" y="36922"/>
                    <a:pt x="14888" y="36195"/>
                    <a:pt x="15815" y="35293"/>
                  </a:cubicBezTo>
                  <a:cubicBezTo>
                    <a:pt x="16348" y="34760"/>
                    <a:pt x="16816" y="34185"/>
                    <a:pt x="17260" y="33606"/>
                  </a:cubicBezTo>
                  <a:lnTo>
                    <a:pt x="17260" y="33606"/>
                  </a:lnTo>
                  <a:cubicBezTo>
                    <a:pt x="17788" y="34684"/>
                    <a:pt x="18850" y="35454"/>
                    <a:pt x="20051" y="35694"/>
                  </a:cubicBezTo>
                  <a:cubicBezTo>
                    <a:pt x="20282" y="35742"/>
                    <a:pt x="20515" y="35765"/>
                    <a:pt x="20746" y="35765"/>
                  </a:cubicBezTo>
                  <a:cubicBezTo>
                    <a:pt x="21722" y="35765"/>
                    <a:pt x="22680" y="35355"/>
                    <a:pt x="23409" y="34666"/>
                  </a:cubicBezTo>
                  <a:cubicBezTo>
                    <a:pt x="23886" y="34235"/>
                    <a:pt x="24240" y="33680"/>
                    <a:pt x="24432" y="33076"/>
                  </a:cubicBezTo>
                  <a:lnTo>
                    <a:pt x="24432" y="33076"/>
                  </a:lnTo>
                  <a:cubicBezTo>
                    <a:pt x="25066" y="33884"/>
                    <a:pt x="26034" y="34398"/>
                    <a:pt x="27068" y="34516"/>
                  </a:cubicBezTo>
                  <a:cubicBezTo>
                    <a:pt x="27171" y="34525"/>
                    <a:pt x="27273" y="34530"/>
                    <a:pt x="27374" y="34530"/>
                  </a:cubicBezTo>
                  <a:cubicBezTo>
                    <a:pt x="28368" y="34530"/>
                    <a:pt x="29321" y="34093"/>
                    <a:pt x="30026" y="33388"/>
                  </a:cubicBezTo>
                  <a:cubicBezTo>
                    <a:pt x="30393" y="32999"/>
                    <a:pt x="30686" y="32554"/>
                    <a:pt x="30872" y="32053"/>
                  </a:cubicBezTo>
                  <a:lnTo>
                    <a:pt x="30872" y="32053"/>
                  </a:lnTo>
                  <a:cubicBezTo>
                    <a:pt x="31460" y="33103"/>
                    <a:pt x="32231" y="34105"/>
                    <a:pt x="33309" y="34691"/>
                  </a:cubicBezTo>
                  <a:cubicBezTo>
                    <a:pt x="33827" y="34957"/>
                    <a:pt x="34409" y="35103"/>
                    <a:pt x="34987" y="35103"/>
                  </a:cubicBezTo>
                  <a:cubicBezTo>
                    <a:pt x="35499" y="35103"/>
                    <a:pt x="36008" y="34989"/>
                    <a:pt x="36467" y="34742"/>
                  </a:cubicBezTo>
                  <a:cubicBezTo>
                    <a:pt x="36939" y="34494"/>
                    <a:pt x="37310" y="34127"/>
                    <a:pt x="37544" y="33656"/>
                  </a:cubicBezTo>
                  <a:lnTo>
                    <a:pt x="37544" y="33656"/>
                  </a:lnTo>
                  <a:cubicBezTo>
                    <a:pt x="38232" y="34587"/>
                    <a:pt x="39369" y="35097"/>
                    <a:pt x="40511" y="35097"/>
                  </a:cubicBezTo>
                  <a:cubicBezTo>
                    <a:pt x="40872" y="35097"/>
                    <a:pt x="41232" y="35046"/>
                    <a:pt x="41580" y="34942"/>
                  </a:cubicBezTo>
                  <a:cubicBezTo>
                    <a:pt x="43159" y="34441"/>
                    <a:pt x="44312" y="32962"/>
                    <a:pt x="44562" y="31358"/>
                  </a:cubicBezTo>
                  <a:cubicBezTo>
                    <a:pt x="44687" y="30456"/>
                    <a:pt x="44587" y="29528"/>
                    <a:pt x="44261" y="28651"/>
                  </a:cubicBezTo>
                  <a:cubicBezTo>
                    <a:pt x="43961" y="27799"/>
                    <a:pt x="43434" y="27047"/>
                    <a:pt x="42808" y="26371"/>
                  </a:cubicBezTo>
                  <a:cubicBezTo>
                    <a:pt x="42181" y="25669"/>
                    <a:pt x="41479" y="25042"/>
                    <a:pt x="40828" y="24366"/>
                  </a:cubicBezTo>
                  <a:cubicBezTo>
                    <a:pt x="40151" y="23664"/>
                    <a:pt x="39600" y="22862"/>
                    <a:pt x="39174" y="21985"/>
                  </a:cubicBezTo>
                  <a:cubicBezTo>
                    <a:pt x="38748" y="21107"/>
                    <a:pt x="38472" y="20155"/>
                    <a:pt x="38347" y="19178"/>
                  </a:cubicBezTo>
                  <a:cubicBezTo>
                    <a:pt x="38221" y="18175"/>
                    <a:pt x="38322" y="17147"/>
                    <a:pt x="38322" y="16145"/>
                  </a:cubicBezTo>
                  <a:cubicBezTo>
                    <a:pt x="38296" y="15644"/>
                    <a:pt x="38246" y="15142"/>
                    <a:pt x="38096" y="14641"/>
                  </a:cubicBezTo>
                  <a:cubicBezTo>
                    <a:pt x="37971" y="14215"/>
                    <a:pt x="37745" y="13814"/>
                    <a:pt x="37520" y="13438"/>
                  </a:cubicBezTo>
                  <a:cubicBezTo>
                    <a:pt x="37018" y="12636"/>
                    <a:pt x="36417" y="11884"/>
                    <a:pt x="36091" y="10982"/>
                  </a:cubicBezTo>
                  <a:cubicBezTo>
                    <a:pt x="35389" y="9102"/>
                    <a:pt x="35690" y="6997"/>
                    <a:pt x="34963" y="5117"/>
                  </a:cubicBezTo>
                  <a:cubicBezTo>
                    <a:pt x="34387" y="3538"/>
                    <a:pt x="33259" y="2085"/>
                    <a:pt x="31855" y="1132"/>
                  </a:cubicBezTo>
                  <a:cubicBezTo>
                    <a:pt x="30762" y="386"/>
                    <a:pt x="29476" y="0"/>
                    <a:pt x="2817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7" name="Google Shape;4487;p54"/>
            <p:cNvSpPr/>
            <p:nvPr/>
          </p:nvSpPr>
          <p:spPr>
            <a:xfrm>
              <a:off x="1300099" y="2450430"/>
              <a:ext cx="412932" cy="899027"/>
            </a:xfrm>
            <a:custGeom>
              <a:rect b="b" l="l" r="r" t="t"/>
              <a:pathLst>
                <a:path extrusionOk="0" h="31937" w="14669">
                  <a:moveTo>
                    <a:pt x="10460" y="0"/>
                  </a:moveTo>
                  <a:cubicBezTo>
                    <a:pt x="9355" y="0"/>
                    <a:pt x="8228" y="473"/>
                    <a:pt x="7520" y="1342"/>
                  </a:cubicBezTo>
                  <a:cubicBezTo>
                    <a:pt x="7144" y="1818"/>
                    <a:pt x="6918" y="2394"/>
                    <a:pt x="6893" y="2996"/>
                  </a:cubicBezTo>
                  <a:cubicBezTo>
                    <a:pt x="6868" y="3672"/>
                    <a:pt x="7068" y="4324"/>
                    <a:pt x="7294" y="4976"/>
                  </a:cubicBezTo>
                  <a:cubicBezTo>
                    <a:pt x="7495" y="5627"/>
                    <a:pt x="7745" y="6279"/>
                    <a:pt x="7820" y="6981"/>
                  </a:cubicBezTo>
                  <a:cubicBezTo>
                    <a:pt x="7870" y="7682"/>
                    <a:pt x="7670" y="8334"/>
                    <a:pt x="7294" y="8911"/>
                  </a:cubicBezTo>
                  <a:cubicBezTo>
                    <a:pt x="6517" y="10089"/>
                    <a:pt x="5264" y="10815"/>
                    <a:pt x="4186" y="11667"/>
                  </a:cubicBezTo>
                  <a:cubicBezTo>
                    <a:pt x="3660" y="12094"/>
                    <a:pt x="3159" y="12545"/>
                    <a:pt x="2783" y="13121"/>
                  </a:cubicBezTo>
                  <a:cubicBezTo>
                    <a:pt x="2382" y="13698"/>
                    <a:pt x="2181" y="14399"/>
                    <a:pt x="2106" y="15101"/>
                  </a:cubicBezTo>
                  <a:cubicBezTo>
                    <a:pt x="1931" y="16630"/>
                    <a:pt x="2407" y="18134"/>
                    <a:pt x="2682" y="19637"/>
                  </a:cubicBezTo>
                  <a:cubicBezTo>
                    <a:pt x="2833" y="20465"/>
                    <a:pt x="2933" y="21317"/>
                    <a:pt x="2833" y="22169"/>
                  </a:cubicBezTo>
                  <a:cubicBezTo>
                    <a:pt x="2733" y="22896"/>
                    <a:pt x="2457" y="23572"/>
                    <a:pt x="2106" y="24199"/>
                  </a:cubicBezTo>
                  <a:cubicBezTo>
                    <a:pt x="1454" y="25352"/>
                    <a:pt x="552" y="26404"/>
                    <a:pt x="276" y="27708"/>
                  </a:cubicBezTo>
                  <a:cubicBezTo>
                    <a:pt x="1" y="28961"/>
                    <a:pt x="352" y="30314"/>
                    <a:pt x="1179" y="31292"/>
                  </a:cubicBezTo>
                  <a:cubicBezTo>
                    <a:pt x="1379" y="31517"/>
                    <a:pt x="1605" y="31718"/>
                    <a:pt x="1855" y="31918"/>
                  </a:cubicBezTo>
                  <a:cubicBezTo>
                    <a:pt x="1872" y="31931"/>
                    <a:pt x="1890" y="31937"/>
                    <a:pt x="1906" y="31937"/>
                  </a:cubicBezTo>
                  <a:cubicBezTo>
                    <a:pt x="1984" y="31937"/>
                    <a:pt x="2039" y="31805"/>
                    <a:pt x="1956" y="31743"/>
                  </a:cubicBezTo>
                  <a:cubicBezTo>
                    <a:pt x="928" y="30966"/>
                    <a:pt x="327" y="29688"/>
                    <a:pt x="377" y="28409"/>
                  </a:cubicBezTo>
                  <a:cubicBezTo>
                    <a:pt x="452" y="27056"/>
                    <a:pt x="1254" y="25953"/>
                    <a:pt x="1931" y="24850"/>
                  </a:cubicBezTo>
                  <a:cubicBezTo>
                    <a:pt x="2281" y="24299"/>
                    <a:pt x="2607" y="23748"/>
                    <a:pt x="2808" y="23121"/>
                  </a:cubicBezTo>
                  <a:cubicBezTo>
                    <a:pt x="3058" y="22394"/>
                    <a:pt x="3109" y="21617"/>
                    <a:pt x="3058" y="20866"/>
                  </a:cubicBezTo>
                  <a:cubicBezTo>
                    <a:pt x="2933" y="19312"/>
                    <a:pt x="2382" y="17833"/>
                    <a:pt x="2281" y="16279"/>
                  </a:cubicBezTo>
                  <a:cubicBezTo>
                    <a:pt x="2231" y="15552"/>
                    <a:pt x="2281" y="14825"/>
                    <a:pt x="2507" y="14124"/>
                  </a:cubicBezTo>
                  <a:cubicBezTo>
                    <a:pt x="2733" y="13472"/>
                    <a:pt x="3134" y="12896"/>
                    <a:pt x="3635" y="12419"/>
                  </a:cubicBezTo>
                  <a:cubicBezTo>
                    <a:pt x="4612" y="11467"/>
                    <a:pt x="5815" y="10840"/>
                    <a:pt x="6768" y="9888"/>
                  </a:cubicBezTo>
                  <a:cubicBezTo>
                    <a:pt x="7219" y="9437"/>
                    <a:pt x="7595" y="8911"/>
                    <a:pt x="7820" y="8309"/>
                  </a:cubicBezTo>
                  <a:cubicBezTo>
                    <a:pt x="8046" y="7682"/>
                    <a:pt x="8071" y="7056"/>
                    <a:pt x="7921" y="6404"/>
                  </a:cubicBezTo>
                  <a:cubicBezTo>
                    <a:pt x="7670" y="5151"/>
                    <a:pt x="6868" y="3873"/>
                    <a:pt x="7169" y="2545"/>
                  </a:cubicBezTo>
                  <a:cubicBezTo>
                    <a:pt x="7444" y="1342"/>
                    <a:pt x="8547" y="515"/>
                    <a:pt x="9700" y="289"/>
                  </a:cubicBezTo>
                  <a:cubicBezTo>
                    <a:pt x="9962" y="232"/>
                    <a:pt x="10226" y="205"/>
                    <a:pt x="10488" y="205"/>
                  </a:cubicBezTo>
                  <a:cubicBezTo>
                    <a:pt x="11602" y="205"/>
                    <a:pt x="12692" y="683"/>
                    <a:pt x="13585" y="1291"/>
                  </a:cubicBezTo>
                  <a:cubicBezTo>
                    <a:pt x="13886" y="1492"/>
                    <a:pt x="14161" y="1718"/>
                    <a:pt x="14437" y="1968"/>
                  </a:cubicBezTo>
                  <a:cubicBezTo>
                    <a:pt x="14456" y="1983"/>
                    <a:pt x="14477" y="1989"/>
                    <a:pt x="14498" y="1989"/>
                  </a:cubicBezTo>
                  <a:cubicBezTo>
                    <a:pt x="14585" y="1989"/>
                    <a:pt x="14668" y="1879"/>
                    <a:pt x="14587" y="1818"/>
                  </a:cubicBezTo>
                  <a:cubicBezTo>
                    <a:pt x="13510" y="890"/>
                    <a:pt x="12231" y="114"/>
                    <a:pt x="10778" y="13"/>
                  </a:cubicBezTo>
                  <a:cubicBezTo>
                    <a:pt x="10672" y="4"/>
                    <a:pt x="10566" y="0"/>
                    <a:pt x="1046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8" name="Google Shape;4488;p54"/>
            <p:cNvSpPr/>
            <p:nvPr/>
          </p:nvSpPr>
          <p:spPr>
            <a:xfrm>
              <a:off x="1460980" y="2539330"/>
              <a:ext cx="264582" cy="781923"/>
            </a:xfrm>
            <a:custGeom>
              <a:rect b="b" l="l" r="r" t="t"/>
              <a:pathLst>
                <a:path extrusionOk="0" h="27777" w="9399">
                  <a:moveTo>
                    <a:pt x="8497" y="1"/>
                  </a:moveTo>
                  <a:cubicBezTo>
                    <a:pt x="7595" y="1"/>
                    <a:pt x="6678" y="86"/>
                    <a:pt x="5915" y="615"/>
                  </a:cubicBezTo>
                  <a:cubicBezTo>
                    <a:pt x="5514" y="890"/>
                    <a:pt x="5188" y="1241"/>
                    <a:pt x="5013" y="1717"/>
                  </a:cubicBezTo>
                  <a:cubicBezTo>
                    <a:pt x="4812" y="2194"/>
                    <a:pt x="4837" y="2745"/>
                    <a:pt x="4912" y="3246"/>
                  </a:cubicBezTo>
                  <a:cubicBezTo>
                    <a:pt x="4988" y="3798"/>
                    <a:pt x="5138" y="4349"/>
                    <a:pt x="5188" y="4900"/>
                  </a:cubicBezTo>
                  <a:cubicBezTo>
                    <a:pt x="5238" y="5452"/>
                    <a:pt x="5213" y="5978"/>
                    <a:pt x="5013" y="6479"/>
                  </a:cubicBezTo>
                  <a:cubicBezTo>
                    <a:pt x="4612" y="7482"/>
                    <a:pt x="3785" y="8259"/>
                    <a:pt x="2983" y="8910"/>
                  </a:cubicBezTo>
                  <a:cubicBezTo>
                    <a:pt x="2181" y="9587"/>
                    <a:pt x="1328" y="10239"/>
                    <a:pt x="752" y="11116"/>
                  </a:cubicBezTo>
                  <a:cubicBezTo>
                    <a:pt x="426" y="11567"/>
                    <a:pt x="226" y="12068"/>
                    <a:pt x="100" y="12595"/>
                  </a:cubicBezTo>
                  <a:cubicBezTo>
                    <a:pt x="0" y="13171"/>
                    <a:pt x="25" y="13748"/>
                    <a:pt x="100" y="14299"/>
                  </a:cubicBezTo>
                  <a:cubicBezTo>
                    <a:pt x="301" y="15502"/>
                    <a:pt x="827" y="16605"/>
                    <a:pt x="1303" y="17708"/>
                  </a:cubicBezTo>
                  <a:cubicBezTo>
                    <a:pt x="1780" y="18810"/>
                    <a:pt x="2231" y="20013"/>
                    <a:pt x="2155" y="21241"/>
                  </a:cubicBezTo>
                  <a:cubicBezTo>
                    <a:pt x="2105" y="22444"/>
                    <a:pt x="1479" y="23497"/>
                    <a:pt x="1178" y="24650"/>
                  </a:cubicBezTo>
                  <a:cubicBezTo>
                    <a:pt x="978" y="25502"/>
                    <a:pt x="952" y="26555"/>
                    <a:pt x="1504" y="27307"/>
                  </a:cubicBezTo>
                  <a:cubicBezTo>
                    <a:pt x="1629" y="27482"/>
                    <a:pt x="1780" y="27632"/>
                    <a:pt x="1955" y="27758"/>
                  </a:cubicBezTo>
                  <a:cubicBezTo>
                    <a:pt x="1972" y="27770"/>
                    <a:pt x="1989" y="27776"/>
                    <a:pt x="2005" y="27776"/>
                  </a:cubicBezTo>
                  <a:cubicBezTo>
                    <a:pt x="2084" y="27776"/>
                    <a:pt x="2138" y="27645"/>
                    <a:pt x="2055" y="27582"/>
                  </a:cubicBezTo>
                  <a:cubicBezTo>
                    <a:pt x="1278" y="27006"/>
                    <a:pt x="1153" y="25953"/>
                    <a:pt x="1303" y="25076"/>
                  </a:cubicBezTo>
                  <a:cubicBezTo>
                    <a:pt x="1479" y="23973"/>
                    <a:pt x="2080" y="22971"/>
                    <a:pt x="2281" y="21868"/>
                  </a:cubicBezTo>
                  <a:cubicBezTo>
                    <a:pt x="2757" y="19487"/>
                    <a:pt x="1178" y="17382"/>
                    <a:pt x="526" y="15176"/>
                  </a:cubicBezTo>
                  <a:cubicBezTo>
                    <a:pt x="201" y="14073"/>
                    <a:pt x="75" y="12870"/>
                    <a:pt x="576" y="11793"/>
                  </a:cubicBezTo>
                  <a:cubicBezTo>
                    <a:pt x="1028" y="10865"/>
                    <a:pt x="1830" y="10164"/>
                    <a:pt x="2607" y="9512"/>
                  </a:cubicBezTo>
                  <a:cubicBezTo>
                    <a:pt x="3384" y="8860"/>
                    <a:pt x="4211" y="8209"/>
                    <a:pt x="4787" y="7332"/>
                  </a:cubicBezTo>
                  <a:cubicBezTo>
                    <a:pt x="5063" y="6931"/>
                    <a:pt x="5263" y="6454"/>
                    <a:pt x="5363" y="5978"/>
                  </a:cubicBezTo>
                  <a:cubicBezTo>
                    <a:pt x="5464" y="5452"/>
                    <a:pt x="5414" y="4925"/>
                    <a:pt x="5313" y="4424"/>
                  </a:cubicBezTo>
                  <a:cubicBezTo>
                    <a:pt x="5138" y="3422"/>
                    <a:pt x="4787" y="2244"/>
                    <a:pt x="5439" y="1341"/>
                  </a:cubicBezTo>
                  <a:cubicBezTo>
                    <a:pt x="6090" y="414"/>
                    <a:pt x="7293" y="214"/>
                    <a:pt x="8346" y="214"/>
                  </a:cubicBezTo>
                  <a:cubicBezTo>
                    <a:pt x="8647" y="214"/>
                    <a:pt x="8947" y="214"/>
                    <a:pt x="9248" y="239"/>
                  </a:cubicBezTo>
                  <a:cubicBezTo>
                    <a:pt x="9399" y="239"/>
                    <a:pt x="9374" y="38"/>
                    <a:pt x="9248" y="13"/>
                  </a:cubicBezTo>
                  <a:cubicBezTo>
                    <a:pt x="9001" y="8"/>
                    <a:pt x="8750" y="1"/>
                    <a:pt x="849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9" name="Google Shape;4489;p54"/>
            <p:cNvSpPr/>
            <p:nvPr/>
          </p:nvSpPr>
          <p:spPr>
            <a:xfrm>
              <a:off x="1746541" y="2428162"/>
              <a:ext cx="471484" cy="796138"/>
            </a:xfrm>
            <a:custGeom>
              <a:rect b="b" l="l" r="r" t="t"/>
              <a:pathLst>
                <a:path extrusionOk="0" h="28282" w="16749">
                  <a:moveTo>
                    <a:pt x="5362" y="1"/>
                  </a:moveTo>
                  <a:cubicBezTo>
                    <a:pt x="5024" y="1"/>
                    <a:pt x="4688" y="37"/>
                    <a:pt x="4367" y="103"/>
                  </a:cubicBezTo>
                  <a:cubicBezTo>
                    <a:pt x="3014" y="403"/>
                    <a:pt x="1861" y="1255"/>
                    <a:pt x="859" y="2158"/>
                  </a:cubicBezTo>
                  <a:cubicBezTo>
                    <a:pt x="583" y="2383"/>
                    <a:pt x="332" y="2609"/>
                    <a:pt x="82" y="2859"/>
                  </a:cubicBezTo>
                  <a:cubicBezTo>
                    <a:pt x="1" y="2920"/>
                    <a:pt x="84" y="3030"/>
                    <a:pt x="171" y="3030"/>
                  </a:cubicBezTo>
                  <a:cubicBezTo>
                    <a:pt x="192" y="3030"/>
                    <a:pt x="213" y="3024"/>
                    <a:pt x="232" y="3010"/>
                  </a:cubicBezTo>
                  <a:cubicBezTo>
                    <a:pt x="1235" y="2057"/>
                    <a:pt x="2312" y="1080"/>
                    <a:pt x="3616" y="554"/>
                  </a:cubicBezTo>
                  <a:cubicBezTo>
                    <a:pt x="4175" y="332"/>
                    <a:pt x="4795" y="199"/>
                    <a:pt x="5410" y="199"/>
                  </a:cubicBezTo>
                  <a:cubicBezTo>
                    <a:pt x="5979" y="199"/>
                    <a:pt x="6543" y="314"/>
                    <a:pt x="7049" y="579"/>
                  </a:cubicBezTo>
                  <a:cubicBezTo>
                    <a:pt x="7575" y="854"/>
                    <a:pt x="8002" y="1280"/>
                    <a:pt x="8277" y="1807"/>
                  </a:cubicBezTo>
                  <a:cubicBezTo>
                    <a:pt x="8578" y="2383"/>
                    <a:pt x="8678" y="3060"/>
                    <a:pt x="8728" y="3686"/>
                  </a:cubicBezTo>
                  <a:cubicBezTo>
                    <a:pt x="8804" y="5040"/>
                    <a:pt x="8578" y="6418"/>
                    <a:pt x="8954" y="7747"/>
                  </a:cubicBezTo>
                  <a:cubicBezTo>
                    <a:pt x="9104" y="8348"/>
                    <a:pt x="9430" y="8874"/>
                    <a:pt x="9831" y="9351"/>
                  </a:cubicBezTo>
                  <a:cubicBezTo>
                    <a:pt x="10232" y="9827"/>
                    <a:pt x="10708" y="10228"/>
                    <a:pt x="11084" y="10729"/>
                  </a:cubicBezTo>
                  <a:cubicBezTo>
                    <a:pt x="11510" y="11255"/>
                    <a:pt x="11761" y="11882"/>
                    <a:pt x="11811" y="12559"/>
                  </a:cubicBezTo>
                  <a:cubicBezTo>
                    <a:pt x="11861" y="13286"/>
                    <a:pt x="11661" y="14012"/>
                    <a:pt x="11435" y="14689"/>
                  </a:cubicBezTo>
                  <a:cubicBezTo>
                    <a:pt x="10959" y="16068"/>
                    <a:pt x="10207" y="17371"/>
                    <a:pt x="10132" y="18849"/>
                  </a:cubicBezTo>
                  <a:cubicBezTo>
                    <a:pt x="10082" y="19526"/>
                    <a:pt x="10232" y="20203"/>
                    <a:pt x="10583" y="20804"/>
                  </a:cubicBezTo>
                  <a:cubicBezTo>
                    <a:pt x="10909" y="21331"/>
                    <a:pt x="11360" y="21757"/>
                    <a:pt x="11861" y="22108"/>
                  </a:cubicBezTo>
                  <a:cubicBezTo>
                    <a:pt x="13014" y="22935"/>
                    <a:pt x="14393" y="23386"/>
                    <a:pt x="15395" y="24388"/>
                  </a:cubicBezTo>
                  <a:cubicBezTo>
                    <a:pt x="15846" y="24814"/>
                    <a:pt x="16197" y="25366"/>
                    <a:pt x="16322" y="25992"/>
                  </a:cubicBezTo>
                  <a:cubicBezTo>
                    <a:pt x="16398" y="26544"/>
                    <a:pt x="16272" y="27145"/>
                    <a:pt x="15946" y="27596"/>
                  </a:cubicBezTo>
                  <a:cubicBezTo>
                    <a:pt x="15796" y="27822"/>
                    <a:pt x="15596" y="27972"/>
                    <a:pt x="15345" y="28098"/>
                  </a:cubicBezTo>
                  <a:cubicBezTo>
                    <a:pt x="15235" y="28142"/>
                    <a:pt x="15299" y="28282"/>
                    <a:pt x="15400" y="28282"/>
                  </a:cubicBezTo>
                  <a:cubicBezTo>
                    <a:pt x="15415" y="28282"/>
                    <a:pt x="15430" y="28279"/>
                    <a:pt x="15445" y="28273"/>
                  </a:cubicBezTo>
                  <a:cubicBezTo>
                    <a:pt x="16523" y="27772"/>
                    <a:pt x="16748" y="26368"/>
                    <a:pt x="16322" y="25366"/>
                  </a:cubicBezTo>
                  <a:cubicBezTo>
                    <a:pt x="15771" y="24063"/>
                    <a:pt x="14468" y="23361"/>
                    <a:pt x="13290" y="22734"/>
                  </a:cubicBezTo>
                  <a:cubicBezTo>
                    <a:pt x="12112" y="22083"/>
                    <a:pt x="10809" y="21306"/>
                    <a:pt x="10433" y="19927"/>
                  </a:cubicBezTo>
                  <a:cubicBezTo>
                    <a:pt x="10032" y="18423"/>
                    <a:pt x="10783" y="16920"/>
                    <a:pt x="11335" y="15566"/>
                  </a:cubicBezTo>
                  <a:cubicBezTo>
                    <a:pt x="11861" y="14238"/>
                    <a:pt x="12362" y="12709"/>
                    <a:pt x="11711" y="11331"/>
                  </a:cubicBezTo>
                  <a:cubicBezTo>
                    <a:pt x="11159" y="10203"/>
                    <a:pt x="10007" y="9501"/>
                    <a:pt x="9430" y="8398"/>
                  </a:cubicBezTo>
                  <a:cubicBezTo>
                    <a:pt x="8728" y="7120"/>
                    <a:pt x="8979" y="5591"/>
                    <a:pt x="8954" y="4188"/>
                  </a:cubicBezTo>
                  <a:cubicBezTo>
                    <a:pt x="8929" y="2935"/>
                    <a:pt x="8703" y="1556"/>
                    <a:pt x="7651" y="729"/>
                  </a:cubicBezTo>
                  <a:cubicBezTo>
                    <a:pt x="7011" y="214"/>
                    <a:pt x="6183" y="1"/>
                    <a:pt x="536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0" name="Google Shape;4490;p54"/>
            <p:cNvSpPr/>
            <p:nvPr/>
          </p:nvSpPr>
          <p:spPr>
            <a:xfrm>
              <a:off x="1772608" y="2544003"/>
              <a:ext cx="334647" cy="760247"/>
            </a:xfrm>
            <a:custGeom>
              <a:rect b="b" l="l" r="r" t="t"/>
              <a:pathLst>
                <a:path extrusionOk="0" h="27007" w="11888">
                  <a:moveTo>
                    <a:pt x="2392" y="1"/>
                  </a:moveTo>
                  <a:cubicBezTo>
                    <a:pt x="1831" y="1"/>
                    <a:pt x="1268" y="138"/>
                    <a:pt x="760" y="399"/>
                  </a:cubicBezTo>
                  <a:cubicBezTo>
                    <a:pt x="509" y="524"/>
                    <a:pt x="283" y="674"/>
                    <a:pt x="58" y="875"/>
                  </a:cubicBezTo>
                  <a:cubicBezTo>
                    <a:pt x="1" y="932"/>
                    <a:pt x="60" y="1033"/>
                    <a:pt x="136" y="1033"/>
                  </a:cubicBezTo>
                  <a:cubicBezTo>
                    <a:pt x="160" y="1033"/>
                    <a:pt x="185" y="1024"/>
                    <a:pt x="208" y="1000"/>
                  </a:cubicBezTo>
                  <a:cubicBezTo>
                    <a:pt x="805" y="488"/>
                    <a:pt x="1588" y="209"/>
                    <a:pt x="2375" y="209"/>
                  </a:cubicBezTo>
                  <a:cubicBezTo>
                    <a:pt x="2744" y="209"/>
                    <a:pt x="3114" y="270"/>
                    <a:pt x="3466" y="399"/>
                  </a:cubicBezTo>
                  <a:cubicBezTo>
                    <a:pt x="4519" y="774"/>
                    <a:pt x="5296" y="1777"/>
                    <a:pt x="5497" y="2880"/>
                  </a:cubicBezTo>
                  <a:cubicBezTo>
                    <a:pt x="5722" y="4258"/>
                    <a:pt x="4970" y="5561"/>
                    <a:pt x="4419" y="6765"/>
                  </a:cubicBezTo>
                  <a:cubicBezTo>
                    <a:pt x="3943" y="7842"/>
                    <a:pt x="3567" y="9095"/>
                    <a:pt x="4018" y="10273"/>
                  </a:cubicBezTo>
                  <a:cubicBezTo>
                    <a:pt x="4218" y="10775"/>
                    <a:pt x="4569" y="11176"/>
                    <a:pt x="5070" y="11451"/>
                  </a:cubicBezTo>
                  <a:cubicBezTo>
                    <a:pt x="5522" y="11702"/>
                    <a:pt x="6048" y="11827"/>
                    <a:pt x="6524" y="12103"/>
                  </a:cubicBezTo>
                  <a:cubicBezTo>
                    <a:pt x="7050" y="12379"/>
                    <a:pt x="7351" y="12855"/>
                    <a:pt x="7401" y="13456"/>
                  </a:cubicBezTo>
                  <a:cubicBezTo>
                    <a:pt x="7426" y="14058"/>
                    <a:pt x="7226" y="14659"/>
                    <a:pt x="6975" y="15186"/>
                  </a:cubicBezTo>
                  <a:cubicBezTo>
                    <a:pt x="6675" y="15787"/>
                    <a:pt x="6349" y="16364"/>
                    <a:pt x="6173" y="16990"/>
                  </a:cubicBezTo>
                  <a:cubicBezTo>
                    <a:pt x="6023" y="17491"/>
                    <a:pt x="5998" y="18043"/>
                    <a:pt x="6073" y="18544"/>
                  </a:cubicBezTo>
                  <a:cubicBezTo>
                    <a:pt x="6223" y="19597"/>
                    <a:pt x="6750" y="20574"/>
                    <a:pt x="7602" y="21226"/>
                  </a:cubicBezTo>
                  <a:cubicBezTo>
                    <a:pt x="8429" y="21877"/>
                    <a:pt x="9507" y="22053"/>
                    <a:pt x="10359" y="22654"/>
                  </a:cubicBezTo>
                  <a:cubicBezTo>
                    <a:pt x="10835" y="23005"/>
                    <a:pt x="11161" y="23456"/>
                    <a:pt x="11236" y="24033"/>
                  </a:cubicBezTo>
                  <a:cubicBezTo>
                    <a:pt x="11336" y="24709"/>
                    <a:pt x="11136" y="25361"/>
                    <a:pt x="10835" y="25963"/>
                  </a:cubicBezTo>
                  <a:cubicBezTo>
                    <a:pt x="10710" y="26263"/>
                    <a:pt x="10534" y="26564"/>
                    <a:pt x="10359" y="26865"/>
                  </a:cubicBezTo>
                  <a:cubicBezTo>
                    <a:pt x="10323" y="26936"/>
                    <a:pt x="10401" y="27007"/>
                    <a:pt x="10467" y="27007"/>
                  </a:cubicBezTo>
                  <a:cubicBezTo>
                    <a:pt x="10494" y="27007"/>
                    <a:pt x="10519" y="26994"/>
                    <a:pt x="10534" y="26965"/>
                  </a:cubicBezTo>
                  <a:cubicBezTo>
                    <a:pt x="11161" y="25862"/>
                    <a:pt x="11888" y="24459"/>
                    <a:pt x="11186" y="23231"/>
                  </a:cubicBezTo>
                  <a:cubicBezTo>
                    <a:pt x="10634" y="22303"/>
                    <a:pt x="9507" y="22003"/>
                    <a:pt x="8579" y="21577"/>
                  </a:cubicBezTo>
                  <a:cubicBezTo>
                    <a:pt x="8078" y="21351"/>
                    <a:pt x="7627" y="21050"/>
                    <a:pt x="7251" y="20624"/>
                  </a:cubicBezTo>
                  <a:cubicBezTo>
                    <a:pt x="6875" y="20223"/>
                    <a:pt x="6599" y="19747"/>
                    <a:pt x="6449" y="19246"/>
                  </a:cubicBezTo>
                  <a:cubicBezTo>
                    <a:pt x="6274" y="18719"/>
                    <a:pt x="6198" y="18168"/>
                    <a:pt x="6248" y="17617"/>
                  </a:cubicBezTo>
                  <a:cubicBezTo>
                    <a:pt x="6324" y="16965"/>
                    <a:pt x="6599" y="16389"/>
                    <a:pt x="6900" y="15812"/>
                  </a:cubicBezTo>
                  <a:cubicBezTo>
                    <a:pt x="7176" y="15236"/>
                    <a:pt x="7477" y="14684"/>
                    <a:pt x="7577" y="14058"/>
                  </a:cubicBezTo>
                  <a:cubicBezTo>
                    <a:pt x="7652" y="13481"/>
                    <a:pt x="7577" y="12880"/>
                    <a:pt x="7226" y="12429"/>
                  </a:cubicBezTo>
                  <a:cubicBezTo>
                    <a:pt x="6549" y="11526"/>
                    <a:pt x="5171" y="11627"/>
                    <a:pt x="4494" y="10674"/>
                  </a:cubicBezTo>
                  <a:cubicBezTo>
                    <a:pt x="3717" y="9622"/>
                    <a:pt x="4043" y="8193"/>
                    <a:pt x="4519" y="7090"/>
                  </a:cubicBezTo>
                  <a:cubicBezTo>
                    <a:pt x="5045" y="5837"/>
                    <a:pt x="5822" y="4559"/>
                    <a:pt x="5722" y="3155"/>
                  </a:cubicBezTo>
                  <a:cubicBezTo>
                    <a:pt x="5647" y="2053"/>
                    <a:pt x="4995" y="1000"/>
                    <a:pt x="4043" y="449"/>
                  </a:cubicBezTo>
                  <a:cubicBezTo>
                    <a:pt x="3536" y="145"/>
                    <a:pt x="2965" y="1"/>
                    <a:pt x="239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1" name="Google Shape;4491;p54"/>
            <p:cNvSpPr/>
            <p:nvPr/>
          </p:nvSpPr>
          <p:spPr>
            <a:xfrm>
              <a:off x="1592894" y="2609425"/>
              <a:ext cx="163720" cy="670308"/>
            </a:xfrm>
            <a:custGeom>
              <a:rect b="b" l="l" r="r" t="t"/>
              <a:pathLst>
                <a:path extrusionOk="0" h="23812" w="5816">
                  <a:moveTo>
                    <a:pt x="5570" y="0"/>
                  </a:moveTo>
                  <a:cubicBezTo>
                    <a:pt x="4869" y="0"/>
                    <a:pt x="4264" y="413"/>
                    <a:pt x="3860" y="982"/>
                  </a:cubicBezTo>
                  <a:cubicBezTo>
                    <a:pt x="3359" y="1684"/>
                    <a:pt x="3234" y="2561"/>
                    <a:pt x="3284" y="3413"/>
                  </a:cubicBezTo>
                  <a:cubicBezTo>
                    <a:pt x="3409" y="5192"/>
                    <a:pt x="4161" y="7222"/>
                    <a:pt x="2858" y="8726"/>
                  </a:cubicBezTo>
                  <a:cubicBezTo>
                    <a:pt x="2307" y="9378"/>
                    <a:pt x="1580" y="9829"/>
                    <a:pt x="978" y="10456"/>
                  </a:cubicBezTo>
                  <a:cubicBezTo>
                    <a:pt x="427" y="11032"/>
                    <a:pt x="1" y="11784"/>
                    <a:pt x="126" y="12636"/>
                  </a:cubicBezTo>
                  <a:cubicBezTo>
                    <a:pt x="251" y="13563"/>
                    <a:pt x="878" y="14265"/>
                    <a:pt x="1429" y="14942"/>
                  </a:cubicBezTo>
                  <a:cubicBezTo>
                    <a:pt x="1730" y="15318"/>
                    <a:pt x="2031" y="15669"/>
                    <a:pt x="2256" y="16070"/>
                  </a:cubicBezTo>
                  <a:cubicBezTo>
                    <a:pt x="2482" y="16471"/>
                    <a:pt x="2632" y="16897"/>
                    <a:pt x="2758" y="17323"/>
                  </a:cubicBezTo>
                  <a:cubicBezTo>
                    <a:pt x="3259" y="19202"/>
                    <a:pt x="2833" y="21157"/>
                    <a:pt x="2332" y="22987"/>
                  </a:cubicBezTo>
                  <a:cubicBezTo>
                    <a:pt x="2282" y="23213"/>
                    <a:pt x="2206" y="23463"/>
                    <a:pt x="2131" y="23689"/>
                  </a:cubicBezTo>
                  <a:cubicBezTo>
                    <a:pt x="2116" y="23763"/>
                    <a:pt x="2181" y="23811"/>
                    <a:pt x="2242" y="23811"/>
                  </a:cubicBezTo>
                  <a:cubicBezTo>
                    <a:pt x="2283" y="23811"/>
                    <a:pt x="2322" y="23789"/>
                    <a:pt x="2332" y="23739"/>
                  </a:cubicBezTo>
                  <a:cubicBezTo>
                    <a:pt x="2858" y="21934"/>
                    <a:pt x="3359" y="20055"/>
                    <a:pt x="3109" y="18150"/>
                  </a:cubicBezTo>
                  <a:cubicBezTo>
                    <a:pt x="3008" y="17298"/>
                    <a:pt x="2758" y="16471"/>
                    <a:pt x="2282" y="15744"/>
                  </a:cubicBezTo>
                  <a:cubicBezTo>
                    <a:pt x="1805" y="14967"/>
                    <a:pt x="1104" y="14365"/>
                    <a:pt x="652" y="13563"/>
                  </a:cubicBezTo>
                  <a:cubicBezTo>
                    <a:pt x="427" y="13162"/>
                    <a:pt x="276" y="12711"/>
                    <a:pt x="302" y="12260"/>
                  </a:cubicBezTo>
                  <a:cubicBezTo>
                    <a:pt x="327" y="11834"/>
                    <a:pt x="477" y="11458"/>
                    <a:pt x="703" y="11107"/>
                  </a:cubicBezTo>
                  <a:cubicBezTo>
                    <a:pt x="1179" y="10405"/>
                    <a:pt x="1906" y="9929"/>
                    <a:pt x="2507" y="9378"/>
                  </a:cubicBezTo>
                  <a:cubicBezTo>
                    <a:pt x="2808" y="9102"/>
                    <a:pt x="3109" y="8801"/>
                    <a:pt x="3309" y="8476"/>
                  </a:cubicBezTo>
                  <a:cubicBezTo>
                    <a:pt x="3535" y="8100"/>
                    <a:pt x="3685" y="7699"/>
                    <a:pt x="3760" y="7298"/>
                  </a:cubicBezTo>
                  <a:cubicBezTo>
                    <a:pt x="3911" y="6420"/>
                    <a:pt x="3785" y="5518"/>
                    <a:pt x="3635" y="4666"/>
                  </a:cubicBezTo>
                  <a:cubicBezTo>
                    <a:pt x="3510" y="3714"/>
                    <a:pt x="3334" y="2711"/>
                    <a:pt x="3660" y="1784"/>
                  </a:cubicBezTo>
                  <a:cubicBezTo>
                    <a:pt x="3911" y="1107"/>
                    <a:pt x="4437" y="456"/>
                    <a:pt x="5164" y="255"/>
                  </a:cubicBezTo>
                  <a:cubicBezTo>
                    <a:pt x="5339" y="205"/>
                    <a:pt x="5515" y="205"/>
                    <a:pt x="5690" y="205"/>
                  </a:cubicBezTo>
                  <a:cubicBezTo>
                    <a:pt x="5697" y="206"/>
                    <a:pt x="5703" y="207"/>
                    <a:pt x="5709" y="207"/>
                  </a:cubicBezTo>
                  <a:cubicBezTo>
                    <a:pt x="5815" y="207"/>
                    <a:pt x="5809" y="4"/>
                    <a:pt x="5690" y="4"/>
                  </a:cubicBezTo>
                  <a:cubicBezTo>
                    <a:pt x="5650" y="2"/>
                    <a:pt x="5610" y="0"/>
                    <a:pt x="557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2" name="Google Shape;4492;p54"/>
            <p:cNvSpPr/>
            <p:nvPr/>
          </p:nvSpPr>
          <p:spPr>
            <a:xfrm>
              <a:off x="1753072" y="2615365"/>
              <a:ext cx="110067" cy="644213"/>
            </a:xfrm>
            <a:custGeom>
              <a:rect b="b" l="l" r="r" t="t"/>
              <a:pathLst>
                <a:path extrusionOk="0" h="22885" w="3910">
                  <a:moveTo>
                    <a:pt x="1117" y="1"/>
                  </a:moveTo>
                  <a:cubicBezTo>
                    <a:pt x="1025" y="1"/>
                    <a:pt x="974" y="132"/>
                    <a:pt x="1078" y="194"/>
                  </a:cubicBezTo>
                  <a:cubicBezTo>
                    <a:pt x="1729" y="470"/>
                    <a:pt x="2105" y="1097"/>
                    <a:pt x="2231" y="1773"/>
                  </a:cubicBezTo>
                  <a:cubicBezTo>
                    <a:pt x="2406" y="2600"/>
                    <a:pt x="2181" y="3402"/>
                    <a:pt x="1880" y="4154"/>
                  </a:cubicBezTo>
                  <a:cubicBezTo>
                    <a:pt x="1203" y="5733"/>
                    <a:pt x="0" y="7387"/>
                    <a:pt x="602" y="9192"/>
                  </a:cubicBezTo>
                  <a:cubicBezTo>
                    <a:pt x="1028" y="10520"/>
                    <a:pt x="2181" y="11423"/>
                    <a:pt x="2957" y="12550"/>
                  </a:cubicBezTo>
                  <a:cubicBezTo>
                    <a:pt x="3409" y="13227"/>
                    <a:pt x="3659" y="13954"/>
                    <a:pt x="3659" y="14781"/>
                  </a:cubicBezTo>
                  <a:cubicBezTo>
                    <a:pt x="3684" y="15733"/>
                    <a:pt x="3409" y="16636"/>
                    <a:pt x="3133" y="17538"/>
                  </a:cubicBezTo>
                  <a:cubicBezTo>
                    <a:pt x="2657" y="19092"/>
                    <a:pt x="2130" y="20921"/>
                    <a:pt x="3058" y="22400"/>
                  </a:cubicBezTo>
                  <a:cubicBezTo>
                    <a:pt x="3158" y="22575"/>
                    <a:pt x="3283" y="22726"/>
                    <a:pt x="3409" y="22851"/>
                  </a:cubicBezTo>
                  <a:cubicBezTo>
                    <a:pt x="3432" y="22875"/>
                    <a:pt x="3457" y="22885"/>
                    <a:pt x="3481" y="22885"/>
                  </a:cubicBezTo>
                  <a:cubicBezTo>
                    <a:pt x="3557" y="22885"/>
                    <a:pt x="3616" y="22783"/>
                    <a:pt x="3559" y="22726"/>
                  </a:cubicBezTo>
                  <a:cubicBezTo>
                    <a:pt x="2306" y="21398"/>
                    <a:pt x="2782" y="19418"/>
                    <a:pt x="3233" y="17864"/>
                  </a:cubicBezTo>
                  <a:cubicBezTo>
                    <a:pt x="3509" y="16986"/>
                    <a:pt x="3810" y="16084"/>
                    <a:pt x="3860" y="15157"/>
                  </a:cubicBezTo>
                  <a:cubicBezTo>
                    <a:pt x="3910" y="14330"/>
                    <a:pt x="3759" y="13528"/>
                    <a:pt x="3333" y="12801"/>
                  </a:cubicBezTo>
                  <a:cubicBezTo>
                    <a:pt x="2657" y="11598"/>
                    <a:pt x="1479" y="10696"/>
                    <a:pt x="902" y="9418"/>
                  </a:cubicBezTo>
                  <a:cubicBezTo>
                    <a:pt x="125" y="7663"/>
                    <a:pt x="1303" y="5984"/>
                    <a:pt x="1980" y="4405"/>
                  </a:cubicBezTo>
                  <a:cubicBezTo>
                    <a:pt x="2306" y="3653"/>
                    <a:pt x="2582" y="2851"/>
                    <a:pt x="2481" y="2024"/>
                  </a:cubicBezTo>
                  <a:cubicBezTo>
                    <a:pt x="2406" y="1372"/>
                    <a:pt x="2130" y="696"/>
                    <a:pt x="1604" y="270"/>
                  </a:cubicBezTo>
                  <a:cubicBezTo>
                    <a:pt x="1479" y="169"/>
                    <a:pt x="1328" y="69"/>
                    <a:pt x="1178" y="19"/>
                  </a:cubicBezTo>
                  <a:cubicBezTo>
                    <a:pt x="1157" y="6"/>
                    <a:pt x="1136" y="1"/>
                    <a:pt x="111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3" name="Google Shape;4493;p54"/>
            <p:cNvSpPr/>
            <p:nvPr/>
          </p:nvSpPr>
          <p:spPr>
            <a:xfrm>
              <a:off x="1274003" y="2444884"/>
              <a:ext cx="206311" cy="531359"/>
            </a:xfrm>
            <a:custGeom>
              <a:rect b="b" l="l" r="r" t="t"/>
              <a:pathLst>
                <a:path extrusionOk="0" h="18876" w="7329">
                  <a:moveTo>
                    <a:pt x="7163" y="1"/>
                  </a:moveTo>
                  <a:cubicBezTo>
                    <a:pt x="7149" y="1"/>
                    <a:pt x="7134" y="4"/>
                    <a:pt x="7118" y="10"/>
                  </a:cubicBezTo>
                  <a:cubicBezTo>
                    <a:pt x="6567" y="285"/>
                    <a:pt x="6166" y="787"/>
                    <a:pt x="5915" y="1338"/>
                  </a:cubicBezTo>
                  <a:cubicBezTo>
                    <a:pt x="5640" y="2015"/>
                    <a:pt x="5614" y="2742"/>
                    <a:pt x="5665" y="3468"/>
                  </a:cubicBezTo>
                  <a:cubicBezTo>
                    <a:pt x="5840" y="4997"/>
                    <a:pt x="6517" y="6727"/>
                    <a:pt x="5790" y="8205"/>
                  </a:cubicBezTo>
                  <a:cubicBezTo>
                    <a:pt x="5264" y="9308"/>
                    <a:pt x="4161" y="9935"/>
                    <a:pt x="3183" y="10561"/>
                  </a:cubicBezTo>
                  <a:cubicBezTo>
                    <a:pt x="2682" y="10887"/>
                    <a:pt x="2181" y="11238"/>
                    <a:pt x="1755" y="11639"/>
                  </a:cubicBezTo>
                  <a:cubicBezTo>
                    <a:pt x="1254" y="12140"/>
                    <a:pt x="878" y="12717"/>
                    <a:pt x="627" y="13368"/>
                  </a:cubicBezTo>
                  <a:cubicBezTo>
                    <a:pt x="0" y="14872"/>
                    <a:pt x="51" y="16526"/>
                    <a:pt x="201" y="18130"/>
                  </a:cubicBezTo>
                  <a:cubicBezTo>
                    <a:pt x="201" y="18356"/>
                    <a:pt x="226" y="18556"/>
                    <a:pt x="251" y="18782"/>
                  </a:cubicBezTo>
                  <a:cubicBezTo>
                    <a:pt x="264" y="18844"/>
                    <a:pt x="320" y="18876"/>
                    <a:pt x="370" y="18876"/>
                  </a:cubicBezTo>
                  <a:cubicBezTo>
                    <a:pt x="420" y="18876"/>
                    <a:pt x="464" y="18844"/>
                    <a:pt x="452" y="18782"/>
                  </a:cubicBezTo>
                  <a:cubicBezTo>
                    <a:pt x="301" y="17178"/>
                    <a:pt x="151" y="15499"/>
                    <a:pt x="652" y="13920"/>
                  </a:cubicBezTo>
                  <a:cubicBezTo>
                    <a:pt x="853" y="13218"/>
                    <a:pt x="1203" y="12566"/>
                    <a:pt x="1680" y="12040"/>
                  </a:cubicBezTo>
                  <a:cubicBezTo>
                    <a:pt x="2081" y="11589"/>
                    <a:pt x="2557" y="11238"/>
                    <a:pt x="3058" y="10887"/>
                  </a:cubicBezTo>
                  <a:cubicBezTo>
                    <a:pt x="4010" y="10260"/>
                    <a:pt x="5088" y="9684"/>
                    <a:pt x="5740" y="8707"/>
                  </a:cubicBezTo>
                  <a:cubicBezTo>
                    <a:pt x="6617" y="7428"/>
                    <a:pt x="6291" y="5824"/>
                    <a:pt x="6015" y="4396"/>
                  </a:cubicBezTo>
                  <a:cubicBezTo>
                    <a:pt x="5890" y="3619"/>
                    <a:pt x="5765" y="2817"/>
                    <a:pt x="5915" y="2040"/>
                  </a:cubicBezTo>
                  <a:cubicBezTo>
                    <a:pt x="6041" y="1413"/>
                    <a:pt x="6341" y="812"/>
                    <a:pt x="6843" y="436"/>
                  </a:cubicBezTo>
                  <a:cubicBezTo>
                    <a:pt x="6968" y="336"/>
                    <a:pt x="7093" y="260"/>
                    <a:pt x="7218" y="185"/>
                  </a:cubicBezTo>
                  <a:cubicBezTo>
                    <a:pt x="7328" y="141"/>
                    <a:pt x="7265" y="1"/>
                    <a:pt x="716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4" name="Google Shape;4494;p54"/>
            <p:cNvSpPr/>
            <p:nvPr/>
          </p:nvSpPr>
          <p:spPr>
            <a:xfrm>
              <a:off x="1241545" y="2860501"/>
              <a:ext cx="100918" cy="472441"/>
            </a:xfrm>
            <a:custGeom>
              <a:rect b="b" l="l" r="r" t="t"/>
              <a:pathLst>
                <a:path extrusionOk="0" h="16783" w="3585">
                  <a:moveTo>
                    <a:pt x="3110" y="0"/>
                  </a:moveTo>
                  <a:cubicBezTo>
                    <a:pt x="3079" y="0"/>
                    <a:pt x="3049" y="17"/>
                    <a:pt x="3033" y="58"/>
                  </a:cubicBezTo>
                  <a:cubicBezTo>
                    <a:pt x="2557" y="1060"/>
                    <a:pt x="2632" y="2188"/>
                    <a:pt x="2808" y="3241"/>
                  </a:cubicBezTo>
                  <a:cubicBezTo>
                    <a:pt x="3008" y="4344"/>
                    <a:pt x="3334" y="5471"/>
                    <a:pt x="3259" y="6599"/>
                  </a:cubicBezTo>
                  <a:cubicBezTo>
                    <a:pt x="3209" y="7176"/>
                    <a:pt x="3033" y="7727"/>
                    <a:pt x="2732" y="8228"/>
                  </a:cubicBezTo>
                  <a:cubicBezTo>
                    <a:pt x="2407" y="8780"/>
                    <a:pt x="1955" y="9256"/>
                    <a:pt x="1554" y="9732"/>
                  </a:cubicBezTo>
                  <a:cubicBezTo>
                    <a:pt x="1204" y="10208"/>
                    <a:pt x="878" y="10684"/>
                    <a:pt x="652" y="11236"/>
                  </a:cubicBezTo>
                  <a:cubicBezTo>
                    <a:pt x="427" y="11787"/>
                    <a:pt x="276" y="12364"/>
                    <a:pt x="226" y="12965"/>
                  </a:cubicBezTo>
                  <a:cubicBezTo>
                    <a:pt x="101" y="14268"/>
                    <a:pt x="402" y="15622"/>
                    <a:pt x="1103" y="16725"/>
                  </a:cubicBezTo>
                  <a:cubicBezTo>
                    <a:pt x="1128" y="16765"/>
                    <a:pt x="1163" y="16782"/>
                    <a:pt x="1196" y="16782"/>
                  </a:cubicBezTo>
                  <a:cubicBezTo>
                    <a:pt x="1266" y="16782"/>
                    <a:pt x="1330" y="16709"/>
                    <a:pt x="1279" y="16624"/>
                  </a:cubicBezTo>
                  <a:cubicBezTo>
                    <a:pt x="1" y="14619"/>
                    <a:pt x="151" y="11888"/>
                    <a:pt x="1605" y="10008"/>
                  </a:cubicBezTo>
                  <a:cubicBezTo>
                    <a:pt x="1980" y="9532"/>
                    <a:pt x="2407" y="9080"/>
                    <a:pt x="2757" y="8554"/>
                  </a:cubicBezTo>
                  <a:cubicBezTo>
                    <a:pt x="3083" y="8103"/>
                    <a:pt x="3309" y="7577"/>
                    <a:pt x="3409" y="7025"/>
                  </a:cubicBezTo>
                  <a:cubicBezTo>
                    <a:pt x="3585" y="5923"/>
                    <a:pt x="3334" y="4820"/>
                    <a:pt x="3133" y="3767"/>
                  </a:cubicBezTo>
                  <a:cubicBezTo>
                    <a:pt x="2883" y="2589"/>
                    <a:pt x="2657" y="1286"/>
                    <a:pt x="3209" y="158"/>
                  </a:cubicBezTo>
                  <a:cubicBezTo>
                    <a:pt x="3242" y="73"/>
                    <a:pt x="3173" y="0"/>
                    <a:pt x="311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5" name="Google Shape;4495;p54"/>
            <p:cNvSpPr/>
            <p:nvPr/>
          </p:nvSpPr>
          <p:spPr>
            <a:xfrm>
              <a:off x="1163230" y="3031235"/>
              <a:ext cx="110827" cy="268861"/>
            </a:xfrm>
            <a:custGeom>
              <a:rect b="b" l="l" r="r" t="t"/>
              <a:pathLst>
                <a:path extrusionOk="0" h="9551" w="3937">
                  <a:moveTo>
                    <a:pt x="3803" y="0"/>
                  </a:moveTo>
                  <a:cubicBezTo>
                    <a:pt x="3769" y="0"/>
                    <a:pt x="3734" y="17"/>
                    <a:pt x="3710" y="58"/>
                  </a:cubicBezTo>
                  <a:cubicBezTo>
                    <a:pt x="3083" y="1487"/>
                    <a:pt x="1981" y="2614"/>
                    <a:pt x="1179" y="3968"/>
                  </a:cubicBezTo>
                  <a:cubicBezTo>
                    <a:pt x="477" y="5146"/>
                    <a:pt x="1" y="6549"/>
                    <a:pt x="427" y="7903"/>
                  </a:cubicBezTo>
                  <a:cubicBezTo>
                    <a:pt x="627" y="8579"/>
                    <a:pt x="1028" y="9156"/>
                    <a:pt x="1605" y="9532"/>
                  </a:cubicBezTo>
                  <a:cubicBezTo>
                    <a:pt x="1626" y="9545"/>
                    <a:pt x="1647" y="9550"/>
                    <a:pt x="1665" y="9550"/>
                  </a:cubicBezTo>
                  <a:cubicBezTo>
                    <a:pt x="1757" y="9550"/>
                    <a:pt x="1809" y="9419"/>
                    <a:pt x="1705" y="9356"/>
                  </a:cubicBezTo>
                  <a:cubicBezTo>
                    <a:pt x="652" y="8680"/>
                    <a:pt x="326" y="7301"/>
                    <a:pt x="527" y="6123"/>
                  </a:cubicBezTo>
                  <a:cubicBezTo>
                    <a:pt x="803" y="4670"/>
                    <a:pt x="1730" y="3467"/>
                    <a:pt x="2557" y="2314"/>
                  </a:cubicBezTo>
                  <a:cubicBezTo>
                    <a:pt x="3058" y="1612"/>
                    <a:pt x="3534" y="935"/>
                    <a:pt x="3885" y="158"/>
                  </a:cubicBezTo>
                  <a:cubicBezTo>
                    <a:pt x="3936" y="74"/>
                    <a:pt x="3873" y="0"/>
                    <a:pt x="38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6" name="Google Shape;4496;p54"/>
            <p:cNvSpPr/>
            <p:nvPr/>
          </p:nvSpPr>
          <p:spPr>
            <a:xfrm>
              <a:off x="1197799" y="3213708"/>
              <a:ext cx="22154" cy="56187"/>
            </a:xfrm>
            <a:custGeom>
              <a:rect b="b" l="l" r="r" t="t"/>
              <a:pathLst>
                <a:path extrusionOk="0" h="1996" w="787">
                  <a:moveTo>
                    <a:pt x="369" y="1"/>
                  </a:moveTo>
                  <a:cubicBezTo>
                    <a:pt x="341" y="1"/>
                    <a:pt x="316" y="13"/>
                    <a:pt x="301" y="42"/>
                  </a:cubicBezTo>
                  <a:cubicBezTo>
                    <a:pt x="1" y="669"/>
                    <a:pt x="126" y="1446"/>
                    <a:pt x="577" y="1972"/>
                  </a:cubicBezTo>
                  <a:cubicBezTo>
                    <a:pt x="598" y="1988"/>
                    <a:pt x="621" y="1995"/>
                    <a:pt x="642" y="1995"/>
                  </a:cubicBezTo>
                  <a:cubicBezTo>
                    <a:pt x="722" y="1995"/>
                    <a:pt x="787" y="1901"/>
                    <a:pt x="727" y="1822"/>
                  </a:cubicBezTo>
                  <a:cubicBezTo>
                    <a:pt x="326" y="1371"/>
                    <a:pt x="226" y="694"/>
                    <a:pt x="477" y="143"/>
                  </a:cubicBezTo>
                  <a:cubicBezTo>
                    <a:pt x="512" y="72"/>
                    <a:pt x="435" y="1"/>
                    <a:pt x="36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7" name="Google Shape;4497;p54"/>
            <p:cNvSpPr/>
            <p:nvPr/>
          </p:nvSpPr>
          <p:spPr>
            <a:xfrm>
              <a:off x="1216153" y="3170440"/>
              <a:ext cx="7066" cy="5658"/>
            </a:xfrm>
            <a:custGeom>
              <a:rect b="b" l="l" r="r" t="t"/>
              <a:pathLst>
                <a:path extrusionOk="0" h="201" w="251">
                  <a:moveTo>
                    <a:pt x="126" y="0"/>
                  </a:moveTo>
                  <a:cubicBezTo>
                    <a:pt x="0" y="0"/>
                    <a:pt x="0"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8" name="Google Shape;4498;p54"/>
            <p:cNvSpPr/>
            <p:nvPr/>
          </p:nvSpPr>
          <p:spPr>
            <a:xfrm>
              <a:off x="1295060" y="3016006"/>
              <a:ext cx="19170" cy="66012"/>
            </a:xfrm>
            <a:custGeom>
              <a:rect b="b" l="l" r="r" t="t"/>
              <a:pathLst>
                <a:path extrusionOk="0" h="2345" w="681">
                  <a:moveTo>
                    <a:pt x="491" y="0"/>
                  </a:moveTo>
                  <a:cubicBezTo>
                    <a:pt x="431" y="0"/>
                    <a:pt x="365" y="48"/>
                    <a:pt x="380" y="123"/>
                  </a:cubicBezTo>
                  <a:cubicBezTo>
                    <a:pt x="480" y="825"/>
                    <a:pt x="355" y="1551"/>
                    <a:pt x="54" y="2178"/>
                  </a:cubicBezTo>
                  <a:cubicBezTo>
                    <a:pt x="1" y="2268"/>
                    <a:pt x="75" y="2344"/>
                    <a:pt x="149" y="2344"/>
                  </a:cubicBezTo>
                  <a:cubicBezTo>
                    <a:pt x="179" y="2344"/>
                    <a:pt x="208" y="2332"/>
                    <a:pt x="230" y="2303"/>
                  </a:cubicBezTo>
                  <a:cubicBezTo>
                    <a:pt x="581" y="1602"/>
                    <a:pt x="681" y="825"/>
                    <a:pt x="581" y="73"/>
                  </a:cubicBezTo>
                  <a:cubicBezTo>
                    <a:pt x="571" y="22"/>
                    <a:pt x="532" y="0"/>
                    <a:pt x="49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9" name="Google Shape;4499;p54"/>
            <p:cNvSpPr/>
            <p:nvPr/>
          </p:nvSpPr>
          <p:spPr>
            <a:xfrm>
              <a:off x="1261307" y="2812814"/>
              <a:ext cx="15680" cy="57623"/>
            </a:xfrm>
            <a:custGeom>
              <a:rect b="b" l="l" r="r" t="t"/>
              <a:pathLst>
                <a:path extrusionOk="0" h="2047" w="557">
                  <a:moveTo>
                    <a:pt x="434" y="0"/>
                  </a:moveTo>
                  <a:cubicBezTo>
                    <a:pt x="391" y="0"/>
                    <a:pt x="346" y="22"/>
                    <a:pt x="326" y="73"/>
                  </a:cubicBezTo>
                  <a:cubicBezTo>
                    <a:pt x="101" y="674"/>
                    <a:pt x="0" y="1301"/>
                    <a:pt x="25" y="1952"/>
                  </a:cubicBezTo>
                  <a:cubicBezTo>
                    <a:pt x="25" y="2015"/>
                    <a:pt x="75" y="2046"/>
                    <a:pt x="126" y="2046"/>
                  </a:cubicBezTo>
                  <a:cubicBezTo>
                    <a:pt x="176" y="2046"/>
                    <a:pt x="226" y="2015"/>
                    <a:pt x="226" y="1952"/>
                  </a:cubicBezTo>
                  <a:cubicBezTo>
                    <a:pt x="201" y="1326"/>
                    <a:pt x="301" y="699"/>
                    <a:pt x="527" y="123"/>
                  </a:cubicBezTo>
                  <a:cubicBezTo>
                    <a:pt x="556" y="48"/>
                    <a:pt x="497" y="0"/>
                    <a:pt x="43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0" name="Google Shape;4500;p54"/>
            <p:cNvSpPr/>
            <p:nvPr/>
          </p:nvSpPr>
          <p:spPr>
            <a:xfrm>
              <a:off x="1381004" y="2631467"/>
              <a:ext cx="110320" cy="148632"/>
            </a:xfrm>
            <a:custGeom>
              <a:rect b="b" l="l" r="r" t="t"/>
              <a:pathLst>
                <a:path extrusionOk="0" h="5280" w="3919">
                  <a:moveTo>
                    <a:pt x="3772" y="1"/>
                  </a:moveTo>
                  <a:cubicBezTo>
                    <a:pt x="3714" y="1"/>
                    <a:pt x="3643" y="49"/>
                    <a:pt x="3643" y="124"/>
                  </a:cubicBezTo>
                  <a:cubicBezTo>
                    <a:pt x="3894" y="1878"/>
                    <a:pt x="2590" y="3307"/>
                    <a:pt x="1287" y="4259"/>
                  </a:cubicBezTo>
                  <a:cubicBezTo>
                    <a:pt x="886" y="4560"/>
                    <a:pt x="485" y="4810"/>
                    <a:pt x="84" y="5086"/>
                  </a:cubicBezTo>
                  <a:cubicBezTo>
                    <a:pt x="1" y="5148"/>
                    <a:pt x="56" y="5280"/>
                    <a:pt x="134" y="5280"/>
                  </a:cubicBezTo>
                  <a:cubicBezTo>
                    <a:pt x="150" y="5280"/>
                    <a:pt x="167" y="5274"/>
                    <a:pt x="184" y="5262"/>
                  </a:cubicBezTo>
                  <a:cubicBezTo>
                    <a:pt x="1638" y="4309"/>
                    <a:pt x="3217" y="3256"/>
                    <a:pt x="3743" y="1502"/>
                  </a:cubicBezTo>
                  <a:cubicBezTo>
                    <a:pt x="3869" y="1026"/>
                    <a:pt x="3919" y="550"/>
                    <a:pt x="3844" y="74"/>
                  </a:cubicBezTo>
                  <a:cubicBezTo>
                    <a:pt x="3844" y="23"/>
                    <a:pt x="3811" y="1"/>
                    <a:pt x="377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1" name="Google Shape;4501;p54"/>
            <p:cNvSpPr/>
            <p:nvPr/>
          </p:nvSpPr>
          <p:spPr>
            <a:xfrm>
              <a:off x="1468018" y="2590198"/>
              <a:ext cx="12020" cy="21478"/>
            </a:xfrm>
            <a:custGeom>
              <a:rect b="b" l="l" r="r" t="t"/>
              <a:pathLst>
                <a:path extrusionOk="0" h="763" w="427">
                  <a:moveTo>
                    <a:pt x="287" y="1"/>
                  </a:moveTo>
                  <a:cubicBezTo>
                    <a:pt x="251" y="1"/>
                    <a:pt x="220" y="24"/>
                    <a:pt x="201" y="61"/>
                  </a:cubicBezTo>
                  <a:cubicBezTo>
                    <a:pt x="151" y="261"/>
                    <a:pt x="76" y="437"/>
                    <a:pt x="26" y="637"/>
                  </a:cubicBezTo>
                  <a:cubicBezTo>
                    <a:pt x="1" y="687"/>
                    <a:pt x="51" y="738"/>
                    <a:pt x="101" y="763"/>
                  </a:cubicBezTo>
                  <a:cubicBezTo>
                    <a:pt x="151" y="763"/>
                    <a:pt x="201" y="738"/>
                    <a:pt x="226" y="687"/>
                  </a:cubicBezTo>
                  <a:cubicBezTo>
                    <a:pt x="276" y="487"/>
                    <a:pt x="352" y="311"/>
                    <a:pt x="402" y="136"/>
                  </a:cubicBezTo>
                  <a:cubicBezTo>
                    <a:pt x="427" y="86"/>
                    <a:pt x="377" y="11"/>
                    <a:pt x="326" y="11"/>
                  </a:cubicBezTo>
                  <a:cubicBezTo>
                    <a:pt x="313" y="4"/>
                    <a:pt x="300" y="1"/>
                    <a:pt x="2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2" name="Google Shape;4502;p54"/>
            <p:cNvSpPr/>
            <p:nvPr/>
          </p:nvSpPr>
          <p:spPr>
            <a:xfrm>
              <a:off x="1476491" y="2596841"/>
              <a:ext cx="14131" cy="23308"/>
            </a:xfrm>
            <a:custGeom>
              <a:rect b="b" l="l" r="r" t="t"/>
              <a:pathLst>
                <a:path extrusionOk="0" h="828" w="502">
                  <a:moveTo>
                    <a:pt x="401" y="0"/>
                  </a:moveTo>
                  <a:cubicBezTo>
                    <a:pt x="351" y="0"/>
                    <a:pt x="301" y="25"/>
                    <a:pt x="276" y="75"/>
                  </a:cubicBezTo>
                  <a:cubicBezTo>
                    <a:pt x="201" y="276"/>
                    <a:pt x="126" y="502"/>
                    <a:pt x="25" y="702"/>
                  </a:cubicBezTo>
                  <a:cubicBezTo>
                    <a:pt x="0" y="752"/>
                    <a:pt x="51" y="802"/>
                    <a:pt x="101" y="827"/>
                  </a:cubicBezTo>
                  <a:cubicBezTo>
                    <a:pt x="151" y="827"/>
                    <a:pt x="201" y="802"/>
                    <a:pt x="226" y="752"/>
                  </a:cubicBezTo>
                  <a:cubicBezTo>
                    <a:pt x="301" y="552"/>
                    <a:pt x="401" y="351"/>
                    <a:pt x="477" y="126"/>
                  </a:cubicBezTo>
                  <a:cubicBezTo>
                    <a:pt x="502" y="75"/>
                    <a:pt x="452" y="25"/>
                    <a:pt x="4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3" name="Google Shape;4503;p54"/>
            <p:cNvSpPr/>
            <p:nvPr/>
          </p:nvSpPr>
          <p:spPr>
            <a:xfrm>
              <a:off x="1520012" y="2390694"/>
              <a:ext cx="171743" cy="51880"/>
            </a:xfrm>
            <a:custGeom>
              <a:rect b="b" l="l" r="r" t="t"/>
              <a:pathLst>
                <a:path extrusionOk="0" h="1843" w="6101">
                  <a:moveTo>
                    <a:pt x="2248" y="1"/>
                  </a:moveTo>
                  <a:cubicBezTo>
                    <a:pt x="2004" y="1"/>
                    <a:pt x="1758" y="18"/>
                    <a:pt x="1512" y="55"/>
                  </a:cubicBezTo>
                  <a:cubicBezTo>
                    <a:pt x="1036" y="105"/>
                    <a:pt x="535" y="256"/>
                    <a:pt x="84" y="456"/>
                  </a:cubicBezTo>
                  <a:cubicBezTo>
                    <a:pt x="0" y="518"/>
                    <a:pt x="55" y="650"/>
                    <a:pt x="134" y="650"/>
                  </a:cubicBezTo>
                  <a:cubicBezTo>
                    <a:pt x="150" y="650"/>
                    <a:pt x="167" y="644"/>
                    <a:pt x="184" y="631"/>
                  </a:cubicBezTo>
                  <a:cubicBezTo>
                    <a:pt x="837" y="342"/>
                    <a:pt x="1537" y="199"/>
                    <a:pt x="2231" y="199"/>
                  </a:cubicBezTo>
                  <a:cubicBezTo>
                    <a:pt x="3161" y="199"/>
                    <a:pt x="4081" y="455"/>
                    <a:pt x="4871" y="957"/>
                  </a:cubicBezTo>
                  <a:cubicBezTo>
                    <a:pt x="5246" y="1208"/>
                    <a:pt x="5597" y="1484"/>
                    <a:pt x="5873" y="1809"/>
                  </a:cubicBezTo>
                  <a:cubicBezTo>
                    <a:pt x="5896" y="1833"/>
                    <a:pt x="5922" y="1843"/>
                    <a:pt x="5947" y="1843"/>
                  </a:cubicBezTo>
                  <a:cubicBezTo>
                    <a:pt x="6030" y="1843"/>
                    <a:pt x="6100" y="1736"/>
                    <a:pt x="6023" y="1659"/>
                  </a:cubicBezTo>
                  <a:cubicBezTo>
                    <a:pt x="5060" y="611"/>
                    <a:pt x="3677" y="1"/>
                    <a:pt x="224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4" name="Google Shape;4504;p54"/>
            <p:cNvSpPr/>
            <p:nvPr/>
          </p:nvSpPr>
          <p:spPr>
            <a:xfrm>
              <a:off x="1594302" y="2424672"/>
              <a:ext cx="72177" cy="28826"/>
            </a:xfrm>
            <a:custGeom>
              <a:rect b="b" l="l" r="r" t="t"/>
              <a:pathLst>
                <a:path extrusionOk="0" h="1024" w="2564">
                  <a:moveTo>
                    <a:pt x="151" y="1"/>
                  </a:moveTo>
                  <a:cubicBezTo>
                    <a:pt x="1" y="1"/>
                    <a:pt x="1" y="201"/>
                    <a:pt x="151" y="201"/>
                  </a:cubicBezTo>
                  <a:cubicBezTo>
                    <a:pt x="953" y="201"/>
                    <a:pt x="1730" y="477"/>
                    <a:pt x="2332" y="1003"/>
                  </a:cubicBezTo>
                  <a:cubicBezTo>
                    <a:pt x="2356" y="1018"/>
                    <a:pt x="2380" y="1024"/>
                    <a:pt x="2402" y="1024"/>
                  </a:cubicBezTo>
                  <a:cubicBezTo>
                    <a:pt x="2497" y="1024"/>
                    <a:pt x="2563" y="914"/>
                    <a:pt x="2482" y="853"/>
                  </a:cubicBezTo>
                  <a:cubicBezTo>
                    <a:pt x="1831" y="302"/>
                    <a:pt x="1003"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5" name="Google Shape;4505;p54"/>
            <p:cNvSpPr/>
            <p:nvPr/>
          </p:nvSpPr>
          <p:spPr>
            <a:xfrm>
              <a:off x="1395614" y="2532996"/>
              <a:ext cx="18100" cy="115077"/>
            </a:xfrm>
            <a:custGeom>
              <a:rect b="b" l="l" r="r" t="t"/>
              <a:pathLst>
                <a:path extrusionOk="0" h="4088" w="643">
                  <a:moveTo>
                    <a:pt x="348" y="0"/>
                  </a:moveTo>
                  <a:cubicBezTo>
                    <a:pt x="298" y="0"/>
                    <a:pt x="254" y="38"/>
                    <a:pt x="267" y="113"/>
                  </a:cubicBezTo>
                  <a:cubicBezTo>
                    <a:pt x="417" y="1391"/>
                    <a:pt x="342" y="2694"/>
                    <a:pt x="16" y="3947"/>
                  </a:cubicBezTo>
                  <a:cubicBezTo>
                    <a:pt x="0" y="4027"/>
                    <a:pt x="66" y="4087"/>
                    <a:pt x="129" y="4087"/>
                  </a:cubicBezTo>
                  <a:cubicBezTo>
                    <a:pt x="164" y="4087"/>
                    <a:pt x="199" y="4068"/>
                    <a:pt x="217" y="4023"/>
                  </a:cubicBezTo>
                  <a:cubicBezTo>
                    <a:pt x="543" y="2744"/>
                    <a:pt x="643" y="1416"/>
                    <a:pt x="467" y="113"/>
                  </a:cubicBezTo>
                  <a:cubicBezTo>
                    <a:pt x="455" y="38"/>
                    <a:pt x="398" y="0"/>
                    <a:pt x="34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6" name="Google Shape;4506;p54"/>
            <p:cNvSpPr/>
            <p:nvPr/>
          </p:nvSpPr>
          <p:spPr>
            <a:xfrm>
              <a:off x="1408057" y="2676902"/>
              <a:ext cx="159104" cy="327244"/>
            </a:xfrm>
            <a:custGeom>
              <a:rect b="b" l="l" r="r" t="t"/>
              <a:pathLst>
                <a:path extrusionOk="0" h="11625" w="5652">
                  <a:moveTo>
                    <a:pt x="5549" y="1"/>
                  </a:moveTo>
                  <a:cubicBezTo>
                    <a:pt x="5495" y="1"/>
                    <a:pt x="5439" y="38"/>
                    <a:pt x="5439" y="114"/>
                  </a:cubicBezTo>
                  <a:cubicBezTo>
                    <a:pt x="5264" y="1893"/>
                    <a:pt x="3584" y="2996"/>
                    <a:pt x="2331" y="4074"/>
                  </a:cubicBezTo>
                  <a:cubicBezTo>
                    <a:pt x="1705" y="4600"/>
                    <a:pt x="1078" y="5201"/>
                    <a:pt x="702" y="5953"/>
                  </a:cubicBezTo>
                  <a:cubicBezTo>
                    <a:pt x="276" y="6755"/>
                    <a:pt x="151" y="7683"/>
                    <a:pt x="251" y="8585"/>
                  </a:cubicBezTo>
                  <a:cubicBezTo>
                    <a:pt x="351" y="9612"/>
                    <a:pt x="702" y="10615"/>
                    <a:pt x="1128" y="11567"/>
                  </a:cubicBezTo>
                  <a:cubicBezTo>
                    <a:pt x="1144" y="11608"/>
                    <a:pt x="1174" y="11625"/>
                    <a:pt x="1205" y="11625"/>
                  </a:cubicBezTo>
                  <a:cubicBezTo>
                    <a:pt x="1268" y="11625"/>
                    <a:pt x="1337" y="11552"/>
                    <a:pt x="1304" y="11467"/>
                  </a:cubicBezTo>
                  <a:cubicBezTo>
                    <a:pt x="577" y="9838"/>
                    <a:pt x="0" y="7833"/>
                    <a:pt x="827" y="6129"/>
                  </a:cubicBezTo>
                  <a:cubicBezTo>
                    <a:pt x="1604" y="4575"/>
                    <a:pt x="3259" y="3748"/>
                    <a:pt x="4411" y="2520"/>
                  </a:cubicBezTo>
                  <a:cubicBezTo>
                    <a:pt x="5038" y="1843"/>
                    <a:pt x="5564" y="1041"/>
                    <a:pt x="5639" y="114"/>
                  </a:cubicBezTo>
                  <a:cubicBezTo>
                    <a:pt x="5652" y="38"/>
                    <a:pt x="5602" y="1"/>
                    <a:pt x="554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7" name="Google Shape;4507;p54"/>
            <p:cNvSpPr/>
            <p:nvPr/>
          </p:nvSpPr>
          <p:spPr>
            <a:xfrm>
              <a:off x="1379822" y="2848790"/>
              <a:ext cx="14976" cy="63281"/>
            </a:xfrm>
            <a:custGeom>
              <a:rect b="b" l="l" r="r" t="t"/>
              <a:pathLst>
                <a:path extrusionOk="0" h="2248" w="532">
                  <a:moveTo>
                    <a:pt x="415" y="0"/>
                  </a:moveTo>
                  <a:cubicBezTo>
                    <a:pt x="375" y="0"/>
                    <a:pt x="337" y="22"/>
                    <a:pt x="327" y="73"/>
                  </a:cubicBezTo>
                  <a:cubicBezTo>
                    <a:pt x="76" y="750"/>
                    <a:pt x="1" y="1451"/>
                    <a:pt x="76" y="2153"/>
                  </a:cubicBezTo>
                  <a:cubicBezTo>
                    <a:pt x="76" y="2216"/>
                    <a:pt x="126" y="2247"/>
                    <a:pt x="176" y="2247"/>
                  </a:cubicBezTo>
                  <a:cubicBezTo>
                    <a:pt x="226" y="2247"/>
                    <a:pt x="277" y="2216"/>
                    <a:pt x="277" y="2153"/>
                  </a:cubicBezTo>
                  <a:cubicBezTo>
                    <a:pt x="201" y="1451"/>
                    <a:pt x="277" y="775"/>
                    <a:pt x="502" y="123"/>
                  </a:cubicBezTo>
                  <a:cubicBezTo>
                    <a:pt x="532" y="48"/>
                    <a:pt x="473" y="0"/>
                    <a:pt x="4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8" name="Google Shape;4508;p54"/>
            <p:cNvSpPr/>
            <p:nvPr/>
          </p:nvSpPr>
          <p:spPr>
            <a:xfrm>
              <a:off x="1419345" y="2805663"/>
              <a:ext cx="7066" cy="5686"/>
            </a:xfrm>
            <a:custGeom>
              <a:rect b="b" l="l" r="r" t="t"/>
              <a:pathLst>
                <a:path extrusionOk="0" h="202" w="251">
                  <a:moveTo>
                    <a:pt x="126" y="1"/>
                  </a:moveTo>
                  <a:cubicBezTo>
                    <a:pt x="0" y="1"/>
                    <a:pt x="0"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9" name="Google Shape;4509;p54"/>
            <p:cNvSpPr/>
            <p:nvPr/>
          </p:nvSpPr>
          <p:spPr>
            <a:xfrm>
              <a:off x="1424975" y="3022705"/>
              <a:ext cx="13456" cy="24997"/>
            </a:xfrm>
            <a:custGeom>
              <a:rect b="b" l="l" r="r" t="t"/>
              <a:pathLst>
                <a:path extrusionOk="0" h="888" w="478">
                  <a:moveTo>
                    <a:pt x="340" y="1"/>
                  </a:moveTo>
                  <a:cubicBezTo>
                    <a:pt x="303" y="1"/>
                    <a:pt x="270" y="29"/>
                    <a:pt x="251" y="85"/>
                  </a:cubicBezTo>
                  <a:cubicBezTo>
                    <a:pt x="176" y="311"/>
                    <a:pt x="101" y="537"/>
                    <a:pt x="1" y="762"/>
                  </a:cubicBezTo>
                  <a:cubicBezTo>
                    <a:pt x="1" y="812"/>
                    <a:pt x="26" y="862"/>
                    <a:pt x="76" y="887"/>
                  </a:cubicBezTo>
                  <a:cubicBezTo>
                    <a:pt x="151" y="887"/>
                    <a:pt x="176" y="862"/>
                    <a:pt x="201" y="812"/>
                  </a:cubicBezTo>
                  <a:cubicBezTo>
                    <a:pt x="277" y="587"/>
                    <a:pt x="377" y="361"/>
                    <a:pt x="452" y="136"/>
                  </a:cubicBezTo>
                  <a:cubicBezTo>
                    <a:pt x="477" y="85"/>
                    <a:pt x="427" y="10"/>
                    <a:pt x="377" y="10"/>
                  </a:cubicBezTo>
                  <a:cubicBezTo>
                    <a:pt x="364" y="4"/>
                    <a:pt x="352" y="1"/>
                    <a:pt x="34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0" name="Google Shape;4510;p54"/>
            <p:cNvSpPr/>
            <p:nvPr/>
          </p:nvSpPr>
          <p:spPr>
            <a:xfrm>
              <a:off x="1440514" y="3031263"/>
              <a:ext cx="14835" cy="28431"/>
            </a:xfrm>
            <a:custGeom>
              <a:rect b="b" l="l" r="r" t="t"/>
              <a:pathLst>
                <a:path extrusionOk="0" h="1010" w="527">
                  <a:moveTo>
                    <a:pt x="424" y="0"/>
                  </a:moveTo>
                  <a:cubicBezTo>
                    <a:pt x="384" y="0"/>
                    <a:pt x="347" y="41"/>
                    <a:pt x="326" y="82"/>
                  </a:cubicBezTo>
                  <a:cubicBezTo>
                    <a:pt x="226" y="358"/>
                    <a:pt x="126" y="608"/>
                    <a:pt x="25" y="884"/>
                  </a:cubicBezTo>
                  <a:cubicBezTo>
                    <a:pt x="0" y="934"/>
                    <a:pt x="25" y="984"/>
                    <a:pt x="75" y="1009"/>
                  </a:cubicBezTo>
                  <a:cubicBezTo>
                    <a:pt x="151" y="1009"/>
                    <a:pt x="201" y="984"/>
                    <a:pt x="201" y="934"/>
                  </a:cubicBezTo>
                  <a:cubicBezTo>
                    <a:pt x="301" y="659"/>
                    <a:pt x="426" y="408"/>
                    <a:pt x="527" y="132"/>
                  </a:cubicBezTo>
                  <a:cubicBezTo>
                    <a:pt x="527" y="82"/>
                    <a:pt x="501" y="32"/>
                    <a:pt x="451" y="7"/>
                  </a:cubicBezTo>
                  <a:cubicBezTo>
                    <a:pt x="442" y="2"/>
                    <a:pt x="433" y="0"/>
                    <a:pt x="4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1" name="Google Shape;4511;p54"/>
            <p:cNvSpPr/>
            <p:nvPr/>
          </p:nvSpPr>
          <p:spPr>
            <a:xfrm>
              <a:off x="1437446" y="3075263"/>
              <a:ext cx="55990" cy="216755"/>
            </a:xfrm>
            <a:custGeom>
              <a:rect b="b" l="l" r="r" t="t"/>
              <a:pathLst>
                <a:path extrusionOk="0" h="7700" w="1989">
                  <a:moveTo>
                    <a:pt x="1525" y="0"/>
                  </a:moveTo>
                  <a:cubicBezTo>
                    <a:pt x="1467" y="0"/>
                    <a:pt x="1408" y="48"/>
                    <a:pt x="1438" y="123"/>
                  </a:cubicBezTo>
                  <a:cubicBezTo>
                    <a:pt x="1989" y="2078"/>
                    <a:pt x="1463" y="4108"/>
                    <a:pt x="711" y="5963"/>
                  </a:cubicBezTo>
                  <a:cubicBezTo>
                    <a:pt x="485" y="6489"/>
                    <a:pt x="260" y="7015"/>
                    <a:pt x="34" y="7542"/>
                  </a:cubicBezTo>
                  <a:cubicBezTo>
                    <a:pt x="0" y="7626"/>
                    <a:pt x="69" y="7700"/>
                    <a:pt x="133" y="7700"/>
                  </a:cubicBezTo>
                  <a:cubicBezTo>
                    <a:pt x="164" y="7700"/>
                    <a:pt x="193" y="7683"/>
                    <a:pt x="209" y="7642"/>
                  </a:cubicBezTo>
                  <a:cubicBezTo>
                    <a:pt x="1037" y="5787"/>
                    <a:pt x="1889" y="3832"/>
                    <a:pt x="1864" y="1752"/>
                  </a:cubicBezTo>
                  <a:cubicBezTo>
                    <a:pt x="1864" y="1176"/>
                    <a:pt x="1788" y="624"/>
                    <a:pt x="1613" y="73"/>
                  </a:cubicBezTo>
                  <a:cubicBezTo>
                    <a:pt x="1603" y="22"/>
                    <a:pt x="1564" y="0"/>
                    <a:pt x="15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2" name="Google Shape;4512;p54"/>
            <p:cNvSpPr/>
            <p:nvPr/>
          </p:nvSpPr>
          <p:spPr>
            <a:xfrm>
              <a:off x="1374191" y="3106313"/>
              <a:ext cx="55484" cy="218163"/>
            </a:xfrm>
            <a:custGeom>
              <a:rect b="b" l="l" r="r" t="t"/>
              <a:pathLst>
                <a:path extrusionOk="0" h="7750" w="1971">
                  <a:moveTo>
                    <a:pt x="1844" y="0"/>
                  </a:moveTo>
                  <a:cubicBezTo>
                    <a:pt x="1804" y="0"/>
                    <a:pt x="1765" y="22"/>
                    <a:pt x="1755" y="73"/>
                  </a:cubicBezTo>
                  <a:cubicBezTo>
                    <a:pt x="1554" y="1201"/>
                    <a:pt x="802" y="2103"/>
                    <a:pt x="401" y="3130"/>
                  </a:cubicBezTo>
                  <a:cubicBezTo>
                    <a:pt x="0" y="4108"/>
                    <a:pt x="0" y="5211"/>
                    <a:pt x="326" y="6188"/>
                  </a:cubicBezTo>
                  <a:cubicBezTo>
                    <a:pt x="502" y="6765"/>
                    <a:pt x="802" y="7266"/>
                    <a:pt x="1203" y="7717"/>
                  </a:cubicBezTo>
                  <a:cubicBezTo>
                    <a:pt x="1221" y="7740"/>
                    <a:pt x="1242" y="7750"/>
                    <a:pt x="1264" y="7750"/>
                  </a:cubicBezTo>
                  <a:cubicBezTo>
                    <a:pt x="1336" y="7750"/>
                    <a:pt x="1411" y="7644"/>
                    <a:pt x="1354" y="7567"/>
                  </a:cubicBezTo>
                  <a:cubicBezTo>
                    <a:pt x="652" y="6790"/>
                    <a:pt x="301" y="5762"/>
                    <a:pt x="301" y="4734"/>
                  </a:cubicBezTo>
                  <a:cubicBezTo>
                    <a:pt x="301" y="4233"/>
                    <a:pt x="376" y="3732"/>
                    <a:pt x="577" y="3256"/>
                  </a:cubicBezTo>
                  <a:cubicBezTo>
                    <a:pt x="752" y="2755"/>
                    <a:pt x="1028" y="2278"/>
                    <a:pt x="1304" y="1802"/>
                  </a:cubicBezTo>
                  <a:cubicBezTo>
                    <a:pt x="1579" y="1276"/>
                    <a:pt x="1855" y="724"/>
                    <a:pt x="1955" y="123"/>
                  </a:cubicBezTo>
                  <a:cubicBezTo>
                    <a:pt x="1970" y="48"/>
                    <a:pt x="1905" y="0"/>
                    <a:pt x="184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3" name="Google Shape;4513;p54"/>
            <p:cNvSpPr/>
            <p:nvPr/>
          </p:nvSpPr>
          <p:spPr>
            <a:xfrm>
              <a:off x="1556918" y="2502114"/>
              <a:ext cx="92951" cy="100327"/>
            </a:xfrm>
            <a:custGeom>
              <a:rect b="b" l="l" r="r" t="t"/>
              <a:pathLst>
                <a:path extrusionOk="0" h="3564" w="3302">
                  <a:moveTo>
                    <a:pt x="2645" y="0"/>
                  </a:moveTo>
                  <a:cubicBezTo>
                    <a:pt x="2111" y="0"/>
                    <a:pt x="1578" y="165"/>
                    <a:pt x="1128" y="483"/>
                  </a:cubicBezTo>
                  <a:cubicBezTo>
                    <a:pt x="527" y="884"/>
                    <a:pt x="151" y="1536"/>
                    <a:pt x="51" y="2262"/>
                  </a:cubicBezTo>
                  <a:cubicBezTo>
                    <a:pt x="1" y="2663"/>
                    <a:pt x="51" y="3090"/>
                    <a:pt x="176" y="3491"/>
                  </a:cubicBezTo>
                  <a:cubicBezTo>
                    <a:pt x="196" y="3541"/>
                    <a:pt x="241" y="3563"/>
                    <a:pt x="284" y="3563"/>
                  </a:cubicBezTo>
                  <a:cubicBezTo>
                    <a:pt x="347" y="3563"/>
                    <a:pt x="406" y="3515"/>
                    <a:pt x="377" y="3440"/>
                  </a:cubicBezTo>
                  <a:cubicBezTo>
                    <a:pt x="151" y="2814"/>
                    <a:pt x="201" y="2087"/>
                    <a:pt x="502" y="1486"/>
                  </a:cubicBezTo>
                  <a:cubicBezTo>
                    <a:pt x="803" y="909"/>
                    <a:pt x="1354" y="458"/>
                    <a:pt x="2006" y="283"/>
                  </a:cubicBezTo>
                  <a:cubicBezTo>
                    <a:pt x="2207" y="229"/>
                    <a:pt x="2409" y="204"/>
                    <a:pt x="2606" y="204"/>
                  </a:cubicBezTo>
                  <a:cubicBezTo>
                    <a:pt x="2777" y="204"/>
                    <a:pt x="2946" y="223"/>
                    <a:pt x="3108" y="257"/>
                  </a:cubicBezTo>
                  <a:cubicBezTo>
                    <a:pt x="3117" y="259"/>
                    <a:pt x="3126" y="260"/>
                    <a:pt x="3134" y="260"/>
                  </a:cubicBezTo>
                  <a:cubicBezTo>
                    <a:pt x="3264" y="260"/>
                    <a:pt x="3302" y="81"/>
                    <a:pt x="3184" y="57"/>
                  </a:cubicBezTo>
                  <a:cubicBezTo>
                    <a:pt x="3006" y="19"/>
                    <a:pt x="2826" y="0"/>
                    <a:pt x="264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4" name="Google Shape;4514;p54"/>
            <p:cNvSpPr/>
            <p:nvPr/>
          </p:nvSpPr>
          <p:spPr>
            <a:xfrm>
              <a:off x="1548444" y="2490741"/>
              <a:ext cx="37440" cy="35751"/>
            </a:xfrm>
            <a:custGeom>
              <a:rect b="b" l="l" r="r" t="t"/>
              <a:pathLst>
                <a:path extrusionOk="0" h="1270" w="1330">
                  <a:moveTo>
                    <a:pt x="1220" y="0"/>
                  </a:moveTo>
                  <a:cubicBezTo>
                    <a:pt x="1205" y="0"/>
                    <a:pt x="1191" y="4"/>
                    <a:pt x="1179" y="10"/>
                  </a:cubicBezTo>
                  <a:cubicBezTo>
                    <a:pt x="602" y="85"/>
                    <a:pt x="126" y="561"/>
                    <a:pt x="26" y="1138"/>
                  </a:cubicBezTo>
                  <a:cubicBezTo>
                    <a:pt x="1" y="1188"/>
                    <a:pt x="26" y="1238"/>
                    <a:pt x="101" y="1263"/>
                  </a:cubicBezTo>
                  <a:cubicBezTo>
                    <a:pt x="106" y="1268"/>
                    <a:pt x="112" y="1270"/>
                    <a:pt x="119" y="1270"/>
                  </a:cubicBezTo>
                  <a:cubicBezTo>
                    <a:pt x="152" y="1270"/>
                    <a:pt x="206" y="1229"/>
                    <a:pt x="226" y="1188"/>
                  </a:cubicBezTo>
                  <a:cubicBezTo>
                    <a:pt x="302" y="687"/>
                    <a:pt x="728" y="286"/>
                    <a:pt x="1229" y="210"/>
                  </a:cubicBezTo>
                  <a:cubicBezTo>
                    <a:pt x="1304" y="185"/>
                    <a:pt x="1329" y="110"/>
                    <a:pt x="1304" y="85"/>
                  </a:cubicBezTo>
                  <a:cubicBezTo>
                    <a:pt x="1304" y="29"/>
                    <a:pt x="1262" y="0"/>
                    <a:pt x="122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5" name="Google Shape;4515;p54"/>
            <p:cNvSpPr/>
            <p:nvPr/>
          </p:nvSpPr>
          <p:spPr>
            <a:xfrm>
              <a:off x="1747920" y="2396239"/>
              <a:ext cx="128251" cy="76681"/>
            </a:xfrm>
            <a:custGeom>
              <a:rect b="b" l="l" r="r" t="t"/>
              <a:pathLst>
                <a:path extrusionOk="0" h="2724" w="4556">
                  <a:moveTo>
                    <a:pt x="4432" y="0"/>
                  </a:moveTo>
                  <a:cubicBezTo>
                    <a:pt x="4420" y="0"/>
                    <a:pt x="4407" y="3"/>
                    <a:pt x="4394" y="8"/>
                  </a:cubicBezTo>
                  <a:cubicBezTo>
                    <a:pt x="2765" y="510"/>
                    <a:pt x="1286" y="1387"/>
                    <a:pt x="58" y="2565"/>
                  </a:cubicBezTo>
                  <a:cubicBezTo>
                    <a:pt x="0" y="2622"/>
                    <a:pt x="60" y="2724"/>
                    <a:pt x="136" y="2724"/>
                  </a:cubicBezTo>
                  <a:cubicBezTo>
                    <a:pt x="159" y="2724"/>
                    <a:pt x="184" y="2714"/>
                    <a:pt x="208" y="2690"/>
                  </a:cubicBezTo>
                  <a:cubicBezTo>
                    <a:pt x="1411" y="1537"/>
                    <a:pt x="2865" y="685"/>
                    <a:pt x="4444" y="209"/>
                  </a:cubicBezTo>
                  <a:cubicBezTo>
                    <a:pt x="4555" y="164"/>
                    <a:pt x="4528" y="0"/>
                    <a:pt x="443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6" name="Google Shape;4516;p54"/>
            <p:cNvSpPr/>
            <p:nvPr/>
          </p:nvSpPr>
          <p:spPr>
            <a:xfrm>
              <a:off x="1892756" y="2383065"/>
              <a:ext cx="9205" cy="6362"/>
            </a:xfrm>
            <a:custGeom>
              <a:rect b="b" l="l" r="r" t="t"/>
              <a:pathLst>
                <a:path extrusionOk="0" h="226" w="327">
                  <a:moveTo>
                    <a:pt x="101" y="0"/>
                  </a:moveTo>
                  <a:cubicBezTo>
                    <a:pt x="76" y="0"/>
                    <a:pt x="51" y="25"/>
                    <a:pt x="26" y="50"/>
                  </a:cubicBezTo>
                  <a:cubicBezTo>
                    <a:pt x="0" y="50"/>
                    <a:pt x="0" y="50"/>
                    <a:pt x="0" y="75"/>
                  </a:cubicBezTo>
                  <a:cubicBezTo>
                    <a:pt x="0" y="75"/>
                    <a:pt x="0" y="100"/>
                    <a:pt x="0" y="100"/>
                  </a:cubicBezTo>
                  <a:cubicBezTo>
                    <a:pt x="0" y="151"/>
                    <a:pt x="0" y="176"/>
                    <a:pt x="26" y="176"/>
                  </a:cubicBezTo>
                  <a:cubicBezTo>
                    <a:pt x="51" y="201"/>
                    <a:pt x="76" y="226"/>
                    <a:pt x="101" y="226"/>
                  </a:cubicBezTo>
                  <a:lnTo>
                    <a:pt x="226" y="226"/>
                  </a:lnTo>
                  <a:cubicBezTo>
                    <a:pt x="251" y="226"/>
                    <a:pt x="276" y="201"/>
                    <a:pt x="276" y="176"/>
                  </a:cubicBezTo>
                  <a:cubicBezTo>
                    <a:pt x="301" y="176"/>
                    <a:pt x="301" y="176"/>
                    <a:pt x="301" y="151"/>
                  </a:cubicBezTo>
                  <a:cubicBezTo>
                    <a:pt x="326" y="151"/>
                    <a:pt x="326" y="126"/>
                    <a:pt x="326" y="100"/>
                  </a:cubicBezTo>
                  <a:cubicBezTo>
                    <a:pt x="326" y="75"/>
                    <a:pt x="301" y="50"/>
                    <a:pt x="276" y="50"/>
                  </a:cubicBezTo>
                  <a:cubicBezTo>
                    <a:pt x="276" y="25"/>
                    <a:pt x="251" y="0"/>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7" name="Google Shape;4517;p54"/>
            <p:cNvSpPr/>
            <p:nvPr/>
          </p:nvSpPr>
          <p:spPr>
            <a:xfrm>
              <a:off x="1975800" y="2399758"/>
              <a:ext cx="87715" cy="272126"/>
            </a:xfrm>
            <a:custGeom>
              <a:rect b="b" l="l" r="r" t="t"/>
              <a:pathLst>
                <a:path extrusionOk="0" h="9667" w="3116">
                  <a:moveTo>
                    <a:pt x="148" y="1"/>
                  </a:moveTo>
                  <a:cubicBezTo>
                    <a:pt x="75" y="1"/>
                    <a:pt x="0" y="107"/>
                    <a:pt x="58" y="184"/>
                  </a:cubicBezTo>
                  <a:cubicBezTo>
                    <a:pt x="1737" y="2164"/>
                    <a:pt x="2639" y="4771"/>
                    <a:pt x="2564" y="7352"/>
                  </a:cubicBezTo>
                  <a:cubicBezTo>
                    <a:pt x="2564" y="8104"/>
                    <a:pt x="2464" y="8831"/>
                    <a:pt x="2289" y="9533"/>
                  </a:cubicBezTo>
                  <a:cubicBezTo>
                    <a:pt x="2273" y="9609"/>
                    <a:pt x="2341" y="9666"/>
                    <a:pt x="2402" y="9666"/>
                  </a:cubicBezTo>
                  <a:cubicBezTo>
                    <a:pt x="2442" y="9666"/>
                    <a:pt x="2479" y="9642"/>
                    <a:pt x="2489" y="9583"/>
                  </a:cubicBezTo>
                  <a:cubicBezTo>
                    <a:pt x="3116" y="7001"/>
                    <a:pt x="2715" y="4244"/>
                    <a:pt x="1462" y="1888"/>
                  </a:cubicBezTo>
                  <a:cubicBezTo>
                    <a:pt x="1111" y="1237"/>
                    <a:pt x="685" y="610"/>
                    <a:pt x="208" y="34"/>
                  </a:cubicBezTo>
                  <a:cubicBezTo>
                    <a:pt x="191" y="11"/>
                    <a:pt x="169" y="1"/>
                    <a:pt x="14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8" name="Google Shape;4518;p54"/>
            <p:cNvSpPr/>
            <p:nvPr/>
          </p:nvSpPr>
          <p:spPr>
            <a:xfrm>
              <a:off x="2071259" y="2594786"/>
              <a:ext cx="119975" cy="294365"/>
            </a:xfrm>
            <a:custGeom>
              <a:rect b="b" l="l" r="r" t="t"/>
              <a:pathLst>
                <a:path extrusionOk="0" h="10457" w="4262">
                  <a:moveTo>
                    <a:pt x="382" y="1"/>
                  </a:moveTo>
                  <a:cubicBezTo>
                    <a:pt x="346" y="1"/>
                    <a:pt x="311" y="23"/>
                    <a:pt x="301" y="73"/>
                  </a:cubicBezTo>
                  <a:cubicBezTo>
                    <a:pt x="0" y="1552"/>
                    <a:pt x="677" y="2955"/>
                    <a:pt x="1479" y="4158"/>
                  </a:cubicBezTo>
                  <a:cubicBezTo>
                    <a:pt x="2281" y="5362"/>
                    <a:pt x="3284" y="6514"/>
                    <a:pt x="3634" y="7968"/>
                  </a:cubicBezTo>
                  <a:cubicBezTo>
                    <a:pt x="3810" y="8745"/>
                    <a:pt x="3810" y="9572"/>
                    <a:pt x="3459" y="10299"/>
                  </a:cubicBezTo>
                  <a:cubicBezTo>
                    <a:pt x="3425" y="10384"/>
                    <a:pt x="3494" y="10457"/>
                    <a:pt x="3558" y="10457"/>
                  </a:cubicBezTo>
                  <a:cubicBezTo>
                    <a:pt x="3589" y="10457"/>
                    <a:pt x="3618" y="10440"/>
                    <a:pt x="3634" y="10399"/>
                  </a:cubicBezTo>
                  <a:cubicBezTo>
                    <a:pt x="4261" y="9096"/>
                    <a:pt x="3885" y="7592"/>
                    <a:pt x="3208" y="6389"/>
                  </a:cubicBezTo>
                  <a:cubicBezTo>
                    <a:pt x="2482" y="5086"/>
                    <a:pt x="1454" y="3983"/>
                    <a:pt x="853" y="2630"/>
                  </a:cubicBezTo>
                  <a:cubicBezTo>
                    <a:pt x="527" y="1853"/>
                    <a:pt x="326" y="976"/>
                    <a:pt x="477" y="123"/>
                  </a:cubicBezTo>
                  <a:cubicBezTo>
                    <a:pt x="492" y="49"/>
                    <a:pt x="435" y="1"/>
                    <a:pt x="38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9" name="Google Shape;4519;p54"/>
            <p:cNvSpPr/>
            <p:nvPr/>
          </p:nvSpPr>
          <p:spPr>
            <a:xfrm>
              <a:off x="2080437" y="2786268"/>
              <a:ext cx="61620" cy="271816"/>
            </a:xfrm>
            <a:custGeom>
              <a:rect b="b" l="l" r="r" t="t"/>
              <a:pathLst>
                <a:path extrusionOk="0" h="9656" w="2189">
                  <a:moveTo>
                    <a:pt x="1870" y="1"/>
                  </a:moveTo>
                  <a:cubicBezTo>
                    <a:pt x="1817" y="1"/>
                    <a:pt x="1767" y="38"/>
                    <a:pt x="1780" y="113"/>
                  </a:cubicBezTo>
                  <a:cubicBezTo>
                    <a:pt x="1880" y="1567"/>
                    <a:pt x="953" y="2795"/>
                    <a:pt x="426" y="4098"/>
                  </a:cubicBezTo>
                  <a:cubicBezTo>
                    <a:pt x="176" y="4725"/>
                    <a:pt x="0" y="5402"/>
                    <a:pt x="25" y="6103"/>
                  </a:cubicBezTo>
                  <a:cubicBezTo>
                    <a:pt x="50" y="6755"/>
                    <a:pt x="226" y="7407"/>
                    <a:pt x="527" y="7983"/>
                  </a:cubicBezTo>
                  <a:cubicBezTo>
                    <a:pt x="877" y="8660"/>
                    <a:pt x="1379" y="9236"/>
                    <a:pt x="1980" y="9637"/>
                  </a:cubicBezTo>
                  <a:cubicBezTo>
                    <a:pt x="2001" y="9650"/>
                    <a:pt x="2022" y="9656"/>
                    <a:pt x="2041" y="9656"/>
                  </a:cubicBezTo>
                  <a:cubicBezTo>
                    <a:pt x="2134" y="9656"/>
                    <a:pt x="2189" y="9524"/>
                    <a:pt x="2105" y="9462"/>
                  </a:cubicBezTo>
                  <a:cubicBezTo>
                    <a:pt x="1003" y="8735"/>
                    <a:pt x="301" y="7482"/>
                    <a:pt x="226" y="6179"/>
                  </a:cubicBezTo>
                  <a:cubicBezTo>
                    <a:pt x="151" y="4750"/>
                    <a:pt x="928" y="3547"/>
                    <a:pt x="1479" y="2294"/>
                  </a:cubicBezTo>
                  <a:cubicBezTo>
                    <a:pt x="1805" y="1617"/>
                    <a:pt x="2030" y="865"/>
                    <a:pt x="1980" y="113"/>
                  </a:cubicBezTo>
                  <a:cubicBezTo>
                    <a:pt x="1980" y="38"/>
                    <a:pt x="1924" y="1"/>
                    <a:pt x="187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0" name="Google Shape;4520;p54"/>
            <p:cNvSpPr/>
            <p:nvPr/>
          </p:nvSpPr>
          <p:spPr>
            <a:xfrm>
              <a:off x="2138286" y="2925388"/>
              <a:ext cx="84788" cy="142580"/>
            </a:xfrm>
            <a:custGeom>
              <a:rect b="b" l="l" r="r" t="t"/>
              <a:pathLst>
                <a:path extrusionOk="0" h="5065" w="3012">
                  <a:moveTo>
                    <a:pt x="288" y="0"/>
                  </a:moveTo>
                  <a:cubicBezTo>
                    <a:pt x="248" y="0"/>
                    <a:pt x="211" y="25"/>
                    <a:pt x="201" y="84"/>
                  </a:cubicBezTo>
                  <a:cubicBezTo>
                    <a:pt x="0" y="1613"/>
                    <a:pt x="577" y="3242"/>
                    <a:pt x="1730" y="4294"/>
                  </a:cubicBezTo>
                  <a:cubicBezTo>
                    <a:pt x="2055" y="4595"/>
                    <a:pt x="2406" y="4846"/>
                    <a:pt x="2807" y="5046"/>
                  </a:cubicBezTo>
                  <a:cubicBezTo>
                    <a:pt x="2824" y="5059"/>
                    <a:pt x="2842" y="5064"/>
                    <a:pt x="2859" y="5064"/>
                  </a:cubicBezTo>
                  <a:cubicBezTo>
                    <a:pt x="2943" y="5064"/>
                    <a:pt x="3012" y="4933"/>
                    <a:pt x="2908" y="4871"/>
                  </a:cubicBezTo>
                  <a:cubicBezTo>
                    <a:pt x="1554" y="4219"/>
                    <a:pt x="627" y="2866"/>
                    <a:pt x="401" y="1387"/>
                  </a:cubicBezTo>
                  <a:cubicBezTo>
                    <a:pt x="351" y="961"/>
                    <a:pt x="351" y="535"/>
                    <a:pt x="401" y="134"/>
                  </a:cubicBezTo>
                  <a:cubicBezTo>
                    <a:pt x="417" y="58"/>
                    <a:pt x="349" y="0"/>
                    <a:pt x="28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1" name="Google Shape;4521;p54"/>
            <p:cNvSpPr/>
            <p:nvPr/>
          </p:nvSpPr>
          <p:spPr>
            <a:xfrm>
              <a:off x="2226426" y="3039680"/>
              <a:ext cx="83324" cy="162454"/>
            </a:xfrm>
            <a:custGeom>
              <a:rect b="b" l="l" r="r" t="t"/>
              <a:pathLst>
                <a:path extrusionOk="0" h="5771" w="2960">
                  <a:moveTo>
                    <a:pt x="154" y="1"/>
                  </a:moveTo>
                  <a:cubicBezTo>
                    <a:pt x="71" y="1"/>
                    <a:pt x="0" y="107"/>
                    <a:pt x="77" y="184"/>
                  </a:cubicBezTo>
                  <a:cubicBezTo>
                    <a:pt x="1105" y="1387"/>
                    <a:pt x="2208" y="2690"/>
                    <a:pt x="2408" y="4294"/>
                  </a:cubicBezTo>
                  <a:cubicBezTo>
                    <a:pt x="2458" y="4746"/>
                    <a:pt x="2458" y="5222"/>
                    <a:pt x="2333" y="5648"/>
                  </a:cubicBezTo>
                  <a:cubicBezTo>
                    <a:pt x="2318" y="5723"/>
                    <a:pt x="2383" y="5771"/>
                    <a:pt x="2444" y="5771"/>
                  </a:cubicBezTo>
                  <a:cubicBezTo>
                    <a:pt x="2485" y="5771"/>
                    <a:pt x="2523" y="5749"/>
                    <a:pt x="2534" y="5698"/>
                  </a:cubicBezTo>
                  <a:cubicBezTo>
                    <a:pt x="2960" y="4044"/>
                    <a:pt x="2133" y="2415"/>
                    <a:pt x="1130" y="1137"/>
                  </a:cubicBezTo>
                  <a:cubicBezTo>
                    <a:pt x="829" y="761"/>
                    <a:pt x="529" y="410"/>
                    <a:pt x="228" y="34"/>
                  </a:cubicBezTo>
                  <a:cubicBezTo>
                    <a:pt x="204" y="10"/>
                    <a:pt x="178" y="1"/>
                    <a:pt x="15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2" name="Google Shape;4522;p54"/>
            <p:cNvSpPr/>
            <p:nvPr/>
          </p:nvSpPr>
          <p:spPr>
            <a:xfrm>
              <a:off x="1518830" y="2583188"/>
              <a:ext cx="184439" cy="440970"/>
            </a:xfrm>
            <a:custGeom>
              <a:rect b="b" l="l" r="r" t="t"/>
              <a:pathLst>
                <a:path extrusionOk="0" h="15665" w="6552">
                  <a:moveTo>
                    <a:pt x="6386" y="0"/>
                  </a:moveTo>
                  <a:cubicBezTo>
                    <a:pt x="6371" y="0"/>
                    <a:pt x="6356" y="3"/>
                    <a:pt x="6341" y="9"/>
                  </a:cubicBezTo>
                  <a:cubicBezTo>
                    <a:pt x="5288" y="485"/>
                    <a:pt x="4762" y="1638"/>
                    <a:pt x="4587" y="2716"/>
                  </a:cubicBezTo>
                  <a:cubicBezTo>
                    <a:pt x="4386" y="4044"/>
                    <a:pt x="4612" y="5423"/>
                    <a:pt x="4311" y="6726"/>
                  </a:cubicBezTo>
                  <a:cubicBezTo>
                    <a:pt x="4161" y="7352"/>
                    <a:pt x="3885" y="7904"/>
                    <a:pt x="3459" y="8380"/>
                  </a:cubicBezTo>
                  <a:cubicBezTo>
                    <a:pt x="3083" y="8806"/>
                    <a:pt x="2607" y="9157"/>
                    <a:pt x="2156" y="9533"/>
                  </a:cubicBezTo>
                  <a:cubicBezTo>
                    <a:pt x="1730" y="9884"/>
                    <a:pt x="1278" y="10260"/>
                    <a:pt x="953" y="10711"/>
                  </a:cubicBezTo>
                  <a:cubicBezTo>
                    <a:pt x="652" y="11137"/>
                    <a:pt x="426" y="11638"/>
                    <a:pt x="301" y="12139"/>
                  </a:cubicBezTo>
                  <a:cubicBezTo>
                    <a:pt x="0" y="13317"/>
                    <a:pt x="151" y="14596"/>
                    <a:pt x="777" y="15623"/>
                  </a:cubicBezTo>
                  <a:cubicBezTo>
                    <a:pt x="799" y="15653"/>
                    <a:pt x="830" y="15665"/>
                    <a:pt x="860" y="15665"/>
                  </a:cubicBezTo>
                  <a:cubicBezTo>
                    <a:pt x="934" y="15665"/>
                    <a:pt x="1006" y="15594"/>
                    <a:pt x="953" y="15523"/>
                  </a:cubicBezTo>
                  <a:cubicBezTo>
                    <a:pt x="401" y="14621"/>
                    <a:pt x="226" y="13493"/>
                    <a:pt x="426" y="12465"/>
                  </a:cubicBezTo>
                  <a:cubicBezTo>
                    <a:pt x="527" y="11939"/>
                    <a:pt x="727" y="11438"/>
                    <a:pt x="1003" y="10987"/>
                  </a:cubicBezTo>
                  <a:cubicBezTo>
                    <a:pt x="1303" y="10535"/>
                    <a:pt x="1730" y="10134"/>
                    <a:pt x="2156" y="9784"/>
                  </a:cubicBezTo>
                  <a:cubicBezTo>
                    <a:pt x="2582" y="9433"/>
                    <a:pt x="3033" y="9107"/>
                    <a:pt x="3434" y="8731"/>
                  </a:cubicBezTo>
                  <a:cubicBezTo>
                    <a:pt x="3835" y="8305"/>
                    <a:pt x="4161" y="7829"/>
                    <a:pt x="4361" y="7277"/>
                  </a:cubicBezTo>
                  <a:cubicBezTo>
                    <a:pt x="4787" y="6049"/>
                    <a:pt x="4637" y="4721"/>
                    <a:pt x="4712" y="3468"/>
                  </a:cubicBezTo>
                  <a:cubicBezTo>
                    <a:pt x="4787" y="2190"/>
                    <a:pt x="5188" y="761"/>
                    <a:pt x="6441" y="185"/>
                  </a:cubicBezTo>
                  <a:cubicBezTo>
                    <a:pt x="6551" y="141"/>
                    <a:pt x="6488" y="0"/>
                    <a:pt x="63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3" name="Google Shape;4523;p54"/>
            <p:cNvSpPr/>
            <p:nvPr/>
          </p:nvSpPr>
          <p:spPr>
            <a:xfrm>
              <a:off x="1552695" y="2899039"/>
              <a:ext cx="24293" cy="101593"/>
            </a:xfrm>
            <a:custGeom>
              <a:rect b="b" l="l" r="r" t="t"/>
              <a:pathLst>
                <a:path extrusionOk="0" h="3609" w="863">
                  <a:moveTo>
                    <a:pt x="710" y="1"/>
                  </a:moveTo>
                  <a:cubicBezTo>
                    <a:pt x="679" y="1"/>
                    <a:pt x="649" y="13"/>
                    <a:pt x="627" y="42"/>
                  </a:cubicBezTo>
                  <a:cubicBezTo>
                    <a:pt x="25" y="1120"/>
                    <a:pt x="0" y="2448"/>
                    <a:pt x="552" y="3551"/>
                  </a:cubicBezTo>
                  <a:cubicBezTo>
                    <a:pt x="568" y="3592"/>
                    <a:pt x="597" y="3609"/>
                    <a:pt x="628" y="3609"/>
                  </a:cubicBezTo>
                  <a:cubicBezTo>
                    <a:pt x="692" y="3609"/>
                    <a:pt x="761" y="3535"/>
                    <a:pt x="727" y="3451"/>
                  </a:cubicBezTo>
                  <a:cubicBezTo>
                    <a:pt x="201" y="2423"/>
                    <a:pt x="226" y="1145"/>
                    <a:pt x="827" y="143"/>
                  </a:cubicBezTo>
                  <a:cubicBezTo>
                    <a:pt x="863" y="72"/>
                    <a:pt x="785" y="1"/>
                    <a:pt x="71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4" name="Google Shape;4524;p54"/>
            <p:cNvSpPr/>
            <p:nvPr/>
          </p:nvSpPr>
          <p:spPr>
            <a:xfrm>
              <a:off x="1631292" y="2822723"/>
              <a:ext cx="13568" cy="31894"/>
            </a:xfrm>
            <a:custGeom>
              <a:rect b="b" l="l" r="r" t="t"/>
              <a:pathLst>
                <a:path extrusionOk="0" h="1133" w="482">
                  <a:moveTo>
                    <a:pt x="362" y="1"/>
                  </a:moveTo>
                  <a:cubicBezTo>
                    <a:pt x="324" y="1"/>
                    <a:pt x="285" y="23"/>
                    <a:pt x="266" y="72"/>
                  </a:cubicBezTo>
                  <a:cubicBezTo>
                    <a:pt x="191" y="397"/>
                    <a:pt x="116" y="698"/>
                    <a:pt x="15" y="999"/>
                  </a:cubicBezTo>
                  <a:cubicBezTo>
                    <a:pt x="0" y="1075"/>
                    <a:pt x="68" y="1132"/>
                    <a:pt x="129" y="1132"/>
                  </a:cubicBezTo>
                  <a:cubicBezTo>
                    <a:pt x="169" y="1132"/>
                    <a:pt x="206" y="1108"/>
                    <a:pt x="216" y="1049"/>
                  </a:cubicBezTo>
                  <a:cubicBezTo>
                    <a:pt x="316" y="748"/>
                    <a:pt x="391" y="447"/>
                    <a:pt x="466" y="147"/>
                  </a:cubicBezTo>
                  <a:cubicBezTo>
                    <a:pt x="482" y="55"/>
                    <a:pt x="422" y="1"/>
                    <a:pt x="36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5" name="Google Shape;4525;p54"/>
            <p:cNvSpPr/>
            <p:nvPr/>
          </p:nvSpPr>
          <p:spPr>
            <a:xfrm>
              <a:off x="1647225" y="2824440"/>
              <a:ext cx="14835" cy="24772"/>
            </a:xfrm>
            <a:custGeom>
              <a:rect b="b" l="l" r="r" t="t"/>
              <a:pathLst>
                <a:path extrusionOk="0" h="880" w="527">
                  <a:moveTo>
                    <a:pt x="433" y="1"/>
                  </a:moveTo>
                  <a:cubicBezTo>
                    <a:pt x="390" y="1"/>
                    <a:pt x="345" y="24"/>
                    <a:pt x="326" y="61"/>
                  </a:cubicBezTo>
                  <a:cubicBezTo>
                    <a:pt x="226" y="286"/>
                    <a:pt x="126" y="512"/>
                    <a:pt x="26" y="737"/>
                  </a:cubicBezTo>
                  <a:cubicBezTo>
                    <a:pt x="1" y="787"/>
                    <a:pt x="1" y="838"/>
                    <a:pt x="51" y="863"/>
                  </a:cubicBezTo>
                  <a:cubicBezTo>
                    <a:pt x="72" y="873"/>
                    <a:pt x="97" y="879"/>
                    <a:pt x="121" y="879"/>
                  </a:cubicBezTo>
                  <a:cubicBezTo>
                    <a:pt x="155" y="879"/>
                    <a:pt x="186" y="867"/>
                    <a:pt x="201" y="838"/>
                  </a:cubicBezTo>
                  <a:cubicBezTo>
                    <a:pt x="301" y="612"/>
                    <a:pt x="402" y="386"/>
                    <a:pt x="502" y="161"/>
                  </a:cubicBezTo>
                  <a:cubicBezTo>
                    <a:pt x="527" y="111"/>
                    <a:pt x="527" y="36"/>
                    <a:pt x="477" y="11"/>
                  </a:cubicBezTo>
                  <a:cubicBezTo>
                    <a:pt x="463" y="4"/>
                    <a:pt x="448" y="1"/>
                    <a:pt x="4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6" name="Google Shape;4526;p54"/>
            <p:cNvSpPr/>
            <p:nvPr/>
          </p:nvSpPr>
          <p:spPr>
            <a:xfrm>
              <a:off x="1633122" y="2577980"/>
              <a:ext cx="28460" cy="38650"/>
            </a:xfrm>
            <a:custGeom>
              <a:rect b="b" l="l" r="r" t="t"/>
              <a:pathLst>
                <a:path extrusionOk="0" h="1373" w="1011">
                  <a:moveTo>
                    <a:pt x="863" y="0"/>
                  </a:moveTo>
                  <a:cubicBezTo>
                    <a:pt x="844" y="0"/>
                    <a:pt x="824" y="6"/>
                    <a:pt x="802" y="19"/>
                  </a:cubicBezTo>
                  <a:cubicBezTo>
                    <a:pt x="376" y="294"/>
                    <a:pt x="101" y="745"/>
                    <a:pt x="25" y="1247"/>
                  </a:cubicBezTo>
                  <a:cubicBezTo>
                    <a:pt x="0" y="1297"/>
                    <a:pt x="25" y="1347"/>
                    <a:pt x="76" y="1372"/>
                  </a:cubicBezTo>
                  <a:cubicBezTo>
                    <a:pt x="126" y="1372"/>
                    <a:pt x="201" y="1347"/>
                    <a:pt x="201" y="1297"/>
                  </a:cubicBezTo>
                  <a:cubicBezTo>
                    <a:pt x="276" y="846"/>
                    <a:pt x="527" y="445"/>
                    <a:pt x="928" y="194"/>
                  </a:cubicBezTo>
                  <a:cubicBezTo>
                    <a:pt x="1011" y="132"/>
                    <a:pt x="956" y="0"/>
                    <a:pt x="86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7" name="Google Shape;4527;p54"/>
            <p:cNvSpPr/>
            <p:nvPr/>
          </p:nvSpPr>
          <p:spPr>
            <a:xfrm>
              <a:off x="1506021" y="2822807"/>
              <a:ext cx="64548" cy="73640"/>
            </a:xfrm>
            <a:custGeom>
              <a:rect b="b" l="l" r="r" t="t"/>
              <a:pathLst>
                <a:path extrusionOk="0" h="2616" w="2293">
                  <a:moveTo>
                    <a:pt x="2160" y="0"/>
                  </a:moveTo>
                  <a:cubicBezTo>
                    <a:pt x="2143" y="0"/>
                    <a:pt x="2126" y="6"/>
                    <a:pt x="2109" y="18"/>
                  </a:cubicBezTo>
                  <a:cubicBezTo>
                    <a:pt x="1257" y="670"/>
                    <a:pt x="555" y="1497"/>
                    <a:pt x="54" y="2450"/>
                  </a:cubicBezTo>
                  <a:cubicBezTo>
                    <a:pt x="0" y="2539"/>
                    <a:pt x="75" y="2616"/>
                    <a:pt x="149" y="2616"/>
                  </a:cubicBezTo>
                  <a:cubicBezTo>
                    <a:pt x="178" y="2616"/>
                    <a:pt x="208" y="2603"/>
                    <a:pt x="230" y="2575"/>
                  </a:cubicBezTo>
                  <a:cubicBezTo>
                    <a:pt x="706" y="1647"/>
                    <a:pt x="1383" y="820"/>
                    <a:pt x="2210" y="194"/>
                  </a:cubicBezTo>
                  <a:cubicBezTo>
                    <a:pt x="2293" y="131"/>
                    <a:pt x="2238" y="0"/>
                    <a:pt x="216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8" name="Google Shape;4528;p54"/>
            <p:cNvSpPr/>
            <p:nvPr/>
          </p:nvSpPr>
          <p:spPr>
            <a:xfrm>
              <a:off x="1549035" y="3054093"/>
              <a:ext cx="30486" cy="213658"/>
            </a:xfrm>
            <a:custGeom>
              <a:rect b="b" l="l" r="r" t="t"/>
              <a:pathLst>
                <a:path extrusionOk="0" h="7590" w="1083">
                  <a:moveTo>
                    <a:pt x="268" y="1"/>
                  </a:moveTo>
                  <a:cubicBezTo>
                    <a:pt x="210" y="1"/>
                    <a:pt x="150" y="49"/>
                    <a:pt x="180" y="123"/>
                  </a:cubicBezTo>
                  <a:cubicBezTo>
                    <a:pt x="782" y="1978"/>
                    <a:pt x="882" y="3983"/>
                    <a:pt x="481" y="5888"/>
                  </a:cubicBezTo>
                  <a:cubicBezTo>
                    <a:pt x="381" y="6439"/>
                    <a:pt x="230" y="6965"/>
                    <a:pt x="30" y="7467"/>
                  </a:cubicBezTo>
                  <a:cubicBezTo>
                    <a:pt x="0" y="7541"/>
                    <a:pt x="59" y="7589"/>
                    <a:pt x="123" y="7589"/>
                  </a:cubicBezTo>
                  <a:cubicBezTo>
                    <a:pt x="165" y="7589"/>
                    <a:pt x="210" y="7567"/>
                    <a:pt x="230" y="7517"/>
                  </a:cubicBezTo>
                  <a:cubicBezTo>
                    <a:pt x="907" y="5687"/>
                    <a:pt x="1083" y="3657"/>
                    <a:pt x="782" y="1702"/>
                  </a:cubicBezTo>
                  <a:cubicBezTo>
                    <a:pt x="682" y="1151"/>
                    <a:pt x="531" y="599"/>
                    <a:pt x="356" y="73"/>
                  </a:cubicBezTo>
                  <a:cubicBezTo>
                    <a:pt x="346" y="23"/>
                    <a:pt x="307" y="1"/>
                    <a:pt x="26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9" name="Google Shape;4529;p54"/>
            <p:cNvSpPr/>
            <p:nvPr/>
          </p:nvSpPr>
          <p:spPr>
            <a:xfrm>
              <a:off x="1617892" y="3114758"/>
              <a:ext cx="10303" cy="95851"/>
            </a:xfrm>
            <a:custGeom>
              <a:rect b="b" l="l" r="r" t="t"/>
              <a:pathLst>
                <a:path extrusionOk="0" h="3405" w="366">
                  <a:moveTo>
                    <a:pt x="126" y="1"/>
                  </a:moveTo>
                  <a:cubicBezTo>
                    <a:pt x="65" y="1"/>
                    <a:pt x="0" y="49"/>
                    <a:pt x="15" y="124"/>
                  </a:cubicBezTo>
                  <a:cubicBezTo>
                    <a:pt x="165" y="1176"/>
                    <a:pt x="165" y="2229"/>
                    <a:pt x="15" y="3282"/>
                  </a:cubicBezTo>
                  <a:cubicBezTo>
                    <a:pt x="0" y="3356"/>
                    <a:pt x="65" y="3404"/>
                    <a:pt x="126" y="3404"/>
                  </a:cubicBezTo>
                  <a:cubicBezTo>
                    <a:pt x="167" y="3404"/>
                    <a:pt x="205" y="3382"/>
                    <a:pt x="216" y="3332"/>
                  </a:cubicBezTo>
                  <a:cubicBezTo>
                    <a:pt x="366" y="2254"/>
                    <a:pt x="366" y="1151"/>
                    <a:pt x="216" y="74"/>
                  </a:cubicBezTo>
                  <a:cubicBezTo>
                    <a:pt x="205" y="23"/>
                    <a:pt x="167"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0" name="Google Shape;4530;p54"/>
            <p:cNvSpPr/>
            <p:nvPr/>
          </p:nvSpPr>
          <p:spPr>
            <a:xfrm>
              <a:off x="1671210" y="2646696"/>
              <a:ext cx="84900" cy="440716"/>
            </a:xfrm>
            <a:custGeom>
              <a:rect b="b" l="l" r="r" t="t"/>
              <a:pathLst>
                <a:path extrusionOk="0" h="15656" w="3016">
                  <a:moveTo>
                    <a:pt x="2869" y="1"/>
                  </a:moveTo>
                  <a:cubicBezTo>
                    <a:pt x="2847" y="1"/>
                    <a:pt x="2825" y="10"/>
                    <a:pt x="2808" y="34"/>
                  </a:cubicBezTo>
                  <a:cubicBezTo>
                    <a:pt x="2131" y="836"/>
                    <a:pt x="2006" y="1913"/>
                    <a:pt x="2056" y="2941"/>
                  </a:cubicBezTo>
                  <a:cubicBezTo>
                    <a:pt x="2106" y="4044"/>
                    <a:pt x="2382" y="5147"/>
                    <a:pt x="2307" y="6274"/>
                  </a:cubicBezTo>
                  <a:cubicBezTo>
                    <a:pt x="2256" y="6851"/>
                    <a:pt x="2081" y="7402"/>
                    <a:pt x="1780" y="7878"/>
                  </a:cubicBezTo>
                  <a:cubicBezTo>
                    <a:pt x="1479" y="8355"/>
                    <a:pt x="1053" y="8731"/>
                    <a:pt x="728" y="9207"/>
                  </a:cubicBezTo>
                  <a:cubicBezTo>
                    <a:pt x="76" y="10109"/>
                    <a:pt x="1" y="11262"/>
                    <a:pt x="327" y="12340"/>
                  </a:cubicBezTo>
                  <a:cubicBezTo>
                    <a:pt x="703" y="13593"/>
                    <a:pt x="1580" y="14620"/>
                    <a:pt x="2407" y="15623"/>
                  </a:cubicBezTo>
                  <a:cubicBezTo>
                    <a:pt x="2424" y="15646"/>
                    <a:pt x="2446" y="15656"/>
                    <a:pt x="2468" y="15656"/>
                  </a:cubicBezTo>
                  <a:cubicBezTo>
                    <a:pt x="2540" y="15656"/>
                    <a:pt x="2615" y="15549"/>
                    <a:pt x="2557" y="15472"/>
                  </a:cubicBezTo>
                  <a:cubicBezTo>
                    <a:pt x="1805" y="14595"/>
                    <a:pt x="1028" y="13693"/>
                    <a:pt x="627" y="12615"/>
                  </a:cubicBezTo>
                  <a:cubicBezTo>
                    <a:pt x="251" y="11588"/>
                    <a:pt x="201" y="10385"/>
                    <a:pt x="828" y="9432"/>
                  </a:cubicBezTo>
                  <a:cubicBezTo>
                    <a:pt x="1104" y="8981"/>
                    <a:pt x="1505" y="8605"/>
                    <a:pt x="1805" y="8179"/>
                  </a:cubicBezTo>
                  <a:cubicBezTo>
                    <a:pt x="2131" y="7753"/>
                    <a:pt x="2357" y="7252"/>
                    <a:pt x="2457" y="6700"/>
                  </a:cubicBezTo>
                  <a:cubicBezTo>
                    <a:pt x="2632" y="5623"/>
                    <a:pt x="2407" y="4545"/>
                    <a:pt x="2307" y="3442"/>
                  </a:cubicBezTo>
                  <a:cubicBezTo>
                    <a:pt x="2181" y="2340"/>
                    <a:pt x="2206" y="1086"/>
                    <a:pt x="2958" y="184"/>
                  </a:cubicBezTo>
                  <a:cubicBezTo>
                    <a:pt x="3016" y="107"/>
                    <a:pt x="2941" y="1"/>
                    <a:pt x="286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1" name="Google Shape;4531;p54"/>
            <p:cNvSpPr/>
            <p:nvPr/>
          </p:nvSpPr>
          <p:spPr>
            <a:xfrm>
              <a:off x="1635233" y="2921870"/>
              <a:ext cx="27643" cy="86083"/>
            </a:xfrm>
            <a:custGeom>
              <a:rect b="b" l="l" r="r" t="t"/>
              <a:pathLst>
                <a:path extrusionOk="0" h="3058" w="982">
                  <a:moveTo>
                    <a:pt x="553" y="1"/>
                  </a:moveTo>
                  <a:cubicBezTo>
                    <a:pt x="523" y="1"/>
                    <a:pt x="493" y="18"/>
                    <a:pt x="477" y="58"/>
                  </a:cubicBezTo>
                  <a:cubicBezTo>
                    <a:pt x="1" y="1011"/>
                    <a:pt x="101" y="2164"/>
                    <a:pt x="752" y="3016"/>
                  </a:cubicBezTo>
                  <a:cubicBezTo>
                    <a:pt x="774" y="3045"/>
                    <a:pt x="805" y="3057"/>
                    <a:pt x="835" y="3057"/>
                  </a:cubicBezTo>
                  <a:cubicBezTo>
                    <a:pt x="909" y="3057"/>
                    <a:pt x="981" y="2986"/>
                    <a:pt x="928" y="2915"/>
                  </a:cubicBezTo>
                  <a:cubicBezTo>
                    <a:pt x="326" y="2113"/>
                    <a:pt x="226" y="1036"/>
                    <a:pt x="652" y="159"/>
                  </a:cubicBezTo>
                  <a:cubicBezTo>
                    <a:pt x="686" y="74"/>
                    <a:pt x="617" y="1"/>
                    <a:pt x="55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2" name="Google Shape;4532;p54"/>
            <p:cNvSpPr/>
            <p:nvPr/>
          </p:nvSpPr>
          <p:spPr>
            <a:xfrm>
              <a:off x="1664172" y="2897407"/>
              <a:ext cx="7066" cy="5658"/>
            </a:xfrm>
            <a:custGeom>
              <a:rect b="b" l="l" r="r" t="t"/>
              <a:pathLst>
                <a:path extrusionOk="0" h="201" w="251">
                  <a:moveTo>
                    <a:pt x="125" y="0"/>
                  </a:moveTo>
                  <a:cubicBezTo>
                    <a:pt x="0" y="0"/>
                    <a:pt x="0" y="201"/>
                    <a:pt x="125" y="201"/>
                  </a:cubicBezTo>
                  <a:cubicBezTo>
                    <a:pt x="251" y="201"/>
                    <a:pt x="251" y="0"/>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3" name="Google Shape;4533;p54"/>
            <p:cNvSpPr/>
            <p:nvPr/>
          </p:nvSpPr>
          <p:spPr>
            <a:xfrm>
              <a:off x="1747920" y="2906330"/>
              <a:ext cx="70769" cy="280290"/>
            </a:xfrm>
            <a:custGeom>
              <a:rect b="b" l="l" r="r" t="t"/>
              <a:pathLst>
                <a:path extrusionOk="0" h="9957" w="2514">
                  <a:moveTo>
                    <a:pt x="147" y="1"/>
                  </a:moveTo>
                  <a:cubicBezTo>
                    <a:pt x="75" y="1"/>
                    <a:pt x="0" y="107"/>
                    <a:pt x="58" y="184"/>
                  </a:cubicBezTo>
                  <a:cubicBezTo>
                    <a:pt x="1912" y="2089"/>
                    <a:pt x="2038" y="4946"/>
                    <a:pt x="1687" y="7427"/>
                  </a:cubicBezTo>
                  <a:cubicBezTo>
                    <a:pt x="1562" y="8229"/>
                    <a:pt x="1411" y="9031"/>
                    <a:pt x="1261" y="9833"/>
                  </a:cubicBezTo>
                  <a:cubicBezTo>
                    <a:pt x="1246" y="9908"/>
                    <a:pt x="1311" y="9956"/>
                    <a:pt x="1372" y="9956"/>
                  </a:cubicBezTo>
                  <a:cubicBezTo>
                    <a:pt x="1412" y="9956"/>
                    <a:pt x="1451" y="9934"/>
                    <a:pt x="1461" y="9884"/>
                  </a:cubicBezTo>
                  <a:cubicBezTo>
                    <a:pt x="1988" y="7202"/>
                    <a:pt x="2514" y="4320"/>
                    <a:pt x="1336" y="1738"/>
                  </a:cubicBezTo>
                  <a:cubicBezTo>
                    <a:pt x="1060" y="1112"/>
                    <a:pt x="684" y="535"/>
                    <a:pt x="208" y="34"/>
                  </a:cubicBezTo>
                  <a:cubicBezTo>
                    <a:pt x="191" y="11"/>
                    <a:pt x="169" y="1"/>
                    <a:pt x="14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4" name="Google Shape;4534;p54"/>
            <p:cNvSpPr/>
            <p:nvPr/>
          </p:nvSpPr>
          <p:spPr>
            <a:xfrm>
              <a:off x="1726948" y="2951794"/>
              <a:ext cx="32710" cy="89067"/>
            </a:xfrm>
            <a:custGeom>
              <a:rect b="b" l="l" r="r" t="t"/>
              <a:pathLst>
                <a:path extrusionOk="0" h="3164" w="1162">
                  <a:moveTo>
                    <a:pt x="316" y="0"/>
                  </a:moveTo>
                  <a:cubicBezTo>
                    <a:pt x="275" y="0"/>
                    <a:pt x="236" y="22"/>
                    <a:pt x="226" y="73"/>
                  </a:cubicBezTo>
                  <a:cubicBezTo>
                    <a:pt x="1" y="1151"/>
                    <a:pt x="276" y="2279"/>
                    <a:pt x="953" y="3131"/>
                  </a:cubicBezTo>
                  <a:cubicBezTo>
                    <a:pt x="976" y="3154"/>
                    <a:pt x="1001" y="3164"/>
                    <a:pt x="1024" y="3164"/>
                  </a:cubicBezTo>
                  <a:cubicBezTo>
                    <a:pt x="1101" y="3164"/>
                    <a:pt x="1161" y="3057"/>
                    <a:pt x="1103" y="2980"/>
                  </a:cubicBezTo>
                  <a:cubicBezTo>
                    <a:pt x="477" y="2203"/>
                    <a:pt x="201" y="1126"/>
                    <a:pt x="427" y="123"/>
                  </a:cubicBezTo>
                  <a:cubicBezTo>
                    <a:pt x="442" y="48"/>
                    <a:pt x="376" y="0"/>
                    <a:pt x="31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5" name="Google Shape;4535;p54"/>
            <p:cNvSpPr/>
            <p:nvPr/>
          </p:nvSpPr>
          <p:spPr>
            <a:xfrm>
              <a:off x="1765064" y="3013810"/>
              <a:ext cx="7066" cy="5658"/>
            </a:xfrm>
            <a:custGeom>
              <a:rect b="b" l="l" r="r" t="t"/>
              <a:pathLst>
                <a:path extrusionOk="0" h="201" w="251">
                  <a:moveTo>
                    <a:pt x="125" y="0"/>
                  </a:moveTo>
                  <a:cubicBezTo>
                    <a:pt x="0" y="0"/>
                    <a:pt x="0" y="201"/>
                    <a:pt x="125" y="201"/>
                  </a:cubicBezTo>
                  <a:cubicBezTo>
                    <a:pt x="251" y="201"/>
                    <a:pt x="251" y="0"/>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6" name="Google Shape;4536;p54"/>
            <p:cNvSpPr/>
            <p:nvPr/>
          </p:nvSpPr>
          <p:spPr>
            <a:xfrm>
              <a:off x="1763628" y="2697734"/>
              <a:ext cx="11316" cy="24969"/>
            </a:xfrm>
            <a:custGeom>
              <a:rect b="b" l="l" r="r" t="t"/>
              <a:pathLst>
                <a:path extrusionOk="0" h="887" w="402">
                  <a:moveTo>
                    <a:pt x="327" y="0"/>
                  </a:moveTo>
                  <a:cubicBezTo>
                    <a:pt x="277" y="0"/>
                    <a:pt x="227" y="25"/>
                    <a:pt x="201" y="75"/>
                  </a:cubicBezTo>
                  <a:cubicBezTo>
                    <a:pt x="126" y="301"/>
                    <a:pt x="76" y="527"/>
                    <a:pt x="26" y="752"/>
                  </a:cubicBezTo>
                  <a:cubicBezTo>
                    <a:pt x="1" y="802"/>
                    <a:pt x="26" y="877"/>
                    <a:pt x="76" y="877"/>
                  </a:cubicBezTo>
                  <a:cubicBezTo>
                    <a:pt x="95" y="884"/>
                    <a:pt x="112" y="887"/>
                    <a:pt x="127" y="887"/>
                  </a:cubicBezTo>
                  <a:cubicBezTo>
                    <a:pt x="173" y="887"/>
                    <a:pt x="201" y="859"/>
                    <a:pt x="201" y="802"/>
                  </a:cubicBezTo>
                  <a:cubicBezTo>
                    <a:pt x="277" y="577"/>
                    <a:pt x="327" y="351"/>
                    <a:pt x="402" y="126"/>
                  </a:cubicBezTo>
                  <a:cubicBezTo>
                    <a:pt x="402" y="75"/>
                    <a:pt x="377" y="25"/>
                    <a:pt x="3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7" name="Google Shape;4537;p54"/>
            <p:cNvSpPr/>
            <p:nvPr/>
          </p:nvSpPr>
          <p:spPr>
            <a:xfrm>
              <a:off x="1779168" y="2697734"/>
              <a:ext cx="13428" cy="23308"/>
            </a:xfrm>
            <a:custGeom>
              <a:rect b="b" l="l" r="r" t="t"/>
              <a:pathLst>
                <a:path extrusionOk="0" h="828" w="477">
                  <a:moveTo>
                    <a:pt x="401" y="0"/>
                  </a:moveTo>
                  <a:cubicBezTo>
                    <a:pt x="326" y="0"/>
                    <a:pt x="276" y="25"/>
                    <a:pt x="276" y="75"/>
                  </a:cubicBezTo>
                  <a:cubicBezTo>
                    <a:pt x="176" y="276"/>
                    <a:pt x="101" y="501"/>
                    <a:pt x="25" y="702"/>
                  </a:cubicBezTo>
                  <a:cubicBezTo>
                    <a:pt x="0" y="752"/>
                    <a:pt x="50" y="802"/>
                    <a:pt x="101" y="827"/>
                  </a:cubicBezTo>
                  <a:cubicBezTo>
                    <a:pt x="151" y="827"/>
                    <a:pt x="201" y="802"/>
                    <a:pt x="226" y="752"/>
                  </a:cubicBezTo>
                  <a:cubicBezTo>
                    <a:pt x="301" y="552"/>
                    <a:pt x="376" y="326"/>
                    <a:pt x="452" y="126"/>
                  </a:cubicBezTo>
                  <a:cubicBezTo>
                    <a:pt x="477" y="75"/>
                    <a:pt x="452" y="25"/>
                    <a:pt x="4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8" name="Google Shape;4538;p54"/>
            <p:cNvSpPr/>
            <p:nvPr/>
          </p:nvSpPr>
          <p:spPr>
            <a:xfrm>
              <a:off x="1779618" y="2490038"/>
              <a:ext cx="140328" cy="37608"/>
            </a:xfrm>
            <a:custGeom>
              <a:rect b="b" l="l" r="r" t="t"/>
              <a:pathLst>
                <a:path extrusionOk="0" h="1336" w="4985">
                  <a:moveTo>
                    <a:pt x="2802" y="1"/>
                  </a:moveTo>
                  <a:cubicBezTo>
                    <a:pt x="2639" y="1"/>
                    <a:pt x="2476" y="12"/>
                    <a:pt x="2315" y="35"/>
                  </a:cubicBezTo>
                  <a:cubicBezTo>
                    <a:pt x="1463" y="160"/>
                    <a:pt x="661" y="561"/>
                    <a:pt x="60" y="1163"/>
                  </a:cubicBezTo>
                  <a:cubicBezTo>
                    <a:pt x="0" y="1242"/>
                    <a:pt x="65" y="1336"/>
                    <a:pt x="145" y="1336"/>
                  </a:cubicBezTo>
                  <a:cubicBezTo>
                    <a:pt x="166" y="1336"/>
                    <a:pt x="189" y="1329"/>
                    <a:pt x="210" y="1313"/>
                  </a:cubicBezTo>
                  <a:cubicBezTo>
                    <a:pt x="786" y="737"/>
                    <a:pt x="1538" y="336"/>
                    <a:pt x="2340" y="235"/>
                  </a:cubicBezTo>
                  <a:cubicBezTo>
                    <a:pt x="2484" y="218"/>
                    <a:pt x="2629" y="210"/>
                    <a:pt x="2774" y="210"/>
                  </a:cubicBezTo>
                  <a:cubicBezTo>
                    <a:pt x="3484" y="210"/>
                    <a:pt x="4188" y="412"/>
                    <a:pt x="4771" y="787"/>
                  </a:cubicBezTo>
                  <a:cubicBezTo>
                    <a:pt x="4787" y="793"/>
                    <a:pt x="4802" y="796"/>
                    <a:pt x="4816" y="796"/>
                  </a:cubicBezTo>
                  <a:cubicBezTo>
                    <a:pt x="4918" y="796"/>
                    <a:pt x="4985" y="655"/>
                    <a:pt x="4897" y="611"/>
                  </a:cubicBezTo>
                  <a:cubicBezTo>
                    <a:pt x="4262" y="222"/>
                    <a:pt x="3527" y="1"/>
                    <a:pt x="28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9" name="Google Shape;4539;p54"/>
            <p:cNvSpPr/>
            <p:nvPr/>
          </p:nvSpPr>
          <p:spPr>
            <a:xfrm>
              <a:off x="1942780" y="2557965"/>
              <a:ext cx="80537" cy="412032"/>
            </a:xfrm>
            <a:custGeom>
              <a:rect b="b" l="l" r="r" t="t"/>
              <a:pathLst>
                <a:path extrusionOk="0" h="14637" w="2861">
                  <a:moveTo>
                    <a:pt x="143" y="0"/>
                  </a:moveTo>
                  <a:cubicBezTo>
                    <a:pt x="71" y="0"/>
                    <a:pt x="0" y="83"/>
                    <a:pt x="53" y="153"/>
                  </a:cubicBezTo>
                  <a:cubicBezTo>
                    <a:pt x="655" y="955"/>
                    <a:pt x="805" y="1983"/>
                    <a:pt x="830" y="2960"/>
                  </a:cubicBezTo>
                  <a:cubicBezTo>
                    <a:pt x="855" y="3988"/>
                    <a:pt x="805" y="5015"/>
                    <a:pt x="1005" y="6018"/>
                  </a:cubicBezTo>
                  <a:cubicBezTo>
                    <a:pt x="1106" y="6494"/>
                    <a:pt x="1281" y="6970"/>
                    <a:pt x="1557" y="7371"/>
                  </a:cubicBezTo>
                  <a:cubicBezTo>
                    <a:pt x="1858" y="7873"/>
                    <a:pt x="2259" y="8299"/>
                    <a:pt x="2434" y="8850"/>
                  </a:cubicBezTo>
                  <a:cubicBezTo>
                    <a:pt x="2710" y="9752"/>
                    <a:pt x="2384" y="10705"/>
                    <a:pt x="2083" y="11557"/>
                  </a:cubicBezTo>
                  <a:cubicBezTo>
                    <a:pt x="1757" y="12509"/>
                    <a:pt x="1381" y="13587"/>
                    <a:pt x="1782" y="14564"/>
                  </a:cubicBezTo>
                  <a:cubicBezTo>
                    <a:pt x="1803" y="14615"/>
                    <a:pt x="1847" y="14637"/>
                    <a:pt x="1890" y="14637"/>
                  </a:cubicBezTo>
                  <a:cubicBezTo>
                    <a:pt x="1954" y="14637"/>
                    <a:pt x="2013" y="14589"/>
                    <a:pt x="1983" y="14514"/>
                  </a:cubicBezTo>
                  <a:cubicBezTo>
                    <a:pt x="1632" y="13637"/>
                    <a:pt x="1908" y="12685"/>
                    <a:pt x="2208" y="11832"/>
                  </a:cubicBezTo>
                  <a:cubicBezTo>
                    <a:pt x="2509" y="10955"/>
                    <a:pt x="2860" y="10028"/>
                    <a:pt x="2710" y="9101"/>
                  </a:cubicBezTo>
                  <a:cubicBezTo>
                    <a:pt x="2609" y="8549"/>
                    <a:pt x="2309" y="8098"/>
                    <a:pt x="1983" y="7672"/>
                  </a:cubicBezTo>
                  <a:cubicBezTo>
                    <a:pt x="1682" y="7221"/>
                    <a:pt x="1432" y="6770"/>
                    <a:pt x="1281" y="6269"/>
                  </a:cubicBezTo>
                  <a:cubicBezTo>
                    <a:pt x="1005" y="5266"/>
                    <a:pt x="1056" y="4213"/>
                    <a:pt x="1031" y="3186"/>
                  </a:cubicBezTo>
                  <a:cubicBezTo>
                    <a:pt x="1005" y="2108"/>
                    <a:pt x="905" y="955"/>
                    <a:pt x="229" y="53"/>
                  </a:cubicBezTo>
                  <a:cubicBezTo>
                    <a:pt x="206" y="15"/>
                    <a:pt x="175" y="0"/>
                    <a:pt x="1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0" name="Google Shape;4540;p54"/>
            <p:cNvSpPr/>
            <p:nvPr/>
          </p:nvSpPr>
          <p:spPr>
            <a:xfrm>
              <a:off x="1819367" y="2590170"/>
              <a:ext cx="16974" cy="14441"/>
            </a:xfrm>
            <a:custGeom>
              <a:rect b="b" l="l" r="r" t="t"/>
              <a:pathLst>
                <a:path extrusionOk="0" h="513" w="603">
                  <a:moveTo>
                    <a:pt x="101" y="1"/>
                  </a:moveTo>
                  <a:cubicBezTo>
                    <a:pt x="84" y="1"/>
                    <a:pt x="68" y="12"/>
                    <a:pt x="51" y="12"/>
                  </a:cubicBezTo>
                  <a:cubicBezTo>
                    <a:pt x="26" y="37"/>
                    <a:pt x="26" y="62"/>
                    <a:pt x="1" y="87"/>
                  </a:cubicBezTo>
                  <a:cubicBezTo>
                    <a:pt x="1" y="137"/>
                    <a:pt x="26" y="187"/>
                    <a:pt x="76" y="212"/>
                  </a:cubicBezTo>
                  <a:lnTo>
                    <a:pt x="176" y="212"/>
                  </a:lnTo>
                  <a:cubicBezTo>
                    <a:pt x="176" y="221"/>
                    <a:pt x="176" y="223"/>
                    <a:pt x="175" y="223"/>
                  </a:cubicBezTo>
                  <a:cubicBezTo>
                    <a:pt x="174" y="223"/>
                    <a:pt x="168" y="212"/>
                    <a:pt x="151" y="212"/>
                  </a:cubicBezTo>
                  <a:cubicBezTo>
                    <a:pt x="151" y="212"/>
                    <a:pt x="176" y="237"/>
                    <a:pt x="176" y="237"/>
                  </a:cubicBezTo>
                  <a:cubicBezTo>
                    <a:pt x="201" y="237"/>
                    <a:pt x="201" y="237"/>
                    <a:pt x="227" y="262"/>
                  </a:cubicBezTo>
                  <a:lnTo>
                    <a:pt x="252" y="262"/>
                  </a:lnTo>
                  <a:cubicBezTo>
                    <a:pt x="252" y="287"/>
                    <a:pt x="252" y="287"/>
                    <a:pt x="252" y="287"/>
                  </a:cubicBezTo>
                  <a:cubicBezTo>
                    <a:pt x="277" y="287"/>
                    <a:pt x="302" y="312"/>
                    <a:pt x="302" y="312"/>
                  </a:cubicBezTo>
                  <a:cubicBezTo>
                    <a:pt x="302" y="338"/>
                    <a:pt x="327" y="338"/>
                    <a:pt x="327" y="338"/>
                  </a:cubicBezTo>
                  <a:cubicBezTo>
                    <a:pt x="327" y="338"/>
                    <a:pt x="327" y="338"/>
                    <a:pt x="327" y="363"/>
                  </a:cubicBezTo>
                  <a:cubicBezTo>
                    <a:pt x="352" y="363"/>
                    <a:pt x="327" y="338"/>
                    <a:pt x="327" y="338"/>
                  </a:cubicBezTo>
                  <a:lnTo>
                    <a:pt x="327" y="338"/>
                  </a:lnTo>
                  <a:cubicBezTo>
                    <a:pt x="352" y="363"/>
                    <a:pt x="352" y="388"/>
                    <a:pt x="352" y="388"/>
                  </a:cubicBezTo>
                  <a:cubicBezTo>
                    <a:pt x="377" y="413"/>
                    <a:pt x="377" y="413"/>
                    <a:pt x="377" y="413"/>
                  </a:cubicBezTo>
                  <a:cubicBezTo>
                    <a:pt x="377" y="438"/>
                    <a:pt x="377" y="438"/>
                    <a:pt x="377" y="438"/>
                  </a:cubicBezTo>
                  <a:cubicBezTo>
                    <a:pt x="402" y="463"/>
                    <a:pt x="402" y="488"/>
                    <a:pt x="427" y="488"/>
                  </a:cubicBezTo>
                  <a:cubicBezTo>
                    <a:pt x="452" y="513"/>
                    <a:pt x="477" y="513"/>
                    <a:pt x="502" y="513"/>
                  </a:cubicBezTo>
                  <a:cubicBezTo>
                    <a:pt x="552" y="488"/>
                    <a:pt x="602" y="438"/>
                    <a:pt x="577" y="388"/>
                  </a:cubicBezTo>
                  <a:cubicBezTo>
                    <a:pt x="552" y="287"/>
                    <a:pt x="477" y="212"/>
                    <a:pt x="402" y="137"/>
                  </a:cubicBezTo>
                  <a:cubicBezTo>
                    <a:pt x="327" y="62"/>
                    <a:pt x="227" y="12"/>
                    <a:pt x="126" y="12"/>
                  </a:cubicBezTo>
                  <a:cubicBezTo>
                    <a:pt x="118" y="3"/>
                    <a:pt x="110"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1" name="Google Shape;4541;p54"/>
            <p:cNvSpPr/>
            <p:nvPr/>
          </p:nvSpPr>
          <p:spPr>
            <a:xfrm>
              <a:off x="1813033" y="2751839"/>
              <a:ext cx="98666" cy="364740"/>
            </a:xfrm>
            <a:custGeom>
              <a:rect b="b" l="l" r="r" t="t"/>
              <a:pathLst>
                <a:path extrusionOk="0" h="12957" w="3505">
                  <a:moveTo>
                    <a:pt x="996" y="1"/>
                  </a:moveTo>
                  <a:cubicBezTo>
                    <a:pt x="962" y="1"/>
                    <a:pt x="927" y="18"/>
                    <a:pt x="903" y="58"/>
                  </a:cubicBezTo>
                  <a:cubicBezTo>
                    <a:pt x="0" y="1487"/>
                    <a:pt x="76" y="3467"/>
                    <a:pt x="1053" y="4845"/>
                  </a:cubicBezTo>
                  <a:cubicBezTo>
                    <a:pt x="1604" y="5622"/>
                    <a:pt x="2507" y="6123"/>
                    <a:pt x="2832" y="7026"/>
                  </a:cubicBezTo>
                  <a:cubicBezTo>
                    <a:pt x="3183" y="7953"/>
                    <a:pt x="2958" y="9006"/>
                    <a:pt x="2832" y="9958"/>
                  </a:cubicBezTo>
                  <a:cubicBezTo>
                    <a:pt x="2707" y="10961"/>
                    <a:pt x="2657" y="12063"/>
                    <a:pt x="3259" y="12915"/>
                  </a:cubicBezTo>
                  <a:cubicBezTo>
                    <a:pt x="3288" y="12945"/>
                    <a:pt x="3324" y="12957"/>
                    <a:pt x="3357" y="12957"/>
                  </a:cubicBezTo>
                  <a:cubicBezTo>
                    <a:pt x="3438" y="12957"/>
                    <a:pt x="3505" y="12886"/>
                    <a:pt x="3434" y="12815"/>
                  </a:cubicBezTo>
                  <a:cubicBezTo>
                    <a:pt x="2883" y="12063"/>
                    <a:pt x="2908" y="11086"/>
                    <a:pt x="3008" y="10184"/>
                  </a:cubicBezTo>
                  <a:cubicBezTo>
                    <a:pt x="3108" y="9256"/>
                    <a:pt x="3334" y="8304"/>
                    <a:pt x="3133" y="7351"/>
                  </a:cubicBezTo>
                  <a:cubicBezTo>
                    <a:pt x="3033" y="6900"/>
                    <a:pt x="2832" y="6499"/>
                    <a:pt x="2557" y="6148"/>
                  </a:cubicBezTo>
                  <a:cubicBezTo>
                    <a:pt x="2256" y="5798"/>
                    <a:pt x="1880" y="5472"/>
                    <a:pt x="1554" y="5146"/>
                  </a:cubicBezTo>
                  <a:cubicBezTo>
                    <a:pt x="978" y="4519"/>
                    <a:pt x="627" y="3717"/>
                    <a:pt x="502" y="2865"/>
                  </a:cubicBezTo>
                  <a:cubicBezTo>
                    <a:pt x="376" y="1938"/>
                    <a:pt x="577" y="960"/>
                    <a:pt x="1078" y="158"/>
                  </a:cubicBezTo>
                  <a:cubicBezTo>
                    <a:pt x="1129" y="74"/>
                    <a:pt x="1065" y="1"/>
                    <a:pt x="99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2" name="Google Shape;4542;p54"/>
            <p:cNvSpPr/>
            <p:nvPr/>
          </p:nvSpPr>
          <p:spPr>
            <a:xfrm>
              <a:off x="1905395" y="2904219"/>
              <a:ext cx="31838" cy="70037"/>
            </a:xfrm>
            <a:custGeom>
              <a:rect b="b" l="l" r="r" t="t"/>
              <a:pathLst>
                <a:path extrusionOk="0" h="2488" w="1131">
                  <a:moveTo>
                    <a:pt x="143" y="1"/>
                  </a:moveTo>
                  <a:cubicBezTo>
                    <a:pt x="72" y="1"/>
                    <a:pt x="1" y="107"/>
                    <a:pt x="78" y="184"/>
                  </a:cubicBezTo>
                  <a:cubicBezTo>
                    <a:pt x="654" y="735"/>
                    <a:pt x="930" y="1588"/>
                    <a:pt x="754" y="2365"/>
                  </a:cubicBezTo>
                  <a:cubicBezTo>
                    <a:pt x="740" y="2439"/>
                    <a:pt x="805" y="2487"/>
                    <a:pt x="865" y="2487"/>
                  </a:cubicBezTo>
                  <a:cubicBezTo>
                    <a:pt x="906" y="2487"/>
                    <a:pt x="945" y="2465"/>
                    <a:pt x="955" y="2415"/>
                  </a:cubicBezTo>
                  <a:cubicBezTo>
                    <a:pt x="1130" y="1563"/>
                    <a:pt x="855" y="635"/>
                    <a:pt x="203" y="34"/>
                  </a:cubicBezTo>
                  <a:cubicBezTo>
                    <a:pt x="186" y="10"/>
                    <a:pt x="164" y="1"/>
                    <a:pt x="1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3" name="Google Shape;4543;p54"/>
            <p:cNvSpPr/>
            <p:nvPr/>
          </p:nvSpPr>
          <p:spPr>
            <a:xfrm>
              <a:off x="1919555" y="3005336"/>
              <a:ext cx="7094" cy="5686"/>
            </a:xfrm>
            <a:custGeom>
              <a:rect b="b" l="l" r="r" t="t"/>
              <a:pathLst>
                <a:path extrusionOk="0" h="202" w="252">
                  <a:moveTo>
                    <a:pt x="126" y="1"/>
                  </a:moveTo>
                  <a:cubicBezTo>
                    <a:pt x="1" y="1"/>
                    <a:pt x="1"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4" name="Google Shape;4544;p54"/>
            <p:cNvSpPr/>
            <p:nvPr/>
          </p:nvSpPr>
          <p:spPr>
            <a:xfrm>
              <a:off x="1980952" y="3057359"/>
              <a:ext cx="25419" cy="26799"/>
            </a:xfrm>
            <a:custGeom>
              <a:rect b="b" l="l" r="r" t="t"/>
              <a:pathLst>
                <a:path extrusionOk="0" h="952" w="903">
                  <a:moveTo>
                    <a:pt x="103" y="1"/>
                  </a:moveTo>
                  <a:cubicBezTo>
                    <a:pt x="94" y="1"/>
                    <a:pt x="85" y="3"/>
                    <a:pt x="76" y="7"/>
                  </a:cubicBezTo>
                  <a:cubicBezTo>
                    <a:pt x="25" y="7"/>
                    <a:pt x="0" y="82"/>
                    <a:pt x="0" y="133"/>
                  </a:cubicBezTo>
                  <a:cubicBezTo>
                    <a:pt x="126" y="483"/>
                    <a:pt x="401" y="784"/>
                    <a:pt x="727" y="935"/>
                  </a:cubicBezTo>
                  <a:cubicBezTo>
                    <a:pt x="748" y="945"/>
                    <a:pt x="773" y="951"/>
                    <a:pt x="797" y="951"/>
                  </a:cubicBezTo>
                  <a:cubicBezTo>
                    <a:pt x="831" y="951"/>
                    <a:pt x="863" y="939"/>
                    <a:pt x="878" y="910"/>
                  </a:cubicBezTo>
                  <a:cubicBezTo>
                    <a:pt x="903" y="859"/>
                    <a:pt x="878" y="784"/>
                    <a:pt x="827" y="759"/>
                  </a:cubicBezTo>
                  <a:cubicBezTo>
                    <a:pt x="552" y="609"/>
                    <a:pt x="326" y="383"/>
                    <a:pt x="201" y="82"/>
                  </a:cubicBezTo>
                  <a:cubicBezTo>
                    <a:pt x="180" y="42"/>
                    <a:pt x="143" y="1"/>
                    <a:pt x="1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5" name="Google Shape;4545;p54"/>
            <p:cNvSpPr/>
            <p:nvPr/>
          </p:nvSpPr>
          <p:spPr>
            <a:xfrm>
              <a:off x="1862409" y="3172721"/>
              <a:ext cx="63056" cy="116091"/>
            </a:xfrm>
            <a:custGeom>
              <a:rect b="b" l="l" r="r" t="t"/>
              <a:pathLst>
                <a:path extrusionOk="0" h="4124" w="2240">
                  <a:moveTo>
                    <a:pt x="251" y="1"/>
                  </a:moveTo>
                  <a:cubicBezTo>
                    <a:pt x="201" y="1"/>
                    <a:pt x="151" y="32"/>
                    <a:pt x="151" y="95"/>
                  </a:cubicBezTo>
                  <a:cubicBezTo>
                    <a:pt x="1" y="1649"/>
                    <a:pt x="778" y="3228"/>
                    <a:pt x="2056" y="4105"/>
                  </a:cubicBezTo>
                  <a:cubicBezTo>
                    <a:pt x="2073" y="4118"/>
                    <a:pt x="2090" y="4123"/>
                    <a:pt x="2106" y="4123"/>
                  </a:cubicBezTo>
                  <a:cubicBezTo>
                    <a:pt x="2185" y="4123"/>
                    <a:pt x="2239" y="3992"/>
                    <a:pt x="2156" y="3929"/>
                  </a:cubicBezTo>
                  <a:cubicBezTo>
                    <a:pt x="928" y="3077"/>
                    <a:pt x="226" y="1573"/>
                    <a:pt x="352" y="95"/>
                  </a:cubicBezTo>
                  <a:cubicBezTo>
                    <a:pt x="352" y="32"/>
                    <a:pt x="302" y="1"/>
                    <a:pt x="2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6" name="Google Shape;4546;p54"/>
            <p:cNvSpPr/>
            <p:nvPr/>
          </p:nvSpPr>
          <p:spPr>
            <a:xfrm>
              <a:off x="1934391" y="3203067"/>
              <a:ext cx="6362" cy="31247"/>
            </a:xfrm>
            <a:custGeom>
              <a:rect b="b" l="l" r="r" t="t"/>
              <a:pathLst>
                <a:path extrusionOk="0" h="1110" w="226">
                  <a:moveTo>
                    <a:pt x="113" y="0"/>
                  </a:moveTo>
                  <a:cubicBezTo>
                    <a:pt x="57" y="0"/>
                    <a:pt x="0" y="32"/>
                    <a:pt x="0" y="94"/>
                  </a:cubicBezTo>
                  <a:lnTo>
                    <a:pt x="0" y="997"/>
                  </a:lnTo>
                  <a:cubicBezTo>
                    <a:pt x="0" y="1072"/>
                    <a:pt x="57" y="1109"/>
                    <a:pt x="113" y="1109"/>
                  </a:cubicBezTo>
                  <a:cubicBezTo>
                    <a:pt x="169" y="1109"/>
                    <a:pt x="226" y="1072"/>
                    <a:pt x="226" y="997"/>
                  </a:cubicBezTo>
                  <a:lnTo>
                    <a:pt x="226" y="94"/>
                  </a:lnTo>
                  <a:cubicBezTo>
                    <a:pt x="226" y="32"/>
                    <a:pt x="169" y="0"/>
                    <a:pt x="11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7" name="Google Shape;4547;p54"/>
            <p:cNvSpPr/>
            <p:nvPr/>
          </p:nvSpPr>
          <p:spPr>
            <a:xfrm>
              <a:off x="1951309" y="3210471"/>
              <a:ext cx="14835" cy="26320"/>
            </a:xfrm>
            <a:custGeom>
              <a:rect b="b" l="l" r="r" t="t"/>
              <a:pathLst>
                <a:path extrusionOk="0" h="935" w="527">
                  <a:moveTo>
                    <a:pt x="399" y="0"/>
                  </a:moveTo>
                  <a:cubicBezTo>
                    <a:pt x="359" y="0"/>
                    <a:pt x="322" y="41"/>
                    <a:pt x="301" y="82"/>
                  </a:cubicBezTo>
                  <a:cubicBezTo>
                    <a:pt x="201" y="308"/>
                    <a:pt x="126" y="558"/>
                    <a:pt x="26" y="809"/>
                  </a:cubicBezTo>
                  <a:cubicBezTo>
                    <a:pt x="1" y="859"/>
                    <a:pt x="51" y="909"/>
                    <a:pt x="101" y="934"/>
                  </a:cubicBezTo>
                  <a:cubicBezTo>
                    <a:pt x="151" y="934"/>
                    <a:pt x="201" y="909"/>
                    <a:pt x="226" y="859"/>
                  </a:cubicBezTo>
                  <a:cubicBezTo>
                    <a:pt x="327" y="608"/>
                    <a:pt x="402" y="383"/>
                    <a:pt x="502" y="132"/>
                  </a:cubicBezTo>
                  <a:cubicBezTo>
                    <a:pt x="527" y="82"/>
                    <a:pt x="477" y="7"/>
                    <a:pt x="427" y="7"/>
                  </a:cubicBezTo>
                  <a:cubicBezTo>
                    <a:pt x="418" y="2"/>
                    <a:pt x="408" y="0"/>
                    <a:pt x="39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8" name="Google Shape;4548;p54"/>
            <p:cNvSpPr/>
            <p:nvPr/>
          </p:nvSpPr>
          <p:spPr>
            <a:xfrm>
              <a:off x="1669380" y="3142290"/>
              <a:ext cx="82282" cy="183651"/>
            </a:xfrm>
            <a:custGeom>
              <a:rect b="b" l="l" r="r" t="t"/>
              <a:pathLst>
                <a:path extrusionOk="0" h="6524" w="2923">
                  <a:moveTo>
                    <a:pt x="2382" y="0"/>
                  </a:moveTo>
                  <a:cubicBezTo>
                    <a:pt x="2322" y="0"/>
                    <a:pt x="2256" y="48"/>
                    <a:pt x="2271" y="123"/>
                  </a:cubicBezTo>
                  <a:cubicBezTo>
                    <a:pt x="2522" y="1426"/>
                    <a:pt x="2672" y="2755"/>
                    <a:pt x="2697" y="4083"/>
                  </a:cubicBezTo>
                  <a:cubicBezTo>
                    <a:pt x="2722" y="4609"/>
                    <a:pt x="2773" y="5211"/>
                    <a:pt x="2547" y="5712"/>
                  </a:cubicBezTo>
                  <a:cubicBezTo>
                    <a:pt x="2359" y="6108"/>
                    <a:pt x="1963" y="6314"/>
                    <a:pt x="1547" y="6314"/>
                  </a:cubicBezTo>
                  <a:cubicBezTo>
                    <a:pt x="1463" y="6314"/>
                    <a:pt x="1378" y="6305"/>
                    <a:pt x="1294" y="6289"/>
                  </a:cubicBezTo>
                  <a:cubicBezTo>
                    <a:pt x="717" y="6163"/>
                    <a:pt x="341" y="5612"/>
                    <a:pt x="216" y="5035"/>
                  </a:cubicBezTo>
                  <a:cubicBezTo>
                    <a:pt x="206" y="4985"/>
                    <a:pt x="167" y="4963"/>
                    <a:pt x="126" y="4963"/>
                  </a:cubicBezTo>
                  <a:cubicBezTo>
                    <a:pt x="66" y="4963"/>
                    <a:pt x="1" y="5011"/>
                    <a:pt x="16" y="5086"/>
                  </a:cubicBezTo>
                  <a:cubicBezTo>
                    <a:pt x="116" y="5637"/>
                    <a:pt x="467" y="6138"/>
                    <a:pt x="968" y="6389"/>
                  </a:cubicBezTo>
                  <a:cubicBezTo>
                    <a:pt x="1156" y="6478"/>
                    <a:pt x="1364" y="6524"/>
                    <a:pt x="1569" y="6524"/>
                  </a:cubicBezTo>
                  <a:cubicBezTo>
                    <a:pt x="1884" y="6524"/>
                    <a:pt x="2194" y="6416"/>
                    <a:pt x="2422" y="6188"/>
                  </a:cubicBezTo>
                  <a:cubicBezTo>
                    <a:pt x="2848" y="5812"/>
                    <a:pt x="2923" y="5211"/>
                    <a:pt x="2923" y="4685"/>
                  </a:cubicBezTo>
                  <a:cubicBezTo>
                    <a:pt x="2923" y="3958"/>
                    <a:pt x="2873" y="3231"/>
                    <a:pt x="2823" y="2529"/>
                  </a:cubicBezTo>
                  <a:cubicBezTo>
                    <a:pt x="2747" y="1702"/>
                    <a:pt x="2622" y="875"/>
                    <a:pt x="2472" y="73"/>
                  </a:cubicBezTo>
                  <a:cubicBezTo>
                    <a:pt x="2462" y="22"/>
                    <a:pt x="2423" y="0"/>
                    <a:pt x="238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9" name="Google Shape;4549;p54"/>
            <p:cNvSpPr/>
            <p:nvPr/>
          </p:nvSpPr>
          <p:spPr>
            <a:xfrm>
              <a:off x="1706145" y="3185417"/>
              <a:ext cx="13428" cy="61592"/>
            </a:xfrm>
            <a:custGeom>
              <a:rect b="b" l="l" r="r" t="t"/>
              <a:pathLst>
                <a:path extrusionOk="0" h="2188" w="477">
                  <a:moveTo>
                    <a:pt x="383" y="1"/>
                  </a:moveTo>
                  <a:cubicBezTo>
                    <a:pt x="332" y="1"/>
                    <a:pt x="276" y="32"/>
                    <a:pt x="264" y="95"/>
                  </a:cubicBezTo>
                  <a:cubicBezTo>
                    <a:pt x="188" y="772"/>
                    <a:pt x="88" y="1423"/>
                    <a:pt x="13" y="2075"/>
                  </a:cubicBezTo>
                  <a:cubicBezTo>
                    <a:pt x="0" y="2150"/>
                    <a:pt x="44" y="2188"/>
                    <a:pt x="94" y="2188"/>
                  </a:cubicBezTo>
                  <a:cubicBezTo>
                    <a:pt x="144" y="2188"/>
                    <a:pt x="201" y="2150"/>
                    <a:pt x="213" y="2075"/>
                  </a:cubicBezTo>
                  <a:cubicBezTo>
                    <a:pt x="289" y="1423"/>
                    <a:pt x="389" y="772"/>
                    <a:pt x="464" y="95"/>
                  </a:cubicBezTo>
                  <a:cubicBezTo>
                    <a:pt x="477" y="32"/>
                    <a:pt x="433" y="1"/>
                    <a:pt x="38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0" name="Google Shape;4550;p54"/>
            <p:cNvSpPr/>
            <p:nvPr/>
          </p:nvSpPr>
          <p:spPr>
            <a:xfrm>
              <a:off x="1771398" y="3238621"/>
              <a:ext cx="11316" cy="31331"/>
            </a:xfrm>
            <a:custGeom>
              <a:rect b="b" l="l" r="r" t="t"/>
              <a:pathLst>
                <a:path extrusionOk="0" h="1113" w="402">
                  <a:moveTo>
                    <a:pt x="286" y="0"/>
                  </a:moveTo>
                  <a:cubicBezTo>
                    <a:pt x="243" y="0"/>
                    <a:pt x="201" y="28"/>
                    <a:pt x="201" y="85"/>
                  </a:cubicBezTo>
                  <a:cubicBezTo>
                    <a:pt x="151" y="385"/>
                    <a:pt x="76" y="686"/>
                    <a:pt x="26" y="987"/>
                  </a:cubicBezTo>
                  <a:cubicBezTo>
                    <a:pt x="1" y="1037"/>
                    <a:pt x="26" y="1087"/>
                    <a:pt x="101" y="1112"/>
                  </a:cubicBezTo>
                  <a:cubicBezTo>
                    <a:pt x="151" y="1112"/>
                    <a:pt x="201" y="1087"/>
                    <a:pt x="226" y="1037"/>
                  </a:cubicBezTo>
                  <a:cubicBezTo>
                    <a:pt x="276" y="736"/>
                    <a:pt x="326" y="435"/>
                    <a:pt x="402" y="135"/>
                  </a:cubicBezTo>
                  <a:cubicBezTo>
                    <a:pt x="402" y="85"/>
                    <a:pt x="377" y="9"/>
                    <a:pt x="326" y="9"/>
                  </a:cubicBezTo>
                  <a:cubicBezTo>
                    <a:pt x="314" y="3"/>
                    <a:pt x="300" y="0"/>
                    <a:pt x="2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1" name="Google Shape;4551;p54"/>
            <p:cNvSpPr/>
            <p:nvPr/>
          </p:nvSpPr>
          <p:spPr>
            <a:xfrm>
              <a:off x="1992634" y="3189273"/>
              <a:ext cx="50417" cy="64970"/>
            </a:xfrm>
            <a:custGeom>
              <a:rect b="b" l="l" r="r" t="t"/>
              <a:pathLst>
                <a:path extrusionOk="0" h="2308" w="1791">
                  <a:moveTo>
                    <a:pt x="123" y="0"/>
                  </a:moveTo>
                  <a:cubicBezTo>
                    <a:pt x="28" y="0"/>
                    <a:pt x="0" y="164"/>
                    <a:pt x="112" y="209"/>
                  </a:cubicBezTo>
                  <a:cubicBezTo>
                    <a:pt x="964" y="459"/>
                    <a:pt x="1565" y="1311"/>
                    <a:pt x="1515" y="2214"/>
                  </a:cubicBezTo>
                  <a:cubicBezTo>
                    <a:pt x="1515" y="2276"/>
                    <a:pt x="1565" y="2308"/>
                    <a:pt x="1615" y="2308"/>
                  </a:cubicBezTo>
                  <a:cubicBezTo>
                    <a:pt x="1666" y="2308"/>
                    <a:pt x="1716" y="2276"/>
                    <a:pt x="1716" y="2214"/>
                  </a:cubicBezTo>
                  <a:cubicBezTo>
                    <a:pt x="1791" y="1236"/>
                    <a:pt x="1114" y="284"/>
                    <a:pt x="162" y="8"/>
                  </a:cubicBezTo>
                  <a:cubicBezTo>
                    <a:pt x="148" y="3"/>
                    <a:pt x="135" y="0"/>
                    <a:pt x="1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2" name="Google Shape;4552;p54"/>
            <p:cNvSpPr/>
            <p:nvPr/>
          </p:nvSpPr>
          <p:spPr>
            <a:xfrm>
              <a:off x="2066080" y="3095841"/>
              <a:ext cx="80002" cy="175600"/>
            </a:xfrm>
            <a:custGeom>
              <a:rect b="b" l="l" r="r" t="t"/>
              <a:pathLst>
                <a:path extrusionOk="0" h="6238" w="2842">
                  <a:moveTo>
                    <a:pt x="134" y="0"/>
                  </a:moveTo>
                  <a:cubicBezTo>
                    <a:pt x="56" y="0"/>
                    <a:pt x="1" y="132"/>
                    <a:pt x="84" y="194"/>
                  </a:cubicBezTo>
                  <a:cubicBezTo>
                    <a:pt x="1538" y="1172"/>
                    <a:pt x="2365" y="2951"/>
                    <a:pt x="2315" y="4680"/>
                  </a:cubicBezTo>
                  <a:cubicBezTo>
                    <a:pt x="2315" y="5182"/>
                    <a:pt x="2214" y="5658"/>
                    <a:pt x="2039" y="6109"/>
                  </a:cubicBezTo>
                  <a:cubicBezTo>
                    <a:pt x="2023" y="6188"/>
                    <a:pt x="2098" y="6237"/>
                    <a:pt x="2161" y="6237"/>
                  </a:cubicBezTo>
                  <a:cubicBezTo>
                    <a:pt x="2197" y="6237"/>
                    <a:pt x="2230" y="6221"/>
                    <a:pt x="2240" y="6184"/>
                  </a:cubicBezTo>
                  <a:cubicBezTo>
                    <a:pt x="2841" y="4455"/>
                    <a:pt x="2440" y="2450"/>
                    <a:pt x="1312" y="1046"/>
                  </a:cubicBezTo>
                  <a:cubicBezTo>
                    <a:pt x="986" y="645"/>
                    <a:pt x="610" y="294"/>
                    <a:pt x="184" y="19"/>
                  </a:cubicBezTo>
                  <a:cubicBezTo>
                    <a:pt x="167" y="6"/>
                    <a:pt x="150" y="0"/>
                    <a:pt x="13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3" name="Google Shape;4553;p54"/>
            <p:cNvSpPr/>
            <p:nvPr/>
          </p:nvSpPr>
          <p:spPr>
            <a:xfrm>
              <a:off x="2208100" y="3124639"/>
              <a:ext cx="40986" cy="163889"/>
            </a:xfrm>
            <a:custGeom>
              <a:rect b="b" l="l" r="r" t="t"/>
              <a:pathLst>
                <a:path extrusionOk="0" h="5822" w="1456">
                  <a:moveTo>
                    <a:pt x="914" y="1"/>
                  </a:moveTo>
                  <a:cubicBezTo>
                    <a:pt x="854" y="1"/>
                    <a:pt x="789" y="49"/>
                    <a:pt x="804" y="124"/>
                  </a:cubicBezTo>
                  <a:cubicBezTo>
                    <a:pt x="1104" y="1627"/>
                    <a:pt x="1405" y="3256"/>
                    <a:pt x="728" y="4710"/>
                  </a:cubicBezTo>
                  <a:cubicBezTo>
                    <a:pt x="553" y="5061"/>
                    <a:pt x="352" y="5387"/>
                    <a:pt x="77" y="5662"/>
                  </a:cubicBezTo>
                  <a:cubicBezTo>
                    <a:pt x="0" y="5720"/>
                    <a:pt x="70" y="5821"/>
                    <a:pt x="140" y="5821"/>
                  </a:cubicBezTo>
                  <a:cubicBezTo>
                    <a:pt x="162" y="5821"/>
                    <a:pt x="184" y="5811"/>
                    <a:pt x="202" y="5788"/>
                  </a:cubicBezTo>
                  <a:cubicBezTo>
                    <a:pt x="1330" y="4685"/>
                    <a:pt x="1455" y="3006"/>
                    <a:pt x="1255" y="1527"/>
                  </a:cubicBezTo>
                  <a:cubicBezTo>
                    <a:pt x="1180" y="1051"/>
                    <a:pt x="1104" y="550"/>
                    <a:pt x="1004" y="73"/>
                  </a:cubicBezTo>
                  <a:cubicBezTo>
                    <a:pt x="994" y="23"/>
                    <a:pt x="955" y="1"/>
                    <a:pt x="91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4" name="Google Shape;4554;p54"/>
            <p:cNvSpPr/>
            <p:nvPr/>
          </p:nvSpPr>
          <p:spPr>
            <a:xfrm>
              <a:off x="2288330" y="3151889"/>
              <a:ext cx="55287" cy="127745"/>
            </a:xfrm>
            <a:custGeom>
              <a:rect b="b" l="l" r="r" t="t"/>
              <a:pathLst>
                <a:path extrusionOk="0" h="4538" w="1964">
                  <a:moveTo>
                    <a:pt x="1386" y="0"/>
                  </a:moveTo>
                  <a:cubicBezTo>
                    <a:pt x="1322" y="0"/>
                    <a:pt x="1253" y="73"/>
                    <a:pt x="1287" y="158"/>
                  </a:cubicBezTo>
                  <a:cubicBezTo>
                    <a:pt x="1863" y="1261"/>
                    <a:pt x="1663" y="2689"/>
                    <a:pt x="886" y="3667"/>
                  </a:cubicBezTo>
                  <a:cubicBezTo>
                    <a:pt x="660" y="3943"/>
                    <a:pt x="385" y="4168"/>
                    <a:pt x="84" y="4344"/>
                  </a:cubicBezTo>
                  <a:cubicBezTo>
                    <a:pt x="1" y="4406"/>
                    <a:pt x="56" y="4537"/>
                    <a:pt x="134" y="4537"/>
                  </a:cubicBezTo>
                  <a:cubicBezTo>
                    <a:pt x="150" y="4537"/>
                    <a:pt x="167" y="4532"/>
                    <a:pt x="184" y="4519"/>
                  </a:cubicBezTo>
                  <a:cubicBezTo>
                    <a:pt x="1337" y="3842"/>
                    <a:pt x="1964" y="2439"/>
                    <a:pt x="1788" y="1110"/>
                  </a:cubicBezTo>
                  <a:cubicBezTo>
                    <a:pt x="1763" y="734"/>
                    <a:pt x="1638" y="384"/>
                    <a:pt x="1462" y="58"/>
                  </a:cubicBezTo>
                  <a:cubicBezTo>
                    <a:pt x="1446" y="17"/>
                    <a:pt x="1417" y="0"/>
                    <a:pt x="13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5" name="Google Shape;4555;p54"/>
            <p:cNvSpPr/>
            <p:nvPr/>
          </p:nvSpPr>
          <p:spPr>
            <a:xfrm>
              <a:off x="2268089" y="3225897"/>
              <a:ext cx="10613" cy="13287"/>
            </a:xfrm>
            <a:custGeom>
              <a:rect b="b" l="l" r="r" t="t"/>
              <a:pathLst>
                <a:path extrusionOk="0" h="472" w="377">
                  <a:moveTo>
                    <a:pt x="286" y="0"/>
                  </a:moveTo>
                  <a:cubicBezTo>
                    <a:pt x="250" y="0"/>
                    <a:pt x="213" y="24"/>
                    <a:pt x="176" y="60"/>
                  </a:cubicBezTo>
                  <a:cubicBezTo>
                    <a:pt x="126" y="136"/>
                    <a:pt x="76" y="236"/>
                    <a:pt x="1" y="311"/>
                  </a:cubicBezTo>
                  <a:cubicBezTo>
                    <a:pt x="1" y="336"/>
                    <a:pt x="1" y="386"/>
                    <a:pt x="1" y="411"/>
                  </a:cubicBezTo>
                  <a:cubicBezTo>
                    <a:pt x="1" y="436"/>
                    <a:pt x="26" y="461"/>
                    <a:pt x="51" y="461"/>
                  </a:cubicBezTo>
                  <a:cubicBezTo>
                    <a:pt x="66" y="469"/>
                    <a:pt x="80" y="472"/>
                    <a:pt x="94" y="472"/>
                  </a:cubicBezTo>
                  <a:cubicBezTo>
                    <a:pt x="128" y="472"/>
                    <a:pt x="159" y="454"/>
                    <a:pt x="176" y="436"/>
                  </a:cubicBezTo>
                  <a:cubicBezTo>
                    <a:pt x="252" y="336"/>
                    <a:pt x="302" y="236"/>
                    <a:pt x="352" y="161"/>
                  </a:cubicBezTo>
                  <a:cubicBezTo>
                    <a:pt x="377" y="136"/>
                    <a:pt x="377" y="111"/>
                    <a:pt x="377" y="85"/>
                  </a:cubicBezTo>
                  <a:cubicBezTo>
                    <a:pt x="377" y="60"/>
                    <a:pt x="352" y="35"/>
                    <a:pt x="327" y="10"/>
                  </a:cubicBezTo>
                  <a:cubicBezTo>
                    <a:pt x="313" y="4"/>
                    <a:pt x="300" y="0"/>
                    <a:pt x="2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6" name="Google Shape;4556;p54"/>
            <p:cNvSpPr/>
            <p:nvPr/>
          </p:nvSpPr>
          <p:spPr>
            <a:xfrm>
              <a:off x="2221528" y="3096348"/>
              <a:ext cx="7094" cy="5686"/>
            </a:xfrm>
            <a:custGeom>
              <a:rect b="b" l="l" r="r" t="t"/>
              <a:pathLst>
                <a:path extrusionOk="0" h="202" w="252">
                  <a:moveTo>
                    <a:pt x="126" y="1"/>
                  </a:moveTo>
                  <a:cubicBezTo>
                    <a:pt x="1" y="1"/>
                    <a:pt x="1"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7" name="Google Shape;4557;p54"/>
            <p:cNvSpPr/>
            <p:nvPr/>
          </p:nvSpPr>
          <p:spPr>
            <a:xfrm>
              <a:off x="2009863" y="3249544"/>
              <a:ext cx="776095" cy="912173"/>
            </a:xfrm>
            <a:custGeom>
              <a:rect b="b" l="l" r="r" t="t"/>
              <a:pathLst>
                <a:path extrusionOk="0" h="32404" w="27570">
                  <a:moveTo>
                    <a:pt x="12834" y="1"/>
                  </a:moveTo>
                  <a:cubicBezTo>
                    <a:pt x="11869" y="1"/>
                    <a:pt x="11279" y="73"/>
                    <a:pt x="11279" y="73"/>
                  </a:cubicBezTo>
                  <a:cubicBezTo>
                    <a:pt x="8322" y="73"/>
                    <a:pt x="5364" y="373"/>
                    <a:pt x="2507" y="1025"/>
                  </a:cubicBezTo>
                  <a:cubicBezTo>
                    <a:pt x="2507" y="1025"/>
                    <a:pt x="1028" y="6940"/>
                    <a:pt x="527" y="13832"/>
                  </a:cubicBezTo>
                  <a:cubicBezTo>
                    <a:pt x="1" y="20749"/>
                    <a:pt x="1204" y="32404"/>
                    <a:pt x="1204" y="32404"/>
                  </a:cubicBezTo>
                  <a:cubicBezTo>
                    <a:pt x="1204" y="32404"/>
                    <a:pt x="1268" y="32404"/>
                    <a:pt x="1388" y="32404"/>
                  </a:cubicBezTo>
                  <a:cubicBezTo>
                    <a:pt x="3564" y="32404"/>
                    <a:pt x="24275" y="32359"/>
                    <a:pt x="25866" y="30649"/>
                  </a:cubicBezTo>
                  <a:cubicBezTo>
                    <a:pt x="27570" y="28820"/>
                    <a:pt x="26317" y="27291"/>
                    <a:pt x="24462" y="23506"/>
                  </a:cubicBezTo>
                  <a:cubicBezTo>
                    <a:pt x="22582" y="19722"/>
                    <a:pt x="22758" y="2855"/>
                    <a:pt x="22758" y="2855"/>
                  </a:cubicBezTo>
                  <a:cubicBezTo>
                    <a:pt x="19216" y="377"/>
                    <a:pt x="15044" y="1"/>
                    <a:pt x="1283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8" name="Google Shape;4558;p54"/>
            <p:cNvSpPr/>
            <p:nvPr/>
          </p:nvSpPr>
          <p:spPr>
            <a:xfrm>
              <a:off x="2016225" y="3246841"/>
              <a:ext cx="750000" cy="917690"/>
            </a:xfrm>
            <a:custGeom>
              <a:rect b="b" l="l" r="r" t="t"/>
              <a:pathLst>
                <a:path extrusionOk="0" h="32600" w="26643">
                  <a:moveTo>
                    <a:pt x="12732" y="195"/>
                  </a:moveTo>
                  <a:cubicBezTo>
                    <a:pt x="14373" y="195"/>
                    <a:pt x="16023" y="408"/>
                    <a:pt x="17595" y="820"/>
                  </a:cubicBezTo>
                  <a:cubicBezTo>
                    <a:pt x="19304" y="1291"/>
                    <a:pt x="20965" y="1982"/>
                    <a:pt x="22432" y="3015"/>
                  </a:cubicBezTo>
                  <a:lnTo>
                    <a:pt x="22432" y="3015"/>
                  </a:lnTo>
                  <a:cubicBezTo>
                    <a:pt x="22432" y="3244"/>
                    <a:pt x="22432" y="3473"/>
                    <a:pt x="22432" y="3702"/>
                  </a:cubicBezTo>
                  <a:cubicBezTo>
                    <a:pt x="22432" y="4379"/>
                    <a:pt x="22432" y="5056"/>
                    <a:pt x="22432" y="5732"/>
                  </a:cubicBezTo>
                  <a:cubicBezTo>
                    <a:pt x="22432" y="6685"/>
                    <a:pt x="22457" y="7662"/>
                    <a:pt x="22482" y="8640"/>
                  </a:cubicBezTo>
                  <a:cubicBezTo>
                    <a:pt x="22507" y="9768"/>
                    <a:pt x="22532" y="10920"/>
                    <a:pt x="22582" y="12073"/>
                  </a:cubicBezTo>
                  <a:cubicBezTo>
                    <a:pt x="22632" y="13276"/>
                    <a:pt x="22707" y="14479"/>
                    <a:pt x="22783" y="15682"/>
                  </a:cubicBezTo>
                  <a:cubicBezTo>
                    <a:pt x="22883" y="16810"/>
                    <a:pt x="22983" y="17938"/>
                    <a:pt x="23108" y="19066"/>
                  </a:cubicBezTo>
                  <a:cubicBezTo>
                    <a:pt x="23234" y="20018"/>
                    <a:pt x="23359" y="20971"/>
                    <a:pt x="23585" y="21898"/>
                  </a:cubicBezTo>
                  <a:cubicBezTo>
                    <a:pt x="23660" y="22249"/>
                    <a:pt x="23760" y="22625"/>
                    <a:pt x="23860" y="22976"/>
                  </a:cubicBezTo>
                  <a:cubicBezTo>
                    <a:pt x="24011" y="23402"/>
                    <a:pt x="24211" y="23803"/>
                    <a:pt x="24412" y="24229"/>
                  </a:cubicBezTo>
                  <a:cubicBezTo>
                    <a:pt x="24813" y="25006"/>
                    <a:pt x="25239" y="25783"/>
                    <a:pt x="25615" y="26560"/>
                  </a:cubicBezTo>
                  <a:cubicBezTo>
                    <a:pt x="25890" y="27136"/>
                    <a:pt x="26141" y="27713"/>
                    <a:pt x="26291" y="28339"/>
                  </a:cubicBezTo>
                  <a:cubicBezTo>
                    <a:pt x="26392" y="28815"/>
                    <a:pt x="26367" y="29317"/>
                    <a:pt x="26166" y="29793"/>
                  </a:cubicBezTo>
                  <a:cubicBezTo>
                    <a:pt x="26066" y="30043"/>
                    <a:pt x="25915" y="30269"/>
                    <a:pt x="25740" y="30469"/>
                  </a:cubicBezTo>
                  <a:cubicBezTo>
                    <a:pt x="25690" y="30545"/>
                    <a:pt x="25615" y="30620"/>
                    <a:pt x="25539" y="30695"/>
                  </a:cubicBezTo>
                  <a:cubicBezTo>
                    <a:pt x="25514" y="30720"/>
                    <a:pt x="25514" y="30720"/>
                    <a:pt x="25489" y="30745"/>
                  </a:cubicBezTo>
                  <a:cubicBezTo>
                    <a:pt x="25138" y="30996"/>
                    <a:pt x="24712" y="31096"/>
                    <a:pt x="24286" y="31171"/>
                  </a:cubicBezTo>
                  <a:cubicBezTo>
                    <a:pt x="23635" y="31347"/>
                    <a:pt x="22933" y="31447"/>
                    <a:pt x="22256" y="31547"/>
                  </a:cubicBezTo>
                  <a:cubicBezTo>
                    <a:pt x="21354" y="31647"/>
                    <a:pt x="20452" y="31748"/>
                    <a:pt x="19549" y="31823"/>
                  </a:cubicBezTo>
                  <a:cubicBezTo>
                    <a:pt x="18522" y="31898"/>
                    <a:pt x="17469" y="31973"/>
                    <a:pt x="16442" y="32023"/>
                  </a:cubicBezTo>
                  <a:cubicBezTo>
                    <a:pt x="15339" y="32073"/>
                    <a:pt x="14236" y="32124"/>
                    <a:pt x="13133" y="32174"/>
                  </a:cubicBezTo>
                  <a:cubicBezTo>
                    <a:pt x="12031" y="32224"/>
                    <a:pt x="10928" y="32249"/>
                    <a:pt x="9825" y="32274"/>
                  </a:cubicBezTo>
                  <a:cubicBezTo>
                    <a:pt x="8798" y="32299"/>
                    <a:pt x="7770" y="32324"/>
                    <a:pt x="6742" y="32349"/>
                  </a:cubicBezTo>
                  <a:cubicBezTo>
                    <a:pt x="5890" y="32349"/>
                    <a:pt x="5013" y="32374"/>
                    <a:pt x="4136" y="32374"/>
                  </a:cubicBezTo>
                  <a:cubicBezTo>
                    <a:pt x="3484" y="32374"/>
                    <a:pt x="2833" y="32374"/>
                    <a:pt x="2181" y="32399"/>
                  </a:cubicBezTo>
                  <a:lnTo>
                    <a:pt x="1068" y="32399"/>
                  </a:lnTo>
                  <a:cubicBezTo>
                    <a:pt x="973" y="31455"/>
                    <a:pt x="899" y="30511"/>
                    <a:pt x="802" y="29567"/>
                  </a:cubicBezTo>
                  <a:cubicBezTo>
                    <a:pt x="627" y="27337"/>
                    <a:pt x="477" y="25081"/>
                    <a:pt x="376" y="22825"/>
                  </a:cubicBezTo>
                  <a:cubicBezTo>
                    <a:pt x="276" y="20319"/>
                    <a:pt x="226" y="17788"/>
                    <a:pt x="326" y="15281"/>
                  </a:cubicBezTo>
                  <a:cubicBezTo>
                    <a:pt x="452" y="12224"/>
                    <a:pt x="853" y="9191"/>
                    <a:pt x="1354" y="6184"/>
                  </a:cubicBezTo>
                  <a:cubicBezTo>
                    <a:pt x="1630" y="4529"/>
                    <a:pt x="1955" y="2875"/>
                    <a:pt x="2356" y="1221"/>
                  </a:cubicBezTo>
                  <a:cubicBezTo>
                    <a:pt x="2356" y="1217"/>
                    <a:pt x="2356" y="1214"/>
                    <a:pt x="2356" y="1210"/>
                  </a:cubicBezTo>
                  <a:lnTo>
                    <a:pt x="2356" y="1210"/>
                  </a:lnTo>
                  <a:cubicBezTo>
                    <a:pt x="4270" y="790"/>
                    <a:pt x="6208" y="518"/>
                    <a:pt x="8171" y="369"/>
                  </a:cubicBezTo>
                  <a:cubicBezTo>
                    <a:pt x="8647" y="344"/>
                    <a:pt x="9123" y="319"/>
                    <a:pt x="9600" y="294"/>
                  </a:cubicBezTo>
                  <a:lnTo>
                    <a:pt x="11053" y="294"/>
                  </a:lnTo>
                  <a:cubicBezTo>
                    <a:pt x="11153" y="269"/>
                    <a:pt x="11279" y="269"/>
                    <a:pt x="11379" y="244"/>
                  </a:cubicBezTo>
                  <a:cubicBezTo>
                    <a:pt x="11828" y="211"/>
                    <a:pt x="12280" y="195"/>
                    <a:pt x="12732" y="195"/>
                  </a:cubicBezTo>
                  <a:close/>
                  <a:moveTo>
                    <a:pt x="12625" y="1"/>
                  </a:moveTo>
                  <a:cubicBezTo>
                    <a:pt x="12194" y="1"/>
                    <a:pt x="11761" y="15"/>
                    <a:pt x="11329" y="43"/>
                  </a:cubicBezTo>
                  <a:cubicBezTo>
                    <a:pt x="10828" y="93"/>
                    <a:pt x="10326" y="68"/>
                    <a:pt x="9825" y="93"/>
                  </a:cubicBezTo>
                  <a:cubicBezTo>
                    <a:pt x="8522" y="118"/>
                    <a:pt x="7219" y="219"/>
                    <a:pt x="5915" y="394"/>
                  </a:cubicBezTo>
                  <a:cubicBezTo>
                    <a:pt x="4705" y="542"/>
                    <a:pt x="3496" y="763"/>
                    <a:pt x="2310" y="1034"/>
                  </a:cubicBezTo>
                  <a:lnTo>
                    <a:pt x="2310" y="1034"/>
                  </a:lnTo>
                  <a:cubicBezTo>
                    <a:pt x="2296" y="1028"/>
                    <a:pt x="2281" y="1025"/>
                    <a:pt x="2266" y="1025"/>
                  </a:cubicBezTo>
                  <a:cubicBezTo>
                    <a:pt x="2228" y="1025"/>
                    <a:pt x="2192" y="1046"/>
                    <a:pt x="2181" y="1093"/>
                  </a:cubicBezTo>
                  <a:lnTo>
                    <a:pt x="2181" y="1093"/>
                  </a:lnTo>
                  <a:cubicBezTo>
                    <a:pt x="2176" y="1104"/>
                    <a:pt x="2173" y="1116"/>
                    <a:pt x="2173" y="1128"/>
                  </a:cubicBezTo>
                  <a:lnTo>
                    <a:pt x="2173" y="1128"/>
                  </a:lnTo>
                  <a:cubicBezTo>
                    <a:pt x="1826" y="2496"/>
                    <a:pt x="1577" y="3864"/>
                    <a:pt x="1329" y="5231"/>
                  </a:cubicBezTo>
                  <a:cubicBezTo>
                    <a:pt x="777" y="8239"/>
                    <a:pt x="351" y="11321"/>
                    <a:pt x="151" y="14404"/>
                  </a:cubicBezTo>
                  <a:cubicBezTo>
                    <a:pt x="0" y="16885"/>
                    <a:pt x="51" y="19392"/>
                    <a:pt x="151" y="21873"/>
                  </a:cubicBezTo>
                  <a:cubicBezTo>
                    <a:pt x="226" y="24204"/>
                    <a:pt x="376" y="26560"/>
                    <a:pt x="552" y="28890"/>
                  </a:cubicBezTo>
                  <a:cubicBezTo>
                    <a:pt x="652" y="30068"/>
                    <a:pt x="752" y="31246"/>
                    <a:pt x="853" y="32449"/>
                  </a:cubicBezTo>
                  <a:cubicBezTo>
                    <a:pt x="878" y="32449"/>
                    <a:pt x="878" y="32474"/>
                    <a:pt x="878" y="32500"/>
                  </a:cubicBezTo>
                  <a:cubicBezTo>
                    <a:pt x="878" y="32550"/>
                    <a:pt x="903" y="32600"/>
                    <a:pt x="978" y="32600"/>
                  </a:cubicBezTo>
                  <a:lnTo>
                    <a:pt x="1830" y="32600"/>
                  </a:lnTo>
                  <a:cubicBezTo>
                    <a:pt x="2607" y="32600"/>
                    <a:pt x="3384" y="32575"/>
                    <a:pt x="4136" y="32575"/>
                  </a:cubicBezTo>
                  <a:cubicBezTo>
                    <a:pt x="5264" y="32575"/>
                    <a:pt x="6366" y="32550"/>
                    <a:pt x="7494" y="32525"/>
                  </a:cubicBezTo>
                  <a:cubicBezTo>
                    <a:pt x="8798" y="32500"/>
                    <a:pt x="10126" y="32474"/>
                    <a:pt x="11429" y="32424"/>
                  </a:cubicBezTo>
                  <a:cubicBezTo>
                    <a:pt x="12808" y="32399"/>
                    <a:pt x="14186" y="32349"/>
                    <a:pt x="15564" y="32274"/>
                  </a:cubicBezTo>
                  <a:cubicBezTo>
                    <a:pt x="16893" y="32199"/>
                    <a:pt x="18196" y="32124"/>
                    <a:pt x="19499" y="32023"/>
                  </a:cubicBezTo>
                  <a:cubicBezTo>
                    <a:pt x="20602" y="31923"/>
                    <a:pt x="21705" y="31823"/>
                    <a:pt x="22783" y="31672"/>
                  </a:cubicBezTo>
                  <a:cubicBezTo>
                    <a:pt x="23534" y="31547"/>
                    <a:pt x="24286" y="31447"/>
                    <a:pt x="25013" y="31196"/>
                  </a:cubicBezTo>
                  <a:cubicBezTo>
                    <a:pt x="25239" y="31121"/>
                    <a:pt x="25464" y="31021"/>
                    <a:pt x="25640" y="30896"/>
                  </a:cubicBezTo>
                  <a:cubicBezTo>
                    <a:pt x="25815" y="30745"/>
                    <a:pt x="25940" y="30570"/>
                    <a:pt x="26066" y="30369"/>
                  </a:cubicBezTo>
                  <a:cubicBezTo>
                    <a:pt x="26241" y="30119"/>
                    <a:pt x="26392" y="29843"/>
                    <a:pt x="26467" y="29542"/>
                  </a:cubicBezTo>
                  <a:cubicBezTo>
                    <a:pt x="26642" y="28916"/>
                    <a:pt x="26517" y="28264"/>
                    <a:pt x="26291" y="27662"/>
                  </a:cubicBezTo>
                  <a:cubicBezTo>
                    <a:pt x="25991" y="26810"/>
                    <a:pt x="25565" y="25983"/>
                    <a:pt x="25138" y="25156"/>
                  </a:cubicBezTo>
                  <a:cubicBezTo>
                    <a:pt x="24788" y="24479"/>
                    <a:pt x="24362" y="23778"/>
                    <a:pt x="24111" y="23051"/>
                  </a:cubicBezTo>
                  <a:cubicBezTo>
                    <a:pt x="23960" y="22600"/>
                    <a:pt x="23835" y="22149"/>
                    <a:pt x="23735" y="21697"/>
                  </a:cubicBezTo>
                  <a:cubicBezTo>
                    <a:pt x="23484" y="20469"/>
                    <a:pt x="23334" y="19241"/>
                    <a:pt x="23184" y="18013"/>
                  </a:cubicBezTo>
                  <a:cubicBezTo>
                    <a:pt x="23033" y="16560"/>
                    <a:pt x="22933" y="15081"/>
                    <a:pt x="22858" y="13627"/>
                  </a:cubicBezTo>
                  <a:cubicBezTo>
                    <a:pt x="22783" y="12174"/>
                    <a:pt x="22732" y="10720"/>
                    <a:pt x="22707" y="9266"/>
                  </a:cubicBezTo>
                  <a:cubicBezTo>
                    <a:pt x="22657" y="8038"/>
                    <a:pt x="22657" y="6810"/>
                    <a:pt x="22632" y="5582"/>
                  </a:cubicBezTo>
                  <a:cubicBezTo>
                    <a:pt x="22632" y="4830"/>
                    <a:pt x="22632" y="4078"/>
                    <a:pt x="22632" y="3326"/>
                  </a:cubicBezTo>
                  <a:cubicBezTo>
                    <a:pt x="22632" y="3201"/>
                    <a:pt x="22657" y="3076"/>
                    <a:pt x="22632" y="2951"/>
                  </a:cubicBezTo>
                  <a:cubicBezTo>
                    <a:pt x="22607" y="2850"/>
                    <a:pt x="22482" y="2800"/>
                    <a:pt x="22407" y="2750"/>
                  </a:cubicBezTo>
                  <a:cubicBezTo>
                    <a:pt x="22181" y="2575"/>
                    <a:pt x="21930" y="2424"/>
                    <a:pt x="21705" y="2299"/>
                  </a:cubicBezTo>
                  <a:cubicBezTo>
                    <a:pt x="21229" y="2023"/>
                    <a:pt x="20752" y="1773"/>
                    <a:pt x="20251" y="1547"/>
                  </a:cubicBezTo>
                  <a:cubicBezTo>
                    <a:pt x="18522" y="770"/>
                    <a:pt x="16642" y="319"/>
                    <a:pt x="14762" y="118"/>
                  </a:cubicBezTo>
                  <a:cubicBezTo>
                    <a:pt x="14058" y="40"/>
                    <a:pt x="13343" y="1"/>
                    <a:pt x="126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9" name="Google Shape;4559;p54"/>
            <p:cNvSpPr/>
            <p:nvPr/>
          </p:nvSpPr>
          <p:spPr>
            <a:xfrm>
              <a:off x="2146760" y="3262155"/>
              <a:ext cx="331607" cy="261767"/>
            </a:xfrm>
            <a:custGeom>
              <a:rect b="b" l="l" r="r" t="t"/>
              <a:pathLst>
                <a:path extrusionOk="0" h="9299" w="11780">
                  <a:moveTo>
                    <a:pt x="3935" y="1655"/>
                  </a:moveTo>
                  <a:cubicBezTo>
                    <a:pt x="4311" y="1655"/>
                    <a:pt x="4662" y="1830"/>
                    <a:pt x="4837" y="2181"/>
                  </a:cubicBezTo>
                  <a:cubicBezTo>
                    <a:pt x="4988" y="2507"/>
                    <a:pt x="4912" y="2858"/>
                    <a:pt x="4612" y="3058"/>
                  </a:cubicBezTo>
                  <a:cubicBezTo>
                    <a:pt x="4311" y="3234"/>
                    <a:pt x="3935" y="3284"/>
                    <a:pt x="3609" y="3284"/>
                  </a:cubicBezTo>
                  <a:cubicBezTo>
                    <a:pt x="3258" y="3284"/>
                    <a:pt x="2907" y="3234"/>
                    <a:pt x="2556" y="3133"/>
                  </a:cubicBezTo>
                  <a:cubicBezTo>
                    <a:pt x="2431" y="3083"/>
                    <a:pt x="2331" y="3033"/>
                    <a:pt x="2206" y="2983"/>
                  </a:cubicBezTo>
                  <a:cubicBezTo>
                    <a:pt x="2206" y="2958"/>
                    <a:pt x="2231" y="2933"/>
                    <a:pt x="2231" y="2908"/>
                  </a:cubicBezTo>
                  <a:cubicBezTo>
                    <a:pt x="2531" y="2256"/>
                    <a:pt x="3183" y="1655"/>
                    <a:pt x="3935" y="1655"/>
                  </a:cubicBezTo>
                  <a:close/>
                  <a:moveTo>
                    <a:pt x="6528" y="3782"/>
                  </a:moveTo>
                  <a:cubicBezTo>
                    <a:pt x="6557" y="3782"/>
                    <a:pt x="6587" y="3783"/>
                    <a:pt x="6617" y="3785"/>
                  </a:cubicBezTo>
                  <a:cubicBezTo>
                    <a:pt x="6968" y="3810"/>
                    <a:pt x="7268" y="4061"/>
                    <a:pt x="7268" y="4437"/>
                  </a:cubicBezTo>
                  <a:cubicBezTo>
                    <a:pt x="7268" y="4838"/>
                    <a:pt x="7043" y="5188"/>
                    <a:pt x="6792" y="5464"/>
                  </a:cubicBezTo>
                  <a:cubicBezTo>
                    <a:pt x="6541" y="5740"/>
                    <a:pt x="6241" y="5965"/>
                    <a:pt x="5915" y="6141"/>
                  </a:cubicBezTo>
                  <a:cubicBezTo>
                    <a:pt x="5589" y="6291"/>
                    <a:pt x="5263" y="6391"/>
                    <a:pt x="4912" y="6442"/>
                  </a:cubicBezTo>
                  <a:cubicBezTo>
                    <a:pt x="4862" y="6241"/>
                    <a:pt x="4837" y="6066"/>
                    <a:pt x="4837" y="5865"/>
                  </a:cubicBezTo>
                  <a:cubicBezTo>
                    <a:pt x="4812" y="5188"/>
                    <a:pt x="5113" y="4487"/>
                    <a:pt x="5664" y="4086"/>
                  </a:cubicBezTo>
                  <a:cubicBezTo>
                    <a:pt x="5916" y="3902"/>
                    <a:pt x="6211" y="3782"/>
                    <a:pt x="6528" y="3782"/>
                  </a:cubicBezTo>
                  <a:close/>
                  <a:moveTo>
                    <a:pt x="9847" y="4687"/>
                  </a:moveTo>
                  <a:cubicBezTo>
                    <a:pt x="10415" y="4687"/>
                    <a:pt x="10844" y="5184"/>
                    <a:pt x="10978" y="5740"/>
                  </a:cubicBezTo>
                  <a:cubicBezTo>
                    <a:pt x="11153" y="6442"/>
                    <a:pt x="10777" y="7118"/>
                    <a:pt x="10251" y="7569"/>
                  </a:cubicBezTo>
                  <a:cubicBezTo>
                    <a:pt x="9975" y="7795"/>
                    <a:pt x="9674" y="7970"/>
                    <a:pt x="9323" y="8096"/>
                  </a:cubicBezTo>
                  <a:cubicBezTo>
                    <a:pt x="8922" y="7670"/>
                    <a:pt x="8622" y="7143"/>
                    <a:pt x="8546" y="6542"/>
                  </a:cubicBezTo>
                  <a:cubicBezTo>
                    <a:pt x="8446" y="5765"/>
                    <a:pt x="8797" y="4888"/>
                    <a:pt x="9624" y="4712"/>
                  </a:cubicBezTo>
                  <a:cubicBezTo>
                    <a:pt x="9701" y="4695"/>
                    <a:pt x="9775" y="4687"/>
                    <a:pt x="9847" y="4687"/>
                  </a:cubicBezTo>
                  <a:close/>
                  <a:moveTo>
                    <a:pt x="251" y="0"/>
                  </a:moveTo>
                  <a:cubicBezTo>
                    <a:pt x="176" y="0"/>
                    <a:pt x="100" y="26"/>
                    <a:pt x="50" y="26"/>
                  </a:cubicBezTo>
                  <a:cubicBezTo>
                    <a:pt x="0" y="477"/>
                    <a:pt x="50" y="953"/>
                    <a:pt x="226" y="1379"/>
                  </a:cubicBezTo>
                  <a:cubicBezTo>
                    <a:pt x="526" y="2156"/>
                    <a:pt x="1178" y="2757"/>
                    <a:pt x="1930" y="3108"/>
                  </a:cubicBezTo>
                  <a:cubicBezTo>
                    <a:pt x="1855" y="3384"/>
                    <a:pt x="1805" y="3660"/>
                    <a:pt x="1805" y="3960"/>
                  </a:cubicBezTo>
                  <a:cubicBezTo>
                    <a:pt x="1805" y="4737"/>
                    <a:pt x="2181" y="5489"/>
                    <a:pt x="2782" y="5990"/>
                  </a:cubicBezTo>
                  <a:cubicBezTo>
                    <a:pt x="3310" y="6403"/>
                    <a:pt x="3943" y="6648"/>
                    <a:pt x="4603" y="6648"/>
                  </a:cubicBezTo>
                  <a:cubicBezTo>
                    <a:pt x="4664" y="6648"/>
                    <a:pt x="4726" y="6646"/>
                    <a:pt x="4787" y="6642"/>
                  </a:cubicBezTo>
                  <a:cubicBezTo>
                    <a:pt x="4812" y="6742"/>
                    <a:pt x="4837" y="6818"/>
                    <a:pt x="4887" y="6893"/>
                  </a:cubicBezTo>
                  <a:cubicBezTo>
                    <a:pt x="5238" y="7620"/>
                    <a:pt x="5890" y="8171"/>
                    <a:pt x="6667" y="8422"/>
                  </a:cubicBezTo>
                  <a:cubicBezTo>
                    <a:pt x="7029" y="8553"/>
                    <a:pt x="7416" y="8613"/>
                    <a:pt x="7806" y="8613"/>
                  </a:cubicBezTo>
                  <a:cubicBezTo>
                    <a:pt x="8305" y="8613"/>
                    <a:pt x="8809" y="8515"/>
                    <a:pt x="9273" y="8346"/>
                  </a:cubicBezTo>
                  <a:cubicBezTo>
                    <a:pt x="9624" y="8672"/>
                    <a:pt x="10025" y="8948"/>
                    <a:pt x="10501" y="9098"/>
                  </a:cubicBezTo>
                  <a:cubicBezTo>
                    <a:pt x="10852" y="9249"/>
                    <a:pt x="11253" y="9299"/>
                    <a:pt x="11629" y="9299"/>
                  </a:cubicBezTo>
                  <a:cubicBezTo>
                    <a:pt x="11780" y="9299"/>
                    <a:pt x="11780" y="9098"/>
                    <a:pt x="11629" y="9098"/>
                  </a:cubicBezTo>
                  <a:cubicBezTo>
                    <a:pt x="10852" y="9098"/>
                    <a:pt x="10075" y="8798"/>
                    <a:pt x="9474" y="8246"/>
                  </a:cubicBezTo>
                  <a:cubicBezTo>
                    <a:pt x="10201" y="7945"/>
                    <a:pt x="10877" y="7419"/>
                    <a:pt x="11153" y="6642"/>
                  </a:cubicBezTo>
                  <a:cubicBezTo>
                    <a:pt x="11379" y="5990"/>
                    <a:pt x="11153" y="5188"/>
                    <a:pt x="10602" y="4762"/>
                  </a:cubicBezTo>
                  <a:cubicBezTo>
                    <a:pt x="10372" y="4578"/>
                    <a:pt x="10111" y="4496"/>
                    <a:pt x="9852" y="4496"/>
                  </a:cubicBezTo>
                  <a:cubicBezTo>
                    <a:pt x="9404" y="4496"/>
                    <a:pt x="8957" y="4742"/>
                    <a:pt x="8672" y="5138"/>
                  </a:cubicBezTo>
                  <a:cubicBezTo>
                    <a:pt x="8145" y="5865"/>
                    <a:pt x="8296" y="6893"/>
                    <a:pt x="8697" y="7620"/>
                  </a:cubicBezTo>
                  <a:cubicBezTo>
                    <a:pt x="8822" y="7820"/>
                    <a:pt x="8973" y="8021"/>
                    <a:pt x="9123" y="8196"/>
                  </a:cubicBezTo>
                  <a:cubicBezTo>
                    <a:pt x="8772" y="8296"/>
                    <a:pt x="8396" y="8371"/>
                    <a:pt x="8020" y="8397"/>
                  </a:cubicBezTo>
                  <a:cubicBezTo>
                    <a:pt x="7941" y="8401"/>
                    <a:pt x="7862" y="8404"/>
                    <a:pt x="7783" y="8404"/>
                  </a:cubicBezTo>
                  <a:cubicBezTo>
                    <a:pt x="7062" y="8404"/>
                    <a:pt x="6354" y="8194"/>
                    <a:pt x="5790" y="7720"/>
                  </a:cubicBezTo>
                  <a:cubicBezTo>
                    <a:pt x="5439" y="7419"/>
                    <a:pt x="5163" y="7043"/>
                    <a:pt x="4988" y="6642"/>
                  </a:cubicBezTo>
                  <a:cubicBezTo>
                    <a:pt x="4988" y="6617"/>
                    <a:pt x="4988" y="6617"/>
                    <a:pt x="4988" y="6617"/>
                  </a:cubicBezTo>
                  <a:cubicBezTo>
                    <a:pt x="5815" y="6517"/>
                    <a:pt x="6592" y="6066"/>
                    <a:pt x="7093" y="5414"/>
                  </a:cubicBezTo>
                  <a:cubicBezTo>
                    <a:pt x="7343" y="5088"/>
                    <a:pt x="7519" y="4687"/>
                    <a:pt x="7469" y="4286"/>
                  </a:cubicBezTo>
                  <a:cubicBezTo>
                    <a:pt x="7394" y="3910"/>
                    <a:pt x="7093" y="3660"/>
                    <a:pt x="6717" y="3584"/>
                  </a:cubicBezTo>
                  <a:cubicBezTo>
                    <a:pt x="6655" y="3576"/>
                    <a:pt x="6594" y="3573"/>
                    <a:pt x="6533" y="3573"/>
                  </a:cubicBezTo>
                  <a:cubicBezTo>
                    <a:pt x="5834" y="3573"/>
                    <a:pt x="5235" y="4087"/>
                    <a:pt x="4912" y="4687"/>
                  </a:cubicBezTo>
                  <a:cubicBezTo>
                    <a:pt x="4637" y="5239"/>
                    <a:pt x="4562" y="5865"/>
                    <a:pt x="4712" y="6442"/>
                  </a:cubicBezTo>
                  <a:cubicBezTo>
                    <a:pt x="4660" y="6446"/>
                    <a:pt x="4608" y="6448"/>
                    <a:pt x="4555" y="6448"/>
                  </a:cubicBezTo>
                  <a:cubicBezTo>
                    <a:pt x="4299" y="6448"/>
                    <a:pt x="4029" y="6399"/>
                    <a:pt x="3760" y="6316"/>
                  </a:cubicBezTo>
                  <a:cubicBezTo>
                    <a:pt x="3108" y="6091"/>
                    <a:pt x="2531" y="5564"/>
                    <a:pt x="2231" y="4938"/>
                  </a:cubicBezTo>
                  <a:cubicBezTo>
                    <a:pt x="1955" y="4386"/>
                    <a:pt x="1955" y="3760"/>
                    <a:pt x="2130" y="3183"/>
                  </a:cubicBezTo>
                  <a:lnTo>
                    <a:pt x="2130" y="3183"/>
                  </a:lnTo>
                  <a:cubicBezTo>
                    <a:pt x="2601" y="3380"/>
                    <a:pt x="3133" y="3484"/>
                    <a:pt x="3642" y="3484"/>
                  </a:cubicBezTo>
                  <a:cubicBezTo>
                    <a:pt x="3784" y="3484"/>
                    <a:pt x="3924" y="3476"/>
                    <a:pt x="4060" y="3459"/>
                  </a:cubicBezTo>
                  <a:cubicBezTo>
                    <a:pt x="4436" y="3409"/>
                    <a:pt x="4812" y="3259"/>
                    <a:pt x="5013" y="2933"/>
                  </a:cubicBezTo>
                  <a:cubicBezTo>
                    <a:pt x="5188" y="2607"/>
                    <a:pt x="5138" y="2206"/>
                    <a:pt x="4912" y="1930"/>
                  </a:cubicBezTo>
                  <a:cubicBezTo>
                    <a:pt x="4675" y="1591"/>
                    <a:pt x="4335" y="1456"/>
                    <a:pt x="3976" y="1456"/>
                  </a:cubicBezTo>
                  <a:cubicBezTo>
                    <a:pt x="3540" y="1456"/>
                    <a:pt x="3076" y="1655"/>
                    <a:pt x="2732" y="1930"/>
                  </a:cubicBezTo>
                  <a:cubicBezTo>
                    <a:pt x="2406" y="2181"/>
                    <a:pt x="2181" y="2532"/>
                    <a:pt x="2005" y="2908"/>
                  </a:cubicBezTo>
                  <a:cubicBezTo>
                    <a:pt x="1554" y="2707"/>
                    <a:pt x="1153" y="2407"/>
                    <a:pt x="827" y="2005"/>
                  </a:cubicBezTo>
                  <a:cubicBezTo>
                    <a:pt x="376" y="1429"/>
                    <a:pt x="176" y="702"/>
                    <a:pt x="2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0" name="Google Shape;4560;p54"/>
            <p:cNvSpPr/>
            <p:nvPr/>
          </p:nvSpPr>
          <p:spPr>
            <a:xfrm>
              <a:off x="2455066" y="3317387"/>
              <a:ext cx="62915" cy="93824"/>
            </a:xfrm>
            <a:custGeom>
              <a:rect b="b" l="l" r="r" t="t"/>
              <a:pathLst>
                <a:path extrusionOk="0" h="3333" w="2235">
                  <a:moveTo>
                    <a:pt x="1371" y="623"/>
                  </a:moveTo>
                  <a:cubicBezTo>
                    <a:pt x="1436" y="623"/>
                    <a:pt x="1494" y="649"/>
                    <a:pt x="1529" y="720"/>
                  </a:cubicBezTo>
                  <a:cubicBezTo>
                    <a:pt x="1579" y="846"/>
                    <a:pt x="1554" y="996"/>
                    <a:pt x="1479" y="1096"/>
                  </a:cubicBezTo>
                  <a:cubicBezTo>
                    <a:pt x="1367" y="1254"/>
                    <a:pt x="1153" y="1351"/>
                    <a:pt x="947" y="1351"/>
                  </a:cubicBezTo>
                  <a:cubicBezTo>
                    <a:pt x="924" y="1351"/>
                    <a:pt x="901" y="1349"/>
                    <a:pt x="878" y="1347"/>
                  </a:cubicBezTo>
                  <a:cubicBezTo>
                    <a:pt x="828" y="1347"/>
                    <a:pt x="777" y="1322"/>
                    <a:pt x="727" y="1322"/>
                  </a:cubicBezTo>
                  <a:cubicBezTo>
                    <a:pt x="803" y="1071"/>
                    <a:pt x="953" y="846"/>
                    <a:pt x="1153" y="695"/>
                  </a:cubicBezTo>
                  <a:cubicBezTo>
                    <a:pt x="1219" y="655"/>
                    <a:pt x="1299" y="623"/>
                    <a:pt x="1371" y="623"/>
                  </a:cubicBezTo>
                  <a:close/>
                  <a:moveTo>
                    <a:pt x="1733" y="1856"/>
                  </a:moveTo>
                  <a:cubicBezTo>
                    <a:pt x="1781" y="1856"/>
                    <a:pt x="1821" y="1887"/>
                    <a:pt x="1830" y="1973"/>
                  </a:cubicBezTo>
                  <a:cubicBezTo>
                    <a:pt x="1855" y="2099"/>
                    <a:pt x="1730" y="2224"/>
                    <a:pt x="1630" y="2274"/>
                  </a:cubicBezTo>
                  <a:cubicBezTo>
                    <a:pt x="1554" y="2324"/>
                    <a:pt x="1454" y="2349"/>
                    <a:pt x="1379" y="2349"/>
                  </a:cubicBezTo>
                  <a:cubicBezTo>
                    <a:pt x="1404" y="2224"/>
                    <a:pt x="1454" y="2099"/>
                    <a:pt x="1504" y="1998"/>
                  </a:cubicBezTo>
                  <a:cubicBezTo>
                    <a:pt x="1551" y="1937"/>
                    <a:pt x="1654" y="1856"/>
                    <a:pt x="1733" y="1856"/>
                  </a:cubicBezTo>
                  <a:close/>
                  <a:moveTo>
                    <a:pt x="527" y="0"/>
                  </a:moveTo>
                  <a:cubicBezTo>
                    <a:pt x="511" y="0"/>
                    <a:pt x="494" y="6"/>
                    <a:pt x="477" y="18"/>
                  </a:cubicBezTo>
                  <a:cubicBezTo>
                    <a:pt x="1" y="369"/>
                    <a:pt x="26" y="1121"/>
                    <a:pt x="477" y="1422"/>
                  </a:cubicBezTo>
                  <a:cubicBezTo>
                    <a:pt x="427" y="1773"/>
                    <a:pt x="552" y="2149"/>
                    <a:pt x="853" y="2374"/>
                  </a:cubicBezTo>
                  <a:cubicBezTo>
                    <a:pt x="928" y="2450"/>
                    <a:pt x="1053" y="2500"/>
                    <a:pt x="1153" y="2525"/>
                  </a:cubicBezTo>
                  <a:cubicBezTo>
                    <a:pt x="1153" y="2625"/>
                    <a:pt x="1178" y="2725"/>
                    <a:pt x="1204" y="2825"/>
                  </a:cubicBezTo>
                  <a:cubicBezTo>
                    <a:pt x="1298" y="3107"/>
                    <a:pt x="1575" y="3333"/>
                    <a:pt x="1856" y="3333"/>
                  </a:cubicBezTo>
                  <a:cubicBezTo>
                    <a:pt x="1949" y="3333"/>
                    <a:pt x="2043" y="3308"/>
                    <a:pt x="2131" y="3252"/>
                  </a:cubicBezTo>
                  <a:cubicBezTo>
                    <a:pt x="2235" y="3189"/>
                    <a:pt x="2184" y="3058"/>
                    <a:pt x="2091" y="3058"/>
                  </a:cubicBezTo>
                  <a:cubicBezTo>
                    <a:pt x="2073" y="3058"/>
                    <a:pt x="2052" y="3063"/>
                    <a:pt x="2031" y="3076"/>
                  </a:cubicBezTo>
                  <a:cubicBezTo>
                    <a:pt x="1980" y="3108"/>
                    <a:pt x="1922" y="3122"/>
                    <a:pt x="1864" y="3122"/>
                  </a:cubicBezTo>
                  <a:cubicBezTo>
                    <a:pt x="1690" y="3122"/>
                    <a:pt x="1504" y="3000"/>
                    <a:pt x="1429" y="2851"/>
                  </a:cubicBezTo>
                  <a:cubicBezTo>
                    <a:pt x="1379" y="2750"/>
                    <a:pt x="1379" y="2650"/>
                    <a:pt x="1354" y="2550"/>
                  </a:cubicBezTo>
                  <a:cubicBezTo>
                    <a:pt x="1529" y="2550"/>
                    <a:pt x="1705" y="2500"/>
                    <a:pt x="1855" y="2374"/>
                  </a:cubicBezTo>
                  <a:cubicBezTo>
                    <a:pt x="1980" y="2249"/>
                    <a:pt x="2081" y="2074"/>
                    <a:pt x="2031" y="1898"/>
                  </a:cubicBezTo>
                  <a:cubicBezTo>
                    <a:pt x="1989" y="1753"/>
                    <a:pt x="1862" y="1660"/>
                    <a:pt x="1735" y="1660"/>
                  </a:cubicBezTo>
                  <a:cubicBezTo>
                    <a:pt x="1708" y="1660"/>
                    <a:pt x="1681" y="1664"/>
                    <a:pt x="1655" y="1673"/>
                  </a:cubicBezTo>
                  <a:cubicBezTo>
                    <a:pt x="1429" y="1698"/>
                    <a:pt x="1304" y="1898"/>
                    <a:pt x="1229" y="2099"/>
                  </a:cubicBezTo>
                  <a:cubicBezTo>
                    <a:pt x="1204" y="2174"/>
                    <a:pt x="1204" y="2249"/>
                    <a:pt x="1178" y="2324"/>
                  </a:cubicBezTo>
                  <a:cubicBezTo>
                    <a:pt x="1078" y="2299"/>
                    <a:pt x="1003" y="2249"/>
                    <a:pt x="928" y="2199"/>
                  </a:cubicBezTo>
                  <a:cubicBezTo>
                    <a:pt x="727" y="1998"/>
                    <a:pt x="652" y="1748"/>
                    <a:pt x="677" y="1522"/>
                  </a:cubicBezTo>
                  <a:cubicBezTo>
                    <a:pt x="727" y="1522"/>
                    <a:pt x="777" y="1547"/>
                    <a:pt x="828" y="1547"/>
                  </a:cubicBezTo>
                  <a:cubicBezTo>
                    <a:pt x="855" y="1549"/>
                    <a:pt x="882" y="1550"/>
                    <a:pt x="909" y="1550"/>
                  </a:cubicBezTo>
                  <a:cubicBezTo>
                    <a:pt x="1214" y="1550"/>
                    <a:pt x="1542" y="1422"/>
                    <a:pt x="1680" y="1146"/>
                  </a:cubicBezTo>
                  <a:cubicBezTo>
                    <a:pt x="1843" y="844"/>
                    <a:pt x="1746" y="412"/>
                    <a:pt x="1390" y="412"/>
                  </a:cubicBezTo>
                  <a:cubicBezTo>
                    <a:pt x="1363" y="412"/>
                    <a:pt x="1334" y="414"/>
                    <a:pt x="1304" y="419"/>
                  </a:cubicBezTo>
                  <a:cubicBezTo>
                    <a:pt x="928" y="495"/>
                    <a:pt x="652" y="871"/>
                    <a:pt x="527" y="1221"/>
                  </a:cubicBezTo>
                  <a:cubicBezTo>
                    <a:pt x="452" y="1121"/>
                    <a:pt x="376" y="1021"/>
                    <a:pt x="351" y="896"/>
                  </a:cubicBezTo>
                  <a:cubicBezTo>
                    <a:pt x="276" y="645"/>
                    <a:pt x="376" y="369"/>
                    <a:pt x="577" y="194"/>
                  </a:cubicBezTo>
                  <a:cubicBezTo>
                    <a:pt x="660" y="131"/>
                    <a:pt x="605" y="0"/>
                    <a:pt x="5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1" name="Google Shape;4561;p54"/>
            <p:cNvSpPr/>
            <p:nvPr/>
          </p:nvSpPr>
          <p:spPr>
            <a:xfrm>
              <a:off x="2115006" y="3464193"/>
              <a:ext cx="225876" cy="136865"/>
            </a:xfrm>
            <a:custGeom>
              <a:rect b="b" l="l" r="r" t="t"/>
              <a:pathLst>
                <a:path extrusionOk="0" h="4862" w="8024">
                  <a:moveTo>
                    <a:pt x="1800" y="219"/>
                  </a:moveTo>
                  <a:cubicBezTo>
                    <a:pt x="1977" y="219"/>
                    <a:pt x="2156" y="283"/>
                    <a:pt x="2306" y="392"/>
                  </a:cubicBezTo>
                  <a:cubicBezTo>
                    <a:pt x="2582" y="618"/>
                    <a:pt x="2707" y="994"/>
                    <a:pt x="2732" y="1370"/>
                  </a:cubicBezTo>
                  <a:cubicBezTo>
                    <a:pt x="2757" y="1796"/>
                    <a:pt x="2707" y="2297"/>
                    <a:pt x="2582" y="2773"/>
                  </a:cubicBezTo>
                  <a:cubicBezTo>
                    <a:pt x="2256" y="2623"/>
                    <a:pt x="1930" y="2423"/>
                    <a:pt x="1679" y="2172"/>
                  </a:cubicBezTo>
                  <a:cubicBezTo>
                    <a:pt x="1228" y="1721"/>
                    <a:pt x="802" y="894"/>
                    <a:pt x="1379" y="367"/>
                  </a:cubicBezTo>
                  <a:cubicBezTo>
                    <a:pt x="1505" y="264"/>
                    <a:pt x="1651" y="219"/>
                    <a:pt x="1800" y="219"/>
                  </a:cubicBezTo>
                  <a:close/>
                  <a:moveTo>
                    <a:pt x="5138" y="1169"/>
                  </a:moveTo>
                  <a:cubicBezTo>
                    <a:pt x="5439" y="1169"/>
                    <a:pt x="5664" y="1395"/>
                    <a:pt x="5690" y="1696"/>
                  </a:cubicBezTo>
                  <a:cubicBezTo>
                    <a:pt x="5740" y="2047"/>
                    <a:pt x="5539" y="2372"/>
                    <a:pt x="5238" y="2573"/>
                  </a:cubicBezTo>
                  <a:cubicBezTo>
                    <a:pt x="5063" y="2723"/>
                    <a:pt x="4837" y="2824"/>
                    <a:pt x="4612" y="2899"/>
                  </a:cubicBezTo>
                  <a:cubicBezTo>
                    <a:pt x="4512" y="2748"/>
                    <a:pt x="4436" y="2598"/>
                    <a:pt x="4361" y="2448"/>
                  </a:cubicBezTo>
                  <a:cubicBezTo>
                    <a:pt x="4261" y="2147"/>
                    <a:pt x="4261" y="1771"/>
                    <a:pt x="4436" y="1520"/>
                  </a:cubicBezTo>
                  <a:cubicBezTo>
                    <a:pt x="4612" y="1295"/>
                    <a:pt x="4862" y="1169"/>
                    <a:pt x="5138" y="1169"/>
                  </a:cubicBezTo>
                  <a:close/>
                  <a:moveTo>
                    <a:pt x="1815" y="1"/>
                  </a:moveTo>
                  <a:cubicBezTo>
                    <a:pt x="1762" y="1"/>
                    <a:pt x="1708" y="6"/>
                    <a:pt x="1654" y="16"/>
                  </a:cubicBezTo>
                  <a:cubicBezTo>
                    <a:pt x="1304" y="92"/>
                    <a:pt x="1053" y="392"/>
                    <a:pt x="953" y="718"/>
                  </a:cubicBezTo>
                  <a:cubicBezTo>
                    <a:pt x="827" y="1094"/>
                    <a:pt x="953" y="1520"/>
                    <a:pt x="1153" y="1846"/>
                  </a:cubicBezTo>
                  <a:cubicBezTo>
                    <a:pt x="1479" y="2347"/>
                    <a:pt x="1980" y="2723"/>
                    <a:pt x="2532" y="2974"/>
                  </a:cubicBezTo>
                  <a:cubicBezTo>
                    <a:pt x="2231" y="3826"/>
                    <a:pt x="1654" y="4528"/>
                    <a:pt x="702" y="4653"/>
                  </a:cubicBezTo>
                  <a:cubicBezTo>
                    <a:pt x="629" y="4663"/>
                    <a:pt x="557" y="4670"/>
                    <a:pt x="484" y="4670"/>
                  </a:cubicBezTo>
                  <a:cubicBezTo>
                    <a:pt x="381" y="4670"/>
                    <a:pt x="278" y="4657"/>
                    <a:pt x="176" y="4628"/>
                  </a:cubicBezTo>
                  <a:cubicBezTo>
                    <a:pt x="50" y="4628"/>
                    <a:pt x="0" y="4803"/>
                    <a:pt x="126" y="4829"/>
                  </a:cubicBezTo>
                  <a:cubicBezTo>
                    <a:pt x="245" y="4851"/>
                    <a:pt x="365" y="4862"/>
                    <a:pt x="484" y="4862"/>
                  </a:cubicBezTo>
                  <a:cubicBezTo>
                    <a:pt x="1160" y="4862"/>
                    <a:pt x="1804" y="4513"/>
                    <a:pt x="2231" y="4001"/>
                  </a:cubicBezTo>
                  <a:cubicBezTo>
                    <a:pt x="2456" y="3701"/>
                    <a:pt x="2607" y="3375"/>
                    <a:pt x="2732" y="3049"/>
                  </a:cubicBezTo>
                  <a:cubicBezTo>
                    <a:pt x="3062" y="3164"/>
                    <a:pt x="3415" y="3221"/>
                    <a:pt x="3771" y="3221"/>
                  </a:cubicBezTo>
                  <a:cubicBezTo>
                    <a:pt x="4037" y="3221"/>
                    <a:pt x="4304" y="3189"/>
                    <a:pt x="4562" y="3124"/>
                  </a:cubicBezTo>
                  <a:cubicBezTo>
                    <a:pt x="4762" y="3350"/>
                    <a:pt x="5038" y="3525"/>
                    <a:pt x="5314" y="3651"/>
                  </a:cubicBezTo>
                  <a:cubicBezTo>
                    <a:pt x="5584" y="3768"/>
                    <a:pt x="5870" y="3823"/>
                    <a:pt x="6155" y="3823"/>
                  </a:cubicBezTo>
                  <a:cubicBezTo>
                    <a:pt x="6663" y="3823"/>
                    <a:pt x="7168" y="3646"/>
                    <a:pt x="7569" y="3325"/>
                  </a:cubicBezTo>
                  <a:cubicBezTo>
                    <a:pt x="7720" y="3199"/>
                    <a:pt x="7845" y="3049"/>
                    <a:pt x="7970" y="2899"/>
                  </a:cubicBezTo>
                  <a:cubicBezTo>
                    <a:pt x="8023" y="2828"/>
                    <a:pt x="7951" y="2757"/>
                    <a:pt x="7878" y="2757"/>
                  </a:cubicBezTo>
                  <a:cubicBezTo>
                    <a:pt x="7847" y="2757"/>
                    <a:pt x="7817" y="2769"/>
                    <a:pt x="7795" y="2798"/>
                  </a:cubicBezTo>
                  <a:cubicBezTo>
                    <a:pt x="7398" y="3313"/>
                    <a:pt x="6782" y="3631"/>
                    <a:pt x="6132" y="3631"/>
                  </a:cubicBezTo>
                  <a:cubicBezTo>
                    <a:pt x="6085" y="3631"/>
                    <a:pt x="6038" y="3629"/>
                    <a:pt x="5990" y="3626"/>
                  </a:cubicBezTo>
                  <a:cubicBezTo>
                    <a:pt x="5539" y="3575"/>
                    <a:pt x="5088" y="3375"/>
                    <a:pt x="4762" y="3049"/>
                  </a:cubicBezTo>
                  <a:cubicBezTo>
                    <a:pt x="4913" y="2999"/>
                    <a:pt x="5063" y="2949"/>
                    <a:pt x="5188" y="2849"/>
                  </a:cubicBezTo>
                  <a:cubicBezTo>
                    <a:pt x="5539" y="2673"/>
                    <a:pt x="5815" y="2347"/>
                    <a:pt x="5890" y="1971"/>
                  </a:cubicBezTo>
                  <a:cubicBezTo>
                    <a:pt x="5940" y="1621"/>
                    <a:pt x="5840" y="1245"/>
                    <a:pt x="5514" y="1069"/>
                  </a:cubicBezTo>
                  <a:cubicBezTo>
                    <a:pt x="5388" y="1000"/>
                    <a:pt x="5251" y="968"/>
                    <a:pt x="5115" y="968"/>
                  </a:cubicBezTo>
                  <a:cubicBezTo>
                    <a:pt x="4955" y="968"/>
                    <a:pt x="4798" y="1013"/>
                    <a:pt x="4662" y="1094"/>
                  </a:cubicBezTo>
                  <a:cubicBezTo>
                    <a:pt x="4361" y="1220"/>
                    <a:pt x="4161" y="1520"/>
                    <a:pt x="4111" y="1846"/>
                  </a:cubicBezTo>
                  <a:cubicBezTo>
                    <a:pt x="4035" y="2247"/>
                    <a:pt x="4186" y="2623"/>
                    <a:pt x="4411" y="2949"/>
                  </a:cubicBezTo>
                  <a:cubicBezTo>
                    <a:pt x="4218" y="2990"/>
                    <a:pt x="4025" y="3009"/>
                    <a:pt x="3836" y="3009"/>
                  </a:cubicBezTo>
                  <a:cubicBezTo>
                    <a:pt x="3682" y="3009"/>
                    <a:pt x="3530" y="2996"/>
                    <a:pt x="3384" y="2974"/>
                  </a:cubicBezTo>
                  <a:cubicBezTo>
                    <a:pt x="3183" y="2949"/>
                    <a:pt x="2983" y="2899"/>
                    <a:pt x="2782" y="2849"/>
                  </a:cubicBezTo>
                  <a:cubicBezTo>
                    <a:pt x="2908" y="2448"/>
                    <a:pt x="2933" y="2022"/>
                    <a:pt x="2933" y="1621"/>
                  </a:cubicBezTo>
                  <a:cubicBezTo>
                    <a:pt x="2933" y="1220"/>
                    <a:pt x="2882" y="768"/>
                    <a:pt x="2632" y="443"/>
                  </a:cubicBezTo>
                  <a:cubicBezTo>
                    <a:pt x="2439" y="185"/>
                    <a:pt x="2135" y="1"/>
                    <a:pt x="181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2" name="Google Shape;4562;p54"/>
            <p:cNvSpPr/>
            <p:nvPr/>
          </p:nvSpPr>
          <p:spPr>
            <a:xfrm>
              <a:off x="2368278" y="3530854"/>
              <a:ext cx="91741" cy="44590"/>
            </a:xfrm>
            <a:custGeom>
              <a:rect b="b" l="l" r="r" t="t"/>
              <a:pathLst>
                <a:path extrusionOk="0" h="1584" w="3259">
                  <a:moveTo>
                    <a:pt x="1381" y="203"/>
                  </a:moveTo>
                  <a:cubicBezTo>
                    <a:pt x="1473" y="203"/>
                    <a:pt x="1557" y="256"/>
                    <a:pt x="1580" y="380"/>
                  </a:cubicBezTo>
                  <a:cubicBezTo>
                    <a:pt x="1630" y="631"/>
                    <a:pt x="1404" y="857"/>
                    <a:pt x="1229" y="982"/>
                  </a:cubicBezTo>
                  <a:cubicBezTo>
                    <a:pt x="1104" y="831"/>
                    <a:pt x="1028" y="631"/>
                    <a:pt x="1104" y="405"/>
                  </a:cubicBezTo>
                  <a:cubicBezTo>
                    <a:pt x="1145" y="282"/>
                    <a:pt x="1269" y="203"/>
                    <a:pt x="1381" y="203"/>
                  </a:cubicBezTo>
                  <a:close/>
                  <a:moveTo>
                    <a:pt x="2580" y="650"/>
                  </a:moveTo>
                  <a:cubicBezTo>
                    <a:pt x="2655" y="650"/>
                    <a:pt x="2708" y="702"/>
                    <a:pt x="2708" y="806"/>
                  </a:cubicBezTo>
                  <a:cubicBezTo>
                    <a:pt x="2708" y="932"/>
                    <a:pt x="2607" y="1032"/>
                    <a:pt x="2507" y="1132"/>
                  </a:cubicBezTo>
                  <a:cubicBezTo>
                    <a:pt x="2507" y="1132"/>
                    <a:pt x="2482" y="1157"/>
                    <a:pt x="2457" y="1157"/>
                  </a:cubicBezTo>
                  <a:cubicBezTo>
                    <a:pt x="2457" y="1157"/>
                    <a:pt x="2432" y="1132"/>
                    <a:pt x="2432" y="1107"/>
                  </a:cubicBezTo>
                  <a:cubicBezTo>
                    <a:pt x="2282" y="957"/>
                    <a:pt x="2282" y="681"/>
                    <a:pt x="2532" y="656"/>
                  </a:cubicBezTo>
                  <a:cubicBezTo>
                    <a:pt x="2549" y="652"/>
                    <a:pt x="2565" y="650"/>
                    <a:pt x="2580" y="650"/>
                  </a:cubicBezTo>
                  <a:close/>
                  <a:moveTo>
                    <a:pt x="1379" y="0"/>
                  </a:moveTo>
                  <a:cubicBezTo>
                    <a:pt x="1331" y="0"/>
                    <a:pt x="1281" y="10"/>
                    <a:pt x="1229" y="29"/>
                  </a:cubicBezTo>
                  <a:cubicBezTo>
                    <a:pt x="853" y="155"/>
                    <a:pt x="828" y="606"/>
                    <a:pt x="953" y="907"/>
                  </a:cubicBezTo>
                  <a:cubicBezTo>
                    <a:pt x="978" y="982"/>
                    <a:pt x="1028" y="1032"/>
                    <a:pt x="1053" y="1082"/>
                  </a:cubicBezTo>
                  <a:cubicBezTo>
                    <a:pt x="941" y="1138"/>
                    <a:pt x="828" y="1171"/>
                    <a:pt x="716" y="1171"/>
                  </a:cubicBezTo>
                  <a:cubicBezTo>
                    <a:pt x="628" y="1171"/>
                    <a:pt x="540" y="1151"/>
                    <a:pt x="452" y="1107"/>
                  </a:cubicBezTo>
                  <a:cubicBezTo>
                    <a:pt x="276" y="982"/>
                    <a:pt x="201" y="631"/>
                    <a:pt x="452" y="531"/>
                  </a:cubicBezTo>
                  <a:cubicBezTo>
                    <a:pt x="541" y="486"/>
                    <a:pt x="511" y="322"/>
                    <a:pt x="415" y="322"/>
                  </a:cubicBezTo>
                  <a:cubicBezTo>
                    <a:pt x="403" y="322"/>
                    <a:pt x="390" y="325"/>
                    <a:pt x="377" y="330"/>
                  </a:cubicBezTo>
                  <a:cubicBezTo>
                    <a:pt x="101" y="456"/>
                    <a:pt x="1" y="806"/>
                    <a:pt x="151" y="1057"/>
                  </a:cubicBezTo>
                  <a:cubicBezTo>
                    <a:pt x="269" y="1276"/>
                    <a:pt x="501" y="1371"/>
                    <a:pt x="732" y="1371"/>
                  </a:cubicBezTo>
                  <a:cubicBezTo>
                    <a:pt x="844" y="1371"/>
                    <a:pt x="955" y="1349"/>
                    <a:pt x="1053" y="1308"/>
                  </a:cubicBezTo>
                  <a:cubicBezTo>
                    <a:pt x="1104" y="1308"/>
                    <a:pt x="1154" y="1283"/>
                    <a:pt x="1179" y="1258"/>
                  </a:cubicBezTo>
                  <a:cubicBezTo>
                    <a:pt x="1329" y="1383"/>
                    <a:pt x="1505" y="1483"/>
                    <a:pt x="1705" y="1533"/>
                  </a:cubicBezTo>
                  <a:cubicBezTo>
                    <a:pt x="1770" y="1546"/>
                    <a:pt x="1836" y="1552"/>
                    <a:pt x="1903" y="1552"/>
                  </a:cubicBezTo>
                  <a:cubicBezTo>
                    <a:pt x="2095" y="1552"/>
                    <a:pt x="2290" y="1501"/>
                    <a:pt x="2457" y="1408"/>
                  </a:cubicBezTo>
                  <a:cubicBezTo>
                    <a:pt x="2657" y="1508"/>
                    <a:pt x="2908" y="1558"/>
                    <a:pt x="3134" y="1583"/>
                  </a:cubicBezTo>
                  <a:cubicBezTo>
                    <a:pt x="3259" y="1583"/>
                    <a:pt x="3259" y="1383"/>
                    <a:pt x="3134" y="1383"/>
                  </a:cubicBezTo>
                  <a:cubicBezTo>
                    <a:pt x="2983" y="1358"/>
                    <a:pt x="2808" y="1333"/>
                    <a:pt x="2657" y="1283"/>
                  </a:cubicBezTo>
                  <a:cubicBezTo>
                    <a:pt x="2657" y="1283"/>
                    <a:pt x="2657" y="1258"/>
                    <a:pt x="2657" y="1258"/>
                  </a:cubicBezTo>
                  <a:cubicBezTo>
                    <a:pt x="2858" y="1082"/>
                    <a:pt x="3058" y="606"/>
                    <a:pt x="2708" y="481"/>
                  </a:cubicBezTo>
                  <a:cubicBezTo>
                    <a:pt x="2647" y="455"/>
                    <a:pt x="2588" y="443"/>
                    <a:pt x="2532" y="443"/>
                  </a:cubicBezTo>
                  <a:cubicBezTo>
                    <a:pt x="2264" y="443"/>
                    <a:pt x="2069" y="712"/>
                    <a:pt x="2131" y="982"/>
                  </a:cubicBezTo>
                  <a:cubicBezTo>
                    <a:pt x="2156" y="1107"/>
                    <a:pt x="2206" y="1207"/>
                    <a:pt x="2282" y="1283"/>
                  </a:cubicBezTo>
                  <a:cubicBezTo>
                    <a:pt x="2156" y="1333"/>
                    <a:pt x="2031" y="1358"/>
                    <a:pt x="1881" y="1358"/>
                  </a:cubicBezTo>
                  <a:cubicBezTo>
                    <a:pt x="1705" y="1358"/>
                    <a:pt x="1530" y="1258"/>
                    <a:pt x="1379" y="1132"/>
                  </a:cubicBezTo>
                  <a:cubicBezTo>
                    <a:pt x="1580" y="982"/>
                    <a:pt x="1755" y="756"/>
                    <a:pt x="1780" y="531"/>
                  </a:cubicBezTo>
                  <a:cubicBezTo>
                    <a:pt x="1822" y="257"/>
                    <a:pt x="1634" y="0"/>
                    <a:pt x="13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3" name="Google Shape;4563;p54"/>
            <p:cNvSpPr/>
            <p:nvPr/>
          </p:nvSpPr>
          <p:spPr>
            <a:xfrm>
              <a:off x="2025402" y="3910945"/>
              <a:ext cx="374648" cy="250085"/>
            </a:xfrm>
            <a:custGeom>
              <a:rect b="b" l="l" r="r" t="t"/>
              <a:pathLst>
                <a:path extrusionOk="0" h="8884" w="13309">
                  <a:moveTo>
                    <a:pt x="2639" y="198"/>
                  </a:moveTo>
                  <a:cubicBezTo>
                    <a:pt x="2731" y="198"/>
                    <a:pt x="2822" y="210"/>
                    <a:pt x="2908" y="237"/>
                  </a:cubicBezTo>
                  <a:cubicBezTo>
                    <a:pt x="3233" y="362"/>
                    <a:pt x="3409" y="713"/>
                    <a:pt x="3359" y="1064"/>
                  </a:cubicBezTo>
                  <a:cubicBezTo>
                    <a:pt x="3284" y="1866"/>
                    <a:pt x="2507" y="2392"/>
                    <a:pt x="1755" y="2543"/>
                  </a:cubicBezTo>
                  <a:cubicBezTo>
                    <a:pt x="1429" y="1891"/>
                    <a:pt x="1304" y="964"/>
                    <a:pt x="1905" y="462"/>
                  </a:cubicBezTo>
                  <a:cubicBezTo>
                    <a:pt x="2108" y="296"/>
                    <a:pt x="2380" y="198"/>
                    <a:pt x="2639" y="198"/>
                  </a:cubicBezTo>
                  <a:close/>
                  <a:moveTo>
                    <a:pt x="6106" y="1789"/>
                  </a:moveTo>
                  <a:cubicBezTo>
                    <a:pt x="6216" y="1789"/>
                    <a:pt x="6328" y="1806"/>
                    <a:pt x="6441" y="1841"/>
                  </a:cubicBezTo>
                  <a:cubicBezTo>
                    <a:pt x="6817" y="1941"/>
                    <a:pt x="7018" y="2292"/>
                    <a:pt x="6943" y="2668"/>
                  </a:cubicBezTo>
                  <a:cubicBezTo>
                    <a:pt x="6867" y="3094"/>
                    <a:pt x="6567" y="3420"/>
                    <a:pt x="6216" y="3670"/>
                  </a:cubicBezTo>
                  <a:cubicBezTo>
                    <a:pt x="5765" y="3996"/>
                    <a:pt x="5213" y="4172"/>
                    <a:pt x="4637" y="4222"/>
                  </a:cubicBezTo>
                  <a:cubicBezTo>
                    <a:pt x="4512" y="3746"/>
                    <a:pt x="4562" y="3244"/>
                    <a:pt x="4737" y="2793"/>
                  </a:cubicBezTo>
                  <a:cubicBezTo>
                    <a:pt x="4991" y="2264"/>
                    <a:pt x="5512" y="1789"/>
                    <a:pt x="6106" y="1789"/>
                  </a:cubicBezTo>
                  <a:close/>
                  <a:moveTo>
                    <a:pt x="9778" y="3834"/>
                  </a:moveTo>
                  <a:cubicBezTo>
                    <a:pt x="9969" y="3834"/>
                    <a:pt x="10145" y="3910"/>
                    <a:pt x="10201" y="4122"/>
                  </a:cubicBezTo>
                  <a:cubicBezTo>
                    <a:pt x="10351" y="4548"/>
                    <a:pt x="9875" y="4949"/>
                    <a:pt x="9574" y="5174"/>
                  </a:cubicBezTo>
                  <a:cubicBezTo>
                    <a:pt x="9223" y="5425"/>
                    <a:pt x="8847" y="5650"/>
                    <a:pt x="8421" y="5801"/>
                  </a:cubicBezTo>
                  <a:cubicBezTo>
                    <a:pt x="8421" y="5776"/>
                    <a:pt x="8421" y="5776"/>
                    <a:pt x="8421" y="5751"/>
                  </a:cubicBezTo>
                  <a:cubicBezTo>
                    <a:pt x="8446" y="5074"/>
                    <a:pt x="8722" y="4272"/>
                    <a:pt x="9349" y="3946"/>
                  </a:cubicBezTo>
                  <a:cubicBezTo>
                    <a:pt x="9469" y="3880"/>
                    <a:pt x="9629" y="3834"/>
                    <a:pt x="9778" y="3834"/>
                  </a:cubicBezTo>
                  <a:close/>
                  <a:moveTo>
                    <a:pt x="12473" y="5908"/>
                  </a:moveTo>
                  <a:cubicBezTo>
                    <a:pt x="12641" y="5908"/>
                    <a:pt x="12796" y="5960"/>
                    <a:pt x="12908" y="6101"/>
                  </a:cubicBezTo>
                  <a:cubicBezTo>
                    <a:pt x="13108" y="6377"/>
                    <a:pt x="13008" y="6828"/>
                    <a:pt x="12857" y="7104"/>
                  </a:cubicBezTo>
                  <a:cubicBezTo>
                    <a:pt x="12507" y="7706"/>
                    <a:pt x="11830" y="8056"/>
                    <a:pt x="11153" y="8157"/>
                  </a:cubicBezTo>
                  <a:cubicBezTo>
                    <a:pt x="11003" y="8182"/>
                    <a:pt x="10852" y="8194"/>
                    <a:pt x="10705" y="8194"/>
                  </a:cubicBezTo>
                  <a:cubicBezTo>
                    <a:pt x="10558" y="8194"/>
                    <a:pt x="10414" y="8182"/>
                    <a:pt x="10276" y="8157"/>
                  </a:cubicBezTo>
                  <a:cubicBezTo>
                    <a:pt x="10276" y="8056"/>
                    <a:pt x="10301" y="7931"/>
                    <a:pt x="10326" y="7831"/>
                  </a:cubicBezTo>
                  <a:cubicBezTo>
                    <a:pt x="10552" y="7104"/>
                    <a:pt x="11078" y="6452"/>
                    <a:pt x="11755" y="6127"/>
                  </a:cubicBezTo>
                  <a:cubicBezTo>
                    <a:pt x="11949" y="6022"/>
                    <a:pt x="12224" y="5908"/>
                    <a:pt x="12473" y="5908"/>
                  </a:cubicBezTo>
                  <a:close/>
                  <a:moveTo>
                    <a:pt x="2614" y="0"/>
                  </a:moveTo>
                  <a:cubicBezTo>
                    <a:pt x="2362" y="0"/>
                    <a:pt x="2106" y="78"/>
                    <a:pt x="1905" y="212"/>
                  </a:cubicBezTo>
                  <a:cubicBezTo>
                    <a:pt x="1529" y="462"/>
                    <a:pt x="1329" y="888"/>
                    <a:pt x="1304" y="1340"/>
                  </a:cubicBezTo>
                  <a:cubicBezTo>
                    <a:pt x="1253" y="1766"/>
                    <a:pt x="1354" y="2192"/>
                    <a:pt x="1554" y="2593"/>
                  </a:cubicBezTo>
                  <a:cubicBezTo>
                    <a:pt x="1451" y="2603"/>
                    <a:pt x="1347" y="2608"/>
                    <a:pt x="1242" y="2608"/>
                  </a:cubicBezTo>
                  <a:cubicBezTo>
                    <a:pt x="814" y="2608"/>
                    <a:pt x="383" y="2523"/>
                    <a:pt x="0" y="2342"/>
                  </a:cubicBezTo>
                  <a:lnTo>
                    <a:pt x="0" y="2342"/>
                  </a:lnTo>
                  <a:cubicBezTo>
                    <a:pt x="25" y="2417"/>
                    <a:pt x="25" y="2492"/>
                    <a:pt x="25" y="2568"/>
                  </a:cubicBezTo>
                  <a:cubicBezTo>
                    <a:pt x="176" y="2618"/>
                    <a:pt x="301" y="2693"/>
                    <a:pt x="451" y="2718"/>
                  </a:cubicBezTo>
                  <a:cubicBezTo>
                    <a:pt x="679" y="2779"/>
                    <a:pt x="925" y="2812"/>
                    <a:pt x="1173" y="2812"/>
                  </a:cubicBezTo>
                  <a:cubicBezTo>
                    <a:pt x="1334" y="2812"/>
                    <a:pt x="1496" y="2798"/>
                    <a:pt x="1654" y="2768"/>
                  </a:cubicBezTo>
                  <a:cubicBezTo>
                    <a:pt x="1855" y="3144"/>
                    <a:pt x="2156" y="3470"/>
                    <a:pt x="2482" y="3746"/>
                  </a:cubicBezTo>
                  <a:cubicBezTo>
                    <a:pt x="3058" y="4197"/>
                    <a:pt x="3760" y="4422"/>
                    <a:pt x="4487" y="4422"/>
                  </a:cubicBezTo>
                  <a:cubicBezTo>
                    <a:pt x="4712" y="5024"/>
                    <a:pt x="5163" y="5525"/>
                    <a:pt x="5715" y="5826"/>
                  </a:cubicBezTo>
                  <a:cubicBezTo>
                    <a:pt x="6197" y="6090"/>
                    <a:pt x="6728" y="6220"/>
                    <a:pt x="7265" y="6220"/>
                  </a:cubicBezTo>
                  <a:cubicBezTo>
                    <a:pt x="7593" y="6220"/>
                    <a:pt x="7923" y="6171"/>
                    <a:pt x="8246" y="6076"/>
                  </a:cubicBezTo>
                  <a:cubicBezTo>
                    <a:pt x="8246" y="6277"/>
                    <a:pt x="8296" y="6477"/>
                    <a:pt x="8371" y="6678"/>
                  </a:cubicBezTo>
                  <a:cubicBezTo>
                    <a:pt x="8597" y="7430"/>
                    <a:pt x="9173" y="8056"/>
                    <a:pt x="9950" y="8282"/>
                  </a:cubicBezTo>
                  <a:cubicBezTo>
                    <a:pt x="9975" y="8282"/>
                    <a:pt x="10025" y="8307"/>
                    <a:pt x="10050" y="8307"/>
                  </a:cubicBezTo>
                  <a:cubicBezTo>
                    <a:pt x="10025" y="8482"/>
                    <a:pt x="10025" y="8683"/>
                    <a:pt x="10050" y="8883"/>
                  </a:cubicBezTo>
                  <a:cubicBezTo>
                    <a:pt x="10126" y="8883"/>
                    <a:pt x="10176" y="8858"/>
                    <a:pt x="10251" y="8858"/>
                  </a:cubicBezTo>
                  <a:cubicBezTo>
                    <a:pt x="10226" y="8708"/>
                    <a:pt x="10226" y="8533"/>
                    <a:pt x="10251" y="8357"/>
                  </a:cubicBezTo>
                  <a:cubicBezTo>
                    <a:pt x="10420" y="8388"/>
                    <a:pt x="10592" y="8404"/>
                    <a:pt x="10765" y="8404"/>
                  </a:cubicBezTo>
                  <a:cubicBezTo>
                    <a:pt x="11283" y="8404"/>
                    <a:pt x="11805" y="8263"/>
                    <a:pt x="12256" y="7981"/>
                  </a:cubicBezTo>
                  <a:cubicBezTo>
                    <a:pt x="12582" y="7781"/>
                    <a:pt x="12883" y="7480"/>
                    <a:pt x="13058" y="7154"/>
                  </a:cubicBezTo>
                  <a:cubicBezTo>
                    <a:pt x="13208" y="6828"/>
                    <a:pt x="13309" y="6377"/>
                    <a:pt x="13108" y="6051"/>
                  </a:cubicBezTo>
                  <a:cubicBezTo>
                    <a:pt x="12963" y="5804"/>
                    <a:pt x="12724" y="5717"/>
                    <a:pt x="12472" y="5717"/>
                  </a:cubicBezTo>
                  <a:cubicBezTo>
                    <a:pt x="12289" y="5717"/>
                    <a:pt x="12098" y="5763"/>
                    <a:pt x="11930" y="5826"/>
                  </a:cubicBezTo>
                  <a:cubicBezTo>
                    <a:pt x="11529" y="5976"/>
                    <a:pt x="11153" y="6227"/>
                    <a:pt x="10852" y="6528"/>
                  </a:cubicBezTo>
                  <a:cubicBezTo>
                    <a:pt x="10451" y="6954"/>
                    <a:pt x="10176" y="7530"/>
                    <a:pt x="10076" y="8107"/>
                  </a:cubicBezTo>
                  <a:cubicBezTo>
                    <a:pt x="9750" y="8006"/>
                    <a:pt x="9449" y="7856"/>
                    <a:pt x="9198" y="7630"/>
                  </a:cubicBezTo>
                  <a:cubicBezTo>
                    <a:pt x="8747" y="7204"/>
                    <a:pt x="8497" y="6628"/>
                    <a:pt x="8446" y="6026"/>
                  </a:cubicBezTo>
                  <a:cubicBezTo>
                    <a:pt x="8446" y="6001"/>
                    <a:pt x="8472" y="6001"/>
                    <a:pt x="8497" y="6001"/>
                  </a:cubicBezTo>
                  <a:cubicBezTo>
                    <a:pt x="8973" y="5826"/>
                    <a:pt x="9424" y="5550"/>
                    <a:pt x="9825" y="5249"/>
                  </a:cubicBezTo>
                  <a:cubicBezTo>
                    <a:pt x="10151" y="4974"/>
                    <a:pt x="10527" y="4548"/>
                    <a:pt x="10426" y="4096"/>
                  </a:cubicBezTo>
                  <a:cubicBezTo>
                    <a:pt x="10348" y="3782"/>
                    <a:pt x="10070" y="3638"/>
                    <a:pt x="9784" y="3638"/>
                  </a:cubicBezTo>
                  <a:cubicBezTo>
                    <a:pt x="9705" y="3638"/>
                    <a:pt x="9625" y="3649"/>
                    <a:pt x="9549" y="3670"/>
                  </a:cubicBezTo>
                  <a:cubicBezTo>
                    <a:pt x="9148" y="3771"/>
                    <a:pt x="8847" y="4021"/>
                    <a:pt x="8622" y="4347"/>
                  </a:cubicBezTo>
                  <a:cubicBezTo>
                    <a:pt x="8346" y="4798"/>
                    <a:pt x="8221" y="5350"/>
                    <a:pt x="8221" y="5876"/>
                  </a:cubicBezTo>
                  <a:cubicBezTo>
                    <a:pt x="7894" y="5963"/>
                    <a:pt x="7568" y="6031"/>
                    <a:pt x="7225" y="6031"/>
                  </a:cubicBezTo>
                  <a:cubicBezTo>
                    <a:pt x="7173" y="6031"/>
                    <a:pt x="7121" y="6030"/>
                    <a:pt x="7068" y="6026"/>
                  </a:cubicBezTo>
                  <a:cubicBezTo>
                    <a:pt x="6266" y="5976"/>
                    <a:pt x="5464" y="5575"/>
                    <a:pt x="4988" y="4949"/>
                  </a:cubicBezTo>
                  <a:cubicBezTo>
                    <a:pt x="4862" y="4773"/>
                    <a:pt x="4787" y="4598"/>
                    <a:pt x="4712" y="4397"/>
                  </a:cubicBezTo>
                  <a:cubicBezTo>
                    <a:pt x="4837" y="4397"/>
                    <a:pt x="4963" y="4372"/>
                    <a:pt x="5113" y="4347"/>
                  </a:cubicBezTo>
                  <a:cubicBezTo>
                    <a:pt x="5940" y="4197"/>
                    <a:pt x="7018" y="3595"/>
                    <a:pt x="7143" y="2668"/>
                  </a:cubicBezTo>
                  <a:cubicBezTo>
                    <a:pt x="7218" y="2267"/>
                    <a:pt x="7018" y="1866"/>
                    <a:pt x="6642" y="1690"/>
                  </a:cubicBezTo>
                  <a:cubicBezTo>
                    <a:pt x="6470" y="1621"/>
                    <a:pt x="6292" y="1589"/>
                    <a:pt x="6116" y="1589"/>
                  </a:cubicBezTo>
                  <a:cubicBezTo>
                    <a:pt x="5909" y="1589"/>
                    <a:pt x="5704" y="1634"/>
                    <a:pt x="5514" y="1716"/>
                  </a:cubicBezTo>
                  <a:cubicBezTo>
                    <a:pt x="4737" y="2066"/>
                    <a:pt x="4336" y="2944"/>
                    <a:pt x="4361" y="3746"/>
                  </a:cubicBezTo>
                  <a:cubicBezTo>
                    <a:pt x="4361" y="3921"/>
                    <a:pt x="4386" y="4071"/>
                    <a:pt x="4436" y="4222"/>
                  </a:cubicBezTo>
                  <a:cubicBezTo>
                    <a:pt x="4211" y="4222"/>
                    <a:pt x="3985" y="4197"/>
                    <a:pt x="3760" y="4147"/>
                  </a:cubicBezTo>
                  <a:cubicBezTo>
                    <a:pt x="2983" y="3946"/>
                    <a:pt x="2281" y="3445"/>
                    <a:pt x="1880" y="2743"/>
                  </a:cubicBezTo>
                  <a:lnTo>
                    <a:pt x="1855" y="2743"/>
                  </a:lnTo>
                  <a:cubicBezTo>
                    <a:pt x="2356" y="2618"/>
                    <a:pt x="2807" y="2392"/>
                    <a:pt x="3133" y="2041"/>
                  </a:cubicBezTo>
                  <a:cubicBezTo>
                    <a:pt x="3384" y="1741"/>
                    <a:pt x="3584" y="1340"/>
                    <a:pt x="3584" y="939"/>
                  </a:cubicBezTo>
                  <a:cubicBezTo>
                    <a:pt x="3584" y="563"/>
                    <a:pt x="3359" y="212"/>
                    <a:pt x="2983" y="61"/>
                  </a:cubicBezTo>
                  <a:cubicBezTo>
                    <a:pt x="2866" y="20"/>
                    <a:pt x="2740" y="0"/>
                    <a:pt x="26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4" name="Google Shape;4564;p54"/>
            <p:cNvSpPr/>
            <p:nvPr/>
          </p:nvSpPr>
          <p:spPr>
            <a:xfrm>
              <a:off x="2081140" y="4064338"/>
              <a:ext cx="126478" cy="67476"/>
            </a:xfrm>
            <a:custGeom>
              <a:rect b="b" l="l" r="r" t="t"/>
              <a:pathLst>
                <a:path extrusionOk="0" h="2397" w="4493">
                  <a:moveTo>
                    <a:pt x="1578" y="195"/>
                  </a:moveTo>
                  <a:cubicBezTo>
                    <a:pt x="1729" y="195"/>
                    <a:pt x="1725" y="413"/>
                    <a:pt x="1679" y="527"/>
                  </a:cubicBezTo>
                  <a:cubicBezTo>
                    <a:pt x="1604" y="753"/>
                    <a:pt x="1429" y="978"/>
                    <a:pt x="1203" y="1104"/>
                  </a:cubicBezTo>
                  <a:cubicBezTo>
                    <a:pt x="1153" y="903"/>
                    <a:pt x="1153" y="703"/>
                    <a:pt x="1228" y="527"/>
                  </a:cubicBezTo>
                  <a:cubicBezTo>
                    <a:pt x="1278" y="402"/>
                    <a:pt x="1404" y="251"/>
                    <a:pt x="1529" y="201"/>
                  </a:cubicBezTo>
                  <a:cubicBezTo>
                    <a:pt x="1547" y="197"/>
                    <a:pt x="1563" y="195"/>
                    <a:pt x="1578" y="195"/>
                  </a:cubicBezTo>
                  <a:close/>
                  <a:moveTo>
                    <a:pt x="3005" y="892"/>
                  </a:moveTo>
                  <a:cubicBezTo>
                    <a:pt x="3030" y="892"/>
                    <a:pt x="3056" y="895"/>
                    <a:pt x="3083" y="903"/>
                  </a:cubicBezTo>
                  <a:cubicBezTo>
                    <a:pt x="3233" y="953"/>
                    <a:pt x="3208" y="1154"/>
                    <a:pt x="3158" y="1279"/>
                  </a:cubicBezTo>
                  <a:cubicBezTo>
                    <a:pt x="3083" y="1429"/>
                    <a:pt x="2958" y="1530"/>
                    <a:pt x="2807" y="1630"/>
                  </a:cubicBezTo>
                  <a:cubicBezTo>
                    <a:pt x="2732" y="1480"/>
                    <a:pt x="2682" y="1304"/>
                    <a:pt x="2732" y="1129"/>
                  </a:cubicBezTo>
                  <a:cubicBezTo>
                    <a:pt x="2753" y="1001"/>
                    <a:pt x="2864" y="892"/>
                    <a:pt x="3005" y="892"/>
                  </a:cubicBezTo>
                  <a:close/>
                  <a:moveTo>
                    <a:pt x="1587" y="1"/>
                  </a:moveTo>
                  <a:cubicBezTo>
                    <a:pt x="1545" y="1"/>
                    <a:pt x="1500" y="9"/>
                    <a:pt x="1454" y="26"/>
                  </a:cubicBezTo>
                  <a:cubicBezTo>
                    <a:pt x="1078" y="126"/>
                    <a:pt x="928" y="602"/>
                    <a:pt x="978" y="953"/>
                  </a:cubicBezTo>
                  <a:cubicBezTo>
                    <a:pt x="978" y="1028"/>
                    <a:pt x="1003" y="1104"/>
                    <a:pt x="1028" y="1179"/>
                  </a:cubicBezTo>
                  <a:cubicBezTo>
                    <a:pt x="978" y="1204"/>
                    <a:pt x="953" y="1204"/>
                    <a:pt x="928" y="1204"/>
                  </a:cubicBezTo>
                  <a:cubicBezTo>
                    <a:pt x="897" y="1209"/>
                    <a:pt x="866" y="1211"/>
                    <a:pt x="835" y="1211"/>
                  </a:cubicBezTo>
                  <a:cubicBezTo>
                    <a:pt x="531" y="1211"/>
                    <a:pt x="201" y="994"/>
                    <a:pt x="201" y="652"/>
                  </a:cubicBezTo>
                  <a:cubicBezTo>
                    <a:pt x="201" y="590"/>
                    <a:pt x="151" y="559"/>
                    <a:pt x="100" y="559"/>
                  </a:cubicBezTo>
                  <a:cubicBezTo>
                    <a:pt x="50" y="559"/>
                    <a:pt x="0" y="590"/>
                    <a:pt x="0" y="652"/>
                  </a:cubicBezTo>
                  <a:cubicBezTo>
                    <a:pt x="0" y="1079"/>
                    <a:pt x="376" y="1379"/>
                    <a:pt x="777" y="1429"/>
                  </a:cubicBezTo>
                  <a:cubicBezTo>
                    <a:pt x="877" y="1429"/>
                    <a:pt x="1003" y="1404"/>
                    <a:pt x="1103" y="1379"/>
                  </a:cubicBezTo>
                  <a:cubicBezTo>
                    <a:pt x="1203" y="1580"/>
                    <a:pt x="1354" y="1780"/>
                    <a:pt x="1579" y="1881"/>
                  </a:cubicBezTo>
                  <a:cubicBezTo>
                    <a:pt x="1749" y="1977"/>
                    <a:pt x="1942" y="2022"/>
                    <a:pt x="2138" y="2022"/>
                  </a:cubicBezTo>
                  <a:cubicBezTo>
                    <a:pt x="2349" y="2022"/>
                    <a:pt x="2563" y="1971"/>
                    <a:pt x="2757" y="1881"/>
                  </a:cubicBezTo>
                  <a:cubicBezTo>
                    <a:pt x="2857" y="2031"/>
                    <a:pt x="2983" y="2131"/>
                    <a:pt x="3133" y="2206"/>
                  </a:cubicBezTo>
                  <a:cubicBezTo>
                    <a:pt x="3345" y="2333"/>
                    <a:pt x="3588" y="2397"/>
                    <a:pt x="3831" y="2397"/>
                  </a:cubicBezTo>
                  <a:cubicBezTo>
                    <a:pt x="4021" y="2397"/>
                    <a:pt x="4211" y="2358"/>
                    <a:pt x="4386" y="2282"/>
                  </a:cubicBezTo>
                  <a:cubicBezTo>
                    <a:pt x="4492" y="2239"/>
                    <a:pt x="4437" y="2089"/>
                    <a:pt x="4342" y="2089"/>
                  </a:cubicBezTo>
                  <a:cubicBezTo>
                    <a:pt x="4324" y="2089"/>
                    <a:pt x="4305" y="2094"/>
                    <a:pt x="4286" y="2106"/>
                  </a:cubicBezTo>
                  <a:cubicBezTo>
                    <a:pt x="4150" y="2167"/>
                    <a:pt x="4002" y="2195"/>
                    <a:pt x="3853" y="2195"/>
                  </a:cubicBezTo>
                  <a:cubicBezTo>
                    <a:pt x="3510" y="2195"/>
                    <a:pt x="3160" y="2043"/>
                    <a:pt x="2933" y="1780"/>
                  </a:cubicBezTo>
                  <a:cubicBezTo>
                    <a:pt x="3233" y="1605"/>
                    <a:pt x="3534" y="1254"/>
                    <a:pt x="3384" y="928"/>
                  </a:cubicBezTo>
                  <a:cubicBezTo>
                    <a:pt x="3313" y="757"/>
                    <a:pt x="3178" y="687"/>
                    <a:pt x="3036" y="687"/>
                  </a:cubicBezTo>
                  <a:cubicBezTo>
                    <a:pt x="2822" y="687"/>
                    <a:pt x="2592" y="843"/>
                    <a:pt x="2532" y="1054"/>
                  </a:cubicBezTo>
                  <a:cubicBezTo>
                    <a:pt x="2456" y="1279"/>
                    <a:pt x="2507" y="1505"/>
                    <a:pt x="2632" y="1705"/>
                  </a:cubicBezTo>
                  <a:cubicBezTo>
                    <a:pt x="2481" y="1769"/>
                    <a:pt x="2315" y="1802"/>
                    <a:pt x="2151" y="1802"/>
                  </a:cubicBezTo>
                  <a:cubicBezTo>
                    <a:pt x="1797" y="1802"/>
                    <a:pt x="1450" y="1647"/>
                    <a:pt x="1278" y="1304"/>
                  </a:cubicBezTo>
                  <a:cubicBezTo>
                    <a:pt x="1504" y="1179"/>
                    <a:pt x="1679" y="978"/>
                    <a:pt x="1805" y="753"/>
                  </a:cubicBezTo>
                  <a:cubicBezTo>
                    <a:pt x="1880" y="602"/>
                    <a:pt x="1955" y="402"/>
                    <a:pt x="1905" y="226"/>
                  </a:cubicBezTo>
                  <a:cubicBezTo>
                    <a:pt x="1847" y="91"/>
                    <a:pt x="1730" y="1"/>
                    <a:pt x="15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5" name="Google Shape;4565;p54"/>
            <p:cNvSpPr/>
            <p:nvPr/>
          </p:nvSpPr>
          <p:spPr>
            <a:xfrm>
              <a:off x="2390432" y="3990977"/>
              <a:ext cx="131911" cy="51627"/>
            </a:xfrm>
            <a:custGeom>
              <a:rect b="b" l="l" r="r" t="t"/>
              <a:pathLst>
                <a:path extrusionOk="0" h="1834" w="4686">
                  <a:moveTo>
                    <a:pt x="1147" y="202"/>
                  </a:moveTo>
                  <a:cubicBezTo>
                    <a:pt x="1220" y="202"/>
                    <a:pt x="1286" y="244"/>
                    <a:pt x="1319" y="351"/>
                  </a:cubicBezTo>
                  <a:cubicBezTo>
                    <a:pt x="1369" y="502"/>
                    <a:pt x="1269" y="702"/>
                    <a:pt x="1219" y="852"/>
                  </a:cubicBezTo>
                  <a:cubicBezTo>
                    <a:pt x="1194" y="903"/>
                    <a:pt x="1144" y="953"/>
                    <a:pt x="1119" y="1028"/>
                  </a:cubicBezTo>
                  <a:cubicBezTo>
                    <a:pt x="943" y="903"/>
                    <a:pt x="818" y="727"/>
                    <a:pt x="818" y="527"/>
                  </a:cubicBezTo>
                  <a:cubicBezTo>
                    <a:pt x="818" y="375"/>
                    <a:pt x="998" y="202"/>
                    <a:pt x="1147" y="202"/>
                  </a:cubicBezTo>
                  <a:close/>
                  <a:moveTo>
                    <a:pt x="2775" y="368"/>
                  </a:moveTo>
                  <a:cubicBezTo>
                    <a:pt x="2904" y="368"/>
                    <a:pt x="3021" y="449"/>
                    <a:pt x="3048" y="627"/>
                  </a:cubicBezTo>
                  <a:cubicBezTo>
                    <a:pt x="3099" y="928"/>
                    <a:pt x="2848" y="1103"/>
                    <a:pt x="2597" y="1203"/>
                  </a:cubicBezTo>
                  <a:cubicBezTo>
                    <a:pt x="2422" y="1028"/>
                    <a:pt x="2322" y="752"/>
                    <a:pt x="2472" y="527"/>
                  </a:cubicBezTo>
                  <a:cubicBezTo>
                    <a:pt x="2552" y="424"/>
                    <a:pt x="2668" y="368"/>
                    <a:pt x="2775" y="368"/>
                  </a:cubicBezTo>
                  <a:close/>
                  <a:moveTo>
                    <a:pt x="1141" y="0"/>
                  </a:moveTo>
                  <a:cubicBezTo>
                    <a:pt x="1056" y="0"/>
                    <a:pt x="968" y="25"/>
                    <a:pt x="893" y="76"/>
                  </a:cubicBezTo>
                  <a:cubicBezTo>
                    <a:pt x="542" y="276"/>
                    <a:pt x="567" y="727"/>
                    <a:pt x="818" y="1003"/>
                  </a:cubicBezTo>
                  <a:cubicBezTo>
                    <a:pt x="868" y="1078"/>
                    <a:pt x="943" y="1128"/>
                    <a:pt x="1018" y="1178"/>
                  </a:cubicBezTo>
                  <a:cubicBezTo>
                    <a:pt x="993" y="1203"/>
                    <a:pt x="968" y="1253"/>
                    <a:pt x="943" y="1279"/>
                  </a:cubicBezTo>
                  <a:cubicBezTo>
                    <a:pt x="843" y="1404"/>
                    <a:pt x="718" y="1479"/>
                    <a:pt x="542" y="1479"/>
                  </a:cubicBezTo>
                  <a:cubicBezTo>
                    <a:pt x="392" y="1479"/>
                    <a:pt x="266" y="1429"/>
                    <a:pt x="216" y="1279"/>
                  </a:cubicBezTo>
                  <a:cubicBezTo>
                    <a:pt x="206" y="1228"/>
                    <a:pt x="167" y="1206"/>
                    <a:pt x="127" y="1206"/>
                  </a:cubicBezTo>
                  <a:cubicBezTo>
                    <a:pt x="66" y="1206"/>
                    <a:pt x="1" y="1254"/>
                    <a:pt x="16" y="1329"/>
                  </a:cubicBezTo>
                  <a:cubicBezTo>
                    <a:pt x="84" y="1566"/>
                    <a:pt x="312" y="1689"/>
                    <a:pt x="546" y="1689"/>
                  </a:cubicBezTo>
                  <a:cubicBezTo>
                    <a:pt x="658" y="1689"/>
                    <a:pt x="771" y="1661"/>
                    <a:pt x="868" y="1604"/>
                  </a:cubicBezTo>
                  <a:cubicBezTo>
                    <a:pt x="993" y="1529"/>
                    <a:pt x="1094" y="1429"/>
                    <a:pt x="1169" y="1304"/>
                  </a:cubicBezTo>
                  <a:cubicBezTo>
                    <a:pt x="1444" y="1454"/>
                    <a:pt x="1745" y="1529"/>
                    <a:pt x="2046" y="1529"/>
                  </a:cubicBezTo>
                  <a:cubicBezTo>
                    <a:pt x="2196" y="1529"/>
                    <a:pt x="2372" y="1504"/>
                    <a:pt x="2547" y="1454"/>
                  </a:cubicBezTo>
                  <a:cubicBezTo>
                    <a:pt x="2723" y="1604"/>
                    <a:pt x="2973" y="1730"/>
                    <a:pt x="3199" y="1780"/>
                  </a:cubicBezTo>
                  <a:cubicBezTo>
                    <a:pt x="3335" y="1816"/>
                    <a:pt x="3476" y="1833"/>
                    <a:pt x="3617" y="1833"/>
                  </a:cubicBezTo>
                  <a:cubicBezTo>
                    <a:pt x="3967" y="1833"/>
                    <a:pt x="4316" y="1726"/>
                    <a:pt x="4602" y="1529"/>
                  </a:cubicBezTo>
                  <a:cubicBezTo>
                    <a:pt x="4685" y="1467"/>
                    <a:pt x="4631" y="1335"/>
                    <a:pt x="4538" y="1335"/>
                  </a:cubicBezTo>
                  <a:cubicBezTo>
                    <a:pt x="4519" y="1335"/>
                    <a:pt x="4498" y="1341"/>
                    <a:pt x="4477" y="1354"/>
                  </a:cubicBezTo>
                  <a:cubicBezTo>
                    <a:pt x="4235" y="1532"/>
                    <a:pt x="3921" y="1626"/>
                    <a:pt x="3606" y="1626"/>
                  </a:cubicBezTo>
                  <a:cubicBezTo>
                    <a:pt x="3301" y="1626"/>
                    <a:pt x="2994" y="1538"/>
                    <a:pt x="2748" y="1354"/>
                  </a:cubicBezTo>
                  <a:cubicBezTo>
                    <a:pt x="2923" y="1279"/>
                    <a:pt x="3073" y="1153"/>
                    <a:pt x="3174" y="1003"/>
                  </a:cubicBezTo>
                  <a:cubicBezTo>
                    <a:pt x="3349" y="677"/>
                    <a:pt x="3224" y="176"/>
                    <a:pt x="2823" y="151"/>
                  </a:cubicBezTo>
                  <a:cubicBezTo>
                    <a:pt x="2811" y="150"/>
                    <a:pt x="2799" y="150"/>
                    <a:pt x="2787" y="150"/>
                  </a:cubicBezTo>
                  <a:cubicBezTo>
                    <a:pt x="2428" y="150"/>
                    <a:pt x="2148" y="514"/>
                    <a:pt x="2196" y="878"/>
                  </a:cubicBezTo>
                  <a:cubicBezTo>
                    <a:pt x="2221" y="1028"/>
                    <a:pt x="2297" y="1153"/>
                    <a:pt x="2372" y="1279"/>
                  </a:cubicBezTo>
                  <a:cubicBezTo>
                    <a:pt x="2255" y="1298"/>
                    <a:pt x="2135" y="1310"/>
                    <a:pt x="2015" y="1310"/>
                  </a:cubicBezTo>
                  <a:cubicBezTo>
                    <a:pt x="1826" y="1310"/>
                    <a:pt x="1638" y="1280"/>
                    <a:pt x="1469" y="1203"/>
                  </a:cubicBezTo>
                  <a:cubicBezTo>
                    <a:pt x="1419" y="1178"/>
                    <a:pt x="1344" y="1153"/>
                    <a:pt x="1294" y="1128"/>
                  </a:cubicBezTo>
                  <a:cubicBezTo>
                    <a:pt x="1394" y="953"/>
                    <a:pt x="1495" y="777"/>
                    <a:pt x="1520" y="577"/>
                  </a:cubicBezTo>
                  <a:cubicBezTo>
                    <a:pt x="1545" y="401"/>
                    <a:pt x="1520" y="201"/>
                    <a:pt x="1369" y="76"/>
                  </a:cubicBezTo>
                  <a:cubicBezTo>
                    <a:pt x="1307" y="25"/>
                    <a:pt x="1225" y="0"/>
                    <a:pt x="114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6" name="Google Shape;4566;p54"/>
            <p:cNvSpPr/>
            <p:nvPr/>
          </p:nvSpPr>
          <p:spPr>
            <a:xfrm>
              <a:off x="2452251" y="3940897"/>
              <a:ext cx="305512" cy="211660"/>
            </a:xfrm>
            <a:custGeom>
              <a:rect b="b" l="l" r="r" t="t"/>
              <a:pathLst>
                <a:path extrusionOk="0" h="7519" w="10853">
                  <a:moveTo>
                    <a:pt x="8899" y="199"/>
                  </a:moveTo>
                  <a:cubicBezTo>
                    <a:pt x="8965" y="199"/>
                    <a:pt x="9032" y="215"/>
                    <a:pt x="9098" y="251"/>
                  </a:cubicBezTo>
                  <a:cubicBezTo>
                    <a:pt x="9374" y="376"/>
                    <a:pt x="9499" y="702"/>
                    <a:pt x="9574" y="952"/>
                  </a:cubicBezTo>
                  <a:cubicBezTo>
                    <a:pt x="9725" y="1479"/>
                    <a:pt x="9700" y="2055"/>
                    <a:pt x="9524" y="2556"/>
                  </a:cubicBezTo>
                  <a:cubicBezTo>
                    <a:pt x="9374" y="2481"/>
                    <a:pt x="9223" y="2381"/>
                    <a:pt x="9098" y="2256"/>
                  </a:cubicBezTo>
                  <a:cubicBezTo>
                    <a:pt x="8873" y="2055"/>
                    <a:pt x="8697" y="1829"/>
                    <a:pt x="8547" y="1554"/>
                  </a:cubicBezTo>
                  <a:cubicBezTo>
                    <a:pt x="8396" y="1253"/>
                    <a:pt x="8271" y="877"/>
                    <a:pt x="8421" y="551"/>
                  </a:cubicBezTo>
                  <a:cubicBezTo>
                    <a:pt x="8498" y="360"/>
                    <a:pt x="8690" y="199"/>
                    <a:pt x="8899" y="199"/>
                  </a:cubicBezTo>
                  <a:close/>
                  <a:moveTo>
                    <a:pt x="5754" y="2278"/>
                  </a:moveTo>
                  <a:cubicBezTo>
                    <a:pt x="5774" y="2278"/>
                    <a:pt x="5794" y="2279"/>
                    <a:pt x="5815" y="2281"/>
                  </a:cubicBezTo>
                  <a:cubicBezTo>
                    <a:pt x="6391" y="2356"/>
                    <a:pt x="6767" y="2982"/>
                    <a:pt x="6817" y="3509"/>
                  </a:cubicBezTo>
                  <a:cubicBezTo>
                    <a:pt x="6867" y="3784"/>
                    <a:pt x="6817" y="4060"/>
                    <a:pt x="6742" y="4336"/>
                  </a:cubicBezTo>
                  <a:lnTo>
                    <a:pt x="6642" y="4336"/>
                  </a:lnTo>
                  <a:cubicBezTo>
                    <a:pt x="6091" y="4235"/>
                    <a:pt x="5439" y="3960"/>
                    <a:pt x="5163" y="3433"/>
                  </a:cubicBezTo>
                  <a:cubicBezTo>
                    <a:pt x="4969" y="2973"/>
                    <a:pt x="5174" y="2278"/>
                    <a:pt x="5754" y="2278"/>
                  </a:cubicBezTo>
                  <a:close/>
                  <a:moveTo>
                    <a:pt x="3772" y="3947"/>
                  </a:moveTo>
                  <a:cubicBezTo>
                    <a:pt x="3904" y="3947"/>
                    <a:pt x="4035" y="3997"/>
                    <a:pt x="4136" y="4085"/>
                  </a:cubicBezTo>
                  <a:cubicBezTo>
                    <a:pt x="4637" y="4486"/>
                    <a:pt x="4411" y="5138"/>
                    <a:pt x="4111" y="5589"/>
                  </a:cubicBezTo>
                  <a:cubicBezTo>
                    <a:pt x="3760" y="5464"/>
                    <a:pt x="3459" y="5238"/>
                    <a:pt x="3309" y="4887"/>
                  </a:cubicBezTo>
                  <a:cubicBezTo>
                    <a:pt x="3183" y="4636"/>
                    <a:pt x="3208" y="4311"/>
                    <a:pt x="3409" y="4110"/>
                  </a:cubicBezTo>
                  <a:cubicBezTo>
                    <a:pt x="3509" y="3997"/>
                    <a:pt x="3641" y="3947"/>
                    <a:pt x="3772" y="3947"/>
                  </a:cubicBezTo>
                  <a:close/>
                  <a:moveTo>
                    <a:pt x="903" y="5612"/>
                  </a:moveTo>
                  <a:cubicBezTo>
                    <a:pt x="1184" y="5612"/>
                    <a:pt x="1439" y="5804"/>
                    <a:pt x="1604" y="6040"/>
                  </a:cubicBezTo>
                  <a:cubicBezTo>
                    <a:pt x="1780" y="6266"/>
                    <a:pt x="1880" y="6541"/>
                    <a:pt x="1905" y="6842"/>
                  </a:cubicBezTo>
                  <a:cubicBezTo>
                    <a:pt x="1847" y="6846"/>
                    <a:pt x="1789" y="6848"/>
                    <a:pt x="1732" y="6848"/>
                  </a:cubicBezTo>
                  <a:cubicBezTo>
                    <a:pt x="1446" y="6848"/>
                    <a:pt x="1178" y="6796"/>
                    <a:pt x="928" y="6692"/>
                  </a:cubicBezTo>
                  <a:cubicBezTo>
                    <a:pt x="677" y="6591"/>
                    <a:pt x="401" y="6416"/>
                    <a:pt x="351" y="6140"/>
                  </a:cubicBezTo>
                  <a:cubicBezTo>
                    <a:pt x="301" y="5840"/>
                    <a:pt x="577" y="5639"/>
                    <a:pt x="852" y="5614"/>
                  </a:cubicBezTo>
                  <a:cubicBezTo>
                    <a:pt x="869" y="5613"/>
                    <a:pt x="887" y="5612"/>
                    <a:pt x="903" y="5612"/>
                  </a:cubicBezTo>
                  <a:close/>
                  <a:moveTo>
                    <a:pt x="8929" y="1"/>
                  </a:moveTo>
                  <a:cubicBezTo>
                    <a:pt x="8707" y="1"/>
                    <a:pt x="8493" y="117"/>
                    <a:pt x="8346" y="301"/>
                  </a:cubicBezTo>
                  <a:cubicBezTo>
                    <a:pt x="8121" y="601"/>
                    <a:pt x="8121" y="977"/>
                    <a:pt x="8246" y="1328"/>
                  </a:cubicBezTo>
                  <a:cubicBezTo>
                    <a:pt x="8446" y="1930"/>
                    <a:pt x="8898" y="2456"/>
                    <a:pt x="9449" y="2757"/>
                  </a:cubicBezTo>
                  <a:cubicBezTo>
                    <a:pt x="9248" y="3258"/>
                    <a:pt x="8873" y="3709"/>
                    <a:pt x="8371" y="3985"/>
                  </a:cubicBezTo>
                  <a:cubicBezTo>
                    <a:pt x="7981" y="4214"/>
                    <a:pt x="7528" y="4339"/>
                    <a:pt x="7069" y="4339"/>
                  </a:cubicBezTo>
                  <a:cubicBezTo>
                    <a:pt x="7027" y="4339"/>
                    <a:pt x="6985" y="4338"/>
                    <a:pt x="6943" y="4336"/>
                  </a:cubicBezTo>
                  <a:cubicBezTo>
                    <a:pt x="7093" y="3834"/>
                    <a:pt x="7068" y="3233"/>
                    <a:pt x="6792" y="2782"/>
                  </a:cubicBezTo>
                  <a:cubicBezTo>
                    <a:pt x="6581" y="2411"/>
                    <a:pt x="6158" y="2090"/>
                    <a:pt x="5733" y="2090"/>
                  </a:cubicBezTo>
                  <a:cubicBezTo>
                    <a:pt x="5555" y="2090"/>
                    <a:pt x="5377" y="2147"/>
                    <a:pt x="5213" y="2281"/>
                  </a:cubicBezTo>
                  <a:cubicBezTo>
                    <a:pt x="4988" y="2456"/>
                    <a:pt x="4862" y="2782"/>
                    <a:pt x="4888" y="3083"/>
                  </a:cubicBezTo>
                  <a:cubicBezTo>
                    <a:pt x="4888" y="3408"/>
                    <a:pt x="5063" y="3709"/>
                    <a:pt x="5289" y="3935"/>
                  </a:cubicBezTo>
                  <a:cubicBezTo>
                    <a:pt x="5664" y="4286"/>
                    <a:pt x="6166" y="4486"/>
                    <a:pt x="6692" y="4536"/>
                  </a:cubicBezTo>
                  <a:cubicBezTo>
                    <a:pt x="6592" y="4737"/>
                    <a:pt x="6492" y="4937"/>
                    <a:pt x="6341" y="5088"/>
                  </a:cubicBezTo>
                  <a:cubicBezTo>
                    <a:pt x="5960" y="5516"/>
                    <a:pt x="5421" y="5741"/>
                    <a:pt x="4874" y="5741"/>
                  </a:cubicBezTo>
                  <a:cubicBezTo>
                    <a:pt x="4845" y="5741"/>
                    <a:pt x="4816" y="5741"/>
                    <a:pt x="4787" y="5739"/>
                  </a:cubicBezTo>
                  <a:cubicBezTo>
                    <a:pt x="4637" y="5739"/>
                    <a:pt x="4487" y="5714"/>
                    <a:pt x="4311" y="5664"/>
                  </a:cubicBezTo>
                  <a:cubicBezTo>
                    <a:pt x="4461" y="5464"/>
                    <a:pt x="4562" y="5213"/>
                    <a:pt x="4612" y="4962"/>
                  </a:cubicBezTo>
                  <a:cubicBezTo>
                    <a:pt x="4662" y="4611"/>
                    <a:pt x="4612" y="4261"/>
                    <a:pt x="4361" y="4010"/>
                  </a:cubicBezTo>
                  <a:cubicBezTo>
                    <a:pt x="4197" y="3846"/>
                    <a:pt x="3980" y="3735"/>
                    <a:pt x="3767" y="3735"/>
                  </a:cubicBezTo>
                  <a:cubicBezTo>
                    <a:pt x="3688" y="3735"/>
                    <a:pt x="3609" y="3750"/>
                    <a:pt x="3534" y="3784"/>
                  </a:cubicBezTo>
                  <a:cubicBezTo>
                    <a:pt x="3233" y="3885"/>
                    <a:pt x="3058" y="4185"/>
                    <a:pt x="3033" y="4486"/>
                  </a:cubicBezTo>
                  <a:cubicBezTo>
                    <a:pt x="2983" y="4837"/>
                    <a:pt x="3158" y="5163"/>
                    <a:pt x="3409" y="5388"/>
                  </a:cubicBezTo>
                  <a:cubicBezTo>
                    <a:pt x="3584" y="5564"/>
                    <a:pt x="3785" y="5689"/>
                    <a:pt x="3985" y="5764"/>
                  </a:cubicBezTo>
                  <a:cubicBezTo>
                    <a:pt x="3985" y="5764"/>
                    <a:pt x="3985" y="5789"/>
                    <a:pt x="3985" y="5789"/>
                  </a:cubicBezTo>
                  <a:cubicBezTo>
                    <a:pt x="3609" y="6215"/>
                    <a:pt x="3133" y="6541"/>
                    <a:pt x="2582" y="6717"/>
                  </a:cubicBezTo>
                  <a:cubicBezTo>
                    <a:pt x="2431" y="6742"/>
                    <a:pt x="2281" y="6792"/>
                    <a:pt x="2106" y="6817"/>
                  </a:cubicBezTo>
                  <a:cubicBezTo>
                    <a:pt x="2055" y="6466"/>
                    <a:pt x="1930" y="6115"/>
                    <a:pt x="1705" y="5840"/>
                  </a:cubicBezTo>
                  <a:cubicBezTo>
                    <a:pt x="1492" y="5603"/>
                    <a:pt x="1190" y="5411"/>
                    <a:pt x="883" y="5411"/>
                  </a:cubicBezTo>
                  <a:cubicBezTo>
                    <a:pt x="864" y="5411"/>
                    <a:pt x="846" y="5412"/>
                    <a:pt x="827" y="5413"/>
                  </a:cubicBezTo>
                  <a:cubicBezTo>
                    <a:pt x="527" y="5439"/>
                    <a:pt x="226" y="5614"/>
                    <a:pt x="151" y="5915"/>
                  </a:cubicBezTo>
                  <a:cubicBezTo>
                    <a:pt x="0" y="6616"/>
                    <a:pt x="877" y="6967"/>
                    <a:pt x="1429" y="7017"/>
                  </a:cubicBezTo>
                  <a:cubicBezTo>
                    <a:pt x="1579" y="7043"/>
                    <a:pt x="1755" y="7043"/>
                    <a:pt x="1905" y="7043"/>
                  </a:cubicBezTo>
                  <a:cubicBezTo>
                    <a:pt x="1905" y="7193"/>
                    <a:pt x="1880" y="7368"/>
                    <a:pt x="1830" y="7519"/>
                  </a:cubicBezTo>
                  <a:lnTo>
                    <a:pt x="2055" y="7519"/>
                  </a:lnTo>
                  <a:cubicBezTo>
                    <a:pt x="2106" y="7343"/>
                    <a:pt x="2106" y="7168"/>
                    <a:pt x="2106" y="7017"/>
                  </a:cubicBezTo>
                  <a:cubicBezTo>
                    <a:pt x="2557" y="6967"/>
                    <a:pt x="2983" y="6817"/>
                    <a:pt x="3359" y="6591"/>
                  </a:cubicBezTo>
                  <a:cubicBezTo>
                    <a:pt x="3659" y="6391"/>
                    <a:pt x="3960" y="6140"/>
                    <a:pt x="4186" y="5840"/>
                  </a:cubicBezTo>
                  <a:cubicBezTo>
                    <a:pt x="4398" y="5910"/>
                    <a:pt x="4609" y="5941"/>
                    <a:pt x="4821" y="5941"/>
                  </a:cubicBezTo>
                  <a:cubicBezTo>
                    <a:pt x="4985" y="5941"/>
                    <a:pt x="5149" y="5922"/>
                    <a:pt x="5314" y="5890"/>
                  </a:cubicBezTo>
                  <a:cubicBezTo>
                    <a:pt x="5990" y="5764"/>
                    <a:pt x="6567" y="5313"/>
                    <a:pt x="6842" y="4687"/>
                  </a:cubicBezTo>
                  <a:cubicBezTo>
                    <a:pt x="6867" y="4636"/>
                    <a:pt x="6867" y="4586"/>
                    <a:pt x="6893" y="4536"/>
                  </a:cubicBezTo>
                  <a:cubicBezTo>
                    <a:pt x="6955" y="4549"/>
                    <a:pt x="7012" y="4555"/>
                    <a:pt x="7068" y="4555"/>
                  </a:cubicBezTo>
                  <a:cubicBezTo>
                    <a:pt x="7124" y="4555"/>
                    <a:pt x="7181" y="4549"/>
                    <a:pt x="7243" y="4536"/>
                  </a:cubicBezTo>
                  <a:cubicBezTo>
                    <a:pt x="7945" y="4486"/>
                    <a:pt x="8597" y="4185"/>
                    <a:pt x="9098" y="3684"/>
                  </a:cubicBezTo>
                  <a:cubicBezTo>
                    <a:pt x="9324" y="3433"/>
                    <a:pt x="9499" y="3158"/>
                    <a:pt x="9649" y="2832"/>
                  </a:cubicBezTo>
                  <a:cubicBezTo>
                    <a:pt x="9949" y="2972"/>
                    <a:pt x="10280" y="3048"/>
                    <a:pt x="10604" y="3048"/>
                  </a:cubicBezTo>
                  <a:cubicBezTo>
                    <a:pt x="10688" y="3048"/>
                    <a:pt x="10771" y="3043"/>
                    <a:pt x="10852" y="3032"/>
                  </a:cubicBezTo>
                  <a:cubicBezTo>
                    <a:pt x="10827" y="2982"/>
                    <a:pt x="10802" y="2907"/>
                    <a:pt x="10777" y="2832"/>
                  </a:cubicBezTo>
                  <a:cubicBezTo>
                    <a:pt x="10777" y="2857"/>
                    <a:pt x="10752" y="2857"/>
                    <a:pt x="10727" y="2857"/>
                  </a:cubicBezTo>
                  <a:cubicBezTo>
                    <a:pt x="10376" y="2857"/>
                    <a:pt x="10025" y="2782"/>
                    <a:pt x="9725" y="2657"/>
                  </a:cubicBezTo>
                  <a:cubicBezTo>
                    <a:pt x="9800" y="2381"/>
                    <a:pt x="9850" y="2105"/>
                    <a:pt x="9875" y="1829"/>
                  </a:cubicBezTo>
                  <a:cubicBezTo>
                    <a:pt x="9900" y="1479"/>
                    <a:pt x="9850" y="1128"/>
                    <a:pt x="9750" y="802"/>
                  </a:cubicBezTo>
                  <a:cubicBezTo>
                    <a:pt x="9649" y="501"/>
                    <a:pt x="9474" y="200"/>
                    <a:pt x="9173" y="50"/>
                  </a:cubicBezTo>
                  <a:cubicBezTo>
                    <a:pt x="9093" y="16"/>
                    <a:pt x="9010" y="1"/>
                    <a:pt x="892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7" name="Google Shape;4567;p54"/>
            <p:cNvSpPr/>
            <p:nvPr/>
          </p:nvSpPr>
          <p:spPr>
            <a:xfrm>
              <a:off x="2649757" y="4064113"/>
              <a:ext cx="76962" cy="52725"/>
            </a:xfrm>
            <a:custGeom>
              <a:rect b="b" l="l" r="r" t="t"/>
              <a:pathLst>
                <a:path extrusionOk="0" h="1873" w="2734">
                  <a:moveTo>
                    <a:pt x="1129" y="547"/>
                  </a:moveTo>
                  <a:cubicBezTo>
                    <a:pt x="1212" y="547"/>
                    <a:pt x="1298" y="613"/>
                    <a:pt x="1330" y="711"/>
                  </a:cubicBezTo>
                  <a:cubicBezTo>
                    <a:pt x="1380" y="861"/>
                    <a:pt x="1305" y="1036"/>
                    <a:pt x="1205" y="1162"/>
                  </a:cubicBezTo>
                  <a:cubicBezTo>
                    <a:pt x="1004" y="1036"/>
                    <a:pt x="854" y="836"/>
                    <a:pt x="1004" y="610"/>
                  </a:cubicBezTo>
                  <a:cubicBezTo>
                    <a:pt x="1040" y="566"/>
                    <a:pt x="1084" y="547"/>
                    <a:pt x="1129" y="547"/>
                  </a:cubicBezTo>
                  <a:close/>
                  <a:moveTo>
                    <a:pt x="2359" y="1"/>
                  </a:moveTo>
                  <a:cubicBezTo>
                    <a:pt x="2276" y="1"/>
                    <a:pt x="2206" y="107"/>
                    <a:pt x="2283" y="184"/>
                  </a:cubicBezTo>
                  <a:cubicBezTo>
                    <a:pt x="2458" y="385"/>
                    <a:pt x="2458" y="736"/>
                    <a:pt x="2308" y="986"/>
                  </a:cubicBezTo>
                  <a:cubicBezTo>
                    <a:pt x="2161" y="1195"/>
                    <a:pt x="1911" y="1300"/>
                    <a:pt x="1657" y="1300"/>
                  </a:cubicBezTo>
                  <a:cubicBezTo>
                    <a:pt x="1607" y="1300"/>
                    <a:pt x="1556" y="1295"/>
                    <a:pt x="1506" y="1287"/>
                  </a:cubicBezTo>
                  <a:cubicBezTo>
                    <a:pt x="1455" y="1262"/>
                    <a:pt x="1430" y="1262"/>
                    <a:pt x="1380" y="1237"/>
                  </a:cubicBezTo>
                  <a:cubicBezTo>
                    <a:pt x="1481" y="1087"/>
                    <a:pt x="1581" y="911"/>
                    <a:pt x="1556" y="711"/>
                  </a:cubicBezTo>
                  <a:cubicBezTo>
                    <a:pt x="1506" y="535"/>
                    <a:pt x="1355" y="335"/>
                    <a:pt x="1155" y="335"/>
                  </a:cubicBezTo>
                  <a:cubicBezTo>
                    <a:pt x="929" y="335"/>
                    <a:pt x="754" y="535"/>
                    <a:pt x="754" y="736"/>
                  </a:cubicBezTo>
                  <a:cubicBezTo>
                    <a:pt x="729" y="986"/>
                    <a:pt x="879" y="1187"/>
                    <a:pt x="1054" y="1312"/>
                  </a:cubicBezTo>
                  <a:lnTo>
                    <a:pt x="1080" y="1312"/>
                  </a:lnTo>
                  <a:cubicBezTo>
                    <a:pt x="921" y="1489"/>
                    <a:pt x="700" y="1678"/>
                    <a:pt x="487" y="1678"/>
                  </a:cubicBezTo>
                  <a:cubicBezTo>
                    <a:pt x="397" y="1678"/>
                    <a:pt x="309" y="1644"/>
                    <a:pt x="227" y="1563"/>
                  </a:cubicBezTo>
                  <a:cubicBezTo>
                    <a:pt x="204" y="1539"/>
                    <a:pt x="178" y="1530"/>
                    <a:pt x="153" y="1530"/>
                  </a:cubicBezTo>
                  <a:cubicBezTo>
                    <a:pt x="71" y="1530"/>
                    <a:pt x="0" y="1636"/>
                    <a:pt x="77" y="1713"/>
                  </a:cubicBezTo>
                  <a:cubicBezTo>
                    <a:pt x="181" y="1817"/>
                    <a:pt x="332" y="1873"/>
                    <a:pt x="491" y="1873"/>
                  </a:cubicBezTo>
                  <a:cubicBezTo>
                    <a:pt x="562" y="1873"/>
                    <a:pt x="634" y="1862"/>
                    <a:pt x="704" y="1838"/>
                  </a:cubicBezTo>
                  <a:cubicBezTo>
                    <a:pt x="929" y="1763"/>
                    <a:pt x="1105" y="1588"/>
                    <a:pt x="1255" y="1412"/>
                  </a:cubicBezTo>
                  <a:cubicBezTo>
                    <a:pt x="1380" y="1470"/>
                    <a:pt x="1520" y="1498"/>
                    <a:pt x="1662" y="1498"/>
                  </a:cubicBezTo>
                  <a:cubicBezTo>
                    <a:pt x="1890" y="1498"/>
                    <a:pt x="2122" y="1426"/>
                    <a:pt x="2308" y="1287"/>
                  </a:cubicBezTo>
                  <a:cubicBezTo>
                    <a:pt x="2684" y="986"/>
                    <a:pt x="2734" y="385"/>
                    <a:pt x="2433" y="34"/>
                  </a:cubicBezTo>
                  <a:cubicBezTo>
                    <a:pt x="2410" y="11"/>
                    <a:pt x="2384" y="1"/>
                    <a:pt x="235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8" name="Google Shape;4568;p54"/>
            <p:cNvSpPr/>
            <p:nvPr/>
          </p:nvSpPr>
          <p:spPr>
            <a:xfrm>
              <a:off x="2150982" y="3396462"/>
              <a:ext cx="59988" cy="51458"/>
            </a:xfrm>
            <a:custGeom>
              <a:rect b="b" l="l" r="r" t="t"/>
              <a:pathLst>
                <a:path extrusionOk="0" h="1828" w="2131">
                  <a:moveTo>
                    <a:pt x="1203" y="743"/>
                  </a:moveTo>
                  <a:cubicBezTo>
                    <a:pt x="1153" y="894"/>
                    <a:pt x="1028" y="994"/>
                    <a:pt x="878" y="1044"/>
                  </a:cubicBezTo>
                  <a:cubicBezTo>
                    <a:pt x="878" y="994"/>
                    <a:pt x="903" y="944"/>
                    <a:pt x="928" y="894"/>
                  </a:cubicBezTo>
                  <a:cubicBezTo>
                    <a:pt x="978" y="793"/>
                    <a:pt x="1078" y="743"/>
                    <a:pt x="1203" y="743"/>
                  </a:cubicBezTo>
                  <a:close/>
                  <a:moveTo>
                    <a:pt x="537" y="0"/>
                  </a:moveTo>
                  <a:cubicBezTo>
                    <a:pt x="518" y="0"/>
                    <a:pt x="497" y="6"/>
                    <a:pt x="477" y="16"/>
                  </a:cubicBezTo>
                  <a:cubicBezTo>
                    <a:pt x="126" y="142"/>
                    <a:pt x="0" y="593"/>
                    <a:pt x="151" y="919"/>
                  </a:cubicBezTo>
                  <a:cubicBezTo>
                    <a:pt x="251" y="1169"/>
                    <a:pt x="477" y="1295"/>
                    <a:pt x="727" y="1295"/>
                  </a:cubicBezTo>
                  <a:cubicBezTo>
                    <a:pt x="727" y="1295"/>
                    <a:pt x="727" y="1295"/>
                    <a:pt x="727" y="1320"/>
                  </a:cubicBezTo>
                  <a:cubicBezTo>
                    <a:pt x="919" y="1745"/>
                    <a:pt x="1362" y="1827"/>
                    <a:pt x="1783" y="1827"/>
                  </a:cubicBezTo>
                  <a:cubicBezTo>
                    <a:pt x="1858" y="1827"/>
                    <a:pt x="1933" y="1825"/>
                    <a:pt x="2005" y="1821"/>
                  </a:cubicBezTo>
                  <a:cubicBezTo>
                    <a:pt x="2131" y="1821"/>
                    <a:pt x="2131" y="1620"/>
                    <a:pt x="2005" y="1620"/>
                  </a:cubicBezTo>
                  <a:cubicBezTo>
                    <a:pt x="1929" y="1626"/>
                    <a:pt x="1847" y="1630"/>
                    <a:pt x="1763" y="1630"/>
                  </a:cubicBezTo>
                  <a:cubicBezTo>
                    <a:pt x="1460" y="1630"/>
                    <a:pt x="1129" y="1575"/>
                    <a:pt x="953" y="1320"/>
                  </a:cubicBezTo>
                  <a:cubicBezTo>
                    <a:pt x="953" y="1295"/>
                    <a:pt x="928" y="1270"/>
                    <a:pt x="928" y="1245"/>
                  </a:cubicBezTo>
                  <a:cubicBezTo>
                    <a:pt x="978" y="1245"/>
                    <a:pt x="1028" y="1219"/>
                    <a:pt x="1078" y="1169"/>
                  </a:cubicBezTo>
                  <a:cubicBezTo>
                    <a:pt x="1279" y="1069"/>
                    <a:pt x="1404" y="869"/>
                    <a:pt x="1404" y="668"/>
                  </a:cubicBezTo>
                  <a:cubicBezTo>
                    <a:pt x="1429" y="618"/>
                    <a:pt x="1379" y="568"/>
                    <a:pt x="1329" y="568"/>
                  </a:cubicBezTo>
                  <a:cubicBezTo>
                    <a:pt x="1282" y="548"/>
                    <a:pt x="1231" y="538"/>
                    <a:pt x="1180" y="538"/>
                  </a:cubicBezTo>
                  <a:cubicBezTo>
                    <a:pt x="1040" y="538"/>
                    <a:pt x="894" y="608"/>
                    <a:pt x="802" y="718"/>
                  </a:cubicBezTo>
                  <a:cubicBezTo>
                    <a:pt x="702" y="844"/>
                    <a:pt x="677" y="969"/>
                    <a:pt x="677" y="1094"/>
                  </a:cubicBezTo>
                  <a:cubicBezTo>
                    <a:pt x="602" y="1094"/>
                    <a:pt x="502" y="1069"/>
                    <a:pt x="452" y="994"/>
                  </a:cubicBezTo>
                  <a:cubicBezTo>
                    <a:pt x="176" y="793"/>
                    <a:pt x="276" y="317"/>
                    <a:pt x="577" y="192"/>
                  </a:cubicBezTo>
                  <a:cubicBezTo>
                    <a:pt x="627" y="167"/>
                    <a:pt x="627" y="92"/>
                    <a:pt x="602" y="42"/>
                  </a:cubicBezTo>
                  <a:cubicBezTo>
                    <a:pt x="587" y="12"/>
                    <a:pt x="564" y="0"/>
                    <a:pt x="53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9" name="Google Shape;4569;p54"/>
            <p:cNvSpPr/>
            <p:nvPr/>
          </p:nvSpPr>
          <p:spPr>
            <a:xfrm>
              <a:off x="2009863" y="3229698"/>
              <a:ext cx="776095" cy="933426"/>
            </a:xfrm>
            <a:custGeom>
              <a:rect b="b" l="l" r="r" t="t"/>
              <a:pathLst>
                <a:path extrusionOk="0" fill="none" h="33159" w="27570">
                  <a:moveTo>
                    <a:pt x="2507" y="1730"/>
                  </a:moveTo>
                  <a:cubicBezTo>
                    <a:pt x="5364" y="1078"/>
                    <a:pt x="8322" y="778"/>
                    <a:pt x="11279" y="778"/>
                  </a:cubicBezTo>
                  <a:cubicBezTo>
                    <a:pt x="11279" y="778"/>
                    <a:pt x="17670" y="1"/>
                    <a:pt x="22758" y="3560"/>
                  </a:cubicBezTo>
                  <a:cubicBezTo>
                    <a:pt x="22758" y="3560"/>
                    <a:pt x="22582" y="20427"/>
                    <a:pt x="24462" y="24211"/>
                  </a:cubicBezTo>
                  <a:cubicBezTo>
                    <a:pt x="26317" y="27996"/>
                    <a:pt x="27570" y="29525"/>
                    <a:pt x="25866" y="31354"/>
                  </a:cubicBezTo>
                  <a:cubicBezTo>
                    <a:pt x="24186" y="33159"/>
                    <a:pt x="1204" y="33109"/>
                    <a:pt x="1204" y="33109"/>
                  </a:cubicBezTo>
                  <a:cubicBezTo>
                    <a:pt x="1204" y="33109"/>
                    <a:pt x="1" y="21454"/>
                    <a:pt x="527" y="14537"/>
                  </a:cubicBezTo>
                  <a:cubicBezTo>
                    <a:pt x="1028" y="7645"/>
                    <a:pt x="2507" y="1730"/>
                    <a:pt x="2507" y="1730"/>
                  </a:cubicBezTo>
                  <a:close/>
                </a:path>
              </a:pathLst>
            </a:custGeom>
            <a:noFill/>
            <a:ln cap="flat" cmpd="sng" w="10650">
              <a:solidFill>
                <a:srgbClr val="212460"/>
              </a:solidFill>
              <a:prstDash val="solid"/>
              <a:miter lim="2506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0" name="Google Shape;4570;p54"/>
            <p:cNvSpPr/>
            <p:nvPr/>
          </p:nvSpPr>
          <p:spPr>
            <a:xfrm>
              <a:off x="1206272" y="3145977"/>
              <a:ext cx="1171181" cy="1114515"/>
            </a:xfrm>
            <a:custGeom>
              <a:rect b="b" l="l" r="r" t="t"/>
              <a:pathLst>
                <a:path extrusionOk="0" h="39592" w="41605">
                  <a:moveTo>
                    <a:pt x="21639" y="1"/>
                  </a:moveTo>
                  <a:cubicBezTo>
                    <a:pt x="19597" y="1"/>
                    <a:pt x="17538" y="236"/>
                    <a:pt x="15539" y="493"/>
                  </a:cubicBezTo>
                  <a:cubicBezTo>
                    <a:pt x="11579" y="1020"/>
                    <a:pt x="7419" y="2448"/>
                    <a:pt x="4737" y="5581"/>
                  </a:cubicBezTo>
                  <a:cubicBezTo>
                    <a:pt x="4537" y="5807"/>
                    <a:pt x="4361" y="6032"/>
                    <a:pt x="4186" y="6258"/>
                  </a:cubicBezTo>
                  <a:cubicBezTo>
                    <a:pt x="3559" y="7110"/>
                    <a:pt x="3133" y="8112"/>
                    <a:pt x="2983" y="9140"/>
                  </a:cubicBezTo>
                  <a:cubicBezTo>
                    <a:pt x="1554" y="18138"/>
                    <a:pt x="627" y="27210"/>
                    <a:pt x="151" y="36308"/>
                  </a:cubicBezTo>
                  <a:cubicBezTo>
                    <a:pt x="101" y="37411"/>
                    <a:pt x="51" y="38489"/>
                    <a:pt x="0" y="39591"/>
                  </a:cubicBezTo>
                  <a:lnTo>
                    <a:pt x="8346" y="36960"/>
                  </a:lnTo>
                  <a:cubicBezTo>
                    <a:pt x="8948" y="30268"/>
                    <a:pt x="9775" y="23626"/>
                    <a:pt x="10853" y="17010"/>
                  </a:cubicBezTo>
                  <a:lnTo>
                    <a:pt x="10853" y="17010"/>
                  </a:lnTo>
                  <a:cubicBezTo>
                    <a:pt x="10853" y="17011"/>
                    <a:pt x="10627" y="23426"/>
                    <a:pt x="11504" y="26458"/>
                  </a:cubicBezTo>
                  <a:cubicBezTo>
                    <a:pt x="11504" y="26458"/>
                    <a:pt x="16537" y="27268"/>
                    <a:pt x="21665" y="27268"/>
                  </a:cubicBezTo>
                  <a:cubicBezTo>
                    <a:pt x="24299" y="27268"/>
                    <a:pt x="26958" y="27055"/>
                    <a:pt x="28973" y="26408"/>
                  </a:cubicBezTo>
                  <a:cubicBezTo>
                    <a:pt x="28973" y="26408"/>
                    <a:pt x="30126" y="20218"/>
                    <a:pt x="29574" y="16283"/>
                  </a:cubicBezTo>
                  <a:lnTo>
                    <a:pt x="29574" y="16283"/>
                  </a:lnTo>
                  <a:cubicBezTo>
                    <a:pt x="29575" y="16286"/>
                    <a:pt x="32331" y="31021"/>
                    <a:pt x="32632" y="38088"/>
                  </a:cubicBezTo>
                  <a:cubicBezTo>
                    <a:pt x="32638" y="38215"/>
                    <a:pt x="33106" y="38263"/>
                    <a:pt x="33811" y="38263"/>
                  </a:cubicBezTo>
                  <a:cubicBezTo>
                    <a:pt x="36030" y="38263"/>
                    <a:pt x="40602" y="37787"/>
                    <a:pt x="40602" y="37787"/>
                  </a:cubicBezTo>
                  <a:cubicBezTo>
                    <a:pt x="40602" y="37787"/>
                    <a:pt x="41605" y="11721"/>
                    <a:pt x="36216" y="6483"/>
                  </a:cubicBezTo>
                  <a:cubicBezTo>
                    <a:pt x="33986" y="4328"/>
                    <a:pt x="31379" y="2473"/>
                    <a:pt x="28472" y="1245"/>
                  </a:cubicBezTo>
                  <a:cubicBezTo>
                    <a:pt x="26292" y="309"/>
                    <a:pt x="23976" y="1"/>
                    <a:pt x="2163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1" name="Google Shape;4571;p54"/>
            <p:cNvSpPr/>
            <p:nvPr/>
          </p:nvSpPr>
          <p:spPr>
            <a:xfrm>
              <a:off x="1203457" y="3143219"/>
              <a:ext cx="1151419" cy="1120286"/>
            </a:xfrm>
            <a:custGeom>
              <a:rect b="b" l="l" r="r" t="t"/>
              <a:pathLst>
                <a:path extrusionOk="0" h="39797" w="40903">
                  <a:moveTo>
                    <a:pt x="21794" y="195"/>
                  </a:moveTo>
                  <a:cubicBezTo>
                    <a:pt x="22772" y="195"/>
                    <a:pt x="23749" y="252"/>
                    <a:pt x="24712" y="391"/>
                  </a:cubicBezTo>
                  <a:cubicBezTo>
                    <a:pt x="25840" y="541"/>
                    <a:pt x="26943" y="817"/>
                    <a:pt x="28020" y="1218"/>
                  </a:cubicBezTo>
                  <a:cubicBezTo>
                    <a:pt x="29048" y="1594"/>
                    <a:pt x="30025" y="2095"/>
                    <a:pt x="30978" y="2647"/>
                  </a:cubicBezTo>
                  <a:cubicBezTo>
                    <a:pt x="32908" y="3749"/>
                    <a:pt x="34662" y="5128"/>
                    <a:pt x="36241" y="6657"/>
                  </a:cubicBezTo>
                  <a:cubicBezTo>
                    <a:pt x="36842" y="7233"/>
                    <a:pt x="37269" y="7960"/>
                    <a:pt x="37619" y="8687"/>
                  </a:cubicBezTo>
                  <a:cubicBezTo>
                    <a:pt x="38071" y="9639"/>
                    <a:pt x="38396" y="10616"/>
                    <a:pt x="38672" y="11594"/>
                  </a:cubicBezTo>
                  <a:cubicBezTo>
                    <a:pt x="39349" y="14050"/>
                    <a:pt x="39725" y="16606"/>
                    <a:pt x="40025" y="19138"/>
                  </a:cubicBezTo>
                  <a:cubicBezTo>
                    <a:pt x="40301" y="21845"/>
                    <a:pt x="40477" y="24551"/>
                    <a:pt x="40577" y="27283"/>
                  </a:cubicBezTo>
                  <a:cubicBezTo>
                    <a:pt x="40652" y="29564"/>
                    <a:pt x="40677" y="31845"/>
                    <a:pt x="40677" y="34125"/>
                  </a:cubicBezTo>
                  <a:cubicBezTo>
                    <a:pt x="40677" y="35328"/>
                    <a:pt x="40652" y="36531"/>
                    <a:pt x="40602" y="37709"/>
                  </a:cubicBezTo>
                  <a:cubicBezTo>
                    <a:pt x="40602" y="37734"/>
                    <a:pt x="40602" y="37764"/>
                    <a:pt x="40602" y="37794"/>
                  </a:cubicBezTo>
                  <a:lnTo>
                    <a:pt x="40602" y="37794"/>
                  </a:lnTo>
                  <a:cubicBezTo>
                    <a:pt x="39081" y="37941"/>
                    <a:pt x="37561" y="38087"/>
                    <a:pt x="36040" y="38160"/>
                  </a:cubicBezTo>
                  <a:cubicBezTo>
                    <a:pt x="35402" y="38214"/>
                    <a:pt x="34752" y="38267"/>
                    <a:pt x="34098" y="38267"/>
                  </a:cubicBezTo>
                  <a:cubicBezTo>
                    <a:pt x="33827" y="38267"/>
                    <a:pt x="33555" y="38258"/>
                    <a:pt x="33284" y="38236"/>
                  </a:cubicBezTo>
                  <a:cubicBezTo>
                    <a:pt x="33183" y="38236"/>
                    <a:pt x="33058" y="38236"/>
                    <a:pt x="32933" y="38211"/>
                  </a:cubicBezTo>
                  <a:cubicBezTo>
                    <a:pt x="32908" y="38211"/>
                    <a:pt x="32857" y="38186"/>
                    <a:pt x="32857" y="38186"/>
                  </a:cubicBezTo>
                  <a:cubicBezTo>
                    <a:pt x="32847" y="38180"/>
                    <a:pt x="32839" y="38175"/>
                    <a:pt x="32832" y="38171"/>
                  </a:cubicBezTo>
                  <a:lnTo>
                    <a:pt x="32832" y="38171"/>
                  </a:lnTo>
                  <a:cubicBezTo>
                    <a:pt x="32832" y="38134"/>
                    <a:pt x="32832" y="38053"/>
                    <a:pt x="32832" y="38035"/>
                  </a:cubicBezTo>
                  <a:cubicBezTo>
                    <a:pt x="32807" y="37985"/>
                    <a:pt x="32807" y="37910"/>
                    <a:pt x="32807" y="37835"/>
                  </a:cubicBezTo>
                  <a:cubicBezTo>
                    <a:pt x="32807" y="37709"/>
                    <a:pt x="32807" y="37559"/>
                    <a:pt x="32782" y="37409"/>
                  </a:cubicBezTo>
                  <a:cubicBezTo>
                    <a:pt x="32782" y="37133"/>
                    <a:pt x="32757" y="36832"/>
                    <a:pt x="32732" y="36556"/>
                  </a:cubicBezTo>
                  <a:cubicBezTo>
                    <a:pt x="32532" y="33800"/>
                    <a:pt x="32156" y="31068"/>
                    <a:pt x="31755" y="28361"/>
                  </a:cubicBezTo>
                  <a:cubicBezTo>
                    <a:pt x="31379" y="25704"/>
                    <a:pt x="30953" y="23073"/>
                    <a:pt x="30502" y="20441"/>
                  </a:cubicBezTo>
                  <a:cubicBezTo>
                    <a:pt x="30351" y="19539"/>
                    <a:pt x="30201" y="18637"/>
                    <a:pt x="30025" y="17734"/>
                  </a:cubicBezTo>
                  <a:cubicBezTo>
                    <a:pt x="29950" y="17308"/>
                    <a:pt x="29900" y="16857"/>
                    <a:pt x="29800" y="16406"/>
                  </a:cubicBezTo>
                  <a:cubicBezTo>
                    <a:pt x="29789" y="16406"/>
                    <a:pt x="29783" y="16402"/>
                    <a:pt x="29780" y="16395"/>
                  </a:cubicBezTo>
                  <a:lnTo>
                    <a:pt x="29780" y="16395"/>
                  </a:lnTo>
                  <a:cubicBezTo>
                    <a:pt x="29778" y="16382"/>
                    <a:pt x="29776" y="16369"/>
                    <a:pt x="29775" y="16356"/>
                  </a:cubicBezTo>
                  <a:cubicBezTo>
                    <a:pt x="29765" y="16305"/>
                    <a:pt x="29730" y="16283"/>
                    <a:pt x="29692" y="16283"/>
                  </a:cubicBezTo>
                  <a:cubicBezTo>
                    <a:pt x="29637" y="16283"/>
                    <a:pt x="29574" y="16331"/>
                    <a:pt x="29574" y="16406"/>
                  </a:cubicBezTo>
                  <a:cubicBezTo>
                    <a:pt x="29800" y="18110"/>
                    <a:pt x="29750" y="19840"/>
                    <a:pt x="29599" y="21519"/>
                  </a:cubicBezTo>
                  <a:cubicBezTo>
                    <a:pt x="29499" y="22922"/>
                    <a:pt x="29324" y="24301"/>
                    <a:pt x="29098" y="25679"/>
                  </a:cubicBezTo>
                  <a:cubicBezTo>
                    <a:pt x="29051" y="25935"/>
                    <a:pt x="29027" y="26191"/>
                    <a:pt x="28983" y="26427"/>
                  </a:cubicBezTo>
                  <a:lnTo>
                    <a:pt x="28983" y="26427"/>
                  </a:lnTo>
                  <a:cubicBezTo>
                    <a:pt x="27700" y="26839"/>
                    <a:pt x="26369" y="27034"/>
                    <a:pt x="25038" y="27133"/>
                  </a:cubicBezTo>
                  <a:cubicBezTo>
                    <a:pt x="23891" y="27230"/>
                    <a:pt x="22730" y="27267"/>
                    <a:pt x="21565" y="27267"/>
                  </a:cubicBezTo>
                  <a:cubicBezTo>
                    <a:pt x="21228" y="27267"/>
                    <a:pt x="20890" y="27264"/>
                    <a:pt x="20552" y="27258"/>
                  </a:cubicBezTo>
                  <a:cubicBezTo>
                    <a:pt x="18070" y="27208"/>
                    <a:pt x="15564" y="26982"/>
                    <a:pt x="13108" y="26682"/>
                  </a:cubicBezTo>
                  <a:cubicBezTo>
                    <a:pt x="12628" y="26610"/>
                    <a:pt x="12171" y="26561"/>
                    <a:pt x="11693" y="26491"/>
                  </a:cubicBezTo>
                  <a:lnTo>
                    <a:pt x="11693" y="26491"/>
                  </a:lnTo>
                  <a:cubicBezTo>
                    <a:pt x="11277" y="25049"/>
                    <a:pt x="11177" y="23510"/>
                    <a:pt x="11103" y="22020"/>
                  </a:cubicBezTo>
                  <a:cubicBezTo>
                    <a:pt x="11028" y="20667"/>
                    <a:pt x="11003" y="19288"/>
                    <a:pt x="11028" y="17935"/>
                  </a:cubicBezTo>
                  <a:cubicBezTo>
                    <a:pt x="11028" y="17676"/>
                    <a:pt x="11028" y="17417"/>
                    <a:pt x="11049" y="17158"/>
                  </a:cubicBezTo>
                  <a:lnTo>
                    <a:pt x="11049" y="17158"/>
                  </a:lnTo>
                  <a:cubicBezTo>
                    <a:pt x="11050" y="17149"/>
                    <a:pt x="11051" y="17141"/>
                    <a:pt x="11053" y="17133"/>
                  </a:cubicBezTo>
                  <a:cubicBezTo>
                    <a:pt x="11052" y="17133"/>
                    <a:pt x="11051" y="17132"/>
                    <a:pt x="11051" y="17132"/>
                  </a:cubicBezTo>
                  <a:lnTo>
                    <a:pt x="11051" y="17132"/>
                  </a:lnTo>
                  <a:cubicBezTo>
                    <a:pt x="11051" y="17124"/>
                    <a:pt x="11052" y="17116"/>
                    <a:pt x="11053" y="17108"/>
                  </a:cubicBezTo>
                  <a:cubicBezTo>
                    <a:pt x="11053" y="17039"/>
                    <a:pt x="11000" y="17000"/>
                    <a:pt x="10948" y="17000"/>
                  </a:cubicBezTo>
                  <a:cubicBezTo>
                    <a:pt x="10905" y="17000"/>
                    <a:pt x="10864" y="17026"/>
                    <a:pt x="10852" y="17083"/>
                  </a:cubicBezTo>
                  <a:cubicBezTo>
                    <a:pt x="10025" y="22246"/>
                    <a:pt x="9323" y="27434"/>
                    <a:pt x="8772" y="32647"/>
                  </a:cubicBezTo>
                  <a:cubicBezTo>
                    <a:pt x="8624" y="34099"/>
                    <a:pt x="8501" y="35528"/>
                    <a:pt x="8354" y="36979"/>
                  </a:cubicBezTo>
                  <a:lnTo>
                    <a:pt x="8354" y="36979"/>
                  </a:lnTo>
                  <a:cubicBezTo>
                    <a:pt x="7448" y="37273"/>
                    <a:pt x="6519" y="37566"/>
                    <a:pt x="5614" y="37860"/>
                  </a:cubicBezTo>
                  <a:cubicBezTo>
                    <a:pt x="4110" y="38311"/>
                    <a:pt x="2607" y="38787"/>
                    <a:pt x="1103" y="39263"/>
                  </a:cubicBezTo>
                  <a:lnTo>
                    <a:pt x="206" y="39548"/>
                  </a:lnTo>
                  <a:lnTo>
                    <a:pt x="206" y="39548"/>
                  </a:lnTo>
                  <a:cubicBezTo>
                    <a:pt x="408" y="34558"/>
                    <a:pt x="756" y="29592"/>
                    <a:pt x="1228" y="24627"/>
                  </a:cubicBezTo>
                  <a:cubicBezTo>
                    <a:pt x="1704" y="19614"/>
                    <a:pt x="2331" y="14627"/>
                    <a:pt x="3108" y="9664"/>
                  </a:cubicBezTo>
                  <a:cubicBezTo>
                    <a:pt x="3283" y="8561"/>
                    <a:pt x="3609" y="7509"/>
                    <a:pt x="4261" y="6581"/>
                  </a:cubicBezTo>
                  <a:cubicBezTo>
                    <a:pt x="4837" y="5704"/>
                    <a:pt x="5589" y="4952"/>
                    <a:pt x="6416" y="4276"/>
                  </a:cubicBezTo>
                  <a:cubicBezTo>
                    <a:pt x="7970" y="2997"/>
                    <a:pt x="9825" y="2120"/>
                    <a:pt x="11755" y="1544"/>
                  </a:cubicBezTo>
                  <a:cubicBezTo>
                    <a:pt x="13735" y="917"/>
                    <a:pt x="15815" y="641"/>
                    <a:pt x="17870" y="441"/>
                  </a:cubicBezTo>
                  <a:cubicBezTo>
                    <a:pt x="19163" y="297"/>
                    <a:pt x="20480" y="195"/>
                    <a:pt x="21794" y="195"/>
                  </a:cubicBezTo>
                  <a:close/>
                  <a:moveTo>
                    <a:pt x="21785" y="0"/>
                  </a:moveTo>
                  <a:cubicBezTo>
                    <a:pt x="21491" y="0"/>
                    <a:pt x="21196" y="5"/>
                    <a:pt x="20903" y="15"/>
                  </a:cubicBezTo>
                  <a:cubicBezTo>
                    <a:pt x="19775" y="40"/>
                    <a:pt x="18647" y="140"/>
                    <a:pt x="17494" y="266"/>
                  </a:cubicBezTo>
                  <a:cubicBezTo>
                    <a:pt x="16441" y="391"/>
                    <a:pt x="15364" y="516"/>
                    <a:pt x="14311" y="717"/>
                  </a:cubicBezTo>
                  <a:cubicBezTo>
                    <a:pt x="10426" y="1418"/>
                    <a:pt x="6391" y="3123"/>
                    <a:pt x="4085" y="6481"/>
                  </a:cubicBezTo>
                  <a:cubicBezTo>
                    <a:pt x="3434" y="7408"/>
                    <a:pt x="3108" y="8461"/>
                    <a:pt x="2932" y="9564"/>
                  </a:cubicBezTo>
                  <a:cubicBezTo>
                    <a:pt x="2732" y="10842"/>
                    <a:pt x="2531" y="12095"/>
                    <a:pt x="2356" y="13348"/>
                  </a:cubicBezTo>
                  <a:cubicBezTo>
                    <a:pt x="2005" y="15855"/>
                    <a:pt x="1704" y="18361"/>
                    <a:pt x="1429" y="20867"/>
                  </a:cubicBezTo>
                  <a:cubicBezTo>
                    <a:pt x="852" y="25905"/>
                    <a:pt x="451" y="30942"/>
                    <a:pt x="176" y="36005"/>
                  </a:cubicBezTo>
                  <a:cubicBezTo>
                    <a:pt x="100" y="37233"/>
                    <a:pt x="50" y="38461"/>
                    <a:pt x="0" y="39689"/>
                  </a:cubicBezTo>
                  <a:cubicBezTo>
                    <a:pt x="0" y="39751"/>
                    <a:pt x="51" y="39796"/>
                    <a:pt x="97" y="39796"/>
                  </a:cubicBezTo>
                  <a:cubicBezTo>
                    <a:pt x="107" y="39796"/>
                    <a:pt x="117" y="39794"/>
                    <a:pt x="125" y="39790"/>
                  </a:cubicBezTo>
                  <a:cubicBezTo>
                    <a:pt x="1078" y="39489"/>
                    <a:pt x="2005" y="39188"/>
                    <a:pt x="2958" y="38887"/>
                  </a:cubicBezTo>
                  <a:cubicBezTo>
                    <a:pt x="4461" y="38436"/>
                    <a:pt x="5965" y="37960"/>
                    <a:pt x="7469" y="37484"/>
                  </a:cubicBezTo>
                  <a:cubicBezTo>
                    <a:pt x="7795" y="37358"/>
                    <a:pt x="8146" y="37258"/>
                    <a:pt x="8496" y="37158"/>
                  </a:cubicBezTo>
                  <a:cubicBezTo>
                    <a:pt x="8528" y="37145"/>
                    <a:pt x="8547" y="37123"/>
                    <a:pt x="8555" y="37098"/>
                  </a:cubicBezTo>
                  <a:lnTo>
                    <a:pt x="8555" y="37098"/>
                  </a:lnTo>
                  <a:cubicBezTo>
                    <a:pt x="8563" y="37086"/>
                    <a:pt x="8569" y="37073"/>
                    <a:pt x="8572" y="37058"/>
                  </a:cubicBezTo>
                  <a:cubicBezTo>
                    <a:pt x="9023" y="31845"/>
                    <a:pt x="9624" y="26657"/>
                    <a:pt x="10376" y="21494"/>
                  </a:cubicBezTo>
                  <a:cubicBezTo>
                    <a:pt x="10510" y="20526"/>
                    <a:pt x="10654" y="19558"/>
                    <a:pt x="10810" y="18591"/>
                  </a:cubicBezTo>
                  <a:lnTo>
                    <a:pt x="10810" y="18591"/>
                  </a:lnTo>
                  <a:cubicBezTo>
                    <a:pt x="10783" y="20467"/>
                    <a:pt x="10860" y="22362"/>
                    <a:pt x="11078" y="24226"/>
                  </a:cubicBezTo>
                  <a:cubicBezTo>
                    <a:pt x="11153" y="25028"/>
                    <a:pt x="11278" y="25830"/>
                    <a:pt x="11504" y="26607"/>
                  </a:cubicBezTo>
                  <a:cubicBezTo>
                    <a:pt x="11529" y="26632"/>
                    <a:pt x="11554" y="26657"/>
                    <a:pt x="11579" y="26657"/>
                  </a:cubicBezTo>
                  <a:cubicBezTo>
                    <a:pt x="13008" y="26882"/>
                    <a:pt x="14436" y="27058"/>
                    <a:pt x="15840" y="27183"/>
                  </a:cubicBezTo>
                  <a:cubicBezTo>
                    <a:pt x="17763" y="27365"/>
                    <a:pt x="19697" y="27482"/>
                    <a:pt x="21620" y="27482"/>
                  </a:cubicBezTo>
                  <a:cubicBezTo>
                    <a:pt x="22604" y="27482"/>
                    <a:pt x="23586" y="27451"/>
                    <a:pt x="24562" y="27383"/>
                  </a:cubicBezTo>
                  <a:cubicBezTo>
                    <a:pt x="26091" y="27283"/>
                    <a:pt x="27619" y="27083"/>
                    <a:pt x="29098" y="26607"/>
                  </a:cubicBezTo>
                  <a:cubicBezTo>
                    <a:pt x="29123" y="26607"/>
                    <a:pt x="29148" y="26581"/>
                    <a:pt x="29173" y="26531"/>
                  </a:cubicBezTo>
                  <a:cubicBezTo>
                    <a:pt x="29599" y="24125"/>
                    <a:pt x="29900" y="21669"/>
                    <a:pt x="29925" y="19213"/>
                  </a:cubicBezTo>
                  <a:cubicBezTo>
                    <a:pt x="29933" y="18898"/>
                    <a:pt x="29933" y="18582"/>
                    <a:pt x="29925" y="18267"/>
                  </a:cubicBezTo>
                  <a:lnTo>
                    <a:pt x="29925" y="18267"/>
                  </a:lnTo>
                  <a:cubicBezTo>
                    <a:pt x="30019" y="18785"/>
                    <a:pt x="30110" y="19302"/>
                    <a:pt x="30201" y="19815"/>
                  </a:cubicBezTo>
                  <a:cubicBezTo>
                    <a:pt x="30652" y="22396"/>
                    <a:pt x="31053" y="24977"/>
                    <a:pt x="31454" y="27559"/>
                  </a:cubicBezTo>
                  <a:cubicBezTo>
                    <a:pt x="31855" y="30366"/>
                    <a:pt x="32256" y="33198"/>
                    <a:pt x="32482" y="36005"/>
                  </a:cubicBezTo>
                  <a:cubicBezTo>
                    <a:pt x="32532" y="36607"/>
                    <a:pt x="32582" y="37183"/>
                    <a:pt x="32607" y="37785"/>
                  </a:cubicBezTo>
                  <a:cubicBezTo>
                    <a:pt x="32607" y="37935"/>
                    <a:pt x="32557" y="38186"/>
                    <a:pt x="32657" y="38311"/>
                  </a:cubicBezTo>
                  <a:cubicBezTo>
                    <a:pt x="32707" y="38361"/>
                    <a:pt x="32807" y="38386"/>
                    <a:pt x="32883" y="38411"/>
                  </a:cubicBezTo>
                  <a:cubicBezTo>
                    <a:pt x="33158" y="38461"/>
                    <a:pt x="33484" y="38461"/>
                    <a:pt x="33785" y="38461"/>
                  </a:cubicBezTo>
                  <a:cubicBezTo>
                    <a:pt x="34236" y="38461"/>
                    <a:pt x="34712" y="38436"/>
                    <a:pt x="35188" y="38436"/>
                  </a:cubicBezTo>
                  <a:cubicBezTo>
                    <a:pt x="36993" y="38336"/>
                    <a:pt x="38797" y="38186"/>
                    <a:pt x="40602" y="37985"/>
                  </a:cubicBezTo>
                  <a:lnTo>
                    <a:pt x="40702" y="37985"/>
                  </a:lnTo>
                  <a:cubicBezTo>
                    <a:pt x="40752" y="37985"/>
                    <a:pt x="40802" y="37935"/>
                    <a:pt x="40802" y="37885"/>
                  </a:cubicBezTo>
                  <a:cubicBezTo>
                    <a:pt x="40852" y="37008"/>
                    <a:pt x="40852" y="36155"/>
                    <a:pt x="40878" y="35303"/>
                  </a:cubicBezTo>
                  <a:cubicBezTo>
                    <a:pt x="40903" y="33173"/>
                    <a:pt x="40878" y="31068"/>
                    <a:pt x="40827" y="28962"/>
                  </a:cubicBezTo>
                  <a:cubicBezTo>
                    <a:pt x="40777" y="26231"/>
                    <a:pt x="40627" y="23524"/>
                    <a:pt x="40376" y="20792"/>
                  </a:cubicBezTo>
                  <a:cubicBezTo>
                    <a:pt x="40151" y="18160"/>
                    <a:pt x="39825" y="15504"/>
                    <a:pt x="39223" y="12922"/>
                  </a:cubicBezTo>
                  <a:cubicBezTo>
                    <a:pt x="38973" y="11819"/>
                    <a:pt x="38672" y="10742"/>
                    <a:pt x="38271" y="9689"/>
                  </a:cubicBezTo>
                  <a:cubicBezTo>
                    <a:pt x="37945" y="8837"/>
                    <a:pt x="37544" y="7985"/>
                    <a:pt x="37018" y="7233"/>
                  </a:cubicBezTo>
                  <a:cubicBezTo>
                    <a:pt x="36717" y="6832"/>
                    <a:pt x="36366" y="6481"/>
                    <a:pt x="35990" y="6130"/>
                  </a:cubicBezTo>
                  <a:cubicBezTo>
                    <a:pt x="35188" y="5403"/>
                    <a:pt x="34361" y="4702"/>
                    <a:pt x="33484" y="4050"/>
                  </a:cubicBezTo>
                  <a:cubicBezTo>
                    <a:pt x="31705" y="2747"/>
                    <a:pt x="29750" y="1594"/>
                    <a:pt x="27644" y="867"/>
                  </a:cubicBezTo>
                  <a:cubicBezTo>
                    <a:pt x="25767" y="234"/>
                    <a:pt x="23775" y="0"/>
                    <a:pt x="2178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2" name="Google Shape;4572;p54"/>
            <p:cNvSpPr/>
            <p:nvPr/>
          </p:nvSpPr>
          <p:spPr>
            <a:xfrm>
              <a:off x="1276114" y="3681770"/>
              <a:ext cx="90333" cy="80706"/>
            </a:xfrm>
            <a:custGeom>
              <a:rect b="b" l="l" r="r" t="t"/>
              <a:pathLst>
                <a:path extrusionOk="0" h="2867" w="3209">
                  <a:moveTo>
                    <a:pt x="1615" y="0"/>
                  </a:moveTo>
                  <a:cubicBezTo>
                    <a:pt x="993" y="0"/>
                    <a:pt x="381" y="409"/>
                    <a:pt x="201" y="1009"/>
                  </a:cubicBezTo>
                  <a:cubicBezTo>
                    <a:pt x="1" y="1686"/>
                    <a:pt x="402" y="2513"/>
                    <a:pt x="1078" y="2789"/>
                  </a:cubicBezTo>
                  <a:cubicBezTo>
                    <a:pt x="1222" y="2842"/>
                    <a:pt x="1373" y="2867"/>
                    <a:pt x="1525" y="2867"/>
                  </a:cubicBezTo>
                  <a:cubicBezTo>
                    <a:pt x="2091" y="2867"/>
                    <a:pt x="2671" y="2520"/>
                    <a:pt x="2908" y="1987"/>
                  </a:cubicBezTo>
                  <a:cubicBezTo>
                    <a:pt x="3209" y="1285"/>
                    <a:pt x="2808" y="358"/>
                    <a:pt x="2081" y="82"/>
                  </a:cubicBezTo>
                  <a:cubicBezTo>
                    <a:pt x="1929" y="26"/>
                    <a:pt x="1772" y="0"/>
                    <a:pt x="16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3" name="Google Shape;4573;p54"/>
            <p:cNvSpPr/>
            <p:nvPr/>
          </p:nvSpPr>
          <p:spPr>
            <a:xfrm>
              <a:off x="1274763" y="3679039"/>
              <a:ext cx="90981" cy="85829"/>
            </a:xfrm>
            <a:custGeom>
              <a:rect b="b" l="l" r="r" t="t"/>
              <a:pathLst>
                <a:path extrusionOk="0" h="3049" w="3232">
                  <a:moveTo>
                    <a:pt x="1657" y="208"/>
                  </a:moveTo>
                  <a:cubicBezTo>
                    <a:pt x="2047" y="208"/>
                    <a:pt x="2424" y="382"/>
                    <a:pt x="2680" y="730"/>
                  </a:cubicBezTo>
                  <a:cubicBezTo>
                    <a:pt x="2981" y="1131"/>
                    <a:pt x="3056" y="1733"/>
                    <a:pt x="2780" y="2184"/>
                  </a:cubicBezTo>
                  <a:cubicBezTo>
                    <a:pt x="2530" y="2608"/>
                    <a:pt x="2057" y="2854"/>
                    <a:pt x="1579" y="2854"/>
                  </a:cubicBezTo>
                  <a:cubicBezTo>
                    <a:pt x="1443" y="2854"/>
                    <a:pt x="1307" y="2834"/>
                    <a:pt x="1175" y="2793"/>
                  </a:cubicBezTo>
                  <a:lnTo>
                    <a:pt x="1175" y="2793"/>
                  </a:lnTo>
                  <a:cubicBezTo>
                    <a:pt x="1168" y="2790"/>
                    <a:pt x="1160" y="2787"/>
                    <a:pt x="1151" y="2786"/>
                  </a:cubicBezTo>
                  <a:cubicBezTo>
                    <a:pt x="1150" y="2785"/>
                    <a:pt x="1149" y="2785"/>
                    <a:pt x="1148" y="2784"/>
                  </a:cubicBezTo>
                  <a:lnTo>
                    <a:pt x="1148" y="2784"/>
                  </a:lnTo>
                  <a:cubicBezTo>
                    <a:pt x="624" y="2582"/>
                    <a:pt x="299" y="2007"/>
                    <a:pt x="299" y="1457"/>
                  </a:cubicBezTo>
                  <a:cubicBezTo>
                    <a:pt x="299" y="906"/>
                    <a:pt x="725" y="455"/>
                    <a:pt x="1227" y="279"/>
                  </a:cubicBezTo>
                  <a:cubicBezTo>
                    <a:pt x="1368" y="232"/>
                    <a:pt x="1514" y="208"/>
                    <a:pt x="1657" y="208"/>
                  </a:cubicBezTo>
                  <a:close/>
                  <a:moveTo>
                    <a:pt x="1661" y="0"/>
                  </a:moveTo>
                  <a:cubicBezTo>
                    <a:pt x="1567" y="0"/>
                    <a:pt x="1472" y="10"/>
                    <a:pt x="1377" y="29"/>
                  </a:cubicBezTo>
                  <a:cubicBezTo>
                    <a:pt x="750" y="129"/>
                    <a:pt x="199" y="630"/>
                    <a:pt x="124" y="1282"/>
                  </a:cubicBezTo>
                  <a:cubicBezTo>
                    <a:pt x="1" y="1972"/>
                    <a:pt x="411" y="2687"/>
                    <a:pt x="1068" y="2948"/>
                  </a:cubicBezTo>
                  <a:lnTo>
                    <a:pt x="1068" y="2948"/>
                  </a:lnTo>
                  <a:cubicBezTo>
                    <a:pt x="1078" y="2954"/>
                    <a:pt x="1089" y="2958"/>
                    <a:pt x="1101" y="2961"/>
                  </a:cubicBezTo>
                  <a:cubicBezTo>
                    <a:pt x="1101" y="2961"/>
                    <a:pt x="1101" y="2961"/>
                    <a:pt x="1101" y="2961"/>
                  </a:cubicBezTo>
                  <a:lnTo>
                    <a:pt x="1101" y="2961"/>
                  </a:lnTo>
                  <a:cubicBezTo>
                    <a:pt x="1103" y="2962"/>
                    <a:pt x="1105" y="2963"/>
                    <a:pt x="1107" y="2963"/>
                  </a:cubicBezTo>
                  <a:lnTo>
                    <a:pt x="1107" y="2963"/>
                  </a:lnTo>
                  <a:cubicBezTo>
                    <a:pt x="1265" y="3022"/>
                    <a:pt x="1432" y="3049"/>
                    <a:pt x="1599" y="3049"/>
                  </a:cubicBezTo>
                  <a:cubicBezTo>
                    <a:pt x="2066" y="3049"/>
                    <a:pt x="2536" y="2834"/>
                    <a:pt x="2831" y="2485"/>
                  </a:cubicBezTo>
                  <a:cubicBezTo>
                    <a:pt x="3232" y="1984"/>
                    <a:pt x="3232" y="1307"/>
                    <a:pt x="2931" y="755"/>
                  </a:cubicBezTo>
                  <a:cubicBezTo>
                    <a:pt x="2676" y="288"/>
                    <a:pt x="2186" y="0"/>
                    <a:pt x="16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4" name="Google Shape;4574;p54"/>
            <p:cNvSpPr/>
            <p:nvPr/>
          </p:nvSpPr>
          <p:spPr>
            <a:xfrm>
              <a:off x="1339622" y="3898221"/>
              <a:ext cx="91037" cy="80425"/>
            </a:xfrm>
            <a:custGeom>
              <a:rect b="b" l="l" r="r" t="t"/>
              <a:pathLst>
                <a:path extrusionOk="0" h="2857" w="3234">
                  <a:moveTo>
                    <a:pt x="1633" y="0"/>
                  </a:moveTo>
                  <a:cubicBezTo>
                    <a:pt x="1068" y="0"/>
                    <a:pt x="497" y="331"/>
                    <a:pt x="276" y="864"/>
                  </a:cubicBezTo>
                  <a:cubicBezTo>
                    <a:pt x="0" y="1541"/>
                    <a:pt x="326" y="2393"/>
                    <a:pt x="978" y="2719"/>
                  </a:cubicBezTo>
                  <a:cubicBezTo>
                    <a:pt x="1164" y="2812"/>
                    <a:pt x="1369" y="2856"/>
                    <a:pt x="1575" y="2856"/>
                  </a:cubicBezTo>
                  <a:cubicBezTo>
                    <a:pt x="2088" y="2856"/>
                    <a:pt x="2607" y="2583"/>
                    <a:pt x="2857" y="2117"/>
                  </a:cubicBezTo>
                  <a:cubicBezTo>
                    <a:pt x="3233" y="1441"/>
                    <a:pt x="2958" y="463"/>
                    <a:pt x="2231" y="137"/>
                  </a:cubicBezTo>
                  <a:cubicBezTo>
                    <a:pt x="2044" y="44"/>
                    <a:pt x="1839" y="0"/>
                    <a:pt x="16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5" name="Google Shape;4575;p54"/>
            <p:cNvSpPr/>
            <p:nvPr/>
          </p:nvSpPr>
          <p:spPr>
            <a:xfrm>
              <a:off x="1337567" y="3895462"/>
              <a:ext cx="93092" cy="85548"/>
            </a:xfrm>
            <a:custGeom>
              <a:rect b="b" l="l" r="r" t="t"/>
              <a:pathLst>
                <a:path extrusionOk="0" h="3039" w="3307">
                  <a:moveTo>
                    <a:pt x="1711" y="199"/>
                  </a:moveTo>
                  <a:cubicBezTo>
                    <a:pt x="2134" y="199"/>
                    <a:pt x="2538" y="404"/>
                    <a:pt x="2780" y="787"/>
                  </a:cubicBezTo>
                  <a:cubicBezTo>
                    <a:pt x="3056" y="1238"/>
                    <a:pt x="3081" y="1839"/>
                    <a:pt x="2780" y="2291"/>
                  </a:cubicBezTo>
                  <a:cubicBezTo>
                    <a:pt x="2519" y="2638"/>
                    <a:pt x="2078" y="2841"/>
                    <a:pt x="1648" y="2841"/>
                  </a:cubicBezTo>
                  <a:cubicBezTo>
                    <a:pt x="1458" y="2841"/>
                    <a:pt x="1270" y="2801"/>
                    <a:pt x="1101" y="2717"/>
                  </a:cubicBezTo>
                  <a:lnTo>
                    <a:pt x="1101" y="2717"/>
                  </a:lnTo>
                  <a:cubicBezTo>
                    <a:pt x="1101" y="2717"/>
                    <a:pt x="1101" y="2717"/>
                    <a:pt x="1101" y="2717"/>
                  </a:cubicBezTo>
                  <a:cubicBezTo>
                    <a:pt x="600" y="2466"/>
                    <a:pt x="299" y="1915"/>
                    <a:pt x="349" y="1363"/>
                  </a:cubicBezTo>
                  <a:cubicBezTo>
                    <a:pt x="424" y="787"/>
                    <a:pt x="875" y="361"/>
                    <a:pt x="1402" y="235"/>
                  </a:cubicBezTo>
                  <a:cubicBezTo>
                    <a:pt x="1504" y="211"/>
                    <a:pt x="1608" y="199"/>
                    <a:pt x="1711" y="199"/>
                  </a:cubicBezTo>
                  <a:close/>
                  <a:moveTo>
                    <a:pt x="1742" y="0"/>
                  </a:moveTo>
                  <a:cubicBezTo>
                    <a:pt x="1688" y="0"/>
                    <a:pt x="1633" y="3"/>
                    <a:pt x="1577" y="10"/>
                  </a:cubicBezTo>
                  <a:cubicBezTo>
                    <a:pt x="976" y="60"/>
                    <a:pt x="374" y="461"/>
                    <a:pt x="199" y="1088"/>
                  </a:cubicBezTo>
                  <a:cubicBezTo>
                    <a:pt x="0" y="1757"/>
                    <a:pt x="342" y="2550"/>
                    <a:pt x="981" y="2882"/>
                  </a:cubicBezTo>
                  <a:lnTo>
                    <a:pt x="981" y="2882"/>
                  </a:lnTo>
                  <a:cubicBezTo>
                    <a:pt x="986" y="2886"/>
                    <a:pt x="993" y="2889"/>
                    <a:pt x="1001" y="2892"/>
                  </a:cubicBezTo>
                  <a:cubicBezTo>
                    <a:pt x="1001" y="2892"/>
                    <a:pt x="1001" y="2892"/>
                    <a:pt x="1001" y="2892"/>
                  </a:cubicBezTo>
                  <a:lnTo>
                    <a:pt x="1001" y="2892"/>
                  </a:lnTo>
                  <a:cubicBezTo>
                    <a:pt x="1012" y="2901"/>
                    <a:pt x="1025" y="2906"/>
                    <a:pt x="1037" y="2909"/>
                  </a:cubicBezTo>
                  <a:lnTo>
                    <a:pt x="1037" y="2909"/>
                  </a:lnTo>
                  <a:cubicBezTo>
                    <a:pt x="1234" y="2997"/>
                    <a:pt x="1445" y="3039"/>
                    <a:pt x="1655" y="3039"/>
                  </a:cubicBezTo>
                  <a:cubicBezTo>
                    <a:pt x="2053" y="3039"/>
                    <a:pt x="2450" y="2889"/>
                    <a:pt x="2755" y="2616"/>
                  </a:cubicBezTo>
                  <a:cubicBezTo>
                    <a:pt x="3231" y="2165"/>
                    <a:pt x="3306" y="1464"/>
                    <a:pt x="3056" y="887"/>
                  </a:cubicBezTo>
                  <a:cubicBezTo>
                    <a:pt x="2826" y="360"/>
                    <a:pt x="2325" y="0"/>
                    <a:pt x="174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6" name="Google Shape;4576;p54"/>
            <p:cNvSpPr/>
            <p:nvPr/>
          </p:nvSpPr>
          <p:spPr>
            <a:xfrm>
              <a:off x="1307165" y="4162894"/>
              <a:ext cx="91741" cy="80312"/>
            </a:xfrm>
            <a:custGeom>
              <a:rect b="b" l="l" r="r" t="t"/>
              <a:pathLst>
                <a:path extrusionOk="0" h="2853" w="3259">
                  <a:moveTo>
                    <a:pt x="1674" y="1"/>
                  </a:moveTo>
                  <a:cubicBezTo>
                    <a:pt x="1103" y="1"/>
                    <a:pt x="524" y="342"/>
                    <a:pt x="301" y="861"/>
                  </a:cubicBezTo>
                  <a:cubicBezTo>
                    <a:pt x="0" y="1537"/>
                    <a:pt x="326" y="2390"/>
                    <a:pt x="978" y="2715"/>
                  </a:cubicBezTo>
                  <a:cubicBezTo>
                    <a:pt x="1164" y="2809"/>
                    <a:pt x="1371" y="2853"/>
                    <a:pt x="1580" y="2853"/>
                  </a:cubicBezTo>
                  <a:cubicBezTo>
                    <a:pt x="2101" y="2853"/>
                    <a:pt x="2632" y="2579"/>
                    <a:pt x="2883" y="2114"/>
                  </a:cubicBezTo>
                  <a:cubicBezTo>
                    <a:pt x="3259" y="1437"/>
                    <a:pt x="2958" y="485"/>
                    <a:pt x="2256" y="134"/>
                  </a:cubicBezTo>
                  <a:cubicBezTo>
                    <a:pt x="2074" y="43"/>
                    <a:pt x="1874" y="1"/>
                    <a:pt x="1674" y="1"/>
                  </a:cubicBezTo>
                  <a:close/>
                </a:path>
              </a:pathLst>
            </a:custGeom>
            <a:solidFill>
              <a:srgbClr val="FF8F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7" name="Google Shape;4577;p54"/>
            <p:cNvSpPr/>
            <p:nvPr/>
          </p:nvSpPr>
          <p:spPr>
            <a:xfrm>
              <a:off x="1305757" y="4160163"/>
              <a:ext cx="93148" cy="85942"/>
            </a:xfrm>
            <a:custGeom>
              <a:rect b="b" l="l" r="r" t="t"/>
              <a:pathLst>
                <a:path extrusionOk="0" h="3053" w="3309">
                  <a:moveTo>
                    <a:pt x="1673" y="197"/>
                  </a:moveTo>
                  <a:cubicBezTo>
                    <a:pt x="2108" y="197"/>
                    <a:pt x="2532" y="415"/>
                    <a:pt x="2757" y="782"/>
                  </a:cubicBezTo>
                  <a:cubicBezTo>
                    <a:pt x="3033" y="1233"/>
                    <a:pt x="3083" y="1835"/>
                    <a:pt x="2757" y="2286"/>
                  </a:cubicBezTo>
                  <a:cubicBezTo>
                    <a:pt x="2509" y="2641"/>
                    <a:pt x="2059" y="2845"/>
                    <a:pt x="1613" y="2845"/>
                  </a:cubicBezTo>
                  <a:cubicBezTo>
                    <a:pt x="1432" y="2845"/>
                    <a:pt x="1251" y="2811"/>
                    <a:pt x="1084" y="2740"/>
                  </a:cubicBezTo>
                  <a:lnTo>
                    <a:pt x="1084" y="2740"/>
                  </a:lnTo>
                  <a:cubicBezTo>
                    <a:pt x="1082" y="2739"/>
                    <a:pt x="1080" y="2738"/>
                    <a:pt x="1078" y="2737"/>
                  </a:cubicBezTo>
                  <a:cubicBezTo>
                    <a:pt x="1069" y="2731"/>
                    <a:pt x="1060" y="2726"/>
                    <a:pt x="1052" y="2723"/>
                  </a:cubicBezTo>
                  <a:lnTo>
                    <a:pt x="1052" y="2723"/>
                  </a:lnTo>
                  <a:cubicBezTo>
                    <a:pt x="591" y="2465"/>
                    <a:pt x="302" y="1900"/>
                    <a:pt x="351" y="1359"/>
                  </a:cubicBezTo>
                  <a:cubicBezTo>
                    <a:pt x="401" y="807"/>
                    <a:pt x="852" y="356"/>
                    <a:pt x="1379" y="231"/>
                  </a:cubicBezTo>
                  <a:cubicBezTo>
                    <a:pt x="1476" y="208"/>
                    <a:pt x="1575" y="197"/>
                    <a:pt x="1673" y="197"/>
                  </a:cubicBezTo>
                  <a:close/>
                  <a:moveTo>
                    <a:pt x="1691" y="1"/>
                  </a:moveTo>
                  <a:cubicBezTo>
                    <a:pt x="1654" y="1"/>
                    <a:pt x="1617" y="2"/>
                    <a:pt x="1579" y="5"/>
                  </a:cubicBezTo>
                  <a:cubicBezTo>
                    <a:pt x="953" y="56"/>
                    <a:pt x="376" y="482"/>
                    <a:pt x="201" y="1083"/>
                  </a:cubicBezTo>
                  <a:cubicBezTo>
                    <a:pt x="0" y="1785"/>
                    <a:pt x="351" y="2587"/>
                    <a:pt x="978" y="2913"/>
                  </a:cubicBezTo>
                  <a:cubicBezTo>
                    <a:pt x="1176" y="3008"/>
                    <a:pt x="1393" y="3052"/>
                    <a:pt x="1611" y="3052"/>
                  </a:cubicBezTo>
                  <a:cubicBezTo>
                    <a:pt x="2025" y="3052"/>
                    <a:pt x="2445" y="2891"/>
                    <a:pt x="2757" y="2612"/>
                  </a:cubicBezTo>
                  <a:cubicBezTo>
                    <a:pt x="3208" y="2161"/>
                    <a:pt x="3309" y="1484"/>
                    <a:pt x="3058" y="908"/>
                  </a:cubicBezTo>
                  <a:cubicBezTo>
                    <a:pt x="2822" y="366"/>
                    <a:pt x="2276" y="1"/>
                    <a:pt x="16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8" name="Google Shape;4578;p54"/>
            <p:cNvSpPr/>
            <p:nvPr/>
          </p:nvSpPr>
          <p:spPr>
            <a:xfrm>
              <a:off x="1518126" y="3517229"/>
              <a:ext cx="91037" cy="80425"/>
            </a:xfrm>
            <a:custGeom>
              <a:rect b="b" l="l" r="r" t="t"/>
              <a:pathLst>
                <a:path extrusionOk="0" h="2857" w="3234">
                  <a:moveTo>
                    <a:pt x="1633" y="0"/>
                  </a:moveTo>
                  <a:cubicBezTo>
                    <a:pt x="1068" y="0"/>
                    <a:pt x="496" y="331"/>
                    <a:pt x="276" y="864"/>
                  </a:cubicBezTo>
                  <a:cubicBezTo>
                    <a:pt x="0" y="1541"/>
                    <a:pt x="326" y="2393"/>
                    <a:pt x="978" y="2719"/>
                  </a:cubicBezTo>
                  <a:cubicBezTo>
                    <a:pt x="1164" y="2812"/>
                    <a:pt x="1369" y="2856"/>
                    <a:pt x="1575" y="2856"/>
                  </a:cubicBezTo>
                  <a:cubicBezTo>
                    <a:pt x="2088" y="2856"/>
                    <a:pt x="2607" y="2583"/>
                    <a:pt x="2857" y="2117"/>
                  </a:cubicBezTo>
                  <a:cubicBezTo>
                    <a:pt x="3233" y="1441"/>
                    <a:pt x="2958" y="463"/>
                    <a:pt x="2231" y="138"/>
                  </a:cubicBezTo>
                  <a:cubicBezTo>
                    <a:pt x="2044" y="44"/>
                    <a:pt x="1839" y="0"/>
                    <a:pt x="16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9" name="Google Shape;4579;p54"/>
            <p:cNvSpPr/>
            <p:nvPr/>
          </p:nvSpPr>
          <p:spPr>
            <a:xfrm>
              <a:off x="1516071" y="3514470"/>
              <a:ext cx="93092" cy="85548"/>
            </a:xfrm>
            <a:custGeom>
              <a:rect b="b" l="l" r="r" t="t"/>
              <a:pathLst>
                <a:path extrusionOk="0" h="3039" w="3307">
                  <a:moveTo>
                    <a:pt x="1711" y="199"/>
                  </a:moveTo>
                  <a:cubicBezTo>
                    <a:pt x="2134" y="199"/>
                    <a:pt x="2538" y="404"/>
                    <a:pt x="2780" y="787"/>
                  </a:cubicBezTo>
                  <a:cubicBezTo>
                    <a:pt x="3056" y="1238"/>
                    <a:pt x="3081" y="1840"/>
                    <a:pt x="2780" y="2291"/>
                  </a:cubicBezTo>
                  <a:cubicBezTo>
                    <a:pt x="2519" y="2638"/>
                    <a:pt x="2078" y="2841"/>
                    <a:pt x="1648" y="2841"/>
                  </a:cubicBezTo>
                  <a:cubicBezTo>
                    <a:pt x="1458" y="2841"/>
                    <a:pt x="1270" y="2801"/>
                    <a:pt x="1101" y="2717"/>
                  </a:cubicBezTo>
                  <a:lnTo>
                    <a:pt x="1101" y="2717"/>
                  </a:lnTo>
                  <a:cubicBezTo>
                    <a:pt x="1101" y="2717"/>
                    <a:pt x="1101" y="2717"/>
                    <a:pt x="1101" y="2717"/>
                  </a:cubicBezTo>
                  <a:cubicBezTo>
                    <a:pt x="599" y="2466"/>
                    <a:pt x="299" y="1915"/>
                    <a:pt x="349" y="1363"/>
                  </a:cubicBezTo>
                  <a:cubicBezTo>
                    <a:pt x="424" y="787"/>
                    <a:pt x="875" y="361"/>
                    <a:pt x="1401" y="236"/>
                  </a:cubicBezTo>
                  <a:cubicBezTo>
                    <a:pt x="1504" y="211"/>
                    <a:pt x="1608" y="199"/>
                    <a:pt x="1711" y="199"/>
                  </a:cubicBezTo>
                  <a:close/>
                  <a:moveTo>
                    <a:pt x="1742" y="0"/>
                  </a:moveTo>
                  <a:cubicBezTo>
                    <a:pt x="1688" y="0"/>
                    <a:pt x="1633" y="4"/>
                    <a:pt x="1577" y="10"/>
                  </a:cubicBezTo>
                  <a:cubicBezTo>
                    <a:pt x="975" y="60"/>
                    <a:pt x="374" y="461"/>
                    <a:pt x="198" y="1088"/>
                  </a:cubicBezTo>
                  <a:cubicBezTo>
                    <a:pt x="0" y="1757"/>
                    <a:pt x="342" y="2550"/>
                    <a:pt x="980" y="2882"/>
                  </a:cubicBezTo>
                  <a:lnTo>
                    <a:pt x="980" y="2882"/>
                  </a:lnTo>
                  <a:cubicBezTo>
                    <a:pt x="986" y="2886"/>
                    <a:pt x="993" y="2889"/>
                    <a:pt x="1000" y="2892"/>
                  </a:cubicBezTo>
                  <a:cubicBezTo>
                    <a:pt x="1000" y="2892"/>
                    <a:pt x="1000" y="2892"/>
                    <a:pt x="1000" y="2892"/>
                  </a:cubicBezTo>
                  <a:lnTo>
                    <a:pt x="1000" y="2892"/>
                  </a:lnTo>
                  <a:cubicBezTo>
                    <a:pt x="1012" y="2901"/>
                    <a:pt x="1025" y="2907"/>
                    <a:pt x="1037" y="2909"/>
                  </a:cubicBezTo>
                  <a:lnTo>
                    <a:pt x="1037" y="2909"/>
                  </a:lnTo>
                  <a:cubicBezTo>
                    <a:pt x="1234" y="2997"/>
                    <a:pt x="1445" y="3039"/>
                    <a:pt x="1655" y="3039"/>
                  </a:cubicBezTo>
                  <a:cubicBezTo>
                    <a:pt x="2053" y="3039"/>
                    <a:pt x="2450" y="2889"/>
                    <a:pt x="2755" y="2616"/>
                  </a:cubicBezTo>
                  <a:cubicBezTo>
                    <a:pt x="3231" y="2165"/>
                    <a:pt x="3306" y="1464"/>
                    <a:pt x="3056" y="887"/>
                  </a:cubicBezTo>
                  <a:cubicBezTo>
                    <a:pt x="2826" y="360"/>
                    <a:pt x="2325" y="0"/>
                    <a:pt x="174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0" name="Google Shape;4580;p54"/>
            <p:cNvSpPr/>
            <p:nvPr/>
          </p:nvSpPr>
          <p:spPr>
            <a:xfrm>
              <a:off x="1669802" y="3599457"/>
              <a:ext cx="91037" cy="80059"/>
            </a:xfrm>
            <a:custGeom>
              <a:rect b="b" l="l" r="r" t="t"/>
              <a:pathLst>
                <a:path extrusionOk="0" h="2844" w="3234">
                  <a:moveTo>
                    <a:pt x="1649" y="0"/>
                  </a:moveTo>
                  <a:cubicBezTo>
                    <a:pt x="1087" y="0"/>
                    <a:pt x="521" y="339"/>
                    <a:pt x="301" y="851"/>
                  </a:cubicBezTo>
                  <a:cubicBezTo>
                    <a:pt x="1" y="1527"/>
                    <a:pt x="326" y="2405"/>
                    <a:pt x="978" y="2705"/>
                  </a:cubicBezTo>
                  <a:cubicBezTo>
                    <a:pt x="1166" y="2799"/>
                    <a:pt x="1372" y="2843"/>
                    <a:pt x="1580" y="2843"/>
                  </a:cubicBezTo>
                  <a:cubicBezTo>
                    <a:pt x="2092" y="2843"/>
                    <a:pt x="2608" y="2575"/>
                    <a:pt x="2858" y="2129"/>
                  </a:cubicBezTo>
                  <a:cubicBezTo>
                    <a:pt x="3234" y="1452"/>
                    <a:pt x="2958" y="475"/>
                    <a:pt x="2256" y="149"/>
                  </a:cubicBezTo>
                  <a:cubicBezTo>
                    <a:pt x="2066" y="47"/>
                    <a:pt x="1858" y="0"/>
                    <a:pt x="164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1" name="Google Shape;4581;p54"/>
            <p:cNvSpPr/>
            <p:nvPr/>
          </p:nvSpPr>
          <p:spPr>
            <a:xfrm>
              <a:off x="1668451" y="3596445"/>
              <a:ext cx="92388" cy="86083"/>
            </a:xfrm>
            <a:custGeom>
              <a:rect b="b" l="l" r="r" t="t"/>
              <a:pathLst>
                <a:path extrusionOk="0" h="3058" w="3282">
                  <a:moveTo>
                    <a:pt x="1688" y="219"/>
                  </a:moveTo>
                  <a:cubicBezTo>
                    <a:pt x="2111" y="219"/>
                    <a:pt x="2514" y="420"/>
                    <a:pt x="2755" y="782"/>
                  </a:cubicBezTo>
                  <a:cubicBezTo>
                    <a:pt x="3031" y="1233"/>
                    <a:pt x="3081" y="1860"/>
                    <a:pt x="2755" y="2286"/>
                  </a:cubicBezTo>
                  <a:cubicBezTo>
                    <a:pt x="2511" y="2652"/>
                    <a:pt x="2073" y="2861"/>
                    <a:pt x="1635" y="2861"/>
                  </a:cubicBezTo>
                  <a:cubicBezTo>
                    <a:pt x="1448" y="2861"/>
                    <a:pt x="1261" y="2823"/>
                    <a:pt x="1090" y="2744"/>
                  </a:cubicBezTo>
                  <a:lnTo>
                    <a:pt x="1090" y="2744"/>
                  </a:lnTo>
                  <a:cubicBezTo>
                    <a:pt x="1086" y="2741"/>
                    <a:pt x="1081" y="2739"/>
                    <a:pt x="1076" y="2737"/>
                  </a:cubicBezTo>
                  <a:cubicBezTo>
                    <a:pt x="575" y="2486"/>
                    <a:pt x="299" y="1910"/>
                    <a:pt x="349" y="1359"/>
                  </a:cubicBezTo>
                  <a:cubicBezTo>
                    <a:pt x="400" y="807"/>
                    <a:pt x="851" y="381"/>
                    <a:pt x="1377" y="256"/>
                  </a:cubicBezTo>
                  <a:cubicBezTo>
                    <a:pt x="1481" y="231"/>
                    <a:pt x="1585" y="219"/>
                    <a:pt x="1688" y="219"/>
                  </a:cubicBezTo>
                  <a:close/>
                  <a:moveTo>
                    <a:pt x="1689" y="1"/>
                  </a:moveTo>
                  <a:cubicBezTo>
                    <a:pt x="1652" y="1"/>
                    <a:pt x="1615" y="2"/>
                    <a:pt x="1577" y="5"/>
                  </a:cubicBezTo>
                  <a:cubicBezTo>
                    <a:pt x="951" y="55"/>
                    <a:pt x="374" y="481"/>
                    <a:pt x="199" y="1083"/>
                  </a:cubicBezTo>
                  <a:cubicBezTo>
                    <a:pt x="0" y="1778"/>
                    <a:pt x="318" y="2571"/>
                    <a:pt x="957" y="2903"/>
                  </a:cubicBezTo>
                  <a:lnTo>
                    <a:pt x="957" y="2903"/>
                  </a:lnTo>
                  <a:cubicBezTo>
                    <a:pt x="963" y="2906"/>
                    <a:pt x="969" y="2910"/>
                    <a:pt x="976" y="2913"/>
                  </a:cubicBezTo>
                  <a:cubicBezTo>
                    <a:pt x="1181" y="3011"/>
                    <a:pt x="1405" y="3058"/>
                    <a:pt x="1629" y="3058"/>
                  </a:cubicBezTo>
                  <a:cubicBezTo>
                    <a:pt x="2034" y="3058"/>
                    <a:pt x="2440" y="2902"/>
                    <a:pt x="2730" y="2612"/>
                  </a:cubicBezTo>
                  <a:cubicBezTo>
                    <a:pt x="3207" y="2186"/>
                    <a:pt x="3282" y="1484"/>
                    <a:pt x="3056" y="907"/>
                  </a:cubicBezTo>
                  <a:cubicBezTo>
                    <a:pt x="2821" y="366"/>
                    <a:pt x="2275" y="1"/>
                    <a:pt x="168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2" name="Google Shape;4582;p54"/>
            <p:cNvSpPr/>
            <p:nvPr/>
          </p:nvSpPr>
          <p:spPr>
            <a:xfrm>
              <a:off x="1563984" y="3717268"/>
              <a:ext cx="91741" cy="80059"/>
            </a:xfrm>
            <a:custGeom>
              <a:rect b="b" l="l" r="r" t="t"/>
              <a:pathLst>
                <a:path extrusionOk="0" h="2844" w="3259">
                  <a:moveTo>
                    <a:pt x="1649" y="1"/>
                  </a:moveTo>
                  <a:cubicBezTo>
                    <a:pt x="1086" y="1"/>
                    <a:pt x="520" y="339"/>
                    <a:pt x="301" y="851"/>
                  </a:cubicBezTo>
                  <a:cubicBezTo>
                    <a:pt x="0" y="1528"/>
                    <a:pt x="326" y="2405"/>
                    <a:pt x="978" y="2706"/>
                  </a:cubicBezTo>
                  <a:cubicBezTo>
                    <a:pt x="1165" y="2800"/>
                    <a:pt x="1372" y="2844"/>
                    <a:pt x="1580" y="2844"/>
                  </a:cubicBezTo>
                  <a:cubicBezTo>
                    <a:pt x="2093" y="2844"/>
                    <a:pt x="2615" y="2575"/>
                    <a:pt x="2882" y="2129"/>
                  </a:cubicBezTo>
                  <a:cubicBezTo>
                    <a:pt x="3258" y="1453"/>
                    <a:pt x="2958" y="475"/>
                    <a:pt x="2256" y="149"/>
                  </a:cubicBezTo>
                  <a:cubicBezTo>
                    <a:pt x="2066" y="48"/>
                    <a:pt x="1857" y="1"/>
                    <a:pt x="16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3" name="Google Shape;4583;p54"/>
            <p:cNvSpPr/>
            <p:nvPr/>
          </p:nvSpPr>
          <p:spPr>
            <a:xfrm>
              <a:off x="1562576" y="3714284"/>
              <a:ext cx="93148" cy="86083"/>
            </a:xfrm>
            <a:custGeom>
              <a:rect b="b" l="l" r="r" t="t"/>
              <a:pathLst>
                <a:path extrusionOk="0" h="3058" w="3309">
                  <a:moveTo>
                    <a:pt x="1690" y="219"/>
                  </a:moveTo>
                  <a:cubicBezTo>
                    <a:pt x="2112" y="219"/>
                    <a:pt x="2515" y="419"/>
                    <a:pt x="2757" y="782"/>
                  </a:cubicBezTo>
                  <a:cubicBezTo>
                    <a:pt x="3033" y="1233"/>
                    <a:pt x="3083" y="1859"/>
                    <a:pt x="2757" y="2285"/>
                  </a:cubicBezTo>
                  <a:cubicBezTo>
                    <a:pt x="2513" y="2652"/>
                    <a:pt x="2074" y="2860"/>
                    <a:pt x="1636" y="2860"/>
                  </a:cubicBezTo>
                  <a:cubicBezTo>
                    <a:pt x="1450" y="2860"/>
                    <a:pt x="1263" y="2822"/>
                    <a:pt x="1092" y="2743"/>
                  </a:cubicBezTo>
                  <a:lnTo>
                    <a:pt x="1092" y="2743"/>
                  </a:lnTo>
                  <a:cubicBezTo>
                    <a:pt x="1087" y="2741"/>
                    <a:pt x="1083" y="2739"/>
                    <a:pt x="1078" y="2737"/>
                  </a:cubicBezTo>
                  <a:cubicBezTo>
                    <a:pt x="577" y="2486"/>
                    <a:pt x="301" y="1909"/>
                    <a:pt x="351" y="1358"/>
                  </a:cubicBezTo>
                  <a:cubicBezTo>
                    <a:pt x="401" y="807"/>
                    <a:pt x="852" y="381"/>
                    <a:pt x="1379" y="255"/>
                  </a:cubicBezTo>
                  <a:cubicBezTo>
                    <a:pt x="1482" y="231"/>
                    <a:pt x="1587" y="219"/>
                    <a:pt x="1690" y="219"/>
                  </a:cubicBezTo>
                  <a:close/>
                  <a:moveTo>
                    <a:pt x="1691" y="0"/>
                  </a:moveTo>
                  <a:cubicBezTo>
                    <a:pt x="1654" y="0"/>
                    <a:pt x="1617" y="2"/>
                    <a:pt x="1579" y="5"/>
                  </a:cubicBezTo>
                  <a:cubicBezTo>
                    <a:pt x="952" y="55"/>
                    <a:pt x="376" y="481"/>
                    <a:pt x="201" y="1082"/>
                  </a:cubicBezTo>
                  <a:cubicBezTo>
                    <a:pt x="0" y="1783"/>
                    <a:pt x="350" y="2584"/>
                    <a:pt x="975" y="2911"/>
                  </a:cubicBezTo>
                  <a:lnTo>
                    <a:pt x="975" y="2911"/>
                  </a:lnTo>
                  <a:cubicBezTo>
                    <a:pt x="976" y="2911"/>
                    <a:pt x="977" y="2912"/>
                    <a:pt x="978" y="2912"/>
                  </a:cubicBezTo>
                  <a:cubicBezTo>
                    <a:pt x="1183" y="3010"/>
                    <a:pt x="1407" y="3057"/>
                    <a:pt x="1630" y="3057"/>
                  </a:cubicBezTo>
                  <a:cubicBezTo>
                    <a:pt x="2036" y="3057"/>
                    <a:pt x="2441" y="2902"/>
                    <a:pt x="2732" y="2611"/>
                  </a:cubicBezTo>
                  <a:cubicBezTo>
                    <a:pt x="3208" y="2185"/>
                    <a:pt x="3308" y="1483"/>
                    <a:pt x="3058" y="907"/>
                  </a:cubicBezTo>
                  <a:cubicBezTo>
                    <a:pt x="2822" y="365"/>
                    <a:pt x="2276" y="0"/>
                    <a:pt x="169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4" name="Google Shape;4584;p54"/>
            <p:cNvSpPr/>
            <p:nvPr/>
          </p:nvSpPr>
          <p:spPr>
            <a:xfrm>
              <a:off x="1739644" y="3804789"/>
              <a:ext cx="91037" cy="80284"/>
            </a:xfrm>
            <a:custGeom>
              <a:rect b="b" l="l" r="r" t="t"/>
              <a:pathLst>
                <a:path extrusionOk="0" h="2852" w="3234">
                  <a:moveTo>
                    <a:pt x="1632" y="0"/>
                  </a:moveTo>
                  <a:cubicBezTo>
                    <a:pt x="1076" y="0"/>
                    <a:pt x="521" y="344"/>
                    <a:pt x="302" y="875"/>
                  </a:cubicBezTo>
                  <a:cubicBezTo>
                    <a:pt x="1" y="1527"/>
                    <a:pt x="327" y="2404"/>
                    <a:pt x="978" y="2730"/>
                  </a:cubicBezTo>
                  <a:cubicBezTo>
                    <a:pt x="1158" y="2813"/>
                    <a:pt x="1355" y="2852"/>
                    <a:pt x="1553" y="2852"/>
                  </a:cubicBezTo>
                  <a:cubicBezTo>
                    <a:pt x="2074" y="2852"/>
                    <a:pt x="2604" y="2582"/>
                    <a:pt x="2858" y="2128"/>
                  </a:cubicBezTo>
                  <a:cubicBezTo>
                    <a:pt x="3234" y="1451"/>
                    <a:pt x="2958" y="474"/>
                    <a:pt x="2231" y="148"/>
                  </a:cubicBezTo>
                  <a:cubicBezTo>
                    <a:pt x="2042" y="47"/>
                    <a:pt x="1837" y="0"/>
                    <a:pt x="16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5" name="Google Shape;4585;p54"/>
            <p:cNvSpPr/>
            <p:nvPr/>
          </p:nvSpPr>
          <p:spPr>
            <a:xfrm>
              <a:off x="1738293" y="3801776"/>
              <a:ext cx="92388" cy="86111"/>
            </a:xfrm>
            <a:custGeom>
              <a:rect b="b" l="l" r="r" t="t"/>
              <a:pathLst>
                <a:path extrusionOk="0" h="3059" w="3282">
                  <a:moveTo>
                    <a:pt x="1686" y="219"/>
                  </a:moveTo>
                  <a:cubicBezTo>
                    <a:pt x="2109" y="219"/>
                    <a:pt x="2514" y="423"/>
                    <a:pt x="2756" y="807"/>
                  </a:cubicBezTo>
                  <a:cubicBezTo>
                    <a:pt x="3031" y="1233"/>
                    <a:pt x="3056" y="1859"/>
                    <a:pt x="2756" y="2285"/>
                  </a:cubicBezTo>
                  <a:cubicBezTo>
                    <a:pt x="2494" y="2652"/>
                    <a:pt x="2062" y="2860"/>
                    <a:pt x="1630" y="2860"/>
                  </a:cubicBezTo>
                  <a:cubicBezTo>
                    <a:pt x="1446" y="2860"/>
                    <a:pt x="1262" y="2822"/>
                    <a:pt x="1090" y="2743"/>
                  </a:cubicBezTo>
                  <a:lnTo>
                    <a:pt x="1090" y="2743"/>
                  </a:lnTo>
                  <a:cubicBezTo>
                    <a:pt x="1086" y="2740"/>
                    <a:pt x="1081" y="2738"/>
                    <a:pt x="1076" y="2736"/>
                  </a:cubicBezTo>
                  <a:cubicBezTo>
                    <a:pt x="575" y="2486"/>
                    <a:pt x="274" y="1909"/>
                    <a:pt x="350" y="1358"/>
                  </a:cubicBezTo>
                  <a:cubicBezTo>
                    <a:pt x="400" y="807"/>
                    <a:pt x="851" y="380"/>
                    <a:pt x="1377" y="255"/>
                  </a:cubicBezTo>
                  <a:cubicBezTo>
                    <a:pt x="1480" y="231"/>
                    <a:pt x="1584" y="219"/>
                    <a:pt x="1686" y="219"/>
                  </a:cubicBezTo>
                  <a:close/>
                  <a:moveTo>
                    <a:pt x="1689" y="0"/>
                  </a:moveTo>
                  <a:cubicBezTo>
                    <a:pt x="1652" y="0"/>
                    <a:pt x="1615" y="2"/>
                    <a:pt x="1578" y="5"/>
                  </a:cubicBezTo>
                  <a:cubicBezTo>
                    <a:pt x="951" y="80"/>
                    <a:pt x="375" y="481"/>
                    <a:pt x="199" y="1082"/>
                  </a:cubicBezTo>
                  <a:cubicBezTo>
                    <a:pt x="1" y="1777"/>
                    <a:pt x="318" y="2569"/>
                    <a:pt x="956" y="2902"/>
                  </a:cubicBezTo>
                  <a:lnTo>
                    <a:pt x="956" y="2902"/>
                  </a:lnTo>
                  <a:cubicBezTo>
                    <a:pt x="962" y="2905"/>
                    <a:pt x="969" y="2909"/>
                    <a:pt x="976" y="2912"/>
                  </a:cubicBezTo>
                  <a:cubicBezTo>
                    <a:pt x="1184" y="3011"/>
                    <a:pt x="1411" y="3058"/>
                    <a:pt x="1637" y="3058"/>
                  </a:cubicBezTo>
                  <a:cubicBezTo>
                    <a:pt x="2040" y="3058"/>
                    <a:pt x="2442" y="2909"/>
                    <a:pt x="2731" y="2636"/>
                  </a:cubicBezTo>
                  <a:cubicBezTo>
                    <a:pt x="3207" y="2185"/>
                    <a:pt x="3282" y="1483"/>
                    <a:pt x="3031" y="907"/>
                  </a:cubicBezTo>
                  <a:cubicBezTo>
                    <a:pt x="2796" y="365"/>
                    <a:pt x="2272" y="0"/>
                    <a:pt x="168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6" name="Google Shape;4586;p54"/>
            <p:cNvSpPr/>
            <p:nvPr/>
          </p:nvSpPr>
          <p:spPr>
            <a:xfrm>
              <a:off x="1888533" y="3732526"/>
              <a:ext cx="91037" cy="80312"/>
            </a:xfrm>
            <a:custGeom>
              <a:rect b="b" l="l" r="r" t="t"/>
              <a:pathLst>
                <a:path extrusionOk="0" h="2853" w="3234">
                  <a:moveTo>
                    <a:pt x="1648" y="0"/>
                  </a:moveTo>
                  <a:cubicBezTo>
                    <a:pt x="1078" y="0"/>
                    <a:pt x="498" y="341"/>
                    <a:pt x="276" y="860"/>
                  </a:cubicBezTo>
                  <a:cubicBezTo>
                    <a:pt x="0" y="1537"/>
                    <a:pt x="326" y="2414"/>
                    <a:pt x="978" y="2715"/>
                  </a:cubicBezTo>
                  <a:cubicBezTo>
                    <a:pt x="1165" y="2809"/>
                    <a:pt x="1372" y="2853"/>
                    <a:pt x="1579" y="2853"/>
                  </a:cubicBezTo>
                  <a:cubicBezTo>
                    <a:pt x="2091" y="2853"/>
                    <a:pt x="2607" y="2585"/>
                    <a:pt x="2857" y="2139"/>
                  </a:cubicBezTo>
                  <a:cubicBezTo>
                    <a:pt x="3233" y="1462"/>
                    <a:pt x="2932" y="485"/>
                    <a:pt x="2231" y="134"/>
                  </a:cubicBezTo>
                  <a:cubicBezTo>
                    <a:pt x="2048" y="42"/>
                    <a:pt x="1849" y="0"/>
                    <a:pt x="16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7" name="Google Shape;4587;p54"/>
            <p:cNvSpPr/>
            <p:nvPr/>
          </p:nvSpPr>
          <p:spPr>
            <a:xfrm>
              <a:off x="1886450" y="3729795"/>
              <a:ext cx="93120" cy="86083"/>
            </a:xfrm>
            <a:custGeom>
              <a:rect b="b" l="l" r="r" t="t"/>
              <a:pathLst>
                <a:path extrusionOk="0" h="3058" w="3308">
                  <a:moveTo>
                    <a:pt x="1695" y="196"/>
                  </a:moveTo>
                  <a:cubicBezTo>
                    <a:pt x="2123" y="196"/>
                    <a:pt x="2531" y="414"/>
                    <a:pt x="2756" y="782"/>
                  </a:cubicBezTo>
                  <a:cubicBezTo>
                    <a:pt x="3057" y="1233"/>
                    <a:pt x="3082" y="1860"/>
                    <a:pt x="2756" y="2286"/>
                  </a:cubicBezTo>
                  <a:cubicBezTo>
                    <a:pt x="2511" y="2653"/>
                    <a:pt x="2071" y="2850"/>
                    <a:pt x="1640" y="2850"/>
                  </a:cubicBezTo>
                  <a:cubicBezTo>
                    <a:pt x="1453" y="2850"/>
                    <a:pt x="1268" y="2813"/>
                    <a:pt x="1102" y="2737"/>
                  </a:cubicBezTo>
                  <a:lnTo>
                    <a:pt x="1102" y="2737"/>
                  </a:lnTo>
                  <a:cubicBezTo>
                    <a:pt x="1102" y="2737"/>
                    <a:pt x="1102" y="2737"/>
                    <a:pt x="1102" y="2737"/>
                  </a:cubicBezTo>
                  <a:cubicBezTo>
                    <a:pt x="600" y="2486"/>
                    <a:pt x="300" y="1910"/>
                    <a:pt x="350" y="1358"/>
                  </a:cubicBezTo>
                  <a:cubicBezTo>
                    <a:pt x="400" y="807"/>
                    <a:pt x="851" y="381"/>
                    <a:pt x="1402" y="231"/>
                  </a:cubicBezTo>
                  <a:cubicBezTo>
                    <a:pt x="1500" y="208"/>
                    <a:pt x="1598" y="196"/>
                    <a:pt x="1695" y="196"/>
                  </a:cubicBezTo>
                  <a:close/>
                  <a:moveTo>
                    <a:pt x="1690" y="1"/>
                  </a:moveTo>
                  <a:cubicBezTo>
                    <a:pt x="1653" y="1"/>
                    <a:pt x="1615" y="2"/>
                    <a:pt x="1578" y="5"/>
                  </a:cubicBezTo>
                  <a:cubicBezTo>
                    <a:pt x="951" y="55"/>
                    <a:pt x="375" y="481"/>
                    <a:pt x="199" y="1083"/>
                  </a:cubicBezTo>
                  <a:cubicBezTo>
                    <a:pt x="1" y="1777"/>
                    <a:pt x="343" y="2570"/>
                    <a:pt x="981" y="2902"/>
                  </a:cubicBezTo>
                  <a:lnTo>
                    <a:pt x="981" y="2902"/>
                  </a:lnTo>
                  <a:cubicBezTo>
                    <a:pt x="987" y="2906"/>
                    <a:pt x="994" y="2909"/>
                    <a:pt x="1001" y="2912"/>
                  </a:cubicBezTo>
                  <a:cubicBezTo>
                    <a:pt x="1001" y="2912"/>
                    <a:pt x="1001" y="2912"/>
                    <a:pt x="1001" y="2912"/>
                  </a:cubicBezTo>
                  <a:lnTo>
                    <a:pt x="1001" y="2912"/>
                  </a:lnTo>
                  <a:cubicBezTo>
                    <a:pt x="1002" y="2913"/>
                    <a:pt x="1004" y="2913"/>
                    <a:pt x="1005" y="2914"/>
                  </a:cubicBezTo>
                  <a:lnTo>
                    <a:pt x="1005" y="2914"/>
                  </a:lnTo>
                  <a:cubicBezTo>
                    <a:pt x="1209" y="3011"/>
                    <a:pt x="1428" y="3058"/>
                    <a:pt x="1648" y="3058"/>
                  </a:cubicBezTo>
                  <a:cubicBezTo>
                    <a:pt x="2048" y="3058"/>
                    <a:pt x="2449" y="2902"/>
                    <a:pt x="2756" y="2612"/>
                  </a:cubicBezTo>
                  <a:cubicBezTo>
                    <a:pt x="3207" y="2186"/>
                    <a:pt x="3307" y="1484"/>
                    <a:pt x="3057" y="907"/>
                  </a:cubicBezTo>
                  <a:cubicBezTo>
                    <a:pt x="2821" y="365"/>
                    <a:pt x="2275" y="1"/>
                    <a:pt x="169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8" name="Google Shape;4588;p54"/>
            <p:cNvSpPr/>
            <p:nvPr/>
          </p:nvSpPr>
          <p:spPr>
            <a:xfrm>
              <a:off x="1690268" y="3387088"/>
              <a:ext cx="91037" cy="80312"/>
            </a:xfrm>
            <a:custGeom>
              <a:rect b="b" l="l" r="r" t="t"/>
              <a:pathLst>
                <a:path extrusionOk="0" h="2853" w="3234">
                  <a:moveTo>
                    <a:pt x="1627" y="1"/>
                  </a:moveTo>
                  <a:cubicBezTo>
                    <a:pt x="1064" y="1"/>
                    <a:pt x="496" y="345"/>
                    <a:pt x="276" y="876"/>
                  </a:cubicBezTo>
                  <a:cubicBezTo>
                    <a:pt x="0" y="1527"/>
                    <a:pt x="301" y="2405"/>
                    <a:pt x="953" y="2730"/>
                  </a:cubicBezTo>
                  <a:cubicBezTo>
                    <a:pt x="1139" y="2813"/>
                    <a:pt x="1341" y="2852"/>
                    <a:pt x="1543" y="2852"/>
                  </a:cubicBezTo>
                  <a:cubicBezTo>
                    <a:pt x="2073" y="2852"/>
                    <a:pt x="2603" y="2583"/>
                    <a:pt x="2858" y="2129"/>
                  </a:cubicBezTo>
                  <a:cubicBezTo>
                    <a:pt x="3234" y="1452"/>
                    <a:pt x="2933" y="475"/>
                    <a:pt x="2231" y="149"/>
                  </a:cubicBezTo>
                  <a:cubicBezTo>
                    <a:pt x="2042" y="48"/>
                    <a:pt x="1835" y="1"/>
                    <a:pt x="16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9" name="Google Shape;4589;p54"/>
            <p:cNvSpPr/>
            <p:nvPr/>
          </p:nvSpPr>
          <p:spPr>
            <a:xfrm>
              <a:off x="1688156" y="3384076"/>
              <a:ext cx="93148" cy="86083"/>
            </a:xfrm>
            <a:custGeom>
              <a:rect b="b" l="l" r="r" t="t"/>
              <a:pathLst>
                <a:path extrusionOk="0" h="3058" w="3309">
                  <a:moveTo>
                    <a:pt x="1715" y="219"/>
                  </a:moveTo>
                  <a:cubicBezTo>
                    <a:pt x="2136" y="219"/>
                    <a:pt x="2536" y="420"/>
                    <a:pt x="2757" y="782"/>
                  </a:cubicBezTo>
                  <a:cubicBezTo>
                    <a:pt x="3058" y="1233"/>
                    <a:pt x="3083" y="1860"/>
                    <a:pt x="2757" y="2286"/>
                  </a:cubicBezTo>
                  <a:cubicBezTo>
                    <a:pt x="2513" y="2652"/>
                    <a:pt x="2075" y="2861"/>
                    <a:pt x="1645" y="2861"/>
                  </a:cubicBezTo>
                  <a:cubicBezTo>
                    <a:pt x="1457" y="2861"/>
                    <a:pt x="1271" y="2821"/>
                    <a:pt x="1103" y="2737"/>
                  </a:cubicBezTo>
                  <a:lnTo>
                    <a:pt x="1103" y="2737"/>
                  </a:lnTo>
                  <a:cubicBezTo>
                    <a:pt x="1103" y="2737"/>
                    <a:pt x="1103" y="2737"/>
                    <a:pt x="1103" y="2737"/>
                  </a:cubicBezTo>
                  <a:cubicBezTo>
                    <a:pt x="602" y="2487"/>
                    <a:pt x="301" y="1910"/>
                    <a:pt x="351" y="1359"/>
                  </a:cubicBezTo>
                  <a:cubicBezTo>
                    <a:pt x="401" y="807"/>
                    <a:pt x="852" y="381"/>
                    <a:pt x="1404" y="256"/>
                  </a:cubicBezTo>
                  <a:cubicBezTo>
                    <a:pt x="1507" y="231"/>
                    <a:pt x="1612" y="219"/>
                    <a:pt x="1715" y="219"/>
                  </a:cubicBezTo>
                  <a:close/>
                  <a:moveTo>
                    <a:pt x="1691" y="1"/>
                  </a:moveTo>
                  <a:cubicBezTo>
                    <a:pt x="1654" y="1"/>
                    <a:pt x="1617" y="2"/>
                    <a:pt x="1579" y="5"/>
                  </a:cubicBezTo>
                  <a:cubicBezTo>
                    <a:pt x="953" y="81"/>
                    <a:pt x="376" y="482"/>
                    <a:pt x="201" y="1083"/>
                  </a:cubicBezTo>
                  <a:cubicBezTo>
                    <a:pt x="1" y="1784"/>
                    <a:pt x="350" y="2584"/>
                    <a:pt x="975" y="2911"/>
                  </a:cubicBezTo>
                  <a:lnTo>
                    <a:pt x="975" y="2911"/>
                  </a:lnTo>
                  <a:cubicBezTo>
                    <a:pt x="976" y="2912"/>
                    <a:pt x="977" y="2912"/>
                    <a:pt x="978" y="2913"/>
                  </a:cubicBezTo>
                  <a:cubicBezTo>
                    <a:pt x="1192" y="3011"/>
                    <a:pt x="1418" y="3058"/>
                    <a:pt x="1643" y="3058"/>
                  </a:cubicBezTo>
                  <a:cubicBezTo>
                    <a:pt x="2050" y="3058"/>
                    <a:pt x="2450" y="2903"/>
                    <a:pt x="2757" y="2612"/>
                  </a:cubicBezTo>
                  <a:cubicBezTo>
                    <a:pt x="3208" y="2186"/>
                    <a:pt x="3309" y="1484"/>
                    <a:pt x="3058" y="908"/>
                  </a:cubicBezTo>
                  <a:cubicBezTo>
                    <a:pt x="2822" y="366"/>
                    <a:pt x="2276" y="1"/>
                    <a:pt x="16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0" name="Google Shape;4590;p54"/>
            <p:cNvSpPr/>
            <p:nvPr/>
          </p:nvSpPr>
          <p:spPr>
            <a:xfrm>
              <a:off x="1867364" y="3293262"/>
              <a:ext cx="91741" cy="80312"/>
            </a:xfrm>
            <a:custGeom>
              <a:rect b="b" l="l" r="r" t="t"/>
              <a:pathLst>
                <a:path extrusionOk="0" h="2853" w="3259">
                  <a:moveTo>
                    <a:pt x="1652" y="1"/>
                  </a:moveTo>
                  <a:cubicBezTo>
                    <a:pt x="1088" y="1"/>
                    <a:pt x="521" y="344"/>
                    <a:pt x="301" y="875"/>
                  </a:cubicBezTo>
                  <a:cubicBezTo>
                    <a:pt x="0" y="1527"/>
                    <a:pt x="326" y="2404"/>
                    <a:pt x="978" y="2730"/>
                  </a:cubicBezTo>
                  <a:cubicBezTo>
                    <a:pt x="1157" y="2813"/>
                    <a:pt x="1356" y="2852"/>
                    <a:pt x="1557" y="2852"/>
                  </a:cubicBezTo>
                  <a:cubicBezTo>
                    <a:pt x="2085" y="2852"/>
                    <a:pt x="2628" y="2582"/>
                    <a:pt x="2882" y="2129"/>
                  </a:cubicBezTo>
                  <a:cubicBezTo>
                    <a:pt x="3258" y="1452"/>
                    <a:pt x="2958" y="474"/>
                    <a:pt x="2256" y="149"/>
                  </a:cubicBezTo>
                  <a:cubicBezTo>
                    <a:pt x="2067" y="47"/>
                    <a:pt x="1860" y="1"/>
                    <a:pt x="165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1" name="Google Shape;4591;p54"/>
            <p:cNvSpPr/>
            <p:nvPr/>
          </p:nvSpPr>
          <p:spPr>
            <a:xfrm>
              <a:off x="1865956" y="3290250"/>
              <a:ext cx="93148" cy="86083"/>
            </a:xfrm>
            <a:custGeom>
              <a:rect b="b" l="l" r="r" t="t"/>
              <a:pathLst>
                <a:path extrusionOk="0" h="3058" w="3309">
                  <a:moveTo>
                    <a:pt x="1692" y="219"/>
                  </a:moveTo>
                  <a:cubicBezTo>
                    <a:pt x="2120" y="219"/>
                    <a:pt x="2536" y="420"/>
                    <a:pt x="2757" y="782"/>
                  </a:cubicBezTo>
                  <a:cubicBezTo>
                    <a:pt x="3033" y="1233"/>
                    <a:pt x="3083" y="1860"/>
                    <a:pt x="2757" y="2286"/>
                  </a:cubicBezTo>
                  <a:cubicBezTo>
                    <a:pt x="2513" y="2652"/>
                    <a:pt x="2074" y="2860"/>
                    <a:pt x="1636" y="2860"/>
                  </a:cubicBezTo>
                  <a:cubicBezTo>
                    <a:pt x="1450" y="2860"/>
                    <a:pt x="1263" y="2823"/>
                    <a:pt x="1092" y="2743"/>
                  </a:cubicBezTo>
                  <a:lnTo>
                    <a:pt x="1092" y="2743"/>
                  </a:lnTo>
                  <a:cubicBezTo>
                    <a:pt x="1087" y="2741"/>
                    <a:pt x="1083" y="2739"/>
                    <a:pt x="1078" y="2737"/>
                  </a:cubicBezTo>
                  <a:cubicBezTo>
                    <a:pt x="577" y="2486"/>
                    <a:pt x="301" y="1910"/>
                    <a:pt x="351" y="1358"/>
                  </a:cubicBezTo>
                  <a:cubicBezTo>
                    <a:pt x="401" y="807"/>
                    <a:pt x="852" y="381"/>
                    <a:pt x="1379" y="256"/>
                  </a:cubicBezTo>
                  <a:cubicBezTo>
                    <a:pt x="1482" y="231"/>
                    <a:pt x="1588" y="219"/>
                    <a:pt x="1692" y="219"/>
                  </a:cubicBezTo>
                  <a:close/>
                  <a:moveTo>
                    <a:pt x="1691" y="1"/>
                  </a:moveTo>
                  <a:cubicBezTo>
                    <a:pt x="1654" y="1"/>
                    <a:pt x="1617" y="2"/>
                    <a:pt x="1579" y="5"/>
                  </a:cubicBezTo>
                  <a:cubicBezTo>
                    <a:pt x="952" y="80"/>
                    <a:pt x="376" y="481"/>
                    <a:pt x="201" y="1083"/>
                  </a:cubicBezTo>
                  <a:cubicBezTo>
                    <a:pt x="0" y="1783"/>
                    <a:pt x="350" y="2584"/>
                    <a:pt x="975" y="2911"/>
                  </a:cubicBezTo>
                  <a:lnTo>
                    <a:pt x="975" y="2911"/>
                  </a:lnTo>
                  <a:cubicBezTo>
                    <a:pt x="976" y="2911"/>
                    <a:pt x="977" y="2912"/>
                    <a:pt x="978" y="2912"/>
                  </a:cubicBezTo>
                  <a:cubicBezTo>
                    <a:pt x="1183" y="3010"/>
                    <a:pt x="1407" y="3058"/>
                    <a:pt x="1632" y="3058"/>
                  </a:cubicBezTo>
                  <a:cubicBezTo>
                    <a:pt x="2039" y="3058"/>
                    <a:pt x="2450" y="2902"/>
                    <a:pt x="2757" y="2612"/>
                  </a:cubicBezTo>
                  <a:cubicBezTo>
                    <a:pt x="3208" y="2185"/>
                    <a:pt x="3308" y="1484"/>
                    <a:pt x="3058" y="907"/>
                  </a:cubicBezTo>
                  <a:cubicBezTo>
                    <a:pt x="2822" y="365"/>
                    <a:pt x="2276" y="1"/>
                    <a:pt x="16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2" name="Google Shape;4592;p54"/>
            <p:cNvSpPr/>
            <p:nvPr/>
          </p:nvSpPr>
          <p:spPr>
            <a:xfrm>
              <a:off x="2153797" y="3381177"/>
              <a:ext cx="91037" cy="80312"/>
            </a:xfrm>
            <a:custGeom>
              <a:rect b="b" l="l" r="r" t="t"/>
              <a:pathLst>
                <a:path extrusionOk="0" h="2853" w="3234">
                  <a:moveTo>
                    <a:pt x="1649" y="0"/>
                  </a:moveTo>
                  <a:cubicBezTo>
                    <a:pt x="1078" y="0"/>
                    <a:pt x="499" y="341"/>
                    <a:pt x="276" y="860"/>
                  </a:cubicBezTo>
                  <a:cubicBezTo>
                    <a:pt x="1" y="1537"/>
                    <a:pt x="327" y="2414"/>
                    <a:pt x="978" y="2715"/>
                  </a:cubicBezTo>
                  <a:cubicBezTo>
                    <a:pt x="1166" y="2809"/>
                    <a:pt x="1372" y="2853"/>
                    <a:pt x="1580" y="2853"/>
                  </a:cubicBezTo>
                  <a:cubicBezTo>
                    <a:pt x="2092" y="2853"/>
                    <a:pt x="2608" y="2584"/>
                    <a:pt x="2858" y="2138"/>
                  </a:cubicBezTo>
                  <a:cubicBezTo>
                    <a:pt x="3234" y="1462"/>
                    <a:pt x="2933" y="484"/>
                    <a:pt x="2231" y="133"/>
                  </a:cubicBezTo>
                  <a:cubicBezTo>
                    <a:pt x="2049" y="42"/>
                    <a:pt x="1849" y="0"/>
                    <a:pt x="164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3" name="Google Shape;4593;p54"/>
            <p:cNvSpPr/>
            <p:nvPr/>
          </p:nvSpPr>
          <p:spPr>
            <a:xfrm>
              <a:off x="2151742" y="3378446"/>
              <a:ext cx="93092" cy="86083"/>
            </a:xfrm>
            <a:custGeom>
              <a:rect b="b" l="l" r="r" t="t"/>
              <a:pathLst>
                <a:path extrusionOk="0" h="3058" w="3307">
                  <a:moveTo>
                    <a:pt x="1694" y="196"/>
                  </a:moveTo>
                  <a:cubicBezTo>
                    <a:pt x="2123" y="196"/>
                    <a:pt x="2531" y="414"/>
                    <a:pt x="2755" y="782"/>
                  </a:cubicBezTo>
                  <a:cubicBezTo>
                    <a:pt x="3056" y="1233"/>
                    <a:pt x="3081" y="1859"/>
                    <a:pt x="2755" y="2286"/>
                  </a:cubicBezTo>
                  <a:cubicBezTo>
                    <a:pt x="2507" y="2640"/>
                    <a:pt x="2058" y="2845"/>
                    <a:pt x="1621" y="2845"/>
                  </a:cubicBezTo>
                  <a:cubicBezTo>
                    <a:pt x="1440" y="2845"/>
                    <a:pt x="1262" y="2810"/>
                    <a:pt x="1101" y="2737"/>
                  </a:cubicBezTo>
                  <a:lnTo>
                    <a:pt x="1101" y="2737"/>
                  </a:lnTo>
                  <a:cubicBezTo>
                    <a:pt x="1101" y="2737"/>
                    <a:pt x="1101" y="2737"/>
                    <a:pt x="1101" y="2737"/>
                  </a:cubicBezTo>
                  <a:cubicBezTo>
                    <a:pt x="600" y="2486"/>
                    <a:pt x="299" y="1910"/>
                    <a:pt x="349" y="1358"/>
                  </a:cubicBezTo>
                  <a:cubicBezTo>
                    <a:pt x="400" y="807"/>
                    <a:pt x="851" y="356"/>
                    <a:pt x="1402" y="230"/>
                  </a:cubicBezTo>
                  <a:cubicBezTo>
                    <a:pt x="1499" y="207"/>
                    <a:pt x="1597" y="196"/>
                    <a:pt x="1694" y="196"/>
                  </a:cubicBezTo>
                  <a:close/>
                  <a:moveTo>
                    <a:pt x="1689" y="0"/>
                  </a:moveTo>
                  <a:cubicBezTo>
                    <a:pt x="1652" y="0"/>
                    <a:pt x="1615" y="2"/>
                    <a:pt x="1577" y="5"/>
                  </a:cubicBezTo>
                  <a:cubicBezTo>
                    <a:pt x="951" y="55"/>
                    <a:pt x="374" y="481"/>
                    <a:pt x="199" y="1083"/>
                  </a:cubicBezTo>
                  <a:cubicBezTo>
                    <a:pt x="1" y="1777"/>
                    <a:pt x="342" y="2570"/>
                    <a:pt x="981" y="2902"/>
                  </a:cubicBezTo>
                  <a:lnTo>
                    <a:pt x="981" y="2902"/>
                  </a:lnTo>
                  <a:cubicBezTo>
                    <a:pt x="987" y="2906"/>
                    <a:pt x="994" y="2909"/>
                    <a:pt x="1001" y="2912"/>
                  </a:cubicBezTo>
                  <a:cubicBezTo>
                    <a:pt x="1001" y="2912"/>
                    <a:pt x="1001" y="2912"/>
                    <a:pt x="1001" y="2912"/>
                  </a:cubicBezTo>
                  <a:lnTo>
                    <a:pt x="1001" y="2912"/>
                  </a:lnTo>
                  <a:cubicBezTo>
                    <a:pt x="1002" y="2913"/>
                    <a:pt x="1003" y="2913"/>
                    <a:pt x="1004" y="2914"/>
                  </a:cubicBezTo>
                  <a:lnTo>
                    <a:pt x="1004" y="2914"/>
                  </a:lnTo>
                  <a:cubicBezTo>
                    <a:pt x="1208" y="3011"/>
                    <a:pt x="1428" y="3057"/>
                    <a:pt x="1648" y="3057"/>
                  </a:cubicBezTo>
                  <a:cubicBezTo>
                    <a:pt x="2048" y="3057"/>
                    <a:pt x="2449" y="2902"/>
                    <a:pt x="2755" y="2611"/>
                  </a:cubicBezTo>
                  <a:cubicBezTo>
                    <a:pt x="3207" y="2185"/>
                    <a:pt x="3307" y="1484"/>
                    <a:pt x="3056" y="907"/>
                  </a:cubicBezTo>
                  <a:cubicBezTo>
                    <a:pt x="2821" y="365"/>
                    <a:pt x="2275" y="0"/>
                    <a:pt x="168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4" name="Google Shape;4594;p54"/>
            <p:cNvSpPr/>
            <p:nvPr/>
          </p:nvSpPr>
          <p:spPr>
            <a:xfrm>
              <a:off x="2117117" y="3843186"/>
              <a:ext cx="91037" cy="80284"/>
            </a:xfrm>
            <a:custGeom>
              <a:rect b="b" l="l" r="r" t="t"/>
              <a:pathLst>
                <a:path extrusionOk="0" h="2852" w="3234">
                  <a:moveTo>
                    <a:pt x="1634" y="0"/>
                  </a:moveTo>
                  <a:cubicBezTo>
                    <a:pt x="1068" y="0"/>
                    <a:pt x="497" y="331"/>
                    <a:pt x="276" y="864"/>
                  </a:cubicBezTo>
                  <a:cubicBezTo>
                    <a:pt x="0" y="1541"/>
                    <a:pt x="326" y="2393"/>
                    <a:pt x="978" y="2719"/>
                  </a:cubicBezTo>
                  <a:cubicBezTo>
                    <a:pt x="1159" y="2810"/>
                    <a:pt x="1359" y="2852"/>
                    <a:pt x="1559" y="2852"/>
                  </a:cubicBezTo>
                  <a:cubicBezTo>
                    <a:pt x="2078" y="2852"/>
                    <a:pt x="2604" y="2569"/>
                    <a:pt x="2858" y="2117"/>
                  </a:cubicBezTo>
                  <a:cubicBezTo>
                    <a:pt x="3234" y="1441"/>
                    <a:pt x="2933" y="463"/>
                    <a:pt x="2231" y="138"/>
                  </a:cubicBezTo>
                  <a:cubicBezTo>
                    <a:pt x="2044" y="44"/>
                    <a:pt x="1839" y="0"/>
                    <a:pt x="163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5" name="Google Shape;4595;p54"/>
            <p:cNvSpPr/>
            <p:nvPr/>
          </p:nvSpPr>
          <p:spPr>
            <a:xfrm>
              <a:off x="2115062" y="3840427"/>
              <a:ext cx="93092" cy="85548"/>
            </a:xfrm>
            <a:custGeom>
              <a:rect b="b" l="l" r="r" t="t"/>
              <a:pathLst>
                <a:path extrusionOk="0" h="3039" w="3307">
                  <a:moveTo>
                    <a:pt x="1711" y="199"/>
                  </a:moveTo>
                  <a:cubicBezTo>
                    <a:pt x="2133" y="199"/>
                    <a:pt x="2533" y="404"/>
                    <a:pt x="2755" y="787"/>
                  </a:cubicBezTo>
                  <a:cubicBezTo>
                    <a:pt x="3056" y="1238"/>
                    <a:pt x="3081" y="1840"/>
                    <a:pt x="2755" y="2291"/>
                  </a:cubicBezTo>
                  <a:cubicBezTo>
                    <a:pt x="2512" y="2638"/>
                    <a:pt x="2076" y="2841"/>
                    <a:pt x="1648" y="2841"/>
                  </a:cubicBezTo>
                  <a:cubicBezTo>
                    <a:pt x="1458" y="2841"/>
                    <a:pt x="1270" y="2801"/>
                    <a:pt x="1101" y="2717"/>
                  </a:cubicBezTo>
                  <a:lnTo>
                    <a:pt x="1101" y="2717"/>
                  </a:lnTo>
                  <a:cubicBezTo>
                    <a:pt x="1101" y="2717"/>
                    <a:pt x="1101" y="2717"/>
                    <a:pt x="1101" y="2717"/>
                  </a:cubicBezTo>
                  <a:cubicBezTo>
                    <a:pt x="600" y="2466"/>
                    <a:pt x="299" y="1915"/>
                    <a:pt x="349" y="1363"/>
                  </a:cubicBezTo>
                  <a:cubicBezTo>
                    <a:pt x="399" y="787"/>
                    <a:pt x="850" y="361"/>
                    <a:pt x="1402" y="236"/>
                  </a:cubicBezTo>
                  <a:cubicBezTo>
                    <a:pt x="1505" y="211"/>
                    <a:pt x="1608" y="199"/>
                    <a:pt x="1711" y="199"/>
                  </a:cubicBezTo>
                  <a:close/>
                  <a:moveTo>
                    <a:pt x="1737" y="0"/>
                  </a:moveTo>
                  <a:cubicBezTo>
                    <a:pt x="1684" y="0"/>
                    <a:pt x="1631" y="4"/>
                    <a:pt x="1577" y="10"/>
                  </a:cubicBezTo>
                  <a:cubicBezTo>
                    <a:pt x="951" y="60"/>
                    <a:pt x="374" y="461"/>
                    <a:pt x="199" y="1088"/>
                  </a:cubicBezTo>
                  <a:cubicBezTo>
                    <a:pt x="0" y="1757"/>
                    <a:pt x="342" y="2550"/>
                    <a:pt x="981" y="2882"/>
                  </a:cubicBezTo>
                  <a:lnTo>
                    <a:pt x="981" y="2882"/>
                  </a:lnTo>
                  <a:cubicBezTo>
                    <a:pt x="987" y="2886"/>
                    <a:pt x="993" y="2889"/>
                    <a:pt x="1001" y="2892"/>
                  </a:cubicBezTo>
                  <a:cubicBezTo>
                    <a:pt x="1001" y="2892"/>
                    <a:pt x="1001" y="2892"/>
                    <a:pt x="1001" y="2892"/>
                  </a:cubicBezTo>
                  <a:lnTo>
                    <a:pt x="1001" y="2892"/>
                  </a:lnTo>
                  <a:cubicBezTo>
                    <a:pt x="1013" y="2902"/>
                    <a:pt x="1026" y="2907"/>
                    <a:pt x="1038" y="2909"/>
                  </a:cubicBezTo>
                  <a:lnTo>
                    <a:pt x="1038" y="2909"/>
                  </a:lnTo>
                  <a:cubicBezTo>
                    <a:pt x="1235" y="2997"/>
                    <a:pt x="1445" y="3039"/>
                    <a:pt x="1656" y="3039"/>
                  </a:cubicBezTo>
                  <a:cubicBezTo>
                    <a:pt x="2053" y="3039"/>
                    <a:pt x="2450" y="2889"/>
                    <a:pt x="2755" y="2616"/>
                  </a:cubicBezTo>
                  <a:cubicBezTo>
                    <a:pt x="3206" y="2165"/>
                    <a:pt x="3307" y="1464"/>
                    <a:pt x="3056" y="887"/>
                  </a:cubicBezTo>
                  <a:cubicBezTo>
                    <a:pt x="2827" y="360"/>
                    <a:pt x="2304" y="0"/>
                    <a:pt x="173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6" name="Google Shape;4596;p54"/>
            <p:cNvSpPr/>
            <p:nvPr/>
          </p:nvSpPr>
          <p:spPr>
            <a:xfrm>
              <a:off x="2237067" y="3975832"/>
              <a:ext cx="91037" cy="80284"/>
            </a:xfrm>
            <a:custGeom>
              <a:rect b="b" l="l" r="r" t="t"/>
              <a:pathLst>
                <a:path extrusionOk="0" h="2852" w="3234">
                  <a:moveTo>
                    <a:pt x="1633" y="0"/>
                  </a:moveTo>
                  <a:cubicBezTo>
                    <a:pt x="1068" y="0"/>
                    <a:pt x="496" y="331"/>
                    <a:pt x="276" y="864"/>
                  </a:cubicBezTo>
                  <a:cubicBezTo>
                    <a:pt x="0" y="1541"/>
                    <a:pt x="326" y="2393"/>
                    <a:pt x="978" y="2719"/>
                  </a:cubicBezTo>
                  <a:cubicBezTo>
                    <a:pt x="1159" y="2810"/>
                    <a:pt x="1358" y="2852"/>
                    <a:pt x="1559" y="2852"/>
                  </a:cubicBezTo>
                  <a:cubicBezTo>
                    <a:pt x="2077" y="2852"/>
                    <a:pt x="2604" y="2569"/>
                    <a:pt x="2857" y="2117"/>
                  </a:cubicBezTo>
                  <a:cubicBezTo>
                    <a:pt x="3233" y="1441"/>
                    <a:pt x="2932" y="463"/>
                    <a:pt x="2231" y="137"/>
                  </a:cubicBezTo>
                  <a:cubicBezTo>
                    <a:pt x="2044" y="44"/>
                    <a:pt x="1839" y="0"/>
                    <a:pt x="16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7" name="Google Shape;4597;p54"/>
            <p:cNvSpPr/>
            <p:nvPr/>
          </p:nvSpPr>
          <p:spPr>
            <a:xfrm>
              <a:off x="2234984" y="3973074"/>
              <a:ext cx="93120" cy="85548"/>
            </a:xfrm>
            <a:custGeom>
              <a:rect b="b" l="l" r="r" t="t"/>
              <a:pathLst>
                <a:path extrusionOk="0" h="3039" w="3308">
                  <a:moveTo>
                    <a:pt x="1711" y="199"/>
                  </a:moveTo>
                  <a:cubicBezTo>
                    <a:pt x="2134" y="199"/>
                    <a:pt x="2534" y="403"/>
                    <a:pt x="2756" y="787"/>
                  </a:cubicBezTo>
                  <a:cubicBezTo>
                    <a:pt x="3057" y="1238"/>
                    <a:pt x="3082" y="1839"/>
                    <a:pt x="2756" y="2290"/>
                  </a:cubicBezTo>
                  <a:cubicBezTo>
                    <a:pt x="2513" y="2638"/>
                    <a:pt x="2077" y="2841"/>
                    <a:pt x="1648" y="2841"/>
                  </a:cubicBezTo>
                  <a:cubicBezTo>
                    <a:pt x="1459" y="2841"/>
                    <a:pt x="1271" y="2801"/>
                    <a:pt x="1102" y="2717"/>
                  </a:cubicBezTo>
                  <a:lnTo>
                    <a:pt x="1102" y="2717"/>
                  </a:lnTo>
                  <a:cubicBezTo>
                    <a:pt x="1102" y="2717"/>
                    <a:pt x="1102" y="2717"/>
                    <a:pt x="1102" y="2717"/>
                  </a:cubicBezTo>
                  <a:cubicBezTo>
                    <a:pt x="600" y="2466"/>
                    <a:pt x="300" y="1915"/>
                    <a:pt x="350" y="1363"/>
                  </a:cubicBezTo>
                  <a:cubicBezTo>
                    <a:pt x="400" y="787"/>
                    <a:pt x="851" y="361"/>
                    <a:pt x="1402" y="235"/>
                  </a:cubicBezTo>
                  <a:cubicBezTo>
                    <a:pt x="1505" y="211"/>
                    <a:pt x="1609" y="199"/>
                    <a:pt x="1711" y="199"/>
                  </a:cubicBezTo>
                  <a:close/>
                  <a:moveTo>
                    <a:pt x="1738" y="0"/>
                  </a:moveTo>
                  <a:cubicBezTo>
                    <a:pt x="1685" y="0"/>
                    <a:pt x="1631" y="3"/>
                    <a:pt x="1578" y="10"/>
                  </a:cubicBezTo>
                  <a:cubicBezTo>
                    <a:pt x="951" y="60"/>
                    <a:pt x="375" y="461"/>
                    <a:pt x="199" y="1087"/>
                  </a:cubicBezTo>
                  <a:cubicBezTo>
                    <a:pt x="1" y="1757"/>
                    <a:pt x="343" y="2550"/>
                    <a:pt x="981" y="2882"/>
                  </a:cubicBezTo>
                  <a:lnTo>
                    <a:pt x="981" y="2882"/>
                  </a:lnTo>
                  <a:cubicBezTo>
                    <a:pt x="987" y="2886"/>
                    <a:pt x="994" y="2889"/>
                    <a:pt x="1001" y="2892"/>
                  </a:cubicBezTo>
                  <a:cubicBezTo>
                    <a:pt x="1001" y="2892"/>
                    <a:pt x="1001" y="2892"/>
                    <a:pt x="1001" y="2892"/>
                  </a:cubicBezTo>
                  <a:lnTo>
                    <a:pt x="1001" y="2892"/>
                  </a:lnTo>
                  <a:cubicBezTo>
                    <a:pt x="1014" y="2901"/>
                    <a:pt x="1026" y="2907"/>
                    <a:pt x="1039" y="2909"/>
                  </a:cubicBezTo>
                  <a:lnTo>
                    <a:pt x="1039" y="2909"/>
                  </a:lnTo>
                  <a:cubicBezTo>
                    <a:pt x="1235" y="2997"/>
                    <a:pt x="1446" y="3039"/>
                    <a:pt x="1656" y="3039"/>
                  </a:cubicBezTo>
                  <a:cubicBezTo>
                    <a:pt x="2054" y="3039"/>
                    <a:pt x="2451" y="2889"/>
                    <a:pt x="2756" y="2616"/>
                  </a:cubicBezTo>
                  <a:cubicBezTo>
                    <a:pt x="3207" y="2165"/>
                    <a:pt x="3307" y="1463"/>
                    <a:pt x="3057" y="887"/>
                  </a:cubicBezTo>
                  <a:cubicBezTo>
                    <a:pt x="2827" y="360"/>
                    <a:pt x="2305" y="0"/>
                    <a:pt x="173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8" name="Google Shape;4598;p54"/>
            <p:cNvSpPr/>
            <p:nvPr/>
          </p:nvSpPr>
          <p:spPr>
            <a:xfrm>
              <a:off x="2172855" y="4109267"/>
              <a:ext cx="91037" cy="80312"/>
            </a:xfrm>
            <a:custGeom>
              <a:rect b="b" l="l" r="r" t="t"/>
              <a:pathLst>
                <a:path extrusionOk="0" h="2853" w="3234">
                  <a:moveTo>
                    <a:pt x="1649" y="1"/>
                  </a:moveTo>
                  <a:cubicBezTo>
                    <a:pt x="1078" y="1"/>
                    <a:pt x="499" y="342"/>
                    <a:pt x="276" y="861"/>
                  </a:cubicBezTo>
                  <a:cubicBezTo>
                    <a:pt x="0" y="1538"/>
                    <a:pt x="326" y="2390"/>
                    <a:pt x="978" y="2716"/>
                  </a:cubicBezTo>
                  <a:cubicBezTo>
                    <a:pt x="1164" y="2809"/>
                    <a:pt x="1369" y="2853"/>
                    <a:pt x="1575" y="2853"/>
                  </a:cubicBezTo>
                  <a:cubicBezTo>
                    <a:pt x="2088" y="2853"/>
                    <a:pt x="2607" y="2579"/>
                    <a:pt x="2858" y="2114"/>
                  </a:cubicBezTo>
                  <a:cubicBezTo>
                    <a:pt x="3234" y="1437"/>
                    <a:pt x="2933" y="485"/>
                    <a:pt x="2231" y="134"/>
                  </a:cubicBezTo>
                  <a:cubicBezTo>
                    <a:pt x="2049" y="43"/>
                    <a:pt x="1849" y="1"/>
                    <a:pt x="16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9" name="Google Shape;4599;p54"/>
            <p:cNvSpPr/>
            <p:nvPr/>
          </p:nvSpPr>
          <p:spPr>
            <a:xfrm>
              <a:off x="2170744" y="4106536"/>
              <a:ext cx="93148" cy="85632"/>
            </a:xfrm>
            <a:custGeom>
              <a:rect b="b" l="l" r="r" t="t"/>
              <a:pathLst>
                <a:path extrusionOk="0" h="3042" w="3309">
                  <a:moveTo>
                    <a:pt x="1696" y="197"/>
                  </a:moveTo>
                  <a:cubicBezTo>
                    <a:pt x="2125" y="197"/>
                    <a:pt x="2537" y="415"/>
                    <a:pt x="2782" y="783"/>
                  </a:cubicBezTo>
                  <a:cubicBezTo>
                    <a:pt x="3058" y="1234"/>
                    <a:pt x="3083" y="1835"/>
                    <a:pt x="2782" y="2286"/>
                  </a:cubicBezTo>
                  <a:cubicBezTo>
                    <a:pt x="2516" y="2641"/>
                    <a:pt x="2061" y="2845"/>
                    <a:pt x="1623" y="2845"/>
                  </a:cubicBezTo>
                  <a:cubicBezTo>
                    <a:pt x="1442" y="2845"/>
                    <a:pt x="1264" y="2811"/>
                    <a:pt x="1103" y="2737"/>
                  </a:cubicBezTo>
                  <a:lnTo>
                    <a:pt x="1103" y="2737"/>
                  </a:lnTo>
                  <a:cubicBezTo>
                    <a:pt x="1103" y="2737"/>
                    <a:pt x="1103" y="2737"/>
                    <a:pt x="1103" y="2737"/>
                  </a:cubicBezTo>
                  <a:cubicBezTo>
                    <a:pt x="1100" y="2736"/>
                    <a:pt x="1097" y="2734"/>
                    <a:pt x="1094" y="2732"/>
                  </a:cubicBezTo>
                  <a:lnTo>
                    <a:pt x="1094" y="2732"/>
                  </a:lnTo>
                  <a:cubicBezTo>
                    <a:pt x="598" y="2455"/>
                    <a:pt x="301" y="1907"/>
                    <a:pt x="351" y="1359"/>
                  </a:cubicBezTo>
                  <a:cubicBezTo>
                    <a:pt x="426" y="783"/>
                    <a:pt x="877" y="357"/>
                    <a:pt x="1404" y="231"/>
                  </a:cubicBezTo>
                  <a:cubicBezTo>
                    <a:pt x="1501" y="208"/>
                    <a:pt x="1599" y="197"/>
                    <a:pt x="1696" y="197"/>
                  </a:cubicBezTo>
                  <a:close/>
                  <a:moveTo>
                    <a:pt x="1698" y="1"/>
                  </a:moveTo>
                  <a:cubicBezTo>
                    <a:pt x="1658" y="1"/>
                    <a:pt x="1619" y="2"/>
                    <a:pt x="1579" y="6"/>
                  </a:cubicBezTo>
                  <a:cubicBezTo>
                    <a:pt x="978" y="56"/>
                    <a:pt x="376" y="482"/>
                    <a:pt x="201" y="1083"/>
                  </a:cubicBezTo>
                  <a:cubicBezTo>
                    <a:pt x="0" y="1760"/>
                    <a:pt x="351" y="2587"/>
                    <a:pt x="1003" y="2913"/>
                  </a:cubicBezTo>
                  <a:cubicBezTo>
                    <a:pt x="1003" y="2913"/>
                    <a:pt x="1003" y="2913"/>
                    <a:pt x="1003" y="2913"/>
                  </a:cubicBezTo>
                  <a:lnTo>
                    <a:pt x="1003" y="2913"/>
                  </a:lnTo>
                  <a:cubicBezTo>
                    <a:pt x="1006" y="2914"/>
                    <a:pt x="1009" y="2916"/>
                    <a:pt x="1012" y="2917"/>
                  </a:cubicBezTo>
                  <a:lnTo>
                    <a:pt x="1012" y="2917"/>
                  </a:lnTo>
                  <a:cubicBezTo>
                    <a:pt x="1209" y="3001"/>
                    <a:pt x="1419" y="3041"/>
                    <a:pt x="1630" y="3041"/>
                  </a:cubicBezTo>
                  <a:cubicBezTo>
                    <a:pt x="2037" y="3041"/>
                    <a:pt x="2445" y="2891"/>
                    <a:pt x="2757" y="2612"/>
                  </a:cubicBezTo>
                  <a:cubicBezTo>
                    <a:pt x="3233" y="2161"/>
                    <a:pt x="3309" y="1459"/>
                    <a:pt x="3058" y="883"/>
                  </a:cubicBezTo>
                  <a:cubicBezTo>
                    <a:pt x="2823" y="343"/>
                    <a:pt x="2281" y="1"/>
                    <a:pt x="169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0" name="Google Shape;4600;p54"/>
            <p:cNvSpPr/>
            <p:nvPr/>
          </p:nvSpPr>
          <p:spPr>
            <a:xfrm>
              <a:off x="1423568" y="3721125"/>
              <a:ext cx="91037" cy="80002"/>
            </a:xfrm>
            <a:custGeom>
              <a:rect b="b" l="l" r="r" t="t"/>
              <a:pathLst>
                <a:path extrusionOk="0" h="2842" w="3234">
                  <a:moveTo>
                    <a:pt x="1634" y="0"/>
                  </a:moveTo>
                  <a:cubicBezTo>
                    <a:pt x="1068" y="0"/>
                    <a:pt x="497" y="331"/>
                    <a:pt x="276" y="864"/>
                  </a:cubicBezTo>
                  <a:cubicBezTo>
                    <a:pt x="1" y="1541"/>
                    <a:pt x="327" y="2393"/>
                    <a:pt x="978" y="2719"/>
                  </a:cubicBezTo>
                  <a:cubicBezTo>
                    <a:pt x="1158" y="2802"/>
                    <a:pt x="1355" y="2841"/>
                    <a:pt x="1553" y="2841"/>
                  </a:cubicBezTo>
                  <a:cubicBezTo>
                    <a:pt x="2074" y="2841"/>
                    <a:pt x="2604" y="2571"/>
                    <a:pt x="2858" y="2118"/>
                  </a:cubicBezTo>
                  <a:cubicBezTo>
                    <a:pt x="3234" y="1441"/>
                    <a:pt x="2958" y="463"/>
                    <a:pt x="2231" y="138"/>
                  </a:cubicBezTo>
                  <a:cubicBezTo>
                    <a:pt x="2044" y="44"/>
                    <a:pt x="1839" y="0"/>
                    <a:pt x="163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1" name="Google Shape;4601;p54"/>
            <p:cNvSpPr/>
            <p:nvPr/>
          </p:nvSpPr>
          <p:spPr>
            <a:xfrm>
              <a:off x="1421513" y="3718366"/>
              <a:ext cx="93092" cy="85548"/>
            </a:xfrm>
            <a:custGeom>
              <a:rect b="b" l="l" r="r" t="t"/>
              <a:pathLst>
                <a:path extrusionOk="0" h="3039" w="3307">
                  <a:moveTo>
                    <a:pt x="1711" y="199"/>
                  </a:moveTo>
                  <a:cubicBezTo>
                    <a:pt x="2134" y="199"/>
                    <a:pt x="2538" y="404"/>
                    <a:pt x="2781" y="787"/>
                  </a:cubicBezTo>
                  <a:cubicBezTo>
                    <a:pt x="3056" y="1238"/>
                    <a:pt x="3081" y="1840"/>
                    <a:pt x="2781" y="2291"/>
                  </a:cubicBezTo>
                  <a:cubicBezTo>
                    <a:pt x="2520" y="2638"/>
                    <a:pt x="2079" y="2841"/>
                    <a:pt x="1649" y="2841"/>
                  </a:cubicBezTo>
                  <a:cubicBezTo>
                    <a:pt x="1459" y="2841"/>
                    <a:pt x="1270" y="2801"/>
                    <a:pt x="1101" y="2717"/>
                  </a:cubicBezTo>
                  <a:lnTo>
                    <a:pt x="1101" y="2717"/>
                  </a:lnTo>
                  <a:cubicBezTo>
                    <a:pt x="1101" y="2717"/>
                    <a:pt x="1101" y="2717"/>
                    <a:pt x="1101" y="2717"/>
                  </a:cubicBezTo>
                  <a:cubicBezTo>
                    <a:pt x="600" y="2466"/>
                    <a:pt x="299" y="1915"/>
                    <a:pt x="349" y="1338"/>
                  </a:cubicBezTo>
                  <a:cubicBezTo>
                    <a:pt x="425" y="787"/>
                    <a:pt x="876" y="361"/>
                    <a:pt x="1402" y="236"/>
                  </a:cubicBezTo>
                  <a:cubicBezTo>
                    <a:pt x="1505" y="211"/>
                    <a:pt x="1609" y="199"/>
                    <a:pt x="1711" y="199"/>
                  </a:cubicBezTo>
                  <a:close/>
                  <a:moveTo>
                    <a:pt x="1743" y="1"/>
                  </a:moveTo>
                  <a:cubicBezTo>
                    <a:pt x="1688" y="1"/>
                    <a:pt x="1633" y="4"/>
                    <a:pt x="1577" y="10"/>
                  </a:cubicBezTo>
                  <a:cubicBezTo>
                    <a:pt x="976" y="60"/>
                    <a:pt x="374" y="461"/>
                    <a:pt x="199" y="1063"/>
                  </a:cubicBezTo>
                  <a:cubicBezTo>
                    <a:pt x="1" y="1757"/>
                    <a:pt x="342" y="2550"/>
                    <a:pt x="981" y="2882"/>
                  </a:cubicBezTo>
                  <a:lnTo>
                    <a:pt x="981" y="2882"/>
                  </a:lnTo>
                  <a:cubicBezTo>
                    <a:pt x="987" y="2886"/>
                    <a:pt x="994" y="2889"/>
                    <a:pt x="1001" y="2892"/>
                  </a:cubicBezTo>
                  <a:cubicBezTo>
                    <a:pt x="1001" y="2892"/>
                    <a:pt x="1001" y="2892"/>
                    <a:pt x="1001" y="2892"/>
                  </a:cubicBezTo>
                  <a:lnTo>
                    <a:pt x="1001" y="2892"/>
                  </a:lnTo>
                  <a:cubicBezTo>
                    <a:pt x="1013" y="2901"/>
                    <a:pt x="1025" y="2907"/>
                    <a:pt x="1037" y="2909"/>
                  </a:cubicBezTo>
                  <a:lnTo>
                    <a:pt x="1037" y="2909"/>
                  </a:lnTo>
                  <a:cubicBezTo>
                    <a:pt x="1235" y="2997"/>
                    <a:pt x="1445" y="3039"/>
                    <a:pt x="1656" y="3039"/>
                  </a:cubicBezTo>
                  <a:cubicBezTo>
                    <a:pt x="2053" y="3039"/>
                    <a:pt x="2451" y="2889"/>
                    <a:pt x="2755" y="2617"/>
                  </a:cubicBezTo>
                  <a:cubicBezTo>
                    <a:pt x="3232" y="2165"/>
                    <a:pt x="3307" y="1464"/>
                    <a:pt x="3056" y="887"/>
                  </a:cubicBezTo>
                  <a:cubicBezTo>
                    <a:pt x="2827" y="360"/>
                    <a:pt x="2325" y="1"/>
                    <a:pt x="17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2" name="Google Shape;4602;p54"/>
            <p:cNvSpPr/>
            <p:nvPr/>
          </p:nvSpPr>
          <p:spPr>
            <a:xfrm>
              <a:off x="1336075" y="3821932"/>
              <a:ext cx="15567" cy="24181"/>
            </a:xfrm>
            <a:custGeom>
              <a:rect b="b" l="l" r="r" t="t"/>
              <a:pathLst>
                <a:path extrusionOk="0" h="859" w="553">
                  <a:moveTo>
                    <a:pt x="441" y="0"/>
                  </a:moveTo>
                  <a:cubicBezTo>
                    <a:pt x="404" y="0"/>
                    <a:pt x="368" y="18"/>
                    <a:pt x="352" y="65"/>
                  </a:cubicBezTo>
                  <a:cubicBezTo>
                    <a:pt x="252" y="266"/>
                    <a:pt x="126" y="492"/>
                    <a:pt x="26" y="717"/>
                  </a:cubicBezTo>
                  <a:cubicBezTo>
                    <a:pt x="1" y="767"/>
                    <a:pt x="1" y="817"/>
                    <a:pt x="51" y="842"/>
                  </a:cubicBezTo>
                  <a:cubicBezTo>
                    <a:pt x="72" y="853"/>
                    <a:pt x="97" y="859"/>
                    <a:pt x="121" y="859"/>
                  </a:cubicBezTo>
                  <a:cubicBezTo>
                    <a:pt x="155" y="859"/>
                    <a:pt x="187" y="847"/>
                    <a:pt x="201" y="817"/>
                  </a:cubicBezTo>
                  <a:cubicBezTo>
                    <a:pt x="302" y="592"/>
                    <a:pt x="427" y="366"/>
                    <a:pt x="527" y="166"/>
                  </a:cubicBezTo>
                  <a:cubicBezTo>
                    <a:pt x="552" y="116"/>
                    <a:pt x="552" y="40"/>
                    <a:pt x="502" y="15"/>
                  </a:cubicBezTo>
                  <a:cubicBezTo>
                    <a:pt x="484" y="6"/>
                    <a:pt x="462" y="0"/>
                    <a:pt x="44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3" name="Google Shape;4603;p54"/>
            <p:cNvSpPr/>
            <p:nvPr/>
          </p:nvSpPr>
          <p:spPr>
            <a:xfrm>
              <a:off x="1354430" y="3827703"/>
              <a:ext cx="16974" cy="27587"/>
            </a:xfrm>
            <a:custGeom>
              <a:rect b="b" l="l" r="r" t="t"/>
              <a:pathLst>
                <a:path extrusionOk="0" h="980" w="603">
                  <a:moveTo>
                    <a:pt x="503" y="0"/>
                  </a:moveTo>
                  <a:cubicBezTo>
                    <a:pt x="462" y="0"/>
                    <a:pt x="419" y="18"/>
                    <a:pt x="402" y="36"/>
                  </a:cubicBezTo>
                  <a:cubicBezTo>
                    <a:pt x="276" y="312"/>
                    <a:pt x="151" y="562"/>
                    <a:pt x="26" y="838"/>
                  </a:cubicBezTo>
                  <a:cubicBezTo>
                    <a:pt x="1" y="863"/>
                    <a:pt x="1" y="938"/>
                    <a:pt x="51" y="963"/>
                  </a:cubicBezTo>
                  <a:cubicBezTo>
                    <a:pt x="71" y="974"/>
                    <a:pt x="97" y="980"/>
                    <a:pt x="121" y="980"/>
                  </a:cubicBezTo>
                  <a:cubicBezTo>
                    <a:pt x="155" y="980"/>
                    <a:pt x="186" y="968"/>
                    <a:pt x="201" y="938"/>
                  </a:cubicBezTo>
                  <a:lnTo>
                    <a:pt x="577" y="161"/>
                  </a:lnTo>
                  <a:cubicBezTo>
                    <a:pt x="602" y="111"/>
                    <a:pt x="602" y="36"/>
                    <a:pt x="552" y="11"/>
                  </a:cubicBezTo>
                  <a:cubicBezTo>
                    <a:pt x="537" y="3"/>
                    <a:pt x="520" y="0"/>
                    <a:pt x="5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4" name="Google Shape;4604;p54"/>
            <p:cNvSpPr/>
            <p:nvPr/>
          </p:nvSpPr>
          <p:spPr>
            <a:xfrm>
              <a:off x="1595738" y="3616770"/>
              <a:ext cx="14835" cy="23843"/>
            </a:xfrm>
            <a:custGeom>
              <a:rect b="b" l="l" r="r" t="t"/>
              <a:pathLst>
                <a:path extrusionOk="0" h="847" w="527">
                  <a:moveTo>
                    <a:pt x="386" y="0"/>
                  </a:moveTo>
                  <a:cubicBezTo>
                    <a:pt x="351" y="0"/>
                    <a:pt x="319" y="23"/>
                    <a:pt x="301" y="60"/>
                  </a:cubicBezTo>
                  <a:cubicBezTo>
                    <a:pt x="226" y="286"/>
                    <a:pt x="125" y="511"/>
                    <a:pt x="25" y="712"/>
                  </a:cubicBezTo>
                  <a:cubicBezTo>
                    <a:pt x="0" y="762"/>
                    <a:pt x="50" y="837"/>
                    <a:pt x="100" y="837"/>
                  </a:cubicBezTo>
                  <a:cubicBezTo>
                    <a:pt x="114" y="844"/>
                    <a:pt x="127" y="847"/>
                    <a:pt x="140" y="847"/>
                  </a:cubicBezTo>
                  <a:cubicBezTo>
                    <a:pt x="175" y="847"/>
                    <a:pt x="207" y="824"/>
                    <a:pt x="226" y="787"/>
                  </a:cubicBezTo>
                  <a:cubicBezTo>
                    <a:pt x="326" y="561"/>
                    <a:pt x="401" y="336"/>
                    <a:pt x="501" y="135"/>
                  </a:cubicBezTo>
                  <a:cubicBezTo>
                    <a:pt x="526" y="85"/>
                    <a:pt x="476" y="10"/>
                    <a:pt x="426" y="10"/>
                  </a:cubicBezTo>
                  <a:cubicBezTo>
                    <a:pt x="413" y="3"/>
                    <a:pt x="399" y="0"/>
                    <a:pt x="3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5" name="Google Shape;4605;p54"/>
            <p:cNvSpPr/>
            <p:nvPr/>
          </p:nvSpPr>
          <p:spPr>
            <a:xfrm>
              <a:off x="1615471" y="3619163"/>
              <a:ext cx="8501" cy="31049"/>
            </a:xfrm>
            <a:custGeom>
              <a:rect b="b" l="l" r="r" t="t"/>
              <a:pathLst>
                <a:path extrusionOk="0" h="1103" w="302">
                  <a:moveTo>
                    <a:pt x="176" y="0"/>
                  </a:moveTo>
                  <a:cubicBezTo>
                    <a:pt x="126" y="0"/>
                    <a:pt x="101" y="50"/>
                    <a:pt x="76" y="126"/>
                  </a:cubicBezTo>
                  <a:cubicBezTo>
                    <a:pt x="51" y="401"/>
                    <a:pt x="26" y="702"/>
                    <a:pt x="1" y="1003"/>
                  </a:cubicBezTo>
                  <a:cubicBezTo>
                    <a:pt x="1" y="1053"/>
                    <a:pt x="51" y="1103"/>
                    <a:pt x="101" y="1103"/>
                  </a:cubicBezTo>
                  <a:cubicBezTo>
                    <a:pt x="151" y="1103"/>
                    <a:pt x="201" y="1053"/>
                    <a:pt x="201" y="1003"/>
                  </a:cubicBezTo>
                  <a:cubicBezTo>
                    <a:pt x="226" y="702"/>
                    <a:pt x="251" y="401"/>
                    <a:pt x="276" y="126"/>
                  </a:cubicBezTo>
                  <a:cubicBezTo>
                    <a:pt x="302" y="50"/>
                    <a:pt x="22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6" name="Google Shape;4606;p54"/>
            <p:cNvSpPr/>
            <p:nvPr/>
          </p:nvSpPr>
          <p:spPr>
            <a:xfrm>
              <a:off x="1541604" y="3855460"/>
              <a:ext cx="152911" cy="31134"/>
            </a:xfrm>
            <a:custGeom>
              <a:rect b="b" l="l" r="r" t="t"/>
              <a:pathLst>
                <a:path extrusionOk="0" h="1106" w="5432">
                  <a:moveTo>
                    <a:pt x="147" y="0"/>
                  </a:moveTo>
                  <a:cubicBezTo>
                    <a:pt x="38" y="0"/>
                    <a:pt x="1" y="179"/>
                    <a:pt x="119" y="203"/>
                  </a:cubicBezTo>
                  <a:cubicBezTo>
                    <a:pt x="1798" y="704"/>
                    <a:pt x="3552" y="1005"/>
                    <a:pt x="5281" y="1105"/>
                  </a:cubicBezTo>
                  <a:cubicBezTo>
                    <a:pt x="5432" y="1105"/>
                    <a:pt x="5432" y="905"/>
                    <a:pt x="5281" y="905"/>
                  </a:cubicBezTo>
                  <a:cubicBezTo>
                    <a:pt x="3552" y="779"/>
                    <a:pt x="1848" y="504"/>
                    <a:pt x="169" y="2"/>
                  </a:cubicBezTo>
                  <a:cubicBezTo>
                    <a:pt x="161" y="1"/>
                    <a:pt x="154" y="0"/>
                    <a:pt x="14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7" name="Google Shape;4607;p54"/>
            <p:cNvSpPr/>
            <p:nvPr/>
          </p:nvSpPr>
          <p:spPr>
            <a:xfrm>
              <a:off x="1841972" y="3871675"/>
              <a:ext cx="129631" cy="13625"/>
            </a:xfrm>
            <a:custGeom>
              <a:rect b="b" l="l" r="r" t="t"/>
              <a:pathLst>
                <a:path extrusionOk="0" h="484" w="4605">
                  <a:moveTo>
                    <a:pt x="4457" y="1"/>
                  </a:moveTo>
                  <a:cubicBezTo>
                    <a:pt x="4451" y="1"/>
                    <a:pt x="4443" y="1"/>
                    <a:pt x="4436" y="3"/>
                  </a:cubicBezTo>
                  <a:cubicBezTo>
                    <a:pt x="3181" y="201"/>
                    <a:pt x="1926" y="283"/>
                    <a:pt x="653" y="283"/>
                  </a:cubicBezTo>
                  <a:cubicBezTo>
                    <a:pt x="478" y="283"/>
                    <a:pt x="302" y="281"/>
                    <a:pt x="125" y="278"/>
                  </a:cubicBezTo>
                  <a:cubicBezTo>
                    <a:pt x="119" y="277"/>
                    <a:pt x="112" y="276"/>
                    <a:pt x="107" y="276"/>
                  </a:cubicBezTo>
                  <a:cubicBezTo>
                    <a:pt x="0" y="276"/>
                    <a:pt x="7" y="479"/>
                    <a:pt x="125" y="479"/>
                  </a:cubicBezTo>
                  <a:cubicBezTo>
                    <a:pt x="302" y="482"/>
                    <a:pt x="478" y="484"/>
                    <a:pt x="655" y="484"/>
                  </a:cubicBezTo>
                  <a:cubicBezTo>
                    <a:pt x="1937" y="484"/>
                    <a:pt x="3231" y="401"/>
                    <a:pt x="4486" y="203"/>
                  </a:cubicBezTo>
                  <a:cubicBezTo>
                    <a:pt x="4604" y="180"/>
                    <a:pt x="4567" y="1"/>
                    <a:pt x="445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8" name="Google Shape;4608;p54"/>
            <p:cNvSpPr/>
            <p:nvPr/>
          </p:nvSpPr>
          <p:spPr>
            <a:xfrm>
              <a:off x="1239772" y="3946161"/>
              <a:ext cx="15905" cy="86983"/>
            </a:xfrm>
            <a:custGeom>
              <a:rect b="b" l="l" r="r" t="t"/>
              <a:pathLst>
                <a:path extrusionOk="0" h="3090" w="565">
                  <a:moveTo>
                    <a:pt x="465" y="1"/>
                  </a:moveTo>
                  <a:cubicBezTo>
                    <a:pt x="414" y="1"/>
                    <a:pt x="364" y="38"/>
                    <a:pt x="364" y="114"/>
                  </a:cubicBezTo>
                  <a:cubicBezTo>
                    <a:pt x="239" y="1066"/>
                    <a:pt x="114" y="2018"/>
                    <a:pt x="13" y="2996"/>
                  </a:cubicBezTo>
                  <a:cubicBezTo>
                    <a:pt x="1" y="3059"/>
                    <a:pt x="45" y="3090"/>
                    <a:pt x="95" y="3090"/>
                  </a:cubicBezTo>
                  <a:cubicBezTo>
                    <a:pt x="145" y="3090"/>
                    <a:pt x="201" y="3059"/>
                    <a:pt x="214" y="2996"/>
                  </a:cubicBezTo>
                  <a:cubicBezTo>
                    <a:pt x="314" y="2018"/>
                    <a:pt x="439" y="1066"/>
                    <a:pt x="565" y="114"/>
                  </a:cubicBezTo>
                  <a:cubicBezTo>
                    <a:pt x="565" y="38"/>
                    <a:pt x="515" y="1"/>
                    <a:pt x="46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9" name="Google Shape;4609;p54"/>
            <p:cNvSpPr/>
            <p:nvPr/>
          </p:nvSpPr>
          <p:spPr>
            <a:xfrm>
              <a:off x="1259899" y="4008346"/>
              <a:ext cx="11316" cy="30627"/>
            </a:xfrm>
            <a:custGeom>
              <a:rect b="b" l="l" r="r" t="t"/>
              <a:pathLst>
                <a:path extrusionOk="0" h="1088" w="402">
                  <a:moveTo>
                    <a:pt x="282" y="0"/>
                  </a:moveTo>
                  <a:cubicBezTo>
                    <a:pt x="241" y="0"/>
                    <a:pt x="201" y="23"/>
                    <a:pt x="201" y="60"/>
                  </a:cubicBezTo>
                  <a:cubicBezTo>
                    <a:pt x="125" y="361"/>
                    <a:pt x="75" y="662"/>
                    <a:pt x="0" y="962"/>
                  </a:cubicBezTo>
                  <a:cubicBezTo>
                    <a:pt x="0" y="1012"/>
                    <a:pt x="25" y="1063"/>
                    <a:pt x="75" y="1088"/>
                  </a:cubicBezTo>
                  <a:cubicBezTo>
                    <a:pt x="125" y="1088"/>
                    <a:pt x="176" y="1063"/>
                    <a:pt x="201" y="1012"/>
                  </a:cubicBezTo>
                  <a:cubicBezTo>
                    <a:pt x="276" y="712"/>
                    <a:pt x="326" y="411"/>
                    <a:pt x="401" y="135"/>
                  </a:cubicBezTo>
                  <a:cubicBezTo>
                    <a:pt x="401" y="85"/>
                    <a:pt x="376" y="10"/>
                    <a:pt x="326" y="10"/>
                  </a:cubicBezTo>
                  <a:cubicBezTo>
                    <a:pt x="313" y="3"/>
                    <a:pt x="297" y="0"/>
                    <a:pt x="28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0" name="Google Shape;4610;p54"/>
            <p:cNvSpPr/>
            <p:nvPr/>
          </p:nvSpPr>
          <p:spPr>
            <a:xfrm>
              <a:off x="1356541" y="4085254"/>
              <a:ext cx="9909" cy="22436"/>
            </a:xfrm>
            <a:custGeom>
              <a:rect b="b" l="l" r="r" t="t"/>
              <a:pathLst>
                <a:path extrusionOk="0" h="797" w="352">
                  <a:moveTo>
                    <a:pt x="239" y="0"/>
                  </a:moveTo>
                  <a:cubicBezTo>
                    <a:pt x="203" y="0"/>
                    <a:pt x="170" y="29"/>
                    <a:pt x="151" y="85"/>
                  </a:cubicBezTo>
                  <a:cubicBezTo>
                    <a:pt x="101" y="285"/>
                    <a:pt x="51" y="461"/>
                    <a:pt x="1" y="661"/>
                  </a:cubicBezTo>
                  <a:cubicBezTo>
                    <a:pt x="1" y="712"/>
                    <a:pt x="26" y="787"/>
                    <a:pt x="76" y="787"/>
                  </a:cubicBezTo>
                  <a:cubicBezTo>
                    <a:pt x="88" y="793"/>
                    <a:pt x="101" y="796"/>
                    <a:pt x="113" y="796"/>
                  </a:cubicBezTo>
                  <a:cubicBezTo>
                    <a:pt x="150" y="796"/>
                    <a:pt x="182" y="768"/>
                    <a:pt x="201" y="712"/>
                  </a:cubicBezTo>
                  <a:cubicBezTo>
                    <a:pt x="251" y="536"/>
                    <a:pt x="302" y="336"/>
                    <a:pt x="352" y="135"/>
                  </a:cubicBezTo>
                  <a:cubicBezTo>
                    <a:pt x="352" y="85"/>
                    <a:pt x="327" y="10"/>
                    <a:pt x="276" y="10"/>
                  </a:cubicBezTo>
                  <a:cubicBezTo>
                    <a:pt x="264" y="3"/>
                    <a:pt x="251" y="0"/>
                    <a:pt x="23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1" name="Google Shape;4611;p54"/>
            <p:cNvSpPr/>
            <p:nvPr/>
          </p:nvSpPr>
          <p:spPr>
            <a:xfrm>
              <a:off x="1369237" y="4086211"/>
              <a:ext cx="10613" cy="24293"/>
            </a:xfrm>
            <a:custGeom>
              <a:rect b="b" l="l" r="r" t="t"/>
              <a:pathLst>
                <a:path extrusionOk="0" h="863" w="377">
                  <a:moveTo>
                    <a:pt x="277" y="1"/>
                  </a:moveTo>
                  <a:cubicBezTo>
                    <a:pt x="226" y="1"/>
                    <a:pt x="176" y="26"/>
                    <a:pt x="151" y="76"/>
                  </a:cubicBezTo>
                  <a:cubicBezTo>
                    <a:pt x="101" y="302"/>
                    <a:pt x="51" y="502"/>
                    <a:pt x="26" y="728"/>
                  </a:cubicBezTo>
                  <a:cubicBezTo>
                    <a:pt x="1" y="778"/>
                    <a:pt x="26" y="853"/>
                    <a:pt x="76" y="853"/>
                  </a:cubicBezTo>
                  <a:cubicBezTo>
                    <a:pt x="89" y="859"/>
                    <a:pt x="103" y="862"/>
                    <a:pt x="117" y="862"/>
                  </a:cubicBezTo>
                  <a:cubicBezTo>
                    <a:pt x="159" y="862"/>
                    <a:pt x="201" y="834"/>
                    <a:pt x="201" y="778"/>
                  </a:cubicBezTo>
                  <a:lnTo>
                    <a:pt x="352" y="126"/>
                  </a:lnTo>
                  <a:cubicBezTo>
                    <a:pt x="377" y="76"/>
                    <a:pt x="352" y="26"/>
                    <a:pt x="27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2" name="Google Shape;4612;p54"/>
            <p:cNvSpPr/>
            <p:nvPr/>
          </p:nvSpPr>
          <p:spPr>
            <a:xfrm>
              <a:off x="1829951" y="3377855"/>
              <a:ext cx="12020" cy="32682"/>
            </a:xfrm>
            <a:custGeom>
              <a:rect b="b" l="l" r="r" t="t"/>
              <a:pathLst>
                <a:path extrusionOk="0" h="1161" w="427">
                  <a:moveTo>
                    <a:pt x="352" y="1"/>
                  </a:moveTo>
                  <a:cubicBezTo>
                    <a:pt x="302" y="1"/>
                    <a:pt x="226" y="26"/>
                    <a:pt x="226" y="76"/>
                  </a:cubicBezTo>
                  <a:cubicBezTo>
                    <a:pt x="151" y="402"/>
                    <a:pt x="76" y="703"/>
                    <a:pt x="26" y="1028"/>
                  </a:cubicBezTo>
                  <a:cubicBezTo>
                    <a:pt x="1" y="1078"/>
                    <a:pt x="26" y="1129"/>
                    <a:pt x="101" y="1154"/>
                  </a:cubicBezTo>
                  <a:cubicBezTo>
                    <a:pt x="110" y="1158"/>
                    <a:pt x="120" y="1160"/>
                    <a:pt x="129" y="1160"/>
                  </a:cubicBezTo>
                  <a:cubicBezTo>
                    <a:pt x="169" y="1160"/>
                    <a:pt x="206" y="1119"/>
                    <a:pt x="226" y="1078"/>
                  </a:cubicBezTo>
                  <a:lnTo>
                    <a:pt x="427" y="126"/>
                  </a:lnTo>
                  <a:cubicBezTo>
                    <a:pt x="427" y="76"/>
                    <a:pt x="402" y="26"/>
                    <a:pt x="3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3" name="Google Shape;4613;p54"/>
            <p:cNvSpPr/>
            <p:nvPr/>
          </p:nvSpPr>
          <p:spPr>
            <a:xfrm>
              <a:off x="1843661" y="3389228"/>
              <a:ext cx="12161" cy="27390"/>
            </a:xfrm>
            <a:custGeom>
              <a:rect b="b" l="l" r="r" t="t"/>
              <a:pathLst>
                <a:path extrusionOk="0" h="973" w="432">
                  <a:moveTo>
                    <a:pt x="305" y="0"/>
                  </a:moveTo>
                  <a:cubicBezTo>
                    <a:pt x="264" y="0"/>
                    <a:pt x="226" y="22"/>
                    <a:pt x="216" y="73"/>
                  </a:cubicBezTo>
                  <a:cubicBezTo>
                    <a:pt x="140" y="324"/>
                    <a:pt x="90" y="574"/>
                    <a:pt x="15" y="850"/>
                  </a:cubicBezTo>
                  <a:cubicBezTo>
                    <a:pt x="0" y="925"/>
                    <a:pt x="57" y="973"/>
                    <a:pt x="115" y="973"/>
                  </a:cubicBezTo>
                  <a:cubicBezTo>
                    <a:pt x="155" y="973"/>
                    <a:pt x="195" y="951"/>
                    <a:pt x="216" y="900"/>
                  </a:cubicBezTo>
                  <a:cubicBezTo>
                    <a:pt x="266" y="649"/>
                    <a:pt x="341" y="374"/>
                    <a:pt x="416" y="123"/>
                  </a:cubicBezTo>
                  <a:cubicBezTo>
                    <a:pt x="431" y="48"/>
                    <a:pt x="366" y="0"/>
                    <a:pt x="30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4" name="Google Shape;4614;p54"/>
            <p:cNvSpPr/>
            <p:nvPr/>
          </p:nvSpPr>
          <p:spPr>
            <a:xfrm>
              <a:off x="2122747" y="3960800"/>
              <a:ext cx="12048" cy="87884"/>
            </a:xfrm>
            <a:custGeom>
              <a:rect b="b" l="l" r="r" t="t"/>
              <a:pathLst>
                <a:path extrusionOk="0" h="3122" w="428">
                  <a:moveTo>
                    <a:pt x="101" y="1"/>
                  </a:moveTo>
                  <a:cubicBezTo>
                    <a:pt x="51" y="1"/>
                    <a:pt x="1" y="32"/>
                    <a:pt x="1" y="95"/>
                  </a:cubicBezTo>
                  <a:cubicBezTo>
                    <a:pt x="76" y="1072"/>
                    <a:pt x="151" y="2050"/>
                    <a:pt x="227" y="3027"/>
                  </a:cubicBezTo>
                  <a:cubicBezTo>
                    <a:pt x="227" y="3090"/>
                    <a:pt x="277" y="3121"/>
                    <a:pt x="327" y="3121"/>
                  </a:cubicBezTo>
                  <a:cubicBezTo>
                    <a:pt x="377" y="3121"/>
                    <a:pt x="427" y="3090"/>
                    <a:pt x="427" y="3027"/>
                  </a:cubicBezTo>
                  <a:cubicBezTo>
                    <a:pt x="352" y="2050"/>
                    <a:pt x="277" y="1072"/>
                    <a:pt x="201" y="95"/>
                  </a:cubicBezTo>
                  <a:cubicBezTo>
                    <a:pt x="201" y="32"/>
                    <a:pt x="15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5" name="Google Shape;4615;p54"/>
            <p:cNvSpPr/>
            <p:nvPr/>
          </p:nvSpPr>
          <p:spPr>
            <a:xfrm>
              <a:off x="2201766" y="3974031"/>
              <a:ext cx="13456" cy="27306"/>
            </a:xfrm>
            <a:custGeom>
              <a:rect b="b" l="l" r="r" t="t"/>
              <a:pathLst>
                <a:path extrusionOk="0" h="970" w="478">
                  <a:moveTo>
                    <a:pt x="377" y="1"/>
                  </a:moveTo>
                  <a:cubicBezTo>
                    <a:pt x="327" y="1"/>
                    <a:pt x="277" y="51"/>
                    <a:pt x="277" y="101"/>
                  </a:cubicBezTo>
                  <a:cubicBezTo>
                    <a:pt x="252" y="352"/>
                    <a:pt x="176" y="602"/>
                    <a:pt x="26" y="828"/>
                  </a:cubicBezTo>
                  <a:cubicBezTo>
                    <a:pt x="1" y="853"/>
                    <a:pt x="26" y="928"/>
                    <a:pt x="76" y="953"/>
                  </a:cubicBezTo>
                  <a:cubicBezTo>
                    <a:pt x="97" y="964"/>
                    <a:pt x="118" y="970"/>
                    <a:pt x="137" y="970"/>
                  </a:cubicBezTo>
                  <a:cubicBezTo>
                    <a:pt x="164" y="970"/>
                    <a:pt x="187" y="958"/>
                    <a:pt x="201" y="928"/>
                  </a:cubicBezTo>
                  <a:cubicBezTo>
                    <a:pt x="377" y="678"/>
                    <a:pt x="452" y="402"/>
                    <a:pt x="477" y="101"/>
                  </a:cubicBezTo>
                  <a:cubicBezTo>
                    <a:pt x="477" y="51"/>
                    <a:pt x="427" y="1"/>
                    <a:pt x="37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6" name="Google Shape;4616;p54"/>
            <p:cNvSpPr/>
            <p:nvPr/>
          </p:nvSpPr>
          <p:spPr>
            <a:xfrm>
              <a:off x="2218713" y="3978281"/>
              <a:ext cx="10613" cy="24012"/>
            </a:xfrm>
            <a:custGeom>
              <a:rect b="b" l="l" r="r" t="t"/>
              <a:pathLst>
                <a:path extrusionOk="0" h="853" w="377">
                  <a:moveTo>
                    <a:pt x="276" y="0"/>
                  </a:moveTo>
                  <a:cubicBezTo>
                    <a:pt x="226" y="0"/>
                    <a:pt x="176" y="25"/>
                    <a:pt x="151" y="75"/>
                  </a:cubicBezTo>
                  <a:cubicBezTo>
                    <a:pt x="101" y="301"/>
                    <a:pt x="51" y="501"/>
                    <a:pt x="0" y="727"/>
                  </a:cubicBezTo>
                  <a:cubicBezTo>
                    <a:pt x="0" y="777"/>
                    <a:pt x="26" y="827"/>
                    <a:pt x="76" y="852"/>
                  </a:cubicBezTo>
                  <a:cubicBezTo>
                    <a:pt x="126" y="852"/>
                    <a:pt x="201" y="827"/>
                    <a:pt x="201" y="777"/>
                  </a:cubicBezTo>
                  <a:cubicBezTo>
                    <a:pt x="251" y="552"/>
                    <a:pt x="301" y="351"/>
                    <a:pt x="351" y="126"/>
                  </a:cubicBezTo>
                  <a:cubicBezTo>
                    <a:pt x="376" y="75"/>
                    <a:pt x="326" y="25"/>
                    <a:pt x="2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7" name="Google Shape;4617;p54"/>
            <p:cNvSpPr/>
            <p:nvPr/>
          </p:nvSpPr>
          <p:spPr>
            <a:xfrm>
              <a:off x="2258518" y="3455551"/>
              <a:ext cx="22717" cy="105703"/>
            </a:xfrm>
            <a:custGeom>
              <a:rect b="b" l="l" r="r" t="t"/>
              <a:pathLst>
                <a:path extrusionOk="0" h="3755" w="807">
                  <a:moveTo>
                    <a:pt x="126" y="0"/>
                  </a:moveTo>
                  <a:cubicBezTo>
                    <a:pt x="65" y="0"/>
                    <a:pt x="0" y="48"/>
                    <a:pt x="15" y="123"/>
                  </a:cubicBezTo>
                  <a:cubicBezTo>
                    <a:pt x="216" y="1301"/>
                    <a:pt x="416" y="2479"/>
                    <a:pt x="617" y="3682"/>
                  </a:cubicBezTo>
                  <a:cubicBezTo>
                    <a:pt x="617" y="3732"/>
                    <a:pt x="649" y="3754"/>
                    <a:pt x="687" y="3754"/>
                  </a:cubicBezTo>
                  <a:cubicBezTo>
                    <a:pt x="742" y="3754"/>
                    <a:pt x="807" y="3707"/>
                    <a:pt x="792" y="3632"/>
                  </a:cubicBezTo>
                  <a:cubicBezTo>
                    <a:pt x="592" y="2429"/>
                    <a:pt x="391" y="1251"/>
                    <a:pt x="216" y="73"/>
                  </a:cubicBezTo>
                  <a:cubicBezTo>
                    <a:pt x="205" y="22"/>
                    <a:pt x="167"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8" name="Google Shape;4618;p54"/>
            <p:cNvSpPr/>
            <p:nvPr/>
          </p:nvSpPr>
          <p:spPr>
            <a:xfrm>
              <a:off x="2251874" y="3499916"/>
              <a:ext cx="7094" cy="19086"/>
            </a:xfrm>
            <a:custGeom>
              <a:rect b="b" l="l" r="r" t="t"/>
              <a:pathLst>
                <a:path extrusionOk="0" h="678" w="252">
                  <a:moveTo>
                    <a:pt x="151" y="1"/>
                  </a:moveTo>
                  <a:cubicBezTo>
                    <a:pt x="101" y="1"/>
                    <a:pt x="51" y="51"/>
                    <a:pt x="51" y="101"/>
                  </a:cubicBezTo>
                  <a:cubicBezTo>
                    <a:pt x="26" y="276"/>
                    <a:pt x="26" y="427"/>
                    <a:pt x="0" y="577"/>
                  </a:cubicBezTo>
                  <a:cubicBezTo>
                    <a:pt x="0" y="627"/>
                    <a:pt x="51" y="677"/>
                    <a:pt x="101" y="677"/>
                  </a:cubicBezTo>
                  <a:cubicBezTo>
                    <a:pt x="176" y="677"/>
                    <a:pt x="201" y="627"/>
                    <a:pt x="201" y="577"/>
                  </a:cubicBezTo>
                  <a:cubicBezTo>
                    <a:pt x="226" y="427"/>
                    <a:pt x="226" y="276"/>
                    <a:pt x="251" y="101"/>
                  </a:cubicBezTo>
                  <a:cubicBezTo>
                    <a:pt x="251" y="51"/>
                    <a:pt x="201"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9" name="Google Shape;4619;p54"/>
            <p:cNvSpPr/>
            <p:nvPr/>
          </p:nvSpPr>
          <p:spPr>
            <a:xfrm>
              <a:off x="2068444" y="3409609"/>
              <a:ext cx="12724" cy="27812"/>
            </a:xfrm>
            <a:custGeom>
              <a:rect b="b" l="l" r="r" t="t"/>
              <a:pathLst>
                <a:path extrusionOk="0" h="988" w="452">
                  <a:moveTo>
                    <a:pt x="326" y="1"/>
                  </a:moveTo>
                  <a:cubicBezTo>
                    <a:pt x="276" y="1"/>
                    <a:pt x="226" y="51"/>
                    <a:pt x="226" y="101"/>
                  </a:cubicBezTo>
                  <a:cubicBezTo>
                    <a:pt x="251" y="351"/>
                    <a:pt x="176" y="602"/>
                    <a:pt x="50" y="828"/>
                  </a:cubicBezTo>
                  <a:cubicBezTo>
                    <a:pt x="0" y="878"/>
                    <a:pt x="25" y="928"/>
                    <a:pt x="75" y="978"/>
                  </a:cubicBezTo>
                  <a:cubicBezTo>
                    <a:pt x="89" y="985"/>
                    <a:pt x="102" y="988"/>
                    <a:pt x="116" y="988"/>
                  </a:cubicBezTo>
                  <a:cubicBezTo>
                    <a:pt x="152" y="988"/>
                    <a:pt x="189" y="965"/>
                    <a:pt x="226" y="928"/>
                  </a:cubicBezTo>
                  <a:cubicBezTo>
                    <a:pt x="376" y="677"/>
                    <a:pt x="451" y="402"/>
                    <a:pt x="426" y="101"/>
                  </a:cubicBezTo>
                  <a:cubicBezTo>
                    <a:pt x="426" y="51"/>
                    <a:pt x="401" y="1"/>
                    <a:pt x="3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0" name="Google Shape;4620;p54"/>
            <p:cNvSpPr/>
            <p:nvPr/>
          </p:nvSpPr>
          <p:spPr>
            <a:xfrm>
              <a:off x="2087474" y="3410847"/>
              <a:ext cx="10613" cy="32232"/>
            </a:xfrm>
            <a:custGeom>
              <a:rect b="b" l="l" r="r" t="t"/>
              <a:pathLst>
                <a:path extrusionOk="0" h="1145" w="377">
                  <a:moveTo>
                    <a:pt x="258" y="0"/>
                  </a:moveTo>
                  <a:cubicBezTo>
                    <a:pt x="226" y="0"/>
                    <a:pt x="172" y="41"/>
                    <a:pt x="151" y="82"/>
                  </a:cubicBezTo>
                  <a:cubicBezTo>
                    <a:pt x="126" y="383"/>
                    <a:pt x="76" y="708"/>
                    <a:pt x="26" y="1009"/>
                  </a:cubicBezTo>
                  <a:cubicBezTo>
                    <a:pt x="1" y="1084"/>
                    <a:pt x="26" y="1135"/>
                    <a:pt x="101" y="1135"/>
                  </a:cubicBezTo>
                  <a:cubicBezTo>
                    <a:pt x="108" y="1141"/>
                    <a:pt x="118" y="1144"/>
                    <a:pt x="130" y="1144"/>
                  </a:cubicBezTo>
                  <a:cubicBezTo>
                    <a:pt x="163" y="1144"/>
                    <a:pt x="208" y="1121"/>
                    <a:pt x="226" y="1084"/>
                  </a:cubicBezTo>
                  <a:cubicBezTo>
                    <a:pt x="251" y="759"/>
                    <a:pt x="302" y="433"/>
                    <a:pt x="352" y="132"/>
                  </a:cubicBezTo>
                  <a:cubicBezTo>
                    <a:pt x="377" y="82"/>
                    <a:pt x="352" y="32"/>
                    <a:pt x="277" y="7"/>
                  </a:cubicBezTo>
                  <a:cubicBezTo>
                    <a:pt x="272" y="2"/>
                    <a:pt x="266" y="0"/>
                    <a:pt x="25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1" name="Google Shape;4621;p54"/>
            <p:cNvSpPr/>
            <p:nvPr/>
          </p:nvSpPr>
          <p:spPr>
            <a:xfrm>
              <a:off x="1810922" y="3743139"/>
              <a:ext cx="13428" cy="26320"/>
            </a:xfrm>
            <a:custGeom>
              <a:rect b="b" l="l" r="r" t="t"/>
              <a:pathLst>
                <a:path extrusionOk="0" h="935" w="477">
                  <a:moveTo>
                    <a:pt x="362" y="1"/>
                  </a:moveTo>
                  <a:cubicBezTo>
                    <a:pt x="309" y="1"/>
                    <a:pt x="276" y="42"/>
                    <a:pt x="276" y="82"/>
                  </a:cubicBezTo>
                  <a:cubicBezTo>
                    <a:pt x="176" y="308"/>
                    <a:pt x="100" y="559"/>
                    <a:pt x="25" y="784"/>
                  </a:cubicBezTo>
                  <a:cubicBezTo>
                    <a:pt x="0" y="859"/>
                    <a:pt x="25" y="910"/>
                    <a:pt x="75" y="935"/>
                  </a:cubicBezTo>
                  <a:cubicBezTo>
                    <a:pt x="151" y="935"/>
                    <a:pt x="201" y="910"/>
                    <a:pt x="201" y="859"/>
                  </a:cubicBezTo>
                  <a:cubicBezTo>
                    <a:pt x="301" y="609"/>
                    <a:pt x="376" y="383"/>
                    <a:pt x="476" y="133"/>
                  </a:cubicBezTo>
                  <a:cubicBezTo>
                    <a:pt x="476" y="82"/>
                    <a:pt x="451" y="32"/>
                    <a:pt x="401" y="7"/>
                  </a:cubicBezTo>
                  <a:cubicBezTo>
                    <a:pt x="387" y="3"/>
                    <a:pt x="374" y="1"/>
                    <a:pt x="36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2" name="Google Shape;4622;p54"/>
            <p:cNvSpPr/>
            <p:nvPr/>
          </p:nvSpPr>
          <p:spPr>
            <a:xfrm>
              <a:off x="1829951" y="3743336"/>
              <a:ext cx="8501" cy="26827"/>
            </a:xfrm>
            <a:custGeom>
              <a:rect b="b" l="l" r="r" t="t"/>
              <a:pathLst>
                <a:path extrusionOk="0" h="953" w="302">
                  <a:moveTo>
                    <a:pt x="176" y="0"/>
                  </a:moveTo>
                  <a:cubicBezTo>
                    <a:pt x="126" y="0"/>
                    <a:pt x="101" y="25"/>
                    <a:pt x="76" y="101"/>
                  </a:cubicBezTo>
                  <a:cubicBezTo>
                    <a:pt x="51" y="351"/>
                    <a:pt x="26" y="602"/>
                    <a:pt x="1" y="852"/>
                  </a:cubicBezTo>
                  <a:cubicBezTo>
                    <a:pt x="1" y="903"/>
                    <a:pt x="51" y="953"/>
                    <a:pt x="101" y="953"/>
                  </a:cubicBezTo>
                  <a:cubicBezTo>
                    <a:pt x="151" y="953"/>
                    <a:pt x="201" y="903"/>
                    <a:pt x="201" y="852"/>
                  </a:cubicBezTo>
                  <a:cubicBezTo>
                    <a:pt x="226" y="602"/>
                    <a:pt x="252" y="351"/>
                    <a:pt x="302" y="101"/>
                  </a:cubicBezTo>
                  <a:cubicBezTo>
                    <a:pt x="302" y="25"/>
                    <a:pt x="252"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3" name="Google Shape;4623;p54"/>
            <p:cNvSpPr/>
            <p:nvPr/>
          </p:nvSpPr>
          <p:spPr>
            <a:xfrm>
              <a:off x="1456307" y="3620627"/>
              <a:ext cx="17115" cy="66913"/>
            </a:xfrm>
            <a:custGeom>
              <a:rect b="b" l="l" r="r" t="t"/>
              <a:pathLst>
                <a:path extrusionOk="0" h="2377" w="608">
                  <a:moveTo>
                    <a:pt x="481" y="1"/>
                  </a:moveTo>
                  <a:cubicBezTo>
                    <a:pt x="440" y="1"/>
                    <a:pt x="402" y="23"/>
                    <a:pt x="392" y="74"/>
                  </a:cubicBezTo>
                  <a:cubicBezTo>
                    <a:pt x="266" y="800"/>
                    <a:pt x="141" y="1527"/>
                    <a:pt x="16" y="2254"/>
                  </a:cubicBezTo>
                  <a:cubicBezTo>
                    <a:pt x="1" y="2329"/>
                    <a:pt x="66" y="2377"/>
                    <a:pt x="126" y="2377"/>
                  </a:cubicBezTo>
                  <a:cubicBezTo>
                    <a:pt x="167" y="2377"/>
                    <a:pt x="206" y="2355"/>
                    <a:pt x="216" y="2304"/>
                  </a:cubicBezTo>
                  <a:cubicBezTo>
                    <a:pt x="341" y="1577"/>
                    <a:pt x="467" y="851"/>
                    <a:pt x="592" y="124"/>
                  </a:cubicBezTo>
                  <a:cubicBezTo>
                    <a:pt x="607" y="49"/>
                    <a:pt x="542" y="1"/>
                    <a:pt x="48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4" name="Google Shape;4624;p54"/>
            <p:cNvSpPr/>
            <p:nvPr/>
          </p:nvSpPr>
          <p:spPr>
            <a:xfrm>
              <a:off x="1478180" y="3643203"/>
              <a:ext cx="12865" cy="40423"/>
            </a:xfrm>
            <a:custGeom>
              <a:rect b="b" l="l" r="r" t="t"/>
              <a:pathLst>
                <a:path extrusionOk="0" h="1436" w="457">
                  <a:moveTo>
                    <a:pt x="331" y="1"/>
                  </a:moveTo>
                  <a:cubicBezTo>
                    <a:pt x="290" y="1"/>
                    <a:pt x="251" y="23"/>
                    <a:pt x="241" y="74"/>
                  </a:cubicBezTo>
                  <a:cubicBezTo>
                    <a:pt x="166" y="475"/>
                    <a:pt x="91" y="901"/>
                    <a:pt x="16" y="1302"/>
                  </a:cubicBezTo>
                  <a:cubicBezTo>
                    <a:pt x="0" y="1378"/>
                    <a:pt x="59" y="1435"/>
                    <a:pt x="113" y="1435"/>
                  </a:cubicBezTo>
                  <a:cubicBezTo>
                    <a:pt x="148" y="1435"/>
                    <a:pt x="181" y="1411"/>
                    <a:pt x="191" y="1352"/>
                  </a:cubicBezTo>
                  <a:lnTo>
                    <a:pt x="442" y="124"/>
                  </a:lnTo>
                  <a:cubicBezTo>
                    <a:pt x="457" y="49"/>
                    <a:pt x="391" y="1"/>
                    <a:pt x="33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5" name="Google Shape;4625;p54"/>
            <p:cNvSpPr/>
            <p:nvPr/>
          </p:nvSpPr>
          <p:spPr>
            <a:xfrm>
              <a:off x="1485668" y="3621274"/>
              <a:ext cx="7769" cy="5658"/>
            </a:xfrm>
            <a:custGeom>
              <a:rect b="b" l="l" r="r" t="t"/>
              <a:pathLst>
                <a:path extrusionOk="0" h="201" w="276">
                  <a:moveTo>
                    <a:pt x="101" y="0"/>
                  </a:moveTo>
                  <a:cubicBezTo>
                    <a:pt x="101" y="0"/>
                    <a:pt x="75" y="0"/>
                    <a:pt x="75" y="25"/>
                  </a:cubicBezTo>
                  <a:lnTo>
                    <a:pt x="50" y="25"/>
                  </a:lnTo>
                  <a:cubicBezTo>
                    <a:pt x="25" y="51"/>
                    <a:pt x="25" y="51"/>
                    <a:pt x="25" y="76"/>
                  </a:cubicBezTo>
                  <a:cubicBezTo>
                    <a:pt x="0" y="76"/>
                    <a:pt x="0" y="101"/>
                    <a:pt x="0" y="101"/>
                  </a:cubicBezTo>
                  <a:lnTo>
                    <a:pt x="0" y="126"/>
                  </a:lnTo>
                  <a:cubicBezTo>
                    <a:pt x="25" y="151"/>
                    <a:pt x="25" y="176"/>
                    <a:pt x="50" y="176"/>
                  </a:cubicBezTo>
                  <a:cubicBezTo>
                    <a:pt x="50" y="176"/>
                    <a:pt x="50" y="201"/>
                    <a:pt x="50" y="201"/>
                  </a:cubicBezTo>
                  <a:lnTo>
                    <a:pt x="201" y="201"/>
                  </a:lnTo>
                  <a:cubicBezTo>
                    <a:pt x="226" y="201"/>
                    <a:pt x="226" y="201"/>
                    <a:pt x="251" y="176"/>
                  </a:cubicBezTo>
                  <a:cubicBezTo>
                    <a:pt x="251" y="176"/>
                    <a:pt x="251" y="151"/>
                    <a:pt x="251" y="151"/>
                  </a:cubicBezTo>
                  <a:cubicBezTo>
                    <a:pt x="276" y="126"/>
                    <a:pt x="276" y="126"/>
                    <a:pt x="276" y="101"/>
                  </a:cubicBezTo>
                  <a:cubicBezTo>
                    <a:pt x="276" y="101"/>
                    <a:pt x="276" y="101"/>
                    <a:pt x="276" y="76"/>
                  </a:cubicBezTo>
                  <a:cubicBezTo>
                    <a:pt x="251" y="51"/>
                    <a:pt x="251" y="51"/>
                    <a:pt x="251" y="25"/>
                  </a:cubicBezTo>
                  <a:lnTo>
                    <a:pt x="226" y="25"/>
                  </a:lnTo>
                  <a:cubicBezTo>
                    <a:pt x="201" y="0"/>
                    <a:pt x="17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6" name="Google Shape;4626;p54"/>
            <p:cNvSpPr/>
            <p:nvPr/>
          </p:nvSpPr>
          <p:spPr>
            <a:xfrm>
              <a:off x="1281069" y="3644555"/>
              <a:ext cx="7769" cy="5658"/>
            </a:xfrm>
            <a:custGeom>
              <a:rect b="b" l="l" r="r" t="t"/>
              <a:pathLst>
                <a:path extrusionOk="0" h="201" w="276">
                  <a:moveTo>
                    <a:pt x="150" y="1"/>
                  </a:moveTo>
                  <a:cubicBezTo>
                    <a:pt x="0" y="1"/>
                    <a:pt x="0" y="201"/>
                    <a:pt x="150" y="201"/>
                  </a:cubicBezTo>
                  <a:cubicBezTo>
                    <a:pt x="276" y="201"/>
                    <a:pt x="276" y="1"/>
                    <a:pt x="1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7" name="Google Shape;4627;p54"/>
            <p:cNvSpPr/>
            <p:nvPr/>
          </p:nvSpPr>
          <p:spPr>
            <a:xfrm>
              <a:off x="1206272" y="3131621"/>
              <a:ext cx="1171181" cy="1128871"/>
            </a:xfrm>
            <a:custGeom>
              <a:rect b="b" l="l" r="r" t="t"/>
              <a:pathLst>
                <a:path extrusionOk="0" fill="none" h="40102" w="41605">
                  <a:moveTo>
                    <a:pt x="8346" y="37470"/>
                  </a:moveTo>
                  <a:cubicBezTo>
                    <a:pt x="8948" y="30778"/>
                    <a:pt x="9775" y="24136"/>
                    <a:pt x="10853" y="17520"/>
                  </a:cubicBezTo>
                  <a:cubicBezTo>
                    <a:pt x="10853" y="17520"/>
                    <a:pt x="10627" y="23936"/>
                    <a:pt x="11504" y="26968"/>
                  </a:cubicBezTo>
                  <a:cubicBezTo>
                    <a:pt x="11504" y="26968"/>
                    <a:pt x="23033" y="28823"/>
                    <a:pt x="28973" y="26918"/>
                  </a:cubicBezTo>
                  <a:cubicBezTo>
                    <a:pt x="28973" y="26918"/>
                    <a:pt x="30126" y="20728"/>
                    <a:pt x="29574" y="16793"/>
                  </a:cubicBezTo>
                  <a:cubicBezTo>
                    <a:pt x="29574" y="16793"/>
                    <a:pt x="32331" y="31530"/>
                    <a:pt x="32632" y="38598"/>
                  </a:cubicBezTo>
                  <a:cubicBezTo>
                    <a:pt x="32657" y="39124"/>
                    <a:pt x="40602" y="38297"/>
                    <a:pt x="40602" y="38297"/>
                  </a:cubicBezTo>
                  <a:cubicBezTo>
                    <a:pt x="40602" y="38297"/>
                    <a:pt x="41605" y="12231"/>
                    <a:pt x="36216" y="6993"/>
                  </a:cubicBezTo>
                  <a:cubicBezTo>
                    <a:pt x="33986" y="4838"/>
                    <a:pt x="31379" y="2983"/>
                    <a:pt x="28472" y="1755"/>
                  </a:cubicBezTo>
                  <a:cubicBezTo>
                    <a:pt x="24386" y="1"/>
                    <a:pt x="19825" y="452"/>
                    <a:pt x="15539" y="1003"/>
                  </a:cubicBezTo>
                  <a:cubicBezTo>
                    <a:pt x="11579" y="1530"/>
                    <a:pt x="7419" y="2958"/>
                    <a:pt x="4737" y="6091"/>
                  </a:cubicBezTo>
                  <a:cubicBezTo>
                    <a:pt x="4537" y="6317"/>
                    <a:pt x="4361" y="6542"/>
                    <a:pt x="4186" y="6768"/>
                  </a:cubicBezTo>
                  <a:cubicBezTo>
                    <a:pt x="3559" y="7620"/>
                    <a:pt x="3133" y="8622"/>
                    <a:pt x="2983" y="9650"/>
                  </a:cubicBezTo>
                  <a:cubicBezTo>
                    <a:pt x="1554" y="18648"/>
                    <a:pt x="627" y="27720"/>
                    <a:pt x="151" y="36818"/>
                  </a:cubicBezTo>
                  <a:cubicBezTo>
                    <a:pt x="101" y="37921"/>
                    <a:pt x="51" y="38999"/>
                    <a:pt x="0" y="40101"/>
                  </a:cubicBezTo>
                  <a:close/>
                </a:path>
              </a:pathLst>
            </a:custGeom>
            <a:noFill/>
            <a:ln cap="flat" cmpd="sng" w="10650">
              <a:solidFill>
                <a:srgbClr val="212460"/>
              </a:solidFill>
              <a:prstDash val="solid"/>
              <a:miter lim="2506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8" name="Google Shape;4628;p54"/>
            <p:cNvSpPr/>
            <p:nvPr/>
          </p:nvSpPr>
          <p:spPr>
            <a:xfrm>
              <a:off x="1203457" y="3143219"/>
              <a:ext cx="1151419" cy="1120286"/>
            </a:xfrm>
            <a:custGeom>
              <a:rect b="b" l="l" r="r" t="t"/>
              <a:pathLst>
                <a:path extrusionOk="0" h="39797" w="40903">
                  <a:moveTo>
                    <a:pt x="21794" y="195"/>
                  </a:moveTo>
                  <a:cubicBezTo>
                    <a:pt x="22772" y="195"/>
                    <a:pt x="23749" y="252"/>
                    <a:pt x="24712" y="391"/>
                  </a:cubicBezTo>
                  <a:cubicBezTo>
                    <a:pt x="25840" y="541"/>
                    <a:pt x="26943" y="817"/>
                    <a:pt x="28020" y="1218"/>
                  </a:cubicBezTo>
                  <a:cubicBezTo>
                    <a:pt x="29048" y="1594"/>
                    <a:pt x="30025" y="2095"/>
                    <a:pt x="30978" y="2647"/>
                  </a:cubicBezTo>
                  <a:cubicBezTo>
                    <a:pt x="32908" y="3749"/>
                    <a:pt x="34662" y="5128"/>
                    <a:pt x="36241" y="6657"/>
                  </a:cubicBezTo>
                  <a:cubicBezTo>
                    <a:pt x="36842" y="7233"/>
                    <a:pt x="37269" y="7960"/>
                    <a:pt x="37619" y="8687"/>
                  </a:cubicBezTo>
                  <a:cubicBezTo>
                    <a:pt x="38071" y="9639"/>
                    <a:pt x="38396" y="10616"/>
                    <a:pt x="38672" y="11594"/>
                  </a:cubicBezTo>
                  <a:cubicBezTo>
                    <a:pt x="39349" y="14050"/>
                    <a:pt x="39725" y="16606"/>
                    <a:pt x="40025" y="19138"/>
                  </a:cubicBezTo>
                  <a:cubicBezTo>
                    <a:pt x="40301" y="21845"/>
                    <a:pt x="40477" y="24551"/>
                    <a:pt x="40577" y="27283"/>
                  </a:cubicBezTo>
                  <a:cubicBezTo>
                    <a:pt x="40652" y="29564"/>
                    <a:pt x="40677" y="31845"/>
                    <a:pt x="40677" y="34125"/>
                  </a:cubicBezTo>
                  <a:cubicBezTo>
                    <a:pt x="40677" y="35328"/>
                    <a:pt x="40652" y="36531"/>
                    <a:pt x="40602" y="37709"/>
                  </a:cubicBezTo>
                  <a:cubicBezTo>
                    <a:pt x="40602" y="37734"/>
                    <a:pt x="40602" y="37764"/>
                    <a:pt x="40602" y="37794"/>
                  </a:cubicBezTo>
                  <a:lnTo>
                    <a:pt x="40602" y="37794"/>
                  </a:lnTo>
                  <a:cubicBezTo>
                    <a:pt x="39081" y="37941"/>
                    <a:pt x="37561" y="38087"/>
                    <a:pt x="36040" y="38160"/>
                  </a:cubicBezTo>
                  <a:cubicBezTo>
                    <a:pt x="35402" y="38214"/>
                    <a:pt x="34752" y="38267"/>
                    <a:pt x="34098" y="38267"/>
                  </a:cubicBezTo>
                  <a:cubicBezTo>
                    <a:pt x="33827" y="38267"/>
                    <a:pt x="33555" y="38258"/>
                    <a:pt x="33284" y="38236"/>
                  </a:cubicBezTo>
                  <a:cubicBezTo>
                    <a:pt x="33183" y="38236"/>
                    <a:pt x="33058" y="38236"/>
                    <a:pt x="32933" y="38211"/>
                  </a:cubicBezTo>
                  <a:cubicBezTo>
                    <a:pt x="32908" y="38211"/>
                    <a:pt x="32857" y="38186"/>
                    <a:pt x="32857" y="38186"/>
                  </a:cubicBezTo>
                  <a:cubicBezTo>
                    <a:pt x="32847" y="38180"/>
                    <a:pt x="32839" y="38175"/>
                    <a:pt x="32832" y="38171"/>
                  </a:cubicBezTo>
                  <a:lnTo>
                    <a:pt x="32832" y="38171"/>
                  </a:lnTo>
                  <a:cubicBezTo>
                    <a:pt x="32832" y="38134"/>
                    <a:pt x="32832" y="38053"/>
                    <a:pt x="32832" y="38035"/>
                  </a:cubicBezTo>
                  <a:cubicBezTo>
                    <a:pt x="32807" y="37985"/>
                    <a:pt x="32807" y="37910"/>
                    <a:pt x="32807" y="37835"/>
                  </a:cubicBezTo>
                  <a:cubicBezTo>
                    <a:pt x="32807" y="37709"/>
                    <a:pt x="32807" y="37559"/>
                    <a:pt x="32782" y="37409"/>
                  </a:cubicBezTo>
                  <a:cubicBezTo>
                    <a:pt x="32782" y="37133"/>
                    <a:pt x="32757" y="36832"/>
                    <a:pt x="32732" y="36556"/>
                  </a:cubicBezTo>
                  <a:cubicBezTo>
                    <a:pt x="32532" y="33800"/>
                    <a:pt x="32156" y="31068"/>
                    <a:pt x="31755" y="28361"/>
                  </a:cubicBezTo>
                  <a:cubicBezTo>
                    <a:pt x="31379" y="25704"/>
                    <a:pt x="30953" y="23073"/>
                    <a:pt x="30502" y="20441"/>
                  </a:cubicBezTo>
                  <a:cubicBezTo>
                    <a:pt x="30351" y="19539"/>
                    <a:pt x="30201" y="18637"/>
                    <a:pt x="30025" y="17734"/>
                  </a:cubicBezTo>
                  <a:cubicBezTo>
                    <a:pt x="29950" y="17308"/>
                    <a:pt x="29900" y="16857"/>
                    <a:pt x="29800" y="16406"/>
                  </a:cubicBezTo>
                  <a:cubicBezTo>
                    <a:pt x="29789" y="16406"/>
                    <a:pt x="29783" y="16402"/>
                    <a:pt x="29780" y="16395"/>
                  </a:cubicBezTo>
                  <a:lnTo>
                    <a:pt x="29780" y="16395"/>
                  </a:lnTo>
                  <a:cubicBezTo>
                    <a:pt x="29778" y="16382"/>
                    <a:pt x="29776" y="16369"/>
                    <a:pt x="29775" y="16356"/>
                  </a:cubicBezTo>
                  <a:cubicBezTo>
                    <a:pt x="29765" y="16305"/>
                    <a:pt x="29730" y="16283"/>
                    <a:pt x="29692" y="16283"/>
                  </a:cubicBezTo>
                  <a:cubicBezTo>
                    <a:pt x="29637" y="16283"/>
                    <a:pt x="29574" y="16331"/>
                    <a:pt x="29574" y="16406"/>
                  </a:cubicBezTo>
                  <a:cubicBezTo>
                    <a:pt x="29800" y="18110"/>
                    <a:pt x="29750" y="19840"/>
                    <a:pt x="29599" y="21519"/>
                  </a:cubicBezTo>
                  <a:cubicBezTo>
                    <a:pt x="29499" y="22922"/>
                    <a:pt x="29324" y="24301"/>
                    <a:pt x="29098" y="25679"/>
                  </a:cubicBezTo>
                  <a:cubicBezTo>
                    <a:pt x="29051" y="25935"/>
                    <a:pt x="29027" y="26191"/>
                    <a:pt x="28983" y="26427"/>
                  </a:cubicBezTo>
                  <a:lnTo>
                    <a:pt x="28983" y="26427"/>
                  </a:lnTo>
                  <a:cubicBezTo>
                    <a:pt x="27700" y="26839"/>
                    <a:pt x="26369" y="27034"/>
                    <a:pt x="25038" y="27133"/>
                  </a:cubicBezTo>
                  <a:cubicBezTo>
                    <a:pt x="23891" y="27230"/>
                    <a:pt x="22730" y="27267"/>
                    <a:pt x="21565" y="27267"/>
                  </a:cubicBezTo>
                  <a:cubicBezTo>
                    <a:pt x="21228" y="27267"/>
                    <a:pt x="20890" y="27264"/>
                    <a:pt x="20552" y="27258"/>
                  </a:cubicBezTo>
                  <a:cubicBezTo>
                    <a:pt x="18070" y="27208"/>
                    <a:pt x="15564" y="26982"/>
                    <a:pt x="13108" y="26682"/>
                  </a:cubicBezTo>
                  <a:cubicBezTo>
                    <a:pt x="12628" y="26610"/>
                    <a:pt x="12171" y="26561"/>
                    <a:pt x="11693" y="26491"/>
                  </a:cubicBezTo>
                  <a:lnTo>
                    <a:pt x="11693" y="26491"/>
                  </a:lnTo>
                  <a:cubicBezTo>
                    <a:pt x="11277" y="25049"/>
                    <a:pt x="11177" y="23510"/>
                    <a:pt x="11103" y="22020"/>
                  </a:cubicBezTo>
                  <a:cubicBezTo>
                    <a:pt x="11028" y="20667"/>
                    <a:pt x="11003" y="19288"/>
                    <a:pt x="11028" y="17935"/>
                  </a:cubicBezTo>
                  <a:cubicBezTo>
                    <a:pt x="11028" y="17676"/>
                    <a:pt x="11028" y="17417"/>
                    <a:pt x="11049" y="17158"/>
                  </a:cubicBezTo>
                  <a:lnTo>
                    <a:pt x="11049" y="17158"/>
                  </a:lnTo>
                  <a:cubicBezTo>
                    <a:pt x="11050" y="17149"/>
                    <a:pt x="11051" y="17141"/>
                    <a:pt x="11053" y="17133"/>
                  </a:cubicBezTo>
                  <a:cubicBezTo>
                    <a:pt x="11052" y="17133"/>
                    <a:pt x="11051" y="17132"/>
                    <a:pt x="11051" y="17132"/>
                  </a:cubicBezTo>
                  <a:lnTo>
                    <a:pt x="11051" y="17132"/>
                  </a:lnTo>
                  <a:cubicBezTo>
                    <a:pt x="11051" y="17124"/>
                    <a:pt x="11052" y="17116"/>
                    <a:pt x="11053" y="17108"/>
                  </a:cubicBezTo>
                  <a:cubicBezTo>
                    <a:pt x="11053" y="17039"/>
                    <a:pt x="11000" y="17000"/>
                    <a:pt x="10948" y="17000"/>
                  </a:cubicBezTo>
                  <a:cubicBezTo>
                    <a:pt x="10905" y="17000"/>
                    <a:pt x="10864" y="17026"/>
                    <a:pt x="10852" y="17083"/>
                  </a:cubicBezTo>
                  <a:cubicBezTo>
                    <a:pt x="10025" y="22246"/>
                    <a:pt x="9323" y="27434"/>
                    <a:pt x="8772" y="32647"/>
                  </a:cubicBezTo>
                  <a:cubicBezTo>
                    <a:pt x="8624" y="34099"/>
                    <a:pt x="8501" y="35528"/>
                    <a:pt x="8354" y="36979"/>
                  </a:cubicBezTo>
                  <a:lnTo>
                    <a:pt x="8354" y="36979"/>
                  </a:lnTo>
                  <a:cubicBezTo>
                    <a:pt x="7448" y="37273"/>
                    <a:pt x="6519" y="37566"/>
                    <a:pt x="5614" y="37860"/>
                  </a:cubicBezTo>
                  <a:cubicBezTo>
                    <a:pt x="4110" y="38311"/>
                    <a:pt x="2607" y="38787"/>
                    <a:pt x="1103" y="39263"/>
                  </a:cubicBezTo>
                  <a:lnTo>
                    <a:pt x="206" y="39548"/>
                  </a:lnTo>
                  <a:lnTo>
                    <a:pt x="206" y="39548"/>
                  </a:lnTo>
                  <a:cubicBezTo>
                    <a:pt x="408" y="34558"/>
                    <a:pt x="756" y="29592"/>
                    <a:pt x="1228" y="24627"/>
                  </a:cubicBezTo>
                  <a:cubicBezTo>
                    <a:pt x="1704" y="19614"/>
                    <a:pt x="2331" y="14627"/>
                    <a:pt x="3108" y="9664"/>
                  </a:cubicBezTo>
                  <a:cubicBezTo>
                    <a:pt x="3283" y="8561"/>
                    <a:pt x="3609" y="7509"/>
                    <a:pt x="4261" y="6581"/>
                  </a:cubicBezTo>
                  <a:cubicBezTo>
                    <a:pt x="4837" y="5704"/>
                    <a:pt x="5589" y="4952"/>
                    <a:pt x="6416" y="4276"/>
                  </a:cubicBezTo>
                  <a:cubicBezTo>
                    <a:pt x="7970" y="2997"/>
                    <a:pt x="9825" y="2120"/>
                    <a:pt x="11755" y="1544"/>
                  </a:cubicBezTo>
                  <a:cubicBezTo>
                    <a:pt x="13735" y="917"/>
                    <a:pt x="15815" y="641"/>
                    <a:pt x="17870" y="441"/>
                  </a:cubicBezTo>
                  <a:cubicBezTo>
                    <a:pt x="19163" y="297"/>
                    <a:pt x="20480" y="195"/>
                    <a:pt x="21794" y="195"/>
                  </a:cubicBezTo>
                  <a:close/>
                  <a:moveTo>
                    <a:pt x="21785" y="0"/>
                  </a:moveTo>
                  <a:cubicBezTo>
                    <a:pt x="21491" y="0"/>
                    <a:pt x="21196" y="5"/>
                    <a:pt x="20903" y="15"/>
                  </a:cubicBezTo>
                  <a:cubicBezTo>
                    <a:pt x="19775" y="40"/>
                    <a:pt x="18647" y="140"/>
                    <a:pt x="17494" y="266"/>
                  </a:cubicBezTo>
                  <a:cubicBezTo>
                    <a:pt x="16441" y="391"/>
                    <a:pt x="15364" y="516"/>
                    <a:pt x="14311" y="717"/>
                  </a:cubicBezTo>
                  <a:cubicBezTo>
                    <a:pt x="10426" y="1418"/>
                    <a:pt x="6391" y="3123"/>
                    <a:pt x="4085" y="6481"/>
                  </a:cubicBezTo>
                  <a:cubicBezTo>
                    <a:pt x="3434" y="7408"/>
                    <a:pt x="3108" y="8461"/>
                    <a:pt x="2932" y="9564"/>
                  </a:cubicBezTo>
                  <a:cubicBezTo>
                    <a:pt x="2732" y="10842"/>
                    <a:pt x="2531" y="12095"/>
                    <a:pt x="2356" y="13348"/>
                  </a:cubicBezTo>
                  <a:cubicBezTo>
                    <a:pt x="2005" y="15855"/>
                    <a:pt x="1704" y="18361"/>
                    <a:pt x="1429" y="20867"/>
                  </a:cubicBezTo>
                  <a:cubicBezTo>
                    <a:pt x="852" y="25905"/>
                    <a:pt x="451" y="30942"/>
                    <a:pt x="176" y="36005"/>
                  </a:cubicBezTo>
                  <a:cubicBezTo>
                    <a:pt x="100" y="37233"/>
                    <a:pt x="50" y="38461"/>
                    <a:pt x="0" y="39689"/>
                  </a:cubicBezTo>
                  <a:cubicBezTo>
                    <a:pt x="0" y="39751"/>
                    <a:pt x="51" y="39796"/>
                    <a:pt x="97" y="39796"/>
                  </a:cubicBezTo>
                  <a:cubicBezTo>
                    <a:pt x="107" y="39796"/>
                    <a:pt x="117" y="39794"/>
                    <a:pt x="125" y="39790"/>
                  </a:cubicBezTo>
                  <a:cubicBezTo>
                    <a:pt x="1078" y="39489"/>
                    <a:pt x="2005" y="39188"/>
                    <a:pt x="2958" y="38887"/>
                  </a:cubicBezTo>
                  <a:cubicBezTo>
                    <a:pt x="4461" y="38436"/>
                    <a:pt x="5965" y="37960"/>
                    <a:pt x="7469" y="37484"/>
                  </a:cubicBezTo>
                  <a:cubicBezTo>
                    <a:pt x="7795" y="37358"/>
                    <a:pt x="8146" y="37258"/>
                    <a:pt x="8496" y="37158"/>
                  </a:cubicBezTo>
                  <a:cubicBezTo>
                    <a:pt x="8528" y="37145"/>
                    <a:pt x="8547" y="37123"/>
                    <a:pt x="8555" y="37098"/>
                  </a:cubicBezTo>
                  <a:lnTo>
                    <a:pt x="8555" y="37098"/>
                  </a:lnTo>
                  <a:cubicBezTo>
                    <a:pt x="8563" y="37086"/>
                    <a:pt x="8569" y="37073"/>
                    <a:pt x="8572" y="37058"/>
                  </a:cubicBezTo>
                  <a:cubicBezTo>
                    <a:pt x="9023" y="31845"/>
                    <a:pt x="9624" y="26657"/>
                    <a:pt x="10376" y="21494"/>
                  </a:cubicBezTo>
                  <a:cubicBezTo>
                    <a:pt x="10510" y="20526"/>
                    <a:pt x="10654" y="19558"/>
                    <a:pt x="10810" y="18591"/>
                  </a:cubicBezTo>
                  <a:lnTo>
                    <a:pt x="10810" y="18591"/>
                  </a:lnTo>
                  <a:cubicBezTo>
                    <a:pt x="10783" y="20467"/>
                    <a:pt x="10860" y="22362"/>
                    <a:pt x="11078" y="24226"/>
                  </a:cubicBezTo>
                  <a:cubicBezTo>
                    <a:pt x="11153" y="25028"/>
                    <a:pt x="11278" y="25830"/>
                    <a:pt x="11504" y="26607"/>
                  </a:cubicBezTo>
                  <a:cubicBezTo>
                    <a:pt x="11529" y="26632"/>
                    <a:pt x="11554" y="26657"/>
                    <a:pt x="11579" y="26657"/>
                  </a:cubicBezTo>
                  <a:cubicBezTo>
                    <a:pt x="13008" y="26882"/>
                    <a:pt x="14436" y="27058"/>
                    <a:pt x="15840" y="27183"/>
                  </a:cubicBezTo>
                  <a:cubicBezTo>
                    <a:pt x="17763" y="27365"/>
                    <a:pt x="19697" y="27482"/>
                    <a:pt x="21620" y="27482"/>
                  </a:cubicBezTo>
                  <a:cubicBezTo>
                    <a:pt x="22604" y="27482"/>
                    <a:pt x="23586" y="27451"/>
                    <a:pt x="24562" y="27383"/>
                  </a:cubicBezTo>
                  <a:cubicBezTo>
                    <a:pt x="26091" y="27283"/>
                    <a:pt x="27619" y="27083"/>
                    <a:pt x="29098" y="26607"/>
                  </a:cubicBezTo>
                  <a:cubicBezTo>
                    <a:pt x="29123" y="26607"/>
                    <a:pt x="29148" y="26581"/>
                    <a:pt x="29173" y="26531"/>
                  </a:cubicBezTo>
                  <a:cubicBezTo>
                    <a:pt x="29599" y="24125"/>
                    <a:pt x="29900" y="21669"/>
                    <a:pt x="29925" y="19213"/>
                  </a:cubicBezTo>
                  <a:cubicBezTo>
                    <a:pt x="29933" y="18898"/>
                    <a:pt x="29933" y="18582"/>
                    <a:pt x="29925" y="18267"/>
                  </a:cubicBezTo>
                  <a:lnTo>
                    <a:pt x="29925" y="18267"/>
                  </a:lnTo>
                  <a:cubicBezTo>
                    <a:pt x="30019" y="18785"/>
                    <a:pt x="30110" y="19302"/>
                    <a:pt x="30201" y="19815"/>
                  </a:cubicBezTo>
                  <a:cubicBezTo>
                    <a:pt x="30652" y="22396"/>
                    <a:pt x="31053" y="24977"/>
                    <a:pt x="31454" y="27559"/>
                  </a:cubicBezTo>
                  <a:cubicBezTo>
                    <a:pt x="31855" y="30366"/>
                    <a:pt x="32256" y="33198"/>
                    <a:pt x="32482" y="36005"/>
                  </a:cubicBezTo>
                  <a:cubicBezTo>
                    <a:pt x="32532" y="36607"/>
                    <a:pt x="32582" y="37183"/>
                    <a:pt x="32607" y="37785"/>
                  </a:cubicBezTo>
                  <a:cubicBezTo>
                    <a:pt x="32607" y="37935"/>
                    <a:pt x="32557" y="38186"/>
                    <a:pt x="32657" y="38311"/>
                  </a:cubicBezTo>
                  <a:cubicBezTo>
                    <a:pt x="32707" y="38361"/>
                    <a:pt x="32807" y="38386"/>
                    <a:pt x="32883" y="38411"/>
                  </a:cubicBezTo>
                  <a:cubicBezTo>
                    <a:pt x="33158" y="38461"/>
                    <a:pt x="33484" y="38461"/>
                    <a:pt x="33785" y="38461"/>
                  </a:cubicBezTo>
                  <a:cubicBezTo>
                    <a:pt x="34236" y="38461"/>
                    <a:pt x="34712" y="38436"/>
                    <a:pt x="35188" y="38436"/>
                  </a:cubicBezTo>
                  <a:cubicBezTo>
                    <a:pt x="36993" y="38336"/>
                    <a:pt x="38797" y="38186"/>
                    <a:pt x="40602" y="37985"/>
                  </a:cubicBezTo>
                  <a:lnTo>
                    <a:pt x="40702" y="37985"/>
                  </a:lnTo>
                  <a:cubicBezTo>
                    <a:pt x="40752" y="37985"/>
                    <a:pt x="40802" y="37935"/>
                    <a:pt x="40802" y="37885"/>
                  </a:cubicBezTo>
                  <a:cubicBezTo>
                    <a:pt x="40852" y="37008"/>
                    <a:pt x="40852" y="36155"/>
                    <a:pt x="40878" y="35303"/>
                  </a:cubicBezTo>
                  <a:cubicBezTo>
                    <a:pt x="40903" y="33173"/>
                    <a:pt x="40878" y="31068"/>
                    <a:pt x="40827" y="28962"/>
                  </a:cubicBezTo>
                  <a:cubicBezTo>
                    <a:pt x="40777" y="26231"/>
                    <a:pt x="40627" y="23524"/>
                    <a:pt x="40376" y="20792"/>
                  </a:cubicBezTo>
                  <a:cubicBezTo>
                    <a:pt x="40151" y="18160"/>
                    <a:pt x="39825" y="15504"/>
                    <a:pt x="39223" y="12922"/>
                  </a:cubicBezTo>
                  <a:cubicBezTo>
                    <a:pt x="38973" y="11819"/>
                    <a:pt x="38672" y="10742"/>
                    <a:pt x="38271" y="9689"/>
                  </a:cubicBezTo>
                  <a:cubicBezTo>
                    <a:pt x="37945" y="8837"/>
                    <a:pt x="37544" y="7985"/>
                    <a:pt x="37018" y="7233"/>
                  </a:cubicBezTo>
                  <a:cubicBezTo>
                    <a:pt x="36717" y="6832"/>
                    <a:pt x="36366" y="6481"/>
                    <a:pt x="35990" y="6130"/>
                  </a:cubicBezTo>
                  <a:cubicBezTo>
                    <a:pt x="35188" y="5403"/>
                    <a:pt x="34361" y="4702"/>
                    <a:pt x="33484" y="4050"/>
                  </a:cubicBezTo>
                  <a:cubicBezTo>
                    <a:pt x="31705" y="2747"/>
                    <a:pt x="29750" y="1594"/>
                    <a:pt x="27644" y="867"/>
                  </a:cubicBezTo>
                  <a:cubicBezTo>
                    <a:pt x="25767" y="234"/>
                    <a:pt x="23775" y="0"/>
                    <a:pt x="2178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9" name="Google Shape;4629;p54"/>
            <p:cNvSpPr/>
            <p:nvPr/>
          </p:nvSpPr>
          <p:spPr>
            <a:xfrm>
              <a:off x="1366422" y="3892197"/>
              <a:ext cx="805034" cy="356323"/>
            </a:xfrm>
            <a:custGeom>
              <a:rect b="b" l="l" r="r" t="t"/>
              <a:pathLst>
                <a:path extrusionOk="0" h="12658" w="28598">
                  <a:moveTo>
                    <a:pt x="22206" y="201"/>
                  </a:moveTo>
                  <a:cubicBezTo>
                    <a:pt x="22207" y="202"/>
                    <a:pt x="22208" y="203"/>
                    <a:pt x="22209" y="204"/>
                  </a:cubicBezTo>
                  <a:lnTo>
                    <a:pt x="22209" y="204"/>
                  </a:lnTo>
                  <a:cubicBezTo>
                    <a:pt x="22233" y="202"/>
                    <a:pt x="22233" y="201"/>
                    <a:pt x="22206" y="201"/>
                  </a:cubicBezTo>
                  <a:close/>
                  <a:moveTo>
                    <a:pt x="6241" y="1"/>
                  </a:moveTo>
                  <a:cubicBezTo>
                    <a:pt x="2833" y="3610"/>
                    <a:pt x="727" y="7745"/>
                    <a:pt x="1" y="12657"/>
                  </a:cubicBezTo>
                  <a:lnTo>
                    <a:pt x="28597" y="12657"/>
                  </a:lnTo>
                  <a:cubicBezTo>
                    <a:pt x="27871" y="7746"/>
                    <a:pt x="25616" y="3787"/>
                    <a:pt x="22209" y="204"/>
                  </a:cubicBezTo>
                  <a:lnTo>
                    <a:pt x="22209" y="204"/>
                  </a:lnTo>
                  <a:cubicBezTo>
                    <a:pt x="21898" y="232"/>
                    <a:pt x="17459" y="427"/>
                    <a:pt x="14687" y="427"/>
                  </a:cubicBezTo>
                  <a:cubicBezTo>
                    <a:pt x="11354" y="427"/>
                    <a:pt x="6241" y="1"/>
                    <a:pt x="624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0" name="Google Shape;4630;p54"/>
            <p:cNvSpPr/>
            <p:nvPr/>
          </p:nvSpPr>
          <p:spPr>
            <a:xfrm>
              <a:off x="1363607" y="3889381"/>
              <a:ext cx="810664" cy="361953"/>
            </a:xfrm>
            <a:custGeom>
              <a:rect b="b" l="l" r="r" t="t"/>
              <a:pathLst>
                <a:path extrusionOk="0" h="12858" w="28798">
                  <a:moveTo>
                    <a:pt x="6388" y="205"/>
                  </a:moveTo>
                  <a:cubicBezTo>
                    <a:pt x="6975" y="254"/>
                    <a:pt x="7585" y="302"/>
                    <a:pt x="8171" y="351"/>
                  </a:cubicBezTo>
                  <a:cubicBezTo>
                    <a:pt x="9499" y="426"/>
                    <a:pt x="10853" y="502"/>
                    <a:pt x="12181" y="577"/>
                  </a:cubicBezTo>
                  <a:cubicBezTo>
                    <a:pt x="12959" y="606"/>
                    <a:pt x="13746" y="618"/>
                    <a:pt x="14531" y="618"/>
                  </a:cubicBezTo>
                  <a:cubicBezTo>
                    <a:pt x="15086" y="618"/>
                    <a:pt x="15641" y="612"/>
                    <a:pt x="16191" y="602"/>
                  </a:cubicBezTo>
                  <a:cubicBezTo>
                    <a:pt x="17519" y="602"/>
                    <a:pt x="18848" y="552"/>
                    <a:pt x="20201" y="502"/>
                  </a:cubicBezTo>
                  <a:cubicBezTo>
                    <a:pt x="20677" y="476"/>
                    <a:pt x="21178" y="451"/>
                    <a:pt x="21655" y="426"/>
                  </a:cubicBezTo>
                  <a:cubicBezTo>
                    <a:pt x="21871" y="426"/>
                    <a:pt x="22087" y="426"/>
                    <a:pt x="22281" y="404"/>
                  </a:cubicBezTo>
                  <a:lnTo>
                    <a:pt x="22281" y="404"/>
                  </a:lnTo>
                  <a:cubicBezTo>
                    <a:pt x="23540" y="1743"/>
                    <a:pt x="24700" y="3179"/>
                    <a:pt x="25665" y="4762"/>
                  </a:cubicBezTo>
                  <a:cubicBezTo>
                    <a:pt x="26617" y="6291"/>
                    <a:pt x="27369" y="7945"/>
                    <a:pt x="27895" y="9675"/>
                  </a:cubicBezTo>
                  <a:cubicBezTo>
                    <a:pt x="28208" y="10661"/>
                    <a:pt x="28429" y="11648"/>
                    <a:pt x="28579" y="12657"/>
                  </a:cubicBezTo>
                  <a:lnTo>
                    <a:pt x="527" y="12657"/>
                  </a:lnTo>
                  <a:cubicBezTo>
                    <a:pt x="443" y="12657"/>
                    <a:pt x="360" y="12646"/>
                    <a:pt x="276" y="12646"/>
                  </a:cubicBezTo>
                  <a:cubicBezTo>
                    <a:pt x="258" y="12646"/>
                    <a:pt x="240" y="12646"/>
                    <a:pt x="221" y="12648"/>
                  </a:cubicBezTo>
                  <a:lnTo>
                    <a:pt x="221" y="12648"/>
                  </a:lnTo>
                  <a:cubicBezTo>
                    <a:pt x="500" y="10840"/>
                    <a:pt x="970" y="9082"/>
                    <a:pt x="1655" y="7419"/>
                  </a:cubicBezTo>
                  <a:cubicBezTo>
                    <a:pt x="2356" y="5715"/>
                    <a:pt x="3259" y="4111"/>
                    <a:pt x="4336" y="2632"/>
                  </a:cubicBezTo>
                  <a:cubicBezTo>
                    <a:pt x="4980" y="1790"/>
                    <a:pt x="5648" y="973"/>
                    <a:pt x="6388" y="205"/>
                  </a:cubicBezTo>
                  <a:close/>
                  <a:moveTo>
                    <a:pt x="6341" y="0"/>
                  </a:moveTo>
                  <a:cubicBezTo>
                    <a:pt x="6316" y="0"/>
                    <a:pt x="6291" y="25"/>
                    <a:pt x="6241" y="50"/>
                  </a:cubicBezTo>
                  <a:cubicBezTo>
                    <a:pt x="6141" y="151"/>
                    <a:pt x="6015" y="301"/>
                    <a:pt x="5915" y="401"/>
                  </a:cubicBezTo>
                  <a:cubicBezTo>
                    <a:pt x="5489" y="877"/>
                    <a:pt x="5088" y="1354"/>
                    <a:pt x="4687" y="1855"/>
                  </a:cubicBezTo>
                  <a:cubicBezTo>
                    <a:pt x="3935" y="2832"/>
                    <a:pt x="3233" y="3835"/>
                    <a:pt x="2657" y="4888"/>
                  </a:cubicBezTo>
                  <a:cubicBezTo>
                    <a:pt x="1454" y="7043"/>
                    <a:pt x="602" y="9374"/>
                    <a:pt x="151" y="11805"/>
                  </a:cubicBezTo>
                  <a:cubicBezTo>
                    <a:pt x="101" y="12106"/>
                    <a:pt x="51" y="12406"/>
                    <a:pt x="0" y="12732"/>
                  </a:cubicBezTo>
                  <a:cubicBezTo>
                    <a:pt x="0" y="12782"/>
                    <a:pt x="25" y="12858"/>
                    <a:pt x="101" y="12858"/>
                  </a:cubicBezTo>
                  <a:lnTo>
                    <a:pt x="28697" y="12858"/>
                  </a:lnTo>
                  <a:cubicBezTo>
                    <a:pt x="28754" y="12858"/>
                    <a:pt x="28785" y="12817"/>
                    <a:pt x="28790" y="12772"/>
                  </a:cubicBezTo>
                  <a:lnTo>
                    <a:pt x="28790" y="12772"/>
                  </a:lnTo>
                  <a:cubicBezTo>
                    <a:pt x="28795" y="12760"/>
                    <a:pt x="28798" y="12746"/>
                    <a:pt x="28798" y="12732"/>
                  </a:cubicBezTo>
                  <a:cubicBezTo>
                    <a:pt x="28522" y="10878"/>
                    <a:pt x="27996" y="9073"/>
                    <a:pt x="27269" y="7344"/>
                  </a:cubicBezTo>
                  <a:cubicBezTo>
                    <a:pt x="26517" y="5690"/>
                    <a:pt x="25564" y="4111"/>
                    <a:pt x="24462" y="2657"/>
                  </a:cubicBezTo>
                  <a:cubicBezTo>
                    <a:pt x="23824" y="1824"/>
                    <a:pt x="23139" y="1038"/>
                    <a:pt x="22429" y="277"/>
                  </a:cubicBezTo>
                  <a:lnTo>
                    <a:pt x="22429" y="277"/>
                  </a:lnTo>
                  <a:cubicBezTo>
                    <a:pt x="22423" y="242"/>
                    <a:pt x="22402" y="222"/>
                    <a:pt x="22381" y="201"/>
                  </a:cubicBezTo>
                  <a:cubicBezTo>
                    <a:pt x="22356" y="201"/>
                    <a:pt x="22331" y="176"/>
                    <a:pt x="22306" y="176"/>
                  </a:cubicBezTo>
                  <a:cubicBezTo>
                    <a:pt x="22278" y="176"/>
                    <a:pt x="22256" y="186"/>
                    <a:pt x="22240" y="201"/>
                  </a:cubicBezTo>
                  <a:lnTo>
                    <a:pt x="22206" y="201"/>
                  </a:lnTo>
                  <a:cubicBezTo>
                    <a:pt x="22106" y="201"/>
                    <a:pt x="22031" y="201"/>
                    <a:pt x="21930" y="226"/>
                  </a:cubicBezTo>
                  <a:cubicBezTo>
                    <a:pt x="21605" y="226"/>
                    <a:pt x="21279" y="251"/>
                    <a:pt x="20978" y="251"/>
                  </a:cubicBezTo>
                  <a:cubicBezTo>
                    <a:pt x="19975" y="301"/>
                    <a:pt x="18998" y="326"/>
                    <a:pt x="17995" y="376"/>
                  </a:cubicBezTo>
                  <a:cubicBezTo>
                    <a:pt x="17103" y="397"/>
                    <a:pt x="16210" y="409"/>
                    <a:pt x="15317" y="409"/>
                  </a:cubicBezTo>
                  <a:cubicBezTo>
                    <a:pt x="14054" y="409"/>
                    <a:pt x="12792" y="385"/>
                    <a:pt x="11529" y="326"/>
                  </a:cubicBezTo>
                  <a:cubicBezTo>
                    <a:pt x="9850" y="251"/>
                    <a:pt x="8171" y="151"/>
                    <a:pt x="6492" y="25"/>
                  </a:cubicBezTo>
                  <a:cubicBezTo>
                    <a:pt x="6442" y="0"/>
                    <a:pt x="6391" y="0"/>
                    <a:pt x="634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1" name="Google Shape;4631;p54"/>
            <p:cNvSpPr/>
            <p:nvPr/>
          </p:nvSpPr>
          <p:spPr>
            <a:xfrm>
              <a:off x="1437277" y="3894561"/>
              <a:ext cx="145873" cy="355985"/>
            </a:xfrm>
            <a:custGeom>
              <a:rect b="b" l="l" r="r" t="t"/>
              <a:pathLst>
                <a:path extrusionOk="0" h="12646" w="5182">
                  <a:moveTo>
                    <a:pt x="5033" y="1"/>
                  </a:moveTo>
                  <a:cubicBezTo>
                    <a:pt x="5003" y="1"/>
                    <a:pt x="4974" y="13"/>
                    <a:pt x="4952" y="42"/>
                  </a:cubicBezTo>
                  <a:cubicBezTo>
                    <a:pt x="4025" y="1546"/>
                    <a:pt x="3173" y="3100"/>
                    <a:pt x="2471" y="4704"/>
                  </a:cubicBezTo>
                  <a:cubicBezTo>
                    <a:pt x="1744" y="6308"/>
                    <a:pt x="1168" y="7937"/>
                    <a:pt x="692" y="9616"/>
                  </a:cubicBezTo>
                  <a:cubicBezTo>
                    <a:pt x="416" y="10593"/>
                    <a:pt x="190" y="11546"/>
                    <a:pt x="15" y="12523"/>
                  </a:cubicBezTo>
                  <a:cubicBezTo>
                    <a:pt x="0" y="12598"/>
                    <a:pt x="65" y="12646"/>
                    <a:pt x="126" y="12646"/>
                  </a:cubicBezTo>
                  <a:cubicBezTo>
                    <a:pt x="167" y="12646"/>
                    <a:pt x="205" y="12624"/>
                    <a:pt x="215" y="12573"/>
                  </a:cubicBezTo>
                  <a:cubicBezTo>
                    <a:pt x="541" y="10869"/>
                    <a:pt x="992" y="9165"/>
                    <a:pt x="1569" y="7536"/>
                  </a:cubicBezTo>
                  <a:cubicBezTo>
                    <a:pt x="2145" y="5881"/>
                    <a:pt x="2822" y="4277"/>
                    <a:pt x="3649" y="2749"/>
                  </a:cubicBezTo>
                  <a:cubicBezTo>
                    <a:pt x="4100" y="1871"/>
                    <a:pt x="4601" y="994"/>
                    <a:pt x="5128" y="167"/>
                  </a:cubicBezTo>
                  <a:cubicBezTo>
                    <a:pt x="5181" y="78"/>
                    <a:pt x="5107" y="1"/>
                    <a:pt x="50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2" name="Google Shape;4632;p54"/>
            <p:cNvSpPr/>
            <p:nvPr/>
          </p:nvSpPr>
          <p:spPr>
            <a:xfrm>
              <a:off x="1541407" y="3901852"/>
              <a:ext cx="84703" cy="276349"/>
            </a:xfrm>
            <a:custGeom>
              <a:rect b="b" l="l" r="r" t="t"/>
              <a:pathLst>
                <a:path extrusionOk="0" h="9817" w="3009">
                  <a:moveTo>
                    <a:pt x="2875" y="1"/>
                  </a:moveTo>
                  <a:cubicBezTo>
                    <a:pt x="2842" y="1"/>
                    <a:pt x="2807" y="18"/>
                    <a:pt x="2782" y="59"/>
                  </a:cubicBezTo>
                  <a:cubicBezTo>
                    <a:pt x="1704" y="2414"/>
                    <a:pt x="902" y="4896"/>
                    <a:pt x="376" y="7452"/>
                  </a:cubicBezTo>
                  <a:cubicBezTo>
                    <a:pt x="226" y="8204"/>
                    <a:pt x="126" y="8931"/>
                    <a:pt x="0" y="9683"/>
                  </a:cubicBezTo>
                  <a:cubicBezTo>
                    <a:pt x="0" y="9759"/>
                    <a:pt x="74" y="9816"/>
                    <a:pt x="132" y="9816"/>
                  </a:cubicBezTo>
                  <a:cubicBezTo>
                    <a:pt x="170" y="9816"/>
                    <a:pt x="201" y="9792"/>
                    <a:pt x="201" y="9733"/>
                  </a:cubicBezTo>
                  <a:cubicBezTo>
                    <a:pt x="552" y="7176"/>
                    <a:pt x="1178" y="4645"/>
                    <a:pt x="2105" y="2239"/>
                  </a:cubicBezTo>
                  <a:cubicBezTo>
                    <a:pt x="2381" y="1537"/>
                    <a:pt x="2657" y="835"/>
                    <a:pt x="2958" y="159"/>
                  </a:cubicBezTo>
                  <a:cubicBezTo>
                    <a:pt x="3008" y="74"/>
                    <a:pt x="2945" y="1"/>
                    <a:pt x="28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3" name="Google Shape;4633;p54"/>
            <p:cNvSpPr/>
            <p:nvPr/>
          </p:nvSpPr>
          <p:spPr>
            <a:xfrm>
              <a:off x="1530118" y="4210384"/>
              <a:ext cx="7066" cy="5686"/>
            </a:xfrm>
            <a:custGeom>
              <a:rect b="b" l="l" r="r" t="t"/>
              <a:pathLst>
                <a:path extrusionOk="0" h="202" w="251">
                  <a:moveTo>
                    <a:pt x="126" y="1"/>
                  </a:moveTo>
                  <a:cubicBezTo>
                    <a:pt x="0" y="1"/>
                    <a:pt x="0"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4" name="Google Shape;4634;p54"/>
            <p:cNvSpPr/>
            <p:nvPr/>
          </p:nvSpPr>
          <p:spPr>
            <a:xfrm>
              <a:off x="1624930" y="3987515"/>
              <a:ext cx="37974" cy="177626"/>
            </a:xfrm>
            <a:custGeom>
              <a:rect b="b" l="l" r="r" t="t"/>
              <a:pathLst>
                <a:path extrusionOk="0" h="6310" w="1349">
                  <a:moveTo>
                    <a:pt x="1232" y="1"/>
                  </a:moveTo>
                  <a:cubicBezTo>
                    <a:pt x="1192" y="1"/>
                    <a:pt x="1154" y="23"/>
                    <a:pt x="1144" y="73"/>
                  </a:cubicBezTo>
                  <a:cubicBezTo>
                    <a:pt x="667" y="2078"/>
                    <a:pt x="291" y="4133"/>
                    <a:pt x="16" y="6163"/>
                  </a:cubicBezTo>
                  <a:cubicBezTo>
                    <a:pt x="0" y="6255"/>
                    <a:pt x="69" y="6310"/>
                    <a:pt x="131" y="6310"/>
                  </a:cubicBezTo>
                  <a:cubicBezTo>
                    <a:pt x="170" y="6310"/>
                    <a:pt x="206" y="6287"/>
                    <a:pt x="216" y="6239"/>
                  </a:cubicBezTo>
                  <a:cubicBezTo>
                    <a:pt x="492" y="4184"/>
                    <a:pt x="868" y="2153"/>
                    <a:pt x="1319" y="123"/>
                  </a:cubicBezTo>
                  <a:cubicBezTo>
                    <a:pt x="1349" y="49"/>
                    <a:pt x="1290" y="1"/>
                    <a:pt x="12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5" name="Google Shape;4635;p54"/>
            <p:cNvSpPr/>
            <p:nvPr/>
          </p:nvSpPr>
          <p:spPr>
            <a:xfrm>
              <a:off x="1664453" y="3900079"/>
              <a:ext cx="14272" cy="52049"/>
            </a:xfrm>
            <a:custGeom>
              <a:rect b="b" l="l" r="r" t="t"/>
              <a:pathLst>
                <a:path extrusionOk="0" h="1849" w="507">
                  <a:moveTo>
                    <a:pt x="376" y="0"/>
                  </a:moveTo>
                  <a:cubicBezTo>
                    <a:pt x="337" y="0"/>
                    <a:pt x="301" y="23"/>
                    <a:pt x="291" y="71"/>
                  </a:cubicBezTo>
                  <a:cubicBezTo>
                    <a:pt x="191" y="623"/>
                    <a:pt x="115" y="1174"/>
                    <a:pt x="15" y="1726"/>
                  </a:cubicBezTo>
                  <a:cubicBezTo>
                    <a:pt x="0" y="1800"/>
                    <a:pt x="66" y="1848"/>
                    <a:pt x="126" y="1848"/>
                  </a:cubicBezTo>
                  <a:cubicBezTo>
                    <a:pt x="167" y="1848"/>
                    <a:pt x="206" y="1826"/>
                    <a:pt x="216" y="1776"/>
                  </a:cubicBezTo>
                  <a:cubicBezTo>
                    <a:pt x="291" y="1224"/>
                    <a:pt x="391" y="673"/>
                    <a:pt x="491" y="147"/>
                  </a:cubicBezTo>
                  <a:cubicBezTo>
                    <a:pt x="507" y="55"/>
                    <a:pt x="438" y="0"/>
                    <a:pt x="3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6" name="Google Shape;4636;p54"/>
            <p:cNvSpPr/>
            <p:nvPr/>
          </p:nvSpPr>
          <p:spPr>
            <a:xfrm>
              <a:off x="1662032" y="3967697"/>
              <a:ext cx="7094" cy="5658"/>
            </a:xfrm>
            <a:custGeom>
              <a:rect b="b" l="l" r="r" t="t"/>
              <a:pathLst>
                <a:path extrusionOk="0" h="201" w="252">
                  <a:moveTo>
                    <a:pt x="126" y="0"/>
                  </a:moveTo>
                  <a:cubicBezTo>
                    <a:pt x="1" y="0"/>
                    <a:pt x="1" y="201"/>
                    <a:pt x="126" y="201"/>
                  </a:cubicBezTo>
                  <a:cubicBezTo>
                    <a:pt x="252" y="201"/>
                    <a:pt x="252"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7" name="Google Shape;4637;p54"/>
            <p:cNvSpPr/>
            <p:nvPr/>
          </p:nvSpPr>
          <p:spPr>
            <a:xfrm>
              <a:off x="1698741" y="3902246"/>
              <a:ext cx="29304" cy="290367"/>
            </a:xfrm>
            <a:custGeom>
              <a:rect b="b" l="l" r="r" t="t"/>
              <a:pathLst>
                <a:path extrusionOk="0" h="10315" w="1041">
                  <a:moveTo>
                    <a:pt x="946" y="1"/>
                  </a:moveTo>
                  <a:cubicBezTo>
                    <a:pt x="896" y="1"/>
                    <a:pt x="840" y="32"/>
                    <a:pt x="827" y="95"/>
                  </a:cubicBezTo>
                  <a:cubicBezTo>
                    <a:pt x="627" y="2701"/>
                    <a:pt x="401" y="5308"/>
                    <a:pt x="201" y="7914"/>
                  </a:cubicBezTo>
                  <a:cubicBezTo>
                    <a:pt x="126" y="8691"/>
                    <a:pt x="75" y="9468"/>
                    <a:pt x="0" y="10220"/>
                  </a:cubicBezTo>
                  <a:cubicBezTo>
                    <a:pt x="0" y="10283"/>
                    <a:pt x="50" y="10314"/>
                    <a:pt x="100" y="10314"/>
                  </a:cubicBezTo>
                  <a:cubicBezTo>
                    <a:pt x="151" y="10314"/>
                    <a:pt x="201" y="10283"/>
                    <a:pt x="201" y="10220"/>
                  </a:cubicBezTo>
                  <a:cubicBezTo>
                    <a:pt x="401" y="7614"/>
                    <a:pt x="652" y="5007"/>
                    <a:pt x="852" y="2400"/>
                  </a:cubicBezTo>
                  <a:cubicBezTo>
                    <a:pt x="928" y="1624"/>
                    <a:pt x="978" y="872"/>
                    <a:pt x="1028" y="95"/>
                  </a:cubicBezTo>
                  <a:cubicBezTo>
                    <a:pt x="1040" y="32"/>
                    <a:pt x="996" y="1"/>
                    <a:pt x="94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8" name="Google Shape;4638;p54"/>
            <p:cNvSpPr/>
            <p:nvPr/>
          </p:nvSpPr>
          <p:spPr>
            <a:xfrm>
              <a:off x="1774917" y="3907201"/>
              <a:ext cx="8501" cy="128786"/>
            </a:xfrm>
            <a:custGeom>
              <a:rect b="b" l="l" r="r" t="t"/>
              <a:pathLst>
                <a:path extrusionOk="0" h="4575" w="302">
                  <a:moveTo>
                    <a:pt x="101" y="0"/>
                  </a:moveTo>
                  <a:cubicBezTo>
                    <a:pt x="51" y="0"/>
                    <a:pt x="1" y="31"/>
                    <a:pt x="1" y="94"/>
                  </a:cubicBezTo>
                  <a:cubicBezTo>
                    <a:pt x="26" y="1548"/>
                    <a:pt x="76" y="3026"/>
                    <a:pt x="101" y="4480"/>
                  </a:cubicBezTo>
                  <a:cubicBezTo>
                    <a:pt x="101" y="4543"/>
                    <a:pt x="151" y="4574"/>
                    <a:pt x="201" y="4574"/>
                  </a:cubicBezTo>
                  <a:cubicBezTo>
                    <a:pt x="252" y="4574"/>
                    <a:pt x="302" y="4543"/>
                    <a:pt x="302" y="4480"/>
                  </a:cubicBezTo>
                  <a:cubicBezTo>
                    <a:pt x="277" y="3026"/>
                    <a:pt x="227" y="1548"/>
                    <a:pt x="201" y="94"/>
                  </a:cubicBezTo>
                  <a:cubicBezTo>
                    <a:pt x="201" y="31"/>
                    <a:pt x="15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9" name="Google Shape;4639;p54"/>
            <p:cNvSpPr/>
            <p:nvPr/>
          </p:nvSpPr>
          <p:spPr>
            <a:xfrm>
              <a:off x="1779168" y="4077034"/>
              <a:ext cx="7066" cy="5686"/>
            </a:xfrm>
            <a:custGeom>
              <a:rect b="b" l="l" r="r" t="t"/>
              <a:pathLst>
                <a:path extrusionOk="0" h="202" w="251">
                  <a:moveTo>
                    <a:pt x="126" y="1"/>
                  </a:moveTo>
                  <a:cubicBezTo>
                    <a:pt x="0" y="1"/>
                    <a:pt x="0"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0" name="Google Shape;4640;p54"/>
            <p:cNvSpPr/>
            <p:nvPr/>
          </p:nvSpPr>
          <p:spPr>
            <a:xfrm>
              <a:off x="1774917" y="4119570"/>
              <a:ext cx="9205" cy="108124"/>
            </a:xfrm>
            <a:custGeom>
              <a:rect b="b" l="l" r="r" t="t"/>
              <a:pathLst>
                <a:path extrusionOk="0" h="3841" w="327">
                  <a:moveTo>
                    <a:pt x="227" y="0"/>
                  </a:moveTo>
                  <a:cubicBezTo>
                    <a:pt x="176" y="0"/>
                    <a:pt x="126" y="31"/>
                    <a:pt x="126" y="94"/>
                  </a:cubicBezTo>
                  <a:cubicBezTo>
                    <a:pt x="76" y="1322"/>
                    <a:pt x="51" y="2525"/>
                    <a:pt x="1" y="3728"/>
                  </a:cubicBezTo>
                  <a:cubicBezTo>
                    <a:pt x="1" y="3803"/>
                    <a:pt x="51" y="3841"/>
                    <a:pt x="101" y="3841"/>
                  </a:cubicBezTo>
                  <a:cubicBezTo>
                    <a:pt x="151" y="3841"/>
                    <a:pt x="201" y="3803"/>
                    <a:pt x="201" y="3728"/>
                  </a:cubicBezTo>
                  <a:lnTo>
                    <a:pt x="327" y="94"/>
                  </a:lnTo>
                  <a:cubicBezTo>
                    <a:pt x="327" y="31"/>
                    <a:pt x="277" y="0"/>
                    <a:pt x="2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1" name="Google Shape;4641;p54"/>
            <p:cNvSpPr/>
            <p:nvPr/>
          </p:nvSpPr>
          <p:spPr>
            <a:xfrm>
              <a:off x="1832372" y="3901430"/>
              <a:ext cx="28657" cy="308102"/>
            </a:xfrm>
            <a:custGeom>
              <a:rect b="b" l="l" r="r" t="t"/>
              <a:pathLst>
                <a:path extrusionOk="0" h="10945" w="1018">
                  <a:moveTo>
                    <a:pt x="126" y="1"/>
                  </a:moveTo>
                  <a:cubicBezTo>
                    <a:pt x="65" y="1"/>
                    <a:pt x="0" y="49"/>
                    <a:pt x="15" y="124"/>
                  </a:cubicBezTo>
                  <a:cubicBezTo>
                    <a:pt x="491" y="2881"/>
                    <a:pt x="742" y="5663"/>
                    <a:pt x="767" y="8445"/>
                  </a:cubicBezTo>
                  <a:cubicBezTo>
                    <a:pt x="767" y="9247"/>
                    <a:pt x="742" y="10049"/>
                    <a:pt x="742" y="10851"/>
                  </a:cubicBezTo>
                  <a:cubicBezTo>
                    <a:pt x="729" y="10913"/>
                    <a:pt x="780" y="10945"/>
                    <a:pt x="833" y="10945"/>
                  </a:cubicBezTo>
                  <a:cubicBezTo>
                    <a:pt x="886" y="10945"/>
                    <a:pt x="942" y="10913"/>
                    <a:pt x="942" y="10851"/>
                  </a:cubicBezTo>
                  <a:cubicBezTo>
                    <a:pt x="1018" y="8044"/>
                    <a:pt x="917" y="5236"/>
                    <a:pt x="567" y="2429"/>
                  </a:cubicBezTo>
                  <a:cubicBezTo>
                    <a:pt x="466" y="1653"/>
                    <a:pt x="366" y="850"/>
                    <a:pt x="216" y="74"/>
                  </a:cubicBezTo>
                  <a:cubicBezTo>
                    <a:pt x="206" y="23"/>
                    <a:pt x="167"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2" name="Google Shape;4642;p54"/>
            <p:cNvSpPr/>
            <p:nvPr/>
          </p:nvSpPr>
          <p:spPr>
            <a:xfrm>
              <a:off x="1878934" y="3902162"/>
              <a:ext cx="29023" cy="148632"/>
            </a:xfrm>
            <a:custGeom>
              <a:rect b="b" l="l" r="r" t="t"/>
              <a:pathLst>
                <a:path extrusionOk="0" h="5280" w="1031">
                  <a:moveTo>
                    <a:pt x="115" y="0"/>
                  </a:moveTo>
                  <a:cubicBezTo>
                    <a:pt x="57" y="0"/>
                    <a:pt x="0" y="48"/>
                    <a:pt x="15" y="123"/>
                  </a:cubicBezTo>
                  <a:cubicBezTo>
                    <a:pt x="416" y="1777"/>
                    <a:pt x="692" y="3481"/>
                    <a:pt x="817" y="5185"/>
                  </a:cubicBezTo>
                  <a:cubicBezTo>
                    <a:pt x="817" y="5248"/>
                    <a:pt x="874" y="5279"/>
                    <a:pt x="927" y="5279"/>
                  </a:cubicBezTo>
                  <a:cubicBezTo>
                    <a:pt x="980" y="5279"/>
                    <a:pt x="1030" y="5248"/>
                    <a:pt x="1018" y="5185"/>
                  </a:cubicBezTo>
                  <a:cubicBezTo>
                    <a:pt x="892" y="3456"/>
                    <a:pt x="617" y="1752"/>
                    <a:pt x="216" y="73"/>
                  </a:cubicBezTo>
                  <a:cubicBezTo>
                    <a:pt x="196" y="22"/>
                    <a:pt x="155" y="0"/>
                    <a:pt x="1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3" name="Google Shape;4643;p54"/>
            <p:cNvSpPr/>
            <p:nvPr/>
          </p:nvSpPr>
          <p:spPr>
            <a:xfrm>
              <a:off x="1911110" y="4086915"/>
              <a:ext cx="7066" cy="5686"/>
            </a:xfrm>
            <a:custGeom>
              <a:rect b="b" l="l" r="r" t="t"/>
              <a:pathLst>
                <a:path extrusionOk="0" h="202" w="251">
                  <a:moveTo>
                    <a:pt x="125" y="1"/>
                  </a:moveTo>
                  <a:cubicBezTo>
                    <a:pt x="0" y="1"/>
                    <a:pt x="0" y="201"/>
                    <a:pt x="125" y="201"/>
                  </a:cubicBezTo>
                  <a:cubicBezTo>
                    <a:pt x="251" y="201"/>
                    <a:pt x="251"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4" name="Google Shape;4644;p54"/>
            <p:cNvSpPr/>
            <p:nvPr/>
          </p:nvSpPr>
          <p:spPr>
            <a:xfrm>
              <a:off x="1910040" y="4142851"/>
              <a:ext cx="10950" cy="77975"/>
            </a:xfrm>
            <a:custGeom>
              <a:rect b="b" l="l" r="r" t="t"/>
              <a:pathLst>
                <a:path extrusionOk="0" h="2770" w="389">
                  <a:moveTo>
                    <a:pt x="104" y="0"/>
                  </a:moveTo>
                  <a:cubicBezTo>
                    <a:pt x="51" y="0"/>
                    <a:pt x="1" y="31"/>
                    <a:pt x="13" y="94"/>
                  </a:cubicBezTo>
                  <a:cubicBezTo>
                    <a:pt x="63" y="946"/>
                    <a:pt x="113" y="1823"/>
                    <a:pt x="188" y="2676"/>
                  </a:cubicBezTo>
                  <a:cubicBezTo>
                    <a:pt x="188" y="2738"/>
                    <a:pt x="239" y="2770"/>
                    <a:pt x="289" y="2770"/>
                  </a:cubicBezTo>
                  <a:cubicBezTo>
                    <a:pt x="339" y="2770"/>
                    <a:pt x="389" y="2738"/>
                    <a:pt x="389" y="2676"/>
                  </a:cubicBezTo>
                  <a:cubicBezTo>
                    <a:pt x="339" y="1823"/>
                    <a:pt x="264" y="946"/>
                    <a:pt x="214" y="94"/>
                  </a:cubicBezTo>
                  <a:cubicBezTo>
                    <a:pt x="214" y="31"/>
                    <a:pt x="157" y="0"/>
                    <a:pt x="10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5" name="Google Shape;4645;p54"/>
            <p:cNvSpPr/>
            <p:nvPr/>
          </p:nvSpPr>
          <p:spPr>
            <a:xfrm>
              <a:off x="1923665" y="3902162"/>
              <a:ext cx="71783" cy="302444"/>
            </a:xfrm>
            <a:custGeom>
              <a:rect b="b" l="l" r="r" t="t"/>
              <a:pathLst>
                <a:path extrusionOk="0" h="10744" w="2550">
                  <a:moveTo>
                    <a:pt x="123" y="0"/>
                  </a:moveTo>
                  <a:cubicBezTo>
                    <a:pt x="60" y="0"/>
                    <a:pt x="0" y="48"/>
                    <a:pt x="30" y="123"/>
                  </a:cubicBezTo>
                  <a:cubicBezTo>
                    <a:pt x="1083" y="2729"/>
                    <a:pt x="1810" y="5486"/>
                    <a:pt x="2136" y="8268"/>
                  </a:cubicBezTo>
                  <a:cubicBezTo>
                    <a:pt x="2236" y="9045"/>
                    <a:pt x="2311" y="9847"/>
                    <a:pt x="2336" y="10649"/>
                  </a:cubicBezTo>
                  <a:cubicBezTo>
                    <a:pt x="2349" y="10712"/>
                    <a:pt x="2405" y="10743"/>
                    <a:pt x="2455" y="10743"/>
                  </a:cubicBezTo>
                  <a:cubicBezTo>
                    <a:pt x="2505" y="10743"/>
                    <a:pt x="2549" y="10712"/>
                    <a:pt x="2537" y="10649"/>
                  </a:cubicBezTo>
                  <a:cubicBezTo>
                    <a:pt x="2411" y="7817"/>
                    <a:pt x="1910" y="5010"/>
                    <a:pt x="1033" y="2303"/>
                  </a:cubicBezTo>
                  <a:cubicBezTo>
                    <a:pt x="807" y="1551"/>
                    <a:pt x="532" y="799"/>
                    <a:pt x="231" y="73"/>
                  </a:cubicBezTo>
                  <a:cubicBezTo>
                    <a:pt x="211" y="22"/>
                    <a:pt x="166" y="0"/>
                    <a:pt x="1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6" name="Google Shape;4646;p54"/>
            <p:cNvSpPr/>
            <p:nvPr/>
          </p:nvSpPr>
          <p:spPr>
            <a:xfrm>
              <a:off x="1961162" y="3897630"/>
              <a:ext cx="123944" cy="294365"/>
            </a:xfrm>
            <a:custGeom>
              <a:rect b="b" l="l" r="r" t="t"/>
              <a:pathLst>
                <a:path extrusionOk="0" h="10457" w="4403">
                  <a:moveTo>
                    <a:pt x="134" y="1"/>
                  </a:moveTo>
                  <a:cubicBezTo>
                    <a:pt x="64" y="1"/>
                    <a:pt x="1" y="74"/>
                    <a:pt x="52" y="158"/>
                  </a:cubicBezTo>
                  <a:cubicBezTo>
                    <a:pt x="1581" y="2590"/>
                    <a:pt x="2784" y="5221"/>
                    <a:pt x="3586" y="7978"/>
                  </a:cubicBezTo>
                  <a:cubicBezTo>
                    <a:pt x="3811" y="8780"/>
                    <a:pt x="4012" y="9582"/>
                    <a:pt x="4187" y="10384"/>
                  </a:cubicBezTo>
                  <a:cubicBezTo>
                    <a:pt x="4197" y="10435"/>
                    <a:pt x="4236" y="10457"/>
                    <a:pt x="4277" y="10457"/>
                  </a:cubicBezTo>
                  <a:cubicBezTo>
                    <a:pt x="4337" y="10457"/>
                    <a:pt x="4403" y="10409"/>
                    <a:pt x="4388" y="10334"/>
                  </a:cubicBezTo>
                  <a:cubicBezTo>
                    <a:pt x="3786" y="7502"/>
                    <a:pt x="2834" y="4745"/>
                    <a:pt x="1480" y="2189"/>
                  </a:cubicBezTo>
                  <a:cubicBezTo>
                    <a:pt x="1079" y="1462"/>
                    <a:pt x="678" y="735"/>
                    <a:pt x="227" y="58"/>
                  </a:cubicBezTo>
                  <a:cubicBezTo>
                    <a:pt x="203" y="17"/>
                    <a:pt x="168" y="1"/>
                    <a:pt x="13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7" name="Google Shape;4647;p54"/>
            <p:cNvSpPr/>
            <p:nvPr/>
          </p:nvSpPr>
          <p:spPr>
            <a:xfrm>
              <a:off x="2016731" y="4072023"/>
              <a:ext cx="16440" cy="56384"/>
            </a:xfrm>
            <a:custGeom>
              <a:rect b="b" l="l" r="r" t="t"/>
              <a:pathLst>
                <a:path extrusionOk="0" h="2003" w="584">
                  <a:moveTo>
                    <a:pt x="137" y="0"/>
                  </a:moveTo>
                  <a:cubicBezTo>
                    <a:pt x="70" y="0"/>
                    <a:pt x="1" y="50"/>
                    <a:pt x="33" y="129"/>
                  </a:cubicBezTo>
                  <a:cubicBezTo>
                    <a:pt x="258" y="680"/>
                    <a:pt x="383" y="1307"/>
                    <a:pt x="383" y="1908"/>
                  </a:cubicBezTo>
                  <a:cubicBezTo>
                    <a:pt x="383" y="1971"/>
                    <a:pt x="434" y="2002"/>
                    <a:pt x="484" y="2002"/>
                  </a:cubicBezTo>
                  <a:cubicBezTo>
                    <a:pt x="534" y="2002"/>
                    <a:pt x="584" y="1971"/>
                    <a:pt x="584" y="1908"/>
                  </a:cubicBezTo>
                  <a:cubicBezTo>
                    <a:pt x="584" y="1282"/>
                    <a:pt x="459" y="655"/>
                    <a:pt x="233" y="54"/>
                  </a:cubicBezTo>
                  <a:cubicBezTo>
                    <a:pt x="215" y="17"/>
                    <a:pt x="176" y="0"/>
                    <a:pt x="13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8" name="Google Shape;4648;p54"/>
            <p:cNvSpPr/>
            <p:nvPr/>
          </p:nvSpPr>
          <p:spPr>
            <a:xfrm>
              <a:off x="1883579" y="2733035"/>
              <a:ext cx="95992" cy="176388"/>
            </a:xfrm>
            <a:custGeom>
              <a:rect b="b" l="l" r="r" t="t"/>
              <a:pathLst>
                <a:path extrusionOk="0" h="6266" w="3410">
                  <a:moveTo>
                    <a:pt x="1789" y="0"/>
                  </a:moveTo>
                  <a:cubicBezTo>
                    <a:pt x="1598" y="0"/>
                    <a:pt x="1405" y="37"/>
                    <a:pt x="1229" y="125"/>
                  </a:cubicBezTo>
                  <a:cubicBezTo>
                    <a:pt x="903" y="275"/>
                    <a:pt x="652" y="576"/>
                    <a:pt x="502" y="927"/>
                  </a:cubicBezTo>
                  <a:cubicBezTo>
                    <a:pt x="1" y="1929"/>
                    <a:pt x="101" y="3182"/>
                    <a:pt x="652" y="4185"/>
                  </a:cubicBezTo>
                  <a:cubicBezTo>
                    <a:pt x="1229" y="5162"/>
                    <a:pt x="2181" y="5889"/>
                    <a:pt x="3259" y="6265"/>
                  </a:cubicBezTo>
                  <a:lnTo>
                    <a:pt x="3409" y="1278"/>
                  </a:lnTo>
                  <a:cubicBezTo>
                    <a:pt x="3259" y="701"/>
                    <a:pt x="2783" y="200"/>
                    <a:pt x="2181" y="50"/>
                  </a:cubicBezTo>
                  <a:cubicBezTo>
                    <a:pt x="2057" y="18"/>
                    <a:pt x="1923" y="0"/>
                    <a:pt x="1789" y="0"/>
                  </a:cubicBezTo>
                  <a:close/>
                </a:path>
              </a:pathLst>
            </a:custGeom>
            <a:solidFill>
              <a:srgbClr val="8DF7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9" name="Google Shape;4649;p54"/>
            <p:cNvSpPr/>
            <p:nvPr/>
          </p:nvSpPr>
          <p:spPr>
            <a:xfrm>
              <a:off x="1883579" y="2729938"/>
              <a:ext cx="99510" cy="182637"/>
            </a:xfrm>
            <a:custGeom>
              <a:rect b="b" l="l" r="r" t="t"/>
              <a:pathLst>
                <a:path extrusionOk="0" h="6488" w="3535">
                  <a:moveTo>
                    <a:pt x="1774" y="213"/>
                  </a:moveTo>
                  <a:cubicBezTo>
                    <a:pt x="1972" y="213"/>
                    <a:pt x="2174" y="257"/>
                    <a:pt x="2357" y="335"/>
                  </a:cubicBezTo>
                  <a:cubicBezTo>
                    <a:pt x="2682" y="460"/>
                    <a:pt x="2933" y="686"/>
                    <a:pt x="3134" y="987"/>
                  </a:cubicBezTo>
                  <a:cubicBezTo>
                    <a:pt x="3209" y="1112"/>
                    <a:pt x="3309" y="1287"/>
                    <a:pt x="3309" y="1438"/>
                  </a:cubicBezTo>
                  <a:cubicBezTo>
                    <a:pt x="3309" y="1638"/>
                    <a:pt x="3309" y="1864"/>
                    <a:pt x="3284" y="2064"/>
                  </a:cubicBezTo>
                  <a:cubicBezTo>
                    <a:pt x="3259" y="2916"/>
                    <a:pt x="3234" y="3743"/>
                    <a:pt x="3209" y="4571"/>
                  </a:cubicBezTo>
                  <a:cubicBezTo>
                    <a:pt x="3185" y="5137"/>
                    <a:pt x="3161" y="5704"/>
                    <a:pt x="3159" y="6250"/>
                  </a:cubicBezTo>
                  <a:lnTo>
                    <a:pt x="3159" y="6250"/>
                  </a:lnTo>
                  <a:cubicBezTo>
                    <a:pt x="1858" y="5710"/>
                    <a:pt x="741" y="4702"/>
                    <a:pt x="377" y="3317"/>
                  </a:cubicBezTo>
                  <a:cubicBezTo>
                    <a:pt x="201" y="2591"/>
                    <a:pt x="226" y="1814"/>
                    <a:pt x="552" y="1137"/>
                  </a:cubicBezTo>
                  <a:cubicBezTo>
                    <a:pt x="702" y="811"/>
                    <a:pt x="928" y="510"/>
                    <a:pt x="1254" y="335"/>
                  </a:cubicBezTo>
                  <a:cubicBezTo>
                    <a:pt x="1410" y="251"/>
                    <a:pt x="1590" y="213"/>
                    <a:pt x="1774" y="213"/>
                  </a:cubicBezTo>
                  <a:close/>
                  <a:moveTo>
                    <a:pt x="1766" y="0"/>
                  </a:moveTo>
                  <a:cubicBezTo>
                    <a:pt x="1655" y="0"/>
                    <a:pt x="1542" y="12"/>
                    <a:pt x="1429" y="34"/>
                  </a:cubicBezTo>
                  <a:cubicBezTo>
                    <a:pt x="1078" y="134"/>
                    <a:pt x="778" y="385"/>
                    <a:pt x="577" y="686"/>
                  </a:cubicBezTo>
                  <a:cubicBezTo>
                    <a:pt x="151" y="1312"/>
                    <a:pt x="1" y="2139"/>
                    <a:pt x="101" y="2866"/>
                  </a:cubicBezTo>
                  <a:cubicBezTo>
                    <a:pt x="276" y="4395"/>
                    <a:pt x="1379" y="5623"/>
                    <a:pt x="2733" y="6275"/>
                  </a:cubicBezTo>
                  <a:cubicBezTo>
                    <a:pt x="2872" y="6344"/>
                    <a:pt x="3032" y="6414"/>
                    <a:pt x="3194" y="6464"/>
                  </a:cubicBezTo>
                  <a:lnTo>
                    <a:pt x="3194" y="6464"/>
                  </a:lnTo>
                  <a:cubicBezTo>
                    <a:pt x="3212" y="6480"/>
                    <a:pt x="3236" y="6488"/>
                    <a:pt x="3259" y="6488"/>
                  </a:cubicBezTo>
                  <a:cubicBezTo>
                    <a:pt x="3276" y="6488"/>
                    <a:pt x="3292" y="6484"/>
                    <a:pt x="3307" y="6475"/>
                  </a:cubicBezTo>
                  <a:lnTo>
                    <a:pt x="3307" y="6475"/>
                  </a:lnTo>
                  <a:cubicBezTo>
                    <a:pt x="3324" y="6467"/>
                    <a:pt x="3337" y="6453"/>
                    <a:pt x="3345" y="6436"/>
                  </a:cubicBezTo>
                  <a:lnTo>
                    <a:pt x="3345" y="6436"/>
                  </a:lnTo>
                  <a:cubicBezTo>
                    <a:pt x="3354" y="6420"/>
                    <a:pt x="3359" y="6399"/>
                    <a:pt x="3359" y="6375"/>
                  </a:cubicBezTo>
                  <a:cubicBezTo>
                    <a:pt x="3384" y="5849"/>
                    <a:pt x="3384" y="5297"/>
                    <a:pt x="3409" y="4746"/>
                  </a:cubicBezTo>
                  <a:lnTo>
                    <a:pt x="3484" y="2064"/>
                  </a:lnTo>
                  <a:cubicBezTo>
                    <a:pt x="3509" y="1864"/>
                    <a:pt x="3535" y="1638"/>
                    <a:pt x="3509" y="1413"/>
                  </a:cubicBezTo>
                  <a:cubicBezTo>
                    <a:pt x="3509" y="1212"/>
                    <a:pt x="3384" y="987"/>
                    <a:pt x="3284" y="836"/>
                  </a:cubicBezTo>
                  <a:cubicBezTo>
                    <a:pt x="3083" y="561"/>
                    <a:pt x="2833" y="310"/>
                    <a:pt x="2507" y="185"/>
                  </a:cubicBezTo>
                  <a:cubicBezTo>
                    <a:pt x="2279" y="62"/>
                    <a:pt x="2026" y="0"/>
                    <a:pt x="176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0" name="Google Shape;4650;p54"/>
            <p:cNvSpPr/>
            <p:nvPr/>
          </p:nvSpPr>
          <p:spPr>
            <a:xfrm>
              <a:off x="1907563" y="2792630"/>
              <a:ext cx="26883" cy="63394"/>
            </a:xfrm>
            <a:custGeom>
              <a:rect b="b" l="l" r="r" t="t"/>
              <a:pathLst>
                <a:path extrusionOk="0" h="2252" w="955">
                  <a:moveTo>
                    <a:pt x="176" y="0"/>
                  </a:moveTo>
                  <a:cubicBezTo>
                    <a:pt x="126" y="0"/>
                    <a:pt x="76" y="38"/>
                    <a:pt x="76" y="113"/>
                  </a:cubicBezTo>
                  <a:cubicBezTo>
                    <a:pt x="1" y="865"/>
                    <a:pt x="251" y="1642"/>
                    <a:pt x="753" y="2218"/>
                  </a:cubicBezTo>
                  <a:cubicBezTo>
                    <a:pt x="770" y="2242"/>
                    <a:pt x="792" y="2251"/>
                    <a:pt x="813" y="2251"/>
                  </a:cubicBezTo>
                  <a:cubicBezTo>
                    <a:pt x="884" y="2251"/>
                    <a:pt x="955" y="2145"/>
                    <a:pt x="878" y="2068"/>
                  </a:cubicBezTo>
                  <a:cubicBezTo>
                    <a:pt x="427" y="1542"/>
                    <a:pt x="201" y="815"/>
                    <a:pt x="276" y="113"/>
                  </a:cubicBezTo>
                  <a:cubicBezTo>
                    <a:pt x="276" y="38"/>
                    <a:pt x="22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1" name="Google Shape;4651;p54"/>
            <p:cNvSpPr/>
            <p:nvPr/>
          </p:nvSpPr>
          <p:spPr>
            <a:xfrm>
              <a:off x="1932251" y="2859994"/>
              <a:ext cx="7094" cy="5686"/>
            </a:xfrm>
            <a:custGeom>
              <a:rect b="b" l="l" r="r" t="t"/>
              <a:pathLst>
                <a:path extrusionOk="0" h="202" w="252">
                  <a:moveTo>
                    <a:pt x="126" y="1"/>
                  </a:moveTo>
                  <a:cubicBezTo>
                    <a:pt x="1" y="1"/>
                    <a:pt x="1" y="201"/>
                    <a:pt x="126" y="201"/>
                  </a:cubicBezTo>
                  <a:cubicBezTo>
                    <a:pt x="252" y="201"/>
                    <a:pt x="252"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2" name="Google Shape;4652;p54"/>
            <p:cNvSpPr/>
            <p:nvPr/>
          </p:nvSpPr>
          <p:spPr>
            <a:xfrm>
              <a:off x="1949198" y="2446376"/>
              <a:ext cx="836055" cy="882812"/>
            </a:xfrm>
            <a:custGeom>
              <a:rect b="b" l="l" r="r" t="t"/>
              <a:pathLst>
                <a:path extrusionOk="0" h="31361" w="29700">
                  <a:moveTo>
                    <a:pt x="11053" y="0"/>
                  </a:moveTo>
                  <a:cubicBezTo>
                    <a:pt x="8137" y="0"/>
                    <a:pt x="5311" y="229"/>
                    <a:pt x="4161" y="859"/>
                  </a:cubicBezTo>
                  <a:cubicBezTo>
                    <a:pt x="1830" y="2137"/>
                    <a:pt x="76" y="4217"/>
                    <a:pt x="76" y="6774"/>
                  </a:cubicBezTo>
                  <a:cubicBezTo>
                    <a:pt x="101" y="9781"/>
                    <a:pt x="1" y="12814"/>
                    <a:pt x="527" y="15796"/>
                  </a:cubicBezTo>
                  <a:cubicBezTo>
                    <a:pt x="1028" y="18754"/>
                    <a:pt x="2306" y="21736"/>
                    <a:pt x="4712" y="23541"/>
                  </a:cubicBezTo>
                  <a:cubicBezTo>
                    <a:pt x="6993" y="25270"/>
                    <a:pt x="10001" y="25696"/>
                    <a:pt x="12858" y="25822"/>
                  </a:cubicBezTo>
                  <a:lnTo>
                    <a:pt x="12858" y="29180"/>
                  </a:lnTo>
                  <a:cubicBezTo>
                    <a:pt x="12858" y="29180"/>
                    <a:pt x="12908" y="31360"/>
                    <a:pt x="15991" y="31360"/>
                  </a:cubicBezTo>
                  <a:cubicBezTo>
                    <a:pt x="19048" y="31360"/>
                    <a:pt x="18773" y="28578"/>
                    <a:pt x="18773" y="28578"/>
                  </a:cubicBezTo>
                  <a:lnTo>
                    <a:pt x="18722" y="24568"/>
                  </a:lnTo>
                  <a:cubicBezTo>
                    <a:pt x="21028" y="23290"/>
                    <a:pt x="22783" y="21110"/>
                    <a:pt x="23534" y="18578"/>
                  </a:cubicBezTo>
                  <a:cubicBezTo>
                    <a:pt x="23979" y="18625"/>
                    <a:pt x="24423" y="18657"/>
                    <a:pt x="24862" y="18657"/>
                  </a:cubicBezTo>
                  <a:cubicBezTo>
                    <a:pt x="25612" y="18657"/>
                    <a:pt x="26348" y="18562"/>
                    <a:pt x="27043" y="18278"/>
                  </a:cubicBezTo>
                  <a:cubicBezTo>
                    <a:pt x="28497" y="17676"/>
                    <a:pt x="29550" y="16172"/>
                    <a:pt x="29650" y="14593"/>
                  </a:cubicBezTo>
                  <a:cubicBezTo>
                    <a:pt x="29700" y="13766"/>
                    <a:pt x="29499" y="12939"/>
                    <a:pt x="28998" y="12288"/>
                  </a:cubicBezTo>
                  <a:cubicBezTo>
                    <a:pt x="28522" y="11611"/>
                    <a:pt x="27720" y="11185"/>
                    <a:pt x="26893" y="11185"/>
                  </a:cubicBezTo>
                  <a:cubicBezTo>
                    <a:pt x="25539" y="11185"/>
                    <a:pt x="24487" y="12363"/>
                    <a:pt x="23635" y="13415"/>
                  </a:cubicBezTo>
                  <a:cubicBezTo>
                    <a:pt x="23635" y="13415"/>
                    <a:pt x="24462" y="8779"/>
                    <a:pt x="24186" y="5646"/>
                  </a:cubicBezTo>
                  <a:cubicBezTo>
                    <a:pt x="23910" y="2538"/>
                    <a:pt x="21504" y="1085"/>
                    <a:pt x="18597" y="533"/>
                  </a:cubicBezTo>
                  <a:cubicBezTo>
                    <a:pt x="17137" y="241"/>
                    <a:pt x="14048" y="0"/>
                    <a:pt x="11053"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3" name="Google Shape;4653;p54"/>
            <p:cNvSpPr/>
            <p:nvPr/>
          </p:nvSpPr>
          <p:spPr>
            <a:xfrm>
              <a:off x="1947790" y="2443448"/>
              <a:ext cx="853705" cy="888949"/>
            </a:xfrm>
            <a:custGeom>
              <a:rect b="b" l="l" r="r" t="t"/>
              <a:pathLst>
                <a:path extrusionOk="0" h="31579" w="30327">
                  <a:moveTo>
                    <a:pt x="11071" y="202"/>
                  </a:moveTo>
                  <a:cubicBezTo>
                    <a:pt x="11376" y="202"/>
                    <a:pt x="11679" y="205"/>
                    <a:pt x="11980" y="211"/>
                  </a:cubicBezTo>
                  <a:cubicBezTo>
                    <a:pt x="13259" y="236"/>
                    <a:pt x="14537" y="286"/>
                    <a:pt x="15790" y="387"/>
                  </a:cubicBezTo>
                  <a:cubicBezTo>
                    <a:pt x="16742" y="462"/>
                    <a:pt x="17670" y="537"/>
                    <a:pt x="18597" y="712"/>
                  </a:cubicBezTo>
                  <a:cubicBezTo>
                    <a:pt x="19925" y="963"/>
                    <a:pt x="21254" y="1414"/>
                    <a:pt x="22306" y="2266"/>
                  </a:cubicBezTo>
                  <a:cubicBezTo>
                    <a:pt x="23384" y="3143"/>
                    <a:pt x="24011" y="4397"/>
                    <a:pt x="24136" y="5750"/>
                  </a:cubicBezTo>
                  <a:cubicBezTo>
                    <a:pt x="24261" y="7254"/>
                    <a:pt x="24161" y="8783"/>
                    <a:pt x="24011" y="10286"/>
                  </a:cubicBezTo>
                  <a:cubicBezTo>
                    <a:pt x="23910" y="11314"/>
                    <a:pt x="23785" y="12342"/>
                    <a:pt x="23610" y="13344"/>
                  </a:cubicBezTo>
                  <a:lnTo>
                    <a:pt x="23584" y="13494"/>
                  </a:lnTo>
                  <a:cubicBezTo>
                    <a:pt x="23567" y="13565"/>
                    <a:pt x="23624" y="13636"/>
                    <a:pt x="23686" y="13636"/>
                  </a:cubicBezTo>
                  <a:cubicBezTo>
                    <a:pt x="23712" y="13636"/>
                    <a:pt x="23738" y="13624"/>
                    <a:pt x="23760" y="13595"/>
                  </a:cubicBezTo>
                  <a:cubicBezTo>
                    <a:pt x="23767" y="13586"/>
                    <a:pt x="23774" y="13577"/>
                    <a:pt x="23781" y="13567"/>
                  </a:cubicBezTo>
                  <a:lnTo>
                    <a:pt x="23781" y="13567"/>
                  </a:lnTo>
                  <a:lnTo>
                    <a:pt x="23785" y="13570"/>
                  </a:lnTo>
                  <a:cubicBezTo>
                    <a:pt x="23785" y="13567"/>
                    <a:pt x="23786" y="13564"/>
                    <a:pt x="23786" y="13561"/>
                  </a:cubicBezTo>
                  <a:lnTo>
                    <a:pt x="23786" y="13561"/>
                  </a:lnTo>
                  <a:cubicBezTo>
                    <a:pt x="24408" y="12768"/>
                    <a:pt x="25152" y="11910"/>
                    <a:pt x="26141" y="11540"/>
                  </a:cubicBezTo>
                  <a:cubicBezTo>
                    <a:pt x="26402" y="11444"/>
                    <a:pt x="26672" y="11398"/>
                    <a:pt x="26939" y="11398"/>
                  </a:cubicBezTo>
                  <a:cubicBezTo>
                    <a:pt x="27723" y="11398"/>
                    <a:pt x="28487" y="11788"/>
                    <a:pt x="28973" y="12442"/>
                  </a:cubicBezTo>
                  <a:cubicBezTo>
                    <a:pt x="30326" y="14271"/>
                    <a:pt x="29374" y="16928"/>
                    <a:pt x="27569" y="18031"/>
                  </a:cubicBezTo>
                  <a:cubicBezTo>
                    <a:pt x="26762" y="18518"/>
                    <a:pt x="25854" y="18668"/>
                    <a:pt x="24935" y="18668"/>
                  </a:cubicBezTo>
                  <a:cubicBezTo>
                    <a:pt x="24484" y="18668"/>
                    <a:pt x="24030" y="18632"/>
                    <a:pt x="23584" y="18582"/>
                  </a:cubicBezTo>
                  <a:cubicBezTo>
                    <a:pt x="23559" y="18582"/>
                    <a:pt x="23509" y="18632"/>
                    <a:pt x="23509" y="18657"/>
                  </a:cubicBezTo>
                  <a:cubicBezTo>
                    <a:pt x="22908" y="20612"/>
                    <a:pt x="21730" y="22342"/>
                    <a:pt x="20151" y="23620"/>
                  </a:cubicBezTo>
                  <a:cubicBezTo>
                    <a:pt x="19700" y="23971"/>
                    <a:pt x="19224" y="24296"/>
                    <a:pt x="18722" y="24572"/>
                  </a:cubicBezTo>
                  <a:cubicBezTo>
                    <a:pt x="18672" y="24597"/>
                    <a:pt x="18672" y="24622"/>
                    <a:pt x="18672" y="24672"/>
                  </a:cubicBezTo>
                  <a:cubicBezTo>
                    <a:pt x="18672" y="25775"/>
                    <a:pt x="18697" y="26878"/>
                    <a:pt x="18697" y="27981"/>
                  </a:cubicBezTo>
                  <a:cubicBezTo>
                    <a:pt x="18722" y="28607"/>
                    <a:pt x="18772" y="29259"/>
                    <a:pt x="18547" y="29860"/>
                  </a:cubicBezTo>
                  <a:cubicBezTo>
                    <a:pt x="18346" y="30437"/>
                    <a:pt x="17895" y="30913"/>
                    <a:pt x="17319" y="31139"/>
                  </a:cubicBezTo>
                  <a:cubicBezTo>
                    <a:pt x="16868" y="31314"/>
                    <a:pt x="16391" y="31364"/>
                    <a:pt x="15940" y="31364"/>
                  </a:cubicBezTo>
                  <a:cubicBezTo>
                    <a:pt x="15439" y="31364"/>
                    <a:pt x="14938" y="31289"/>
                    <a:pt x="14487" y="31114"/>
                  </a:cubicBezTo>
                  <a:cubicBezTo>
                    <a:pt x="13910" y="30888"/>
                    <a:pt x="13434" y="30487"/>
                    <a:pt x="13183" y="29936"/>
                  </a:cubicBezTo>
                  <a:cubicBezTo>
                    <a:pt x="13083" y="29735"/>
                    <a:pt x="13033" y="29484"/>
                    <a:pt x="13008" y="29284"/>
                  </a:cubicBezTo>
                  <a:cubicBezTo>
                    <a:pt x="13008" y="28783"/>
                    <a:pt x="13008" y="28307"/>
                    <a:pt x="13008" y="27805"/>
                  </a:cubicBezTo>
                  <a:lnTo>
                    <a:pt x="13008" y="26026"/>
                  </a:lnTo>
                  <a:lnTo>
                    <a:pt x="13008" y="25926"/>
                  </a:lnTo>
                  <a:cubicBezTo>
                    <a:pt x="13008" y="25875"/>
                    <a:pt x="12958" y="25825"/>
                    <a:pt x="12908" y="25825"/>
                  </a:cubicBezTo>
                  <a:cubicBezTo>
                    <a:pt x="9650" y="25700"/>
                    <a:pt x="6166" y="25124"/>
                    <a:pt x="3785" y="22667"/>
                  </a:cubicBezTo>
                  <a:cubicBezTo>
                    <a:pt x="1429" y="20236"/>
                    <a:pt x="627" y="16778"/>
                    <a:pt x="376" y="13494"/>
                  </a:cubicBezTo>
                  <a:cubicBezTo>
                    <a:pt x="201" y="11289"/>
                    <a:pt x="251" y="9083"/>
                    <a:pt x="226" y="6878"/>
                  </a:cubicBezTo>
                  <a:cubicBezTo>
                    <a:pt x="226" y="5349"/>
                    <a:pt x="903" y="3920"/>
                    <a:pt x="1930" y="2818"/>
                  </a:cubicBezTo>
                  <a:cubicBezTo>
                    <a:pt x="2482" y="2241"/>
                    <a:pt x="3108" y="1740"/>
                    <a:pt x="3760" y="1339"/>
                  </a:cubicBezTo>
                  <a:cubicBezTo>
                    <a:pt x="4161" y="1088"/>
                    <a:pt x="4562" y="888"/>
                    <a:pt x="5013" y="763"/>
                  </a:cubicBezTo>
                  <a:cubicBezTo>
                    <a:pt x="6015" y="462"/>
                    <a:pt x="7068" y="362"/>
                    <a:pt x="8096" y="311"/>
                  </a:cubicBezTo>
                  <a:cubicBezTo>
                    <a:pt x="9091" y="235"/>
                    <a:pt x="10087" y="202"/>
                    <a:pt x="11071" y="202"/>
                  </a:cubicBezTo>
                  <a:close/>
                  <a:moveTo>
                    <a:pt x="11083" y="1"/>
                  </a:moveTo>
                  <a:cubicBezTo>
                    <a:pt x="10338" y="1"/>
                    <a:pt x="9593" y="19"/>
                    <a:pt x="8848" y="61"/>
                  </a:cubicBezTo>
                  <a:cubicBezTo>
                    <a:pt x="7720" y="111"/>
                    <a:pt x="6592" y="186"/>
                    <a:pt x="5464" y="437"/>
                  </a:cubicBezTo>
                  <a:cubicBezTo>
                    <a:pt x="5088" y="512"/>
                    <a:pt x="4687" y="637"/>
                    <a:pt x="4311" y="788"/>
                  </a:cubicBezTo>
                  <a:cubicBezTo>
                    <a:pt x="3660" y="1088"/>
                    <a:pt x="3058" y="1539"/>
                    <a:pt x="2532" y="1991"/>
                  </a:cubicBezTo>
                  <a:cubicBezTo>
                    <a:pt x="1354" y="2968"/>
                    <a:pt x="426" y="4271"/>
                    <a:pt x="126" y="5775"/>
                  </a:cubicBezTo>
                  <a:cubicBezTo>
                    <a:pt x="51" y="6126"/>
                    <a:pt x="25" y="6502"/>
                    <a:pt x="25" y="6878"/>
                  </a:cubicBezTo>
                  <a:cubicBezTo>
                    <a:pt x="25" y="8883"/>
                    <a:pt x="0" y="10888"/>
                    <a:pt x="126" y="12893"/>
                  </a:cubicBezTo>
                  <a:cubicBezTo>
                    <a:pt x="251" y="14697"/>
                    <a:pt x="477" y="16502"/>
                    <a:pt x="1028" y="18231"/>
                  </a:cubicBezTo>
                  <a:cubicBezTo>
                    <a:pt x="1529" y="19760"/>
                    <a:pt x="2256" y="21214"/>
                    <a:pt x="3284" y="22417"/>
                  </a:cubicBezTo>
                  <a:cubicBezTo>
                    <a:pt x="4361" y="23670"/>
                    <a:pt x="5765" y="24547"/>
                    <a:pt x="7319" y="25098"/>
                  </a:cubicBezTo>
                  <a:cubicBezTo>
                    <a:pt x="9067" y="25739"/>
                    <a:pt x="10959" y="25943"/>
                    <a:pt x="12807" y="26022"/>
                  </a:cubicBezTo>
                  <a:lnTo>
                    <a:pt x="12807" y="26022"/>
                  </a:lnTo>
                  <a:lnTo>
                    <a:pt x="12807" y="29184"/>
                  </a:lnTo>
                  <a:cubicBezTo>
                    <a:pt x="12807" y="29961"/>
                    <a:pt x="13284" y="30662"/>
                    <a:pt x="13935" y="31063"/>
                  </a:cubicBezTo>
                  <a:cubicBezTo>
                    <a:pt x="14497" y="31426"/>
                    <a:pt x="15216" y="31579"/>
                    <a:pt x="15912" y="31579"/>
                  </a:cubicBezTo>
                  <a:cubicBezTo>
                    <a:pt x="16179" y="31579"/>
                    <a:pt x="16442" y="31556"/>
                    <a:pt x="16692" y="31515"/>
                  </a:cubicBezTo>
                  <a:cubicBezTo>
                    <a:pt x="17419" y="31414"/>
                    <a:pt x="18096" y="31063"/>
                    <a:pt x="18497" y="30437"/>
                  </a:cubicBezTo>
                  <a:cubicBezTo>
                    <a:pt x="18772" y="30011"/>
                    <a:pt x="18898" y="29510"/>
                    <a:pt x="18923" y="29008"/>
                  </a:cubicBezTo>
                  <a:cubicBezTo>
                    <a:pt x="18948" y="28833"/>
                    <a:pt x="18923" y="28632"/>
                    <a:pt x="18923" y="28432"/>
                  </a:cubicBezTo>
                  <a:cubicBezTo>
                    <a:pt x="18898" y="27204"/>
                    <a:pt x="18873" y="25976"/>
                    <a:pt x="18873" y="24748"/>
                  </a:cubicBezTo>
                  <a:lnTo>
                    <a:pt x="18873" y="24720"/>
                  </a:lnTo>
                  <a:lnTo>
                    <a:pt x="18873" y="24720"/>
                  </a:lnTo>
                  <a:cubicBezTo>
                    <a:pt x="20655" y="23716"/>
                    <a:pt x="22139" y="22174"/>
                    <a:pt x="23058" y="20337"/>
                  </a:cubicBezTo>
                  <a:cubicBezTo>
                    <a:pt x="23296" y="19837"/>
                    <a:pt x="23511" y="19315"/>
                    <a:pt x="23661" y="18791"/>
                  </a:cubicBezTo>
                  <a:lnTo>
                    <a:pt x="23661" y="18791"/>
                  </a:lnTo>
                  <a:cubicBezTo>
                    <a:pt x="24089" y="18839"/>
                    <a:pt x="24521" y="18872"/>
                    <a:pt x="24950" y="18872"/>
                  </a:cubicBezTo>
                  <a:cubicBezTo>
                    <a:pt x="25806" y="18872"/>
                    <a:pt x="26650" y="18741"/>
                    <a:pt x="27419" y="18332"/>
                  </a:cubicBezTo>
                  <a:cubicBezTo>
                    <a:pt x="28371" y="17855"/>
                    <a:pt x="29123" y="17003"/>
                    <a:pt x="29524" y="16001"/>
                  </a:cubicBezTo>
                  <a:cubicBezTo>
                    <a:pt x="29950" y="14923"/>
                    <a:pt x="29925" y="13645"/>
                    <a:pt x="29324" y="12617"/>
                  </a:cubicBezTo>
                  <a:cubicBezTo>
                    <a:pt x="28835" y="11773"/>
                    <a:pt x="27912" y="11184"/>
                    <a:pt x="26941" y="11184"/>
                  </a:cubicBezTo>
                  <a:cubicBezTo>
                    <a:pt x="26817" y="11184"/>
                    <a:pt x="26692" y="11194"/>
                    <a:pt x="26567" y="11214"/>
                  </a:cubicBezTo>
                  <a:cubicBezTo>
                    <a:pt x="25420" y="11394"/>
                    <a:pt x="24556" y="12300"/>
                    <a:pt x="23847" y="13172"/>
                  </a:cubicBezTo>
                  <a:lnTo>
                    <a:pt x="23847" y="13172"/>
                  </a:lnTo>
                  <a:cubicBezTo>
                    <a:pt x="23945" y="12534"/>
                    <a:pt x="24028" y="11908"/>
                    <a:pt x="24111" y="11264"/>
                  </a:cubicBezTo>
                  <a:cubicBezTo>
                    <a:pt x="24286" y="9735"/>
                    <a:pt x="24412" y="8206"/>
                    <a:pt x="24386" y="6677"/>
                  </a:cubicBezTo>
                  <a:cubicBezTo>
                    <a:pt x="24361" y="5951"/>
                    <a:pt x="24311" y="5199"/>
                    <a:pt x="24086" y="4497"/>
                  </a:cubicBezTo>
                  <a:cubicBezTo>
                    <a:pt x="23885" y="3870"/>
                    <a:pt x="23559" y="3294"/>
                    <a:pt x="23133" y="2793"/>
                  </a:cubicBezTo>
                  <a:cubicBezTo>
                    <a:pt x="22256" y="1765"/>
                    <a:pt x="21003" y="1138"/>
                    <a:pt x="19725" y="788"/>
                  </a:cubicBezTo>
                  <a:cubicBezTo>
                    <a:pt x="18722" y="487"/>
                    <a:pt x="17695" y="362"/>
                    <a:pt x="16667" y="261"/>
                  </a:cubicBezTo>
                  <a:cubicBezTo>
                    <a:pt x="15414" y="136"/>
                    <a:pt x="14161" y="61"/>
                    <a:pt x="12908" y="36"/>
                  </a:cubicBezTo>
                  <a:cubicBezTo>
                    <a:pt x="12299" y="13"/>
                    <a:pt x="11691" y="1"/>
                    <a:pt x="1108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4" name="Google Shape;4654;p54"/>
            <p:cNvSpPr/>
            <p:nvPr/>
          </p:nvSpPr>
          <p:spPr>
            <a:xfrm>
              <a:off x="2019744" y="2793981"/>
              <a:ext cx="125267" cy="96217"/>
            </a:xfrm>
            <a:custGeom>
              <a:rect b="b" l="l" r="r" t="t"/>
              <a:pathLst>
                <a:path extrusionOk="0" h="3418" w="4450">
                  <a:moveTo>
                    <a:pt x="2212" y="0"/>
                  </a:moveTo>
                  <a:cubicBezTo>
                    <a:pt x="2000" y="0"/>
                    <a:pt x="1786" y="37"/>
                    <a:pt x="1580" y="115"/>
                  </a:cubicBezTo>
                  <a:cubicBezTo>
                    <a:pt x="1078" y="291"/>
                    <a:pt x="677" y="666"/>
                    <a:pt x="452" y="1143"/>
                  </a:cubicBezTo>
                  <a:cubicBezTo>
                    <a:pt x="151" y="1794"/>
                    <a:pt x="1" y="2521"/>
                    <a:pt x="1" y="3223"/>
                  </a:cubicBezTo>
                  <a:cubicBezTo>
                    <a:pt x="1" y="3286"/>
                    <a:pt x="51" y="3317"/>
                    <a:pt x="101" y="3317"/>
                  </a:cubicBezTo>
                  <a:cubicBezTo>
                    <a:pt x="151" y="3317"/>
                    <a:pt x="201" y="3286"/>
                    <a:pt x="201" y="3223"/>
                  </a:cubicBezTo>
                  <a:cubicBezTo>
                    <a:pt x="201" y="2646"/>
                    <a:pt x="327" y="2070"/>
                    <a:pt x="527" y="1519"/>
                  </a:cubicBezTo>
                  <a:cubicBezTo>
                    <a:pt x="703" y="1017"/>
                    <a:pt x="1003" y="591"/>
                    <a:pt x="1479" y="366"/>
                  </a:cubicBezTo>
                  <a:cubicBezTo>
                    <a:pt x="1719" y="259"/>
                    <a:pt x="1980" y="202"/>
                    <a:pt x="2243" y="202"/>
                  </a:cubicBezTo>
                  <a:cubicBezTo>
                    <a:pt x="2476" y="202"/>
                    <a:pt x="2710" y="247"/>
                    <a:pt x="2933" y="341"/>
                  </a:cubicBezTo>
                  <a:cubicBezTo>
                    <a:pt x="3409" y="541"/>
                    <a:pt x="3760" y="967"/>
                    <a:pt x="3961" y="1443"/>
                  </a:cubicBezTo>
                  <a:cubicBezTo>
                    <a:pt x="4186" y="2045"/>
                    <a:pt x="4211" y="2697"/>
                    <a:pt x="4236" y="3323"/>
                  </a:cubicBezTo>
                  <a:cubicBezTo>
                    <a:pt x="4236" y="3386"/>
                    <a:pt x="4293" y="3417"/>
                    <a:pt x="4346" y="3417"/>
                  </a:cubicBezTo>
                  <a:cubicBezTo>
                    <a:pt x="4399" y="3417"/>
                    <a:pt x="4449" y="3386"/>
                    <a:pt x="4437" y="3323"/>
                  </a:cubicBezTo>
                  <a:cubicBezTo>
                    <a:pt x="4412" y="2195"/>
                    <a:pt x="4287" y="817"/>
                    <a:pt x="3159" y="240"/>
                  </a:cubicBezTo>
                  <a:cubicBezTo>
                    <a:pt x="2869" y="88"/>
                    <a:pt x="2542" y="0"/>
                    <a:pt x="221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5" name="Google Shape;4655;p54"/>
            <p:cNvSpPr/>
            <p:nvPr/>
          </p:nvSpPr>
          <p:spPr>
            <a:xfrm>
              <a:off x="1993873" y="2841584"/>
              <a:ext cx="35075" cy="16074"/>
            </a:xfrm>
            <a:custGeom>
              <a:rect b="b" l="l" r="r" t="t"/>
              <a:pathLst>
                <a:path extrusionOk="0" h="571" w="1246">
                  <a:moveTo>
                    <a:pt x="144" y="1"/>
                  </a:moveTo>
                  <a:cubicBezTo>
                    <a:pt x="37" y="1"/>
                    <a:pt x="1" y="157"/>
                    <a:pt x="118" y="204"/>
                  </a:cubicBezTo>
                  <a:cubicBezTo>
                    <a:pt x="444" y="304"/>
                    <a:pt x="769" y="429"/>
                    <a:pt x="1070" y="554"/>
                  </a:cubicBezTo>
                  <a:cubicBezTo>
                    <a:pt x="1091" y="565"/>
                    <a:pt x="1116" y="571"/>
                    <a:pt x="1140" y="571"/>
                  </a:cubicBezTo>
                  <a:cubicBezTo>
                    <a:pt x="1174" y="571"/>
                    <a:pt x="1206" y="559"/>
                    <a:pt x="1221" y="529"/>
                  </a:cubicBezTo>
                  <a:cubicBezTo>
                    <a:pt x="1246" y="479"/>
                    <a:pt x="1221" y="404"/>
                    <a:pt x="1170" y="379"/>
                  </a:cubicBezTo>
                  <a:cubicBezTo>
                    <a:pt x="845" y="229"/>
                    <a:pt x="519" y="103"/>
                    <a:pt x="168" y="3"/>
                  </a:cubicBezTo>
                  <a:cubicBezTo>
                    <a:pt x="160" y="1"/>
                    <a:pt x="152" y="1"/>
                    <a:pt x="14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6" name="Google Shape;4656;p54"/>
            <p:cNvSpPr/>
            <p:nvPr/>
          </p:nvSpPr>
          <p:spPr>
            <a:xfrm>
              <a:off x="2002121" y="2818810"/>
              <a:ext cx="31781" cy="18213"/>
            </a:xfrm>
            <a:custGeom>
              <a:rect b="b" l="l" r="r" t="t"/>
              <a:pathLst>
                <a:path extrusionOk="0" h="647" w="1129">
                  <a:moveTo>
                    <a:pt x="111" y="0"/>
                  </a:moveTo>
                  <a:cubicBezTo>
                    <a:pt x="75" y="0"/>
                    <a:pt x="44" y="23"/>
                    <a:pt x="25" y="60"/>
                  </a:cubicBezTo>
                  <a:cubicBezTo>
                    <a:pt x="0" y="110"/>
                    <a:pt x="0" y="160"/>
                    <a:pt x="50" y="185"/>
                  </a:cubicBezTo>
                  <a:cubicBezTo>
                    <a:pt x="351" y="336"/>
                    <a:pt x="652" y="486"/>
                    <a:pt x="953" y="637"/>
                  </a:cubicBezTo>
                  <a:cubicBezTo>
                    <a:pt x="966" y="643"/>
                    <a:pt x="979" y="646"/>
                    <a:pt x="993" y="646"/>
                  </a:cubicBezTo>
                  <a:cubicBezTo>
                    <a:pt x="1030" y="646"/>
                    <a:pt x="1066" y="623"/>
                    <a:pt x="1103" y="586"/>
                  </a:cubicBezTo>
                  <a:cubicBezTo>
                    <a:pt x="1128" y="561"/>
                    <a:pt x="1103" y="486"/>
                    <a:pt x="1053" y="461"/>
                  </a:cubicBezTo>
                  <a:cubicBezTo>
                    <a:pt x="752" y="311"/>
                    <a:pt x="451" y="160"/>
                    <a:pt x="151" y="10"/>
                  </a:cubicBezTo>
                  <a:cubicBezTo>
                    <a:pt x="137" y="3"/>
                    <a:pt x="124" y="0"/>
                    <a:pt x="11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7" name="Google Shape;4657;p54"/>
            <p:cNvSpPr/>
            <p:nvPr/>
          </p:nvSpPr>
          <p:spPr>
            <a:xfrm>
              <a:off x="2014817" y="2796402"/>
              <a:ext cx="27531" cy="22520"/>
            </a:xfrm>
            <a:custGeom>
              <a:rect b="b" l="l" r="r" t="t"/>
              <a:pathLst>
                <a:path extrusionOk="0" h="800" w="978">
                  <a:moveTo>
                    <a:pt x="114" y="0"/>
                  </a:moveTo>
                  <a:cubicBezTo>
                    <a:pt x="93" y="0"/>
                    <a:pt x="72" y="8"/>
                    <a:pt x="50" y="29"/>
                  </a:cubicBezTo>
                  <a:cubicBezTo>
                    <a:pt x="25" y="54"/>
                    <a:pt x="0" y="129"/>
                    <a:pt x="50" y="179"/>
                  </a:cubicBezTo>
                  <a:lnTo>
                    <a:pt x="777" y="781"/>
                  </a:lnTo>
                  <a:cubicBezTo>
                    <a:pt x="802" y="794"/>
                    <a:pt x="834" y="800"/>
                    <a:pt x="862" y="800"/>
                  </a:cubicBezTo>
                  <a:cubicBezTo>
                    <a:pt x="890" y="800"/>
                    <a:pt x="915" y="794"/>
                    <a:pt x="928" y="781"/>
                  </a:cubicBezTo>
                  <a:cubicBezTo>
                    <a:pt x="978" y="731"/>
                    <a:pt x="978" y="656"/>
                    <a:pt x="928" y="631"/>
                  </a:cubicBezTo>
                  <a:cubicBezTo>
                    <a:pt x="677" y="430"/>
                    <a:pt x="451" y="230"/>
                    <a:pt x="201" y="29"/>
                  </a:cubicBezTo>
                  <a:cubicBezTo>
                    <a:pt x="172" y="15"/>
                    <a:pt x="143" y="0"/>
                    <a:pt x="1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8" name="Google Shape;4658;p54"/>
            <p:cNvSpPr/>
            <p:nvPr/>
          </p:nvSpPr>
          <p:spPr>
            <a:xfrm>
              <a:off x="2376751" y="2805495"/>
              <a:ext cx="125605" cy="95992"/>
            </a:xfrm>
            <a:custGeom>
              <a:rect b="b" l="l" r="r" t="t"/>
              <a:pathLst>
                <a:path extrusionOk="0" h="3410" w="4462">
                  <a:moveTo>
                    <a:pt x="2199" y="0"/>
                  </a:moveTo>
                  <a:cubicBezTo>
                    <a:pt x="1944" y="0"/>
                    <a:pt x="1691" y="51"/>
                    <a:pt x="1454" y="157"/>
                  </a:cubicBezTo>
                  <a:cubicBezTo>
                    <a:pt x="953" y="358"/>
                    <a:pt x="577" y="784"/>
                    <a:pt x="351" y="1260"/>
                  </a:cubicBezTo>
                  <a:cubicBezTo>
                    <a:pt x="76" y="1912"/>
                    <a:pt x="26" y="2613"/>
                    <a:pt x="1" y="3315"/>
                  </a:cubicBezTo>
                  <a:cubicBezTo>
                    <a:pt x="1" y="3378"/>
                    <a:pt x="51" y="3409"/>
                    <a:pt x="101" y="3409"/>
                  </a:cubicBezTo>
                  <a:cubicBezTo>
                    <a:pt x="151" y="3409"/>
                    <a:pt x="201" y="3378"/>
                    <a:pt x="201" y="3315"/>
                  </a:cubicBezTo>
                  <a:cubicBezTo>
                    <a:pt x="251" y="2288"/>
                    <a:pt x="326" y="1009"/>
                    <a:pt x="1354" y="433"/>
                  </a:cubicBezTo>
                  <a:cubicBezTo>
                    <a:pt x="1611" y="282"/>
                    <a:pt x="1904" y="204"/>
                    <a:pt x="2200" y="204"/>
                  </a:cubicBezTo>
                  <a:cubicBezTo>
                    <a:pt x="2396" y="204"/>
                    <a:pt x="2593" y="238"/>
                    <a:pt x="2783" y="308"/>
                  </a:cubicBezTo>
                  <a:cubicBezTo>
                    <a:pt x="3284" y="458"/>
                    <a:pt x="3635" y="859"/>
                    <a:pt x="3860" y="1310"/>
                  </a:cubicBezTo>
                  <a:cubicBezTo>
                    <a:pt x="4111" y="1912"/>
                    <a:pt x="4236" y="2588"/>
                    <a:pt x="4261" y="3215"/>
                  </a:cubicBezTo>
                  <a:cubicBezTo>
                    <a:pt x="4261" y="3290"/>
                    <a:pt x="4311" y="3328"/>
                    <a:pt x="4361" y="3328"/>
                  </a:cubicBezTo>
                  <a:cubicBezTo>
                    <a:pt x="4412" y="3328"/>
                    <a:pt x="4462" y="3290"/>
                    <a:pt x="4462" y="3215"/>
                  </a:cubicBezTo>
                  <a:cubicBezTo>
                    <a:pt x="4437" y="2588"/>
                    <a:pt x="4336" y="1937"/>
                    <a:pt x="4086" y="1335"/>
                  </a:cubicBezTo>
                  <a:cubicBezTo>
                    <a:pt x="3885" y="834"/>
                    <a:pt x="3534" y="408"/>
                    <a:pt x="3033" y="182"/>
                  </a:cubicBezTo>
                  <a:cubicBezTo>
                    <a:pt x="2769" y="63"/>
                    <a:pt x="2483" y="0"/>
                    <a:pt x="219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9" name="Google Shape;4659;p54"/>
            <p:cNvSpPr/>
            <p:nvPr/>
          </p:nvSpPr>
          <p:spPr>
            <a:xfrm>
              <a:off x="2493154" y="2852872"/>
              <a:ext cx="35103" cy="16074"/>
            </a:xfrm>
            <a:custGeom>
              <a:rect b="b" l="l" r="r" t="t"/>
              <a:pathLst>
                <a:path extrusionOk="0" h="571" w="1247">
                  <a:moveTo>
                    <a:pt x="1100" y="1"/>
                  </a:moveTo>
                  <a:cubicBezTo>
                    <a:pt x="1093" y="1"/>
                    <a:pt x="1086" y="2"/>
                    <a:pt x="1079" y="3"/>
                  </a:cubicBezTo>
                  <a:cubicBezTo>
                    <a:pt x="728" y="128"/>
                    <a:pt x="377" y="254"/>
                    <a:pt x="51" y="379"/>
                  </a:cubicBezTo>
                  <a:cubicBezTo>
                    <a:pt x="1" y="404"/>
                    <a:pt x="1" y="479"/>
                    <a:pt x="26" y="529"/>
                  </a:cubicBezTo>
                  <a:cubicBezTo>
                    <a:pt x="41" y="559"/>
                    <a:pt x="64" y="571"/>
                    <a:pt x="91" y="571"/>
                  </a:cubicBezTo>
                  <a:cubicBezTo>
                    <a:pt x="110" y="571"/>
                    <a:pt x="131" y="565"/>
                    <a:pt x="151" y="554"/>
                  </a:cubicBezTo>
                  <a:cubicBezTo>
                    <a:pt x="477" y="429"/>
                    <a:pt x="803" y="304"/>
                    <a:pt x="1129" y="204"/>
                  </a:cubicBezTo>
                  <a:cubicBezTo>
                    <a:pt x="1247" y="180"/>
                    <a:pt x="1209" y="1"/>
                    <a:pt x="1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0" name="Google Shape;4660;p54"/>
            <p:cNvSpPr/>
            <p:nvPr/>
          </p:nvSpPr>
          <p:spPr>
            <a:xfrm>
              <a:off x="2488228" y="2830605"/>
              <a:ext cx="31781" cy="17903"/>
            </a:xfrm>
            <a:custGeom>
              <a:rect b="b" l="l" r="r" t="t"/>
              <a:pathLst>
                <a:path extrusionOk="0" h="636" w="1129">
                  <a:moveTo>
                    <a:pt x="1023" y="1"/>
                  </a:moveTo>
                  <a:cubicBezTo>
                    <a:pt x="999" y="1"/>
                    <a:pt x="974" y="7"/>
                    <a:pt x="953" y="17"/>
                  </a:cubicBezTo>
                  <a:cubicBezTo>
                    <a:pt x="652" y="142"/>
                    <a:pt x="351" y="293"/>
                    <a:pt x="51" y="443"/>
                  </a:cubicBezTo>
                  <a:cubicBezTo>
                    <a:pt x="26" y="468"/>
                    <a:pt x="0" y="543"/>
                    <a:pt x="26" y="594"/>
                  </a:cubicBezTo>
                  <a:cubicBezTo>
                    <a:pt x="40" y="623"/>
                    <a:pt x="72" y="635"/>
                    <a:pt x="106" y="635"/>
                  </a:cubicBezTo>
                  <a:cubicBezTo>
                    <a:pt x="130" y="635"/>
                    <a:pt x="155" y="629"/>
                    <a:pt x="176" y="619"/>
                  </a:cubicBezTo>
                  <a:cubicBezTo>
                    <a:pt x="477" y="468"/>
                    <a:pt x="777" y="318"/>
                    <a:pt x="1078" y="193"/>
                  </a:cubicBezTo>
                  <a:cubicBezTo>
                    <a:pt x="1103" y="167"/>
                    <a:pt x="1128" y="92"/>
                    <a:pt x="1103" y="42"/>
                  </a:cubicBezTo>
                  <a:cubicBezTo>
                    <a:pt x="1089" y="13"/>
                    <a:pt x="1057" y="1"/>
                    <a:pt x="102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1" name="Google Shape;4661;p54"/>
            <p:cNvSpPr/>
            <p:nvPr/>
          </p:nvSpPr>
          <p:spPr>
            <a:xfrm>
              <a:off x="2479754" y="2807972"/>
              <a:ext cx="26855" cy="22238"/>
            </a:xfrm>
            <a:custGeom>
              <a:rect b="b" l="l" r="r" t="t"/>
              <a:pathLst>
                <a:path extrusionOk="0" h="790" w="954">
                  <a:moveTo>
                    <a:pt x="853" y="0"/>
                  </a:moveTo>
                  <a:cubicBezTo>
                    <a:pt x="828" y="0"/>
                    <a:pt x="803" y="7"/>
                    <a:pt x="778" y="19"/>
                  </a:cubicBezTo>
                  <a:cubicBezTo>
                    <a:pt x="527" y="220"/>
                    <a:pt x="276" y="420"/>
                    <a:pt x="26" y="621"/>
                  </a:cubicBezTo>
                  <a:cubicBezTo>
                    <a:pt x="1" y="646"/>
                    <a:pt x="1" y="721"/>
                    <a:pt x="26" y="771"/>
                  </a:cubicBezTo>
                  <a:cubicBezTo>
                    <a:pt x="51" y="784"/>
                    <a:pt x="76" y="790"/>
                    <a:pt x="101" y="790"/>
                  </a:cubicBezTo>
                  <a:cubicBezTo>
                    <a:pt x="126" y="790"/>
                    <a:pt x="151" y="784"/>
                    <a:pt x="176" y="771"/>
                  </a:cubicBezTo>
                  <a:cubicBezTo>
                    <a:pt x="427" y="570"/>
                    <a:pt x="677" y="370"/>
                    <a:pt x="928" y="169"/>
                  </a:cubicBezTo>
                  <a:cubicBezTo>
                    <a:pt x="953" y="144"/>
                    <a:pt x="953" y="69"/>
                    <a:pt x="928" y="19"/>
                  </a:cubicBezTo>
                  <a:cubicBezTo>
                    <a:pt x="903" y="7"/>
                    <a:pt x="878" y="0"/>
                    <a:pt x="85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2" name="Google Shape;4662;p54"/>
            <p:cNvSpPr/>
            <p:nvPr/>
          </p:nvSpPr>
          <p:spPr>
            <a:xfrm>
              <a:off x="2218713" y="2872634"/>
              <a:ext cx="64295" cy="36848"/>
            </a:xfrm>
            <a:custGeom>
              <a:rect b="b" l="l" r="r" t="t"/>
              <a:pathLst>
                <a:path extrusionOk="0" h="1309" w="2284">
                  <a:moveTo>
                    <a:pt x="1026" y="0"/>
                  </a:moveTo>
                  <a:cubicBezTo>
                    <a:pt x="777" y="0"/>
                    <a:pt x="591" y="165"/>
                    <a:pt x="427" y="329"/>
                  </a:cubicBezTo>
                  <a:cubicBezTo>
                    <a:pt x="226" y="504"/>
                    <a:pt x="51" y="730"/>
                    <a:pt x="0" y="1005"/>
                  </a:cubicBezTo>
                  <a:cubicBezTo>
                    <a:pt x="0" y="1080"/>
                    <a:pt x="63" y="1128"/>
                    <a:pt x="119" y="1128"/>
                  </a:cubicBezTo>
                  <a:cubicBezTo>
                    <a:pt x="156" y="1128"/>
                    <a:pt x="191" y="1106"/>
                    <a:pt x="201" y="1055"/>
                  </a:cubicBezTo>
                  <a:cubicBezTo>
                    <a:pt x="226" y="830"/>
                    <a:pt x="376" y="654"/>
                    <a:pt x="527" y="479"/>
                  </a:cubicBezTo>
                  <a:cubicBezTo>
                    <a:pt x="681" y="347"/>
                    <a:pt x="836" y="195"/>
                    <a:pt x="1042" y="195"/>
                  </a:cubicBezTo>
                  <a:cubicBezTo>
                    <a:pt x="1070" y="195"/>
                    <a:pt x="1098" y="197"/>
                    <a:pt x="1128" y="203"/>
                  </a:cubicBezTo>
                  <a:cubicBezTo>
                    <a:pt x="1354" y="253"/>
                    <a:pt x="1504" y="429"/>
                    <a:pt x="1655" y="604"/>
                  </a:cubicBezTo>
                  <a:cubicBezTo>
                    <a:pt x="1805" y="805"/>
                    <a:pt x="1955" y="1030"/>
                    <a:pt x="2056" y="1256"/>
                  </a:cubicBezTo>
                  <a:cubicBezTo>
                    <a:pt x="2078" y="1293"/>
                    <a:pt x="2110" y="1309"/>
                    <a:pt x="2141" y="1309"/>
                  </a:cubicBezTo>
                  <a:cubicBezTo>
                    <a:pt x="2213" y="1309"/>
                    <a:pt x="2284" y="1226"/>
                    <a:pt x="2231" y="1156"/>
                  </a:cubicBezTo>
                  <a:cubicBezTo>
                    <a:pt x="2106" y="880"/>
                    <a:pt x="1955" y="629"/>
                    <a:pt x="1755" y="404"/>
                  </a:cubicBezTo>
                  <a:cubicBezTo>
                    <a:pt x="1579" y="203"/>
                    <a:pt x="1354" y="28"/>
                    <a:pt x="1078" y="3"/>
                  </a:cubicBezTo>
                  <a:cubicBezTo>
                    <a:pt x="1060" y="1"/>
                    <a:pt x="1043" y="0"/>
                    <a:pt x="10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3" name="Google Shape;4663;p54"/>
            <p:cNvSpPr/>
            <p:nvPr/>
          </p:nvSpPr>
          <p:spPr>
            <a:xfrm>
              <a:off x="2172630" y="2969838"/>
              <a:ext cx="168281" cy="42169"/>
            </a:xfrm>
            <a:custGeom>
              <a:rect b="b" l="l" r="r" t="t"/>
              <a:pathLst>
                <a:path extrusionOk="0" h="1498" w="5978">
                  <a:moveTo>
                    <a:pt x="138" y="0"/>
                  </a:moveTo>
                  <a:cubicBezTo>
                    <a:pt x="61" y="0"/>
                    <a:pt x="1" y="107"/>
                    <a:pt x="59" y="184"/>
                  </a:cubicBezTo>
                  <a:cubicBezTo>
                    <a:pt x="635" y="785"/>
                    <a:pt x="1387" y="1237"/>
                    <a:pt x="2214" y="1412"/>
                  </a:cubicBezTo>
                  <a:cubicBezTo>
                    <a:pt x="2493" y="1470"/>
                    <a:pt x="2773" y="1497"/>
                    <a:pt x="3050" y="1497"/>
                  </a:cubicBezTo>
                  <a:cubicBezTo>
                    <a:pt x="3617" y="1497"/>
                    <a:pt x="4173" y="1380"/>
                    <a:pt x="4695" y="1161"/>
                  </a:cubicBezTo>
                  <a:cubicBezTo>
                    <a:pt x="5146" y="961"/>
                    <a:pt x="5547" y="685"/>
                    <a:pt x="5898" y="359"/>
                  </a:cubicBezTo>
                  <a:cubicBezTo>
                    <a:pt x="5977" y="280"/>
                    <a:pt x="5901" y="186"/>
                    <a:pt x="5816" y="186"/>
                  </a:cubicBezTo>
                  <a:cubicBezTo>
                    <a:pt x="5793" y="186"/>
                    <a:pt x="5769" y="193"/>
                    <a:pt x="5748" y="209"/>
                  </a:cubicBezTo>
                  <a:cubicBezTo>
                    <a:pt x="5020" y="921"/>
                    <a:pt x="4044" y="1289"/>
                    <a:pt x="3061" y="1289"/>
                  </a:cubicBezTo>
                  <a:cubicBezTo>
                    <a:pt x="2453" y="1289"/>
                    <a:pt x="1842" y="1148"/>
                    <a:pt x="1287" y="861"/>
                  </a:cubicBezTo>
                  <a:cubicBezTo>
                    <a:pt x="886" y="635"/>
                    <a:pt x="510" y="359"/>
                    <a:pt x="209" y="34"/>
                  </a:cubicBezTo>
                  <a:cubicBezTo>
                    <a:pt x="186" y="10"/>
                    <a:pt x="161" y="0"/>
                    <a:pt x="13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4" name="Google Shape;4664;p54"/>
            <p:cNvSpPr/>
            <p:nvPr/>
          </p:nvSpPr>
          <p:spPr>
            <a:xfrm>
              <a:off x="2320309" y="3157519"/>
              <a:ext cx="97709" cy="18663"/>
            </a:xfrm>
            <a:custGeom>
              <a:rect b="b" l="l" r="r" t="t"/>
              <a:pathLst>
                <a:path extrusionOk="0" h="663" w="3471">
                  <a:moveTo>
                    <a:pt x="3347" y="0"/>
                  </a:moveTo>
                  <a:cubicBezTo>
                    <a:pt x="3335" y="0"/>
                    <a:pt x="3323" y="3"/>
                    <a:pt x="3309" y="8"/>
                  </a:cubicBezTo>
                  <a:cubicBezTo>
                    <a:pt x="2355" y="311"/>
                    <a:pt x="1357" y="462"/>
                    <a:pt x="357" y="462"/>
                  </a:cubicBezTo>
                  <a:cubicBezTo>
                    <a:pt x="280" y="462"/>
                    <a:pt x="203" y="461"/>
                    <a:pt x="126" y="459"/>
                  </a:cubicBezTo>
                  <a:cubicBezTo>
                    <a:pt x="1" y="459"/>
                    <a:pt x="1" y="660"/>
                    <a:pt x="126" y="660"/>
                  </a:cubicBezTo>
                  <a:cubicBezTo>
                    <a:pt x="205" y="662"/>
                    <a:pt x="283" y="662"/>
                    <a:pt x="362" y="662"/>
                  </a:cubicBezTo>
                  <a:cubicBezTo>
                    <a:pt x="1382" y="662"/>
                    <a:pt x="2381" y="511"/>
                    <a:pt x="3359" y="209"/>
                  </a:cubicBezTo>
                  <a:cubicBezTo>
                    <a:pt x="3471" y="164"/>
                    <a:pt x="3443" y="0"/>
                    <a:pt x="334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5" name="Google Shape;4665;p54"/>
            <p:cNvSpPr/>
            <p:nvPr/>
          </p:nvSpPr>
          <p:spPr>
            <a:xfrm>
              <a:off x="2619298" y="2809689"/>
              <a:ext cx="144100" cy="58636"/>
            </a:xfrm>
            <a:custGeom>
              <a:rect b="b" l="l" r="r" t="t"/>
              <a:pathLst>
                <a:path extrusionOk="0" h="2083" w="5119">
                  <a:moveTo>
                    <a:pt x="2989" y="1"/>
                  </a:moveTo>
                  <a:cubicBezTo>
                    <a:pt x="2364" y="1"/>
                    <a:pt x="1727" y="239"/>
                    <a:pt x="1209" y="585"/>
                  </a:cubicBezTo>
                  <a:cubicBezTo>
                    <a:pt x="783" y="885"/>
                    <a:pt x="407" y="1261"/>
                    <a:pt x="56" y="1662"/>
                  </a:cubicBezTo>
                  <a:cubicBezTo>
                    <a:pt x="1" y="1737"/>
                    <a:pt x="55" y="1825"/>
                    <a:pt x="127" y="1825"/>
                  </a:cubicBezTo>
                  <a:cubicBezTo>
                    <a:pt x="153" y="1825"/>
                    <a:pt x="181" y="1814"/>
                    <a:pt x="207" y="1788"/>
                  </a:cubicBezTo>
                  <a:cubicBezTo>
                    <a:pt x="758" y="1161"/>
                    <a:pt x="1410" y="585"/>
                    <a:pt x="2212" y="334"/>
                  </a:cubicBezTo>
                  <a:cubicBezTo>
                    <a:pt x="2466" y="255"/>
                    <a:pt x="2727" y="213"/>
                    <a:pt x="2984" y="213"/>
                  </a:cubicBezTo>
                  <a:cubicBezTo>
                    <a:pt x="3539" y="213"/>
                    <a:pt x="4073" y="407"/>
                    <a:pt x="4467" y="835"/>
                  </a:cubicBezTo>
                  <a:cubicBezTo>
                    <a:pt x="4743" y="1161"/>
                    <a:pt x="4893" y="1562"/>
                    <a:pt x="4843" y="1988"/>
                  </a:cubicBezTo>
                  <a:cubicBezTo>
                    <a:pt x="4831" y="2051"/>
                    <a:pt x="4875" y="2082"/>
                    <a:pt x="4925" y="2082"/>
                  </a:cubicBezTo>
                  <a:cubicBezTo>
                    <a:pt x="4975" y="2082"/>
                    <a:pt x="5031" y="2051"/>
                    <a:pt x="5044" y="1988"/>
                  </a:cubicBezTo>
                  <a:cubicBezTo>
                    <a:pt x="5119" y="1186"/>
                    <a:pt x="4568" y="434"/>
                    <a:pt x="3816" y="159"/>
                  </a:cubicBezTo>
                  <a:cubicBezTo>
                    <a:pt x="3551" y="49"/>
                    <a:pt x="3271" y="1"/>
                    <a:pt x="298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6" name="Google Shape;4666;p54"/>
            <p:cNvSpPr/>
            <p:nvPr/>
          </p:nvSpPr>
          <p:spPr>
            <a:xfrm>
              <a:off x="2665662" y="2812110"/>
              <a:ext cx="51880" cy="89799"/>
            </a:xfrm>
            <a:custGeom>
              <a:rect b="b" l="l" r="r" t="t"/>
              <a:pathLst>
                <a:path extrusionOk="0" h="3190" w="1843">
                  <a:moveTo>
                    <a:pt x="1486" y="0"/>
                  </a:moveTo>
                  <a:cubicBezTo>
                    <a:pt x="1433" y="0"/>
                    <a:pt x="1377" y="48"/>
                    <a:pt x="1392" y="123"/>
                  </a:cubicBezTo>
                  <a:cubicBezTo>
                    <a:pt x="1617" y="1225"/>
                    <a:pt x="1091" y="2429"/>
                    <a:pt x="88" y="3005"/>
                  </a:cubicBezTo>
                  <a:cubicBezTo>
                    <a:pt x="1" y="3049"/>
                    <a:pt x="67" y="3189"/>
                    <a:pt x="169" y="3189"/>
                  </a:cubicBezTo>
                  <a:cubicBezTo>
                    <a:pt x="183" y="3189"/>
                    <a:pt x="198" y="3187"/>
                    <a:pt x="214" y="3180"/>
                  </a:cubicBezTo>
                  <a:cubicBezTo>
                    <a:pt x="1266" y="2554"/>
                    <a:pt x="1843" y="1251"/>
                    <a:pt x="1567" y="73"/>
                  </a:cubicBezTo>
                  <a:cubicBezTo>
                    <a:pt x="1557" y="22"/>
                    <a:pt x="1522" y="0"/>
                    <a:pt x="14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7" name="Google Shape;4667;p54"/>
            <p:cNvSpPr/>
            <p:nvPr/>
          </p:nvSpPr>
          <p:spPr>
            <a:xfrm>
              <a:off x="2624393" y="2912411"/>
              <a:ext cx="83493" cy="21394"/>
            </a:xfrm>
            <a:custGeom>
              <a:rect b="b" l="l" r="r" t="t"/>
              <a:pathLst>
                <a:path extrusionOk="0" h="760" w="2966">
                  <a:moveTo>
                    <a:pt x="2833" y="0"/>
                  </a:moveTo>
                  <a:cubicBezTo>
                    <a:pt x="2817" y="0"/>
                    <a:pt x="2800" y="6"/>
                    <a:pt x="2783" y="18"/>
                  </a:cubicBezTo>
                  <a:cubicBezTo>
                    <a:pt x="2149" y="375"/>
                    <a:pt x="1422" y="559"/>
                    <a:pt x="700" y="559"/>
                  </a:cubicBezTo>
                  <a:cubicBezTo>
                    <a:pt x="507" y="559"/>
                    <a:pt x="316" y="546"/>
                    <a:pt x="126" y="520"/>
                  </a:cubicBezTo>
                  <a:cubicBezTo>
                    <a:pt x="1" y="520"/>
                    <a:pt x="1" y="720"/>
                    <a:pt x="126" y="720"/>
                  </a:cubicBezTo>
                  <a:cubicBezTo>
                    <a:pt x="324" y="746"/>
                    <a:pt x="524" y="759"/>
                    <a:pt x="723" y="759"/>
                  </a:cubicBezTo>
                  <a:cubicBezTo>
                    <a:pt x="1479" y="759"/>
                    <a:pt x="2228" y="571"/>
                    <a:pt x="2883" y="194"/>
                  </a:cubicBezTo>
                  <a:cubicBezTo>
                    <a:pt x="2966" y="131"/>
                    <a:pt x="2911" y="0"/>
                    <a:pt x="283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8" name="Google Shape;4668;p54"/>
            <p:cNvSpPr/>
            <p:nvPr/>
          </p:nvSpPr>
          <p:spPr>
            <a:xfrm>
              <a:off x="2722470" y="2885386"/>
              <a:ext cx="7066" cy="18382"/>
            </a:xfrm>
            <a:custGeom>
              <a:rect b="b" l="l" r="r" t="t"/>
              <a:pathLst>
                <a:path extrusionOk="0" h="653" w="251">
                  <a:moveTo>
                    <a:pt x="151" y="1"/>
                  </a:moveTo>
                  <a:cubicBezTo>
                    <a:pt x="101" y="1"/>
                    <a:pt x="50" y="51"/>
                    <a:pt x="50" y="101"/>
                  </a:cubicBezTo>
                  <a:cubicBezTo>
                    <a:pt x="25" y="252"/>
                    <a:pt x="25" y="402"/>
                    <a:pt x="0" y="552"/>
                  </a:cubicBezTo>
                  <a:cubicBezTo>
                    <a:pt x="0" y="602"/>
                    <a:pt x="50" y="653"/>
                    <a:pt x="101" y="653"/>
                  </a:cubicBezTo>
                  <a:cubicBezTo>
                    <a:pt x="176" y="653"/>
                    <a:pt x="201" y="602"/>
                    <a:pt x="201" y="552"/>
                  </a:cubicBezTo>
                  <a:cubicBezTo>
                    <a:pt x="226" y="402"/>
                    <a:pt x="226" y="252"/>
                    <a:pt x="251" y="101"/>
                  </a:cubicBezTo>
                  <a:cubicBezTo>
                    <a:pt x="251" y="51"/>
                    <a:pt x="201"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9" name="Google Shape;4669;p54"/>
            <p:cNvSpPr/>
            <p:nvPr/>
          </p:nvSpPr>
          <p:spPr>
            <a:xfrm>
              <a:off x="2732351" y="2883022"/>
              <a:ext cx="9205" cy="14666"/>
            </a:xfrm>
            <a:custGeom>
              <a:rect b="b" l="l" r="r" t="t"/>
              <a:pathLst>
                <a:path extrusionOk="0" h="521" w="327">
                  <a:moveTo>
                    <a:pt x="200" y="0"/>
                  </a:moveTo>
                  <a:cubicBezTo>
                    <a:pt x="154" y="0"/>
                    <a:pt x="126" y="29"/>
                    <a:pt x="126" y="85"/>
                  </a:cubicBezTo>
                  <a:cubicBezTo>
                    <a:pt x="75" y="185"/>
                    <a:pt x="50" y="285"/>
                    <a:pt x="25" y="386"/>
                  </a:cubicBezTo>
                  <a:cubicBezTo>
                    <a:pt x="0" y="436"/>
                    <a:pt x="50" y="511"/>
                    <a:pt x="100" y="511"/>
                  </a:cubicBezTo>
                  <a:cubicBezTo>
                    <a:pt x="113" y="517"/>
                    <a:pt x="126" y="520"/>
                    <a:pt x="138" y="520"/>
                  </a:cubicBezTo>
                  <a:cubicBezTo>
                    <a:pt x="174" y="520"/>
                    <a:pt x="207" y="492"/>
                    <a:pt x="226" y="436"/>
                  </a:cubicBezTo>
                  <a:cubicBezTo>
                    <a:pt x="251" y="336"/>
                    <a:pt x="276" y="235"/>
                    <a:pt x="301" y="135"/>
                  </a:cubicBezTo>
                  <a:cubicBezTo>
                    <a:pt x="326" y="85"/>
                    <a:pt x="301" y="10"/>
                    <a:pt x="251" y="10"/>
                  </a:cubicBezTo>
                  <a:cubicBezTo>
                    <a:pt x="232" y="3"/>
                    <a:pt x="215" y="0"/>
                    <a:pt x="20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0" name="Google Shape;4670;p54"/>
            <p:cNvSpPr/>
            <p:nvPr/>
          </p:nvSpPr>
          <p:spPr>
            <a:xfrm>
              <a:off x="2697444" y="2775345"/>
              <a:ext cx="31387" cy="12836"/>
            </a:xfrm>
            <a:custGeom>
              <a:rect b="b" l="l" r="r" t="t"/>
              <a:pathLst>
                <a:path extrusionOk="0" h="456" w="1115">
                  <a:moveTo>
                    <a:pt x="344" y="1"/>
                  </a:moveTo>
                  <a:cubicBezTo>
                    <a:pt x="268" y="1"/>
                    <a:pt x="190" y="9"/>
                    <a:pt x="112" y="25"/>
                  </a:cubicBezTo>
                  <a:cubicBezTo>
                    <a:pt x="1" y="70"/>
                    <a:pt x="28" y="234"/>
                    <a:pt x="124" y="234"/>
                  </a:cubicBezTo>
                  <a:cubicBezTo>
                    <a:pt x="136" y="234"/>
                    <a:pt x="149" y="231"/>
                    <a:pt x="163" y="226"/>
                  </a:cubicBezTo>
                  <a:cubicBezTo>
                    <a:pt x="219" y="215"/>
                    <a:pt x="276" y="210"/>
                    <a:pt x="333" y="210"/>
                  </a:cubicBezTo>
                  <a:cubicBezTo>
                    <a:pt x="557" y="210"/>
                    <a:pt x="780" y="287"/>
                    <a:pt x="939" y="426"/>
                  </a:cubicBezTo>
                  <a:cubicBezTo>
                    <a:pt x="954" y="441"/>
                    <a:pt x="985" y="455"/>
                    <a:pt x="1019" y="455"/>
                  </a:cubicBezTo>
                  <a:cubicBezTo>
                    <a:pt x="1043" y="455"/>
                    <a:pt x="1069" y="447"/>
                    <a:pt x="1090" y="426"/>
                  </a:cubicBezTo>
                  <a:cubicBezTo>
                    <a:pt x="1115" y="376"/>
                    <a:pt x="1115" y="326"/>
                    <a:pt x="1090" y="276"/>
                  </a:cubicBezTo>
                  <a:cubicBezTo>
                    <a:pt x="875" y="100"/>
                    <a:pt x="615" y="1"/>
                    <a:pt x="34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1" name="Google Shape;4671;p54"/>
            <p:cNvSpPr/>
            <p:nvPr/>
          </p:nvSpPr>
          <p:spPr>
            <a:xfrm>
              <a:off x="2740092" y="2793671"/>
              <a:ext cx="7094" cy="6390"/>
            </a:xfrm>
            <a:custGeom>
              <a:rect b="b" l="l" r="r" t="t"/>
              <a:pathLst>
                <a:path extrusionOk="0" h="227" w="252">
                  <a:moveTo>
                    <a:pt x="126" y="1"/>
                  </a:moveTo>
                  <a:cubicBezTo>
                    <a:pt x="1" y="1"/>
                    <a:pt x="1" y="226"/>
                    <a:pt x="126" y="226"/>
                  </a:cubicBezTo>
                  <a:cubicBezTo>
                    <a:pt x="252" y="226"/>
                    <a:pt x="252"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2" name="Google Shape;4672;p54"/>
            <p:cNvSpPr/>
            <p:nvPr/>
          </p:nvSpPr>
          <p:spPr>
            <a:xfrm>
              <a:off x="2007048" y="2911623"/>
              <a:ext cx="139033" cy="122734"/>
            </a:xfrm>
            <a:custGeom>
              <a:rect b="b" l="l" r="r" t="t"/>
              <a:pathLst>
                <a:path extrusionOk="0" h="4360" w="4939">
                  <a:moveTo>
                    <a:pt x="2476" y="1"/>
                  </a:moveTo>
                  <a:cubicBezTo>
                    <a:pt x="1572" y="1"/>
                    <a:pt x="665" y="585"/>
                    <a:pt x="377" y="1450"/>
                  </a:cubicBezTo>
                  <a:cubicBezTo>
                    <a:pt x="1" y="2503"/>
                    <a:pt x="577" y="3781"/>
                    <a:pt x="1605" y="4207"/>
                  </a:cubicBezTo>
                  <a:cubicBezTo>
                    <a:pt x="1855" y="4310"/>
                    <a:pt x="2121" y="4359"/>
                    <a:pt x="2388" y="4359"/>
                  </a:cubicBezTo>
                  <a:cubicBezTo>
                    <a:pt x="3218" y="4359"/>
                    <a:pt x="4051" y="3888"/>
                    <a:pt x="4412" y="3129"/>
                  </a:cubicBezTo>
                  <a:cubicBezTo>
                    <a:pt x="4938" y="2051"/>
                    <a:pt x="4387" y="598"/>
                    <a:pt x="3284" y="172"/>
                  </a:cubicBezTo>
                  <a:cubicBezTo>
                    <a:pt x="3027" y="55"/>
                    <a:pt x="2751" y="1"/>
                    <a:pt x="247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3" name="Google Shape;4673;p54"/>
            <p:cNvSpPr/>
            <p:nvPr/>
          </p:nvSpPr>
          <p:spPr>
            <a:xfrm>
              <a:off x="2006344" y="2908836"/>
              <a:ext cx="137597" cy="128645"/>
            </a:xfrm>
            <a:custGeom>
              <a:rect b="b" l="l" r="r" t="t"/>
              <a:pathLst>
                <a:path extrusionOk="0" h="4570" w="4888">
                  <a:moveTo>
                    <a:pt x="2494" y="208"/>
                  </a:moveTo>
                  <a:cubicBezTo>
                    <a:pt x="3134" y="208"/>
                    <a:pt x="3752" y="511"/>
                    <a:pt x="4136" y="1048"/>
                  </a:cubicBezTo>
                  <a:cubicBezTo>
                    <a:pt x="4612" y="1749"/>
                    <a:pt x="4687" y="2702"/>
                    <a:pt x="4236" y="3404"/>
                  </a:cubicBezTo>
                  <a:cubicBezTo>
                    <a:pt x="3829" y="4015"/>
                    <a:pt x="3106" y="4366"/>
                    <a:pt x="2393" y="4366"/>
                  </a:cubicBezTo>
                  <a:cubicBezTo>
                    <a:pt x="2158" y="4366"/>
                    <a:pt x="1925" y="4328"/>
                    <a:pt x="1704" y="4249"/>
                  </a:cubicBezTo>
                  <a:lnTo>
                    <a:pt x="1704" y="4249"/>
                  </a:lnTo>
                  <a:cubicBezTo>
                    <a:pt x="1698" y="4242"/>
                    <a:pt x="1690" y="4236"/>
                    <a:pt x="1680" y="4231"/>
                  </a:cubicBezTo>
                  <a:cubicBezTo>
                    <a:pt x="853" y="3880"/>
                    <a:pt x="351" y="3028"/>
                    <a:pt x="377" y="2150"/>
                  </a:cubicBezTo>
                  <a:cubicBezTo>
                    <a:pt x="402" y="1273"/>
                    <a:pt x="1078" y="546"/>
                    <a:pt x="1905" y="296"/>
                  </a:cubicBezTo>
                  <a:cubicBezTo>
                    <a:pt x="2100" y="237"/>
                    <a:pt x="2298" y="208"/>
                    <a:pt x="2494" y="208"/>
                  </a:cubicBezTo>
                  <a:close/>
                  <a:moveTo>
                    <a:pt x="2477" y="0"/>
                  </a:moveTo>
                  <a:cubicBezTo>
                    <a:pt x="2379" y="0"/>
                    <a:pt x="2280" y="7"/>
                    <a:pt x="2181" y="20"/>
                  </a:cubicBezTo>
                  <a:cubicBezTo>
                    <a:pt x="1254" y="170"/>
                    <a:pt x="427" y="847"/>
                    <a:pt x="226" y="1774"/>
                  </a:cubicBezTo>
                  <a:cubicBezTo>
                    <a:pt x="1" y="2827"/>
                    <a:pt x="577" y="3980"/>
                    <a:pt x="1580" y="4406"/>
                  </a:cubicBezTo>
                  <a:cubicBezTo>
                    <a:pt x="1592" y="4412"/>
                    <a:pt x="1604" y="4415"/>
                    <a:pt x="1616" y="4415"/>
                  </a:cubicBezTo>
                  <a:cubicBezTo>
                    <a:pt x="1619" y="4415"/>
                    <a:pt x="1622" y="4415"/>
                    <a:pt x="1625" y="4415"/>
                  </a:cubicBezTo>
                  <a:lnTo>
                    <a:pt x="1625" y="4415"/>
                  </a:lnTo>
                  <a:cubicBezTo>
                    <a:pt x="1878" y="4520"/>
                    <a:pt x="2148" y="4569"/>
                    <a:pt x="2418" y="4569"/>
                  </a:cubicBezTo>
                  <a:cubicBezTo>
                    <a:pt x="3079" y="4569"/>
                    <a:pt x="3745" y="4274"/>
                    <a:pt x="4186" y="3779"/>
                  </a:cubicBezTo>
                  <a:cubicBezTo>
                    <a:pt x="4838" y="3078"/>
                    <a:pt x="4888" y="2025"/>
                    <a:pt x="4462" y="1198"/>
                  </a:cubicBezTo>
                  <a:cubicBezTo>
                    <a:pt x="4081" y="459"/>
                    <a:pt x="3300" y="0"/>
                    <a:pt x="247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4" name="Google Shape;4674;p54"/>
            <p:cNvSpPr/>
            <p:nvPr/>
          </p:nvSpPr>
          <p:spPr>
            <a:xfrm>
              <a:off x="2035283" y="2929780"/>
              <a:ext cx="84675" cy="81410"/>
            </a:xfrm>
            <a:custGeom>
              <a:rect b="b" l="l" r="r" t="t"/>
              <a:pathLst>
                <a:path extrusionOk="0" h="2892" w="3008">
                  <a:moveTo>
                    <a:pt x="1447" y="1"/>
                  </a:moveTo>
                  <a:cubicBezTo>
                    <a:pt x="1442" y="1"/>
                    <a:pt x="1435" y="2"/>
                    <a:pt x="1429" y="3"/>
                  </a:cubicBezTo>
                  <a:cubicBezTo>
                    <a:pt x="627" y="53"/>
                    <a:pt x="0" y="705"/>
                    <a:pt x="25" y="1507"/>
                  </a:cubicBezTo>
                  <a:cubicBezTo>
                    <a:pt x="73" y="2266"/>
                    <a:pt x="705" y="2891"/>
                    <a:pt x="1453" y="2891"/>
                  </a:cubicBezTo>
                  <a:cubicBezTo>
                    <a:pt x="1495" y="2891"/>
                    <a:pt x="1537" y="2889"/>
                    <a:pt x="1579" y="2885"/>
                  </a:cubicBezTo>
                  <a:cubicBezTo>
                    <a:pt x="2356" y="2835"/>
                    <a:pt x="3008" y="2083"/>
                    <a:pt x="2732" y="1306"/>
                  </a:cubicBezTo>
                  <a:cubicBezTo>
                    <a:pt x="2607" y="955"/>
                    <a:pt x="2281" y="705"/>
                    <a:pt x="1930" y="655"/>
                  </a:cubicBezTo>
                  <a:cubicBezTo>
                    <a:pt x="1887" y="649"/>
                    <a:pt x="1845" y="646"/>
                    <a:pt x="1803" y="646"/>
                  </a:cubicBezTo>
                  <a:cubicBezTo>
                    <a:pt x="1477" y="646"/>
                    <a:pt x="1183" y="817"/>
                    <a:pt x="1028" y="1106"/>
                  </a:cubicBezTo>
                  <a:cubicBezTo>
                    <a:pt x="852" y="1482"/>
                    <a:pt x="1028" y="1958"/>
                    <a:pt x="1454" y="2058"/>
                  </a:cubicBezTo>
                  <a:cubicBezTo>
                    <a:pt x="1494" y="2069"/>
                    <a:pt x="1533" y="2074"/>
                    <a:pt x="1573" y="2074"/>
                  </a:cubicBezTo>
                  <a:cubicBezTo>
                    <a:pt x="1904" y="2074"/>
                    <a:pt x="2195" y="1717"/>
                    <a:pt x="2105" y="1381"/>
                  </a:cubicBezTo>
                  <a:cubicBezTo>
                    <a:pt x="2085" y="1331"/>
                    <a:pt x="2040" y="1309"/>
                    <a:pt x="1998" y="1309"/>
                  </a:cubicBezTo>
                  <a:cubicBezTo>
                    <a:pt x="1934" y="1309"/>
                    <a:pt x="1875" y="1357"/>
                    <a:pt x="1905" y="1431"/>
                  </a:cubicBezTo>
                  <a:cubicBezTo>
                    <a:pt x="1963" y="1682"/>
                    <a:pt x="1769" y="1858"/>
                    <a:pt x="1562" y="1858"/>
                  </a:cubicBezTo>
                  <a:cubicBezTo>
                    <a:pt x="1500" y="1858"/>
                    <a:pt x="1437" y="1842"/>
                    <a:pt x="1379" y="1807"/>
                  </a:cubicBezTo>
                  <a:cubicBezTo>
                    <a:pt x="1103" y="1632"/>
                    <a:pt x="1128" y="1256"/>
                    <a:pt x="1328" y="1056"/>
                  </a:cubicBezTo>
                  <a:cubicBezTo>
                    <a:pt x="1457" y="911"/>
                    <a:pt x="1636" y="849"/>
                    <a:pt x="1814" y="849"/>
                  </a:cubicBezTo>
                  <a:cubicBezTo>
                    <a:pt x="1915" y="849"/>
                    <a:pt x="2015" y="869"/>
                    <a:pt x="2105" y="905"/>
                  </a:cubicBezTo>
                  <a:cubicBezTo>
                    <a:pt x="2406" y="1030"/>
                    <a:pt x="2582" y="1306"/>
                    <a:pt x="2582" y="1607"/>
                  </a:cubicBezTo>
                  <a:cubicBezTo>
                    <a:pt x="2630" y="2241"/>
                    <a:pt x="2062" y="2686"/>
                    <a:pt x="1477" y="2686"/>
                  </a:cubicBezTo>
                  <a:cubicBezTo>
                    <a:pt x="1461" y="2686"/>
                    <a:pt x="1445" y="2685"/>
                    <a:pt x="1429" y="2685"/>
                  </a:cubicBezTo>
                  <a:cubicBezTo>
                    <a:pt x="802" y="2660"/>
                    <a:pt x="276" y="2158"/>
                    <a:pt x="251" y="1532"/>
                  </a:cubicBezTo>
                  <a:cubicBezTo>
                    <a:pt x="176" y="855"/>
                    <a:pt x="727" y="228"/>
                    <a:pt x="1429" y="203"/>
                  </a:cubicBezTo>
                  <a:cubicBezTo>
                    <a:pt x="1547" y="203"/>
                    <a:pt x="1554" y="1"/>
                    <a:pt x="144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5" name="Google Shape;4675;p54"/>
            <p:cNvSpPr/>
            <p:nvPr/>
          </p:nvSpPr>
          <p:spPr>
            <a:xfrm>
              <a:off x="2385928" y="2928232"/>
              <a:ext cx="139005" cy="123044"/>
            </a:xfrm>
            <a:custGeom>
              <a:rect b="b" l="l" r="r" t="t"/>
              <a:pathLst>
                <a:path extrusionOk="0" h="4371" w="4938">
                  <a:moveTo>
                    <a:pt x="2505" y="1"/>
                  </a:moveTo>
                  <a:cubicBezTo>
                    <a:pt x="1598" y="1"/>
                    <a:pt x="687" y="588"/>
                    <a:pt x="376" y="1461"/>
                  </a:cubicBezTo>
                  <a:cubicBezTo>
                    <a:pt x="0" y="2489"/>
                    <a:pt x="577" y="3792"/>
                    <a:pt x="1604" y="4218"/>
                  </a:cubicBezTo>
                  <a:cubicBezTo>
                    <a:pt x="1854" y="4322"/>
                    <a:pt x="2121" y="4371"/>
                    <a:pt x="2388" y="4371"/>
                  </a:cubicBezTo>
                  <a:cubicBezTo>
                    <a:pt x="3217" y="4371"/>
                    <a:pt x="4051" y="3899"/>
                    <a:pt x="4411" y="3141"/>
                  </a:cubicBezTo>
                  <a:cubicBezTo>
                    <a:pt x="4938" y="2063"/>
                    <a:pt x="4411" y="609"/>
                    <a:pt x="3284" y="158"/>
                  </a:cubicBezTo>
                  <a:cubicBezTo>
                    <a:pt x="3035" y="51"/>
                    <a:pt x="2770" y="1"/>
                    <a:pt x="250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6" name="Google Shape;4676;p54"/>
            <p:cNvSpPr/>
            <p:nvPr/>
          </p:nvSpPr>
          <p:spPr>
            <a:xfrm>
              <a:off x="2385252" y="2925557"/>
              <a:ext cx="137569" cy="128533"/>
            </a:xfrm>
            <a:custGeom>
              <a:rect b="b" l="l" r="r" t="t"/>
              <a:pathLst>
                <a:path extrusionOk="0" h="4566" w="4887">
                  <a:moveTo>
                    <a:pt x="2490" y="191"/>
                  </a:moveTo>
                  <a:cubicBezTo>
                    <a:pt x="3131" y="191"/>
                    <a:pt x="3750" y="498"/>
                    <a:pt x="4135" y="1055"/>
                  </a:cubicBezTo>
                  <a:cubicBezTo>
                    <a:pt x="4611" y="1732"/>
                    <a:pt x="4686" y="2684"/>
                    <a:pt x="4235" y="3386"/>
                  </a:cubicBezTo>
                  <a:cubicBezTo>
                    <a:pt x="3848" y="3995"/>
                    <a:pt x="3121" y="4359"/>
                    <a:pt x="2404" y="4359"/>
                  </a:cubicBezTo>
                  <a:cubicBezTo>
                    <a:pt x="2169" y="4359"/>
                    <a:pt x="1935" y="4320"/>
                    <a:pt x="1714" y="4237"/>
                  </a:cubicBezTo>
                  <a:lnTo>
                    <a:pt x="1714" y="4237"/>
                  </a:lnTo>
                  <a:cubicBezTo>
                    <a:pt x="1706" y="4228"/>
                    <a:pt x="1694" y="4219"/>
                    <a:pt x="1679" y="4213"/>
                  </a:cubicBezTo>
                  <a:cubicBezTo>
                    <a:pt x="877" y="3887"/>
                    <a:pt x="350" y="3010"/>
                    <a:pt x="375" y="2133"/>
                  </a:cubicBezTo>
                  <a:cubicBezTo>
                    <a:pt x="425" y="1256"/>
                    <a:pt x="1077" y="529"/>
                    <a:pt x="1904" y="278"/>
                  </a:cubicBezTo>
                  <a:cubicBezTo>
                    <a:pt x="2097" y="220"/>
                    <a:pt x="2294" y="191"/>
                    <a:pt x="2490" y="191"/>
                  </a:cubicBezTo>
                  <a:close/>
                  <a:moveTo>
                    <a:pt x="2521" y="0"/>
                  </a:moveTo>
                  <a:cubicBezTo>
                    <a:pt x="2408" y="0"/>
                    <a:pt x="2294" y="9"/>
                    <a:pt x="2180" y="28"/>
                  </a:cubicBezTo>
                  <a:cubicBezTo>
                    <a:pt x="1252" y="153"/>
                    <a:pt x="425" y="855"/>
                    <a:pt x="225" y="1757"/>
                  </a:cubicBezTo>
                  <a:cubicBezTo>
                    <a:pt x="1" y="2802"/>
                    <a:pt x="567" y="3970"/>
                    <a:pt x="1556" y="4380"/>
                  </a:cubicBezTo>
                  <a:lnTo>
                    <a:pt x="1556" y="4380"/>
                  </a:lnTo>
                  <a:cubicBezTo>
                    <a:pt x="1568" y="4394"/>
                    <a:pt x="1583" y="4406"/>
                    <a:pt x="1603" y="4414"/>
                  </a:cubicBezTo>
                  <a:cubicBezTo>
                    <a:pt x="1859" y="4516"/>
                    <a:pt x="2133" y="4565"/>
                    <a:pt x="2407" y="4565"/>
                  </a:cubicBezTo>
                  <a:cubicBezTo>
                    <a:pt x="3073" y="4565"/>
                    <a:pt x="3748" y="4277"/>
                    <a:pt x="4210" y="3762"/>
                  </a:cubicBezTo>
                  <a:cubicBezTo>
                    <a:pt x="4836" y="3060"/>
                    <a:pt x="4887" y="2033"/>
                    <a:pt x="4460" y="1206"/>
                  </a:cubicBezTo>
                  <a:cubicBezTo>
                    <a:pt x="4087" y="458"/>
                    <a:pt x="3328" y="0"/>
                    <a:pt x="252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7" name="Google Shape;4677;p54"/>
            <p:cNvSpPr/>
            <p:nvPr/>
          </p:nvSpPr>
          <p:spPr>
            <a:xfrm>
              <a:off x="2414135" y="2946079"/>
              <a:ext cx="85407" cy="81945"/>
            </a:xfrm>
            <a:custGeom>
              <a:rect b="b" l="l" r="r" t="t"/>
              <a:pathLst>
                <a:path extrusionOk="0" h="2911" w="3034">
                  <a:moveTo>
                    <a:pt x="1429" y="0"/>
                  </a:moveTo>
                  <a:cubicBezTo>
                    <a:pt x="627" y="50"/>
                    <a:pt x="1" y="727"/>
                    <a:pt x="26" y="1504"/>
                  </a:cubicBezTo>
                  <a:cubicBezTo>
                    <a:pt x="74" y="2277"/>
                    <a:pt x="728" y="2910"/>
                    <a:pt x="1493" y="2910"/>
                  </a:cubicBezTo>
                  <a:cubicBezTo>
                    <a:pt x="1522" y="2910"/>
                    <a:pt x="1551" y="2909"/>
                    <a:pt x="1580" y="2908"/>
                  </a:cubicBezTo>
                  <a:cubicBezTo>
                    <a:pt x="2357" y="2832"/>
                    <a:pt x="3033" y="2081"/>
                    <a:pt x="2733" y="1304"/>
                  </a:cubicBezTo>
                  <a:cubicBezTo>
                    <a:pt x="2607" y="953"/>
                    <a:pt x="2307" y="702"/>
                    <a:pt x="1931" y="652"/>
                  </a:cubicBezTo>
                  <a:cubicBezTo>
                    <a:pt x="1904" y="650"/>
                    <a:pt x="1877" y="649"/>
                    <a:pt x="1851" y="649"/>
                  </a:cubicBezTo>
                  <a:cubicBezTo>
                    <a:pt x="1506" y="649"/>
                    <a:pt x="1191" y="802"/>
                    <a:pt x="1028" y="1128"/>
                  </a:cubicBezTo>
                  <a:cubicBezTo>
                    <a:pt x="853" y="1479"/>
                    <a:pt x="1028" y="1955"/>
                    <a:pt x="1455" y="2055"/>
                  </a:cubicBezTo>
                  <a:cubicBezTo>
                    <a:pt x="1496" y="2067"/>
                    <a:pt x="1538" y="2072"/>
                    <a:pt x="1580" y="2072"/>
                  </a:cubicBezTo>
                  <a:cubicBezTo>
                    <a:pt x="1908" y="2072"/>
                    <a:pt x="2195" y="1738"/>
                    <a:pt x="2106" y="1404"/>
                  </a:cubicBezTo>
                  <a:cubicBezTo>
                    <a:pt x="2086" y="1353"/>
                    <a:pt x="2041" y="1331"/>
                    <a:pt x="1998" y="1331"/>
                  </a:cubicBezTo>
                  <a:cubicBezTo>
                    <a:pt x="1935" y="1331"/>
                    <a:pt x="1876" y="1379"/>
                    <a:pt x="1906" y="1454"/>
                  </a:cubicBezTo>
                  <a:cubicBezTo>
                    <a:pt x="1963" y="1682"/>
                    <a:pt x="1775" y="1866"/>
                    <a:pt x="1572" y="1866"/>
                  </a:cubicBezTo>
                  <a:cubicBezTo>
                    <a:pt x="1507" y="1866"/>
                    <a:pt x="1440" y="1847"/>
                    <a:pt x="1379" y="1805"/>
                  </a:cubicBezTo>
                  <a:cubicBezTo>
                    <a:pt x="1104" y="1629"/>
                    <a:pt x="1129" y="1279"/>
                    <a:pt x="1329" y="1053"/>
                  </a:cubicBezTo>
                  <a:cubicBezTo>
                    <a:pt x="1451" y="916"/>
                    <a:pt x="1620" y="853"/>
                    <a:pt x="1795" y="853"/>
                  </a:cubicBezTo>
                  <a:cubicBezTo>
                    <a:pt x="1908" y="853"/>
                    <a:pt x="2023" y="879"/>
                    <a:pt x="2131" y="928"/>
                  </a:cubicBezTo>
                  <a:cubicBezTo>
                    <a:pt x="2407" y="1053"/>
                    <a:pt x="2582" y="1329"/>
                    <a:pt x="2582" y="1629"/>
                  </a:cubicBezTo>
                  <a:cubicBezTo>
                    <a:pt x="2631" y="2240"/>
                    <a:pt x="2061" y="2708"/>
                    <a:pt x="1475" y="2708"/>
                  </a:cubicBezTo>
                  <a:cubicBezTo>
                    <a:pt x="1460" y="2708"/>
                    <a:pt x="1445" y="2708"/>
                    <a:pt x="1429" y="2707"/>
                  </a:cubicBezTo>
                  <a:cubicBezTo>
                    <a:pt x="803" y="2657"/>
                    <a:pt x="302" y="2181"/>
                    <a:pt x="252" y="1554"/>
                  </a:cubicBezTo>
                  <a:cubicBezTo>
                    <a:pt x="201" y="852"/>
                    <a:pt x="728" y="251"/>
                    <a:pt x="1429" y="201"/>
                  </a:cubicBezTo>
                  <a:cubicBezTo>
                    <a:pt x="1555" y="201"/>
                    <a:pt x="1555" y="0"/>
                    <a:pt x="142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8" name="Google Shape;4678;p54"/>
            <p:cNvSpPr/>
            <p:nvPr/>
          </p:nvSpPr>
          <p:spPr>
            <a:xfrm>
              <a:off x="1870179" y="2232740"/>
              <a:ext cx="848751" cy="600665"/>
            </a:xfrm>
            <a:custGeom>
              <a:rect b="b" l="l" r="r" t="t"/>
              <a:pathLst>
                <a:path extrusionOk="0" h="21338" w="30151">
                  <a:moveTo>
                    <a:pt x="22844" y="1"/>
                  </a:moveTo>
                  <a:cubicBezTo>
                    <a:pt x="22755" y="1"/>
                    <a:pt x="22667" y="17"/>
                    <a:pt x="22582" y="52"/>
                  </a:cubicBezTo>
                  <a:cubicBezTo>
                    <a:pt x="22181" y="202"/>
                    <a:pt x="21981" y="653"/>
                    <a:pt x="21905" y="1080"/>
                  </a:cubicBezTo>
                  <a:cubicBezTo>
                    <a:pt x="21805" y="1506"/>
                    <a:pt x="21780" y="1957"/>
                    <a:pt x="21830" y="2408"/>
                  </a:cubicBezTo>
                  <a:cubicBezTo>
                    <a:pt x="19843" y="1206"/>
                    <a:pt x="17314" y="762"/>
                    <a:pt x="14811" y="762"/>
                  </a:cubicBezTo>
                  <a:cubicBezTo>
                    <a:pt x="13399" y="762"/>
                    <a:pt x="11995" y="904"/>
                    <a:pt x="10702" y="1130"/>
                  </a:cubicBezTo>
                  <a:cubicBezTo>
                    <a:pt x="7870" y="1631"/>
                    <a:pt x="5138" y="2984"/>
                    <a:pt x="3259" y="5165"/>
                  </a:cubicBezTo>
                  <a:cubicBezTo>
                    <a:pt x="527" y="8398"/>
                    <a:pt x="0" y="13035"/>
                    <a:pt x="677" y="17220"/>
                  </a:cubicBezTo>
                  <a:cubicBezTo>
                    <a:pt x="752" y="17822"/>
                    <a:pt x="878" y="18423"/>
                    <a:pt x="1229" y="18899"/>
                  </a:cubicBezTo>
                  <a:cubicBezTo>
                    <a:pt x="1527" y="19278"/>
                    <a:pt x="1984" y="19561"/>
                    <a:pt x="2448" y="19561"/>
                  </a:cubicBezTo>
                  <a:cubicBezTo>
                    <a:pt x="2568" y="19561"/>
                    <a:pt x="2689" y="19542"/>
                    <a:pt x="2808" y="19501"/>
                  </a:cubicBezTo>
                  <a:cubicBezTo>
                    <a:pt x="3183" y="19375"/>
                    <a:pt x="3459" y="19025"/>
                    <a:pt x="3660" y="18649"/>
                  </a:cubicBezTo>
                  <a:cubicBezTo>
                    <a:pt x="3710" y="18573"/>
                    <a:pt x="3735" y="18498"/>
                    <a:pt x="3760" y="18423"/>
                  </a:cubicBezTo>
                  <a:cubicBezTo>
                    <a:pt x="4286" y="17320"/>
                    <a:pt x="4587" y="16117"/>
                    <a:pt x="4612" y="14914"/>
                  </a:cubicBezTo>
                  <a:cubicBezTo>
                    <a:pt x="4838" y="15265"/>
                    <a:pt x="4813" y="15716"/>
                    <a:pt x="4737" y="16117"/>
                  </a:cubicBezTo>
                  <a:cubicBezTo>
                    <a:pt x="4662" y="16543"/>
                    <a:pt x="4562" y="16969"/>
                    <a:pt x="4712" y="17370"/>
                  </a:cubicBezTo>
                  <a:cubicBezTo>
                    <a:pt x="4808" y="17676"/>
                    <a:pt x="5122" y="17924"/>
                    <a:pt x="5422" y="17924"/>
                  </a:cubicBezTo>
                  <a:cubicBezTo>
                    <a:pt x="5515" y="17924"/>
                    <a:pt x="5607" y="17900"/>
                    <a:pt x="5690" y="17847"/>
                  </a:cubicBezTo>
                  <a:cubicBezTo>
                    <a:pt x="5915" y="17721"/>
                    <a:pt x="6016" y="17446"/>
                    <a:pt x="6091" y="17195"/>
                  </a:cubicBezTo>
                  <a:cubicBezTo>
                    <a:pt x="6291" y="16518"/>
                    <a:pt x="6467" y="15842"/>
                    <a:pt x="6667" y="15165"/>
                  </a:cubicBezTo>
                  <a:lnTo>
                    <a:pt x="6667" y="15165"/>
                  </a:lnTo>
                  <a:cubicBezTo>
                    <a:pt x="6617" y="15641"/>
                    <a:pt x="6567" y="16117"/>
                    <a:pt x="6742" y="16568"/>
                  </a:cubicBezTo>
                  <a:cubicBezTo>
                    <a:pt x="6890" y="16947"/>
                    <a:pt x="7249" y="17255"/>
                    <a:pt x="7628" y="17255"/>
                  </a:cubicBezTo>
                  <a:cubicBezTo>
                    <a:pt x="7700" y="17255"/>
                    <a:pt x="7773" y="17244"/>
                    <a:pt x="7845" y="17220"/>
                  </a:cubicBezTo>
                  <a:cubicBezTo>
                    <a:pt x="8196" y="17120"/>
                    <a:pt x="8397" y="16794"/>
                    <a:pt x="8547" y="16468"/>
                  </a:cubicBezTo>
                  <a:cubicBezTo>
                    <a:pt x="8837" y="15888"/>
                    <a:pt x="9057" y="15285"/>
                    <a:pt x="9216" y="14667"/>
                  </a:cubicBezTo>
                  <a:lnTo>
                    <a:pt x="9216" y="14667"/>
                  </a:lnTo>
                  <a:cubicBezTo>
                    <a:pt x="9195" y="14931"/>
                    <a:pt x="9218" y="15194"/>
                    <a:pt x="9324" y="15441"/>
                  </a:cubicBezTo>
                  <a:cubicBezTo>
                    <a:pt x="9477" y="15798"/>
                    <a:pt x="9873" y="16063"/>
                    <a:pt x="10236" y="16063"/>
                  </a:cubicBezTo>
                  <a:cubicBezTo>
                    <a:pt x="10409" y="16063"/>
                    <a:pt x="10574" y="16003"/>
                    <a:pt x="10702" y="15867"/>
                  </a:cubicBezTo>
                  <a:cubicBezTo>
                    <a:pt x="11128" y="15415"/>
                    <a:pt x="10903" y="14714"/>
                    <a:pt x="11128" y="14112"/>
                  </a:cubicBezTo>
                  <a:lnTo>
                    <a:pt x="11128" y="14112"/>
                  </a:lnTo>
                  <a:cubicBezTo>
                    <a:pt x="10978" y="14714"/>
                    <a:pt x="10903" y="15491"/>
                    <a:pt x="11429" y="15842"/>
                  </a:cubicBezTo>
                  <a:cubicBezTo>
                    <a:pt x="11577" y="15948"/>
                    <a:pt x="11746" y="15996"/>
                    <a:pt x="11919" y="15996"/>
                  </a:cubicBezTo>
                  <a:cubicBezTo>
                    <a:pt x="12274" y="15996"/>
                    <a:pt x="12647" y="15794"/>
                    <a:pt x="12883" y="15491"/>
                  </a:cubicBezTo>
                  <a:cubicBezTo>
                    <a:pt x="13209" y="15065"/>
                    <a:pt x="13284" y="14488"/>
                    <a:pt x="13359" y="13937"/>
                  </a:cubicBezTo>
                  <a:lnTo>
                    <a:pt x="13359" y="13937"/>
                  </a:lnTo>
                  <a:cubicBezTo>
                    <a:pt x="13384" y="14789"/>
                    <a:pt x="13384" y="15340"/>
                    <a:pt x="13209" y="16042"/>
                  </a:cubicBezTo>
                  <a:cubicBezTo>
                    <a:pt x="13033" y="16744"/>
                    <a:pt x="12858" y="17471"/>
                    <a:pt x="13058" y="18147"/>
                  </a:cubicBezTo>
                  <a:cubicBezTo>
                    <a:pt x="13213" y="18766"/>
                    <a:pt x="13776" y="19306"/>
                    <a:pt x="14370" y="19306"/>
                  </a:cubicBezTo>
                  <a:cubicBezTo>
                    <a:pt x="14451" y="19306"/>
                    <a:pt x="14532" y="19296"/>
                    <a:pt x="14612" y="19275"/>
                  </a:cubicBezTo>
                  <a:cubicBezTo>
                    <a:pt x="15138" y="19150"/>
                    <a:pt x="15464" y="18674"/>
                    <a:pt x="15715" y="18197"/>
                  </a:cubicBezTo>
                  <a:cubicBezTo>
                    <a:pt x="16417" y="16944"/>
                    <a:pt x="16893" y="15566"/>
                    <a:pt x="17143" y="14162"/>
                  </a:cubicBezTo>
                  <a:lnTo>
                    <a:pt x="17143" y="14162"/>
                  </a:lnTo>
                  <a:lnTo>
                    <a:pt x="17043" y="18122"/>
                  </a:lnTo>
                  <a:cubicBezTo>
                    <a:pt x="17043" y="18649"/>
                    <a:pt x="17118" y="19300"/>
                    <a:pt x="17620" y="19451"/>
                  </a:cubicBezTo>
                  <a:cubicBezTo>
                    <a:pt x="17686" y="19475"/>
                    <a:pt x="17753" y="19486"/>
                    <a:pt x="17818" y="19486"/>
                  </a:cubicBezTo>
                  <a:cubicBezTo>
                    <a:pt x="18219" y="19486"/>
                    <a:pt x="18586" y="19062"/>
                    <a:pt x="18823" y="18674"/>
                  </a:cubicBezTo>
                  <a:cubicBezTo>
                    <a:pt x="19297" y="17799"/>
                    <a:pt x="19611" y="16831"/>
                    <a:pt x="19738" y="15847"/>
                  </a:cubicBezTo>
                  <a:lnTo>
                    <a:pt x="19738" y="15847"/>
                  </a:lnTo>
                  <a:cubicBezTo>
                    <a:pt x="19737" y="16390"/>
                    <a:pt x="19776" y="16935"/>
                    <a:pt x="19850" y="17471"/>
                  </a:cubicBezTo>
                  <a:cubicBezTo>
                    <a:pt x="19900" y="17746"/>
                    <a:pt x="20001" y="18097"/>
                    <a:pt x="20276" y="18197"/>
                  </a:cubicBezTo>
                  <a:cubicBezTo>
                    <a:pt x="20326" y="18215"/>
                    <a:pt x="20377" y="18224"/>
                    <a:pt x="20426" y="18224"/>
                  </a:cubicBezTo>
                  <a:cubicBezTo>
                    <a:pt x="20724" y="18224"/>
                    <a:pt x="21007" y="17929"/>
                    <a:pt x="21179" y="17671"/>
                  </a:cubicBezTo>
                  <a:cubicBezTo>
                    <a:pt x="21655" y="16894"/>
                    <a:pt x="22006" y="16042"/>
                    <a:pt x="22181" y="15140"/>
                  </a:cubicBezTo>
                  <a:lnTo>
                    <a:pt x="22181" y="15140"/>
                  </a:lnTo>
                  <a:cubicBezTo>
                    <a:pt x="22081" y="15766"/>
                    <a:pt x="22081" y="16092"/>
                    <a:pt x="22056" y="16618"/>
                  </a:cubicBezTo>
                  <a:cubicBezTo>
                    <a:pt x="22032" y="17101"/>
                    <a:pt x="22240" y="17724"/>
                    <a:pt x="22681" y="17724"/>
                  </a:cubicBezTo>
                  <a:cubicBezTo>
                    <a:pt x="22698" y="17724"/>
                    <a:pt x="22715" y="17723"/>
                    <a:pt x="22732" y="17721"/>
                  </a:cubicBezTo>
                  <a:cubicBezTo>
                    <a:pt x="23008" y="17696"/>
                    <a:pt x="23209" y="17471"/>
                    <a:pt x="23359" y="17270"/>
                  </a:cubicBezTo>
                  <a:cubicBezTo>
                    <a:pt x="23835" y="16618"/>
                    <a:pt x="24211" y="15892"/>
                    <a:pt x="24462" y="15140"/>
                  </a:cubicBezTo>
                  <a:lnTo>
                    <a:pt x="24462" y="15140"/>
                  </a:lnTo>
                  <a:cubicBezTo>
                    <a:pt x="24362" y="16268"/>
                    <a:pt x="24236" y="17395"/>
                    <a:pt x="24111" y="18523"/>
                  </a:cubicBezTo>
                  <a:cubicBezTo>
                    <a:pt x="24086" y="18874"/>
                    <a:pt x="24086" y="19350"/>
                    <a:pt x="24437" y="19476"/>
                  </a:cubicBezTo>
                  <a:cubicBezTo>
                    <a:pt x="24483" y="19491"/>
                    <a:pt x="24530" y="19498"/>
                    <a:pt x="24576" y="19498"/>
                  </a:cubicBezTo>
                  <a:cubicBezTo>
                    <a:pt x="24828" y="19498"/>
                    <a:pt x="25069" y="19286"/>
                    <a:pt x="25239" y="19075"/>
                  </a:cubicBezTo>
                  <a:cubicBezTo>
                    <a:pt x="25717" y="18477"/>
                    <a:pt x="26084" y="17817"/>
                    <a:pt x="26265" y="17093"/>
                  </a:cubicBezTo>
                  <a:lnTo>
                    <a:pt x="26265" y="17093"/>
                  </a:lnTo>
                  <a:cubicBezTo>
                    <a:pt x="26092" y="18053"/>
                    <a:pt x="25907" y="19011"/>
                    <a:pt x="25740" y="19952"/>
                  </a:cubicBezTo>
                  <a:cubicBezTo>
                    <a:pt x="25665" y="20228"/>
                    <a:pt x="25615" y="20528"/>
                    <a:pt x="25740" y="20804"/>
                  </a:cubicBezTo>
                  <a:cubicBezTo>
                    <a:pt x="25875" y="21142"/>
                    <a:pt x="26253" y="21338"/>
                    <a:pt x="26619" y="21338"/>
                  </a:cubicBezTo>
                  <a:cubicBezTo>
                    <a:pt x="26661" y="21338"/>
                    <a:pt x="26702" y="21335"/>
                    <a:pt x="26742" y="21330"/>
                  </a:cubicBezTo>
                  <a:cubicBezTo>
                    <a:pt x="27143" y="21280"/>
                    <a:pt x="27519" y="21055"/>
                    <a:pt x="27820" y="20779"/>
                  </a:cubicBezTo>
                  <a:cubicBezTo>
                    <a:pt x="28848" y="19801"/>
                    <a:pt x="29299" y="18348"/>
                    <a:pt x="29499" y="16944"/>
                  </a:cubicBezTo>
                  <a:cubicBezTo>
                    <a:pt x="30151" y="12308"/>
                    <a:pt x="28622" y="7395"/>
                    <a:pt x="25439" y="3962"/>
                  </a:cubicBezTo>
                  <a:cubicBezTo>
                    <a:pt x="25790" y="3586"/>
                    <a:pt x="26066" y="3110"/>
                    <a:pt x="26241" y="2633"/>
                  </a:cubicBezTo>
                  <a:cubicBezTo>
                    <a:pt x="26316" y="2383"/>
                    <a:pt x="26392" y="2107"/>
                    <a:pt x="26291" y="1857"/>
                  </a:cubicBezTo>
                  <a:cubicBezTo>
                    <a:pt x="26157" y="1550"/>
                    <a:pt x="25819" y="1419"/>
                    <a:pt x="25487" y="1419"/>
                  </a:cubicBezTo>
                  <a:cubicBezTo>
                    <a:pt x="25385" y="1419"/>
                    <a:pt x="25283" y="1432"/>
                    <a:pt x="25189" y="1455"/>
                  </a:cubicBezTo>
                  <a:cubicBezTo>
                    <a:pt x="24763" y="1556"/>
                    <a:pt x="24387" y="1806"/>
                    <a:pt x="23986" y="1932"/>
                  </a:cubicBezTo>
                  <a:cubicBezTo>
                    <a:pt x="23986" y="1455"/>
                    <a:pt x="23961" y="979"/>
                    <a:pt x="23735" y="578"/>
                  </a:cubicBezTo>
                  <a:cubicBezTo>
                    <a:pt x="23554" y="257"/>
                    <a:pt x="23198" y="1"/>
                    <a:pt x="2284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9" name="Google Shape;4679;p54"/>
            <p:cNvSpPr/>
            <p:nvPr/>
          </p:nvSpPr>
          <p:spPr>
            <a:xfrm>
              <a:off x="1877948" y="2229925"/>
              <a:ext cx="831832" cy="606548"/>
            </a:xfrm>
            <a:custGeom>
              <a:rect b="b" l="l" r="r" t="t"/>
              <a:pathLst>
                <a:path extrusionOk="0" h="21547" w="29550">
                  <a:moveTo>
                    <a:pt x="22555" y="205"/>
                  </a:moveTo>
                  <a:cubicBezTo>
                    <a:pt x="22875" y="205"/>
                    <a:pt x="23189" y="424"/>
                    <a:pt x="23359" y="678"/>
                  </a:cubicBezTo>
                  <a:cubicBezTo>
                    <a:pt x="23584" y="1079"/>
                    <a:pt x="23609" y="1581"/>
                    <a:pt x="23609" y="2032"/>
                  </a:cubicBezTo>
                  <a:cubicBezTo>
                    <a:pt x="23609" y="2082"/>
                    <a:pt x="23685" y="2132"/>
                    <a:pt x="23735" y="2132"/>
                  </a:cubicBezTo>
                  <a:cubicBezTo>
                    <a:pt x="24136" y="2007"/>
                    <a:pt x="24487" y="1756"/>
                    <a:pt x="24888" y="1656"/>
                  </a:cubicBezTo>
                  <a:cubicBezTo>
                    <a:pt x="24985" y="1631"/>
                    <a:pt x="25090" y="1618"/>
                    <a:pt x="25195" y="1618"/>
                  </a:cubicBezTo>
                  <a:cubicBezTo>
                    <a:pt x="25415" y="1618"/>
                    <a:pt x="25637" y="1678"/>
                    <a:pt x="25790" y="1831"/>
                  </a:cubicBezTo>
                  <a:cubicBezTo>
                    <a:pt x="26116" y="2107"/>
                    <a:pt x="25915" y="2608"/>
                    <a:pt x="25765" y="2959"/>
                  </a:cubicBezTo>
                  <a:cubicBezTo>
                    <a:pt x="25589" y="3335"/>
                    <a:pt x="25364" y="3686"/>
                    <a:pt x="25088" y="3987"/>
                  </a:cubicBezTo>
                  <a:cubicBezTo>
                    <a:pt x="25063" y="4037"/>
                    <a:pt x="25063" y="4087"/>
                    <a:pt x="25088" y="4137"/>
                  </a:cubicBezTo>
                  <a:cubicBezTo>
                    <a:pt x="26166" y="5290"/>
                    <a:pt x="27043" y="6593"/>
                    <a:pt x="27695" y="7997"/>
                  </a:cubicBezTo>
                  <a:cubicBezTo>
                    <a:pt x="28371" y="9400"/>
                    <a:pt x="28847" y="10904"/>
                    <a:pt x="29073" y="12433"/>
                  </a:cubicBezTo>
                  <a:cubicBezTo>
                    <a:pt x="29324" y="13987"/>
                    <a:pt x="29349" y="15566"/>
                    <a:pt x="29098" y="17119"/>
                  </a:cubicBezTo>
                  <a:cubicBezTo>
                    <a:pt x="28998" y="17871"/>
                    <a:pt x="28797" y="18648"/>
                    <a:pt x="28471" y="19375"/>
                  </a:cubicBezTo>
                  <a:cubicBezTo>
                    <a:pt x="28171" y="20052"/>
                    <a:pt x="27669" y="20754"/>
                    <a:pt x="27018" y="21155"/>
                  </a:cubicBezTo>
                  <a:cubicBezTo>
                    <a:pt x="26806" y="21260"/>
                    <a:pt x="26577" y="21330"/>
                    <a:pt x="26351" y="21330"/>
                  </a:cubicBezTo>
                  <a:cubicBezTo>
                    <a:pt x="26202" y="21330"/>
                    <a:pt x="26055" y="21300"/>
                    <a:pt x="25915" y="21230"/>
                  </a:cubicBezTo>
                  <a:cubicBezTo>
                    <a:pt x="25489" y="21029"/>
                    <a:pt x="25464" y="20603"/>
                    <a:pt x="25539" y="20177"/>
                  </a:cubicBezTo>
                  <a:cubicBezTo>
                    <a:pt x="25690" y="19250"/>
                    <a:pt x="25890" y="18297"/>
                    <a:pt x="26065" y="17370"/>
                  </a:cubicBezTo>
                  <a:cubicBezTo>
                    <a:pt x="26093" y="17235"/>
                    <a:pt x="26112" y="17106"/>
                    <a:pt x="26133" y="16981"/>
                  </a:cubicBezTo>
                  <a:lnTo>
                    <a:pt x="26133" y="16981"/>
                  </a:lnTo>
                  <a:cubicBezTo>
                    <a:pt x="26147" y="16909"/>
                    <a:pt x="26160" y="16836"/>
                    <a:pt x="26171" y="16762"/>
                  </a:cubicBezTo>
                  <a:lnTo>
                    <a:pt x="26171" y="16762"/>
                  </a:lnTo>
                  <a:cubicBezTo>
                    <a:pt x="26177" y="16731"/>
                    <a:pt x="26184" y="16700"/>
                    <a:pt x="26191" y="16668"/>
                  </a:cubicBezTo>
                  <a:cubicBezTo>
                    <a:pt x="26189" y="16667"/>
                    <a:pt x="26187" y="16666"/>
                    <a:pt x="26185" y="16666"/>
                  </a:cubicBezTo>
                  <a:lnTo>
                    <a:pt x="26185" y="16666"/>
                  </a:lnTo>
                  <a:cubicBezTo>
                    <a:pt x="26187" y="16650"/>
                    <a:pt x="26189" y="16634"/>
                    <a:pt x="26191" y="16618"/>
                  </a:cubicBezTo>
                  <a:cubicBezTo>
                    <a:pt x="26205" y="16562"/>
                    <a:pt x="26148" y="16529"/>
                    <a:pt x="26091" y="16529"/>
                  </a:cubicBezTo>
                  <a:cubicBezTo>
                    <a:pt x="26046" y="16529"/>
                    <a:pt x="26001" y="16549"/>
                    <a:pt x="25990" y="16593"/>
                  </a:cubicBezTo>
                  <a:cubicBezTo>
                    <a:pt x="25950" y="16825"/>
                    <a:pt x="25908" y="17057"/>
                    <a:pt x="25865" y="17288"/>
                  </a:cubicBezTo>
                  <a:lnTo>
                    <a:pt x="25865" y="17288"/>
                  </a:lnTo>
                  <a:cubicBezTo>
                    <a:pt x="25788" y="17560"/>
                    <a:pt x="25679" y="17820"/>
                    <a:pt x="25539" y="18072"/>
                  </a:cubicBezTo>
                  <a:cubicBezTo>
                    <a:pt x="25439" y="18297"/>
                    <a:pt x="25314" y="18498"/>
                    <a:pt x="25188" y="18698"/>
                  </a:cubicBezTo>
                  <a:cubicBezTo>
                    <a:pt x="25038" y="18899"/>
                    <a:pt x="24888" y="19125"/>
                    <a:pt x="24712" y="19300"/>
                  </a:cubicBezTo>
                  <a:cubicBezTo>
                    <a:pt x="24601" y="19395"/>
                    <a:pt x="24450" y="19490"/>
                    <a:pt x="24303" y="19490"/>
                  </a:cubicBezTo>
                  <a:cubicBezTo>
                    <a:pt x="24218" y="19490"/>
                    <a:pt x="24134" y="19458"/>
                    <a:pt x="24060" y="19375"/>
                  </a:cubicBezTo>
                  <a:cubicBezTo>
                    <a:pt x="23935" y="19250"/>
                    <a:pt x="23935" y="19024"/>
                    <a:pt x="23935" y="18824"/>
                  </a:cubicBezTo>
                  <a:cubicBezTo>
                    <a:pt x="23935" y="18573"/>
                    <a:pt x="23960" y="18323"/>
                    <a:pt x="24010" y="18072"/>
                  </a:cubicBezTo>
                  <a:lnTo>
                    <a:pt x="24086" y="17220"/>
                  </a:lnTo>
                  <a:cubicBezTo>
                    <a:pt x="24159" y="16579"/>
                    <a:pt x="24233" y="15914"/>
                    <a:pt x="24283" y="15273"/>
                  </a:cubicBezTo>
                  <a:lnTo>
                    <a:pt x="24283" y="15273"/>
                  </a:lnTo>
                  <a:cubicBezTo>
                    <a:pt x="24284" y="15270"/>
                    <a:pt x="24285" y="15268"/>
                    <a:pt x="24286" y="15265"/>
                  </a:cubicBezTo>
                  <a:cubicBezTo>
                    <a:pt x="24285" y="15265"/>
                    <a:pt x="24285" y="15265"/>
                    <a:pt x="24284" y="15265"/>
                  </a:cubicBezTo>
                  <a:lnTo>
                    <a:pt x="24284" y="15265"/>
                  </a:lnTo>
                  <a:cubicBezTo>
                    <a:pt x="24285" y="15256"/>
                    <a:pt x="24285" y="15248"/>
                    <a:pt x="24286" y="15240"/>
                  </a:cubicBezTo>
                  <a:cubicBezTo>
                    <a:pt x="24299" y="15174"/>
                    <a:pt x="24257" y="15142"/>
                    <a:pt x="24206" y="15142"/>
                  </a:cubicBezTo>
                  <a:cubicBezTo>
                    <a:pt x="24161" y="15142"/>
                    <a:pt x="24109" y="15167"/>
                    <a:pt x="24086" y="15215"/>
                  </a:cubicBezTo>
                  <a:cubicBezTo>
                    <a:pt x="23960" y="15616"/>
                    <a:pt x="23785" y="16017"/>
                    <a:pt x="23559" y="16418"/>
                  </a:cubicBezTo>
                  <a:cubicBezTo>
                    <a:pt x="23359" y="16769"/>
                    <a:pt x="23133" y="17170"/>
                    <a:pt x="22857" y="17470"/>
                  </a:cubicBezTo>
                  <a:cubicBezTo>
                    <a:pt x="22741" y="17586"/>
                    <a:pt x="22604" y="17724"/>
                    <a:pt x="22425" y="17724"/>
                  </a:cubicBezTo>
                  <a:cubicBezTo>
                    <a:pt x="22411" y="17724"/>
                    <a:pt x="22396" y="17723"/>
                    <a:pt x="22381" y="17721"/>
                  </a:cubicBezTo>
                  <a:cubicBezTo>
                    <a:pt x="22231" y="17721"/>
                    <a:pt x="22131" y="17621"/>
                    <a:pt x="22055" y="17495"/>
                  </a:cubicBezTo>
                  <a:cubicBezTo>
                    <a:pt x="21880" y="17220"/>
                    <a:pt x="21880" y="16869"/>
                    <a:pt x="21880" y="16568"/>
                  </a:cubicBezTo>
                  <a:cubicBezTo>
                    <a:pt x="21905" y="16117"/>
                    <a:pt x="21930" y="15716"/>
                    <a:pt x="22005" y="15290"/>
                  </a:cubicBezTo>
                  <a:lnTo>
                    <a:pt x="22005" y="15290"/>
                  </a:lnTo>
                  <a:cubicBezTo>
                    <a:pt x="22005" y="15290"/>
                    <a:pt x="22005" y="15290"/>
                    <a:pt x="22005" y="15290"/>
                  </a:cubicBezTo>
                  <a:cubicBezTo>
                    <a:pt x="22021" y="15198"/>
                    <a:pt x="21961" y="15144"/>
                    <a:pt x="21907" y="15144"/>
                  </a:cubicBezTo>
                  <a:cubicBezTo>
                    <a:pt x="21872" y="15144"/>
                    <a:pt x="21840" y="15166"/>
                    <a:pt x="21830" y="15215"/>
                  </a:cubicBezTo>
                  <a:cubicBezTo>
                    <a:pt x="21629" y="16117"/>
                    <a:pt x="21278" y="17044"/>
                    <a:pt x="20752" y="17796"/>
                  </a:cubicBezTo>
                  <a:cubicBezTo>
                    <a:pt x="20627" y="17972"/>
                    <a:pt x="20451" y="18147"/>
                    <a:pt x="20251" y="18197"/>
                  </a:cubicBezTo>
                  <a:cubicBezTo>
                    <a:pt x="20210" y="18211"/>
                    <a:pt x="20172" y="18217"/>
                    <a:pt x="20137" y="18217"/>
                  </a:cubicBezTo>
                  <a:cubicBezTo>
                    <a:pt x="19973" y="18217"/>
                    <a:pt x="19857" y="18086"/>
                    <a:pt x="19775" y="17922"/>
                  </a:cubicBezTo>
                  <a:cubicBezTo>
                    <a:pt x="19700" y="17746"/>
                    <a:pt x="19674" y="17520"/>
                    <a:pt x="19649" y="17320"/>
                  </a:cubicBezTo>
                  <a:cubicBezTo>
                    <a:pt x="19624" y="17069"/>
                    <a:pt x="19599" y="16819"/>
                    <a:pt x="19574" y="16568"/>
                  </a:cubicBezTo>
                  <a:cubicBezTo>
                    <a:pt x="19566" y="16384"/>
                    <a:pt x="19563" y="16200"/>
                    <a:pt x="19566" y="16016"/>
                  </a:cubicBezTo>
                  <a:lnTo>
                    <a:pt x="19566" y="16016"/>
                  </a:lnTo>
                  <a:cubicBezTo>
                    <a:pt x="19621" y="15626"/>
                    <a:pt x="19649" y="15233"/>
                    <a:pt x="19649" y="14839"/>
                  </a:cubicBezTo>
                  <a:cubicBezTo>
                    <a:pt x="19637" y="14767"/>
                    <a:pt x="19591" y="14735"/>
                    <a:pt x="19543" y="14735"/>
                  </a:cubicBezTo>
                  <a:cubicBezTo>
                    <a:pt x="19491" y="14735"/>
                    <a:pt x="19437" y="14773"/>
                    <a:pt x="19424" y="14839"/>
                  </a:cubicBezTo>
                  <a:cubicBezTo>
                    <a:pt x="19424" y="14839"/>
                    <a:pt x="19424" y="14839"/>
                    <a:pt x="19424" y="14839"/>
                  </a:cubicBezTo>
                  <a:lnTo>
                    <a:pt x="19424" y="14839"/>
                  </a:lnTo>
                  <a:cubicBezTo>
                    <a:pt x="19391" y="15213"/>
                    <a:pt x="19369" y="15588"/>
                    <a:pt x="19365" y="15970"/>
                  </a:cubicBezTo>
                  <a:lnTo>
                    <a:pt x="19365" y="15970"/>
                  </a:lnTo>
                  <a:cubicBezTo>
                    <a:pt x="19317" y="16315"/>
                    <a:pt x="19244" y="16657"/>
                    <a:pt x="19148" y="16994"/>
                  </a:cubicBezTo>
                  <a:cubicBezTo>
                    <a:pt x="19073" y="17345"/>
                    <a:pt x="18948" y="17696"/>
                    <a:pt x="18797" y="18047"/>
                  </a:cubicBezTo>
                  <a:cubicBezTo>
                    <a:pt x="18647" y="18348"/>
                    <a:pt x="18497" y="18673"/>
                    <a:pt x="18296" y="18949"/>
                  </a:cubicBezTo>
                  <a:cubicBezTo>
                    <a:pt x="18121" y="19200"/>
                    <a:pt x="17870" y="19475"/>
                    <a:pt x="17544" y="19475"/>
                  </a:cubicBezTo>
                  <a:cubicBezTo>
                    <a:pt x="17529" y="19477"/>
                    <a:pt x="17514" y="19477"/>
                    <a:pt x="17499" y="19477"/>
                  </a:cubicBezTo>
                  <a:cubicBezTo>
                    <a:pt x="17226" y="19477"/>
                    <a:pt x="17063" y="19262"/>
                    <a:pt x="16968" y="19024"/>
                  </a:cubicBezTo>
                  <a:cubicBezTo>
                    <a:pt x="16867" y="18749"/>
                    <a:pt x="16867" y="18473"/>
                    <a:pt x="16867" y="18197"/>
                  </a:cubicBezTo>
                  <a:cubicBezTo>
                    <a:pt x="16892" y="17796"/>
                    <a:pt x="16892" y="17395"/>
                    <a:pt x="16892" y="16994"/>
                  </a:cubicBezTo>
                  <a:lnTo>
                    <a:pt x="16967" y="14292"/>
                  </a:lnTo>
                  <a:lnTo>
                    <a:pt x="16967" y="14292"/>
                  </a:lnTo>
                  <a:cubicBezTo>
                    <a:pt x="16967" y="14291"/>
                    <a:pt x="16967" y="14289"/>
                    <a:pt x="16968" y="14287"/>
                  </a:cubicBezTo>
                  <a:cubicBezTo>
                    <a:pt x="16967" y="14287"/>
                    <a:pt x="16967" y="14287"/>
                    <a:pt x="16967" y="14287"/>
                  </a:cubicBezTo>
                  <a:lnTo>
                    <a:pt x="16967" y="14287"/>
                  </a:lnTo>
                  <a:lnTo>
                    <a:pt x="16968" y="14262"/>
                  </a:lnTo>
                  <a:cubicBezTo>
                    <a:pt x="16968" y="14193"/>
                    <a:pt x="16915" y="14155"/>
                    <a:pt x="16863" y="14155"/>
                  </a:cubicBezTo>
                  <a:cubicBezTo>
                    <a:pt x="16820" y="14155"/>
                    <a:pt x="16778" y="14181"/>
                    <a:pt x="16767" y="14237"/>
                  </a:cubicBezTo>
                  <a:cubicBezTo>
                    <a:pt x="16617" y="15064"/>
                    <a:pt x="16391" y="15866"/>
                    <a:pt x="16090" y="16643"/>
                  </a:cubicBezTo>
                  <a:cubicBezTo>
                    <a:pt x="15940" y="17044"/>
                    <a:pt x="15765" y="17445"/>
                    <a:pt x="15589" y="17821"/>
                  </a:cubicBezTo>
                  <a:cubicBezTo>
                    <a:pt x="15414" y="18147"/>
                    <a:pt x="15238" y="18498"/>
                    <a:pt x="15013" y="18774"/>
                  </a:cubicBezTo>
                  <a:cubicBezTo>
                    <a:pt x="14812" y="19049"/>
                    <a:pt x="14512" y="19300"/>
                    <a:pt x="14136" y="19300"/>
                  </a:cubicBezTo>
                  <a:cubicBezTo>
                    <a:pt x="14116" y="19301"/>
                    <a:pt x="14096" y="19302"/>
                    <a:pt x="14076" y="19302"/>
                  </a:cubicBezTo>
                  <a:cubicBezTo>
                    <a:pt x="13748" y="19302"/>
                    <a:pt x="13446" y="19110"/>
                    <a:pt x="13233" y="18874"/>
                  </a:cubicBezTo>
                  <a:cubicBezTo>
                    <a:pt x="12657" y="18247"/>
                    <a:pt x="12757" y="17345"/>
                    <a:pt x="12933" y="16593"/>
                  </a:cubicBezTo>
                  <a:cubicBezTo>
                    <a:pt x="13033" y="16167"/>
                    <a:pt x="13133" y="15766"/>
                    <a:pt x="13183" y="15340"/>
                  </a:cubicBezTo>
                  <a:cubicBezTo>
                    <a:pt x="13208" y="14914"/>
                    <a:pt x="13208" y="14463"/>
                    <a:pt x="13183" y="14037"/>
                  </a:cubicBezTo>
                  <a:cubicBezTo>
                    <a:pt x="13183" y="13979"/>
                    <a:pt x="13124" y="13937"/>
                    <a:pt x="13070" y="13937"/>
                  </a:cubicBezTo>
                  <a:cubicBezTo>
                    <a:pt x="13030" y="13937"/>
                    <a:pt x="12993" y="13959"/>
                    <a:pt x="12983" y="14012"/>
                  </a:cubicBezTo>
                  <a:cubicBezTo>
                    <a:pt x="12882" y="14789"/>
                    <a:pt x="12682" y="15916"/>
                    <a:pt x="11679" y="15992"/>
                  </a:cubicBezTo>
                  <a:cubicBezTo>
                    <a:pt x="11662" y="15993"/>
                    <a:pt x="11645" y="15993"/>
                    <a:pt x="11628" y="15993"/>
                  </a:cubicBezTo>
                  <a:cubicBezTo>
                    <a:pt x="11274" y="15993"/>
                    <a:pt x="10974" y="15749"/>
                    <a:pt x="10902" y="15390"/>
                  </a:cubicBezTo>
                  <a:cubicBezTo>
                    <a:pt x="10802" y="15014"/>
                    <a:pt x="10852" y="14613"/>
                    <a:pt x="10953" y="14237"/>
                  </a:cubicBezTo>
                  <a:lnTo>
                    <a:pt x="10953" y="14237"/>
                  </a:lnTo>
                  <a:cubicBezTo>
                    <a:pt x="10953" y="14237"/>
                    <a:pt x="10953" y="14237"/>
                    <a:pt x="10953" y="14237"/>
                  </a:cubicBezTo>
                  <a:cubicBezTo>
                    <a:pt x="10968" y="14158"/>
                    <a:pt x="10894" y="14109"/>
                    <a:pt x="10831" y="14109"/>
                  </a:cubicBezTo>
                  <a:cubicBezTo>
                    <a:pt x="10794" y="14109"/>
                    <a:pt x="10761" y="14125"/>
                    <a:pt x="10752" y="14162"/>
                  </a:cubicBezTo>
                  <a:cubicBezTo>
                    <a:pt x="10752" y="14162"/>
                    <a:pt x="10752" y="14162"/>
                    <a:pt x="10752" y="14162"/>
                  </a:cubicBezTo>
                  <a:lnTo>
                    <a:pt x="10752" y="14162"/>
                  </a:lnTo>
                  <a:cubicBezTo>
                    <a:pt x="10602" y="14588"/>
                    <a:pt x="10652" y="14989"/>
                    <a:pt x="10577" y="15415"/>
                  </a:cubicBezTo>
                  <a:cubicBezTo>
                    <a:pt x="10508" y="15734"/>
                    <a:pt x="10316" y="16052"/>
                    <a:pt x="9963" y="16052"/>
                  </a:cubicBezTo>
                  <a:cubicBezTo>
                    <a:pt x="9927" y="16052"/>
                    <a:pt x="9889" y="16049"/>
                    <a:pt x="9850" y="16042"/>
                  </a:cubicBezTo>
                  <a:cubicBezTo>
                    <a:pt x="9499" y="15992"/>
                    <a:pt x="9198" y="15716"/>
                    <a:pt x="9098" y="15390"/>
                  </a:cubicBezTo>
                  <a:cubicBezTo>
                    <a:pt x="9032" y="15171"/>
                    <a:pt x="9024" y="14952"/>
                    <a:pt x="9046" y="14735"/>
                  </a:cubicBezTo>
                  <a:lnTo>
                    <a:pt x="9046" y="14735"/>
                  </a:lnTo>
                  <a:cubicBezTo>
                    <a:pt x="9116" y="14461"/>
                    <a:pt x="9176" y="14186"/>
                    <a:pt x="9223" y="13911"/>
                  </a:cubicBezTo>
                  <a:cubicBezTo>
                    <a:pt x="9223" y="13835"/>
                    <a:pt x="9159" y="13778"/>
                    <a:pt x="9102" y="13778"/>
                  </a:cubicBezTo>
                  <a:cubicBezTo>
                    <a:pt x="9066" y="13778"/>
                    <a:pt x="9033" y="13802"/>
                    <a:pt x="9023" y="13861"/>
                  </a:cubicBezTo>
                  <a:cubicBezTo>
                    <a:pt x="9023" y="13861"/>
                    <a:pt x="9023" y="13861"/>
                    <a:pt x="9023" y="13861"/>
                  </a:cubicBezTo>
                  <a:lnTo>
                    <a:pt x="9023" y="13861"/>
                  </a:lnTo>
                  <a:cubicBezTo>
                    <a:pt x="8950" y="14117"/>
                    <a:pt x="8877" y="14406"/>
                    <a:pt x="8847" y="14696"/>
                  </a:cubicBezTo>
                  <a:lnTo>
                    <a:pt x="8847" y="14696"/>
                  </a:lnTo>
                  <a:cubicBezTo>
                    <a:pt x="8698" y="15289"/>
                    <a:pt x="8494" y="15871"/>
                    <a:pt x="8221" y="16418"/>
                  </a:cubicBezTo>
                  <a:cubicBezTo>
                    <a:pt x="8070" y="16744"/>
                    <a:pt x="7870" y="17145"/>
                    <a:pt x="7494" y="17245"/>
                  </a:cubicBezTo>
                  <a:cubicBezTo>
                    <a:pt x="7451" y="17253"/>
                    <a:pt x="7409" y="17257"/>
                    <a:pt x="7368" y="17257"/>
                  </a:cubicBezTo>
                  <a:cubicBezTo>
                    <a:pt x="7041" y="17257"/>
                    <a:pt x="6747" y="17010"/>
                    <a:pt x="6592" y="16744"/>
                  </a:cubicBezTo>
                  <a:cubicBezTo>
                    <a:pt x="6372" y="16305"/>
                    <a:pt x="6437" y="15771"/>
                    <a:pt x="6487" y="15304"/>
                  </a:cubicBezTo>
                  <a:lnTo>
                    <a:pt x="6487" y="15304"/>
                  </a:lnTo>
                  <a:cubicBezTo>
                    <a:pt x="6489" y="15299"/>
                    <a:pt x="6490" y="15295"/>
                    <a:pt x="6491" y="15290"/>
                  </a:cubicBezTo>
                  <a:cubicBezTo>
                    <a:pt x="6491" y="15290"/>
                    <a:pt x="6490" y="15289"/>
                    <a:pt x="6489" y="15289"/>
                  </a:cubicBezTo>
                  <a:lnTo>
                    <a:pt x="6489" y="15289"/>
                  </a:lnTo>
                  <a:cubicBezTo>
                    <a:pt x="6490" y="15281"/>
                    <a:pt x="6491" y="15273"/>
                    <a:pt x="6491" y="15265"/>
                  </a:cubicBezTo>
                  <a:cubicBezTo>
                    <a:pt x="6505" y="15196"/>
                    <a:pt x="6451" y="15157"/>
                    <a:pt x="6395" y="15157"/>
                  </a:cubicBezTo>
                  <a:cubicBezTo>
                    <a:pt x="6349" y="15157"/>
                    <a:pt x="6302" y="15183"/>
                    <a:pt x="6291" y="15240"/>
                  </a:cubicBezTo>
                  <a:cubicBezTo>
                    <a:pt x="6166" y="15691"/>
                    <a:pt x="6040" y="16167"/>
                    <a:pt x="5890" y="16618"/>
                  </a:cubicBezTo>
                  <a:cubicBezTo>
                    <a:pt x="5840" y="16844"/>
                    <a:pt x="5765" y="17069"/>
                    <a:pt x="5714" y="17295"/>
                  </a:cubicBezTo>
                  <a:cubicBezTo>
                    <a:pt x="5639" y="17470"/>
                    <a:pt x="5589" y="17671"/>
                    <a:pt x="5439" y="17821"/>
                  </a:cubicBezTo>
                  <a:cubicBezTo>
                    <a:pt x="5359" y="17894"/>
                    <a:pt x="5266" y="17924"/>
                    <a:pt x="5171" y="17924"/>
                  </a:cubicBezTo>
                  <a:cubicBezTo>
                    <a:pt x="4939" y="17924"/>
                    <a:pt x="4693" y="17741"/>
                    <a:pt x="4587" y="17546"/>
                  </a:cubicBezTo>
                  <a:cubicBezTo>
                    <a:pt x="4361" y="17145"/>
                    <a:pt x="4486" y="16618"/>
                    <a:pt x="4562" y="16217"/>
                  </a:cubicBezTo>
                  <a:cubicBezTo>
                    <a:pt x="4637" y="15791"/>
                    <a:pt x="4662" y="15340"/>
                    <a:pt x="4436" y="14939"/>
                  </a:cubicBezTo>
                  <a:cubicBezTo>
                    <a:pt x="4420" y="14914"/>
                    <a:pt x="4392" y="14903"/>
                    <a:pt x="4362" y="14903"/>
                  </a:cubicBezTo>
                  <a:cubicBezTo>
                    <a:pt x="4303" y="14903"/>
                    <a:pt x="4236" y="14947"/>
                    <a:pt x="4236" y="15014"/>
                  </a:cubicBezTo>
                  <a:cubicBezTo>
                    <a:pt x="4211" y="16267"/>
                    <a:pt x="3885" y="17571"/>
                    <a:pt x="3283" y="18698"/>
                  </a:cubicBezTo>
                  <a:cubicBezTo>
                    <a:pt x="3047" y="19149"/>
                    <a:pt x="2683" y="19563"/>
                    <a:pt x="2174" y="19563"/>
                  </a:cubicBezTo>
                  <a:cubicBezTo>
                    <a:pt x="2089" y="19563"/>
                    <a:pt x="1999" y="19551"/>
                    <a:pt x="1905" y="19526"/>
                  </a:cubicBezTo>
                  <a:cubicBezTo>
                    <a:pt x="1278" y="19375"/>
                    <a:pt x="877" y="18824"/>
                    <a:pt x="702" y="18247"/>
                  </a:cubicBezTo>
                  <a:cubicBezTo>
                    <a:pt x="501" y="17646"/>
                    <a:pt x="426" y="17019"/>
                    <a:pt x="376" y="16393"/>
                  </a:cubicBezTo>
                  <a:cubicBezTo>
                    <a:pt x="301" y="15791"/>
                    <a:pt x="251" y="15190"/>
                    <a:pt x="251" y="14588"/>
                  </a:cubicBezTo>
                  <a:cubicBezTo>
                    <a:pt x="176" y="12207"/>
                    <a:pt x="552" y="9751"/>
                    <a:pt x="1604" y="7596"/>
                  </a:cubicBezTo>
                  <a:cubicBezTo>
                    <a:pt x="2131" y="6518"/>
                    <a:pt x="2832" y="5515"/>
                    <a:pt x="3684" y="4688"/>
                  </a:cubicBezTo>
                  <a:cubicBezTo>
                    <a:pt x="4537" y="3836"/>
                    <a:pt x="5539" y="3134"/>
                    <a:pt x="6617" y="2583"/>
                  </a:cubicBezTo>
                  <a:cubicBezTo>
                    <a:pt x="8797" y="1480"/>
                    <a:pt x="11253" y="1079"/>
                    <a:pt x="13659" y="979"/>
                  </a:cubicBezTo>
                  <a:cubicBezTo>
                    <a:pt x="13960" y="967"/>
                    <a:pt x="14262" y="960"/>
                    <a:pt x="14566" y="960"/>
                  </a:cubicBezTo>
                  <a:cubicBezTo>
                    <a:pt x="16687" y="960"/>
                    <a:pt x="18844" y="1286"/>
                    <a:pt x="20752" y="2207"/>
                  </a:cubicBezTo>
                  <a:cubicBezTo>
                    <a:pt x="21028" y="2332"/>
                    <a:pt x="21278" y="2458"/>
                    <a:pt x="21504" y="2608"/>
                  </a:cubicBezTo>
                  <a:cubicBezTo>
                    <a:pt x="21517" y="2613"/>
                    <a:pt x="21531" y="2615"/>
                    <a:pt x="21546" y="2615"/>
                  </a:cubicBezTo>
                  <a:cubicBezTo>
                    <a:pt x="21611" y="2615"/>
                    <a:pt x="21675" y="2570"/>
                    <a:pt x="21654" y="2508"/>
                  </a:cubicBezTo>
                  <a:cubicBezTo>
                    <a:pt x="21629" y="2032"/>
                    <a:pt x="21629" y="1555"/>
                    <a:pt x="21755" y="1079"/>
                  </a:cubicBezTo>
                  <a:cubicBezTo>
                    <a:pt x="21830" y="728"/>
                    <a:pt x="22005" y="327"/>
                    <a:pt x="22381" y="227"/>
                  </a:cubicBezTo>
                  <a:cubicBezTo>
                    <a:pt x="22439" y="212"/>
                    <a:pt x="22497" y="205"/>
                    <a:pt x="22555" y="205"/>
                  </a:cubicBezTo>
                  <a:close/>
                  <a:moveTo>
                    <a:pt x="22562" y="0"/>
                  </a:moveTo>
                  <a:cubicBezTo>
                    <a:pt x="22377" y="0"/>
                    <a:pt x="22195" y="57"/>
                    <a:pt x="22030" y="177"/>
                  </a:cubicBezTo>
                  <a:cubicBezTo>
                    <a:pt x="21780" y="378"/>
                    <a:pt x="21629" y="703"/>
                    <a:pt x="21554" y="1029"/>
                  </a:cubicBezTo>
                  <a:cubicBezTo>
                    <a:pt x="21444" y="1449"/>
                    <a:pt x="21411" y="1907"/>
                    <a:pt x="21439" y="2336"/>
                  </a:cubicBezTo>
                  <a:lnTo>
                    <a:pt x="21439" y="2336"/>
                  </a:lnTo>
                  <a:cubicBezTo>
                    <a:pt x="19341" y="1134"/>
                    <a:pt x="16829" y="753"/>
                    <a:pt x="14411" y="753"/>
                  </a:cubicBezTo>
                  <a:cubicBezTo>
                    <a:pt x="13183" y="753"/>
                    <a:pt x="11930" y="879"/>
                    <a:pt x="10702" y="1079"/>
                  </a:cubicBezTo>
                  <a:cubicBezTo>
                    <a:pt x="9449" y="1280"/>
                    <a:pt x="8221" y="1631"/>
                    <a:pt x="7068" y="2157"/>
                  </a:cubicBezTo>
                  <a:cubicBezTo>
                    <a:pt x="4787" y="3185"/>
                    <a:pt x="2832" y="4864"/>
                    <a:pt x="1654" y="7069"/>
                  </a:cubicBezTo>
                  <a:cubicBezTo>
                    <a:pt x="451" y="9275"/>
                    <a:pt x="0" y="11781"/>
                    <a:pt x="25" y="14262"/>
                  </a:cubicBezTo>
                  <a:cubicBezTo>
                    <a:pt x="25" y="14889"/>
                    <a:pt x="75" y="15515"/>
                    <a:pt x="125" y="16142"/>
                  </a:cubicBezTo>
                  <a:cubicBezTo>
                    <a:pt x="201" y="16769"/>
                    <a:pt x="276" y="17420"/>
                    <a:pt x="426" y="18022"/>
                  </a:cubicBezTo>
                  <a:cubicBezTo>
                    <a:pt x="577" y="18623"/>
                    <a:pt x="852" y="19200"/>
                    <a:pt x="1404" y="19551"/>
                  </a:cubicBezTo>
                  <a:cubicBezTo>
                    <a:pt x="1640" y="19693"/>
                    <a:pt x="1899" y="19768"/>
                    <a:pt x="2154" y="19768"/>
                  </a:cubicBezTo>
                  <a:cubicBezTo>
                    <a:pt x="2439" y="19768"/>
                    <a:pt x="2719" y="19674"/>
                    <a:pt x="2958" y="19475"/>
                  </a:cubicBezTo>
                  <a:cubicBezTo>
                    <a:pt x="3183" y="19275"/>
                    <a:pt x="3334" y="19049"/>
                    <a:pt x="3484" y="18799"/>
                  </a:cubicBezTo>
                  <a:cubicBezTo>
                    <a:pt x="4007" y="17795"/>
                    <a:pt x="4322" y="16659"/>
                    <a:pt x="4411" y="15522"/>
                  </a:cubicBezTo>
                  <a:lnTo>
                    <a:pt x="4411" y="15522"/>
                  </a:lnTo>
                  <a:cubicBezTo>
                    <a:pt x="4490" y="16256"/>
                    <a:pt x="3971" y="17086"/>
                    <a:pt x="4486" y="17746"/>
                  </a:cubicBezTo>
                  <a:cubicBezTo>
                    <a:pt x="4645" y="17964"/>
                    <a:pt x="4898" y="18135"/>
                    <a:pt x="5170" y="18135"/>
                  </a:cubicBezTo>
                  <a:cubicBezTo>
                    <a:pt x="5242" y="18135"/>
                    <a:pt x="5315" y="18123"/>
                    <a:pt x="5389" y="18097"/>
                  </a:cubicBezTo>
                  <a:cubicBezTo>
                    <a:pt x="5765" y="17947"/>
                    <a:pt x="5865" y="17445"/>
                    <a:pt x="5965" y="17094"/>
                  </a:cubicBezTo>
                  <a:cubicBezTo>
                    <a:pt x="6056" y="16782"/>
                    <a:pt x="6148" y="16469"/>
                    <a:pt x="6239" y="16156"/>
                  </a:cubicBezTo>
                  <a:lnTo>
                    <a:pt x="6239" y="16156"/>
                  </a:lnTo>
                  <a:cubicBezTo>
                    <a:pt x="6250" y="16356"/>
                    <a:pt x="6286" y="16554"/>
                    <a:pt x="6366" y="16744"/>
                  </a:cubicBezTo>
                  <a:cubicBezTo>
                    <a:pt x="6516" y="17069"/>
                    <a:pt x="6842" y="17395"/>
                    <a:pt x="7218" y="17445"/>
                  </a:cubicBezTo>
                  <a:cubicBezTo>
                    <a:pt x="7267" y="17454"/>
                    <a:pt x="7315" y="17459"/>
                    <a:pt x="7361" y="17459"/>
                  </a:cubicBezTo>
                  <a:cubicBezTo>
                    <a:pt x="7702" y="17459"/>
                    <a:pt x="7994" y="17230"/>
                    <a:pt x="8171" y="16944"/>
                  </a:cubicBezTo>
                  <a:cubicBezTo>
                    <a:pt x="8446" y="16543"/>
                    <a:pt x="8622" y="16067"/>
                    <a:pt x="8772" y="15641"/>
                  </a:cubicBezTo>
                  <a:cubicBezTo>
                    <a:pt x="8807" y="15539"/>
                    <a:pt x="8841" y="15437"/>
                    <a:pt x="8874" y="15336"/>
                  </a:cubicBezTo>
                  <a:lnTo>
                    <a:pt x="8874" y="15336"/>
                  </a:lnTo>
                  <a:cubicBezTo>
                    <a:pt x="8934" y="15606"/>
                    <a:pt x="9070" y="15851"/>
                    <a:pt x="9324" y="16042"/>
                  </a:cubicBezTo>
                  <a:cubicBezTo>
                    <a:pt x="9497" y="16177"/>
                    <a:pt x="9731" y="16268"/>
                    <a:pt x="9966" y="16268"/>
                  </a:cubicBezTo>
                  <a:cubicBezTo>
                    <a:pt x="10036" y="16268"/>
                    <a:pt x="10107" y="16260"/>
                    <a:pt x="10176" y="16242"/>
                  </a:cubicBezTo>
                  <a:cubicBezTo>
                    <a:pt x="10462" y="16147"/>
                    <a:pt x="10658" y="15869"/>
                    <a:pt x="10741" y="15583"/>
                  </a:cubicBezTo>
                  <a:lnTo>
                    <a:pt x="10741" y="15583"/>
                  </a:lnTo>
                  <a:cubicBezTo>
                    <a:pt x="10810" y="15764"/>
                    <a:pt x="10925" y="15923"/>
                    <a:pt x="11103" y="16042"/>
                  </a:cubicBezTo>
                  <a:cubicBezTo>
                    <a:pt x="11265" y="16157"/>
                    <a:pt x="11442" y="16206"/>
                    <a:pt x="11619" y="16206"/>
                  </a:cubicBezTo>
                  <a:cubicBezTo>
                    <a:pt x="12102" y="16206"/>
                    <a:pt x="12594" y="15843"/>
                    <a:pt x="12832" y="15440"/>
                  </a:cubicBezTo>
                  <a:cubicBezTo>
                    <a:pt x="12898" y="15316"/>
                    <a:pt x="12951" y="15188"/>
                    <a:pt x="12994" y="15056"/>
                  </a:cubicBezTo>
                  <a:lnTo>
                    <a:pt x="12994" y="15056"/>
                  </a:lnTo>
                  <a:cubicBezTo>
                    <a:pt x="12991" y="15135"/>
                    <a:pt x="12988" y="15213"/>
                    <a:pt x="12983" y="15290"/>
                  </a:cubicBezTo>
                  <a:cubicBezTo>
                    <a:pt x="12933" y="15716"/>
                    <a:pt x="12832" y="16117"/>
                    <a:pt x="12732" y="16543"/>
                  </a:cubicBezTo>
                  <a:cubicBezTo>
                    <a:pt x="12557" y="17320"/>
                    <a:pt x="12456" y="18222"/>
                    <a:pt x="13008" y="18899"/>
                  </a:cubicBezTo>
                  <a:cubicBezTo>
                    <a:pt x="13279" y="19265"/>
                    <a:pt x="13691" y="19500"/>
                    <a:pt x="14117" y="19500"/>
                  </a:cubicBezTo>
                  <a:cubicBezTo>
                    <a:pt x="14361" y="19500"/>
                    <a:pt x="14609" y="19423"/>
                    <a:pt x="14837" y="19250"/>
                  </a:cubicBezTo>
                  <a:cubicBezTo>
                    <a:pt x="15113" y="19049"/>
                    <a:pt x="15339" y="18724"/>
                    <a:pt x="15514" y="18398"/>
                  </a:cubicBezTo>
                  <a:cubicBezTo>
                    <a:pt x="15715" y="18022"/>
                    <a:pt x="15915" y="17621"/>
                    <a:pt x="16090" y="17195"/>
                  </a:cubicBezTo>
                  <a:cubicBezTo>
                    <a:pt x="16350" y="16594"/>
                    <a:pt x="16568" y="15971"/>
                    <a:pt x="16737" y="15335"/>
                  </a:cubicBezTo>
                  <a:lnTo>
                    <a:pt x="16737" y="15335"/>
                  </a:lnTo>
                  <a:cubicBezTo>
                    <a:pt x="16722" y="15869"/>
                    <a:pt x="16707" y="16402"/>
                    <a:pt x="16692" y="16944"/>
                  </a:cubicBezTo>
                  <a:cubicBezTo>
                    <a:pt x="16692" y="17395"/>
                    <a:pt x="16667" y="17821"/>
                    <a:pt x="16667" y="18272"/>
                  </a:cubicBezTo>
                  <a:cubicBezTo>
                    <a:pt x="16667" y="18573"/>
                    <a:pt x="16692" y="18874"/>
                    <a:pt x="16792" y="19125"/>
                  </a:cubicBezTo>
                  <a:cubicBezTo>
                    <a:pt x="16892" y="19375"/>
                    <a:pt x="17068" y="19576"/>
                    <a:pt x="17319" y="19651"/>
                  </a:cubicBezTo>
                  <a:cubicBezTo>
                    <a:pt x="17391" y="19675"/>
                    <a:pt x="17464" y="19686"/>
                    <a:pt x="17536" y="19686"/>
                  </a:cubicBezTo>
                  <a:cubicBezTo>
                    <a:pt x="17760" y="19686"/>
                    <a:pt x="17975" y="19577"/>
                    <a:pt x="18146" y="19425"/>
                  </a:cubicBezTo>
                  <a:cubicBezTo>
                    <a:pt x="18421" y="19200"/>
                    <a:pt x="18597" y="18874"/>
                    <a:pt x="18772" y="18548"/>
                  </a:cubicBezTo>
                  <a:cubicBezTo>
                    <a:pt x="18948" y="18222"/>
                    <a:pt x="19098" y="17846"/>
                    <a:pt x="19223" y="17495"/>
                  </a:cubicBezTo>
                  <a:cubicBezTo>
                    <a:pt x="19289" y="17291"/>
                    <a:pt x="19348" y="17084"/>
                    <a:pt x="19400" y="16875"/>
                  </a:cubicBezTo>
                  <a:lnTo>
                    <a:pt x="19400" y="16875"/>
                  </a:lnTo>
                  <a:cubicBezTo>
                    <a:pt x="19418" y="17066"/>
                    <a:pt x="19440" y="17261"/>
                    <a:pt x="19474" y="17445"/>
                  </a:cubicBezTo>
                  <a:cubicBezTo>
                    <a:pt x="19499" y="17671"/>
                    <a:pt x="19524" y="17871"/>
                    <a:pt x="19624" y="18072"/>
                  </a:cubicBezTo>
                  <a:cubicBezTo>
                    <a:pt x="19741" y="18306"/>
                    <a:pt x="19944" y="18420"/>
                    <a:pt x="20157" y="18420"/>
                  </a:cubicBezTo>
                  <a:cubicBezTo>
                    <a:pt x="20309" y="18420"/>
                    <a:pt x="20466" y="18362"/>
                    <a:pt x="20602" y="18247"/>
                  </a:cubicBezTo>
                  <a:cubicBezTo>
                    <a:pt x="20802" y="18097"/>
                    <a:pt x="20928" y="17896"/>
                    <a:pt x="21053" y="17696"/>
                  </a:cubicBezTo>
                  <a:cubicBezTo>
                    <a:pt x="21178" y="17470"/>
                    <a:pt x="21304" y="17245"/>
                    <a:pt x="21429" y="16994"/>
                  </a:cubicBezTo>
                  <a:cubicBezTo>
                    <a:pt x="21523" y="16786"/>
                    <a:pt x="21611" y="16574"/>
                    <a:pt x="21690" y="16360"/>
                  </a:cubicBezTo>
                  <a:lnTo>
                    <a:pt x="21690" y="16360"/>
                  </a:lnTo>
                  <a:cubicBezTo>
                    <a:pt x="21686" y="16421"/>
                    <a:pt x="21683" y="16482"/>
                    <a:pt x="21679" y="16543"/>
                  </a:cubicBezTo>
                  <a:cubicBezTo>
                    <a:pt x="21679" y="16894"/>
                    <a:pt x="21679" y="17270"/>
                    <a:pt x="21880" y="17596"/>
                  </a:cubicBezTo>
                  <a:cubicBezTo>
                    <a:pt x="22001" y="17803"/>
                    <a:pt x="22193" y="17927"/>
                    <a:pt x="22407" y="17927"/>
                  </a:cubicBezTo>
                  <a:cubicBezTo>
                    <a:pt x="22504" y="17927"/>
                    <a:pt x="22605" y="17901"/>
                    <a:pt x="22707" y="17846"/>
                  </a:cubicBezTo>
                  <a:cubicBezTo>
                    <a:pt x="22882" y="17771"/>
                    <a:pt x="23008" y="17621"/>
                    <a:pt x="23133" y="17445"/>
                  </a:cubicBezTo>
                  <a:cubicBezTo>
                    <a:pt x="23283" y="17245"/>
                    <a:pt x="23434" y="17044"/>
                    <a:pt x="23559" y="16819"/>
                  </a:cubicBezTo>
                  <a:cubicBezTo>
                    <a:pt x="23726" y="16554"/>
                    <a:pt x="23878" y="16274"/>
                    <a:pt x="24010" y="15983"/>
                  </a:cubicBezTo>
                  <a:lnTo>
                    <a:pt x="24010" y="15983"/>
                  </a:lnTo>
                  <a:cubicBezTo>
                    <a:pt x="23970" y="16402"/>
                    <a:pt x="23932" y="16818"/>
                    <a:pt x="23885" y="17245"/>
                  </a:cubicBezTo>
                  <a:cubicBezTo>
                    <a:pt x="23835" y="17571"/>
                    <a:pt x="23810" y="17896"/>
                    <a:pt x="23785" y="18247"/>
                  </a:cubicBezTo>
                  <a:cubicBezTo>
                    <a:pt x="23760" y="18498"/>
                    <a:pt x="23710" y="18774"/>
                    <a:pt x="23735" y="19049"/>
                  </a:cubicBezTo>
                  <a:cubicBezTo>
                    <a:pt x="23760" y="19225"/>
                    <a:pt x="23810" y="19450"/>
                    <a:pt x="23960" y="19576"/>
                  </a:cubicBezTo>
                  <a:cubicBezTo>
                    <a:pt x="24063" y="19664"/>
                    <a:pt x="24183" y="19700"/>
                    <a:pt x="24305" y="19700"/>
                  </a:cubicBezTo>
                  <a:cubicBezTo>
                    <a:pt x="24391" y="19700"/>
                    <a:pt x="24479" y="19682"/>
                    <a:pt x="24562" y="19651"/>
                  </a:cubicBezTo>
                  <a:cubicBezTo>
                    <a:pt x="24812" y="19526"/>
                    <a:pt x="24988" y="19325"/>
                    <a:pt x="25138" y="19125"/>
                  </a:cubicBezTo>
                  <a:cubicBezTo>
                    <a:pt x="25314" y="18874"/>
                    <a:pt x="25464" y="18648"/>
                    <a:pt x="25614" y="18398"/>
                  </a:cubicBezTo>
                  <a:cubicBezTo>
                    <a:pt x="25638" y="18355"/>
                    <a:pt x="25660" y="18312"/>
                    <a:pt x="25682" y="18269"/>
                  </a:cubicBezTo>
                  <a:lnTo>
                    <a:pt x="25682" y="18269"/>
                  </a:lnTo>
                  <a:cubicBezTo>
                    <a:pt x="25599" y="18713"/>
                    <a:pt x="25517" y="19157"/>
                    <a:pt x="25439" y="19601"/>
                  </a:cubicBezTo>
                  <a:cubicBezTo>
                    <a:pt x="25364" y="20027"/>
                    <a:pt x="25188" y="20528"/>
                    <a:pt x="25364" y="20954"/>
                  </a:cubicBezTo>
                  <a:cubicBezTo>
                    <a:pt x="25489" y="21255"/>
                    <a:pt x="25815" y="21455"/>
                    <a:pt x="26141" y="21531"/>
                  </a:cubicBezTo>
                  <a:cubicBezTo>
                    <a:pt x="26208" y="21541"/>
                    <a:pt x="26275" y="21546"/>
                    <a:pt x="26341" y="21546"/>
                  </a:cubicBezTo>
                  <a:cubicBezTo>
                    <a:pt x="27056" y="21546"/>
                    <a:pt x="27658" y="20955"/>
                    <a:pt x="28070" y="20428"/>
                  </a:cubicBezTo>
                  <a:cubicBezTo>
                    <a:pt x="28572" y="19801"/>
                    <a:pt x="28872" y="19024"/>
                    <a:pt x="29073" y="18272"/>
                  </a:cubicBezTo>
                  <a:cubicBezTo>
                    <a:pt x="29499" y="16693"/>
                    <a:pt x="29549" y="14989"/>
                    <a:pt x="29399" y="13385"/>
                  </a:cubicBezTo>
                  <a:cubicBezTo>
                    <a:pt x="29248" y="11731"/>
                    <a:pt x="28847" y="10127"/>
                    <a:pt x="28196" y="8598"/>
                  </a:cubicBezTo>
                  <a:cubicBezTo>
                    <a:pt x="27569" y="7119"/>
                    <a:pt x="26717" y="5691"/>
                    <a:pt x="25664" y="4463"/>
                  </a:cubicBezTo>
                  <a:cubicBezTo>
                    <a:pt x="25538" y="4336"/>
                    <a:pt x="25429" y="4192"/>
                    <a:pt x="25308" y="4060"/>
                  </a:cubicBezTo>
                  <a:lnTo>
                    <a:pt x="25308" y="4060"/>
                  </a:lnTo>
                  <a:cubicBezTo>
                    <a:pt x="25600" y="3728"/>
                    <a:pt x="25828" y="3352"/>
                    <a:pt x="25990" y="2934"/>
                  </a:cubicBezTo>
                  <a:cubicBezTo>
                    <a:pt x="26141" y="2558"/>
                    <a:pt x="26291" y="2082"/>
                    <a:pt x="25990" y="1731"/>
                  </a:cubicBezTo>
                  <a:cubicBezTo>
                    <a:pt x="25787" y="1507"/>
                    <a:pt x="25502" y="1416"/>
                    <a:pt x="25214" y="1416"/>
                  </a:cubicBezTo>
                  <a:cubicBezTo>
                    <a:pt x="25147" y="1416"/>
                    <a:pt x="25079" y="1421"/>
                    <a:pt x="25013" y="1430"/>
                  </a:cubicBezTo>
                  <a:cubicBezTo>
                    <a:pt x="24581" y="1476"/>
                    <a:pt x="24210" y="1728"/>
                    <a:pt x="23808" y="1886"/>
                  </a:cubicBezTo>
                  <a:lnTo>
                    <a:pt x="23808" y="1886"/>
                  </a:lnTo>
                  <a:cubicBezTo>
                    <a:pt x="23794" y="1170"/>
                    <a:pt x="23660" y="382"/>
                    <a:pt x="22933" y="77"/>
                  </a:cubicBezTo>
                  <a:cubicBezTo>
                    <a:pt x="22811" y="26"/>
                    <a:pt x="22686" y="0"/>
                    <a:pt x="2256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0" name="Google Shape;4680;p54"/>
            <p:cNvSpPr/>
            <p:nvPr/>
          </p:nvSpPr>
          <p:spPr>
            <a:xfrm>
              <a:off x="2055495" y="2283440"/>
              <a:ext cx="399871" cy="76174"/>
            </a:xfrm>
            <a:custGeom>
              <a:rect b="b" l="l" r="r" t="t"/>
              <a:pathLst>
                <a:path extrusionOk="0" h="2706" w="14205">
                  <a:moveTo>
                    <a:pt x="8171" y="1"/>
                  </a:moveTo>
                  <a:cubicBezTo>
                    <a:pt x="6387" y="1"/>
                    <a:pt x="4609" y="349"/>
                    <a:pt x="2941" y="983"/>
                  </a:cubicBezTo>
                  <a:cubicBezTo>
                    <a:pt x="1939" y="1384"/>
                    <a:pt x="961" y="1885"/>
                    <a:pt x="84" y="2512"/>
                  </a:cubicBezTo>
                  <a:cubicBezTo>
                    <a:pt x="1" y="2574"/>
                    <a:pt x="56" y="2705"/>
                    <a:pt x="134" y="2705"/>
                  </a:cubicBezTo>
                  <a:cubicBezTo>
                    <a:pt x="150" y="2705"/>
                    <a:pt x="167" y="2700"/>
                    <a:pt x="184" y="2687"/>
                  </a:cubicBezTo>
                  <a:cubicBezTo>
                    <a:pt x="1738" y="1609"/>
                    <a:pt x="3493" y="858"/>
                    <a:pt x="5347" y="482"/>
                  </a:cubicBezTo>
                  <a:cubicBezTo>
                    <a:pt x="6275" y="294"/>
                    <a:pt x="7221" y="200"/>
                    <a:pt x="8167" y="200"/>
                  </a:cubicBezTo>
                  <a:cubicBezTo>
                    <a:pt x="9113" y="200"/>
                    <a:pt x="10059" y="294"/>
                    <a:pt x="10986" y="482"/>
                  </a:cubicBezTo>
                  <a:cubicBezTo>
                    <a:pt x="12014" y="682"/>
                    <a:pt x="13042" y="1008"/>
                    <a:pt x="13994" y="1459"/>
                  </a:cubicBezTo>
                  <a:cubicBezTo>
                    <a:pt x="14009" y="1465"/>
                    <a:pt x="14024" y="1468"/>
                    <a:pt x="14039" y="1468"/>
                  </a:cubicBezTo>
                  <a:cubicBezTo>
                    <a:pt x="14141" y="1468"/>
                    <a:pt x="14204" y="1328"/>
                    <a:pt x="14094" y="1284"/>
                  </a:cubicBezTo>
                  <a:cubicBezTo>
                    <a:pt x="12365" y="482"/>
                    <a:pt x="10460" y="56"/>
                    <a:pt x="8530" y="5"/>
                  </a:cubicBezTo>
                  <a:cubicBezTo>
                    <a:pt x="8411" y="2"/>
                    <a:pt x="8291" y="1"/>
                    <a:pt x="817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1" name="Google Shape;4681;p54"/>
            <p:cNvSpPr/>
            <p:nvPr/>
          </p:nvSpPr>
          <p:spPr>
            <a:xfrm>
              <a:off x="2006344" y="2367075"/>
              <a:ext cx="14131" cy="22126"/>
            </a:xfrm>
            <a:custGeom>
              <a:rect b="b" l="l" r="r" t="t"/>
              <a:pathLst>
                <a:path extrusionOk="0" h="786" w="502">
                  <a:moveTo>
                    <a:pt x="377" y="0"/>
                  </a:moveTo>
                  <a:cubicBezTo>
                    <a:pt x="348" y="0"/>
                    <a:pt x="316" y="13"/>
                    <a:pt x="301" y="42"/>
                  </a:cubicBezTo>
                  <a:cubicBezTo>
                    <a:pt x="201" y="242"/>
                    <a:pt x="126" y="443"/>
                    <a:pt x="26" y="643"/>
                  </a:cubicBezTo>
                  <a:cubicBezTo>
                    <a:pt x="1" y="694"/>
                    <a:pt x="26" y="744"/>
                    <a:pt x="76" y="769"/>
                  </a:cubicBezTo>
                  <a:cubicBezTo>
                    <a:pt x="97" y="779"/>
                    <a:pt x="117" y="785"/>
                    <a:pt x="136" y="785"/>
                  </a:cubicBezTo>
                  <a:cubicBezTo>
                    <a:pt x="163" y="785"/>
                    <a:pt x="186" y="773"/>
                    <a:pt x="201" y="744"/>
                  </a:cubicBezTo>
                  <a:cubicBezTo>
                    <a:pt x="301" y="543"/>
                    <a:pt x="377" y="343"/>
                    <a:pt x="477" y="142"/>
                  </a:cubicBezTo>
                  <a:cubicBezTo>
                    <a:pt x="502" y="92"/>
                    <a:pt x="477" y="42"/>
                    <a:pt x="427" y="17"/>
                  </a:cubicBezTo>
                  <a:cubicBezTo>
                    <a:pt x="416" y="6"/>
                    <a:pt x="397" y="0"/>
                    <a:pt x="37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2" name="Google Shape;4682;p54"/>
            <p:cNvSpPr/>
            <p:nvPr/>
          </p:nvSpPr>
          <p:spPr>
            <a:xfrm>
              <a:off x="2024698" y="2372705"/>
              <a:ext cx="14131" cy="22098"/>
            </a:xfrm>
            <a:custGeom>
              <a:rect b="b" l="l" r="r" t="t"/>
              <a:pathLst>
                <a:path extrusionOk="0" h="785" w="502">
                  <a:moveTo>
                    <a:pt x="366" y="1"/>
                  </a:moveTo>
                  <a:cubicBezTo>
                    <a:pt x="339" y="1"/>
                    <a:pt x="316" y="13"/>
                    <a:pt x="301" y="42"/>
                  </a:cubicBezTo>
                  <a:cubicBezTo>
                    <a:pt x="201" y="243"/>
                    <a:pt x="126" y="443"/>
                    <a:pt x="25" y="619"/>
                  </a:cubicBezTo>
                  <a:cubicBezTo>
                    <a:pt x="0" y="669"/>
                    <a:pt x="25" y="744"/>
                    <a:pt x="75" y="769"/>
                  </a:cubicBezTo>
                  <a:cubicBezTo>
                    <a:pt x="85" y="778"/>
                    <a:pt x="100" y="784"/>
                    <a:pt x="118" y="784"/>
                  </a:cubicBezTo>
                  <a:cubicBezTo>
                    <a:pt x="149" y="784"/>
                    <a:pt x="185" y="767"/>
                    <a:pt x="201" y="719"/>
                  </a:cubicBezTo>
                  <a:cubicBezTo>
                    <a:pt x="301" y="544"/>
                    <a:pt x="376" y="343"/>
                    <a:pt x="476" y="143"/>
                  </a:cubicBezTo>
                  <a:cubicBezTo>
                    <a:pt x="501" y="93"/>
                    <a:pt x="476" y="42"/>
                    <a:pt x="426" y="17"/>
                  </a:cubicBezTo>
                  <a:cubicBezTo>
                    <a:pt x="406" y="7"/>
                    <a:pt x="385" y="1"/>
                    <a:pt x="36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3" name="Google Shape;4683;p54"/>
            <p:cNvSpPr/>
            <p:nvPr/>
          </p:nvSpPr>
          <p:spPr>
            <a:xfrm>
              <a:off x="1913925" y="2412482"/>
              <a:ext cx="65871" cy="278741"/>
            </a:xfrm>
            <a:custGeom>
              <a:rect b="b" l="l" r="r" t="t"/>
              <a:pathLst>
                <a:path extrusionOk="0" h="9902" w="2340">
                  <a:moveTo>
                    <a:pt x="2207" y="0"/>
                  </a:moveTo>
                  <a:cubicBezTo>
                    <a:pt x="2176" y="0"/>
                    <a:pt x="2147" y="17"/>
                    <a:pt x="2131" y="58"/>
                  </a:cubicBezTo>
                  <a:cubicBezTo>
                    <a:pt x="878" y="2364"/>
                    <a:pt x="151" y="4945"/>
                    <a:pt x="25" y="7577"/>
                  </a:cubicBezTo>
                  <a:cubicBezTo>
                    <a:pt x="0" y="8304"/>
                    <a:pt x="25" y="9056"/>
                    <a:pt x="76" y="9807"/>
                  </a:cubicBezTo>
                  <a:cubicBezTo>
                    <a:pt x="88" y="9870"/>
                    <a:pt x="144" y="9901"/>
                    <a:pt x="195" y="9901"/>
                  </a:cubicBezTo>
                  <a:cubicBezTo>
                    <a:pt x="245" y="9901"/>
                    <a:pt x="289" y="9870"/>
                    <a:pt x="276" y="9807"/>
                  </a:cubicBezTo>
                  <a:cubicBezTo>
                    <a:pt x="50" y="7201"/>
                    <a:pt x="426" y="4594"/>
                    <a:pt x="1379" y="2163"/>
                  </a:cubicBezTo>
                  <a:cubicBezTo>
                    <a:pt x="1629" y="1487"/>
                    <a:pt x="1955" y="810"/>
                    <a:pt x="2306" y="158"/>
                  </a:cubicBezTo>
                  <a:cubicBezTo>
                    <a:pt x="2340" y="74"/>
                    <a:pt x="2271" y="0"/>
                    <a:pt x="220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4" name="Google Shape;4684;p54"/>
            <p:cNvSpPr/>
            <p:nvPr/>
          </p:nvSpPr>
          <p:spPr>
            <a:xfrm>
              <a:off x="2071682" y="2349903"/>
              <a:ext cx="334028" cy="237530"/>
            </a:xfrm>
            <a:custGeom>
              <a:rect b="b" l="l" r="r" t="t"/>
              <a:pathLst>
                <a:path extrusionOk="0" h="8438" w="11866">
                  <a:moveTo>
                    <a:pt x="11665" y="0"/>
                  </a:moveTo>
                  <a:cubicBezTo>
                    <a:pt x="9785" y="351"/>
                    <a:pt x="7955" y="1053"/>
                    <a:pt x="6301" y="2005"/>
                  </a:cubicBezTo>
                  <a:cubicBezTo>
                    <a:pt x="4647" y="2958"/>
                    <a:pt x="3168" y="4211"/>
                    <a:pt x="1915" y="5639"/>
                  </a:cubicBezTo>
                  <a:cubicBezTo>
                    <a:pt x="1213" y="6466"/>
                    <a:pt x="587" y="7344"/>
                    <a:pt x="35" y="8296"/>
                  </a:cubicBezTo>
                  <a:cubicBezTo>
                    <a:pt x="0" y="8367"/>
                    <a:pt x="77" y="8438"/>
                    <a:pt x="143" y="8438"/>
                  </a:cubicBezTo>
                  <a:cubicBezTo>
                    <a:pt x="171" y="8438"/>
                    <a:pt x="196" y="8426"/>
                    <a:pt x="211" y="8396"/>
                  </a:cubicBezTo>
                  <a:cubicBezTo>
                    <a:pt x="1163" y="6742"/>
                    <a:pt x="2391" y="5263"/>
                    <a:pt x="3820" y="4035"/>
                  </a:cubicBezTo>
                  <a:cubicBezTo>
                    <a:pt x="5249" y="2782"/>
                    <a:pt x="6903" y="1780"/>
                    <a:pt x="8657" y="1078"/>
                  </a:cubicBezTo>
                  <a:cubicBezTo>
                    <a:pt x="9660" y="702"/>
                    <a:pt x="10687" y="401"/>
                    <a:pt x="11715" y="201"/>
                  </a:cubicBezTo>
                  <a:cubicBezTo>
                    <a:pt x="11865" y="176"/>
                    <a:pt x="11790" y="0"/>
                    <a:pt x="1166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5" name="Google Shape;4685;p54"/>
            <p:cNvSpPr/>
            <p:nvPr/>
          </p:nvSpPr>
          <p:spPr>
            <a:xfrm>
              <a:off x="2025317" y="2311731"/>
              <a:ext cx="326737" cy="191758"/>
            </a:xfrm>
            <a:custGeom>
              <a:rect b="b" l="l" r="r" t="t"/>
              <a:pathLst>
                <a:path extrusionOk="0" h="6812" w="11607">
                  <a:moveTo>
                    <a:pt x="11479" y="1"/>
                  </a:moveTo>
                  <a:cubicBezTo>
                    <a:pt x="11472" y="1"/>
                    <a:pt x="11465" y="2"/>
                    <a:pt x="11457" y="3"/>
                  </a:cubicBezTo>
                  <a:cubicBezTo>
                    <a:pt x="9703" y="128"/>
                    <a:pt x="7948" y="604"/>
                    <a:pt x="6344" y="1331"/>
                  </a:cubicBezTo>
                  <a:cubicBezTo>
                    <a:pt x="4715" y="2083"/>
                    <a:pt x="3236" y="3111"/>
                    <a:pt x="1958" y="4364"/>
                  </a:cubicBezTo>
                  <a:cubicBezTo>
                    <a:pt x="1256" y="5066"/>
                    <a:pt x="605" y="5843"/>
                    <a:pt x="53" y="6670"/>
                  </a:cubicBezTo>
                  <a:cubicBezTo>
                    <a:pt x="0" y="6740"/>
                    <a:pt x="72" y="6811"/>
                    <a:pt x="146" y="6811"/>
                  </a:cubicBezTo>
                  <a:cubicBezTo>
                    <a:pt x="176" y="6811"/>
                    <a:pt x="207" y="6799"/>
                    <a:pt x="229" y="6770"/>
                  </a:cubicBezTo>
                  <a:cubicBezTo>
                    <a:pt x="1206" y="5316"/>
                    <a:pt x="2459" y="4038"/>
                    <a:pt x="3888" y="3010"/>
                  </a:cubicBezTo>
                  <a:cubicBezTo>
                    <a:pt x="5292" y="1983"/>
                    <a:pt x="6870" y="1206"/>
                    <a:pt x="8550" y="730"/>
                  </a:cubicBezTo>
                  <a:cubicBezTo>
                    <a:pt x="9502" y="454"/>
                    <a:pt x="10480" y="279"/>
                    <a:pt x="11457" y="203"/>
                  </a:cubicBezTo>
                  <a:cubicBezTo>
                    <a:pt x="11599" y="203"/>
                    <a:pt x="11607" y="1"/>
                    <a:pt x="1147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6" name="Google Shape;4686;p54"/>
            <p:cNvSpPr/>
            <p:nvPr/>
          </p:nvSpPr>
          <p:spPr>
            <a:xfrm>
              <a:off x="2038379" y="2442801"/>
              <a:ext cx="100664" cy="160652"/>
            </a:xfrm>
            <a:custGeom>
              <a:rect b="b" l="l" r="r" t="t"/>
              <a:pathLst>
                <a:path extrusionOk="0" h="5707" w="3576">
                  <a:moveTo>
                    <a:pt x="3424" y="0"/>
                  </a:moveTo>
                  <a:cubicBezTo>
                    <a:pt x="3399" y="0"/>
                    <a:pt x="3373" y="10"/>
                    <a:pt x="3349" y="34"/>
                  </a:cubicBezTo>
                  <a:cubicBezTo>
                    <a:pt x="2096" y="1161"/>
                    <a:pt x="1093" y="2615"/>
                    <a:pt x="467" y="4194"/>
                  </a:cubicBezTo>
                  <a:cubicBezTo>
                    <a:pt x="291" y="4645"/>
                    <a:pt x="141" y="5121"/>
                    <a:pt x="15" y="5573"/>
                  </a:cubicBezTo>
                  <a:cubicBezTo>
                    <a:pt x="0" y="5649"/>
                    <a:pt x="68" y="5706"/>
                    <a:pt x="129" y="5706"/>
                  </a:cubicBezTo>
                  <a:cubicBezTo>
                    <a:pt x="169" y="5706"/>
                    <a:pt x="206" y="5682"/>
                    <a:pt x="216" y="5623"/>
                  </a:cubicBezTo>
                  <a:cubicBezTo>
                    <a:pt x="617" y="3994"/>
                    <a:pt x="1419" y="2465"/>
                    <a:pt x="2522" y="1187"/>
                  </a:cubicBezTo>
                  <a:cubicBezTo>
                    <a:pt x="2823" y="811"/>
                    <a:pt x="3148" y="485"/>
                    <a:pt x="3499" y="159"/>
                  </a:cubicBezTo>
                  <a:cubicBezTo>
                    <a:pt x="3576" y="102"/>
                    <a:pt x="3506" y="0"/>
                    <a:pt x="34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7" name="Google Shape;4687;p54"/>
            <p:cNvSpPr/>
            <p:nvPr/>
          </p:nvSpPr>
          <p:spPr>
            <a:xfrm>
              <a:off x="2029624" y="2632114"/>
              <a:ext cx="7798" cy="5658"/>
            </a:xfrm>
            <a:custGeom>
              <a:rect b="b" l="l" r="r" t="t"/>
              <a:pathLst>
                <a:path extrusionOk="0" h="201" w="277">
                  <a:moveTo>
                    <a:pt x="151" y="0"/>
                  </a:moveTo>
                  <a:cubicBezTo>
                    <a:pt x="1" y="0"/>
                    <a:pt x="1" y="201"/>
                    <a:pt x="151" y="201"/>
                  </a:cubicBezTo>
                  <a:cubicBezTo>
                    <a:pt x="276" y="201"/>
                    <a:pt x="27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8" name="Google Shape;4688;p54"/>
            <p:cNvSpPr/>
            <p:nvPr/>
          </p:nvSpPr>
          <p:spPr>
            <a:xfrm>
              <a:off x="2002121" y="2544425"/>
              <a:ext cx="18607" cy="60720"/>
            </a:xfrm>
            <a:custGeom>
              <a:rect b="b" l="l" r="r" t="t"/>
              <a:pathLst>
                <a:path extrusionOk="0" h="2157" w="661">
                  <a:moveTo>
                    <a:pt x="528" y="0"/>
                  </a:moveTo>
                  <a:cubicBezTo>
                    <a:pt x="497" y="0"/>
                    <a:pt x="468" y="17"/>
                    <a:pt x="451" y="58"/>
                  </a:cubicBezTo>
                  <a:cubicBezTo>
                    <a:pt x="151" y="684"/>
                    <a:pt x="0" y="1361"/>
                    <a:pt x="50" y="2063"/>
                  </a:cubicBezTo>
                  <a:cubicBezTo>
                    <a:pt x="50" y="2125"/>
                    <a:pt x="100" y="2157"/>
                    <a:pt x="151" y="2157"/>
                  </a:cubicBezTo>
                  <a:cubicBezTo>
                    <a:pt x="201" y="2157"/>
                    <a:pt x="251" y="2125"/>
                    <a:pt x="251" y="2063"/>
                  </a:cubicBezTo>
                  <a:cubicBezTo>
                    <a:pt x="226" y="1411"/>
                    <a:pt x="351" y="759"/>
                    <a:pt x="627" y="158"/>
                  </a:cubicBezTo>
                  <a:cubicBezTo>
                    <a:pt x="661" y="73"/>
                    <a:pt x="592" y="0"/>
                    <a:pt x="52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9" name="Google Shape;4689;p54"/>
            <p:cNvSpPr/>
            <p:nvPr/>
          </p:nvSpPr>
          <p:spPr>
            <a:xfrm>
              <a:off x="2140876" y="2322569"/>
              <a:ext cx="48446" cy="29980"/>
            </a:xfrm>
            <a:custGeom>
              <a:rect b="b" l="l" r="r" t="t"/>
              <a:pathLst>
                <a:path extrusionOk="0" h="1065" w="1721">
                  <a:moveTo>
                    <a:pt x="1573" y="1"/>
                  </a:moveTo>
                  <a:cubicBezTo>
                    <a:pt x="1554" y="1"/>
                    <a:pt x="1534" y="6"/>
                    <a:pt x="1512" y="19"/>
                  </a:cubicBezTo>
                  <a:cubicBezTo>
                    <a:pt x="1036" y="295"/>
                    <a:pt x="560" y="595"/>
                    <a:pt x="84" y="871"/>
                  </a:cubicBezTo>
                  <a:cubicBezTo>
                    <a:pt x="1" y="933"/>
                    <a:pt x="55" y="1065"/>
                    <a:pt x="148" y="1065"/>
                  </a:cubicBezTo>
                  <a:cubicBezTo>
                    <a:pt x="167" y="1065"/>
                    <a:pt x="188" y="1059"/>
                    <a:pt x="209" y="1046"/>
                  </a:cubicBezTo>
                  <a:cubicBezTo>
                    <a:pt x="685" y="771"/>
                    <a:pt x="1161" y="470"/>
                    <a:pt x="1638" y="194"/>
                  </a:cubicBezTo>
                  <a:cubicBezTo>
                    <a:pt x="1721" y="132"/>
                    <a:pt x="1666" y="1"/>
                    <a:pt x="157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0" name="Google Shape;4690;p54"/>
            <p:cNvSpPr/>
            <p:nvPr/>
          </p:nvSpPr>
          <p:spPr>
            <a:xfrm>
              <a:off x="1961049" y="2373381"/>
              <a:ext cx="139962" cy="173320"/>
            </a:xfrm>
            <a:custGeom>
              <a:rect b="b" l="l" r="r" t="t"/>
              <a:pathLst>
                <a:path extrusionOk="0" h="6157" w="4972">
                  <a:moveTo>
                    <a:pt x="4828" y="0"/>
                  </a:moveTo>
                  <a:cubicBezTo>
                    <a:pt x="4809" y="0"/>
                    <a:pt x="4789" y="6"/>
                    <a:pt x="4768" y="18"/>
                  </a:cubicBezTo>
                  <a:cubicBezTo>
                    <a:pt x="3063" y="1121"/>
                    <a:pt x="1660" y="2675"/>
                    <a:pt x="707" y="4455"/>
                  </a:cubicBezTo>
                  <a:cubicBezTo>
                    <a:pt x="457" y="4981"/>
                    <a:pt x="231" y="5482"/>
                    <a:pt x="31" y="6033"/>
                  </a:cubicBezTo>
                  <a:cubicBezTo>
                    <a:pt x="1" y="6108"/>
                    <a:pt x="60" y="6156"/>
                    <a:pt x="123" y="6156"/>
                  </a:cubicBezTo>
                  <a:cubicBezTo>
                    <a:pt x="166" y="6156"/>
                    <a:pt x="211" y="6134"/>
                    <a:pt x="231" y="6084"/>
                  </a:cubicBezTo>
                  <a:cubicBezTo>
                    <a:pt x="883" y="4229"/>
                    <a:pt x="2036" y="2525"/>
                    <a:pt x="3514" y="1221"/>
                  </a:cubicBezTo>
                  <a:cubicBezTo>
                    <a:pt x="3940" y="845"/>
                    <a:pt x="4392" y="495"/>
                    <a:pt x="4868" y="194"/>
                  </a:cubicBezTo>
                  <a:cubicBezTo>
                    <a:pt x="4972" y="131"/>
                    <a:pt x="4920" y="0"/>
                    <a:pt x="482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1" name="Google Shape;4691;p54"/>
            <p:cNvSpPr/>
            <p:nvPr/>
          </p:nvSpPr>
          <p:spPr>
            <a:xfrm>
              <a:off x="1954856" y="2588453"/>
              <a:ext cx="12442" cy="89911"/>
            </a:xfrm>
            <a:custGeom>
              <a:rect b="b" l="l" r="r" t="t"/>
              <a:pathLst>
                <a:path extrusionOk="0" h="3194" w="442">
                  <a:moveTo>
                    <a:pt x="315" y="0"/>
                  </a:moveTo>
                  <a:cubicBezTo>
                    <a:pt x="274" y="0"/>
                    <a:pt x="236" y="22"/>
                    <a:pt x="226" y="73"/>
                  </a:cubicBezTo>
                  <a:cubicBezTo>
                    <a:pt x="50" y="1075"/>
                    <a:pt x="0" y="2078"/>
                    <a:pt x="25" y="3080"/>
                  </a:cubicBezTo>
                  <a:cubicBezTo>
                    <a:pt x="25" y="3155"/>
                    <a:pt x="75" y="3193"/>
                    <a:pt x="125" y="3193"/>
                  </a:cubicBezTo>
                  <a:cubicBezTo>
                    <a:pt x="175" y="3193"/>
                    <a:pt x="226" y="3155"/>
                    <a:pt x="226" y="3080"/>
                  </a:cubicBezTo>
                  <a:cubicBezTo>
                    <a:pt x="201" y="2103"/>
                    <a:pt x="251" y="1100"/>
                    <a:pt x="426" y="123"/>
                  </a:cubicBezTo>
                  <a:cubicBezTo>
                    <a:pt x="441" y="48"/>
                    <a:pt x="376" y="0"/>
                    <a:pt x="3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2" name="Google Shape;4692;p54"/>
            <p:cNvSpPr/>
            <p:nvPr/>
          </p:nvSpPr>
          <p:spPr>
            <a:xfrm>
              <a:off x="1916740" y="2707840"/>
              <a:ext cx="53035" cy="51120"/>
            </a:xfrm>
            <a:custGeom>
              <a:rect b="b" l="l" r="r" t="t"/>
              <a:pathLst>
                <a:path extrusionOk="0" h="1816" w="1884">
                  <a:moveTo>
                    <a:pt x="1738" y="1"/>
                  </a:moveTo>
                  <a:cubicBezTo>
                    <a:pt x="1707" y="1"/>
                    <a:pt x="1677" y="13"/>
                    <a:pt x="1655" y="42"/>
                  </a:cubicBezTo>
                  <a:cubicBezTo>
                    <a:pt x="1379" y="393"/>
                    <a:pt x="1454" y="894"/>
                    <a:pt x="1229" y="1270"/>
                  </a:cubicBezTo>
                  <a:cubicBezTo>
                    <a:pt x="1154" y="1446"/>
                    <a:pt x="1028" y="1596"/>
                    <a:pt x="828" y="1621"/>
                  </a:cubicBezTo>
                  <a:cubicBezTo>
                    <a:pt x="813" y="1623"/>
                    <a:pt x="798" y="1624"/>
                    <a:pt x="784" y="1624"/>
                  </a:cubicBezTo>
                  <a:cubicBezTo>
                    <a:pt x="602" y="1624"/>
                    <a:pt x="444" y="1483"/>
                    <a:pt x="351" y="1320"/>
                  </a:cubicBezTo>
                  <a:cubicBezTo>
                    <a:pt x="201" y="1070"/>
                    <a:pt x="226" y="769"/>
                    <a:pt x="226" y="493"/>
                  </a:cubicBezTo>
                  <a:cubicBezTo>
                    <a:pt x="226" y="431"/>
                    <a:pt x="176" y="399"/>
                    <a:pt x="126" y="399"/>
                  </a:cubicBezTo>
                  <a:cubicBezTo>
                    <a:pt x="76" y="399"/>
                    <a:pt x="26" y="431"/>
                    <a:pt x="26" y="493"/>
                  </a:cubicBezTo>
                  <a:cubicBezTo>
                    <a:pt x="1" y="794"/>
                    <a:pt x="1" y="1095"/>
                    <a:pt x="126" y="1346"/>
                  </a:cubicBezTo>
                  <a:cubicBezTo>
                    <a:pt x="226" y="1571"/>
                    <a:pt x="402" y="1747"/>
                    <a:pt x="652" y="1797"/>
                  </a:cubicBezTo>
                  <a:cubicBezTo>
                    <a:pt x="704" y="1809"/>
                    <a:pt x="753" y="1815"/>
                    <a:pt x="800" y="1815"/>
                  </a:cubicBezTo>
                  <a:cubicBezTo>
                    <a:pt x="1213" y="1815"/>
                    <a:pt x="1465" y="1355"/>
                    <a:pt x="1555" y="995"/>
                  </a:cubicBezTo>
                  <a:cubicBezTo>
                    <a:pt x="1630" y="694"/>
                    <a:pt x="1655" y="393"/>
                    <a:pt x="1830" y="142"/>
                  </a:cubicBezTo>
                  <a:cubicBezTo>
                    <a:pt x="1883" y="72"/>
                    <a:pt x="1811" y="1"/>
                    <a:pt x="173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3" name="Google Shape;4693;p54"/>
            <p:cNvSpPr/>
            <p:nvPr/>
          </p:nvSpPr>
          <p:spPr>
            <a:xfrm>
              <a:off x="2013269" y="2665445"/>
              <a:ext cx="14272" cy="47771"/>
            </a:xfrm>
            <a:custGeom>
              <a:rect b="b" l="l" r="r" t="t"/>
              <a:pathLst>
                <a:path extrusionOk="0" h="1697" w="507">
                  <a:moveTo>
                    <a:pt x="397" y="1"/>
                  </a:moveTo>
                  <a:cubicBezTo>
                    <a:pt x="344" y="1"/>
                    <a:pt x="293" y="32"/>
                    <a:pt x="306" y="95"/>
                  </a:cubicBezTo>
                  <a:cubicBezTo>
                    <a:pt x="306" y="596"/>
                    <a:pt x="206" y="1097"/>
                    <a:pt x="30" y="1573"/>
                  </a:cubicBezTo>
                  <a:cubicBezTo>
                    <a:pt x="0" y="1648"/>
                    <a:pt x="60" y="1696"/>
                    <a:pt x="123" y="1696"/>
                  </a:cubicBezTo>
                  <a:cubicBezTo>
                    <a:pt x="166" y="1696"/>
                    <a:pt x="211" y="1674"/>
                    <a:pt x="231" y="1623"/>
                  </a:cubicBezTo>
                  <a:cubicBezTo>
                    <a:pt x="431" y="1122"/>
                    <a:pt x="506" y="621"/>
                    <a:pt x="506" y="95"/>
                  </a:cubicBezTo>
                  <a:cubicBezTo>
                    <a:pt x="506" y="32"/>
                    <a:pt x="450" y="1"/>
                    <a:pt x="39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4" name="Google Shape;4694;p54"/>
            <p:cNvSpPr/>
            <p:nvPr/>
          </p:nvSpPr>
          <p:spPr>
            <a:xfrm>
              <a:off x="2078297" y="2558979"/>
              <a:ext cx="55850" cy="135880"/>
            </a:xfrm>
            <a:custGeom>
              <a:rect b="b" l="l" r="r" t="t"/>
              <a:pathLst>
                <a:path extrusionOk="0" h="4827" w="1984">
                  <a:moveTo>
                    <a:pt x="1838" y="0"/>
                  </a:moveTo>
                  <a:cubicBezTo>
                    <a:pt x="1808" y="0"/>
                    <a:pt x="1777" y="13"/>
                    <a:pt x="1755" y="42"/>
                  </a:cubicBezTo>
                  <a:cubicBezTo>
                    <a:pt x="878" y="1471"/>
                    <a:pt x="277" y="3050"/>
                    <a:pt x="1" y="4704"/>
                  </a:cubicBezTo>
                  <a:cubicBezTo>
                    <a:pt x="1" y="4778"/>
                    <a:pt x="63" y="4826"/>
                    <a:pt x="119" y="4826"/>
                  </a:cubicBezTo>
                  <a:cubicBezTo>
                    <a:pt x="157" y="4826"/>
                    <a:pt x="191" y="4804"/>
                    <a:pt x="201" y="4754"/>
                  </a:cubicBezTo>
                  <a:cubicBezTo>
                    <a:pt x="477" y="3125"/>
                    <a:pt x="1054" y="1546"/>
                    <a:pt x="1931" y="142"/>
                  </a:cubicBezTo>
                  <a:cubicBezTo>
                    <a:pt x="1984" y="71"/>
                    <a:pt x="1912" y="0"/>
                    <a:pt x="183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5" name="Google Shape;4695;p54"/>
            <p:cNvSpPr/>
            <p:nvPr/>
          </p:nvSpPr>
          <p:spPr>
            <a:xfrm>
              <a:off x="2074074" y="2615871"/>
              <a:ext cx="12020" cy="20493"/>
            </a:xfrm>
            <a:custGeom>
              <a:rect b="b" l="l" r="r" t="t"/>
              <a:pathLst>
                <a:path extrusionOk="0" h="728" w="427">
                  <a:moveTo>
                    <a:pt x="351" y="1"/>
                  </a:moveTo>
                  <a:cubicBezTo>
                    <a:pt x="276" y="1"/>
                    <a:pt x="226" y="26"/>
                    <a:pt x="226" y="76"/>
                  </a:cubicBezTo>
                  <a:cubicBezTo>
                    <a:pt x="151" y="252"/>
                    <a:pt x="76" y="427"/>
                    <a:pt x="26" y="602"/>
                  </a:cubicBezTo>
                  <a:cubicBezTo>
                    <a:pt x="1" y="653"/>
                    <a:pt x="51" y="703"/>
                    <a:pt x="101" y="728"/>
                  </a:cubicBezTo>
                  <a:cubicBezTo>
                    <a:pt x="151" y="728"/>
                    <a:pt x="201" y="703"/>
                    <a:pt x="226" y="653"/>
                  </a:cubicBezTo>
                  <a:cubicBezTo>
                    <a:pt x="276" y="477"/>
                    <a:pt x="351" y="302"/>
                    <a:pt x="427" y="126"/>
                  </a:cubicBezTo>
                  <a:cubicBezTo>
                    <a:pt x="427" y="76"/>
                    <a:pt x="402" y="26"/>
                    <a:pt x="3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6" name="Google Shape;4696;p54"/>
            <p:cNvSpPr/>
            <p:nvPr/>
          </p:nvSpPr>
          <p:spPr>
            <a:xfrm>
              <a:off x="2096651" y="2654494"/>
              <a:ext cx="7798" cy="22098"/>
            </a:xfrm>
            <a:custGeom>
              <a:rect b="b" l="l" r="r" t="t"/>
              <a:pathLst>
                <a:path extrusionOk="0" h="785" w="277">
                  <a:moveTo>
                    <a:pt x="202" y="1"/>
                  </a:moveTo>
                  <a:cubicBezTo>
                    <a:pt x="194" y="1"/>
                    <a:pt x="185" y="3"/>
                    <a:pt x="176" y="7"/>
                  </a:cubicBezTo>
                  <a:cubicBezTo>
                    <a:pt x="126" y="7"/>
                    <a:pt x="76" y="32"/>
                    <a:pt x="76" y="108"/>
                  </a:cubicBezTo>
                  <a:cubicBezTo>
                    <a:pt x="51" y="283"/>
                    <a:pt x="26" y="484"/>
                    <a:pt x="1" y="684"/>
                  </a:cubicBezTo>
                  <a:cubicBezTo>
                    <a:pt x="1" y="734"/>
                    <a:pt x="76" y="784"/>
                    <a:pt x="126" y="784"/>
                  </a:cubicBezTo>
                  <a:cubicBezTo>
                    <a:pt x="176" y="784"/>
                    <a:pt x="201" y="734"/>
                    <a:pt x="226" y="684"/>
                  </a:cubicBezTo>
                  <a:cubicBezTo>
                    <a:pt x="226" y="484"/>
                    <a:pt x="251" y="283"/>
                    <a:pt x="276" y="108"/>
                  </a:cubicBezTo>
                  <a:cubicBezTo>
                    <a:pt x="276" y="46"/>
                    <a:pt x="242" y="1"/>
                    <a:pt x="2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7" name="Google Shape;4697;p54"/>
            <p:cNvSpPr/>
            <p:nvPr/>
          </p:nvSpPr>
          <p:spPr>
            <a:xfrm>
              <a:off x="2265556" y="2390581"/>
              <a:ext cx="139652" cy="209014"/>
            </a:xfrm>
            <a:custGeom>
              <a:rect b="b" l="l" r="r" t="t"/>
              <a:pathLst>
                <a:path extrusionOk="0" h="7425" w="4961">
                  <a:moveTo>
                    <a:pt x="4825" y="1"/>
                  </a:moveTo>
                  <a:cubicBezTo>
                    <a:pt x="4801" y="1"/>
                    <a:pt x="4776" y="10"/>
                    <a:pt x="4753" y="34"/>
                  </a:cubicBezTo>
                  <a:cubicBezTo>
                    <a:pt x="3023" y="1538"/>
                    <a:pt x="1645" y="3443"/>
                    <a:pt x="717" y="5523"/>
                  </a:cubicBezTo>
                  <a:cubicBezTo>
                    <a:pt x="442" y="6099"/>
                    <a:pt x="216" y="6701"/>
                    <a:pt x="16" y="7302"/>
                  </a:cubicBezTo>
                  <a:cubicBezTo>
                    <a:pt x="1" y="7377"/>
                    <a:pt x="57" y="7425"/>
                    <a:pt x="116" y="7425"/>
                  </a:cubicBezTo>
                  <a:cubicBezTo>
                    <a:pt x="155" y="7425"/>
                    <a:pt x="196" y="7403"/>
                    <a:pt x="216" y="7352"/>
                  </a:cubicBezTo>
                  <a:cubicBezTo>
                    <a:pt x="893" y="5197"/>
                    <a:pt x="2046" y="3192"/>
                    <a:pt x="3550" y="1513"/>
                  </a:cubicBezTo>
                  <a:cubicBezTo>
                    <a:pt x="3976" y="1036"/>
                    <a:pt x="4427" y="585"/>
                    <a:pt x="4903" y="159"/>
                  </a:cubicBezTo>
                  <a:cubicBezTo>
                    <a:pt x="4960" y="102"/>
                    <a:pt x="4901" y="1"/>
                    <a:pt x="48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8" name="Google Shape;4698;p54"/>
            <p:cNvSpPr/>
            <p:nvPr/>
          </p:nvSpPr>
          <p:spPr>
            <a:xfrm>
              <a:off x="2204891" y="2426586"/>
              <a:ext cx="113529" cy="211829"/>
            </a:xfrm>
            <a:custGeom>
              <a:rect b="b" l="l" r="r" t="t"/>
              <a:pathLst>
                <a:path extrusionOk="0" h="7525" w="4033">
                  <a:moveTo>
                    <a:pt x="3886" y="0"/>
                  </a:moveTo>
                  <a:cubicBezTo>
                    <a:pt x="3864" y="0"/>
                    <a:pt x="3842" y="10"/>
                    <a:pt x="3825" y="33"/>
                  </a:cubicBezTo>
                  <a:cubicBezTo>
                    <a:pt x="2371" y="1662"/>
                    <a:pt x="1243" y="3567"/>
                    <a:pt x="542" y="5622"/>
                  </a:cubicBezTo>
                  <a:cubicBezTo>
                    <a:pt x="316" y="6199"/>
                    <a:pt x="141" y="6800"/>
                    <a:pt x="15" y="7402"/>
                  </a:cubicBezTo>
                  <a:cubicBezTo>
                    <a:pt x="0" y="7476"/>
                    <a:pt x="66" y="7524"/>
                    <a:pt x="126" y="7524"/>
                  </a:cubicBezTo>
                  <a:cubicBezTo>
                    <a:pt x="167" y="7524"/>
                    <a:pt x="206" y="7502"/>
                    <a:pt x="216" y="7452"/>
                  </a:cubicBezTo>
                  <a:cubicBezTo>
                    <a:pt x="692" y="5346"/>
                    <a:pt x="1594" y="3367"/>
                    <a:pt x="2822" y="1612"/>
                  </a:cubicBezTo>
                  <a:cubicBezTo>
                    <a:pt x="3173" y="1111"/>
                    <a:pt x="3549" y="635"/>
                    <a:pt x="3975" y="184"/>
                  </a:cubicBezTo>
                  <a:cubicBezTo>
                    <a:pt x="4033" y="107"/>
                    <a:pt x="3958" y="0"/>
                    <a:pt x="38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9" name="Google Shape;4699;p54"/>
            <p:cNvSpPr/>
            <p:nvPr/>
          </p:nvSpPr>
          <p:spPr>
            <a:xfrm>
              <a:off x="2193011" y="2511714"/>
              <a:ext cx="34484" cy="58777"/>
            </a:xfrm>
            <a:custGeom>
              <a:rect b="b" l="l" r="r" t="t"/>
              <a:pathLst>
                <a:path extrusionOk="0" h="2088" w="1225">
                  <a:moveTo>
                    <a:pt x="1081" y="0"/>
                  </a:moveTo>
                  <a:cubicBezTo>
                    <a:pt x="1054" y="0"/>
                    <a:pt x="1028" y="12"/>
                    <a:pt x="1014" y="42"/>
                  </a:cubicBezTo>
                  <a:cubicBezTo>
                    <a:pt x="688" y="668"/>
                    <a:pt x="362" y="1295"/>
                    <a:pt x="36" y="1921"/>
                  </a:cubicBezTo>
                  <a:cubicBezTo>
                    <a:pt x="0" y="2011"/>
                    <a:pt x="80" y="2088"/>
                    <a:pt x="146" y="2088"/>
                  </a:cubicBezTo>
                  <a:cubicBezTo>
                    <a:pt x="173" y="2088"/>
                    <a:pt x="197" y="2075"/>
                    <a:pt x="212" y="2047"/>
                  </a:cubicBezTo>
                  <a:cubicBezTo>
                    <a:pt x="538" y="1395"/>
                    <a:pt x="863" y="769"/>
                    <a:pt x="1189" y="142"/>
                  </a:cubicBezTo>
                  <a:cubicBezTo>
                    <a:pt x="1225" y="71"/>
                    <a:pt x="1147" y="0"/>
                    <a:pt x="108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0" name="Google Shape;4700;p54"/>
            <p:cNvSpPr/>
            <p:nvPr/>
          </p:nvSpPr>
          <p:spPr>
            <a:xfrm>
              <a:off x="2233520" y="2463914"/>
              <a:ext cx="17678" cy="25982"/>
            </a:xfrm>
            <a:custGeom>
              <a:rect b="b" l="l" r="r" t="t"/>
              <a:pathLst>
                <a:path extrusionOk="0" h="923" w="628">
                  <a:moveTo>
                    <a:pt x="512" y="1"/>
                  </a:moveTo>
                  <a:cubicBezTo>
                    <a:pt x="477" y="1"/>
                    <a:pt x="445" y="24"/>
                    <a:pt x="427" y="61"/>
                  </a:cubicBezTo>
                  <a:cubicBezTo>
                    <a:pt x="277" y="286"/>
                    <a:pt x="151" y="537"/>
                    <a:pt x="26" y="762"/>
                  </a:cubicBezTo>
                  <a:cubicBezTo>
                    <a:pt x="1" y="812"/>
                    <a:pt x="1" y="888"/>
                    <a:pt x="51" y="913"/>
                  </a:cubicBezTo>
                  <a:cubicBezTo>
                    <a:pt x="64" y="919"/>
                    <a:pt x="80" y="923"/>
                    <a:pt x="95" y="923"/>
                  </a:cubicBezTo>
                  <a:cubicBezTo>
                    <a:pt x="138" y="923"/>
                    <a:pt x="183" y="899"/>
                    <a:pt x="201" y="863"/>
                  </a:cubicBezTo>
                  <a:cubicBezTo>
                    <a:pt x="327" y="637"/>
                    <a:pt x="452" y="386"/>
                    <a:pt x="602" y="161"/>
                  </a:cubicBezTo>
                  <a:cubicBezTo>
                    <a:pt x="627" y="111"/>
                    <a:pt x="602" y="36"/>
                    <a:pt x="552" y="10"/>
                  </a:cubicBezTo>
                  <a:cubicBezTo>
                    <a:pt x="539" y="4"/>
                    <a:pt x="525" y="1"/>
                    <a:pt x="51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1" name="Google Shape;4701;p54"/>
            <p:cNvSpPr/>
            <p:nvPr/>
          </p:nvSpPr>
          <p:spPr>
            <a:xfrm>
              <a:off x="2248356" y="2473175"/>
              <a:ext cx="12020" cy="20690"/>
            </a:xfrm>
            <a:custGeom>
              <a:rect b="b" l="l" r="r" t="t"/>
              <a:pathLst>
                <a:path extrusionOk="0" h="735" w="427">
                  <a:moveTo>
                    <a:pt x="299" y="1"/>
                  </a:moveTo>
                  <a:cubicBezTo>
                    <a:pt x="258" y="1"/>
                    <a:pt x="221" y="42"/>
                    <a:pt x="201" y="82"/>
                  </a:cubicBezTo>
                  <a:cubicBezTo>
                    <a:pt x="151" y="258"/>
                    <a:pt x="75" y="433"/>
                    <a:pt x="25" y="609"/>
                  </a:cubicBezTo>
                  <a:cubicBezTo>
                    <a:pt x="0" y="659"/>
                    <a:pt x="50" y="709"/>
                    <a:pt x="100" y="734"/>
                  </a:cubicBezTo>
                  <a:cubicBezTo>
                    <a:pt x="151" y="734"/>
                    <a:pt x="201" y="709"/>
                    <a:pt x="226" y="659"/>
                  </a:cubicBezTo>
                  <a:cubicBezTo>
                    <a:pt x="276" y="483"/>
                    <a:pt x="351" y="308"/>
                    <a:pt x="401" y="133"/>
                  </a:cubicBezTo>
                  <a:cubicBezTo>
                    <a:pt x="426" y="82"/>
                    <a:pt x="401" y="7"/>
                    <a:pt x="326" y="7"/>
                  </a:cubicBezTo>
                  <a:cubicBezTo>
                    <a:pt x="317" y="3"/>
                    <a:pt x="308" y="1"/>
                    <a:pt x="29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2" name="Google Shape;4702;p54"/>
            <p:cNvSpPr/>
            <p:nvPr/>
          </p:nvSpPr>
          <p:spPr>
            <a:xfrm>
              <a:off x="2154867" y="2493359"/>
              <a:ext cx="34315" cy="87800"/>
            </a:xfrm>
            <a:custGeom>
              <a:rect b="b" l="l" r="r" t="t"/>
              <a:pathLst>
                <a:path extrusionOk="0" h="3119" w="1219">
                  <a:moveTo>
                    <a:pt x="1073" y="1"/>
                  </a:moveTo>
                  <a:cubicBezTo>
                    <a:pt x="1043" y="1"/>
                    <a:pt x="1012" y="13"/>
                    <a:pt x="990" y="42"/>
                  </a:cubicBezTo>
                  <a:cubicBezTo>
                    <a:pt x="464" y="969"/>
                    <a:pt x="138" y="1972"/>
                    <a:pt x="13" y="3025"/>
                  </a:cubicBezTo>
                  <a:cubicBezTo>
                    <a:pt x="0" y="3087"/>
                    <a:pt x="44" y="3119"/>
                    <a:pt x="94" y="3119"/>
                  </a:cubicBezTo>
                  <a:cubicBezTo>
                    <a:pt x="144" y="3119"/>
                    <a:pt x="201" y="3087"/>
                    <a:pt x="213" y="3025"/>
                  </a:cubicBezTo>
                  <a:cubicBezTo>
                    <a:pt x="339" y="2022"/>
                    <a:pt x="664" y="1020"/>
                    <a:pt x="1166" y="142"/>
                  </a:cubicBezTo>
                  <a:cubicBezTo>
                    <a:pt x="1219" y="72"/>
                    <a:pt x="1147" y="1"/>
                    <a:pt x="107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3" name="Google Shape;4703;p54"/>
            <p:cNvSpPr/>
            <p:nvPr/>
          </p:nvSpPr>
          <p:spPr>
            <a:xfrm>
              <a:off x="2159456" y="2618011"/>
              <a:ext cx="7769" cy="5658"/>
            </a:xfrm>
            <a:custGeom>
              <a:rect b="b" l="l" r="r" t="t"/>
              <a:pathLst>
                <a:path extrusionOk="0" h="201" w="276">
                  <a:moveTo>
                    <a:pt x="151" y="0"/>
                  </a:moveTo>
                  <a:cubicBezTo>
                    <a:pt x="0" y="0"/>
                    <a:pt x="0" y="201"/>
                    <a:pt x="151" y="201"/>
                  </a:cubicBezTo>
                  <a:cubicBezTo>
                    <a:pt x="276" y="201"/>
                    <a:pt x="27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4" name="Google Shape;4704;p54"/>
            <p:cNvSpPr/>
            <p:nvPr/>
          </p:nvSpPr>
          <p:spPr>
            <a:xfrm>
              <a:off x="2240586" y="2566382"/>
              <a:ext cx="14131" cy="29783"/>
            </a:xfrm>
            <a:custGeom>
              <a:rect b="b" l="l" r="r" t="t"/>
              <a:pathLst>
                <a:path extrusionOk="0" h="1058" w="502">
                  <a:moveTo>
                    <a:pt x="373" y="1"/>
                  </a:moveTo>
                  <a:cubicBezTo>
                    <a:pt x="348" y="1"/>
                    <a:pt x="322" y="8"/>
                    <a:pt x="301" y="30"/>
                  </a:cubicBezTo>
                  <a:cubicBezTo>
                    <a:pt x="101" y="280"/>
                    <a:pt x="0" y="631"/>
                    <a:pt x="26" y="957"/>
                  </a:cubicBezTo>
                  <a:cubicBezTo>
                    <a:pt x="26" y="1007"/>
                    <a:pt x="51" y="1057"/>
                    <a:pt x="126" y="1057"/>
                  </a:cubicBezTo>
                  <a:cubicBezTo>
                    <a:pt x="176" y="1057"/>
                    <a:pt x="226" y="1007"/>
                    <a:pt x="226" y="957"/>
                  </a:cubicBezTo>
                  <a:cubicBezTo>
                    <a:pt x="201" y="681"/>
                    <a:pt x="276" y="380"/>
                    <a:pt x="452" y="180"/>
                  </a:cubicBezTo>
                  <a:cubicBezTo>
                    <a:pt x="477" y="130"/>
                    <a:pt x="502" y="80"/>
                    <a:pt x="452" y="30"/>
                  </a:cubicBezTo>
                  <a:cubicBezTo>
                    <a:pt x="437" y="15"/>
                    <a:pt x="406" y="1"/>
                    <a:pt x="37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5" name="Google Shape;4705;p54"/>
            <p:cNvSpPr/>
            <p:nvPr/>
          </p:nvSpPr>
          <p:spPr>
            <a:xfrm>
              <a:off x="2354174" y="2403530"/>
              <a:ext cx="11316" cy="9177"/>
            </a:xfrm>
            <a:custGeom>
              <a:rect b="b" l="l" r="r" t="t"/>
              <a:pathLst>
                <a:path extrusionOk="0" h="326" w="402">
                  <a:moveTo>
                    <a:pt x="251" y="0"/>
                  </a:moveTo>
                  <a:lnTo>
                    <a:pt x="51" y="150"/>
                  </a:lnTo>
                  <a:cubicBezTo>
                    <a:pt x="26" y="150"/>
                    <a:pt x="26" y="175"/>
                    <a:pt x="1" y="201"/>
                  </a:cubicBezTo>
                  <a:cubicBezTo>
                    <a:pt x="1" y="226"/>
                    <a:pt x="1" y="251"/>
                    <a:pt x="26" y="276"/>
                  </a:cubicBezTo>
                  <a:cubicBezTo>
                    <a:pt x="26" y="301"/>
                    <a:pt x="51" y="326"/>
                    <a:pt x="76" y="326"/>
                  </a:cubicBezTo>
                  <a:lnTo>
                    <a:pt x="151" y="326"/>
                  </a:lnTo>
                  <a:lnTo>
                    <a:pt x="351" y="175"/>
                  </a:lnTo>
                  <a:cubicBezTo>
                    <a:pt x="376" y="175"/>
                    <a:pt x="402" y="150"/>
                    <a:pt x="402" y="125"/>
                  </a:cubicBezTo>
                  <a:cubicBezTo>
                    <a:pt x="402" y="100"/>
                    <a:pt x="402" y="75"/>
                    <a:pt x="402" y="50"/>
                  </a:cubicBezTo>
                  <a:cubicBezTo>
                    <a:pt x="376" y="25"/>
                    <a:pt x="351" y="0"/>
                    <a:pt x="3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6" name="Google Shape;4706;p54"/>
            <p:cNvSpPr/>
            <p:nvPr/>
          </p:nvSpPr>
          <p:spPr>
            <a:xfrm>
              <a:off x="2262459" y="2354126"/>
              <a:ext cx="28938" cy="13005"/>
            </a:xfrm>
            <a:custGeom>
              <a:rect b="b" l="l" r="r" t="t"/>
              <a:pathLst>
                <a:path extrusionOk="0" h="462" w="1028">
                  <a:moveTo>
                    <a:pt x="878" y="1"/>
                  </a:moveTo>
                  <a:cubicBezTo>
                    <a:pt x="627" y="101"/>
                    <a:pt x="351" y="176"/>
                    <a:pt x="101" y="276"/>
                  </a:cubicBezTo>
                  <a:cubicBezTo>
                    <a:pt x="51" y="276"/>
                    <a:pt x="0" y="326"/>
                    <a:pt x="25" y="402"/>
                  </a:cubicBezTo>
                  <a:cubicBezTo>
                    <a:pt x="44" y="438"/>
                    <a:pt x="76" y="462"/>
                    <a:pt x="111" y="462"/>
                  </a:cubicBezTo>
                  <a:cubicBezTo>
                    <a:pt x="124" y="462"/>
                    <a:pt x="137" y="459"/>
                    <a:pt x="151" y="452"/>
                  </a:cubicBezTo>
                  <a:cubicBezTo>
                    <a:pt x="401" y="377"/>
                    <a:pt x="677" y="301"/>
                    <a:pt x="928" y="201"/>
                  </a:cubicBezTo>
                  <a:cubicBezTo>
                    <a:pt x="978" y="176"/>
                    <a:pt x="1028" y="126"/>
                    <a:pt x="1003" y="76"/>
                  </a:cubicBezTo>
                  <a:cubicBezTo>
                    <a:pt x="978" y="26"/>
                    <a:pt x="928" y="1"/>
                    <a:pt x="87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7" name="Google Shape;4707;p54"/>
            <p:cNvSpPr/>
            <p:nvPr/>
          </p:nvSpPr>
          <p:spPr>
            <a:xfrm>
              <a:off x="2358706" y="2353197"/>
              <a:ext cx="124648" cy="248536"/>
            </a:xfrm>
            <a:custGeom>
              <a:rect b="b" l="l" r="r" t="t"/>
              <a:pathLst>
                <a:path extrusionOk="0" h="8829" w="4428">
                  <a:moveTo>
                    <a:pt x="4275" y="1"/>
                  </a:moveTo>
                  <a:cubicBezTo>
                    <a:pt x="4250" y="1"/>
                    <a:pt x="4224" y="10"/>
                    <a:pt x="4200" y="34"/>
                  </a:cubicBezTo>
                  <a:cubicBezTo>
                    <a:pt x="2471" y="1888"/>
                    <a:pt x="1168" y="4144"/>
                    <a:pt x="466" y="6600"/>
                  </a:cubicBezTo>
                  <a:cubicBezTo>
                    <a:pt x="266" y="7277"/>
                    <a:pt x="115" y="7979"/>
                    <a:pt x="15" y="8705"/>
                  </a:cubicBezTo>
                  <a:cubicBezTo>
                    <a:pt x="0" y="8780"/>
                    <a:pt x="65" y="8828"/>
                    <a:pt x="120" y="8828"/>
                  </a:cubicBezTo>
                  <a:cubicBezTo>
                    <a:pt x="158" y="8828"/>
                    <a:pt x="190" y="8806"/>
                    <a:pt x="190" y="8756"/>
                  </a:cubicBezTo>
                  <a:cubicBezTo>
                    <a:pt x="566" y="6249"/>
                    <a:pt x="1544" y="3868"/>
                    <a:pt x="2997" y="1813"/>
                  </a:cubicBezTo>
                  <a:cubicBezTo>
                    <a:pt x="3424" y="1237"/>
                    <a:pt x="3875" y="685"/>
                    <a:pt x="4351" y="184"/>
                  </a:cubicBezTo>
                  <a:cubicBezTo>
                    <a:pt x="4428" y="107"/>
                    <a:pt x="4357" y="1"/>
                    <a:pt x="42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8" name="Google Shape;4708;p54"/>
            <p:cNvSpPr/>
            <p:nvPr/>
          </p:nvSpPr>
          <p:spPr>
            <a:xfrm>
              <a:off x="2422271" y="2384247"/>
              <a:ext cx="76118" cy="237136"/>
            </a:xfrm>
            <a:custGeom>
              <a:rect b="b" l="l" r="r" t="t"/>
              <a:pathLst>
                <a:path extrusionOk="0" h="8424" w="2704">
                  <a:moveTo>
                    <a:pt x="2570" y="1"/>
                  </a:moveTo>
                  <a:cubicBezTo>
                    <a:pt x="2540" y="1"/>
                    <a:pt x="2510" y="18"/>
                    <a:pt x="2494" y="58"/>
                  </a:cubicBezTo>
                  <a:cubicBezTo>
                    <a:pt x="1441" y="2064"/>
                    <a:pt x="714" y="4219"/>
                    <a:pt x="288" y="6449"/>
                  </a:cubicBezTo>
                  <a:cubicBezTo>
                    <a:pt x="163" y="7076"/>
                    <a:pt x="88" y="7703"/>
                    <a:pt x="13" y="8329"/>
                  </a:cubicBezTo>
                  <a:cubicBezTo>
                    <a:pt x="0" y="8392"/>
                    <a:pt x="50" y="8423"/>
                    <a:pt x="103" y="8423"/>
                  </a:cubicBezTo>
                  <a:cubicBezTo>
                    <a:pt x="157" y="8423"/>
                    <a:pt x="213" y="8392"/>
                    <a:pt x="213" y="8329"/>
                  </a:cubicBezTo>
                  <a:cubicBezTo>
                    <a:pt x="464" y="6124"/>
                    <a:pt x="1015" y="3943"/>
                    <a:pt x="1867" y="1888"/>
                  </a:cubicBezTo>
                  <a:cubicBezTo>
                    <a:pt x="2093" y="1287"/>
                    <a:pt x="2369" y="710"/>
                    <a:pt x="2669" y="159"/>
                  </a:cubicBezTo>
                  <a:cubicBezTo>
                    <a:pt x="2703" y="74"/>
                    <a:pt x="2634" y="1"/>
                    <a:pt x="257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9" name="Google Shape;4709;p54"/>
            <p:cNvSpPr/>
            <p:nvPr/>
          </p:nvSpPr>
          <p:spPr>
            <a:xfrm>
              <a:off x="2519841" y="2346441"/>
              <a:ext cx="36145" cy="309594"/>
            </a:xfrm>
            <a:custGeom>
              <a:rect b="b" l="l" r="r" t="t"/>
              <a:pathLst>
                <a:path extrusionOk="0" h="10998" w="1284">
                  <a:moveTo>
                    <a:pt x="123" y="1"/>
                  </a:moveTo>
                  <a:cubicBezTo>
                    <a:pt x="60" y="1"/>
                    <a:pt x="0" y="49"/>
                    <a:pt x="30" y="123"/>
                  </a:cubicBezTo>
                  <a:cubicBezTo>
                    <a:pt x="857" y="2830"/>
                    <a:pt x="1083" y="5687"/>
                    <a:pt x="732" y="8494"/>
                  </a:cubicBezTo>
                  <a:cubicBezTo>
                    <a:pt x="632" y="9296"/>
                    <a:pt x="481" y="10098"/>
                    <a:pt x="281" y="10875"/>
                  </a:cubicBezTo>
                  <a:cubicBezTo>
                    <a:pt x="251" y="10950"/>
                    <a:pt x="310" y="10998"/>
                    <a:pt x="368" y="10998"/>
                  </a:cubicBezTo>
                  <a:cubicBezTo>
                    <a:pt x="408" y="10998"/>
                    <a:pt x="446" y="10976"/>
                    <a:pt x="456" y="10925"/>
                  </a:cubicBezTo>
                  <a:cubicBezTo>
                    <a:pt x="1183" y="8168"/>
                    <a:pt x="1284" y="5261"/>
                    <a:pt x="782" y="2429"/>
                  </a:cubicBezTo>
                  <a:cubicBezTo>
                    <a:pt x="657" y="1652"/>
                    <a:pt x="456" y="850"/>
                    <a:pt x="231" y="73"/>
                  </a:cubicBezTo>
                  <a:cubicBezTo>
                    <a:pt x="211" y="23"/>
                    <a:pt x="166" y="1"/>
                    <a:pt x="12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0" name="Google Shape;4710;p54"/>
            <p:cNvSpPr/>
            <p:nvPr/>
          </p:nvSpPr>
          <p:spPr>
            <a:xfrm>
              <a:off x="2564938" y="2372396"/>
              <a:ext cx="47489" cy="258135"/>
            </a:xfrm>
            <a:custGeom>
              <a:rect b="b" l="l" r="r" t="t"/>
              <a:pathLst>
                <a:path extrusionOk="0" h="9170" w="1687">
                  <a:moveTo>
                    <a:pt x="137" y="0"/>
                  </a:moveTo>
                  <a:cubicBezTo>
                    <a:pt x="69" y="0"/>
                    <a:pt x="1" y="49"/>
                    <a:pt x="32" y="129"/>
                  </a:cubicBezTo>
                  <a:cubicBezTo>
                    <a:pt x="910" y="2334"/>
                    <a:pt x="1361" y="4690"/>
                    <a:pt x="1336" y="7071"/>
                  </a:cubicBezTo>
                  <a:cubicBezTo>
                    <a:pt x="1336" y="7748"/>
                    <a:pt x="1286" y="8399"/>
                    <a:pt x="1210" y="9076"/>
                  </a:cubicBezTo>
                  <a:cubicBezTo>
                    <a:pt x="1198" y="9139"/>
                    <a:pt x="1242" y="9170"/>
                    <a:pt x="1292" y="9170"/>
                  </a:cubicBezTo>
                  <a:cubicBezTo>
                    <a:pt x="1342" y="9170"/>
                    <a:pt x="1398" y="9139"/>
                    <a:pt x="1411" y="9076"/>
                  </a:cubicBezTo>
                  <a:cubicBezTo>
                    <a:pt x="1687" y="6695"/>
                    <a:pt x="1511" y="4289"/>
                    <a:pt x="885" y="1983"/>
                  </a:cubicBezTo>
                  <a:cubicBezTo>
                    <a:pt x="709" y="1332"/>
                    <a:pt x="484" y="705"/>
                    <a:pt x="233" y="53"/>
                  </a:cubicBezTo>
                  <a:cubicBezTo>
                    <a:pt x="214" y="17"/>
                    <a:pt x="176" y="0"/>
                    <a:pt x="13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1" name="Google Shape;4711;p54"/>
            <p:cNvSpPr/>
            <p:nvPr/>
          </p:nvSpPr>
          <p:spPr>
            <a:xfrm>
              <a:off x="2618566" y="2440521"/>
              <a:ext cx="38312" cy="283555"/>
            </a:xfrm>
            <a:custGeom>
              <a:rect b="b" l="l" r="r" t="t"/>
              <a:pathLst>
                <a:path extrusionOk="0" h="10073" w="1361">
                  <a:moveTo>
                    <a:pt x="132" y="0"/>
                  </a:moveTo>
                  <a:cubicBezTo>
                    <a:pt x="70" y="0"/>
                    <a:pt x="0" y="60"/>
                    <a:pt x="32" y="140"/>
                  </a:cubicBezTo>
                  <a:cubicBezTo>
                    <a:pt x="834" y="2596"/>
                    <a:pt x="1160" y="5202"/>
                    <a:pt x="985" y="7784"/>
                  </a:cubicBezTo>
                  <a:cubicBezTo>
                    <a:pt x="934" y="8511"/>
                    <a:pt x="834" y="9237"/>
                    <a:pt x="709" y="9939"/>
                  </a:cubicBezTo>
                  <a:cubicBezTo>
                    <a:pt x="694" y="10015"/>
                    <a:pt x="752" y="10073"/>
                    <a:pt x="806" y="10073"/>
                  </a:cubicBezTo>
                  <a:cubicBezTo>
                    <a:pt x="841" y="10073"/>
                    <a:pt x="874" y="10049"/>
                    <a:pt x="884" y="9989"/>
                  </a:cubicBezTo>
                  <a:cubicBezTo>
                    <a:pt x="1360" y="7433"/>
                    <a:pt x="1335" y="4776"/>
                    <a:pt x="784" y="2220"/>
                  </a:cubicBezTo>
                  <a:cubicBezTo>
                    <a:pt x="634" y="1493"/>
                    <a:pt x="458" y="766"/>
                    <a:pt x="208" y="65"/>
                  </a:cubicBezTo>
                  <a:cubicBezTo>
                    <a:pt x="199" y="19"/>
                    <a:pt x="167" y="0"/>
                    <a:pt x="13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2" name="Google Shape;4712;p54"/>
            <p:cNvSpPr/>
            <p:nvPr/>
          </p:nvSpPr>
          <p:spPr>
            <a:xfrm>
              <a:off x="2659947" y="2630876"/>
              <a:ext cx="17397" cy="113360"/>
            </a:xfrm>
            <a:custGeom>
              <a:rect b="b" l="l" r="r" t="t"/>
              <a:pathLst>
                <a:path extrusionOk="0" h="4027" w="618">
                  <a:moveTo>
                    <a:pt x="370" y="1"/>
                  </a:moveTo>
                  <a:cubicBezTo>
                    <a:pt x="317" y="1"/>
                    <a:pt x="266" y="32"/>
                    <a:pt x="266" y="95"/>
                  </a:cubicBezTo>
                  <a:cubicBezTo>
                    <a:pt x="417" y="1373"/>
                    <a:pt x="317" y="2651"/>
                    <a:pt x="16" y="3904"/>
                  </a:cubicBezTo>
                  <a:cubicBezTo>
                    <a:pt x="1" y="3979"/>
                    <a:pt x="57" y="4027"/>
                    <a:pt x="116" y="4027"/>
                  </a:cubicBezTo>
                  <a:cubicBezTo>
                    <a:pt x="155" y="4027"/>
                    <a:pt x="196" y="4005"/>
                    <a:pt x="216" y="3954"/>
                  </a:cubicBezTo>
                  <a:cubicBezTo>
                    <a:pt x="517" y="2701"/>
                    <a:pt x="617" y="1373"/>
                    <a:pt x="492" y="95"/>
                  </a:cubicBezTo>
                  <a:cubicBezTo>
                    <a:pt x="479" y="32"/>
                    <a:pt x="423" y="1"/>
                    <a:pt x="37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3" name="Google Shape;4713;p54"/>
            <p:cNvSpPr/>
            <p:nvPr/>
          </p:nvSpPr>
          <p:spPr>
            <a:xfrm>
              <a:off x="2666731" y="2606722"/>
              <a:ext cx="7066" cy="5658"/>
            </a:xfrm>
            <a:custGeom>
              <a:rect b="b" l="l" r="r" t="t"/>
              <a:pathLst>
                <a:path extrusionOk="0" h="201" w="251">
                  <a:moveTo>
                    <a:pt x="126" y="0"/>
                  </a:moveTo>
                  <a:cubicBezTo>
                    <a:pt x="0" y="0"/>
                    <a:pt x="0"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4" name="Google Shape;4714;p54"/>
            <p:cNvSpPr/>
            <p:nvPr/>
          </p:nvSpPr>
          <p:spPr>
            <a:xfrm>
              <a:off x="2620874" y="2747898"/>
              <a:ext cx="21732" cy="68602"/>
            </a:xfrm>
            <a:custGeom>
              <a:rect b="b" l="l" r="r" t="t"/>
              <a:pathLst>
                <a:path extrusionOk="0" h="2437" w="772">
                  <a:moveTo>
                    <a:pt x="441" y="0"/>
                  </a:moveTo>
                  <a:cubicBezTo>
                    <a:pt x="400" y="0"/>
                    <a:pt x="361" y="22"/>
                    <a:pt x="351" y="73"/>
                  </a:cubicBezTo>
                  <a:cubicBezTo>
                    <a:pt x="301" y="374"/>
                    <a:pt x="226" y="699"/>
                    <a:pt x="176" y="1025"/>
                  </a:cubicBezTo>
                  <a:cubicBezTo>
                    <a:pt x="126" y="1176"/>
                    <a:pt x="101" y="1326"/>
                    <a:pt x="75" y="1476"/>
                  </a:cubicBezTo>
                  <a:cubicBezTo>
                    <a:pt x="50" y="1627"/>
                    <a:pt x="0" y="1777"/>
                    <a:pt x="0" y="1928"/>
                  </a:cubicBezTo>
                  <a:cubicBezTo>
                    <a:pt x="0" y="2153"/>
                    <a:pt x="126" y="2404"/>
                    <a:pt x="376" y="2429"/>
                  </a:cubicBezTo>
                  <a:cubicBezTo>
                    <a:pt x="397" y="2434"/>
                    <a:pt x="418" y="2437"/>
                    <a:pt x="439" y="2437"/>
                  </a:cubicBezTo>
                  <a:cubicBezTo>
                    <a:pt x="616" y="2437"/>
                    <a:pt x="772" y="2255"/>
                    <a:pt x="727" y="2053"/>
                  </a:cubicBezTo>
                  <a:cubicBezTo>
                    <a:pt x="717" y="2002"/>
                    <a:pt x="678" y="1980"/>
                    <a:pt x="637" y="1980"/>
                  </a:cubicBezTo>
                  <a:cubicBezTo>
                    <a:pt x="577" y="1980"/>
                    <a:pt x="512" y="2028"/>
                    <a:pt x="527" y="2103"/>
                  </a:cubicBezTo>
                  <a:cubicBezTo>
                    <a:pt x="547" y="2186"/>
                    <a:pt x="465" y="2235"/>
                    <a:pt x="393" y="2235"/>
                  </a:cubicBezTo>
                  <a:cubicBezTo>
                    <a:pt x="378" y="2235"/>
                    <a:pt x="364" y="2233"/>
                    <a:pt x="351" y="2228"/>
                  </a:cubicBezTo>
                  <a:cubicBezTo>
                    <a:pt x="276" y="2203"/>
                    <a:pt x="251" y="2103"/>
                    <a:pt x="226" y="2028"/>
                  </a:cubicBezTo>
                  <a:cubicBezTo>
                    <a:pt x="176" y="1827"/>
                    <a:pt x="251" y="1602"/>
                    <a:pt x="301" y="1401"/>
                  </a:cubicBezTo>
                  <a:cubicBezTo>
                    <a:pt x="376" y="975"/>
                    <a:pt x="476" y="549"/>
                    <a:pt x="552" y="123"/>
                  </a:cubicBezTo>
                  <a:cubicBezTo>
                    <a:pt x="567" y="48"/>
                    <a:pt x="501" y="0"/>
                    <a:pt x="44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5" name="Google Shape;4715;p54"/>
            <p:cNvSpPr/>
            <p:nvPr/>
          </p:nvSpPr>
          <p:spPr>
            <a:xfrm>
              <a:off x="2570625" y="2667472"/>
              <a:ext cx="29248" cy="78876"/>
            </a:xfrm>
            <a:custGeom>
              <a:rect b="b" l="l" r="r" t="t"/>
              <a:pathLst>
                <a:path extrusionOk="0" h="2802" w="1039">
                  <a:moveTo>
                    <a:pt x="916" y="0"/>
                  </a:moveTo>
                  <a:cubicBezTo>
                    <a:pt x="873" y="0"/>
                    <a:pt x="828" y="22"/>
                    <a:pt x="808" y="73"/>
                  </a:cubicBezTo>
                  <a:cubicBezTo>
                    <a:pt x="557" y="950"/>
                    <a:pt x="282" y="1802"/>
                    <a:pt x="31" y="2679"/>
                  </a:cubicBezTo>
                  <a:cubicBezTo>
                    <a:pt x="1" y="2754"/>
                    <a:pt x="60" y="2802"/>
                    <a:pt x="118" y="2802"/>
                  </a:cubicBezTo>
                  <a:cubicBezTo>
                    <a:pt x="157" y="2802"/>
                    <a:pt x="196" y="2780"/>
                    <a:pt x="206" y="2729"/>
                  </a:cubicBezTo>
                  <a:cubicBezTo>
                    <a:pt x="482" y="1852"/>
                    <a:pt x="733" y="1000"/>
                    <a:pt x="1008" y="123"/>
                  </a:cubicBezTo>
                  <a:cubicBezTo>
                    <a:pt x="1038" y="48"/>
                    <a:pt x="979" y="0"/>
                    <a:pt x="91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6" name="Google Shape;4716;p54"/>
            <p:cNvSpPr/>
            <p:nvPr/>
          </p:nvSpPr>
          <p:spPr>
            <a:xfrm>
              <a:off x="2572173" y="2658210"/>
              <a:ext cx="7798" cy="25419"/>
            </a:xfrm>
            <a:custGeom>
              <a:rect b="b" l="l" r="r" t="t"/>
              <a:pathLst>
                <a:path extrusionOk="0" h="903" w="277">
                  <a:moveTo>
                    <a:pt x="151" y="1"/>
                  </a:moveTo>
                  <a:cubicBezTo>
                    <a:pt x="101" y="1"/>
                    <a:pt x="51" y="26"/>
                    <a:pt x="51" y="101"/>
                  </a:cubicBezTo>
                  <a:cubicBezTo>
                    <a:pt x="26" y="327"/>
                    <a:pt x="26" y="577"/>
                    <a:pt x="1" y="803"/>
                  </a:cubicBezTo>
                  <a:cubicBezTo>
                    <a:pt x="1" y="853"/>
                    <a:pt x="51" y="903"/>
                    <a:pt x="101" y="903"/>
                  </a:cubicBezTo>
                  <a:cubicBezTo>
                    <a:pt x="151" y="903"/>
                    <a:pt x="201" y="853"/>
                    <a:pt x="201" y="803"/>
                  </a:cubicBezTo>
                  <a:cubicBezTo>
                    <a:pt x="227" y="577"/>
                    <a:pt x="252" y="327"/>
                    <a:pt x="252" y="101"/>
                  </a:cubicBezTo>
                  <a:cubicBezTo>
                    <a:pt x="277" y="26"/>
                    <a:pt x="201"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7" name="Google Shape;4717;p54"/>
            <p:cNvSpPr/>
            <p:nvPr/>
          </p:nvSpPr>
          <p:spPr>
            <a:xfrm>
              <a:off x="2562602" y="2452991"/>
              <a:ext cx="19480" cy="179738"/>
            </a:xfrm>
            <a:custGeom>
              <a:rect b="b" l="l" r="r" t="t"/>
              <a:pathLst>
                <a:path extrusionOk="0" h="6385" w="692">
                  <a:moveTo>
                    <a:pt x="126" y="0"/>
                  </a:moveTo>
                  <a:cubicBezTo>
                    <a:pt x="65" y="0"/>
                    <a:pt x="0" y="48"/>
                    <a:pt x="15" y="123"/>
                  </a:cubicBezTo>
                  <a:cubicBezTo>
                    <a:pt x="491" y="2128"/>
                    <a:pt x="516" y="4233"/>
                    <a:pt x="90" y="6238"/>
                  </a:cubicBezTo>
                  <a:cubicBezTo>
                    <a:pt x="75" y="6330"/>
                    <a:pt x="144" y="6384"/>
                    <a:pt x="205" y="6384"/>
                  </a:cubicBezTo>
                  <a:cubicBezTo>
                    <a:pt x="245" y="6384"/>
                    <a:pt x="281" y="6362"/>
                    <a:pt x="291" y="6313"/>
                  </a:cubicBezTo>
                  <a:cubicBezTo>
                    <a:pt x="617" y="4709"/>
                    <a:pt x="692" y="3055"/>
                    <a:pt x="466" y="1451"/>
                  </a:cubicBezTo>
                  <a:cubicBezTo>
                    <a:pt x="416" y="1000"/>
                    <a:pt x="341" y="524"/>
                    <a:pt x="216" y="73"/>
                  </a:cubicBezTo>
                  <a:cubicBezTo>
                    <a:pt x="206" y="22"/>
                    <a:pt x="167"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8" name="Google Shape;4718;p54"/>
            <p:cNvSpPr/>
            <p:nvPr/>
          </p:nvSpPr>
          <p:spPr>
            <a:xfrm>
              <a:off x="2555255" y="2416226"/>
              <a:ext cx="7094" cy="5658"/>
            </a:xfrm>
            <a:custGeom>
              <a:rect b="b" l="l" r="r" t="t"/>
              <a:pathLst>
                <a:path extrusionOk="0" h="201" w="252">
                  <a:moveTo>
                    <a:pt x="126" y="0"/>
                  </a:moveTo>
                  <a:cubicBezTo>
                    <a:pt x="0" y="0"/>
                    <a:pt x="0"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9" name="Google Shape;4719;p54"/>
            <p:cNvSpPr/>
            <p:nvPr/>
          </p:nvSpPr>
          <p:spPr>
            <a:xfrm>
              <a:off x="2500220" y="2266859"/>
              <a:ext cx="57173" cy="58890"/>
            </a:xfrm>
            <a:custGeom>
              <a:rect b="b" l="l" r="r" t="t"/>
              <a:pathLst>
                <a:path extrusionOk="0" h="2092" w="2031">
                  <a:moveTo>
                    <a:pt x="451" y="0"/>
                  </a:moveTo>
                  <a:cubicBezTo>
                    <a:pt x="222" y="0"/>
                    <a:pt x="120" y="296"/>
                    <a:pt x="76" y="494"/>
                  </a:cubicBezTo>
                  <a:cubicBezTo>
                    <a:pt x="1" y="820"/>
                    <a:pt x="26" y="1146"/>
                    <a:pt x="76" y="1472"/>
                  </a:cubicBezTo>
                  <a:cubicBezTo>
                    <a:pt x="86" y="1522"/>
                    <a:pt x="125" y="1544"/>
                    <a:pt x="165" y="1544"/>
                  </a:cubicBezTo>
                  <a:cubicBezTo>
                    <a:pt x="226" y="1544"/>
                    <a:pt x="291" y="1496"/>
                    <a:pt x="276" y="1421"/>
                  </a:cubicBezTo>
                  <a:cubicBezTo>
                    <a:pt x="226" y="1171"/>
                    <a:pt x="226" y="920"/>
                    <a:pt x="251" y="645"/>
                  </a:cubicBezTo>
                  <a:cubicBezTo>
                    <a:pt x="272" y="582"/>
                    <a:pt x="346" y="222"/>
                    <a:pt x="471" y="222"/>
                  </a:cubicBezTo>
                  <a:cubicBezTo>
                    <a:pt x="496" y="222"/>
                    <a:pt x="523" y="236"/>
                    <a:pt x="552" y="269"/>
                  </a:cubicBezTo>
                  <a:cubicBezTo>
                    <a:pt x="602" y="344"/>
                    <a:pt x="627" y="444"/>
                    <a:pt x="652" y="519"/>
                  </a:cubicBezTo>
                  <a:cubicBezTo>
                    <a:pt x="677" y="645"/>
                    <a:pt x="702" y="795"/>
                    <a:pt x="727" y="920"/>
                  </a:cubicBezTo>
                  <a:cubicBezTo>
                    <a:pt x="752" y="1196"/>
                    <a:pt x="752" y="1472"/>
                    <a:pt x="752" y="1722"/>
                  </a:cubicBezTo>
                  <a:cubicBezTo>
                    <a:pt x="752" y="1789"/>
                    <a:pt x="808" y="1822"/>
                    <a:pt x="860" y="1822"/>
                  </a:cubicBezTo>
                  <a:cubicBezTo>
                    <a:pt x="886" y="1822"/>
                    <a:pt x="911" y="1814"/>
                    <a:pt x="928" y="1797"/>
                  </a:cubicBezTo>
                  <a:cubicBezTo>
                    <a:pt x="1082" y="1687"/>
                    <a:pt x="1256" y="1538"/>
                    <a:pt x="1449" y="1538"/>
                  </a:cubicBezTo>
                  <a:cubicBezTo>
                    <a:pt x="1476" y="1538"/>
                    <a:pt x="1502" y="1541"/>
                    <a:pt x="1529" y="1547"/>
                  </a:cubicBezTo>
                  <a:cubicBezTo>
                    <a:pt x="1630" y="1572"/>
                    <a:pt x="1705" y="1622"/>
                    <a:pt x="1730" y="1722"/>
                  </a:cubicBezTo>
                  <a:cubicBezTo>
                    <a:pt x="1755" y="1797"/>
                    <a:pt x="1730" y="1873"/>
                    <a:pt x="1655" y="1898"/>
                  </a:cubicBezTo>
                  <a:cubicBezTo>
                    <a:pt x="1551" y="1960"/>
                    <a:pt x="1602" y="2091"/>
                    <a:pt x="1694" y="2091"/>
                  </a:cubicBezTo>
                  <a:cubicBezTo>
                    <a:pt x="1713" y="2091"/>
                    <a:pt x="1734" y="2086"/>
                    <a:pt x="1755" y="2073"/>
                  </a:cubicBezTo>
                  <a:cubicBezTo>
                    <a:pt x="2031" y="1923"/>
                    <a:pt x="1981" y="1522"/>
                    <a:pt x="1730" y="1396"/>
                  </a:cubicBezTo>
                  <a:cubicBezTo>
                    <a:pt x="1642" y="1353"/>
                    <a:pt x="1554" y="1334"/>
                    <a:pt x="1468" y="1334"/>
                  </a:cubicBezTo>
                  <a:cubicBezTo>
                    <a:pt x="1288" y="1334"/>
                    <a:pt x="1114" y="1416"/>
                    <a:pt x="962" y="1524"/>
                  </a:cubicBezTo>
                  <a:lnTo>
                    <a:pt x="962" y="1524"/>
                  </a:lnTo>
                  <a:cubicBezTo>
                    <a:pt x="966" y="1256"/>
                    <a:pt x="938" y="975"/>
                    <a:pt x="878" y="695"/>
                  </a:cubicBezTo>
                  <a:cubicBezTo>
                    <a:pt x="853" y="469"/>
                    <a:pt x="803" y="118"/>
                    <a:pt x="552" y="18"/>
                  </a:cubicBezTo>
                  <a:cubicBezTo>
                    <a:pt x="516" y="6"/>
                    <a:pt x="482" y="0"/>
                    <a:pt x="4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0" name="Google Shape;4720;p54"/>
            <p:cNvSpPr/>
            <p:nvPr/>
          </p:nvSpPr>
          <p:spPr>
            <a:xfrm>
              <a:off x="2567219" y="2296051"/>
              <a:ext cx="16271" cy="36511"/>
            </a:xfrm>
            <a:custGeom>
              <a:rect b="b" l="l" r="r" t="t"/>
              <a:pathLst>
                <a:path extrusionOk="0" h="1297" w="578">
                  <a:moveTo>
                    <a:pt x="152" y="0"/>
                  </a:moveTo>
                  <a:cubicBezTo>
                    <a:pt x="70" y="0"/>
                    <a:pt x="0" y="101"/>
                    <a:pt x="77" y="159"/>
                  </a:cubicBezTo>
                  <a:cubicBezTo>
                    <a:pt x="327" y="435"/>
                    <a:pt x="352" y="861"/>
                    <a:pt x="127" y="1136"/>
                  </a:cubicBezTo>
                  <a:cubicBezTo>
                    <a:pt x="102" y="1186"/>
                    <a:pt x="127" y="1262"/>
                    <a:pt x="177" y="1287"/>
                  </a:cubicBezTo>
                  <a:cubicBezTo>
                    <a:pt x="190" y="1293"/>
                    <a:pt x="204" y="1297"/>
                    <a:pt x="217" y="1297"/>
                  </a:cubicBezTo>
                  <a:cubicBezTo>
                    <a:pt x="252" y="1297"/>
                    <a:pt x="284" y="1273"/>
                    <a:pt x="302" y="1237"/>
                  </a:cubicBezTo>
                  <a:cubicBezTo>
                    <a:pt x="578" y="886"/>
                    <a:pt x="528" y="334"/>
                    <a:pt x="227" y="34"/>
                  </a:cubicBezTo>
                  <a:cubicBezTo>
                    <a:pt x="203" y="10"/>
                    <a:pt x="177" y="0"/>
                    <a:pt x="15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1" name="Google Shape;4721;p54"/>
            <p:cNvSpPr/>
            <p:nvPr/>
          </p:nvSpPr>
          <p:spPr>
            <a:xfrm>
              <a:off x="2654739" y="2509799"/>
              <a:ext cx="9909" cy="22351"/>
            </a:xfrm>
            <a:custGeom>
              <a:rect b="b" l="l" r="r" t="t"/>
              <a:pathLst>
                <a:path extrusionOk="0" h="794" w="352">
                  <a:moveTo>
                    <a:pt x="113" y="0"/>
                  </a:moveTo>
                  <a:cubicBezTo>
                    <a:pt x="101" y="0"/>
                    <a:pt x="88" y="3"/>
                    <a:pt x="75" y="10"/>
                  </a:cubicBezTo>
                  <a:cubicBezTo>
                    <a:pt x="25" y="10"/>
                    <a:pt x="0" y="60"/>
                    <a:pt x="0" y="135"/>
                  </a:cubicBezTo>
                  <a:cubicBezTo>
                    <a:pt x="50" y="310"/>
                    <a:pt x="101" y="511"/>
                    <a:pt x="126" y="711"/>
                  </a:cubicBezTo>
                  <a:cubicBezTo>
                    <a:pt x="146" y="752"/>
                    <a:pt x="183" y="793"/>
                    <a:pt x="223" y="793"/>
                  </a:cubicBezTo>
                  <a:cubicBezTo>
                    <a:pt x="233" y="793"/>
                    <a:pt x="242" y="791"/>
                    <a:pt x="251" y="786"/>
                  </a:cubicBezTo>
                  <a:cubicBezTo>
                    <a:pt x="301" y="761"/>
                    <a:pt x="351" y="711"/>
                    <a:pt x="326" y="661"/>
                  </a:cubicBezTo>
                  <a:cubicBezTo>
                    <a:pt x="276" y="461"/>
                    <a:pt x="251" y="260"/>
                    <a:pt x="201" y="85"/>
                  </a:cubicBezTo>
                  <a:cubicBezTo>
                    <a:pt x="182" y="28"/>
                    <a:pt x="149" y="0"/>
                    <a:pt x="11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2" name="Google Shape;4722;p54"/>
            <p:cNvSpPr/>
            <p:nvPr/>
          </p:nvSpPr>
          <p:spPr>
            <a:xfrm>
              <a:off x="2451547" y="2469910"/>
              <a:ext cx="44899" cy="230492"/>
            </a:xfrm>
            <a:custGeom>
              <a:rect b="b" l="l" r="r" t="t"/>
              <a:pathLst>
                <a:path extrusionOk="0" h="8188" w="1595">
                  <a:moveTo>
                    <a:pt x="1479" y="1"/>
                  </a:moveTo>
                  <a:cubicBezTo>
                    <a:pt x="1440" y="1"/>
                    <a:pt x="1399" y="23"/>
                    <a:pt x="1379" y="73"/>
                  </a:cubicBezTo>
                  <a:cubicBezTo>
                    <a:pt x="727" y="2078"/>
                    <a:pt x="276" y="4183"/>
                    <a:pt x="100" y="6289"/>
                  </a:cubicBezTo>
                  <a:cubicBezTo>
                    <a:pt x="50" y="6890"/>
                    <a:pt x="0" y="7492"/>
                    <a:pt x="0" y="8093"/>
                  </a:cubicBezTo>
                  <a:cubicBezTo>
                    <a:pt x="0" y="8156"/>
                    <a:pt x="50" y="8187"/>
                    <a:pt x="100" y="8187"/>
                  </a:cubicBezTo>
                  <a:cubicBezTo>
                    <a:pt x="151" y="8187"/>
                    <a:pt x="201" y="8156"/>
                    <a:pt x="201" y="8093"/>
                  </a:cubicBezTo>
                  <a:cubicBezTo>
                    <a:pt x="251" y="5988"/>
                    <a:pt x="552" y="3883"/>
                    <a:pt x="1078" y="1828"/>
                  </a:cubicBezTo>
                  <a:cubicBezTo>
                    <a:pt x="1228" y="1251"/>
                    <a:pt x="1379" y="675"/>
                    <a:pt x="1579" y="123"/>
                  </a:cubicBezTo>
                  <a:cubicBezTo>
                    <a:pt x="1594" y="49"/>
                    <a:pt x="1538" y="1"/>
                    <a:pt x="147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3" name="Google Shape;4723;p54"/>
            <p:cNvSpPr/>
            <p:nvPr/>
          </p:nvSpPr>
          <p:spPr>
            <a:xfrm>
              <a:off x="2465651" y="2632114"/>
              <a:ext cx="9909" cy="38819"/>
            </a:xfrm>
            <a:custGeom>
              <a:rect b="b" l="l" r="r" t="t"/>
              <a:pathLst>
                <a:path extrusionOk="0" h="1379" w="352">
                  <a:moveTo>
                    <a:pt x="251" y="0"/>
                  </a:moveTo>
                  <a:cubicBezTo>
                    <a:pt x="176" y="0"/>
                    <a:pt x="151" y="51"/>
                    <a:pt x="151" y="101"/>
                  </a:cubicBezTo>
                  <a:cubicBezTo>
                    <a:pt x="101" y="502"/>
                    <a:pt x="51" y="878"/>
                    <a:pt x="26" y="1279"/>
                  </a:cubicBezTo>
                  <a:cubicBezTo>
                    <a:pt x="0" y="1329"/>
                    <a:pt x="76" y="1379"/>
                    <a:pt x="126" y="1379"/>
                  </a:cubicBezTo>
                  <a:cubicBezTo>
                    <a:pt x="176" y="1379"/>
                    <a:pt x="201" y="1329"/>
                    <a:pt x="226" y="1279"/>
                  </a:cubicBezTo>
                  <a:cubicBezTo>
                    <a:pt x="251" y="878"/>
                    <a:pt x="301" y="502"/>
                    <a:pt x="351" y="101"/>
                  </a:cubicBezTo>
                  <a:cubicBezTo>
                    <a:pt x="351" y="51"/>
                    <a:pt x="301" y="0"/>
                    <a:pt x="2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4" name="Google Shape;4724;p54"/>
            <p:cNvSpPr/>
            <p:nvPr/>
          </p:nvSpPr>
          <p:spPr>
            <a:xfrm>
              <a:off x="2481866" y="2590479"/>
              <a:ext cx="7094" cy="5686"/>
            </a:xfrm>
            <a:custGeom>
              <a:rect b="b" l="l" r="r" t="t"/>
              <a:pathLst>
                <a:path extrusionOk="0" h="202" w="252">
                  <a:moveTo>
                    <a:pt x="126" y="1"/>
                  </a:moveTo>
                  <a:cubicBezTo>
                    <a:pt x="1" y="1"/>
                    <a:pt x="1" y="201"/>
                    <a:pt x="126" y="201"/>
                  </a:cubicBezTo>
                  <a:cubicBezTo>
                    <a:pt x="252" y="201"/>
                    <a:pt x="252"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5" name="Google Shape;4725;p54"/>
            <p:cNvSpPr/>
            <p:nvPr/>
          </p:nvSpPr>
          <p:spPr>
            <a:xfrm>
              <a:off x="2503739" y="2522495"/>
              <a:ext cx="17678" cy="35075"/>
            </a:xfrm>
            <a:custGeom>
              <a:rect b="b" l="l" r="r" t="t"/>
              <a:pathLst>
                <a:path extrusionOk="0" h="1246" w="628">
                  <a:moveTo>
                    <a:pt x="512" y="0"/>
                  </a:moveTo>
                  <a:cubicBezTo>
                    <a:pt x="469" y="0"/>
                    <a:pt x="427" y="28"/>
                    <a:pt x="427" y="85"/>
                  </a:cubicBezTo>
                  <a:cubicBezTo>
                    <a:pt x="377" y="436"/>
                    <a:pt x="251" y="787"/>
                    <a:pt x="51" y="1087"/>
                  </a:cubicBezTo>
                  <a:cubicBezTo>
                    <a:pt x="0" y="1172"/>
                    <a:pt x="64" y="1245"/>
                    <a:pt x="134" y="1245"/>
                  </a:cubicBezTo>
                  <a:cubicBezTo>
                    <a:pt x="167" y="1245"/>
                    <a:pt x="202" y="1228"/>
                    <a:pt x="226" y="1188"/>
                  </a:cubicBezTo>
                  <a:cubicBezTo>
                    <a:pt x="427" y="887"/>
                    <a:pt x="577" y="511"/>
                    <a:pt x="627" y="135"/>
                  </a:cubicBezTo>
                  <a:cubicBezTo>
                    <a:pt x="627" y="85"/>
                    <a:pt x="602" y="10"/>
                    <a:pt x="552" y="10"/>
                  </a:cubicBezTo>
                  <a:cubicBezTo>
                    <a:pt x="540" y="3"/>
                    <a:pt x="526" y="0"/>
                    <a:pt x="51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6" name="Google Shape;4726;p54"/>
            <p:cNvSpPr/>
            <p:nvPr/>
          </p:nvSpPr>
          <p:spPr>
            <a:xfrm>
              <a:off x="2518574" y="2531644"/>
              <a:ext cx="14835" cy="25814"/>
            </a:xfrm>
            <a:custGeom>
              <a:rect b="b" l="l" r="r" t="t"/>
              <a:pathLst>
                <a:path extrusionOk="0" h="917" w="527">
                  <a:moveTo>
                    <a:pt x="345" y="1"/>
                  </a:moveTo>
                  <a:cubicBezTo>
                    <a:pt x="330" y="1"/>
                    <a:pt x="314" y="4"/>
                    <a:pt x="301" y="10"/>
                  </a:cubicBezTo>
                  <a:cubicBezTo>
                    <a:pt x="251" y="10"/>
                    <a:pt x="226" y="86"/>
                    <a:pt x="226" y="136"/>
                  </a:cubicBezTo>
                  <a:cubicBezTo>
                    <a:pt x="251" y="161"/>
                    <a:pt x="251" y="186"/>
                    <a:pt x="251" y="211"/>
                  </a:cubicBezTo>
                  <a:cubicBezTo>
                    <a:pt x="251" y="211"/>
                    <a:pt x="276" y="236"/>
                    <a:pt x="251" y="236"/>
                  </a:cubicBezTo>
                  <a:cubicBezTo>
                    <a:pt x="276" y="261"/>
                    <a:pt x="276" y="286"/>
                    <a:pt x="276" y="286"/>
                  </a:cubicBezTo>
                  <a:cubicBezTo>
                    <a:pt x="276" y="311"/>
                    <a:pt x="276" y="311"/>
                    <a:pt x="276" y="336"/>
                  </a:cubicBezTo>
                  <a:cubicBezTo>
                    <a:pt x="276" y="336"/>
                    <a:pt x="251" y="361"/>
                    <a:pt x="251" y="361"/>
                  </a:cubicBezTo>
                  <a:cubicBezTo>
                    <a:pt x="251" y="411"/>
                    <a:pt x="251" y="437"/>
                    <a:pt x="251" y="462"/>
                  </a:cubicBezTo>
                  <a:cubicBezTo>
                    <a:pt x="226" y="487"/>
                    <a:pt x="226" y="487"/>
                    <a:pt x="226" y="512"/>
                  </a:cubicBezTo>
                  <a:cubicBezTo>
                    <a:pt x="226" y="512"/>
                    <a:pt x="226" y="512"/>
                    <a:pt x="226" y="537"/>
                  </a:cubicBezTo>
                  <a:cubicBezTo>
                    <a:pt x="201" y="562"/>
                    <a:pt x="176" y="587"/>
                    <a:pt x="176" y="612"/>
                  </a:cubicBezTo>
                  <a:cubicBezTo>
                    <a:pt x="176" y="612"/>
                    <a:pt x="151" y="637"/>
                    <a:pt x="151" y="637"/>
                  </a:cubicBezTo>
                  <a:cubicBezTo>
                    <a:pt x="151" y="662"/>
                    <a:pt x="125" y="662"/>
                    <a:pt x="125" y="687"/>
                  </a:cubicBezTo>
                  <a:cubicBezTo>
                    <a:pt x="100" y="712"/>
                    <a:pt x="75" y="712"/>
                    <a:pt x="50" y="737"/>
                  </a:cubicBezTo>
                  <a:cubicBezTo>
                    <a:pt x="0" y="787"/>
                    <a:pt x="25" y="863"/>
                    <a:pt x="50" y="888"/>
                  </a:cubicBezTo>
                  <a:cubicBezTo>
                    <a:pt x="71" y="909"/>
                    <a:pt x="93" y="917"/>
                    <a:pt x="114" y="917"/>
                  </a:cubicBezTo>
                  <a:cubicBezTo>
                    <a:pt x="143" y="917"/>
                    <a:pt x="172" y="902"/>
                    <a:pt x="201" y="888"/>
                  </a:cubicBezTo>
                  <a:cubicBezTo>
                    <a:pt x="426" y="687"/>
                    <a:pt x="526" y="361"/>
                    <a:pt x="426" y="61"/>
                  </a:cubicBezTo>
                  <a:cubicBezTo>
                    <a:pt x="426" y="24"/>
                    <a:pt x="386" y="1"/>
                    <a:pt x="34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7" name="Google Shape;4727;p54"/>
            <p:cNvSpPr/>
            <p:nvPr/>
          </p:nvSpPr>
          <p:spPr>
            <a:xfrm>
              <a:off x="2503739" y="2613760"/>
              <a:ext cx="7798" cy="6390"/>
            </a:xfrm>
            <a:custGeom>
              <a:rect b="b" l="l" r="r" t="t"/>
              <a:pathLst>
                <a:path extrusionOk="0" h="227" w="277">
                  <a:moveTo>
                    <a:pt x="126" y="1"/>
                  </a:moveTo>
                  <a:cubicBezTo>
                    <a:pt x="1" y="1"/>
                    <a:pt x="1" y="226"/>
                    <a:pt x="126" y="226"/>
                  </a:cubicBezTo>
                  <a:cubicBezTo>
                    <a:pt x="277" y="226"/>
                    <a:pt x="277"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8" name="Google Shape;4728;p54"/>
            <p:cNvSpPr/>
            <p:nvPr/>
          </p:nvSpPr>
          <p:spPr>
            <a:xfrm>
              <a:off x="2275859" y="2514078"/>
              <a:ext cx="76962" cy="226523"/>
            </a:xfrm>
            <a:custGeom>
              <a:rect b="b" l="l" r="r" t="t"/>
              <a:pathLst>
                <a:path extrusionOk="0" h="8047" w="2734">
                  <a:moveTo>
                    <a:pt x="2600" y="0"/>
                  </a:moveTo>
                  <a:cubicBezTo>
                    <a:pt x="2566" y="0"/>
                    <a:pt x="2531" y="17"/>
                    <a:pt x="2507" y="58"/>
                  </a:cubicBezTo>
                  <a:cubicBezTo>
                    <a:pt x="1204" y="1812"/>
                    <a:pt x="377" y="3918"/>
                    <a:pt x="101" y="6073"/>
                  </a:cubicBezTo>
                  <a:cubicBezTo>
                    <a:pt x="26" y="6700"/>
                    <a:pt x="1" y="7326"/>
                    <a:pt x="1" y="7953"/>
                  </a:cubicBezTo>
                  <a:cubicBezTo>
                    <a:pt x="1" y="8015"/>
                    <a:pt x="57" y="8047"/>
                    <a:pt x="110" y="8047"/>
                  </a:cubicBezTo>
                  <a:cubicBezTo>
                    <a:pt x="163" y="8047"/>
                    <a:pt x="214" y="8015"/>
                    <a:pt x="201" y="7953"/>
                  </a:cubicBezTo>
                  <a:cubicBezTo>
                    <a:pt x="151" y="5772"/>
                    <a:pt x="677" y="3592"/>
                    <a:pt x="1705" y="1687"/>
                  </a:cubicBezTo>
                  <a:cubicBezTo>
                    <a:pt x="2006" y="1161"/>
                    <a:pt x="2331" y="634"/>
                    <a:pt x="2682" y="158"/>
                  </a:cubicBezTo>
                  <a:cubicBezTo>
                    <a:pt x="2733" y="74"/>
                    <a:pt x="2670" y="0"/>
                    <a:pt x="260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9" name="Google Shape;4729;p54"/>
            <p:cNvSpPr/>
            <p:nvPr/>
          </p:nvSpPr>
          <p:spPr>
            <a:xfrm>
              <a:off x="2255055" y="2671103"/>
              <a:ext cx="11654" cy="54695"/>
            </a:xfrm>
            <a:custGeom>
              <a:rect b="b" l="l" r="r" t="t"/>
              <a:pathLst>
                <a:path extrusionOk="0" h="1943" w="414">
                  <a:moveTo>
                    <a:pt x="310" y="0"/>
                  </a:moveTo>
                  <a:cubicBezTo>
                    <a:pt x="257" y="0"/>
                    <a:pt x="201" y="31"/>
                    <a:pt x="188" y="94"/>
                  </a:cubicBezTo>
                  <a:cubicBezTo>
                    <a:pt x="138" y="671"/>
                    <a:pt x="63" y="1247"/>
                    <a:pt x="13" y="1848"/>
                  </a:cubicBezTo>
                  <a:cubicBezTo>
                    <a:pt x="0" y="1911"/>
                    <a:pt x="44" y="1942"/>
                    <a:pt x="94" y="1942"/>
                  </a:cubicBezTo>
                  <a:cubicBezTo>
                    <a:pt x="144" y="1942"/>
                    <a:pt x="201" y="1911"/>
                    <a:pt x="213" y="1848"/>
                  </a:cubicBezTo>
                  <a:cubicBezTo>
                    <a:pt x="263" y="1247"/>
                    <a:pt x="339" y="671"/>
                    <a:pt x="414" y="94"/>
                  </a:cubicBezTo>
                  <a:cubicBezTo>
                    <a:pt x="414" y="31"/>
                    <a:pt x="364" y="0"/>
                    <a:pt x="31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0" name="Google Shape;4730;p54"/>
            <p:cNvSpPr/>
            <p:nvPr/>
          </p:nvSpPr>
          <p:spPr>
            <a:xfrm>
              <a:off x="2308598" y="2626935"/>
              <a:ext cx="17115" cy="62268"/>
            </a:xfrm>
            <a:custGeom>
              <a:rect b="b" l="l" r="r" t="t"/>
              <a:pathLst>
                <a:path extrusionOk="0" h="2212" w="608">
                  <a:moveTo>
                    <a:pt x="478" y="1"/>
                  </a:moveTo>
                  <a:cubicBezTo>
                    <a:pt x="438" y="1"/>
                    <a:pt x="401" y="25"/>
                    <a:pt x="391" y="84"/>
                  </a:cubicBezTo>
                  <a:cubicBezTo>
                    <a:pt x="266" y="736"/>
                    <a:pt x="141" y="1412"/>
                    <a:pt x="16" y="2089"/>
                  </a:cubicBezTo>
                  <a:cubicBezTo>
                    <a:pt x="1" y="2164"/>
                    <a:pt x="66" y="2212"/>
                    <a:pt x="126" y="2212"/>
                  </a:cubicBezTo>
                  <a:cubicBezTo>
                    <a:pt x="167" y="2212"/>
                    <a:pt x="206" y="2190"/>
                    <a:pt x="216" y="2139"/>
                  </a:cubicBezTo>
                  <a:cubicBezTo>
                    <a:pt x="341" y="1463"/>
                    <a:pt x="467" y="786"/>
                    <a:pt x="592" y="134"/>
                  </a:cubicBezTo>
                  <a:cubicBezTo>
                    <a:pt x="607" y="58"/>
                    <a:pt x="539" y="1"/>
                    <a:pt x="47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1" name="Google Shape;4731;p54"/>
            <p:cNvSpPr/>
            <p:nvPr/>
          </p:nvSpPr>
          <p:spPr>
            <a:xfrm>
              <a:off x="2328078" y="2601064"/>
              <a:ext cx="7769" cy="5686"/>
            </a:xfrm>
            <a:custGeom>
              <a:rect b="b" l="l" r="r" t="t"/>
              <a:pathLst>
                <a:path extrusionOk="0" h="202" w="276">
                  <a:moveTo>
                    <a:pt x="126" y="1"/>
                  </a:moveTo>
                  <a:cubicBezTo>
                    <a:pt x="0" y="1"/>
                    <a:pt x="0" y="201"/>
                    <a:pt x="126" y="201"/>
                  </a:cubicBezTo>
                  <a:cubicBezTo>
                    <a:pt x="276" y="201"/>
                    <a:pt x="27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2" name="Google Shape;4732;p54"/>
            <p:cNvSpPr/>
            <p:nvPr/>
          </p:nvSpPr>
          <p:spPr>
            <a:xfrm>
              <a:off x="2366870" y="2487476"/>
              <a:ext cx="7094" cy="6390"/>
            </a:xfrm>
            <a:custGeom>
              <a:rect b="b" l="l" r="r" t="t"/>
              <a:pathLst>
                <a:path extrusionOk="0" h="227" w="252">
                  <a:moveTo>
                    <a:pt x="126" y="1"/>
                  </a:moveTo>
                  <a:cubicBezTo>
                    <a:pt x="1" y="1"/>
                    <a:pt x="1" y="226"/>
                    <a:pt x="126" y="226"/>
                  </a:cubicBezTo>
                  <a:cubicBezTo>
                    <a:pt x="251" y="226"/>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3" name="Google Shape;4733;p54"/>
            <p:cNvSpPr/>
            <p:nvPr/>
          </p:nvSpPr>
          <p:spPr>
            <a:xfrm>
              <a:off x="2381255" y="2460254"/>
              <a:ext cx="50754" cy="199640"/>
            </a:xfrm>
            <a:custGeom>
              <a:rect b="b" l="l" r="r" t="t"/>
              <a:pathLst>
                <a:path extrusionOk="0" h="7092" w="1803">
                  <a:moveTo>
                    <a:pt x="1671" y="1"/>
                  </a:moveTo>
                  <a:cubicBezTo>
                    <a:pt x="1636" y="1"/>
                    <a:pt x="1604" y="20"/>
                    <a:pt x="1595" y="65"/>
                  </a:cubicBezTo>
                  <a:cubicBezTo>
                    <a:pt x="1044" y="1820"/>
                    <a:pt x="618" y="3624"/>
                    <a:pt x="267" y="5429"/>
                  </a:cubicBezTo>
                  <a:cubicBezTo>
                    <a:pt x="191" y="5930"/>
                    <a:pt x="91" y="6456"/>
                    <a:pt x="16" y="6958"/>
                  </a:cubicBezTo>
                  <a:cubicBezTo>
                    <a:pt x="1" y="7034"/>
                    <a:pt x="69" y="7091"/>
                    <a:pt x="130" y="7091"/>
                  </a:cubicBezTo>
                  <a:cubicBezTo>
                    <a:pt x="170" y="7091"/>
                    <a:pt x="207" y="7067"/>
                    <a:pt x="216" y="7008"/>
                  </a:cubicBezTo>
                  <a:cubicBezTo>
                    <a:pt x="492" y="5203"/>
                    <a:pt x="868" y="3399"/>
                    <a:pt x="1344" y="1644"/>
                  </a:cubicBezTo>
                  <a:cubicBezTo>
                    <a:pt x="1495" y="1143"/>
                    <a:pt x="1620" y="642"/>
                    <a:pt x="1770" y="140"/>
                  </a:cubicBezTo>
                  <a:cubicBezTo>
                    <a:pt x="1802" y="60"/>
                    <a:pt x="1732" y="1"/>
                    <a:pt x="167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4" name="Google Shape;4734;p54"/>
            <p:cNvSpPr/>
            <p:nvPr/>
          </p:nvSpPr>
          <p:spPr>
            <a:xfrm>
              <a:off x="2379566" y="2685741"/>
              <a:ext cx="7094" cy="5658"/>
            </a:xfrm>
            <a:custGeom>
              <a:rect b="b" l="l" r="r" t="t"/>
              <a:pathLst>
                <a:path extrusionOk="0" h="201" w="252">
                  <a:moveTo>
                    <a:pt x="126" y="0"/>
                  </a:moveTo>
                  <a:cubicBezTo>
                    <a:pt x="1" y="0"/>
                    <a:pt x="1"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5" name="Google Shape;4735;p54"/>
            <p:cNvSpPr/>
            <p:nvPr/>
          </p:nvSpPr>
          <p:spPr>
            <a:xfrm>
              <a:off x="2378158" y="2712710"/>
              <a:ext cx="7094" cy="42535"/>
            </a:xfrm>
            <a:custGeom>
              <a:rect b="b" l="l" r="r" t="t"/>
              <a:pathLst>
                <a:path extrusionOk="0" h="1511" w="252">
                  <a:moveTo>
                    <a:pt x="151" y="1"/>
                  </a:moveTo>
                  <a:cubicBezTo>
                    <a:pt x="101" y="1"/>
                    <a:pt x="51" y="32"/>
                    <a:pt x="51" y="95"/>
                  </a:cubicBezTo>
                  <a:cubicBezTo>
                    <a:pt x="26" y="546"/>
                    <a:pt x="1" y="972"/>
                    <a:pt x="1" y="1398"/>
                  </a:cubicBezTo>
                  <a:cubicBezTo>
                    <a:pt x="1" y="1473"/>
                    <a:pt x="51" y="1511"/>
                    <a:pt x="101" y="1511"/>
                  </a:cubicBezTo>
                  <a:cubicBezTo>
                    <a:pt x="151" y="1511"/>
                    <a:pt x="201" y="1473"/>
                    <a:pt x="201" y="1398"/>
                  </a:cubicBezTo>
                  <a:cubicBezTo>
                    <a:pt x="226" y="972"/>
                    <a:pt x="226" y="546"/>
                    <a:pt x="251" y="95"/>
                  </a:cubicBezTo>
                  <a:cubicBezTo>
                    <a:pt x="251" y="32"/>
                    <a:pt x="201"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6" name="Google Shape;4736;p54"/>
            <p:cNvSpPr/>
            <p:nvPr/>
          </p:nvSpPr>
          <p:spPr>
            <a:xfrm>
              <a:off x="2481866" y="2334364"/>
              <a:ext cx="7094" cy="5686"/>
            </a:xfrm>
            <a:custGeom>
              <a:rect b="b" l="l" r="r" t="t"/>
              <a:pathLst>
                <a:path extrusionOk="0" h="202" w="252">
                  <a:moveTo>
                    <a:pt x="126" y="1"/>
                  </a:moveTo>
                  <a:cubicBezTo>
                    <a:pt x="1" y="1"/>
                    <a:pt x="1" y="201"/>
                    <a:pt x="126" y="201"/>
                  </a:cubicBezTo>
                  <a:cubicBezTo>
                    <a:pt x="252" y="201"/>
                    <a:pt x="252"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7" name="Google Shape;4737;p54"/>
            <p:cNvSpPr/>
            <p:nvPr/>
          </p:nvSpPr>
          <p:spPr>
            <a:xfrm>
              <a:off x="1788345" y="3306605"/>
              <a:ext cx="1024435" cy="665635"/>
            </a:xfrm>
            <a:custGeom>
              <a:rect b="b" l="l" r="r" t="t"/>
              <a:pathLst>
                <a:path extrusionOk="0" h="23646" w="36392">
                  <a:moveTo>
                    <a:pt x="29299" y="0"/>
                  </a:moveTo>
                  <a:lnTo>
                    <a:pt x="28346" y="5163"/>
                  </a:lnTo>
                  <a:cubicBezTo>
                    <a:pt x="28346" y="5163"/>
                    <a:pt x="27436" y="11912"/>
                    <a:pt x="22439" y="11912"/>
                  </a:cubicBezTo>
                  <a:cubicBezTo>
                    <a:pt x="22127" y="11912"/>
                    <a:pt x="21799" y="11886"/>
                    <a:pt x="21454" y="11830"/>
                  </a:cubicBezTo>
                  <a:cubicBezTo>
                    <a:pt x="15564" y="10878"/>
                    <a:pt x="11153" y="7043"/>
                    <a:pt x="11153" y="7043"/>
                  </a:cubicBezTo>
                  <a:cubicBezTo>
                    <a:pt x="10953" y="6316"/>
                    <a:pt x="10777" y="5564"/>
                    <a:pt x="10602" y="4812"/>
                  </a:cubicBezTo>
                  <a:cubicBezTo>
                    <a:pt x="10527" y="4512"/>
                    <a:pt x="10426" y="4211"/>
                    <a:pt x="10251" y="3960"/>
                  </a:cubicBezTo>
                  <a:cubicBezTo>
                    <a:pt x="10103" y="3750"/>
                    <a:pt x="9849" y="3592"/>
                    <a:pt x="9593" y="3592"/>
                  </a:cubicBezTo>
                  <a:cubicBezTo>
                    <a:pt x="9545" y="3592"/>
                    <a:pt x="9497" y="3598"/>
                    <a:pt x="9449" y="3609"/>
                  </a:cubicBezTo>
                  <a:cubicBezTo>
                    <a:pt x="9073" y="3710"/>
                    <a:pt x="8897" y="4111"/>
                    <a:pt x="8822" y="4487"/>
                  </a:cubicBezTo>
                  <a:cubicBezTo>
                    <a:pt x="8697" y="5163"/>
                    <a:pt x="8722" y="5890"/>
                    <a:pt x="8923" y="6542"/>
                  </a:cubicBezTo>
                  <a:cubicBezTo>
                    <a:pt x="8321" y="5690"/>
                    <a:pt x="7720" y="4838"/>
                    <a:pt x="7143" y="3985"/>
                  </a:cubicBezTo>
                  <a:cubicBezTo>
                    <a:pt x="6968" y="3735"/>
                    <a:pt x="6767" y="3484"/>
                    <a:pt x="6542" y="3309"/>
                  </a:cubicBezTo>
                  <a:cubicBezTo>
                    <a:pt x="6348" y="3174"/>
                    <a:pt x="6111" y="3083"/>
                    <a:pt x="5874" y="3083"/>
                  </a:cubicBezTo>
                  <a:cubicBezTo>
                    <a:pt x="5804" y="3083"/>
                    <a:pt x="5733" y="3091"/>
                    <a:pt x="5664" y="3108"/>
                  </a:cubicBezTo>
                  <a:cubicBezTo>
                    <a:pt x="5339" y="3234"/>
                    <a:pt x="5138" y="3534"/>
                    <a:pt x="5088" y="3885"/>
                  </a:cubicBezTo>
                  <a:cubicBezTo>
                    <a:pt x="5038" y="4211"/>
                    <a:pt x="5088" y="4537"/>
                    <a:pt x="5188" y="4863"/>
                  </a:cubicBezTo>
                  <a:cubicBezTo>
                    <a:pt x="5489" y="5890"/>
                    <a:pt x="5990" y="6843"/>
                    <a:pt x="6692" y="7645"/>
                  </a:cubicBezTo>
                  <a:cubicBezTo>
                    <a:pt x="5940" y="6968"/>
                    <a:pt x="5188" y="6266"/>
                    <a:pt x="4411" y="5564"/>
                  </a:cubicBezTo>
                  <a:cubicBezTo>
                    <a:pt x="4085" y="5264"/>
                    <a:pt x="3709" y="4938"/>
                    <a:pt x="3258" y="4812"/>
                  </a:cubicBezTo>
                  <a:cubicBezTo>
                    <a:pt x="3176" y="4794"/>
                    <a:pt x="3089" y="4785"/>
                    <a:pt x="3001" y="4785"/>
                  </a:cubicBezTo>
                  <a:cubicBezTo>
                    <a:pt x="2610" y="4785"/>
                    <a:pt x="2203" y="4966"/>
                    <a:pt x="2080" y="5314"/>
                  </a:cubicBezTo>
                  <a:cubicBezTo>
                    <a:pt x="1930" y="5740"/>
                    <a:pt x="2181" y="6191"/>
                    <a:pt x="2431" y="6542"/>
                  </a:cubicBezTo>
                  <a:cubicBezTo>
                    <a:pt x="3133" y="7494"/>
                    <a:pt x="3910" y="8396"/>
                    <a:pt x="4762" y="9198"/>
                  </a:cubicBezTo>
                  <a:cubicBezTo>
                    <a:pt x="4236" y="8823"/>
                    <a:pt x="3634" y="8572"/>
                    <a:pt x="3033" y="8296"/>
                  </a:cubicBezTo>
                  <a:cubicBezTo>
                    <a:pt x="2487" y="8046"/>
                    <a:pt x="1901" y="7735"/>
                    <a:pt x="1273" y="7735"/>
                  </a:cubicBezTo>
                  <a:cubicBezTo>
                    <a:pt x="1208" y="7735"/>
                    <a:pt x="1143" y="7738"/>
                    <a:pt x="1078" y="7745"/>
                  </a:cubicBezTo>
                  <a:cubicBezTo>
                    <a:pt x="602" y="7795"/>
                    <a:pt x="100" y="8071"/>
                    <a:pt x="75" y="8597"/>
                  </a:cubicBezTo>
                  <a:cubicBezTo>
                    <a:pt x="0" y="9198"/>
                    <a:pt x="652" y="9750"/>
                    <a:pt x="1078" y="10101"/>
                  </a:cubicBezTo>
                  <a:cubicBezTo>
                    <a:pt x="1479" y="10427"/>
                    <a:pt x="1905" y="10727"/>
                    <a:pt x="2381" y="10978"/>
                  </a:cubicBezTo>
                  <a:cubicBezTo>
                    <a:pt x="3283" y="11429"/>
                    <a:pt x="4311" y="11529"/>
                    <a:pt x="5213" y="11930"/>
                  </a:cubicBezTo>
                  <a:cubicBezTo>
                    <a:pt x="4691" y="11848"/>
                    <a:pt x="4165" y="11808"/>
                    <a:pt x="3640" y="11808"/>
                  </a:cubicBezTo>
                  <a:cubicBezTo>
                    <a:pt x="2879" y="11808"/>
                    <a:pt x="2120" y="11893"/>
                    <a:pt x="1379" y="12056"/>
                  </a:cubicBezTo>
                  <a:cubicBezTo>
                    <a:pt x="1028" y="12156"/>
                    <a:pt x="652" y="12281"/>
                    <a:pt x="527" y="12607"/>
                  </a:cubicBezTo>
                  <a:cubicBezTo>
                    <a:pt x="401" y="12883"/>
                    <a:pt x="552" y="13234"/>
                    <a:pt x="777" y="13434"/>
                  </a:cubicBezTo>
                  <a:cubicBezTo>
                    <a:pt x="1003" y="13635"/>
                    <a:pt x="1303" y="13735"/>
                    <a:pt x="1604" y="13835"/>
                  </a:cubicBezTo>
                  <a:cubicBezTo>
                    <a:pt x="3110" y="14302"/>
                    <a:pt x="4705" y="14535"/>
                    <a:pt x="6284" y="14535"/>
                  </a:cubicBezTo>
                  <a:cubicBezTo>
                    <a:pt x="6571" y="14535"/>
                    <a:pt x="6858" y="14527"/>
                    <a:pt x="7143" y="14512"/>
                  </a:cubicBezTo>
                  <a:cubicBezTo>
                    <a:pt x="7218" y="14587"/>
                    <a:pt x="7268" y="14637"/>
                    <a:pt x="7268" y="14637"/>
                  </a:cubicBezTo>
                  <a:cubicBezTo>
                    <a:pt x="7268" y="14637"/>
                    <a:pt x="14657" y="23645"/>
                    <a:pt x="24194" y="23645"/>
                  </a:cubicBezTo>
                  <a:cubicBezTo>
                    <a:pt x="24793" y="23645"/>
                    <a:pt x="25401" y="23610"/>
                    <a:pt x="26015" y="23534"/>
                  </a:cubicBezTo>
                  <a:cubicBezTo>
                    <a:pt x="36391" y="22281"/>
                    <a:pt x="35665" y="10577"/>
                    <a:pt x="35665" y="10577"/>
                  </a:cubicBezTo>
                  <a:cubicBezTo>
                    <a:pt x="35264" y="6366"/>
                    <a:pt x="33259" y="1955"/>
                    <a:pt x="29299"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8" name="Google Shape;4738;p54"/>
            <p:cNvSpPr/>
            <p:nvPr/>
          </p:nvSpPr>
          <p:spPr>
            <a:xfrm>
              <a:off x="1780575" y="3303537"/>
              <a:ext cx="1015962" cy="671715"/>
            </a:xfrm>
            <a:custGeom>
              <a:rect b="b" l="l" r="r" t="t"/>
              <a:pathLst>
                <a:path extrusionOk="0" h="23862" w="36091">
                  <a:moveTo>
                    <a:pt x="29580" y="0"/>
                  </a:moveTo>
                  <a:cubicBezTo>
                    <a:pt x="29478" y="0"/>
                    <a:pt x="29415" y="141"/>
                    <a:pt x="29524" y="185"/>
                  </a:cubicBezTo>
                  <a:cubicBezTo>
                    <a:pt x="32131" y="1488"/>
                    <a:pt x="33936" y="3919"/>
                    <a:pt x="34938" y="6601"/>
                  </a:cubicBezTo>
                  <a:cubicBezTo>
                    <a:pt x="35389" y="7904"/>
                    <a:pt x="35740" y="9307"/>
                    <a:pt x="35840" y="10686"/>
                  </a:cubicBezTo>
                  <a:cubicBezTo>
                    <a:pt x="35840" y="10861"/>
                    <a:pt x="35840" y="11037"/>
                    <a:pt x="35840" y="11237"/>
                  </a:cubicBezTo>
                  <a:cubicBezTo>
                    <a:pt x="35840" y="12340"/>
                    <a:pt x="35715" y="13468"/>
                    <a:pt x="35489" y="14571"/>
                  </a:cubicBezTo>
                  <a:cubicBezTo>
                    <a:pt x="35164" y="16175"/>
                    <a:pt x="34587" y="17754"/>
                    <a:pt x="33685" y="19132"/>
                  </a:cubicBezTo>
                  <a:cubicBezTo>
                    <a:pt x="32632" y="20786"/>
                    <a:pt x="31078" y="22064"/>
                    <a:pt x="29249" y="22791"/>
                  </a:cubicBezTo>
                  <a:cubicBezTo>
                    <a:pt x="27751" y="23400"/>
                    <a:pt x="26128" y="23658"/>
                    <a:pt x="24505" y="23658"/>
                  </a:cubicBezTo>
                  <a:cubicBezTo>
                    <a:pt x="23520" y="23658"/>
                    <a:pt x="22535" y="23563"/>
                    <a:pt x="21580" y="23393"/>
                  </a:cubicBezTo>
                  <a:cubicBezTo>
                    <a:pt x="19098" y="22917"/>
                    <a:pt x="16717" y="21889"/>
                    <a:pt x="14562" y="20561"/>
                  </a:cubicBezTo>
                  <a:cubicBezTo>
                    <a:pt x="12808" y="19483"/>
                    <a:pt x="11153" y="18205"/>
                    <a:pt x="9650" y="16801"/>
                  </a:cubicBezTo>
                  <a:cubicBezTo>
                    <a:pt x="8948" y="16125"/>
                    <a:pt x="8246" y="15448"/>
                    <a:pt x="7620" y="14696"/>
                  </a:cubicBezTo>
                  <a:cubicBezTo>
                    <a:pt x="7595" y="14671"/>
                    <a:pt x="7569" y="14621"/>
                    <a:pt x="7544" y="14596"/>
                  </a:cubicBezTo>
                  <a:cubicBezTo>
                    <a:pt x="7482" y="14521"/>
                    <a:pt x="7394" y="14502"/>
                    <a:pt x="7300" y="14502"/>
                  </a:cubicBezTo>
                  <a:cubicBezTo>
                    <a:pt x="7206" y="14502"/>
                    <a:pt x="7106" y="14521"/>
                    <a:pt x="7018" y="14521"/>
                  </a:cubicBezTo>
                  <a:cubicBezTo>
                    <a:pt x="6767" y="14546"/>
                    <a:pt x="6517" y="14546"/>
                    <a:pt x="6266" y="14546"/>
                  </a:cubicBezTo>
                  <a:cubicBezTo>
                    <a:pt x="5314" y="14521"/>
                    <a:pt x="4361" y="14420"/>
                    <a:pt x="3409" y="14220"/>
                  </a:cubicBezTo>
                  <a:cubicBezTo>
                    <a:pt x="2958" y="14145"/>
                    <a:pt x="2532" y="14019"/>
                    <a:pt x="2106" y="13894"/>
                  </a:cubicBezTo>
                  <a:cubicBezTo>
                    <a:pt x="1705" y="13794"/>
                    <a:pt x="1204" y="13668"/>
                    <a:pt x="978" y="13292"/>
                  </a:cubicBezTo>
                  <a:cubicBezTo>
                    <a:pt x="376" y="12315"/>
                    <a:pt x="2181" y="12165"/>
                    <a:pt x="2707" y="12089"/>
                  </a:cubicBezTo>
                  <a:cubicBezTo>
                    <a:pt x="3124" y="12044"/>
                    <a:pt x="3541" y="12020"/>
                    <a:pt x="3955" y="12020"/>
                  </a:cubicBezTo>
                  <a:cubicBezTo>
                    <a:pt x="4450" y="12020"/>
                    <a:pt x="4941" y="12055"/>
                    <a:pt x="5424" y="12133"/>
                  </a:cubicBezTo>
                  <a:lnTo>
                    <a:pt x="5424" y="12133"/>
                  </a:lnTo>
                  <a:cubicBezTo>
                    <a:pt x="5429" y="12135"/>
                    <a:pt x="5434" y="12137"/>
                    <a:pt x="5439" y="12140"/>
                  </a:cubicBezTo>
                  <a:cubicBezTo>
                    <a:pt x="5440" y="12138"/>
                    <a:pt x="5440" y="12137"/>
                    <a:pt x="5440" y="12136"/>
                  </a:cubicBezTo>
                  <a:lnTo>
                    <a:pt x="5440" y="12136"/>
                  </a:lnTo>
                  <a:cubicBezTo>
                    <a:pt x="5448" y="12137"/>
                    <a:pt x="5456" y="12138"/>
                    <a:pt x="5464" y="12140"/>
                  </a:cubicBezTo>
                  <a:cubicBezTo>
                    <a:pt x="5472" y="12141"/>
                    <a:pt x="5479" y="12142"/>
                    <a:pt x="5487" y="12142"/>
                  </a:cubicBezTo>
                  <a:cubicBezTo>
                    <a:pt x="5578" y="12142"/>
                    <a:pt x="5655" y="12010"/>
                    <a:pt x="5539" y="11964"/>
                  </a:cubicBezTo>
                  <a:cubicBezTo>
                    <a:pt x="4838" y="11638"/>
                    <a:pt x="4061" y="11513"/>
                    <a:pt x="3309" y="11237"/>
                  </a:cubicBezTo>
                  <a:cubicBezTo>
                    <a:pt x="2582" y="10987"/>
                    <a:pt x="1905" y="10561"/>
                    <a:pt x="1329" y="10034"/>
                  </a:cubicBezTo>
                  <a:cubicBezTo>
                    <a:pt x="878" y="9683"/>
                    <a:pt x="151" y="9007"/>
                    <a:pt x="552" y="8380"/>
                  </a:cubicBezTo>
                  <a:cubicBezTo>
                    <a:pt x="752" y="8054"/>
                    <a:pt x="1097" y="7942"/>
                    <a:pt x="1464" y="7942"/>
                  </a:cubicBezTo>
                  <a:cubicBezTo>
                    <a:pt x="1830" y="7942"/>
                    <a:pt x="2219" y="8054"/>
                    <a:pt x="2507" y="8180"/>
                  </a:cubicBezTo>
                  <a:cubicBezTo>
                    <a:pt x="2933" y="8330"/>
                    <a:pt x="3359" y="8556"/>
                    <a:pt x="3760" y="8731"/>
                  </a:cubicBezTo>
                  <a:cubicBezTo>
                    <a:pt x="4186" y="8932"/>
                    <a:pt x="4612" y="9132"/>
                    <a:pt x="4988" y="9383"/>
                  </a:cubicBezTo>
                  <a:cubicBezTo>
                    <a:pt x="5007" y="9397"/>
                    <a:pt x="5027" y="9403"/>
                    <a:pt x="5046" y="9403"/>
                  </a:cubicBezTo>
                  <a:cubicBezTo>
                    <a:pt x="5128" y="9403"/>
                    <a:pt x="5194" y="9293"/>
                    <a:pt x="5113" y="9232"/>
                  </a:cubicBezTo>
                  <a:cubicBezTo>
                    <a:pt x="5105" y="9224"/>
                    <a:pt x="5096" y="9216"/>
                    <a:pt x="5088" y="9208"/>
                  </a:cubicBezTo>
                  <a:lnTo>
                    <a:pt x="5088" y="9208"/>
                  </a:lnTo>
                  <a:cubicBezTo>
                    <a:pt x="5088" y="9208"/>
                    <a:pt x="5088" y="9207"/>
                    <a:pt x="5088" y="9207"/>
                  </a:cubicBezTo>
                  <a:cubicBezTo>
                    <a:pt x="5087" y="9206"/>
                    <a:pt x="5085" y="9205"/>
                    <a:pt x="5084" y="9204"/>
                  </a:cubicBezTo>
                  <a:lnTo>
                    <a:pt x="5084" y="9204"/>
                  </a:lnTo>
                  <a:cubicBezTo>
                    <a:pt x="4594" y="8737"/>
                    <a:pt x="4128" y="8245"/>
                    <a:pt x="3710" y="7754"/>
                  </a:cubicBezTo>
                  <a:cubicBezTo>
                    <a:pt x="3459" y="7478"/>
                    <a:pt x="3234" y="7202"/>
                    <a:pt x="3033" y="6901"/>
                  </a:cubicBezTo>
                  <a:cubicBezTo>
                    <a:pt x="2833" y="6626"/>
                    <a:pt x="2607" y="6350"/>
                    <a:pt x="2482" y="6024"/>
                  </a:cubicBezTo>
                  <a:cubicBezTo>
                    <a:pt x="2356" y="5749"/>
                    <a:pt x="2381" y="5398"/>
                    <a:pt x="2657" y="5197"/>
                  </a:cubicBezTo>
                  <a:cubicBezTo>
                    <a:pt x="2826" y="5050"/>
                    <a:pt x="3066" y="4991"/>
                    <a:pt x="3287" y="4991"/>
                  </a:cubicBezTo>
                  <a:cubicBezTo>
                    <a:pt x="3328" y="4991"/>
                    <a:pt x="3369" y="4993"/>
                    <a:pt x="3409" y="4997"/>
                  </a:cubicBezTo>
                  <a:cubicBezTo>
                    <a:pt x="4061" y="5097"/>
                    <a:pt x="4587" y="5723"/>
                    <a:pt x="5038" y="6124"/>
                  </a:cubicBezTo>
                  <a:cubicBezTo>
                    <a:pt x="5665" y="6701"/>
                    <a:pt x="6266" y="7252"/>
                    <a:pt x="6893" y="7829"/>
                  </a:cubicBezTo>
                  <a:cubicBezTo>
                    <a:pt x="6916" y="7852"/>
                    <a:pt x="6941" y="7862"/>
                    <a:pt x="6964" y="7862"/>
                  </a:cubicBezTo>
                  <a:cubicBezTo>
                    <a:pt x="7040" y="7862"/>
                    <a:pt x="7101" y="7755"/>
                    <a:pt x="7043" y="7678"/>
                  </a:cubicBezTo>
                  <a:cubicBezTo>
                    <a:pt x="6642" y="7227"/>
                    <a:pt x="6316" y="6751"/>
                    <a:pt x="6066" y="6200"/>
                  </a:cubicBezTo>
                  <a:cubicBezTo>
                    <a:pt x="5790" y="5648"/>
                    <a:pt x="5514" y="5022"/>
                    <a:pt x="5439" y="4420"/>
                  </a:cubicBezTo>
                  <a:cubicBezTo>
                    <a:pt x="5396" y="3902"/>
                    <a:pt x="5650" y="3292"/>
                    <a:pt x="6169" y="3292"/>
                  </a:cubicBezTo>
                  <a:cubicBezTo>
                    <a:pt x="6253" y="3292"/>
                    <a:pt x="6344" y="3308"/>
                    <a:pt x="6442" y="3343"/>
                  </a:cubicBezTo>
                  <a:cubicBezTo>
                    <a:pt x="6767" y="3443"/>
                    <a:pt x="6993" y="3693"/>
                    <a:pt x="7168" y="3969"/>
                  </a:cubicBezTo>
                  <a:cubicBezTo>
                    <a:pt x="7394" y="4220"/>
                    <a:pt x="7569" y="4520"/>
                    <a:pt x="7770" y="4796"/>
                  </a:cubicBezTo>
                  <a:cubicBezTo>
                    <a:pt x="8221" y="5448"/>
                    <a:pt x="8672" y="6074"/>
                    <a:pt x="9098" y="6701"/>
                  </a:cubicBezTo>
                  <a:cubicBezTo>
                    <a:pt x="9126" y="6738"/>
                    <a:pt x="9164" y="6754"/>
                    <a:pt x="9199" y="6754"/>
                  </a:cubicBezTo>
                  <a:cubicBezTo>
                    <a:pt x="9260" y="6754"/>
                    <a:pt x="9315" y="6705"/>
                    <a:pt x="9299" y="6626"/>
                  </a:cubicBezTo>
                  <a:cubicBezTo>
                    <a:pt x="9173" y="6200"/>
                    <a:pt x="9123" y="5749"/>
                    <a:pt x="9123" y="5297"/>
                  </a:cubicBezTo>
                  <a:cubicBezTo>
                    <a:pt x="9148" y="4921"/>
                    <a:pt x="9173" y="4470"/>
                    <a:pt x="9374" y="4119"/>
                  </a:cubicBezTo>
                  <a:cubicBezTo>
                    <a:pt x="9495" y="3918"/>
                    <a:pt x="9680" y="3817"/>
                    <a:pt x="9877" y="3817"/>
                  </a:cubicBezTo>
                  <a:cubicBezTo>
                    <a:pt x="10047" y="3817"/>
                    <a:pt x="10225" y="3893"/>
                    <a:pt x="10376" y="4044"/>
                  </a:cubicBezTo>
                  <a:cubicBezTo>
                    <a:pt x="10652" y="4320"/>
                    <a:pt x="10727" y="4796"/>
                    <a:pt x="10828" y="5197"/>
                  </a:cubicBezTo>
                  <a:lnTo>
                    <a:pt x="11153" y="6551"/>
                  </a:lnTo>
                  <a:cubicBezTo>
                    <a:pt x="11179" y="6651"/>
                    <a:pt x="11204" y="6751"/>
                    <a:pt x="11229" y="6851"/>
                  </a:cubicBezTo>
                  <a:cubicBezTo>
                    <a:pt x="11254" y="6952"/>
                    <a:pt x="11279" y="7102"/>
                    <a:pt x="11329" y="7177"/>
                  </a:cubicBezTo>
                  <a:cubicBezTo>
                    <a:pt x="11329" y="7202"/>
                    <a:pt x="11354" y="7227"/>
                    <a:pt x="11354" y="7252"/>
                  </a:cubicBezTo>
                  <a:cubicBezTo>
                    <a:pt x="11454" y="7353"/>
                    <a:pt x="11580" y="7428"/>
                    <a:pt x="11705" y="7528"/>
                  </a:cubicBezTo>
                  <a:cubicBezTo>
                    <a:pt x="13284" y="8756"/>
                    <a:pt x="15038" y="9784"/>
                    <a:pt x="16893" y="10611"/>
                  </a:cubicBezTo>
                  <a:cubicBezTo>
                    <a:pt x="18271" y="11187"/>
                    <a:pt x="19700" y="11663"/>
                    <a:pt x="21153" y="11939"/>
                  </a:cubicBezTo>
                  <a:cubicBezTo>
                    <a:pt x="21681" y="12049"/>
                    <a:pt x="22208" y="12118"/>
                    <a:pt x="22732" y="12118"/>
                  </a:cubicBezTo>
                  <a:cubicBezTo>
                    <a:pt x="23279" y="12118"/>
                    <a:pt x="23824" y="12043"/>
                    <a:pt x="24362" y="11864"/>
                  </a:cubicBezTo>
                  <a:cubicBezTo>
                    <a:pt x="25991" y="11287"/>
                    <a:pt x="27093" y="9884"/>
                    <a:pt x="27795" y="8380"/>
                  </a:cubicBezTo>
                  <a:cubicBezTo>
                    <a:pt x="28221" y="7428"/>
                    <a:pt x="28572" y="6375"/>
                    <a:pt x="28722" y="5348"/>
                  </a:cubicBezTo>
                  <a:cubicBezTo>
                    <a:pt x="28722" y="5322"/>
                    <a:pt x="28722" y="5297"/>
                    <a:pt x="28722" y="5297"/>
                  </a:cubicBezTo>
                  <a:cubicBezTo>
                    <a:pt x="28738" y="5217"/>
                    <a:pt x="28663" y="5158"/>
                    <a:pt x="28605" y="5158"/>
                  </a:cubicBezTo>
                  <a:cubicBezTo>
                    <a:pt x="28573" y="5158"/>
                    <a:pt x="28547" y="5177"/>
                    <a:pt x="28547" y="5222"/>
                  </a:cubicBezTo>
                  <a:cubicBezTo>
                    <a:pt x="28422" y="6124"/>
                    <a:pt x="28146" y="7027"/>
                    <a:pt x="27795" y="7854"/>
                  </a:cubicBezTo>
                  <a:cubicBezTo>
                    <a:pt x="27169" y="9383"/>
                    <a:pt x="26166" y="10861"/>
                    <a:pt x="24612" y="11538"/>
                  </a:cubicBezTo>
                  <a:cubicBezTo>
                    <a:pt x="23996" y="11807"/>
                    <a:pt x="23339" y="11916"/>
                    <a:pt x="22675" y="11916"/>
                  </a:cubicBezTo>
                  <a:cubicBezTo>
                    <a:pt x="22285" y="11916"/>
                    <a:pt x="21893" y="11879"/>
                    <a:pt x="21504" y="11814"/>
                  </a:cubicBezTo>
                  <a:cubicBezTo>
                    <a:pt x="20001" y="11538"/>
                    <a:pt x="18522" y="11087"/>
                    <a:pt x="17118" y="10485"/>
                  </a:cubicBezTo>
                  <a:cubicBezTo>
                    <a:pt x="15239" y="9658"/>
                    <a:pt x="13434" y="8631"/>
                    <a:pt x="11830" y="7353"/>
                  </a:cubicBezTo>
                  <a:cubicBezTo>
                    <a:pt x="11730" y="7277"/>
                    <a:pt x="11580" y="7202"/>
                    <a:pt x="11504" y="7102"/>
                  </a:cubicBezTo>
                  <a:cubicBezTo>
                    <a:pt x="11479" y="7052"/>
                    <a:pt x="11479" y="6977"/>
                    <a:pt x="11479" y="6927"/>
                  </a:cubicBezTo>
                  <a:cubicBezTo>
                    <a:pt x="11404" y="6701"/>
                    <a:pt x="11354" y="6475"/>
                    <a:pt x="11304" y="6250"/>
                  </a:cubicBezTo>
                  <a:cubicBezTo>
                    <a:pt x="11179" y="5799"/>
                    <a:pt x="11078" y="5322"/>
                    <a:pt x="10953" y="4871"/>
                  </a:cubicBezTo>
                  <a:cubicBezTo>
                    <a:pt x="10878" y="4520"/>
                    <a:pt x="10777" y="4119"/>
                    <a:pt x="10502" y="3869"/>
                  </a:cubicBezTo>
                  <a:cubicBezTo>
                    <a:pt x="10333" y="3719"/>
                    <a:pt x="10109" y="3597"/>
                    <a:pt x="9881" y="3597"/>
                  </a:cubicBezTo>
                  <a:cubicBezTo>
                    <a:pt x="9804" y="3597"/>
                    <a:pt x="9726" y="3612"/>
                    <a:pt x="9650" y="3643"/>
                  </a:cubicBezTo>
                  <a:cubicBezTo>
                    <a:pt x="8998" y="3869"/>
                    <a:pt x="8923" y="4871"/>
                    <a:pt x="8923" y="5448"/>
                  </a:cubicBezTo>
                  <a:cubicBezTo>
                    <a:pt x="8923" y="5696"/>
                    <a:pt x="8940" y="5936"/>
                    <a:pt x="8979" y="6172"/>
                  </a:cubicBezTo>
                  <a:lnTo>
                    <a:pt x="8979" y="6172"/>
                  </a:lnTo>
                  <a:lnTo>
                    <a:pt x="7895" y="4596"/>
                  </a:lnTo>
                  <a:cubicBezTo>
                    <a:pt x="7519" y="4069"/>
                    <a:pt x="7143" y="3343"/>
                    <a:pt x="6467" y="3142"/>
                  </a:cubicBezTo>
                  <a:cubicBezTo>
                    <a:pt x="6369" y="3112"/>
                    <a:pt x="6274" y="3099"/>
                    <a:pt x="6183" y="3099"/>
                  </a:cubicBezTo>
                  <a:cubicBezTo>
                    <a:pt x="5732" y="3099"/>
                    <a:pt x="5368" y="3436"/>
                    <a:pt x="5264" y="3894"/>
                  </a:cubicBezTo>
                  <a:cubicBezTo>
                    <a:pt x="5138" y="4546"/>
                    <a:pt x="5439" y="5297"/>
                    <a:pt x="5690" y="5874"/>
                  </a:cubicBezTo>
                  <a:cubicBezTo>
                    <a:pt x="5850" y="6248"/>
                    <a:pt x="6039" y="6614"/>
                    <a:pt x="6256" y="6962"/>
                  </a:cubicBezTo>
                  <a:lnTo>
                    <a:pt x="6256" y="6962"/>
                  </a:lnTo>
                  <a:cubicBezTo>
                    <a:pt x="5881" y="6625"/>
                    <a:pt x="5506" y="6287"/>
                    <a:pt x="5138" y="5949"/>
                  </a:cubicBezTo>
                  <a:cubicBezTo>
                    <a:pt x="4637" y="5498"/>
                    <a:pt x="4111" y="4896"/>
                    <a:pt x="3409" y="4796"/>
                  </a:cubicBezTo>
                  <a:cubicBezTo>
                    <a:pt x="3368" y="4792"/>
                    <a:pt x="3327" y="4790"/>
                    <a:pt x="3286" y="4790"/>
                  </a:cubicBezTo>
                  <a:cubicBezTo>
                    <a:pt x="2793" y="4790"/>
                    <a:pt x="2275" y="5064"/>
                    <a:pt x="2206" y="5573"/>
                  </a:cubicBezTo>
                  <a:cubicBezTo>
                    <a:pt x="2181" y="5899"/>
                    <a:pt x="2331" y="6225"/>
                    <a:pt x="2482" y="6500"/>
                  </a:cubicBezTo>
                  <a:cubicBezTo>
                    <a:pt x="2682" y="6826"/>
                    <a:pt x="2933" y="7127"/>
                    <a:pt x="3158" y="7403"/>
                  </a:cubicBezTo>
                  <a:cubicBezTo>
                    <a:pt x="3549" y="7900"/>
                    <a:pt x="3978" y="8373"/>
                    <a:pt x="4427" y="8829"/>
                  </a:cubicBezTo>
                  <a:lnTo>
                    <a:pt x="4427" y="8829"/>
                  </a:lnTo>
                  <a:cubicBezTo>
                    <a:pt x="4241" y="8735"/>
                    <a:pt x="4051" y="8645"/>
                    <a:pt x="3860" y="8556"/>
                  </a:cubicBezTo>
                  <a:cubicBezTo>
                    <a:pt x="3484" y="8380"/>
                    <a:pt x="3083" y="8180"/>
                    <a:pt x="2682" y="8029"/>
                  </a:cubicBezTo>
                  <a:cubicBezTo>
                    <a:pt x="2321" y="7877"/>
                    <a:pt x="1891" y="7747"/>
                    <a:pt x="1477" y="7747"/>
                  </a:cubicBezTo>
                  <a:cubicBezTo>
                    <a:pt x="1143" y="7747"/>
                    <a:pt x="820" y="7831"/>
                    <a:pt x="552" y="8054"/>
                  </a:cubicBezTo>
                  <a:cubicBezTo>
                    <a:pt x="0" y="8556"/>
                    <a:pt x="276" y="9282"/>
                    <a:pt x="702" y="9734"/>
                  </a:cubicBezTo>
                  <a:cubicBezTo>
                    <a:pt x="1229" y="10310"/>
                    <a:pt x="1905" y="10811"/>
                    <a:pt x="2607" y="11162"/>
                  </a:cubicBezTo>
                  <a:cubicBezTo>
                    <a:pt x="3246" y="11482"/>
                    <a:pt x="3947" y="11638"/>
                    <a:pt x="4623" y="11844"/>
                  </a:cubicBezTo>
                  <a:lnTo>
                    <a:pt x="4623" y="11844"/>
                  </a:lnTo>
                  <a:cubicBezTo>
                    <a:pt x="4365" y="11822"/>
                    <a:pt x="4106" y="11811"/>
                    <a:pt x="3848" y="11811"/>
                  </a:cubicBezTo>
                  <a:cubicBezTo>
                    <a:pt x="3451" y="11811"/>
                    <a:pt x="3054" y="11837"/>
                    <a:pt x="2657" y="11889"/>
                  </a:cubicBezTo>
                  <a:cubicBezTo>
                    <a:pt x="2231" y="11939"/>
                    <a:pt x="1780" y="12014"/>
                    <a:pt x="1379" y="12140"/>
                  </a:cubicBezTo>
                  <a:cubicBezTo>
                    <a:pt x="1078" y="12240"/>
                    <a:pt x="752" y="12440"/>
                    <a:pt x="677" y="12766"/>
                  </a:cubicBezTo>
                  <a:cubicBezTo>
                    <a:pt x="602" y="13117"/>
                    <a:pt x="777" y="13443"/>
                    <a:pt x="1028" y="13643"/>
                  </a:cubicBezTo>
                  <a:cubicBezTo>
                    <a:pt x="1329" y="13919"/>
                    <a:pt x="1730" y="14019"/>
                    <a:pt x="2106" y="14120"/>
                  </a:cubicBezTo>
                  <a:cubicBezTo>
                    <a:pt x="3033" y="14370"/>
                    <a:pt x="3960" y="14571"/>
                    <a:pt x="4913" y="14671"/>
                  </a:cubicBezTo>
                  <a:cubicBezTo>
                    <a:pt x="5389" y="14696"/>
                    <a:pt x="5865" y="14746"/>
                    <a:pt x="6341" y="14746"/>
                  </a:cubicBezTo>
                  <a:cubicBezTo>
                    <a:pt x="6592" y="14746"/>
                    <a:pt x="6843" y="14746"/>
                    <a:pt x="7093" y="14721"/>
                  </a:cubicBezTo>
                  <a:cubicBezTo>
                    <a:pt x="7143" y="14721"/>
                    <a:pt x="7227" y="14710"/>
                    <a:pt x="7299" y="14710"/>
                  </a:cubicBezTo>
                  <a:cubicBezTo>
                    <a:pt x="7336" y="14710"/>
                    <a:pt x="7369" y="14713"/>
                    <a:pt x="7394" y="14721"/>
                  </a:cubicBezTo>
                  <a:cubicBezTo>
                    <a:pt x="7419" y="14746"/>
                    <a:pt x="7444" y="14796"/>
                    <a:pt x="7469" y="14821"/>
                  </a:cubicBezTo>
                  <a:cubicBezTo>
                    <a:pt x="7519" y="14871"/>
                    <a:pt x="7544" y="14922"/>
                    <a:pt x="7595" y="14972"/>
                  </a:cubicBezTo>
                  <a:cubicBezTo>
                    <a:pt x="7895" y="15323"/>
                    <a:pt x="8221" y="15648"/>
                    <a:pt x="8522" y="15974"/>
                  </a:cubicBezTo>
                  <a:cubicBezTo>
                    <a:pt x="9825" y="17303"/>
                    <a:pt x="11229" y="18531"/>
                    <a:pt x="12732" y="19608"/>
                  </a:cubicBezTo>
                  <a:cubicBezTo>
                    <a:pt x="14762" y="21062"/>
                    <a:pt x="16968" y="22265"/>
                    <a:pt x="19349" y="23017"/>
                  </a:cubicBezTo>
                  <a:cubicBezTo>
                    <a:pt x="21017" y="23562"/>
                    <a:pt x="22768" y="23861"/>
                    <a:pt x="24515" y="23861"/>
                  </a:cubicBezTo>
                  <a:cubicBezTo>
                    <a:pt x="25497" y="23861"/>
                    <a:pt x="26479" y="23767"/>
                    <a:pt x="27444" y="23568"/>
                  </a:cubicBezTo>
                  <a:cubicBezTo>
                    <a:pt x="29550" y="23117"/>
                    <a:pt x="31504" y="22089"/>
                    <a:pt x="32933" y="20460"/>
                  </a:cubicBezTo>
                  <a:cubicBezTo>
                    <a:pt x="34111" y="19132"/>
                    <a:pt x="34913" y="17528"/>
                    <a:pt x="35389" y="15824"/>
                  </a:cubicBezTo>
                  <a:cubicBezTo>
                    <a:pt x="35765" y="14546"/>
                    <a:pt x="35966" y="13192"/>
                    <a:pt x="36041" y="11839"/>
                  </a:cubicBezTo>
                  <a:cubicBezTo>
                    <a:pt x="36091" y="10736"/>
                    <a:pt x="35941" y="9658"/>
                    <a:pt x="35690" y="8531"/>
                  </a:cubicBezTo>
                  <a:cubicBezTo>
                    <a:pt x="35063" y="5723"/>
                    <a:pt x="33685" y="2992"/>
                    <a:pt x="31404" y="1162"/>
                  </a:cubicBezTo>
                  <a:cubicBezTo>
                    <a:pt x="30853" y="711"/>
                    <a:pt x="30251" y="335"/>
                    <a:pt x="29625" y="9"/>
                  </a:cubicBezTo>
                  <a:cubicBezTo>
                    <a:pt x="29609" y="3"/>
                    <a:pt x="29594" y="0"/>
                    <a:pt x="2958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9" name="Google Shape;4739;p54"/>
            <p:cNvSpPr/>
            <p:nvPr/>
          </p:nvSpPr>
          <p:spPr>
            <a:xfrm>
              <a:off x="2036578" y="3722223"/>
              <a:ext cx="170279" cy="133825"/>
            </a:xfrm>
            <a:custGeom>
              <a:rect b="b" l="l" r="r" t="t"/>
              <a:pathLst>
                <a:path extrusionOk="0" h="4754" w="6049">
                  <a:moveTo>
                    <a:pt x="150" y="1"/>
                  </a:moveTo>
                  <a:cubicBezTo>
                    <a:pt x="77" y="1"/>
                    <a:pt x="1" y="95"/>
                    <a:pt x="79" y="174"/>
                  </a:cubicBezTo>
                  <a:cubicBezTo>
                    <a:pt x="1433" y="1527"/>
                    <a:pt x="2912" y="2755"/>
                    <a:pt x="4491" y="3833"/>
                  </a:cubicBezTo>
                  <a:cubicBezTo>
                    <a:pt x="4917" y="4159"/>
                    <a:pt x="5393" y="4435"/>
                    <a:pt x="5844" y="4735"/>
                  </a:cubicBezTo>
                  <a:cubicBezTo>
                    <a:pt x="5861" y="4748"/>
                    <a:pt x="5879" y="4754"/>
                    <a:pt x="5896" y="4754"/>
                  </a:cubicBezTo>
                  <a:cubicBezTo>
                    <a:pt x="5980" y="4754"/>
                    <a:pt x="6048" y="4622"/>
                    <a:pt x="5944" y="4560"/>
                  </a:cubicBezTo>
                  <a:cubicBezTo>
                    <a:pt x="4315" y="3557"/>
                    <a:pt x="2786" y="2404"/>
                    <a:pt x="1383" y="1126"/>
                  </a:cubicBezTo>
                  <a:cubicBezTo>
                    <a:pt x="982" y="775"/>
                    <a:pt x="581" y="399"/>
                    <a:pt x="205" y="23"/>
                  </a:cubicBezTo>
                  <a:cubicBezTo>
                    <a:pt x="189" y="7"/>
                    <a:pt x="169" y="1"/>
                    <a:pt x="1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0" name="Google Shape;4740;p54"/>
            <p:cNvSpPr/>
            <p:nvPr/>
          </p:nvSpPr>
          <p:spPr>
            <a:xfrm>
              <a:off x="2216602" y="3863258"/>
              <a:ext cx="7769" cy="5686"/>
            </a:xfrm>
            <a:custGeom>
              <a:rect b="b" l="l" r="r" t="t"/>
              <a:pathLst>
                <a:path extrusionOk="0" h="202" w="276">
                  <a:moveTo>
                    <a:pt x="151" y="1"/>
                  </a:moveTo>
                  <a:cubicBezTo>
                    <a:pt x="0" y="1"/>
                    <a:pt x="0" y="201"/>
                    <a:pt x="151" y="201"/>
                  </a:cubicBezTo>
                  <a:cubicBezTo>
                    <a:pt x="276" y="201"/>
                    <a:pt x="2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1" name="Google Shape;4741;p54"/>
            <p:cNvSpPr/>
            <p:nvPr/>
          </p:nvSpPr>
          <p:spPr>
            <a:xfrm>
              <a:off x="2261052" y="3683600"/>
              <a:ext cx="12020" cy="17706"/>
            </a:xfrm>
            <a:custGeom>
              <a:rect b="b" l="l" r="r" t="t"/>
              <a:pathLst>
                <a:path extrusionOk="0" h="629" w="427">
                  <a:moveTo>
                    <a:pt x="301" y="1"/>
                  </a:moveTo>
                  <a:cubicBezTo>
                    <a:pt x="272" y="1"/>
                    <a:pt x="241" y="13"/>
                    <a:pt x="226" y="42"/>
                  </a:cubicBezTo>
                  <a:lnTo>
                    <a:pt x="25" y="468"/>
                  </a:lnTo>
                  <a:cubicBezTo>
                    <a:pt x="25" y="493"/>
                    <a:pt x="0" y="518"/>
                    <a:pt x="25" y="543"/>
                  </a:cubicBezTo>
                  <a:cubicBezTo>
                    <a:pt x="25" y="568"/>
                    <a:pt x="50" y="593"/>
                    <a:pt x="75" y="619"/>
                  </a:cubicBezTo>
                  <a:cubicBezTo>
                    <a:pt x="82" y="625"/>
                    <a:pt x="92" y="628"/>
                    <a:pt x="104" y="628"/>
                  </a:cubicBezTo>
                  <a:cubicBezTo>
                    <a:pt x="137" y="628"/>
                    <a:pt x="182" y="605"/>
                    <a:pt x="201" y="568"/>
                  </a:cubicBezTo>
                  <a:lnTo>
                    <a:pt x="401" y="142"/>
                  </a:lnTo>
                  <a:cubicBezTo>
                    <a:pt x="401" y="117"/>
                    <a:pt x="426" y="92"/>
                    <a:pt x="401" y="67"/>
                  </a:cubicBezTo>
                  <a:cubicBezTo>
                    <a:pt x="401" y="42"/>
                    <a:pt x="376" y="17"/>
                    <a:pt x="351" y="17"/>
                  </a:cubicBezTo>
                  <a:cubicBezTo>
                    <a:pt x="341" y="7"/>
                    <a:pt x="322" y="1"/>
                    <a:pt x="3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2" name="Google Shape;4742;p54"/>
            <p:cNvSpPr/>
            <p:nvPr/>
          </p:nvSpPr>
          <p:spPr>
            <a:xfrm>
              <a:off x="2273747" y="3688019"/>
              <a:ext cx="11316" cy="13991"/>
            </a:xfrm>
            <a:custGeom>
              <a:rect b="b" l="l" r="r" t="t"/>
              <a:pathLst>
                <a:path extrusionOk="0" h="497" w="402">
                  <a:moveTo>
                    <a:pt x="286" y="1"/>
                  </a:moveTo>
                  <a:cubicBezTo>
                    <a:pt x="251" y="1"/>
                    <a:pt x="219" y="24"/>
                    <a:pt x="201" y="61"/>
                  </a:cubicBezTo>
                  <a:cubicBezTo>
                    <a:pt x="151" y="161"/>
                    <a:pt x="76" y="236"/>
                    <a:pt x="25" y="336"/>
                  </a:cubicBezTo>
                  <a:cubicBezTo>
                    <a:pt x="0" y="386"/>
                    <a:pt x="25" y="462"/>
                    <a:pt x="76" y="487"/>
                  </a:cubicBezTo>
                  <a:cubicBezTo>
                    <a:pt x="89" y="493"/>
                    <a:pt x="102" y="496"/>
                    <a:pt x="115" y="496"/>
                  </a:cubicBezTo>
                  <a:cubicBezTo>
                    <a:pt x="151" y="496"/>
                    <a:pt x="183" y="473"/>
                    <a:pt x="201" y="436"/>
                  </a:cubicBezTo>
                  <a:cubicBezTo>
                    <a:pt x="251" y="361"/>
                    <a:pt x="326" y="261"/>
                    <a:pt x="376" y="161"/>
                  </a:cubicBezTo>
                  <a:cubicBezTo>
                    <a:pt x="401" y="111"/>
                    <a:pt x="376" y="35"/>
                    <a:pt x="326" y="10"/>
                  </a:cubicBezTo>
                  <a:cubicBezTo>
                    <a:pt x="313" y="4"/>
                    <a:pt x="299" y="1"/>
                    <a:pt x="28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3" name="Google Shape;4743;p54"/>
            <p:cNvSpPr/>
            <p:nvPr/>
          </p:nvSpPr>
          <p:spPr>
            <a:xfrm>
              <a:off x="2098734" y="3744518"/>
              <a:ext cx="38509" cy="29417"/>
            </a:xfrm>
            <a:custGeom>
              <a:rect b="b" l="l" r="r" t="t"/>
              <a:pathLst>
                <a:path extrusionOk="0" h="1045" w="1368">
                  <a:moveTo>
                    <a:pt x="153" y="0"/>
                  </a:moveTo>
                  <a:cubicBezTo>
                    <a:pt x="71" y="0"/>
                    <a:pt x="0" y="107"/>
                    <a:pt x="77" y="184"/>
                  </a:cubicBezTo>
                  <a:cubicBezTo>
                    <a:pt x="403" y="510"/>
                    <a:pt x="779" y="810"/>
                    <a:pt x="1180" y="1036"/>
                  </a:cubicBezTo>
                  <a:cubicBezTo>
                    <a:pt x="1192" y="1042"/>
                    <a:pt x="1204" y="1045"/>
                    <a:pt x="1216" y="1045"/>
                  </a:cubicBezTo>
                  <a:cubicBezTo>
                    <a:pt x="1302" y="1045"/>
                    <a:pt x="1368" y="905"/>
                    <a:pt x="1280" y="861"/>
                  </a:cubicBezTo>
                  <a:cubicBezTo>
                    <a:pt x="879" y="635"/>
                    <a:pt x="528" y="359"/>
                    <a:pt x="227" y="33"/>
                  </a:cubicBezTo>
                  <a:cubicBezTo>
                    <a:pt x="204" y="10"/>
                    <a:pt x="178" y="0"/>
                    <a:pt x="15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4" name="Google Shape;4744;p54"/>
            <p:cNvSpPr/>
            <p:nvPr/>
          </p:nvSpPr>
          <p:spPr>
            <a:xfrm>
              <a:off x="1830346" y="3675380"/>
              <a:ext cx="82902" cy="18579"/>
            </a:xfrm>
            <a:custGeom>
              <a:rect b="b" l="l" r="r" t="t"/>
              <a:pathLst>
                <a:path extrusionOk="0" h="660" w="2945">
                  <a:moveTo>
                    <a:pt x="124" y="0"/>
                  </a:moveTo>
                  <a:cubicBezTo>
                    <a:pt x="28" y="0"/>
                    <a:pt x="1" y="164"/>
                    <a:pt x="112" y="209"/>
                  </a:cubicBezTo>
                  <a:cubicBezTo>
                    <a:pt x="989" y="459"/>
                    <a:pt x="1892" y="635"/>
                    <a:pt x="2819" y="660"/>
                  </a:cubicBezTo>
                  <a:cubicBezTo>
                    <a:pt x="2944" y="660"/>
                    <a:pt x="2944" y="459"/>
                    <a:pt x="2819" y="459"/>
                  </a:cubicBezTo>
                  <a:cubicBezTo>
                    <a:pt x="1917" y="409"/>
                    <a:pt x="1014" y="259"/>
                    <a:pt x="162" y="8"/>
                  </a:cubicBezTo>
                  <a:cubicBezTo>
                    <a:pt x="149" y="3"/>
                    <a:pt x="136" y="0"/>
                    <a:pt x="1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5" name="Google Shape;4745;p54"/>
            <p:cNvSpPr/>
            <p:nvPr/>
          </p:nvSpPr>
          <p:spPr>
            <a:xfrm>
              <a:off x="1930140" y="3691820"/>
              <a:ext cx="7798" cy="7798"/>
            </a:xfrm>
            <a:custGeom>
              <a:rect b="b" l="l" r="r" t="t"/>
              <a:pathLst>
                <a:path extrusionOk="0" h="277" w="277">
                  <a:moveTo>
                    <a:pt x="76" y="1"/>
                  </a:moveTo>
                  <a:cubicBezTo>
                    <a:pt x="51" y="1"/>
                    <a:pt x="51" y="26"/>
                    <a:pt x="51" y="26"/>
                  </a:cubicBezTo>
                  <a:cubicBezTo>
                    <a:pt x="26" y="26"/>
                    <a:pt x="26" y="51"/>
                    <a:pt x="26" y="51"/>
                  </a:cubicBezTo>
                  <a:cubicBezTo>
                    <a:pt x="26" y="76"/>
                    <a:pt x="1" y="76"/>
                    <a:pt x="1" y="101"/>
                  </a:cubicBezTo>
                  <a:lnTo>
                    <a:pt x="26" y="126"/>
                  </a:lnTo>
                  <a:cubicBezTo>
                    <a:pt x="26" y="151"/>
                    <a:pt x="26" y="151"/>
                    <a:pt x="51" y="176"/>
                  </a:cubicBezTo>
                  <a:lnTo>
                    <a:pt x="101" y="226"/>
                  </a:lnTo>
                  <a:cubicBezTo>
                    <a:pt x="126" y="251"/>
                    <a:pt x="126" y="251"/>
                    <a:pt x="151" y="251"/>
                  </a:cubicBezTo>
                  <a:cubicBezTo>
                    <a:pt x="151" y="251"/>
                    <a:pt x="176" y="276"/>
                    <a:pt x="176" y="276"/>
                  </a:cubicBezTo>
                  <a:cubicBezTo>
                    <a:pt x="201" y="276"/>
                    <a:pt x="201" y="251"/>
                    <a:pt x="226" y="251"/>
                  </a:cubicBezTo>
                  <a:cubicBezTo>
                    <a:pt x="226" y="251"/>
                    <a:pt x="251" y="251"/>
                    <a:pt x="251" y="226"/>
                  </a:cubicBezTo>
                  <a:lnTo>
                    <a:pt x="277" y="226"/>
                  </a:lnTo>
                  <a:cubicBezTo>
                    <a:pt x="277" y="201"/>
                    <a:pt x="277" y="176"/>
                    <a:pt x="277" y="176"/>
                  </a:cubicBezTo>
                  <a:lnTo>
                    <a:pt x="277" y="126"/>
                  </a:lnTo>
                  <a:cubicBezTo>
                    <a:pt x="277" y="126"/>
                    <a:pt x="277" y="101"/>
                    <a:pt x="251" y="101"/>
                  </a:cubicBezTo>
                  <a:lnTo>
                    <a:pt x="176" y="26"/>
                  </a:lnTo>
                  <a:cubicBezTo>
                    <a:pt x="176" y="26"/>
                    <a:pt x="1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6" name="Google Shape;4746;p54"/>
            <p:cNvSpPr/>
            <p:nvPr/>
          </p:nvSpPr>
          <p:spPr>
            <a:xfrm>
              <a:off x="1869419" y="3479929"/>
              <a:ext cx="51796" cy="58355"/>
            </a:xfrm>
            <a:custGeom>
              <a:rect b="b" l="l" r="r" t="t"/>
              <a:pathLst>
                <a:path extrusionOk="0" h="2073" w="1840">
                  <a:moveTo>
                    <a:pt x="142" y="1"/>
                  </a:moveTo>
                  <a:cubicBezTo>
                    <a:pt x="71" y="1"/>
                    <a:pt x="1" y="107"/>
                    <a:pt x="78" y="184"/>
                  </a:cubicBezTo>
                  <a:cubicBezTo>
                    <a:pt x="629" y="786"/>
                    <a:pt x="1155" y="1387"/>
                    <a:pt x="1657" y="2039"/>
                  </a:cubicBezTo>
                  <a:cubicBezTo>
                    <a:pt x="1674" y="2062"/>
                    <a:pt x="1694" y="2072"/>
                    <a:pt x="1714" y="2072"/>
                  </a:cubicBezTo>
                  <a:cubicBezTo>
                    <a:pt x="1779" y="2072"/>
                    <a:pt x="1840" y="1966"/>
                    <a:pt x="1782" y="1889"/>
                  </a:cubicBezTo>
                  <a:cubicBezTo>
                    <a:pt x="1281" y="1262"/>
                    <a:pt x="754" y="635"/>
                    <a:pt x="203" y="34"/>
                  </a:cubicBezTo>
                  <a:cubicBezTo>
                    <a:pt x="185" y="11"/>
                    <a:pt x="164" y="1"/>
                    <a:pt x="14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7" name="Google Shape;4747;p54"/>
            <p:cNvSpPr/>
            <p:nvPr/>
          </p:nvSpPr>
          <p:spPr>
            <a:xfrm>
              <a:off x="1926621" y="3546478"/>
              <a:ext cx="5658" cy="7798"/>
            </a:xfrm>
            <a:custGeom>
              <a:rect b="b" l="l" r="r" t="t"/>
              <a:pathLst>
                <a:path extrusionOk="0" h="277" w="201">
                  <a:moveTo>
                    <a:pt x="101" y="1"/>
                  </a:moveTo>
                  <a:lnTo>
                    <a:pt x="76" y="26"/>
                  </a:lnTo>
                  <a:cubicBezTo>
                    <a:pt x="76" y="26"/>
                    <a:pt x="51" y="26"/>
                    <a:pt x="51" y="51"/>
                  </a:cubicBezTo>
                  <a:lnTo>
                    <a:pt x="26" y="51"/>
                  </a:lnTo>
                  <a:cubicBezTo>
                    <a:pt x="0" y="76"/>
                    <a:pt x="0" y="101"/>
                    <a:pt x="0" y="101"/>
                  </a:cubicBezTo>
                  <a:lnTo>
                    <a:pt x="0" y="176"/>
                  </a:lnTo>
                  <a:cubicBezTo>
                    <a:pt x="0" y="201"/>
                    <a:pt x="0" y="201"/>
                    <a:pt x="26" y="226"/>
                  </a:cubicBezTo>
                  <a:cubicBezTo>
                    <a:pt x="26" y="226"/>
                    <a:pt x="26" y="251"/>
                    <a:pt x="51" y="251"/>
                  </a:cubicBezTo>
                  <a:cubicBezTo>
                    <a:pt x="51" y="251"/>
                    <a:pt x="51" y="276"/>
                    <a:pt x="76" y="276"/>
                  </a:cubicBezTo>
                  <a:lnTo>
                    <a:pt x="126" y="276"/>
                  </a:lnTo>
                  <a:cubicBezTo>
                    <a:pt x="151" y="276"/>
                    <a:pt x="176" y="251"/>
                    <a:pt x="176" y="251"/>
                  </a:cubicBezTo>
                  <a:lnTo>
                    <a:pt x="201" y="226"/>
                  </a:lnTo>
                  <a:cubicBezTo>
                    <a:pt x="201" y="201"/>
                    <a:pt x="201" y="201"/>
                    <a:pt x="201" y="176"/>
                  </a:cubicBezTo>
                  <a:lnTo>
                    <a:pt x="201" y="101"/>
                  </a:lnTo>
                  <a:cubicBezTo>
                    <a:pt x="201" y="101"/>
                    <a:pt x="201" y="76"/>
                    <a:pt x="201" y="76"/>
                  </a:cubicBezTo>
                  <a:cubicBezTo>
                    <a:pt x="201" y="51"/>
                    <a:pt x="201" y="51"/>
                    <a:pt x="176" y="51"/>
                  </a:cubicBezTo>
                  <a:cubicBezTo>
                    <a:pt x="176" y="26"/>
                    <a:pt x="151" y="26"/>
                    <a:pt x="151" y="26"/>
                  </a:cubicBezTo>
                  <a:cubicBezTo>
                    <a:pt x="126" y="1"/>
                    <a:pt x="126"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8" name="Google Shape;4748;p54"/>
            <p:cNvSpPr/>
            <p:nvPr/>
          </p:nvSpPr>
          <p:spPr>
            <a:xfrm>
              <a:off x="1957671" y="3418082"/>
              <a:ext cx="7066" cy="17650"/>
            </a:xfrm>
            <a:custGeom>
              <a:rect b="b" l="l" r="r" t="t"/>
              <a:pathLst>
                <a:path extrusionOk="0" h="627" w="251">
                  <a:moveTo>
                    <a:pt x="126" y="0"/>
                  </a:moveTo>
                  <a:cubicBezTo>
                    <a:pt x="75" y="0"/>
                    <a:pt x="25" y="50"/>
                    <a:pt x="25" y="101"/>
                  </a:cubicBezTo>
                  <a:cubicBezTo>
                    <a:pt x="25" y="251"/>
                    <a:pt x="0" y="376"/>
                    <a:pt x="0" y="527"/>
                  </a:cubicBezTo>
                  <a:cubicBezTo>
                    <a:pt x="0" y="577"/>
                    <a:pt x="50" y="627"/>
                    <a:pt x="101" y="627"/>
                  </a:cubicBezTo>
                  <a:cubicBezTo>
                    <a:pt x="151" y="627"/>
                    <a:pt x="201" y="577"/>
                    <a:pt x="201" y="527"/>
                  </a:cubicBezTo>
                  <a:cubicBezTo>
                    <a:pt x="226" y="376"/>
                    <a:pt x="226" y="251"/>
                    <a:pt x="226" y="101"/>
                  </a:cubicBezTo>
                  <a:cubicBezTo>
                    <a:pt x="251" y="50"/>
                    <a:pt x="176"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9" name="Google Shape;4749;p54"/>
            <p:cNvSpPr/>
            <p:nvPr/>
          </p:nvSpPr>
          <p:spPr>
            <a:xfrm>
              <a:off x="1969663" y="3421601"/>
              <a:ext cx="5658" cy="16271"/>
            </a:xfrm>
            <a:custGeom>
              <a:rect b="b" l="l" r="r" t="t"/>
              <a:pathLst>
                <a:path extrusionOk="0" h="578" w="201">
                  <a:moveTo>
                    <a:pt x="101" y="1"/>
                  </a:moveTo>
                  <a:cubicBezTo>
                    <a:pt x="50" y="1"/>
                    <a:pt x="0" y="51"/>
                    <a:pt x="0" y="101"/>
                  </a:cubicBezTo>
                  <a:lnTo>
                    <a:pt x="0" y="477"/>
                  </a:lnTo>
                  <a:cubicBezTo>
                    <a:pt x="0" y="527"/>
                    <a:pt x="50" y="577"/>
                    <a:pt x="101" y="577"/>
                  </a:cubicBezTo>
                  <a:cubicBezTo>
                    <a:pt x="151" y="577"/>
                    <a:pt x="201" y="527"/>
                    <a:pt x="201" y="477"/>
                  </a:cubicBezTo>
                  <a:lnTo>
                    <a:pt x="201" y="101"/>
                  </a:lnTo>
                  <a:cubicBezTo>
                    <a:pt x="201" y="51"/>
                    <a:pt x="15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0" name="Google Shape;4750;p54"/>
            <p:cNvSpPr/>
            <p:nvPr/>
          </p:nvSpPr>
          <p:spPr>
            <a:xfrm>
              <a:off x="2093020" y="3531867"/>
              <a:ext cx="52556" cy="34906"/>
            </a:xfrm>
            <a:custGeom>
              <a:rect b="b" l="l" r="r" t="t"/>
              <a:pathLst>
                <a:path extrusionOk="0" h="1240" w="1867">
                  <a:moveTo>
                    <a:pt x="153" y="0"/>
                  </a:moveTo>
                  <a:cubicBezTo>
                    <a:pt x="69" y="0"/>
                    <a:pt x="1" y="132"/>
                    <a:pt x="105" y="194"/>
                  </a:cubicBezTo>
                  <a:cubicBezTo>
                    <a:pt x="606" y="570"/>
                    <a:pt x="1132" y="896"/>
                    <a:pt x="1684" y="1222"/>
                  </a:cubicBezTo>
                  <a:cubicBezTo>
                    <a:pt x="1701" y="1234"/>
                    <a:pt x="1718" y="1240"/>
                    <a:pt x="1734" y="1240"/>
                  </a:cubicBezTo>
                  <a:cubicBezTo>
                    <a:pt x="1812" y="1240"/>
                    <a:pt x="1867" y="1108"/>
                    <a:pt x="1784" y="1046"/>
                  </a:cubicBezTo>
                  <a:cubicBezTo>
                    <a:pt x="1232" y="720"/>
                    <a:pt x="706" y="394"/>
                    <a:pt x="205" y="19"/>
                  </a:cubicBezTo>
                  <a:cubicBezTo>
                    <a:pt x="188" y="6"/>
                    <a:pt x="170" y="0"/>
                    <a:pt x="15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1" name="Google Shape;4751;p54"/>
            <p:cNvSpPr/>
            <p:nvPr/>
          </p:nvSpPr>
          <p:spPr>
            <a:xfrm>
              <a:off x="2160159" y="3570462"/>
              <a:ext cx="7769" cy="5686"/>
            </a:xfrm>
            <a:custGeom>
              <a:rect b="b" l="l" r="r" t="t"/>
              <a:pathLst>
                <a:path extrusionOk="0" h="202" w="276">
                  <a:moveTo>
                    <a:pt x="151" y="1"/>
                  </a:moveTo>
                  <a:cubicBezTo>
                    <a:pt x="0" y="1"/>
                    <a:pt x="0" y="201"/>
                    <a:pt x="151" y="201"/>
                  </a:cubicBezTo>
                  <a:cubicBezTo>
                    <a:pt x="276" y="201"/>
                    <a:pt x="2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2" name="Google Shape;4752;p54"/>
            <p:cNvSpPr/>
            <p:nvPr/>
          </p:nvSpPr>
          <p:spPr>
            <a:xfrm>
              <a:off x="1824321" y="3565958"/>
              <a:ext cx="19789" cy="15820"/>
            </a:xfrm>
            <a:custGeom>
              <a:rect b="b" l="l" r="r" t="t"/>
              <a:pathLst>
                <a:path extrusionOk="0" h="562" w="703">
                  <a:moveTo>
                    <a:pt x="115" y="1"/>
                  </a:moveTo>
                  <a:cubicBezTo>
                    <a:pt x="102" y="1"/>
                    <a:pt x="89" y="4"/>
                    <a:pt x="76" y="11"/>
                  </a:cubicBezTo>
                  <a:cubicBezTo>
                    <a:pt x="25" y="36"/>
                    <a:pt x="0" y="111"/>
                    <a:pt x="25" y="161"/>
                  </a:cubicBezTo>
                  <a:cubicBezTo>
                    <a:pt x="176" y="336"/>
                    <a:pt x="351" y="487"/>
                    <a:pt x="577" y="562"/>
                  </a:cubicBezTo>
                  <a:cubicBezTo>
                    <a:pt x="627" y="562"/>
                    <a:pt x="702" y="537"/>
                    <a:pt x="702" y="487"/>
                  </a:cubicBezTo>
                  <a:cubicBezTo>
                    <a:pt x="702" y="437"/>
                    <a:pt x="677" y="386"/>
                    <a:pt x="627" y="361"/>
                  </a:cubicBezTo>
                  <a:cubicBezTo>
                    <a:pt x="627" y="361"/>
                    <a:pt x="602" y="361"/>
                    <a:pt x="602" y="336"/>
                  </a:cubicBezTo>
                  <a:lnTo>
                    <a:pt x="552" y="336"/>
                  </a:lnTo>
                  <a:cubicBezTo>
                    <a:pt x="527" y="311"/>
                    <a:pt x="527" y="311"/>
                    <a:pt x="502" y="311"/>
                  </a:cubicBezTo>
                  <a:cubicBezTo>
                    <a:pt x="477" y="286"/>
                    <a:pt x="426" y="261"/>
                    <a:pt x="376" y="236"/>
                  </a:cubicBezTo>
                  <a:cubicBezTo>
                    <a:pt x="376" y="236"/>
                    <a:pt x="376" y="236"/>
                    <a:pt x="376" y="211"/>
                  </a:cubicBezTo>
                  <a:cubicBezTo>
                    <a:pt x="376" y="211"/>
                    <a:pt x="351" y="211"/>
                    <a:pt x="351" y="186"/>
                  </a:cubicBezTo>
                  <a:cubicBezTo>
                    <a:pt x="326" y="186"/>
                    <a:pt x="301" y="161"/>
                    <a:pt x="301" y="161"/>
                  </a:cubicBezTo>
                  <a:cubicBezTo>
                    <a:pt x="276" y="136"/>
                    <a:pt x="251" y="111"/>
                    <a:pt x="251" y="86"/>
                  </a:cubicBezTo>
                  <a:cubicBezTo>
                    <a:pt x="226" y="86"/>
                    <a:pt x="226" y="86"/>
                    <a:pt x="226" y="61"/>
                  </a:cubicBezTo>
                  <a:lnTo>
                    <a:pt x="201" y="61"/>
                  </a:lnTo>
                  <a:cubicBezTo>
                    <a:pt x="183" y="24"/>
                    <a:pt x="151" y="1"/>
                    <a:pt x="11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3" name="Google Shape;4753;p54"/>
            <p:cNvSpPr/>
            <p:nvPr/>
          </p:nvSpPr>
          <p:spPr>
            <a:xfrm>
              <a:off x="1872290" y="3591631"/>
              <a:ext cx="5686" cy="12724"/>
            </a:xfrm>
            <a:custGeom>
              <a:rect b="b" l="l" r="r" t="t"/>
              <a:pathLst>
                <a:path extrusionOk="0" h="452" w="202">
                  <a:moveTo>
                    <a:pt x="101" y="1"/>
                  </a:moveTo>
                  <a:cubicBezTo>
                    <a:pt x="51" y="1"/>
                    <a:pt x="1" y="26"/>
                    <a:pt x="1" y="101"/>
                  </a:cubicBezTo>
                  <a:lnTo>
                    <a:pt x="1" y="352"/>
                  </a:lnTo>
                  <a:cubicBezTo>
                    <a:pt x="1" y="402"/>
                    <a:pt x="51" y="452"/>
                    <a:pt x="101" y="452"/>
                  </a:cubicBezTo>
                  <a:cubicBezTo>
                    <a:pt x="151" y="452"/>
                    <a:pt x="201" y="402"/>
                    <a:pt x="201" y="352"/>
                  </a:cubicBezTo>
                  <a:lnTo>
                    <a:pt x="201" y="101"/>
                  </a:lnTo>
                  <a:cubicBezTo>
                    <a:pt x="201" y="51"/>
                    <a:pt x="15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4" name="Google Shape;4754;p54"/>
            <p:cNvSpPr/>
            <p:nvPr/>
          </p:nvSpPr>
          <p:spPr>
            <a:xfrm>
              <a:off x="1886394" y="3593039"/>
              <a:ext cx="6390" cy="13456"/>
            </a:xfrm>
            <a:custGeom>
              <a:rect b="b" l="l" r="r" t="t"/>
              <a:pathLst>
                <a:path extrusionOk="0" h="478" w="227">
                  <a:moveTo>
                    <a:pt x="126" y="1"/>
                  </a:moveTo>
                  <a:cubicBezTo>
                    <a:pt x="51" y="1"/>
                    <a:pt x="1" y="51"/>
                    <a:pt x="1" y="101"/>
                  </a:cubicBezTo>
                  <a:lnTo>
                    <a:pt x="1" y="377"/>
                  </a:lnTo>
                  <a:cubicBezTo>
                    <a:pt x="1" y="427"/>
                    <a:pt x="51" y="477"/>
                    <a:pt x="126" y="477"/>
                  </a:cubicBezTo>
                  <a:cubicBezTo>
                    <a:pt x="176" y="477"/>
                    <a:pt x="226" y="427"/>
                    <a:pt x="226" y="377"/>
                  </a:cubicBezTo>
                  <a:lnTo>
                    <a:pt x="226" y="101"/>
                  </a:lnTo>
                  <a:cubicBezTo>
                    <a:pt x="226" y="51"/>
                    <a:pt x="17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5" name="Google Shape;4755;p54"/>
            <p:cNvSpPr/>
            <p:nvPr/>
          </p:nvSpPr>
          <p:spPr>
            <a:xfrm>
              <a:off x="2299139" y="3294613"/>
              <a:ext cx="534822" cy="714531"/>
            </a:xfrm>
            <a:custGeom>
              <a:rect b="b" l="l" r="r" t="t"/>
              <a:pathLst>
                <a:path extrusionOk="0" h="25383" w="18999">
                  <a:moveTo>
                    <a:pt x="10276" y="0"/>
                  </a:moveTo>
                  <a:lnTo>
                    <a:pt x="8998" y="1855"/>
                  </a:lnTo>
                  <a:cubicBezTo>
                    <a:pt x="8547" y="2356"/>
                    <a:pt x="8647" y="3158"/>
                    <a:pt x="8823" y="3810"/>
                  </a:cubicBezTo>
                  <a:cubicBezTo>
                    <a:pt x="8998" y="4462"/>
                    <a:pt x="9249" y="5163"/>
                    <a:pt x="8948" y="5790"/>
                  </a:cubicBezTo>
                  <a:cubicBezTo>
                    <a:pt x="8522" y="6667"/>
                    <a:pt x="7194" y="6918"/>
                    <a:pt x="6968" y="7870"/>
                  </a:cubicBezTo>
                  <a:cubicBezTo>
                    <a:pt x="6793" y="8572"/>
                    <a:pt x="7344" y="9299"/>
                    <a:pt x="7118" y="9975"/>
                  </a:cubicBezTo>
                  <a:cubicBezTo>
                    <a:pt x="6943" y="10552"/>
                    <a:pt x="6291" y="10853"/>
                    <a:pt x="5690" y="10903"/>
                  </a:cubicBezTo>
                  <a:cubicBezTo>
                    <a:pt x="5586" y="10911"/>
                    <a:pt x="5482" y="10915"/>
                    <a:pt x="5378" y="10915"/>
                  </a:cubicBezTo>
                  <a:cubicBezTo>
                    <a:pt x="4985" y="10915"/>
                    <a:pt x="4591" y="10866"/>
                    <a:pt x="4197" y="10866"/>
                  </a:cubicBezTo>
                  <a:cubicBezTo>
                    <a:pt x="4093" y="10866"/>
                    <a:pt x="3989" y="10869"/>
                    <a:pt x="3885" y="10878"/>
                  </a:cubicBezTo>
                  <a:cubicBezTo>
                    <a:pt x="3209" y="10953"/>
                    <a:pt x="2507" y="11354"/>
                    <a:pt x="2482" y="12056"/>
                  </a:cubicBezTo>
                  <a:cubicBezTo>
                    <a:pt x="3184" y="15890"/>
                    <a:pt x="2281" y="20026"/>
                    <a:pt x="1" y="23209"/>
                  </a:cubicBezTo>
                  <a:cubicBezTo>
                    <a:pt x="879" y="24526"/>
                    <a:pt x="2438" y="25331"/>
                    <a:pt x="4012" y="25331"/>
                  </a:cubicBezTo>
                  <a:cubicBezTo>
                    <a:pt x="4145" y="25331"/>
                    <a:pt x="4279" y="25326"/>
                    <a:pt x="4412" y="25314"/>
                  </a:cubicBezTo>
                  <a:cubicBezTo>
                    <a:pt x="5508" y="25208"/>
                    <a:pt x="6586" y="24731"/>
                    <a:pt x="7677" y="24731"/>
                  </a:cubicBezTo>
                  <a:cubicBezTo>
                    <a:pt x="7883" y="24731"/>
                    <a:pt x="8089" y="24748"/>
                    <a:pt x="8296" y="24787"/>
                  </a:cubicBezTo>
                  <a:cubicBezTo>
                    <a:pt x="9040" y="24923"/>
                    <a:pt x="9764" y="25382"/>
                    <a:pt x="10522" y="25382"/>
                  </a:cubicBezTo>
                  <a:cubicBezTo>
                    <a:pt x="10607" y="25382"/>
                    <a:pt x="10692" y="25377"/>
                    <a:pt x="10778" y="25364"/>
                  </a:cubicBezTo>
                  <a:cubicBezTo>
                    <a:pt x="11555" y="25264"/>
                    <a:pt x="12131" y="24687"/>
                    <a:pt x="12607" y="24086"/>
                  </a:cubicBezTo>
                  <a:cubicBezTo>
                    <a:pt x="13083" y="23484"/>
                    <a:pt x="13509" y="22808"/>
                    <a:pt x="14186" y="22432"/>
                  </a:cubicBezTo>
                  <a:cubicBezTo>
                    <a:pt x="15063" y="21930"/>
                    <a:pt x="16216" y="22031"/>
                    <a:pt x="17043" y="21454"/>
                  </a:cubicBezTo>
                  <a:cubicBezTo>
                    <a:pt x="17895" y="20878"/>
                    <a:pt x="18171" y="19750"/>
                    <a:pt x="18196" y="18722"/>
                  </a:cubicBezTo>
                  <a:cubicBezTo>
                    <a:pt x="18221" y="17720"/>
                    <a:pt x="17595" y="16442"/>
                    <a:pt x="17745" y="15439"/>
                  </a:cubicBezTo>
                  <a:cubicBezTo>
                    <a:pt x="17921" y="14261"/>
                    <a:pt x="18647" y="12757"/>
                    <a:pt x="18798" y="11579"/>
                  </a:cubicBezTo>
                  <a:cubicBezTo>
                    <a:pt x="18998" y="10000"/>
                    <a:pt x="17971" y="8121"/>
                    <a:pt x="17169" y="6717"/>
                  </a:cubicBezTo>
                  <a:cubicBezTo>
                    <a:pt x="16367" y="5339"/>
                    <a:pt x="14487" y="1680"/>
                    <a:pt x="1027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6" name="Google Shape;4756;p54"/>
            <p:cNvSpPr/>
            <p:nvPr/>
          </p:nvSpPr>
          <p:spPr>
            <a:xfrm>
              <a:off x="2296324" y="3291573"/>
              <a:ext cx="536933" cy="720471"/>
            </a:xfrm>
            <a:custGeom>
              <a:rect b="b" l="l" r="r" t="t"/>
              <a:pathLst>
                <a:path extrusionOk="0" h="25594" w="19074">
                  <a:moveTo>
                    <a:pt x="10388" y="0"/>
                  </a:moveTo>
                  <a:cubicBezTo>
                    <a:pt x="10292" y="0"/>
                    <a:pt x="10262" y="164"/>
                    <a:pt x="10351" y="209"/>
                  </a:cubicBezTo>
                  <a:cubicBezTo>
                    <a:pt x="11705" y="760"/>
                    <a:pt x="12908" y="1537"/>
                    <a:pt x="13960" y="2514"/>
                  </a:cubicBezTo>
                  <a:cubicBezTo>
                    <a:pt x="14813" y="3316"/>
                    <a:pt x="15539" y="4219"/>
                    <a:pt x="16166" y="5196"/>
                  </a:cubicBezTo>
                  <a:cubicBezTo>
                    <a:pt x="16642" y="5948"/>
                    <a:pt x="17093" y="6725"/>
                    <a:pt x="17544" y="7502"/>
                  </a:cubicBezTo>
                  <a:cubicBezTo>
                    <a:pt x="18296" y="8855"/>
                    <a:pt x="19073" y="10434"/>
                    <a:pt x="18747" y="12013"/>
                  </a:cubicBezTo>
                  <a:cubicBezTo>
                    <a:pt x="18572" y="12815"/>
                    <a:pt x="18271" y="13567"/>
                    <a:pt x="18046" y="14319"/>
                  </a:cubicBezTo>
                  <a:cubicBezTo>
                    <a:pt x="17920" y="14670"/>
                    <a:pt x="17820" y="15046"/>
                    <a:pt x="17745" y="15422"/>
                  </a:cubicBezTo>
                  <a:cubicBezTo>
                    <a:pt x="17695" y="15773"/>
                    <a:pt x="17720" y="16123"/>
                    <a:pt x="17770" y="16474"/>
                  </a:cubicBezTo>
                  <a:cubicBezTo>
                    <a:pt x="17895" y="17251"/>
                    <a:pt x="18196" y="18003"/>
                    <a:pt x="18196" y="18780"/>
                  </a:cubicBezTo>
                  <a:cubicBezTo>
                    <a:pt x="18196" y="19482"/>
                    <a:pt x="18071" y="20234"/>
                    <a:pt x="17670" y="20835"/>
                  </a:cubicBezTo>
                  <a:cubicBezTo>
                    <a:pt x="17494" y="21161"/>
                    <a:pt x="17244" y="21412"/>
                    <a:pt x="16918" y="21587"/>
                  </a:cubicBezTo>
                  <a:cubicBezTo>
                    <a:pt x="16592" y="21763"/>
                    <a:pt x="16216" y="21863"/>
                    <a:pt x="15840" y="21963"/>
                  </a:cubicBezTo>
                  <a:cubicBezTo>
                    <a:pt x="15464" y="22038"/>
                    <a:pt x="15088" y="22113"/>
                    <a:pt x="14712" y="22239"/>
                  </a:cubicBezTo>
                  <a:cubicBezTo>
                    <a:pt x="14361" y="22364"/>
                    <a:pt x="14036" y="22540"/>
                    <a:pt x="13735" y="22790"/>
                  </a:cubicBezTo>
                  <a:cubicBezTo>
                    <a:pt x="13158" y="23317"/>
                    <a:pt x="12782" y="24018"/>
                    <a:pt x="12231" y="24570"/>
                  </a:cubicBezTo>
                  <a:cubicBezTo>
                    <a:pt x="11980" y="24845"/>
                    <a:pt x="11655" y="25121"/>
                    <a:pt x="11304" y="25271"/>
                  </a:cubicBezTo>
                  <a:cubicBezTo>
                    <a:pt x="11097" y="25354"/>
                    <a:pt x="10882" y="25391"/>
                    <a:pt x="10664" y="25391"/>
                  </a:cubicBezTo>
                  <a:cubicBezTo>
                    <a:pt x="10486" y="25391"/>
                    <a:pt x="10306" y="25367"/>
                    <a:pt x="10126" y="25322"/>
                  </a:cubicBezTo>
                  <a:cubicBezTo>
                    <a:pt x="9700" y="25221"/>
                    <a:pt x="9324" y="25046"/>
                    <a:pt x="8923" y="24921"/>
                  </a:cubicBezTo>
                  <a:cubicBezTo>
                    <a:pt x="8574" y="24811"/>
                    <a:pt x="8224" y="24740"/>
                    <a:pt x="7859" y="24740"/>
                  </a:cubicBezTo>
                  <a:cubicBezTo>
                    <a:pt x="7804" y="24740"/>
                    <a:pt x="7750" y="24742"/>
                    <a:pt x="7695" y="24745"/>
                  </a:cubicBezTo>
                  <a:cubicBezTo>
                    <a:pt x="6817" y="24770"/>
                    <a:pt x="5990" y="25071"/>
                    <a:pt x="5138" y="25221"/>
                  </a:cubicBezTo>
                  <a:cubicBezTo>
                    <a:pt x="4789" y="25289"/>
                    <a:pt x="4440" y="25326"/>
                    <a:pt x="4093" y="25326"/>
                  </a:cubicBezTo>
                  <a:cubicBezTo>
                    <a:pt x="3668" y="25326"/>
                    <a:pt x="3246" y="25270"/>
                    <a:pt x="2832" y="25146"/>
                  </a:cubicBezTo>
                  <a:cubicBezTo>
                    <a:pt x="2131" y="24946"/>
                    <a:pt x="1454" y="24595"/>
                    <a:pt x="903" y="24093"/>
                  </a:cubicBezTo>
                  <a:cubicBezTo>
                    <a:pt x="666" y="23857"/>
                    <a:pt x="430" y="23599"/>
                    <a:pt x="236" y="23318"/>
                  </a:cubicBezTo>
                  <a:lnTo>
                    <a:pt x="236" y="23318"/>
                  </a:lnTo>
                  <a:cubicBezTo>
                    <a:pt x="1295" y="21825"/>
                    <a:pt x="2035" y="20114"/>
                    <a:pt x="2482" y="18354"/>
                  </a:cubicBezTo>
                  <a:cubicBezTo>
                    <a:pt x="2933" y="16550"/>
                    <a:pt x="3033" y="14645"/>
                    <a:pt x="2782" y="12815"/>
                  </a:cubicBezTo>
                  <a:cubicBezTo>
                    <a:pt x="2782" y="12715"/>
                    <a:pt x="2757" y="12615"/>
                    <a:pt x="2732" y="12514"/>
                  </a:cubicBezTo>
                  <a:cubicBezTo>
                    <a:pt x="2732" y="12389"/>
                    <a:pt x="2682" y="12239"/>
                    <a:pt x="2682" y="12113"/>
                  </a:cubicBezTo>
                  <a:cubicBezTo>
                    <a:pt x="2682" y="11938"/>
                    <a:pt x="2782" y="11737"/>
                    <a:pt x="2908" y="11612"/>
                  </a:cubicBezTo>
                  <a:cubicBezTo>
                    <a:pt x="3133" y="11311"/>
                    <a:pt x="3509" y="11161"/>
                    <a:pt x="3885" y="11111"/>
                  </a:cubicBezTo>
                  <a:cubicBezTo>
                    <a:pt x="4061" y="11078"/>
                    <a:pt x="4236" y="11066"/>
                    <a:pt x="4411" y="11066"/>
                  </a:cubicBezTo>
                  <a:cubicBezTo>
                    <a:pt x="4762" y="11066"/>
                    <a:pt x="5113" y="11111"/>
                    <a:pt x="5464" y="11111"/>
                  </a:cubicBezTo>
                  <a:cubicBezTo>
                    <a:pt x="5890" y="11111"/>
                    <a:pt x="6291" y="11061"/>
                    <a:pt x="6667" y="10860"/>
                  </a:cubicBezTo>
                  <a:cubicBezTo>
                    <a:pt x="6993" y="10685"/>
                    <a:pt x="7269" y="10384"/>
                    <a:pt x="7344" y="10033"/>
                  </a:cubicBezTo>
                  <a:cubicBezTo>
                    <a:pt x="7444" y="9607"/>
                    <a:pt x="7294" y="9181"/>
                    <a:pt x="7193" y="8755"/>
                  </a:cubicBezTo>
                  <a:cubicBezTo>
                    <a:pt x="7118" y="8354"/>
                    <a:pt x="7093" y="7978"/>
                    <a:pt x="7344" y="7627"/>
                  </a:cubicBezTo>
                  <a:cubicBezTo>
                    <a:pt x="7519" y="7352"/>
                    <a:pt x="7820" y="7151"/>
                    <a:pt x="8096" y="6976"/>
                  </a:cubicBezTo>
                  <a:cubicBezTo>
                    <a:pt x="8371" y="6775"/>
                    <a:pt x="8647" y="6575"/>
                    <a:pt x="8873" y="6324"/>
                  </a:cubicBezTo>
                  <a:cubicBezTo>
                    <a:pt x="9148" y="6023"/>
                    <a:pt x="9274" y="5647"/>
                    <a:pt x="9299" y="5246"/>
                  </a:cubicBezTo>
                  <a:cubicBezTo>
                    <a:pt x="9299" y="4344"/>
                    <a:pt x="8697" y="3492"/>
                    <a:pt x="8898" y="2590"/>
                  </a:cubicBezTo>
                  <a:cubicBezTo>
                    <a:pt x="8948" y="2389"/>
                    <a:pt x="9023" y="2189"/>
                    <a:pt x="9173" y="2038"/>
                  </a:cubicBezTo>
                  <a:cubicBezTo>
                    <a:pt x="9250" y="1981"/>
                    <a:pt x="9180" y="1879"/>
                    <a:pt x="9098" y="1879"/>
                  </a:cubicBezTo>
                  <a:cubicBezTo>
                    <a:pt x="9073" y="1879"/>
                    <a:pt x="9047" y="1889"/>
                    <a:pt x="9023" y="1913"/>
                  </a:cubicBezTo>
                  <a:cubicBezTo>
                    <a:pt x="8421" y="2565"/>
                    <a:pt x="8697" y="3492"/>
                    <a:pt x="8923" y="4269"/>
                  </a:cubicBezTo>
                  <a:cubicBezTo>
                    <a:pt x="9048" y="4720"/>
                    <a:pt x="9173" y="5246"/>
                    <a:pt x="8998" y="5722"/>
                  </a:cubicBezTo>
                  <a:cubicBezTo>
                    <a:pt x="8898" y="6073"/>
                    <a:pt x="8622" y="6324"/>
                    <a:pt x="8346" y="6524"/>
                  </a:cubicBezTo>
                  <a:cubicBezTo>
                    <a:pt x="7820" y="6925"/>
                    <a:pt x="7143" y="7251"/>
                    <a:pt x="6968" y="7928"/>
                  </a:cubicBezTo>
                  <a:cubicBezTo>
                    <a:pt x="6868" y="8354"/>
                    <a:pt x="6993" y="8780"/>
                    <a:pt x="7093" y="9181"/>
                  </a:cubicBezTo>
                  <a:cubicBezTo>
                    <a:pt x="7193" y="9607"/>
                    <a:pt x="7244" y="10058"/>
                    <a:pt x="6943" y="10409"/>
                  </a:cubicBezTo>
                  <a:cubicBezTo>
                    <a:pt x="6581" y="10827"/>
                    <a:pt x="6072" y="10920"/>
                    <a:pt x="5540" y="10920"/>
                  </a:cubicBezTo>
                  <a:cubicBezTo>
                    <a:pt x="5115" y="10920"/>
                    <a:pt x="4676" y="10860"/>
                    <a:pt x="4286" y="10860"/>
                  </a:cubicBezTo>
                  <a:cubicBezTo>
                    <a:pt x="3584" y="10885"/>
                    <a:pt x="2657" y="11161"/>
                    <a:pt x="2507" y="11988"/>
                  </a:cubicBezTo>
                  <a:cubicBezTo>
                    <a:pt x="2457" y="12189"/>
                    <a:pt x="2532" y="12389"/>
                    <a:pt x="2557" y="12590"/>
                  </a:cubicBezTo>
                  <a:cubicBezTo>
                    <a:pt x="2582" y="12840"/>
                    <a:pt x="2632" y="13091"/>
                    <a:pt x="2632" y="13342"/>
                  </a:cubicBezTo>
                  <a:cubicBezTo>
                    <a:pt x="2682" y="13793"/>
                    <a:pt x="2707" y="14244"/>
                    <a:pt x="2707" y="14720"/>
                  </a:cubicBezTo>
                  <a:cubicBezTo>
                    <a:pt x="2707" y="15647"/>
                    <a:pt x="2632" y="16600"/>
                    <a:pt x="2457" y="17502"/>
                  </a:cubicBezTo>
                  <a:cubicBezTo>
                    <a:pt x="2106" y="19332"/>
                    <a:pt x="1429" y="21111"/>
                    <a:pt x="401" y="22690"/>
                  </a:cubicBezTo>
                  <a:cubicBezTo>
                    <a:pt x="276" y="22890"/>
                    <a:pt x="151" y="23091"/>
                    <a:pt x="25" y="23266"/>
                  </a:cubicBezTo>
                  <a:cubicBezTo>
                    <a:pt x="0" y="23291"/>
                    <a:pt x="0" y="23342"/>
                    <a:pt x="25" y="23367"/>
                  </a:cubicBezTo>
                  <a:cubicBezTo>
                    <a:pt x="853" y="24620"/>
                    <a:pt x="2281" y="25422"/>
                    <a:pt x="3760" y="25522"/>
                  </a:cubicBezTo>
                  <a:cubicBezTo>
                    <a:pt x="3875" y="25532"/>
                    <a:pt x="3989" y="25537"/>
                    <a:pt x="4103" y="25537"/>
                  </a:cubicBezTo>
                  <a:cubicBezTo>
                    <a:pt x="4835" y="25537"/>
                    <a:pt x="5551" y="25345"/>
                    <a:pt x="6266" y="25171"/>
                  </a:cubicBezTo>
                  <a:cubicBezTo>
                    <a:pt x="6692" y="25071"/>
                    <a:pt x="7143" y="24971"/>
                    <a:pt x="7594" y="24946"/>
                  </a:cubicBezTo>
                  <a:cubicBezTo>
                    <a:pt x="7652" y="24942"/>
                    <a:pt x="7709" y="24941"/>
                    <a:pt x="7765" y="24941"/>
                  </a:cubicBezTo>
                  <a:cubicBezTo>
                    <a:pt x="8154" y="24941"/>
                    <a:pt x="8526" y="25015"/>
                    <a:pt x="8898" y="25146"/>
                  </a:cubicBezTo>
                  <a:cubicBezTo>
                    <a:pt x="9482" y="25334"/>
                    <a:pt x="10066" y="25594"/>
                    <a:pt x="10671" y="25594"/>
                  </a:cubicBezTo>
                  <a:cubicBezTo>
                    <a:pt x="10871" y="25594"/>
                    <a:pt x="11073" y="25565"/>
                    <a:pt x="11279" y="25497"/>
                  </a:cubicBezTo>
                  <a:cubicBezTo>
                    <a:pt x="12031" y="25221"/>
                    <a:pt x="12532" y="24595"/>
                    <a:pt x="12983" y="23968"/>
                  </a:cubicBezTo>
                  <a:cubicBezTo>
                    <a:pt x="13234" y="23642"/>
                    <a:pt x="13484" y="23317"/>
                    <a:pt x="13785" y="23041"/>
                  </a:cubicBezTo>
                  <a:cubicBezTo>
                    <a:pt x="14086" y="22765"/>
                    <a:pt x="14437" y="22540"/>
                    <a:pt x="14813" y="22414"/>
                  </a:cubicBezTo>
                  <a:cubicBezTo>
                    <a:pt x="15539" y="22164"/>
                    <a:pt x="16366" y="22139"/>
                    <a:pt x="17043" y="21738"/>
                  </a:cubicBezTo>
                  <a:cubicBezTo>
                    <a:pt x="17670" y="21387"/>
                    <a:pt x="18046" y="20735"/>
                    <a:pt x="18246" y="20058"/>
                  </a:cubicBezTo>
                  <a:cubicBezTo>
                    <a:pt x="18422" y="19332"/>
                    <a:pt x="18422" y="18580"/>
                    <a:pt x="18271" y="17853"/>
                  </a:cubicBezTo>
                  <a:cubicBezTo>
                    <a:pt x="18121" y="17101"/>
                    <a:pt x="17820" y="16299"/>
                    <a:pt x="17945" y="15497"/>
                  </a:cubicBezTo>
                  <a:cubicBezTo>
                    <a:pt x="18071" y="14720"/>
                    <a:pt x="18371" y="13968"/>
                    <a:pt x="18622" y="13191"/>
                  </a:cubicBezTo>
                  <a:cubicBezTo>
                    <a:pt x="18848" y="12464"/>
                    <a:pt x="19073" y="11712"/>
                    <a:pt x="19023" y="10935"/>
                  </a:cubicBezTo>
                  <a:cubicBezTo>
                    <a:pt x="18948" y="10133"/>
                    <a:pt x="18672" y="9331"/>
                    <a:pt x="18321" y="8605"/>
                  </a:cubicBezTo>
                  <a:cubicBezTo>
                    <a:pt x="18021" y="7928"/>
                    <a:pt x="17645" y="7301"/>
                    <a:pt x="17294" y="6675"/>
                  </a:cubicBezTo>
                  <a:cubicBezTo>
                    <a:pt x="17093" y="6324"/>
                    <a:pt x="16918" y="5998"/>
                    <a:pt x="16717" y="5672"/>
                  </a:cubicBezTo>
                  <a:cubicBezTo>
                    <a:pt x="16141" y="4720"/>
                    <a:pt x="15489" y="3843"/>
                    <a:pt x="14737" y="3041"/>
                  </a:cubicBezTo>
                  <a:cubicBezTo>
                    <a:pt x="13810" y="2013"/>
                    <a:pt x="12682" y="1136"/>
                    <a:pt x="11454" y="484"/>
                  </a:cubicBezTo>
                  <a:cubicBezTo>
                    <a:pt x="11103" y="309"/>
                    <a:pt x="10777" y="158"/>
                    <a:pt x="10427" y="8"/>
                  </a:cubicBezTo>
                  <a:cubicBezTo>
                    <a:pt x="10413" y="3"/>
                    <a:pt x="10400" y="0"/>
                    <a:pt x="1038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7" name="Google Shape;4757;p54"/>
            <p:cNvSpPr/>
            <p:nvPr/>
          </p:nvSpPr>
          <p:spPr>
            <a:xfrm>
              <a:off x="2299139" y="3294613"/>
              <a:ext cx="534822" cy="717543"/>
            </a:xfrm>
            <a:custGeom>
              <a:rect b="b" l="l" r="r" t="t"/>
              <a:pathLst>
                <a:path extrusionOk="0" fill="none" h="25490" w="18999">
                  <a:moveTo>
                    <a:pt x="10276" y="0"/>
                  </a:moveTo>
                  <a:cubicBezTo>
                    <a:pt x="14487" y="1680"/>
                    <a:pt x="16367" y="5339"/>
                    <a:pt x="17169" y="6717"/>
                  </a:cubicBezTo>
                  <a:cubicBezTo>
                    <a:pt x="17971" y="8121"/>
                    <a:pt x="18998" y="10000"/>
                    <a:pt x="18798" y="11579"/>
                  </a:cubicBezTo>
                  <a:cubicBezTo>
                    <a:pt x="18647" y="12757"/>
                    <a:pt x="17921" y="14261"/>
                    <a:pt x="17745" y="15439"/>
                  </a:cubicBezTo>
                  <a:cubicBezTo>
                    <a:pt x="17595" y="16442"/>
                    <a:pt x="18221" y="17720"/>
                    <a:pt x="18196" y="18722"/>
                  </a:cubicBezTo>
                  <a:cubicBezTo>
                    <a:pt x="18171" y="19750"/>
                    <a:pt x="17895" y="20878"/>
                    <a:pt x="17043" y="21454"/>
                  </a:cubicBezTo>
                  <a:cubicBezTo>
                    <a:pt x="16216" y="22031"/>
                    <a:pt x="15063" y="21930"/>
                    <a:pt x="14186" y="22432"/>
                  </a:cubicBezTo>
                  <a:cubicBezTo>
                    <a:pt x="13509" y="22808"/>
                    <a:pt x="13083" y="23484"/>
                    <a:pt x="12607" y="24086"/>
                  </a:cubicBezTo>
                  <a:cubicBezTo>
                    <a:pt x="12131" y="24687"/>
                    <a:pt x="11555" y="25264"/>
                    <a:pt x="10778" y="25364"/>
                  </a:cubicBezTo>
                  <a:cubicBezTo>
                    <a:pt x="9926" y="25489"/>
                    <a:pt x="9124" y="24938"/>
                    <a:pt x="8296" y="24787"/>
                  </a:cubicBezTo>
                  <a:cubicBezTo>
                    <a:pt x="6993" y="24537"/>
                    <a:pt x="5715" y="25188"/>
                    <a:pt x="4412" y="25314"/>
                  </a:cubicBezTo>
                  <a:cubicBezTo>
                    <a:pt x="2707" y="25464"/>
                    <a:pt x="953" y="24637"/>
                    <a:pt x="1" y="23209"/>
                  </a:cubicBezTo>
                  <a:cubicBezTo>
                    <a:pt x="2281" y="20026"/>
                    <a:pt x="3184" y="15890"/>
                    <a:pt x="2482" y="12056"/>
                  </a:cubicBezTo>
                  <a:cubicBezTo>
                    <a:pt x="2507" y="11354"/>
                    <a:pt x="3209" y="10953"/>
                    <a:pt x="3885" y="10878"/>
                  </a:cubicBezTo>
                  <a:cubicBezTo>
                    <a:pt x="4487" y="10827"/>
                    <a:pt x="5088" y="10953"/>
                    <a:pt x="5690" y="10903"/>
                  </a:cubicBezTo>
                  <a:cubicBezTo>
                    <a:pt x="6291" y="10853"/>
                    <a:pt x="6943" y="10552"/>
                    <a:pt x="7118" y="9975"/>
                  </a:cubicBezTo>
                  <a:cubicBezTo>
                    <a:pt x="7344" y="9299"/>
                    <a:pt x="6793" y="8572"/>
                    <a:pt x="6968" y="7870"/>
                  </a:cubicBezTo>
                  <a:cubicBezTo>
                    <a:pt x="7194" y="6918"/>
                    <a:pt x="8522" y="6667"/>
                    <a:pt x="8948" y="5790"/>
                  </a:cubicBezTo>
                  <a:cubicBezTo>
                    <a:pt x="9249" y="5163"/>
                    <a:pt x="8998" y="4462"/>
                    <a:pt x="8823" y="3810"/>
                  </a:cubicBezTo>
                  <a:cubicBezTo>
                    <a:pt x="8647" y="3158"/>
                    <a:pt x="8547" y="2356"/>
                    <a:pt x="8998" y="1855"/>
                  </a:cubicBezTo>
                </a:path>
              </a:pathLst>
            </a:custGeom>
            <a:noFill/>
            <a:ln cap="flat" cmpd="sng" w="10650">
              <a:solidFill>
                <a:srgbClr val="212460"/>
              </a:solidFill>
              <a:prstDash val="solid"/>
              <a:miter lim="2506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8" name="Google Shape;4758;p54"/>
            <p:cNvSpPr/>
            <p:nvPr/>
          </p:nvSpPr>
          <p:spPr>
            <a:xfrm>
              <a:off x="2262459" y="3613139"/>
              <a:ext cx="126309" cy="340953"/>
            </a:xfrm>
            <a:custGeom>
              <a:rect b="b" l="l" r="r" t="t"/>
              <a:pathLst>
                <a:path extrusionOk="0" h="12112" w="4487">
                  <a:moveTo>
                    <a:pt x="3305" y="0"/>
                  </a:moveTo>
                  <a:cubicBezTo>
                    <a:pt x="2793" y="0"/>
                    <a:pt x="2363" y="444"/>
                    <a:pt x="2431" y="991"/>
                  </a:cubicBezTo>
                  <a:cubicBezTo>
                    <a:pt x="2582" y="2695"/>
                    <a:pt x="2431" y="4400"/>
                    <a:pt x="2030" y="6054"/>
                  </a:cubicBezTo>
                  <a:cubicBezTo>
                    <a:pt x="1655" y="7708"/>
                    <a:pt x="1028" y="9287"/>
                    <a:pt x="251" y="10816"/>
                  </a:cubicBezTo>
                  <a:cubicBezTo>
                    <a:pt x="0" y="11342"/>
                    <a:pt x="326" y="11994"/>
                    <a:pt x="903" y="12094"/>
                  </a:cubicBezTo>
                  <a:cubicBezTo>
                    <a:pt x="964" y="12106"/>
                    <a:pt x="1025" y="12111"/>
                    <a:pt x="1085" y="12111"/>
                  </a:cubicBezTo>
                  <a:cubicBezTo>
                    <a:pt x="1415" y="12111"/>
                    <a:pt x="1710" y="11940"/>
                    <a:pt x="1880" y="11643"/>
                  </a:cubicBezTo>
                  <a:cubicBezTo>
                    <a:pt x="2757" y="9964"/>
                    <a:pt x="3459" y="8209"/>
                    <a:pt x="3910" y="6380"/>
                  </a:cubicBezTo>
                  <a:cubicBezTo>
                    <a:pt x="4336" y="4550"/>
                    <a:pt x="4487" y="2645"/>
                    <a:pt x="4211" y="791"/>
                  </a:cubicBezTo>
                  <a:cubicBezTo>
                    <a:pt x="4161" y="390"/>
                    <a:pt x="3860" y="89"/>
                    <a:pt x="3484" y="14"/>
                  </a:cubicBezTo>
                  <a:lnTo>
                    <a:pt x="3459" y="14"/>
                  </a:lnTo>
                  <a:cubicBezTo>
                    <a:pt x="3407" y="5"/>
                    <a:pt x="3356" y="0"/>
                    <a:pt x="3305"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9" name="Google Shape;4759;p54"/>
            <p:cNvSpPr/>
            <p:nvPr/>
          </p:nvSpPr>
          <p:spPr>
            <a:xfrm>
              <a:off x="2263867" y="3610352"/>
              <a:ext cx="124198" cy="346808"/>
            </a:xfrm>
            <a:custGeom>
              <a:rect b="b" l="l" r="r" t="t"/>
              <a:pathLst>
                <a:path extrusionOk="0" h="12320" w="4412">
                  <a:moveTo>
                    <a:pt x="3267" y="204"/>
                  </a:moveTo>
                  <a:cubicBezTo>
                    <a:pt x="3307" y="204"/>
                    <a:pt x="3346" y="207"/>
                    <a:pt x="3384" y="213"/>
                  </a:cubicBezTo>
                  <a:cubicBezTo>
                    <a:pt x="3384" y="213"/>
                    <a:pt x="3384" y="213"/>
                    <a:pt x="3384" y="213"/>
                  </a:cubicBezTo>
                  <a:lnTo>
                    <a:pt x="3384" y="213"/>
                  </a:lnTo>
                  <a:cubicBezTo>
                    <a:pt x="3386" y="213"/>
                    <a:pt x="3388" y="214"/>
                    <a:pt x="3390" y="214"/>
                  </a:cubicBezTo>
                  <a:lnTo>
                    <a:pt x="3390" y="214"/>
                  </a:lnTo>
                  <a:cubicBezTo>
                    <a:pt x="3738" y="266"/>
                    <a:pt x="4011" y="516"/>
                    <a:pt x="4061" y="865"/>
                  </a:cubicBezTo>
                  <a:cubicBezTo>
                    <a:pt x="4161" y="1341"/>
                    <a:pt x="4161" y="1817"/>
                    <a:pt x="4186" y="2293"/>
                  </a:cubicBezTo>
                  <a:cubicBezTo>
                    <a:pt x="4211" y="3221"/>
                    <a:pt x="4161" y="4173"/>
                    <a:pt x="4011" y="5100"/>
                  </a:cubicBezTo>
                  <a:cubicBezTo>
                    <a:pt x="3735" y="6905"/>
                    <a:pt x="3158" y="8659"/>
                    <a:pt x="2407" y="10338"/>
                  </a:cubicBezTo>
                  <a:cubicBezTo>
                    <a:pt x="2206" y="10739"/>
                    <a:pt x="2006" y="11140"/>
                    <a:pt x="1805" y="11566"/>
                  </a:cubicBezTo>
                  <a:cubicBezTo>
                    <a:pt x="1705" y="11742"/>
                    <a:pt x="1605" y="11892"/>
                    <a:pt x="1429" y="11993"/>
                  </a:cubicBezTo>
                  <a:cubicBezTo>
                    <a:pt x="1305" y="12076"/>
                    <a:pt x="1146" y="12124"/>
                    <a:pt x="995" y="12124"/>
                  </a:cubicBezTo>
                  <a:cubicBezTo>
                    <a:pt x="964" y="12124"/>
                    <a:pt x="933" y="12122"/>
                    <a:pt x="903" y="12118"/>
                  </a:cubicBezTo>
                  <a:cubicBezTo>
                    <a:pt x="577" y="12068"/>
                    <a:pt x="326" y="11817"/>
                    <a:pt x="251" y="11516"/>
                  </a:cubicBezTo>
                  <a:cubicBezTo>
                    <a:pt x="151" y="11140"/>
                    <a:pt x="376" y="10815"/>
                    <a:pt x="527" y="10489"/>
                  </a:cubicBezTo>
                  <a:cubicBezTo>
                    <a:pt x="1329" y="8835"/>
                    <a:pt x="1930" y="7105"/>
                    <a:pt x="2256" y="5326"/>
                  </a:cubicBezTo>
                  <a:cubicBezTo>
                    <a:pt x="2432" y="4398"/>
                    <a:pt x="2532" y="3446"/>
                    <a:pt x="2532" y="2519"/>
                  </a:cubicBezTo>
                  <a:cubicBezTo>
                    <a:pt x="2532" y="2043"/>
                    <a:pt x="2507" y="1566"/>
                    <a:pt x="2482" y="1090"/>
                  </a:cubicBezTo>
                  <a:cubicBezTo>
                    <a:pt x="2457" y="764"/>
                    <a:pt x="2607" y="439"/>
                    <a:pt x="2908" y="288"/>
                  </a:cubicBezTo>
                  <a:cubicBezTo>
                    <a:pt x="3021" y="232"/>
                    <a:pt x="3147" y="204"/>
                    <a:pt x="3267" y="204"/>
                  </a:cubicBezTo>
                  <a:close/>
                  <a:moveTo>
                    <a:pt x="3287" y="0"/>
                  </a:moveTo>
                  <a:cubicBezTo>
                    <a:pt x="2996" y="0"/>
                    <a:pt x="2720" y="108"/>
                    <a:pt x="2532" y="338"/>
                  </a:cubicBezTo>
                  <a:cubicBezTo>
                    <a:pt x="2407" y="439"/>
                    <a:pt x="2331" y="589"/>
                    <a:pt x="2281" y="764"/>
                  </a:cubicBezTo>
                  <a:cubicBezTo>
                    <a:pt x="2256" y="965"/>
                    <a:pt x="2281" y="1165"/>
                    <a:pt x="2281" y="1366"/>
                  </a:cubicBezTo>
                  <a:cubicBezTo>
                    <a:pt x="2381" y="2368"/>
                    <a:pt x="2331" y="3396"/>
                    <a:pt x="2206" y="4424"/>
                  </a:cubicBezTo>
                  <a:cubicBezTo>
                    <a:pt x="1955" y="6404"/>
                    <a:pt x="1304" y="8333"/>
                    <a:pt x="477" y="10138"/>
                  </a:cubicBezTo>
                  <a:cubicBezTo>
                    <a:pt x="376" y="10363"/>
                    <a:pt x="276" y="10589"/>
                    <a:pt x="151" y="10789"/>
                  </a:cubicBezTo>
                  <a:cubicBezTo>
                    <a:pt x="76" y="10965"/>
                    <a:pt x="26" y="11115"/>
                    <a:pt x="26" y="11291"/>
                  </a:cubicBezTo>
                  <a:cubicBezTo>
                    <a:pt x="1" y="11617"/>
                    <a:pt x="176" y="11942"/>
                    <a:pt x="427" y="12143"/>
                  </a:cubicBezTo>
                  <a:cubicBezTo>
                    <a:pt x="591" y="12263"/>
                    <a:pt x="800" y="12320"/>
                    <a:pt x="1006" y="12320"/>
                  </a:cubicBezTo>
                  <a:cubicBezTo>
                    <a:pt x="1145" y="12320"/>
                    <a:pt x="1283" y="12294"/>
                    <a:pt x="1404" y="12243"/>
                  </a:cubicBezTo>
                  <a:cubicBezTo>
                    <a:pt x="1830" y="12068"/>
                    <a:pt x="1980" y="11667"/>
                    <a:pt x="2156" y="11291"/>
                  </a:cubicBezTo>
                  <a:cubicBezTo>
                    <a:pt x="3033" y="9536"/>
                    <a:pt x="3735" y="7682"/>
                    <a:pt x="4111" y="5777"/>
                  </a:cubicBezTo>
                  <a:cubicBezTo>
                    <a:pt x="4286" y="4774"/>
                    <a:pt x="4412" y="3772"/>
                    <a:pt x="4412" y="2769"/>
                  </a:cubicBezTo>
                  <a:cubicBezTo>
                    <a:pt x="4412" y="2268"/>
                    <a:pt x="4386" y="1767"/>
                    <a:pt x="4311" y="1266"/>
                  </a:cubicBezTo>
                  <a:cubicBezTo>
                    <a:pt x="4286" y="865"/>
                    <a:pt x="4236" y="489"/>
                    <a:pt x="3885" y="213"/>
                  </a:cubicBezTo>
                  <a:cubicBezTo>
                    <a:pt x="3760" y="113"/>
                    <a:pt x="3610" y="38"/>
                    <a:pt x="3459" y="12"/>
                  </a:cubicBezTo>
                  <a:lnTo>
                    <a:pt x="3459" y="12"/>
                  </a:lnTo>
                  <a:cubicBezTo>
                    <a:pt x="3459" y="12"/>
                    <a:pt x="3459" y="12"/>
                    <a:pt x="3459" y="12"/>
                  </a:cubicBezTo>
                  <a:cubicBezTo>
                    <a:pt x="3456" y="12"/>
                    <a:pt x="3453" y="12"/>
                    <a:pt x="3450" y="11"/>
                  </a:cubicBezTo>
                  <a:lnTo>
                    <a:pt x="3450" y="11"/>
                  </a:lnTo>
                  <a:cubicBezTo>
                    <a:pt x="3396" y="4"/>
                    <a:pt x="3341" y="0"/>
                    <a:pt x="328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0" name="Google Shape;4760;p54"/>
            <p:cNvSpPr/>
            <p:nvPr/>
          </p:nvSpPr>
          <p:spPr>
            <a:xfrm>
              <a:off x="1296580" y="3098262"/>
              <a:ext cx="939056" cy="407556"/>
            </a:xfrm>
            <a:custGeom>
              <a:rect b="b" l="l" r="r" t="t"/>
              <a:pathLst>
                <a:path extrusionOk="0" h="14478" w="33359">
                  <a:moveTo>
                    <a:pt x="19479" y="0"/>
                  </a:moveTo>
                  <a:cubicBezTo>
                    <a:pt x="14741" y="0"/>
                    <a:pt x="10020" y="1077"/>
                    <a:pt x="5765" y="3216"/>
                  </a:cubicBezTo>
                  <a:cubicBezTo>
                    <a:pt x="4186" y="4018"/>
                    <a:pt x="2632" y="4970"/>
                    <a:pt x="1579" y="6399"/>
                  </a:cubicBezTo>
                  <a:cubicBezTo>
                    <a:pt x="502" y="7802"/>
                    <a:pt x="0" y="9732"/>
                    <a:pt x="652" y="11386"/>
                  </a:cubicBezTo>
                  <a:cubicBezTo>
                    <a:pt x="1379" y="13191"/>
                    <a:pt x="3334" y="14269"/>
                    <a:pt x="5264" y="14444"/>
                  </a:cubicBezTo>
                  <a:cubicBezTo>
                    <a:pt x="5511" y="14467"/>
                    <a:pt x="5759" y="14477"/>
                    <a:pt x="6007" y="14477"/>
                  </a:cubicBezTo>
                  <a:cubicBezTo>
                    <a:pt x="7687" y="14477"/>
                    <a:pt x="9358" y="13991"/>
                    <a:pt x="10953" y="13467"/>
                  </a:cubicBezTo>
                  <a:cubicBezTo>
                    <a:pt x="15264" y="12007"/>
                    <a:pt x="19306" y="8471"/>
                    <a:pt x="24079" y="8471"/>
                  </a:cubicBezTo>
                  <a:cubicBezTo>
                    <a:pt x="24550" y="8471"/>
                    <a:pt x="25028" y="8505"/>
                    <a:pt x="25514" y="8579"/>
                  </a:cubicBezTo>
                  <a:cubicBezTo>
                    <a:pt x="25514" y="8579"/>
                    <a:pt x="25533" y="8577"/>
                    <a:pt x="25569" y="8577"/>
                  </a:cubicBezTo>
                  <a:cubicBezTo>
                    <a:pt x="25799" y="8577"/>
                    <a:pt x="26751" y="8671"/>
                    <a:pt x="28246" y="10058"/>
                  </a:cubicBezTo>
                  <a:cubicBezTo>
                    <a:pt x="28710" y="10495"/>
                    <a:pt x="29098" y="10668"/>
                    <a:pt x="29402" y="10668"/>
                  </a:cubicBezTo>
                  <a:cubicBezTo>
                    <a:pt x="30215" y="10668"/>
                    <a:pt x="30429" y="9434"/>
                    <a:pt x="29900" y="8705"/>
                  </a:cubicBezTo>
                  <a:lnTo>
                    <a:pt x="29900" y="8705"/>
                  </a:lnTo>
                  <a:cubicBezTo>
                    <a:pt x="29901" y="8705"/>
                    <a:pt x="30604" y="9280"/>
                    <a:pt x="31133" y="9280"/>
                  </a:cubicBezTo>
                  <a:cubicBezTo>
                    <a:pt x="31345" y="9280"/>
                    <a:pt x="31529" y="9188"/>
                    <a:pt x="31630" y="8930"/>
                  </a:cubicBezTo>
                  <a:cubicBezTo>
                    <a:pt x="31981" y="8053"/>
                    <a:pt x="31204" y="7101"/>
                    <a:pt x="31204" y="7101"/>
                  </a:cubicBezTo>
                  <a:lnTo>
                    <a:pt x="31204" y="7101"/>
                  </a:lnTo>
                  <a:cubicBezTo>
                    <a:pt x="31204" y="7101"/>
                    <a:pt x="31686" y="7476"/>
                    <a:pt x="32125" y="7476"/>
                  </a:cubicBezTo>
                  <a:cubicBezTo>
                    <a:pt x="32357" y="7476"/>
                    <a:pt x="32577" y="7371"/>
                    <a:pt x="32707" y="7051"/>
                  </a:cubicBezTo>
                  <a:cubicBezTo>
                    <a:pt x="33056" y="6105"/>
                    <a:pt x="31871" y="5554"/>
                    <a:pt x="31855" y="5547"/>
                  </a:cubicBezTo>
                  <a:lnTo>
                    <a:pt x="31855" y="5547"/>
                  </a:lnTo>
                  <a:cubicBezTo>
                    <a:pt x="31862" y="5550"/>
                    <a:pt x="32065" y="5642"/>
                    <a:pt x="32308" y="5642"/>
                  </a:cubicBezTo>
                  <a:cubicBezTo>
                    <a:pt x="32614" y="5642"/>
                    <a:pt x="32984" y="5496"/>
                    <a:pt x="33108" y="4845"/>
                  </a:cubicBezTo>
                  <a:cubicBezTo>
                    <a:pt x="33359" y="3642"/>
                    <a:pt x="28647" y="1286"/>
                    <a:pt x="25865" y="685"/>
                  </a:cubicBezTo>
                  <a:cubicBezTo>
                    <a:pt x="24512" y="384"/>
                    <a:pt x="23133" y="208"/>
                    <a:pt x="21755" y="83"/>
                  </a:cubicBezTo>
                  <a:cubicBezTo>
                    <a:pt x="20997" y="28"/>
                    <a:pt x="20238" y="0"/>
                    <a:pt x="19479"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1" name="Google Shape;4761;p54"/>
            <p:cNvSpPr/>
            <p:nvPr/>
          </p:nvSpPr>
          <p:spPr>
            <a:xfrm>
              <a:off x="1289514" y="3095419"/>
              <a:ext cx="946122" cy="413439"/>
            </a:xfrm>
            <a:custGeom>
              <a:rect b="b" l="l" r="r" t="t"/>
              <a:pathLst>
                <a:path extrusionOk="0" h="14687" w="33610">
                  <a:moveTo>
                    <a:pt x="19688" y="202"/>
                  </a:moveTo>
                  <a:cubicBezTo>
                    <a:pt x="19901" y="202"/>
                    <a:pt x="20114" y="205"/>
                    <a:pt x="20327" y="209"/>
                  </a:cubicBezTo>
                  <a:cubicBezTo>
                    <a:pt x="20903" y="234"/>
                    <a:pt x="21455" y="259"/>
                    <a:pt x="22006" y="309"/>
                  </a:cubicBezTo>
                  <a:cubicBezTo>
                    <a:pt x="23485" y="410"/>
                    <a:pt x="24938" y="610"/>
                    <a:pt x="26367" y="936"/>
                  </a:cubicBezTo>
                  <a:cubicBezTo>
                    <a:pt x="27344" y="1187"/>
                    <a:pt x="28297" y="1537"/>
                    <a:pt x="29224" y="1938"/>
                  </a:cubicBezTo>
                  <a:cubicBezTo>
                    <a:pt x="30126" y="2339"/>
                    <a:pt x="31029" y="2791"/>
                    <a:pt x="31856" y="3342"/>
                  </a:cubicBezTo>
                  <a:cubicBezTo>
                    <a:pt x="32181" y="3568"/>
                    <a:pt x="32507" y="3793"/>
                    <a:pt x="32783" y="4069"/>
                  </a:cubicBezTo>
                  <a:cubicBezTo>
                    <a:pt x="32958" y="4244"/>
                    <a:pt x="33159" y="4445"/>
                    <a:pt x="33234" y="4695"/>
                  </a:cubicBezTo>
                  <a:cubicBezTo>
                    <a:pt x="33334" y="5021"/>
                    <a:pt x="33109" y="5497"/>
                    <a:pt x="32808" y="5598"/>
                  </a:cubicBezTo>
                  <a:cubicBezTo>
                    <a:pt x="32720" y="5627"/>
                    <a:pt x="32632" y="5639"/>
                    <a:pt x="32544" y="5639"/>
                  </a:cubicBezTo>
                  <a:cubicBezTo>
                    <a:pt x="32481" y="5639"/>
                    <a:pt x="32419" y="5633"/>
                    <a:pt x="32357" y="5623"/>
                  </a:cubicBezTo>
                  <a:cubicBezTo>
                    <a:pt x="32307" y="5623"/>
                    <a:pt x="32257" y="5598"/>
                    <a:pt x="32206" y="5573"/>
                  </a:cubicBezTo>
                  <a:lnTo>
                    <a:pt x="32156" y="5573"/>
                  </a:lnTo>
                  <a:cubicBezTo>
                    <a:pt x="32144" y="5566"/>
                    <a:pt x="32132" y="5564"/>
                    <a:pt x="32120" y="5564"/>
                  </a:cubicBezTo>
                  <a:cubicBezTo>
                    <a:pt x="32034" y="5564"/>
                    <a:pt x="31968" y="5704"/>
                    <a:pt x="32056" y="5748"/>
                  </a:cubicBezTo>
                  <a:cubicBezTo>
                    <a:pt x="32532" y="5949"/>
                    <a:pt x="33034" y="6450"/>
                    <a:pt x="32883" y="7001"/>
                  </a:cubicBezTo>
                  <a:cubicBezTo>
                    <a:pt x="32833" y="7202"/>
                    <a:pt x="32733" y="7377"/>
                    <a:pt x="32532" y="7452"/>
                  </a:cubicBezTo>
                  <a:cubicBezTo>
                    <a:pt x="32484" y="7471"/>
                    <a:pt x="32429" y="7480"/>
                    <a:pt x="32371" y="7480"/>
                  </a:cubicBezTo>
                  <a:cubicBezTo>
                    <a:pt x="32277" y="7480"/>
                    <a:pt x="32174" y="7458"/>
                    <a:pt x="32081" y="7427"/>
                  </a:cubicBezTo>
                  <a:cubicBezTo>
                    <a:pt x="31956" y="7377"/>
                    <a:pt x="31805" y="7302"/>
                    <a:pt x="31680" y="7227"/>
                  </a:cubicBezTo>
                  <a:cubicBezTo>
                    <a:pt x="31655" y="7202"/>
                    <a:pt x="31605" y="7177"/>
                    <a:pt x="31555" y="7152"/>
                  </a:cubicBezTo>
                  <a:cubicBezTo>
                    <a:pt x="31555" y="7152"/>
                    <a:pt x="31539" y="7136"/>
                    <a:pt x="31530" y="7126"/>
                  </a:cubicBezTo>
                  <a:lnTo>
                    <a:pt x="31530" y="7126"/>
                  </a:lnTo>
                  <a:cubicBezTo>
                    <a:pt x="31530" y="7126"/>
                    <a:pt x="31530" y="7126"/>
                    <a:pt x="31530" y="7126"/>
                  </a:cubicBezTo>
                  <a:cubicBezTo>
                    <a:pt x="31508" y="7110"/>
                    <a:pt x="31486" y="7104"/>
                    <a:pt x="31464" y="7104"/>
                  </a:cubicBezTo>
                  <a:cubicBezTo>
                    <a:pt x="31385" y="7104"/>
                    <a:pt x="31320" y="7198"/>
                    <a:pt x="31379" y="7277"/>
                  </a:cubicBezTo>
                  <a:cubicBezTo>
                    <a:pt x="31530" y="7452"/>
                    <a:pt x="31705" y="7778"/>
                    <a:pt x="31780" y="8029"/>
                  </a:cubicBezTo>
                  <a:cubicBezTo>
                    <a:pt x="31856" y="8279"/>
                    <a:pt x="31906" y="8530"/>
                    <a:pt x="31856" y="8781"/>
                  </a:cubicBezTo>
                  <a:cubicBezTo>
                    <a:pt x="31805" y="8956"/>
                    <a:pt x="31755" y="9157"/>
                    <a:pt x="31580" y="9232"/>
                  </a:cubicBezTo>
                  <a:cubicBezTo>
                    <a:pt x="31510" y="9270"/>
                    <a:pt x="31435" y="9285"/>
                    <a:pt x="31359" y="9285"/>
                  </a:cubicBezTo>
                  <a:cubicBezTo>
                    <a:pt x="31133" y="9285"/>
                    <a:pt x="30890" y="9150"/>
                    <a:pt x="30703" y="9056"/>
                  </a:cubicBezTo>
                  <a:cubicBezTo>
                    <a:pt x="30552" y="8956"/>
                    <a:pt x="30377" y="8856"/>
                    <a:pt x="30227" y="8731"/>
                  </a:cubicBezTo>
                  <a:cubicBezTo>
                    <a:pt x="30208" y="8712"/>
                    <a:pt x="30185" y="8704"/>
                    <a:pt x="30162" y="8704"/>
                  </a:cubicBezTo>
                  <a:cubicBezTo>
                    <a:pt x="30091" y="8704"/>
                    <a:pt x="30019" y="8780"/>
                    <a:pt x="30076" y="8856"/>
                  </a:cubicBezTo>
                  <a:cubicBezTo>
                    <a:pt x="30080" y="8861"/>
                    <a:pt x="30083" y="8866"/>
                    <a:pt x="30087" y="8871"/>
                  </a:cubicBezTo>
                  <a:lnTo>
                    <a:pt x="30087" y="8871"/>
                  </a:lnTo>
                  <a:cubicBezTo>
                    <a:pt x="30083" y="8874"/>
                    <a:pt x="30080" y="8878"/>
                    <a:pt x="30076" y="8881"/>
                  </a:cubicBezTo>
                  <a:cubicBezTo>
                    <a:pt x="30088" y="8890"/>
                    <a:pt x="30099" y="8899"/>
                    <a:pt x="30111" y="8908"/>
                  </a:cubicBezTo>
                  <a:lnTo>
                    <a:pt x="30111" y="8908"/>
                  </a:lnTo>
                  <a:cubicBezTo>
                    <a:pt x="30384" y="9343"/>
                    <a:pt x="30462" y="10076"/>
                    <a:pt x="30101" y="10485"/>
                  </a:cubicBezTo>
                  <a:cubicBezTo>
                    <a:pt x="29961" y="10631"/>
                    <a:pt x="29804" y="10690"/>
                    <a:pt x="29641" y="10690"/>
                  </a:cubicBezTo>
                  <a:cubicBezTo>
                    <a:pt x="29074" y="10690"/>
                    <a:pt x="28427" y="9980"/>
                    <a:pt x="28096" y="9708"/>
                  </a:cubicBezTo>
                  <a:cubicBezTo>
                    <a:pt x="27545" y="9232"/>
                    <a:pt x="26918" y="8806"/>
                    <a:pt x="26191" y="8630"/>
                  </a:cubicBezTo>
                  <a:cubicBezTo>
                    <a:pt x="26066" y="8605"/>
                    <a:pt x="25941" y="8580"/>
                    <a:pt x="25790" y="8580"/>
                  </a:cubicBezTo>
                  <a:cubicBezTo>
                    <a:pt x="25490" y="8580"/>
                    <a:pt x="25189" y="8505"/>
                    <a:pt x="24863" y="8480"/>
                  </a:cubicBezTo>
                  <a:cubicBezTo>
                    <a:pt x="24703" y="8472"/>
                    <a:pt x="24543" y="8468"/>
                    <a:pt x="24383" y="8468"/>
                  </a:cubicBezTo>
                  <a:cubicBezTo>
                    <a:pt x="22592" y="8468"/>
                    <a:pt x="20830" y="8970"/>
                    <a:pt x="19174" y="9683"/>
                  </a:cubicBezTo>
                  <a:cubicBezTo>
                    <a:pt x="17344" y="10460"/>
                    <a:pt x="15615" y="11462"/>
                    <a:pt x="13835" y="12340"/>
                  </a:cubicBezTo>
                  <a:cubicBezTo>
                    <a:pt x="12958" y="12766"/>
                    <a:pt x="12056" y="13167"/>
                    <a:pt x="11129" y="13492"/>
                  </a:cubicBezTo>
                  <a:cubicBezTo>
                    <a:pt x="9951" y="13868"/>
                    <a:pt x="8723" y="14244"/>
                    <a:pt x="7495" y="14395"/>
                  </a:cubicBezTo>
                  <a:cubicBezTo>
                    <a:pt x="7119" y="14441"/>
                    <a:pt x="6737" y="14466"/>
                    <a:pt x="6354" y="14466"/>
                  </a:cubicBezTo>
                  <a:cubicBezTo>
                    <a:pt x="4667" y="14466"/>
                    <a:pt x="2970" y="13982"/>
                    <a:pt x="1805" y="12715"/>
                  </a:cubicBezTo>
                  <a:cubicBezTo>
                    <a:pt x="1129" y="11964"/>
                    <a:pt x="728" y="11011"/>
                    <a:pt x="703" y="10009"/>
                  </a:cubicBezTo>
                  <a:cubicBezTo>
                    <a:pt x="703" y="8956"/>
                    <a:pt x="1028" y="7928"/>
                    <a:pt x="1580" y="7026"/>
                  </a:cubicBezTo>
                  <a:cubicBezTo>
                    <a:pt x="2733" y="5147"/>
                    <a:pt x="4763" y="4019"/>
                    <a:pt x="6693" y="3091"/>
                  </a:cubicBezTo>
                  <a:cubicBezTo>
                    <a:pt x="8823" y="2089"/>
                    <a:pt x="11053" y="1362"/>
                    <a:pt x="13359" y="861"/>
                  </a:cubicBezTo>
                  <a:cubicBezTo>
                    <a:pt x="15432" y="428"/>
                    <a:pt x="17566" y="202"/>
                    <a:pt x="19688" y="202"/>
                  </a:cubicBezTo>
                  <a:close/>
                  <a:moveTo>
                    <a:pt x="19727" y="0"/>
                  </a:moveTo>
                  <a:cubicBezTo>
                    <a:pt x="18096" y="0"/>
                    <a:pt x="16461" y="128"/>
                    <a:pt x="14838" y="385"/>
                  </a:cubicBezTo>
                  <a:cubicBezTo>
                    <a:pt x="12482" y="761"/>
                    <a:pt x="10151" y="1412"/>
                    <a:pt x="7921" y="2339"/>
                  </a:cubicBezTo>
                  <a:cubicBezTo>
                    <a:pt x="6868" y="2766"/>
                    <a:pt x="5815" y="3267"/>
                    <a:pt x="4813" y="3843"/>
                  </a:cubicBezTo>
                  <a:cubicBezTo>
                    <a:pt x="3860" y="4395"/>
                    <a:pt x="2933" y="5071"/>
                    <a:pt x="2206" y="5873"/>
                  </a:cubicBezTo>
                  <a:cubicBezTo>
                    <a:pt x="803" y="7402"/>
                    <a:pt x="1" y="9683"/>
                    <a:pt x="878" y="11663"/>
                  </a:cubicBezTo>
                  <a:cubicBezTo>
                    <a:pt x="1655" y="13442"/>
                    <a:pt x="3585" y="14445"/>
                    <a:pt x="5439" y="14645"/>
                  </a:cubicBezTo>
                  <a:cubicBezTo>
                    <a:pt x="5719" y="14673"/>
                    <a:pt x="5998" y="14686"/>
                    <a:pt x="6277" y="14686"/>
                  </a:cubicBezTo>
                  <a:cubicBezTo>
                    <a:pt x="7249" y="14686"/>
                    <a:pt x="8214" y="14528"/>
                    <a:pt x="9149" y="14294"/>
                  </a:cubicBezTo>
                  <a:cubicBezTo>
                    <a:pt x="10277" y="13994"/>
                    <a:pt x="11379" y="13643"/>
                    <a:pt x="12457" y="13192"/>
                  </a:cubicBezTo>
                  <a:cubicBezTo>
                    <a:pt x="14337" y="12415"/>
                    <a:pt x="16116" y="11362"/>
                    <a:pt x="17946" y="10460"/>
                  </a:cubicBezTo>
                  <a:cubicBezTo>
                    <a:pt x="19775" y="9583"/>
                    <a:pt x="21705" y="8806"/>
                    <a:pt x="23760" y="8680"/>
                  </a:cubicBezTo>
                  <a:cubicBezTo>
                    <a:pt x="23901" y="8674"/>
                    <a:pt x="24042" y="8671"/>
                    <a:pt x="24183" y="8671"/>
                  </a:cubicBezTo>
                  <a:cubicBezTo>
                    <a:pt x="24567" y="8671"/>
                    <a:pt x="24947" y="8694"/>
                    <a:pt x="25314" y="8731"/>
                  </a:cubicBezTo>
                  <a:cubicBezTo>
                    <a:pt x="25515" y="8756"/>
                    <a:pt x="25690" y="8781"/>
                    <a:pt x="25891" y="8781"/>
                  </a:cubicBezTo>
                  <a:cubicBezTo>
                    <a:pt x="26442" y="8831"/>
                    <a:pt x="26993" y="9157"/>
                    <a:pt x="27445" y="9457"/>
                  </a:cubicBezTo>
                  <a:cubicBezTo>
                    <a:pt x="27670" y="9608"/>
                    <a:pt x="27896" y="9783"/>
                    <a:pt x="28121" y="9984"/>
                  </a:cubicBezTo>
                  <a:cubicBezTo>
                    <a:pt x="28347" y="10159"/>
                    <a:pt x="28547" y="10360"/>
                    <a:pt x="28773" y="10535"/>
                  </a:cubicBezTo>
                  <a:cubicBezTo>
                    <a:pt x="29016" y="10712"/>
                    <a:pt x="29318" y="10869"/>
                    <a:pt x="29644" y="10869"/>
                  </a:cubicBezTo>
                  <a:cubicBezTo>
                    <a:pt x="29688" y="10869"/>
                    <a:pt x="29731" y="10867"/>
                    <a:pt x="29775" y="10861"/>
                  </a:cubicBezTo>
                  <a:cubicBezTo>
                    <a:pt x="30352" y="10786"/>
                    <a:pt x="30577" y="10134"/>
                    <a:pt x="30527" y="9608"/>
                  </a:cubicBezTo>
                  <a:cubicBezTo>
                    <a:pt x="30514" y="9450"/>
                    <a:pt x="30487" y="9292"/>
                    <a:pt x="30439" y="9141"/>
                  </a:cubicBezTo>
                  <a:lnTo>
                    <a:pt x="30439" y="9141"/>
                  </a:lnTo>
                  <a:cubicBezTo>
                    <a:pt x="30706" y="9311"/>
                    <a:pt x="30999" y="9448"/>
                    <a:pt x="31304" y="9482"/>
                  </a:cubicBezTo>
                  <a:cubicBezTo>
                    <a:pt x="31331" y="9485"/>
                    <a:pt x="31358" y="9486"/>
                    <a:pt x="31383" y="9486"/>
                  </a:cubicBezTo>
                  <a:cubicBezTo>
                    <a:pt x="32156" y="9486"/>
                    <a:pt x="32150" y="8412"/>
                    <a:pt x="31956" y="7878"/>
                  </a:cubicBezTo>
                  <a:cubicBezTo>
                    <a:pt x="31912" y="7758"/>
                    <a:pt x="31859" y="7643"/>
                    <a:pt x="31799" y="7533"/>
                  </a:cubicBezTo>
                  <a:lnTo>
                    <a:pt x="31799" y="7533"/>
                  </a:lnTo>
                  <a:cubicBezTo>
                    <a:pt x="31976" y="7620"/>
                    <a:pt x="32166" y="7682"/>
                    <a:pt x="32351" y="7682"/>
                  </a:cubicBezTo>
                  <a:cubicBezTo>
                    <a:pt x="32465" y="7682"/>
                    <a:pt x="32577" y="7659"/>
                    <a:pt x="32683" y="7603"/>
                  </a:cubicBezTo>
                  <a:cubicBezTo>
                    <a:pt x="33008" y="7452"/>
                    <a:pt x="33134" y="7051"/>
                    <a:pt x="33109" y="6700"/>
                  </a:cubicBezTo>
                  <a:cubicBezTo>
                    <a:pt x="33084" y="6400"/>
                    <a:pt x="32908" y="6124"/>
                    <a:pt x="32683" y="5923"/>
                  </a:cubicBezTo>
                  <a:cubicBezTo>
                    <a:pt x="32658" y="5899"/>
                    <a:pt x="32634" y="5876"/>
                    <a:pt x="32608" y="5853"/>
                  </a:cubicBezTo>
                  <a:lnTo>
                    <a:pt x="32608" y="5853"/>
                  </a:lnTo>
                  <a:cubicBezTo>
                    <a:pt x="32625" y="5852"/>
                    <a:pt x="32641" y="5850"/>
                    <a:pt x="32658" y="5848"/>
                  </a:cubicBezTo>
                  <a:cubicBezTo>
                    <a:pt x="33084" y="5798"/>
                    <a:pt x="33334" y="5472"/>
                    <a:pt x="33435" y="5096"/>
                  </a:cubicBezTo>
                  <a:cubicBezTo>
                    <a:pt x="33610" y="4470"/>
                    <a:pt x="32983" y="3944"/>
                    <a:pt x="32557" y="3593"/>
                  </a:cubicBezTo>
                  <a:cubicBezTo>
                    <a:pt x="31780" y="2991"/>
                    <a:pt x="30878" y="2490"/>
                    <a:pt x="29976" y="2064"/>
                  </a:cubicBezTo>
                  <a:cubicBezTo>
                    <a:pt x="28973" y="1588"/>
                    <a:pt x="27946" y="1187"/>
                    <a:pt x="26893" y="886"/>
                  </a:cubicBezTo>
                  <a:cubicBezTo>
                    <a:pt x="26191" y="685"/>
                    <a:pt x="25490" y="535"/>
                    <a:pt x="24763" y="435"/>
                  </a:cubicBezTo>
                  <a:cubicBezTo>
                    <a:pt x="23861" y="284"/>
                    <a:pt x="22933" y="159"/>
                    <a:pt x="22006" y="84"/>
                  </a:cubicBezTo>
                  <a:cubicBezTo>
                    <a:pt x="21248" y="28"/>
                    <a:pt x="20488" y="0"/>
                    <a:pt x="197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2" name="Google Shape;4762;p54"/>
            <p:cNvSpPr/>
            <p:nvPr/>
          </p:nvSpPr>
          <p:spPr>
            <a:xfrm>
              <a:off x="2092851" y="3189245"/>
              <a:ext cx="107589" cy="70347"/>
            </a:xfrm>
            <a:custGeom>
              <a:rect b="b" l="l" r="r" t="t"/>
              <a:pathLst>
                <a:path extrusionOk="0" h="2499" w="3822">
                  <a:moveTo>
                    <a:pt x="166" y="0"/>
                  </a:moveTo>
                  <a:cubicBezTo>
                    <a:pt x="64" y="0"/>
                    <a:pt x="1" y="140"/>
                    <a:pt x="111" y="184"/>
                  </a:cubicBezTo>
                  <a:cubicBezTo>
                    <a:pt x="1339" y="836"/>
                    <a:pt x="2517" y="1588"/>
                    <a:pt x="3594" y="2465"/>
                  </a:cubicBezTo>
                  <a:cubicBezTo>
                    <a:pt x="3618" y="2489"/>
                    <a:pt x="3644" y="2499"/>
                    <a:pt x="3670" y="2499"/>
                  </a:cubicBezTo>
                  <a:cubicBezTo>
                    <a:pt x="3752" y="2499"/>
                    <a:pt x="3821" y="2397"/>
                    <a:pt x="3745" y="2340"/>
                  </a:cubicBezTo>
                  <a:cubicBezTo>
                    <a:pt x="2642" y="1438"/>
                    <a:pt x="1464" y="661"/>
                    <a:pt x="211" y="9"/>
                  </a:cubicBezTo>
                  <a:cubicBezTo>
                    <a:pt x="195" y="3"/>
                    <a:pt x="180" y="0"/>
                    <a:pt x="16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3" name="Google Shape;4763;p54"/>
            <p:cNvSpPr/>
            <p:nvPr/>
          </p:nvSpPr>
          <p:spPr>
            <a:xfrm>
              <a:off x="2078213" y="3231302"/>
              <a:ext cx="104746" cy="72740"/>
            </a:xfrm>
            <a:custGeom>
              <a:rect b="b" l="l" r="r" t="t"/>
              <a:pathLst>
                <a:path extrusionOk="0" h="2584" w="3721">
                  <a:moveTo>
                    <a:pt x="144" y="0"/>
                  </a:moveTo>
                  <a:cubicBezTo>
                    <a:pt x="52" y="0"/>
                    <a:pt x="0" y="132"/>
                    <a:pt x="104" y="194"/>
                  </a:cubicBezTo>
                  <a:cubicBezTo>
                    <a:pt x="1357" y="771"/>
                    <a:pt x="2535" y="1573"/>
                    <a:pt x="3513" y="2550"/>
                  </a:cubicBezTo>
                  <a:cubicBezTo>
                    <a:pt x="3536" y="2573"/>
                    <a:pt x="3561" y="2583"/>
                    <a:pt x="3584" y="2583"/>
                  </a:cubicBezTo>
                  <a:cubicBezTo>
                    <a:pt x="3660" y="2583"/>
                    <a:pt x="3721" y="2477"/>
                    <a:pt x="3663" y="2400"/>
                  </a:cubicBezTo>
                  <a:cubicBezTo>
                    <a:pt x="2661" y="1397"/>
                    <a:pt x="1483" y="595"/>
                    <a:pt x="204" y="19"/>
                  </a:cubicBezTo>
                  <a:cubicBezTo>
                    <a:pt x="183" y="6"/>
                    <a:pt x="163" y="0"/>
                    <a:pt x="14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4" name="Google Shape;4764;p54"/>
            <p:cNvSpPr/>
            <p:nvPr/>
          </p:nvSpPr>
          <p:spPr>
            <a:xfrm>
              <a:off x="2050484" y="3280988"/>
              <a:ext cx="91572" cy="66800"/>
            </a:xfrm>
            <a:custGeom>
              <a:rect b="b" l="l" r="r" t="t"/>
              <a:pathLst>
                <a:path extrusionOk="0" h="2373" w="3253">
                  <a:moveTo>
                    <a:pt x="123" y="0"/>
                  </a:moveTo>
                  <a:cubicBezTo>
                    <a:pt x="28" y="0"/>
                    <a:pt x="0" y="161"/>
                    <a:pt x="112" y="184"/>
                  </a:cubicBezTo>
                  <a:cubicBezTo>
                    <a:pt x="1265" y="635"/>
                    <a:pt x="2267" y="1387"/>
                    <a:pt x="3044" y="2339"/>
                  </a:cubicBezTo>
                  <a:cubicBezTo>
                    <a:pt x="3062" y="2362"/>
                    <a:pt x="3083" y="2372"/>
                    <a:pt x="3105" y="2372"/>
                  </a:cubicBezTo>
                  <a:cubicBezTo>
                    <a:pt x="3177" y="2372"/>
                    <a:pt x="3252" y="2266"/>
                    <a:pt x="3195" y="2189"/>
                  </a:cubicBezTo>
                  <a:cubicBezTo>
                    <a:pt x="2393" y="1211"/>
                    <a:pt x="1340" y="459"/>
                    <a:pt x="162" y="8"/>
                  </a:cubicBezTo>
                  <a:cubicBezTo>
                    <a:pt x="148" y="3"/>
                    <a:pt x="135" y="0"/>
                    <a:pt x="1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5" name="Google Shape;4765;p54"/>
            <p:cNvSpPr/>
            <p:nvPr/>
          </p:nvSpPr>
          <p:spPr>
            <a:xfrm>
              <a:off x="2113598" y="3295486"/>
              <a:ext cx="43098" cy="39579"/>
            </a:xfrm>
            <a:custGeom>
              <a:rect b="b" l="l" r="r" t="t"/>
              <a:pathLst>
                <a:path extrusionOk="0" h="1406" w="1531">
                  <a:moveTo>
                    <a:pt x="125" y="1"/>
                  </a:moveTo>
                  <a:cubicBezTo>
                    <a:pt x="100" y="1"/>
                    <a:pt x="75" y="7"/>
                    <a:pt x="50" y="19"/>
                  </a:cubicBezTo>
                  <a:cubicBezTo>
                    <a:pt x="25" y="70"/>
                    <a:pt x="0" y="145"/>
                    <a:pt x="50" y="170"/>
                  </a:cubicBezTo>
                  <a:cubicBezTo>
                    <a:pt x="501" y="521"/>
                    <a:pt x="927" y="922"/>
                    <a:pt x="1328" y="1373"/>
                  </a:cubicBezTo>
                  <a:cubicBezTo>
                    <a:pt x="1346" y="1396"/>
                    <a:pt x="1367" y="1406"/>
                    <a:pt x="1389" y="1406"/>
                  </a:cubicBezTo>
                  <a:cubicBezTo>
                    <a:pt x="1460" y="1406"/>
                    <a:pt x="1531" y="1299"/>
                    <a:pt x="1454" y="1223"/>
                  </a:cubicBezTo>
                  <a:cubicBezTo>
                    <a:pt x="1078" y="796"/>
                    <a:pt x="652" y="395"/>
                    <a:pt x="201" y="19"/>
                  </a:cubicBezTo>
                  <a:cubicBezTo>
                    <a:pt x="176" y="7"/>
                    <a:pt x="151"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6" name="Google Shape;4766;p54"/>
            <p:cNvSpPr/>
            <p:nvPr/>
          </p:nvSpPr>
          <p:spPr>
            <a:xfrm>
              <a:off x="2162271" y="3339063"/>
              <a:ext cx="7094" cy="5658"/>
            </a:xfrm>
            <a:custGeom>
              <a:rect b="b" l="l" r="r" t="t"/>
              <a:pathLst>
                <a:path extrusionOk="0" h="201" w="252">
                  <a:moveTo>
                    <a:pt x="76" y="0"/>
                  </a:moveTo>
                  <a:cubicBezTo>
                    <a:pt x="51" y="25"/>
                    <a:pt x="51" y="25"/>
                    <a:pt x="51" y="25"/>
                  </a:cubicBezTo>
                  <a:cubicBezTo>
                    <a:pt x="26" y="50"/>
                    <a:pt x="26" y="50"/>
                    <a:pt x="26" y="76"/>
                  </a:cubicBezTo>
                  <a:cubicBezTo>
                    <a:pt x="26" y="76"/>
                    <a:pt x="0" y="101"/>
                    <a:pt x="0" y="101"/>
                  </a:cubicBezTo>
                  <a:lnTo>
                    <a:pt x="26" y="126"/>
                  </a:lnTo>
                  <a:cubicBezTo>
                    <a:pt x="26" y="151"/>
                    <a:pt x="26" y="176"/>
                    <a:pt x="51" y="176"/>
                  </a:cubicBezTo>
                  <a:lnTo>
                    <a:pt x="76" y="201"/>
                  </a:lnTo>
                  <a:lnTo>
                    <a:pt x="176" y="201"/>
                  </a:lnTo>
                  <a:cubicBezTo>
                    <a:pt x="201" y="201"/>
                    <a:pt x="201" y="176"/>
                    <a:pt x="226" y="176"/>
                  </a:cubicBezTo>
                  <a:cubicBezTo>
                    <a:pt x="226" y="176"/>
                    <a:pt x="226" y="151"/>
                    <a:pt x="251" y="151"/>
                  </a:cubicBezTo>
                  <a:cubicBezTo>
                    <a:pt x="251" y="126"/>
                    <a:pt x="251" y="126"/>
                    <a:pt x="251" y="101"/>
                  </a:cubicBezTo>
                  <a:lnTo>
                    <a:pt x="251" y="76"/>
                  </a:lnTo>
                  <a:cubicBezTo>
                    <a:pt x="251" y="50"/>
                    <a:pt x="226" y="50"/>
                    <a:pt x="226" y="25"/>
                  </a:cubicBezTo>
                  <a:lnTo>
                    <a:pt x="201" y="25"/>
                  </a:lnTo>
                  <a:cubicBezTo>
                    <a:pt x="176" y="0"/>
                    <a:pt x="17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7" name="Google Shape;4767;p54"/>
            <p:cNvSpPr/>
            <p:nvPr/>
          </p:nvSpPr>
          <p:spPr>
            <a:xfrm>
              <a:off x="1830346" y="3314375"/>
              <a:ext cx="112516" cy="26348"/>
            </a:xfrm>
            <a:custGeom>
              <a:rect b="b" l="l" r="r" t="t"/>
              <a:pathLst>
                <a:path extrusionOk="0" h="936" w="3997">
                  <a:moveTo>
                    <a:pt x="3872" y="0"/>
                  </a:moveTo>
                  <a:cubicBezTo>
                    <a:pt x="2593" y="25"/>
                    <a:pt x="1315" y="276"/>
                    <a:pt x="112" y="727"/>
                  </a:cubicBezTo>
                  <a:cubicBezTo>
                    <a:pt x="1" y="772"/>
                    <a:pt x="28" y="935"/>
                    <a:pt x="124" y="935"/>
                  </a:cubicBezTo>
                  <a:cubicBezTo>
                    <a:pt x="136" y="935"/>
                    <a:pt x="149" y="933"/>
                    <a:pt x="162" y="927"/>
                  </a:cubicBezTo>
                  <a:cubicBezTo>
                    <a:pt x="1365" y="476"/>
                    <a:pt x="2618" y="251"/>
                    <a:pt x="3872" y="226"/>
                  </a:cubicBezTo>
                  <a:cubicBezTo>
                    <a:pt x="3997" y="201"/>
                    <a:pt x="3997" y="0"/>
                    <a:pt x="387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8" name="Google Shape;4768;p54"/>
            <p:cNvSpPr/>
            <p:nvPr/>
          </p:nvSpPr>
          <p:spPr>
            <a:xfrm>
              <a:off x="1968256" y="3314375"/>
              <a:ext cx="7769" cy="5658"/>
            </a:xfrm>
            <a:custGeom>
              <a:rect b="b" l="l" r="r" t="t"/>
              <a:pathLst>
                <a:path extrusionOk="0" h="201" w="276">
                  <a:moveTo>
                    <a:pt x="151" y="0"/>
                  </a:moveTo>
                  <a:cubicBezTo>
                    <a:pt x="0" y="0"/>
                    <a:pt x="0" y="201"/>
                    <a:pt x="151" y="201"/>
                  </a:cubicBezTo>
                  <a:cubicBezTo>
                    <a:pt x="276" y="201"/>
                    <a:pt x="27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9" name="Google Shape;4769;p54"/>
            <p:cNvSpPr/>
            <p:nvPr/>
          </p:nvSpPr>
          <p:spPr>
            <a:xfrm>
              <a:off x="1923806" y="3123063"/>
              <a:ext cx="14835" cy="16721"/>
            </a:xfrm>
            <a:custGeom>
              <a:rect b="b" l="l" r="r" t="t"/>
              <a:pathLst>
                <a:path extrusionOk="0" h="594" w="527">
                  <a:moveTo>
                    <a:pt x="404" y="0"/>
                  </a:moveTo>
                  <a:cubicBezTo>
                    <a:pt x="381" y="0"/>
                    <a:pt x="362" y="8"/>
                    <a:pt x="351" y="29"/>
                  </a:cubicBezTo>
                  <a:cubicBezTo>
                    <a:pt x="251" y="154"/>
                    <a:pt x="126" y="280"/>
                    <a:pt x="25" y="430"/>
                  </a:cubicBezTo>
                  <a:cubicBezTo>
                    <a:pt x="0" y="430"/>
                    <a:pt x="0" y="455"/>
                    <a:pt x="0" y="480"/>
                  </a:cubicBezTo>
                  <a:cubicBezTo>
                    <a:pt x="0" y="505"/>
                    <a:pt x="0" y="555"/>
                    <a:pt x="25" y="555"/>
                  </a:cubicBezTo>
                  <a:cubicBezTo>
                    <a:pt x="50" y="581"/>
                    <a:pt x="75" y="593"/>
                    <a:pt x="100" y="593"/>
                  </a:cubicBezTo>
                  <a:cubicBezTo>
                    <a:pt x="126" y="593"/>
                    <a:pt x="151" y="581"/>
                    <a:pt x="176" y="555"/>
                  </a:cubicBezTo>
                  <a:cubicBezTo>
                    <a:pt x="276" y="430"/>
                    <a:pt x="376" y="305"/>
                    <a:pt x="502" y="180"/>
                  </a:cubicBezTo>
                  <a:cubicBezTo>
                    <a:pt x="502" y="154"/>
                    <a:pt x="527" y="129"/>
                    <a:pt x="527" y="104"/>
                  </a:cubicBezTo>
                  <a:cubicBezTo>
                    <a:pt x="527" y="79"/>
                    <a:pt x="527" y="54"/>
                    <a:pt x="502" y="29"/>
                  </a:cubicBezTo>
                  <a:cubicBezTo>
                    <a:pt x="473" y="15"/>
                    <a:pt x="435" y="0"/>
                    <a:pt x="40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0" name="Google Shape;4770;p54"/>
            <p:cNvSpPr/>
            <p:nvPr/>
          </p:nvSpPr>
          <p:spPr>
            <a:xfrm>
              <a:off x="1940725" y="3130213"/>
              <a:ext cx="12724" cy="14131"/>
            </a:xfrm>
            <a:custGeom>
              <a:rect b="b" l="l" r="r" t="t"/>
              <a:pathLst>
                <a:path extrusionOk="0" h="502" w="452">
                  <a:moveTo>
                    <a:pt x="352" y="1"/>
                  </a:moveTo>
                  <a:cubicBezTo>
                    <a:pt x="327" y="1"/>
                    <a:pt x="276" y="26"/>
                    <a:pt x="276" y="26"/>
                  </a:cubicBezTo>
                  <a:cubicBezTo>
                    <a:pt x="201" y="126"/>
                    <a:pt x="126" y="226"/>
                    <a:pt x="51" y="327"/>
                  </a:cubicBezTo>
                  <a:cubicBezTo>
                    <a:pt x="26" y="352"/>
                    <a:pt x="1" y="377"/>
                    <a:pt x="1" y="402"/>
                  </a:cubicBezTo>
                  <a:cubicBezTo>
                    <a:pt x="1" y="427"/>
                    <a:pt x="26" y="452"/>
                    <a:pt x="51" y="477"/>
                  </a:cubicBezTo>
                  <a:cubicBezTo>
                    <a:pt x="51" y="477"/>
                    <a:pt x="76" y="502"/>
                    <a:pt x="126" y="502"/>
                  </a:cubicBezTo>
                  <a:cubicBezTo>
                    <a:pt x="151" y="502"/>
                    <a:pt x="176" y="502"/>
                    <a:pt x="176" y="477"/>
                  </a:cubicBezTo>
                  <a:cubicBezTo>
                    <a:pt x="251" y="377"/>
                    <a:pt x="327" y="276"/>
                    <a:pt x="402" y="176"/>
                  </a:cubicBezTo>
                  <a:cubicBezTo>
                    <a:pt x="427" y="151"/>
                    <a:pt x="452" y="126"/>
                    <a:pt x="452" y="101"/>
                  </a:cubicBezTo>
                  <a:cubicBezTo>
                    <a:pt x="452" y="76"/>
                    <a:pt x="427" y="51"/>
                    <a:pt x="402" y="26"/>
                  </a:cubicBezTo>
                  <a:cubicBezTo>
                    <a:pt x="402" y="26"/>
                    <a:pt x="377" y="1"/>
                    <a:pt x="3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1" name="Google Shape;4771;p54"/>
            <p:cNvSpPr/>
            <p:nvPr/>
          </p:nvSpPr>
          <p:spPr>
            <a:xfrm>
              <a:off x="2116892" y="3168498"/>
              <a:ext cx="32091" cy="18720"/>
            </a:xfrm>
            <a:custGeom>
              <a:rect b="b" l="l" r="r" t="t"/>
              <a:pathLst>
                <a:path extrusionOk="0" h="665" w="1140">
                  <a:moveTo>
                    <a:pt x="134" y="1"/>
                  </a:moveTo>
                  <a:cubicBezTo>
                    <a:pt x="55" y="1"/>
                    <a:pt x="0" y="132"/>
                    <a:pt x="84" y="195"/>
                  </a:cubicBezTo>
                  <a:cubicBezTo>
                    <a:pt x="359" y="345"/>
                    <a:pt x="660" y="495"/>
                    <a:pt x="936" y="646"/>
                  </a:cubicBezTo>
                  <a:cubicBezTo>
                    <a:pt x="953" y="659"/>
                    <a:pt x="971" y="664"/>
                    <a:pt x="988" y="664"/>
                  </a:cubicBezTo>
                  <a:cubicBezTo>
                    <a:pt x="1071" y="664"/>
                    <a:pt x="1140" y="533"/>
                    <a:pt x="1036" y="470"/>
                  </a:cubicBezTo>
                  <a:lnTo>
                    <a:pt x="184" y="19"/>
                  </a:lnTo>
                  <a:cubicBezTo>
                    <a:pt x="167" y="6"/>
                    <a:pt x="150" y="1"/>
                    <a:pt x="13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2" name="Google Shape;4772;p54"/>
            <p:cNvSpPr/>
            <p:nvPr/>
          </p:nvSpPr>
          <p:spPr>
            <a:xfrm>
              <a:off x="1772102" y="3257229"/>
              <a:ext cx="7798" cy="18129"/>
            </a:xfrm>
            <a:custGeom>
              <a:rect b="b" l="l" r="r" t="t"/>
              <a:pathLst>
                <a:path extrusionOk="0" h="644" w="277">
                  <a:moveTo>
                    <a:pt x="151" y="0"/>
                  </a:moveTo>
                  <a:cubicBezTo>
                    <a:pt x="126" y="0"/>
                    <a:pt x="101" y="25"/>
                    <a:pt x="76" y="50"/>
                  </a:cubicBezTo>
                  <a:cubicBezTo>
                    <a:pt x="76" y="75"/>
                    <a:pt x="76" y="100"/>
                    <a:pt x="76" y="125"/>
                  </a:cubicBezTo>
                  <a:cubicBezTo>
                    <a:pt x="76" y="150"/>
                    <a:pt x="76" y="150"/>
                    <a:pt x="76" y="150"/>
                  </a:cubicBezTo>
                  <a:cubicBezTo>
                    <a:pt x="76" y="175"/>
                    <a:pt x="76" y="201"/>
                    <a:pt x="76" y="226"/>
                  </a:cubicBezTo>
                  <a:cubicBezTo>
                    <a:pt x="76" y="226"/>
                    <a:pt x="76" y="251"/>
                    <a:pt x="76" y="276"/>
                  </a:cubicBezTo>
                  <a:cubicBezTo>
                    <a:pt x="76" y="276"/>
                    <a:pt x="76" y="301"/>
                    <a:pt x="76" y="301"/>
                  </a:cubicBezTo>
                  <a:cubicBezTo>
                    <a:pt x="76" y="326"/>
                    <a:pt x="76" y="351"/>
                    <a:pt x="76" y="351"/>
                  </a:cubicBezTo>
                  <a:cubicBezTo>
                    <a:pt x="76" y="376"/>
                    <a:pt x="51" y="401"/>
                    <a:pt x="51" y="401"/>
                  </a:cubicBezTo>
                  <a:cubicBezTo>
                    <a:pt x="51" y="426"/>
                    <a:pt x="51" y="451"/>
                    <a:pt x="26" y="451"/>
                  </a:cubicBezTo>
                  <a:cubicBezTo>
                    <a:pt x="26" y="476"/>
                    <a:pt x="26" y="476"/>
                    <a:pt x="26" y="476"/>
                  </a:cubicBezTo>
                  <a:cubicBezTo>
                    <a:pt x="26" y="501"/>
                    <a:pt x="26" y="501"/>
                    <a:pt x="26" y="501"/>
                  </a:cubicBezTo>
                  <a:cubicBezTo>
                    <a:pt x="1" y="551"/>
                    <a:pt x="1" y="602"/>
                    <a:pt x="51" y="627"/>
                  </a:cubicBezTo>
                  <a:cubicBezTo>
                    <a:pt x="72" y="637"/>
                    <a:pt x="97" y="643"/>
                    <a:pt x="121" y="643"/>
                  </a:cubicBezTo>
                  <a:cubicBezTo>
                    <a:pt x="155" y="643"/>
                    <a:pt x="187" y="631"/>
                    <a:pt x="201" y="602"/>
                  </a:cubicBezTo>
                  <a:cubicBezTo>
                    <a:pt x="226" y="526"/>
                    <a:pt x="251" y="426"/>
                    <a:pt x="276" y="351"/>
                  </a:cubicBezTo>
                  <a:cubicBezTo>
                    <a:pt x="276" y="251"/>
                    <a:pt x="276" y="175"/>
                    <a:pt x="276" y="75"/>
                  </a:cubicBezTo>
                  <a:cubicBezTo>
                    <a:pt x="276" y="50"/>
                    <a:pt x="251" y="25"/>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3" name="Google Shape;4773;p54"/>
            <p:cNvSpPr/>
            <p:nvPr/>
          </p:nvSpPr>
          <p:spPr>
            <a:xfrm>
              <a:off x="1786937" y="3258637"/>
              <a:ext cx="7066" cy="16243"/>
            </a:xfrm>
            <a:custGeom>
              <a:rect b="b" l="l" r="r" t="t"/>
              <a:pathLst>
                <a:path extrusionOk="0" h="577" w="251">
                  <a:moveTo>
                    <a:pt x="125" y="0"/>
                  </a:moveTo>
                  <a:cubicBezTo>
                    <a:pt x="75" y="0"/>
                    <a:pt x="50" y="50"/>
                    <a:pt x="25" y="100"/>
                  </a:cubicBezTo>
                  <a:cubicBezTo>
                    <a:pt x="25" y="226"/>
                    <a:pt x="0" y="351"/>
                    <a:pt x="0" y="476"/>
                  </a:cubicBezTo>
                  <a:cubicBezTo>
                    <a:pt x="0" y="501"/>
                    <a:pt x="25" y="526"/>
                    <a:pt x="25" y="552"/>
                  </a:cubicBezTo>
                  <a:cubicBezTo>
                    <a:pt x="50" y="552"/>
                    <a:pt x="75" y="577"/>
                    <a:pt x="100" y="577"/>
                  </a:cubicBezTo>
                  <a:cubicBezTo>
                    <a:pt x="150" y="577"/>
                    <a:pt x="201" y="526"/>
                    <a:pt x="201" y="476"/>
                  </a:cubicBezTo>
                  <a:cubicBezTo>
                    <a:pt x="226" y="351"/>
                    <a:pt x="226" y="226"/>
                    <a:pt x="226" y="100"/>
                  </a:cubicBezTo>
                  <a:cubicBezTo>
                    <a:pt x="251" y="75"/>
                    <a:pt x="226" y="50"/>
                    <a:pt x="201" y="50"/>
                  </a:cubicBezTo>
                  <a:cubicBezTo>
                    <a:pt x="201" y="25"/>
                    <a:pt x="150" y="0"/>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4" name="Google Shape;4774;p54"/>
            <p:cNvSpPr/>
            <p:nvPr/>
          </p:nvSpPr>
          <p:spPr>
            <a:xfrm>
              <a:off x="1761517" y="3118221"/>
              <a:ext cx="34596" cy="5686"/>
            </a:xfrm>
            <a:custGeom>
              <a:rect b="b" l="l" r="r" t="t"/>
              <a:pathLst>
                <a:path extrusionOk="0" h="202" w="1229">
                  <a:moveTo>
                    <a:pt x="126" y="1"/>
                  </a:moveTo>
                  <a:cubicBezTo>
                    <a:pt x="1" y="1"/>
                    <a:pt x="1" y="201"/>
                    <a:pt x="126" y="201"/>
                  </a:cubicBezTo>
                  <a:lnTo>
                    <a:pt x="1104" y="201"/>
                  </a:lnTo>
                  <a:cubicBezTo>
                    <a:pt x="1229" y="201"/>
                    <a:pt x="1229" y="1"/>
                    <a:pt x="110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5" name="Google Shape;4775;p54"/>
            <p:cNvSpPr/>
            <p:nvPr/>
          </p:nvSpPr>
          <p:spPr>
            <a:xfrm>
              <a:off x="1824321" y="3123175"/>
              <a:ext cx="7798" cy="6362"/>
            </a:xfrm>
            <a:custGeom>
              <a:rect b="b" l="l" r="r" t="t"/>
              <a:pathLst>
                <a:path extrusionOk="0" h="226" w="277">
                  <a:moveTo>
                    <a:pt x="76" y="0"/>
                  </a:moveTo>
                  <a:cubicBezTo>
                    <a:pt x="76" y="0"/>
                    <a:pt x="51" y="0"/>
                    <a:pt x="51" y="25"/>
                  </a:cubicBezTo>
                  <a:cubicBezTo>
                    <a:pt x="25" y="25"/>
                    <a:pt x="25" y="25"/>
                    <a:pt x="25" y="50"/>
                  </a:cubicBezTo>
                  <a:cubicBezTo>
                    <a:pt x="25" y="50"/>
                    <a:pt x="0" y="50"/>
                    <a:pt x="0" y="75"/>
                  </a:cubicBezTo>
                  <a:cubicBezTo>
                    <a:pt x="0" y="75"/>
                    <a:pt x="0" y="100"/>
                    <a:pt x="0" y="125"/>
                  </a:cubicBezTo>
                  <a:cubicBezTo>
                    <a:pt x="0" y="125"/>
                    <a:pt x="25" y="125"/>
                    <a:pt x="25" y="150"/>
                  </a:cubicBezTo>
                  <a:cubicBezTo>
                    <a:pt x="25" y="150"/>
                    <a:pt x="25" y="176"/>
                    <a:pt x="51" y="176"/>
                  </a:cubicBezTo>
                  <a:cubicBezTo>
                    <a:pt x="76" y="201"/>
                    <a:pt x="101" y="201"/>
                    <a:pt x="126" y="226"/>
                  </a:cubicBezTo>
                  <a:lnTo>
                    <a:pt x="201" y="226"/>
                  </a:lnTo>
                  <a:cubicBezTo>
                    <a:pt x="201" y="226"/>
                    <a:pt x="226" y="226"/>
                    <a:pt x="226" y="201"/>
                  </a:cubicBezTo>
                  <a:cubicBezTo>
                    <a:pt x="251" y="201"/>
                    <a:pt x="251" y="201"/>
                    <a:pt x="251" y="176"/>
                  </a:cubicBezTo>
                  <a:cubicBezTo>
                    <a:pt x="251" y="176"/>
                    <a:pt x="276" y="150"/>
                    <a:pt x="276" y="150"/>
                  </a:cubicBezTo>
                  <a:cubicBezTo>
                    <a:pt x="276" y="125"/>
                    <a:pt x="276" y="125"/>
                    <a:pt x="276" y="100"/>
                  </a:cubicBezTo>
                  <a:cubicBezTo>
                    <a:pt x="276" y="100"/>
                    <a:pt x="251" y="75"/>
                    <a:pt x="251" y="75"/>
                  </a:cubicBezTo>
                  <a:cubicBezTo>
                    <a:pt x="251" y="50"/>
                    <a:pt x="226" y="50"/>
                    <a:pt x="226" y="50"/>
                  </a:cubicBezTo>
                  <a:cubicBezTo>
                    <a:pt x="201" y="25"/>
                    <a:pt x="176" y="25"/>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6" name="Google Shape;4776;p54"/>
            <p:cNvSpPr/>
            <p:nvPr/>
          </p:nvSpPr>
          <p:spPr>
            <a:xfrm>
              <a:off x="1203457" y="3065354"/>
              <a:ext cx="550332" cy="539241"/>
            </a:xfrm>
            <a:custGeom>
              <a:rect b="b" l="l" r="r" t="t"/>
              <a:pathLst>
                <a:path extrusionOk="0" h="19156" w="19550">
                  <a:moveTo>
                    <a:pt x="14638" y="1"/>
                  </a:moveTo>
                  <a:cubicBezTo>
                    <a:pt x="14040" y="1"/>
                    <a:pt x="13440" y="145"/>
                    <a:pt x="12933" y="450"/>
                  </a:cubicBezTo>
                  <a:cubicBezTo>
                    <a:pt x="12206" y="901"/>
                    <a:pt x="11730" y="1628"/>
                    <a:pt x="11053" y="2129"/>
                  </a:cubicBezTo>
                  <a:cubicBezTo>
                    <a:pt x="10226" y="2731"/>
                    <a:pt x="9173" y="2956"/>
                    <a:pt x="8146" y="3057"/>
                  </a:cubicBezTo>
                  <a:cubicBezTo>
                    <a:pt x="7118" y="3182"/>
                    <a:pt x="6065" y="3232"/>
                    <a:pt x="5088" y="3558"/>
                  </a:cubicBezTo>
                  <a:cubicBezTo>
                    <a:pt x="4135" y="3909"/>
                    <a:pt x="3208" y="4611"/>
                    <a:pt x="2932" y="5613"/>
                  </a:cubicBezTo>
                  <a:cubicBezTo>
                    <a:pt x="2682" y="6616"/>
                    <a:pt x="3083" y="7718"/>
                    <a:pt x="2707" y="8671"/>
                  </a:cubicBezTo>
                  <a:cubicBezTo>
                    <a:pt x="2356" y="9498"/>
                    <a:pt x="1529" y="9974"/>
                    <a:pt x="953" y="10676"/>
                  </a:cubicBezTo>
                  <a:cubicBezTo>
                    <a:pt x="125" y="11728"/>
                    <a:pt x="0" y="13232"/>
                    <a:pt x="451" y="14510"/>
                  </a:cubicBezTo>
                  <a:cubicBezTo>
                    <a:pt x="902" y="15763"/>
                    <a:pt x="1855" y="16791"/>
                    <a:pt x="2932" y="17593"/>
                  </a:cubicBezTo>
                  <a:cubicBezTo>
                    <a:pt x="3885" y="18320"/>
                    <a:pt x="4988" y="18846"/>
                    <a:pt x="6166" y="19072"/>
                  </a:cubicBezTo>
                  <a:cubicBezTo>
                    <a:pt x="6489" y="19127"/>
                    <a:pt x="6819" y="19155"/>
                    <a:pt x="7148" y="19155"/>
                  </a:cubicBezTo>
                  <a:cubicBezTo>
                    <a:pt x="8016" y="19155"/>
                    <a:pt x="8879" y="18956"/>
                    <a:pt x="9624" y="18520"/>
                  </a:cubicBezTo>
                  <a:cubicBezTo>
                    <a:pt x="10476" y="18019"/>
                    <a:pt x="11153" y="17267"/>
                    <a:pt x="12080" y="16992"/>
                  </a:cubicBezTo>
                  <a:cubicBezTo>
                    <a:pt x="12517" y="16846"/>
                    <a:pt x="12961" y="16827"/>
                    <a:pt x="13409" y="16827"/>
                  </a:cubicBezTo>
                  <a:cubicBezTo>
                    <a:pt x="13567" y="16827"/>
                    <a:pt x="13724" y="16830"/>
                    <a:pt x="13882" y="16830"/>
                  </a:cubicBezTo>
                  <a:cubicBezTo>
                    <a:pt x="14050" y="16830"/>
                    <a:pt x="14218" y="16827"/>
                    <a:pt x="14386" y="16816"/>
                  </a:cubicBezTo>
                  <a:cubicBezTo>
                    <a:pt x="16842" y="16666"/>
                    <a:pt x="19073" y="14736"/>
                    <a:pt x="19549" y="12330"/>
                  </a:cubicBezTo>
                  <a:cubicBezTo>
                    <a:pt x="19549" y="12330"/>
                    <a:pt x="19198" y="11277"/>
                    <a:pt x="18271" y="8144"/>
                  </a:cubicBezTo>
                  <a:cubicBezTo>
                    <a:pt x="17369" y="5037"/>
                    <a:pt x="17845" y="1252"/>
                    <a:pt x="17845" y="1252"/>
                  </a:cubicBezTo>
                  <a:cubicBezTo>
                    <a:pt x="17143" y="726"/>
                    <a:pt x="16341" y="275"/>
                    <a:pt x="15489" y="99"/>
                  </a:cubicBezTo>
                  <a:cubicBezTo>
                    <a:pt x="15212" y="34"/>
                    <a:pt x="14925" y="1"/>
                    <a:pt x="1463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7" name="Google Shape;4777;p54"/>
            <p:cNvSpPr/>
            <p:nvPr/>
          </p:nvSpPr>
          <p:spPr>
            <a:xfrm>
              <a:off x="1202754" y="3062257"/>
              <a:ext cx="554245" cy="544787"/>
            </a:xfrm>
            <a:custGeom>
              <a:rect b="b" l="l" r="r" t="t"/>
              <a:pathLst>
                <a:path extrusionOk="0" h="19353" w="19689">
                  <a:moveTo>
                    <a:pt x="14669" y="211"/>
                  </a:moveTo>
                  <a:cubicBezTo>
                    <a:pt x="15383" y="211"/>
                    <a:pt x="16089" y="424"/>
                    <a:pt x="16742" y="761"/>
                  </a:cubicBezTo>
                  <a:cubicBezTo>
                    <a:pt x="17098" y="950"/>
                    <a:pt x="17431" y="1162"/>
                    <a:pt x="17763" y="1418"/>
                  </a:cubicBezTo>
                  <a:lnTo>
                    <a:pt x="17763" y="1418"/>
                  </a:lnTo>
                  <a:cubicBezTo>
                    <a:pt x="17717" y="1826"/>
                    <a:pt x="17693" y="2233"/>
                    <a:pt x="17669" y="2640"/>
                  </a:cubicBezTo>
                  <a:cubicBezTo>
                    <a:pt x="17619" y="3618"/>
                    <a:pt x="17644" y="4620"/>
                    <a:pt x="17719" y="5598"/>
                  </a:cubicBezTo>
                  <a:cubicBezTo>
                    <a:pt x="17770" y="6174"/>
                    <a:pt x="17845" y="6726"/>
                    <a:pt x="17970" y="7302"/>
                  </a:cubicBezTo>
                  <a:cubicBezTo>
                    <a:pt x="18070" y="7903"/>
                    <a:pt x="18271" y="8480"/>
                    <a:pt x="18421" y="9081"/>
                  </a:cubicBezTo>
                  <a:cubicBezTo>
                    <a:pt x="18672" y="9934"/>
                    <a:pt x="18948" y="10761"/>
                    <a:pt x="19198" y="11613"/>
                  </a:cubicBezTo>
                  <a:cubicBezTo>
                    <a:pt x="19296" y="11883"/>
                    <a:pt x="19370" y="12153"/>
                    <a:pt x="19468" y="12446"/>
                  </a:cubicBezTo>
                  <a:lnTo>
                    <a:pt x="19468" y="12446"/>
                  </a:lnTo>
                  <a:cubicBezTo>
                    <a:pt x="19185" y="13837"/>
                    <a:pt x="18287" y="15077"/>
                    <a:pt x="17118" y="15873"/>
                  </a:cubicBezTo>
                  <a:cubicBezTo>
                    <a:pt x="16516" y="16274"/>
                    <a:pt x="15865" y="16575"/>
                    <a:pt x="15163" y="16726"/>
                  </a:cubicBezTo>
                  <a:cubicBezTo>
                    <a:pt x="14311" y="16901"/>
                    <a:pt x="13434" y="16776"/>
                    <a:pt x="12582" y="16876"/>
                  </a:cubicBezTo>
                  <a:cubicBezTo>
                    <a:pt x="11729" y="17001"/>
                    <a:pt x="11078" y="17477"/>
                    <a:pt x="10426" y="17979"/>
                  </a:cubicBezTo>
                  <a:cubicBezTo>
                    <a:pt x="10100" y="18229"/>
                    <a:pt x="9775" y="18455"/>
                    <a:pt x="9399" y="18655"/>
                  </a:cubicBezTo>
                  <a:cubicBezTo>
                    <a:pt x="9023" y="18831"/>
                    <a:pt x="8597" y="18981"/>
                    <a:pt x="8196" y="19056"/>
                  </a:cubicBezTo>
                  <a:cubicBezTo>
                    <a:pt x="7861" y="19123"/>
                    <a:pt x="7526" y="19155"/>
                    <a:pt x="7192" y="19155"/>
                  </a:cubicBezTo>
                  <a:cubicBezTo>
                    <a:pt x="5775" y="19155"/>
                    <a:pt x="4389" y="18590"/>
                    <a:pt x="3233" y="17778"/>
                  </a:cubicBezTo>
                  <a:cubicBezTo>
                    <a:pt x="1905" y="16876"/>
                    <a:pt x="727" y="15573"/>
                    <a:pt x="401" y="13944"/>
                  </a:cubicBezTo>
                  <a:cubicBezTo>
                    <a:pt x="251" y="13167"/>
                    <a:pt x="301" y="12340"/>
                    <a:pt x="602" y="11613"/>
                  </a:cubicBezTo>
                  <a:cubicBezTo>
                    <a:pt x="752" y="11262"/>
                    <a:pt x="978" y="10911"/>
                    <a:pt x="1253" y="10635"/>
                  </a:cubicBezTo>
                  <a:cubicBezTo>
                    <a:pt x="1529" y="10360"/>
                    <a:pt x="1805" y="10109"/>
                    <a:pt x="2080" y="9833"/>
                  </a:cubicBezTo>
                  <a:cubicBezTo>
                    <a:pt x="2331" y="9583"/>
                    <a:pt x="2582" y="9307"/>
                    <a:pt x="2757" y="8981"/>
                  </a:cubicBezTo>
                  <a:cubicBezTo>
                    <a:pt x="2932" y="8605"/>
                    <a:pt x="3008" y="8204"/>
                    <a:pt x="3008" y="7803"/>
                  </a:cubicBezTo>
                  <a:cubicBezTo>
                    <a:pt x="3033" y="6951"/>
                    <a:pt x="2832" y="6074"/>
                    <a:pt x="3233" y="5297"/>
                  </a:cubicBezTo>
                  <a:cubicBezTo>
                    <a:pt x="4060" y="3718"/>
                    <a:pt x="6040" y="3492"/>
                    <a:pt x="7594" y="3342"/>
                  </a:cubicBezTo>
                  <a:cubicBezTo>
                    <a:pt x="8471" y="3242"/>
                    <a:pt x="9348" y="3167"/>
                    <a:pt x="10151" y="2841"/>
                  </a:cubicBezTo>
                  <a:cubicBezTo>
                    <a:pt x="10526" y="2715"/>
                    <a:pt x="10902" y="2515"/>
                    <a:pt x="11228" y="2264"/>
                  </a:cubicBezTo>
                  <a:cubicBezTo>
                    <a:pt x="11554" y="2014"/>
                    <a:pt x="11830" y="1713"/>
                    <a:pt x="12105" y="1437"/>
                  </a:cubicBezTo>
                  <a:cubicBezTo>
                    <a:pt x="12381" y="1137"/>
                    <a:pt x="12682" y="836"/>
                    <a:pt x="13033" y="635"/>
                  </a:cubicBezTo>
                  <a:cubicBezTo>
                    <a:pt x="13409" y="410"/>
                    <a:pt x="13835" y="284"/>
                    <a:pt x="14261" y="234"/>
                  </a:cubicBezTo>
                  <a:cubicBezTo>
                    <a:pt x="14397" y="218"/>
                    <a:pt x="14533" y="211"/>
                    <a:pt x="14669" y="211"/>
                  </a:cubicBezTo>
                  <a:close/>
                  <a:moveTo>
                    <a:pt x="14643" y="0"/>
                  </a:moveTo>
                  <a:cubicBezTo>
                    <a:pt x="14297" y="0"/>
                    <a:pt x="13948" y="51"/>
                    <a:pt x="13609" y="159"/>
                  </a:cubicBezTo>
                  <a:cubicBezTo>
                    <a:pt x="13083" y="335"/>
                    <a:pt x="12632" y="635"/>
                    <a:pt x="12231" y="1011"/>
                  </a:cubicBezTo>
                  <a:cubicBezTo>
                    <a:pt x="11805" y="1412"/>
                    <a:pt x="11454" y="1863"/>
                    <a:pt x="10978" y="2189"/>
                  </a:cubicBezTo>
                  <a:cubicBezTo>
                    <a:pt x="10501" y="2540"/>
                    <a:pt x="9950" y="2741"/>
                    <a:pt x="9374" y="2866"/>
                  </a:cubicBezTo>
                  <a:cubicBezTo>
                    <a:pt x="8145" y="3167"/>
                    <a:pt x="6867" y="3116"/>
                    <a:pt x="5639" y="3417"/>
                  </a:cubicBezTo>
                  <a:cubicBezTo>
                    <a:pt x="4637" y="3668"/>
                    <a:pt x="3634" y="4194"/>
                    <a:pt x="3108" y="5122"/>
                  </a:cubicBezTo>
                  <a:cubicBezTo>
                    <a:pt x="2832" y="5623"/>
                    <a:pt x="2757" y="6149"/>
                    <a:pt x="2782" y="6726"/>
                  </a:cubicBezTo>
                  <a:cubicBezTo>
                    <a:pt x="2782" y="7302"/>
                    <a:pt x="2857" y="7903"/>
                    <a:pt x="2707" y="8480"/>
                  </a:cubicBezTo>
                  <a:cubicBezTo>
                    <a:pt x="2431" y="9558"/>
                    <a:pt x="1353" y="10059"/>
                    <a:pt x="752" y="10936"/>
                  </a:cubicBezTo>
                  <a:cubicBezTo>
                    <a:pt x="150" y="11813"/>
                    <a:pt x="0" y="12941"/>
                    <a:pt x="201" y="13994"/>
                  </a:cubicBezTo>
                  <a:cubicBezTo>
                    <a:pt x="401" y="15071"/>
                    <a:pt x="1028" y="16049"/>
                    <a:pt x="1780" y="16826"/>
                  </a:cubicBezTo>
                  <a:cubicBezTo>
                    <a:pt x="3181" y="18271"/>
                    <a:pt x="5155" y="19352"/>
                    <a:pt x="7186" y="19352"/>
                  </a:cubicBezTo>
                  <a:cubicBezTo>
                    <a:pt x="7480" y="19352"/>
                    <a:pt x="7775" y="19330"/>
                    <a:pt x="8070" y="19282"/>
                  </a:cubicBezTo>
                  <a:cubicBezTo>
                    <a:pt x="8647" y="19207"/>
                    <a:pt x="9198" y="19006"/>
                    <a:pt x="9699" y="18706"/>
                  </a:cubicBezTo>
                  <a:cubicBezTo>
                    <a:pt x="10201" y="18430"/>
                    <a:pt x="10627" y="18054"/>
                    <a:pt x="11078" y="17728"/>
                  </a:cubicBezTo>
                  <a:cubicBezTo>
                    <a:pt x="11579" y="17402"/>
                    <a:pt x="12105" y="17127"/>
                    <a:pt x="12707" y="17076"/>
                  </a:cubicBezTo>
                  <a:cubicBezTo>
                    <a:pt x="12950" y="17047"/>
                    <a:pt x="13193" y="17041"/>
                    <a:pt x="13438" y="17041"/>
                  </a:cubicBezTo>
                  <a:cubicBezTo>
                    <a:pt x="13636" y="17041"/>
                    <a:pt x="13836" y="17045"/>
                    <a:pt x="14037" y="17045"/>
                  </a:cubicBezTo>
                  <a:cubicBezTo>
                    <a:pt x="14227" y="17045"/>
                    <a:pt x="14418" y="17041"/>
                    <a:pt x="14612" y="17026"/>
                  </a:cubicBezTo>
                  <a:cubicBezTo>
                    <a:pt x="16542" y="16826"/>
                    <a:pt x="18321" y="15548"/>
                    <a:pt x="19198" y="13818"/>
                  </a:cubicBezTo>
                  <a:cubicBezTo>
                    <a:pt x="19418" y="13403"/>
                    <a:pt x="19566" y="12941"/>
                    <a:pt x="19666" y="12500"/>
                  </a:cubicBezTo>
                  <a:lnTo>
                    <a:pt x="19666" y="12500"/>
                  </a:lnTo>
                  <a:cubicBezTo>
                    <a:pt x="19683" y="12479"/>
                    <a:pt x="19688" y="12450"/>
                    <a:pt x="19674" y="12415"/>
                  </a:cubicBezTo>
                  <a:cubicBezTo>
                    <a:pt x="19349" y="11437"/>
                    <a:pt x="19048" y="10460"/>
                    <a:pt x="18772" y="9482"/>
                  </a:cubicBezTo>
                  <a:cubicBezTo>
                    <a:pt x="18597" y="8881"/>
                    <a:pt x="18396" y="8304"/>
                    <a:pt x="18246" y="7703"/>
                  </a:cubicBezTo>
                  <a:cubicBezTo>
                    <a:pt x="18120" y="7127"/>
                    <a:pt x="18020" y="6550"/>
                    <a:pt x="17970" y="5974"/>
                  </a:cubicBezTo>
                  <a:cubicBezTo>
                    <a:pt x="17845" y="4971"/>
                    <a:pt x="17820" y="3944"/>
                    <a:pt x="17870" y="2941"/>
                  </a:cubicBezTo>
                  <a:cubicBezTo>
                    <a:pt x="17870" y="2590"/>
                    <a:pt x="17895" y="2239"/>
                    <a:pt x="17920" y="1913"/>
                  </a:cubicBezTo>
                  <a:cubicBezTo>
                    <a:pt x="17945" y="1738"/>
                    <a:pt x="17970" y="1563"/>
                    <a:pt x="17970" y="1387"/>
                  </a:cubicBezTo>
                  <a:cubicBezTo>
                    <a:pt x="17970" y="1262"/>
                    <a:pt x="17820" y="1212"/>
                    <a:pt x="17719" y="1137"/>
                  </a:cubicBezTo>
                  <a:cubicBezTo>
                    <a:pt x="17469" y="961"/>
                    <a:pt x="17218" y="786"/>
                    <a:pt x="16968" y="660"/>
                  </a:cubicBezTo>
                  <a:cubicBezTo>
                    <a:pt x="16441" y="360"/>
                    <a:pt x="15890" y="134"/>
                    <a:pt x="15288" y="59"/>
                  </a:cubicBezTo>
                  <a:cubicBezTo>
                    <a:pt x="15076" y="20"/>
                    <a:pt x="14860" y="0"/>
                    <a:pt x="146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8" name="Google Shape;4778;p54"/>
            <p:cNvSpPr/>
            <p:nvPr/>
          </p:nvSpPr>
          <p:spPr>
            <a:xfrm>
              <a:off x="1203457" y="3062482"/>
              <a:ext cx="550332" cy="545406"/>
            </a:xfrm>
            <a:custGeom>
              <a:rect b="b" l="l" r="r" t="t"/>
              <a:pathLst>
                <a:path extrusionOk="0" fill="none" h="19375" w="19550">
                  <a:moveTo>
                    <a:pt x="19549" y="12432"/>
                  </a:moveTo>
                  <a:cubicBezTo>
                    <a:pt x="19073" y="14838"/>
                    <a:pt x="16842" y="16768"/>
                    <a:pt x="14386" y="16918"/>
                  </a:cubicBezTo>
                  <a:cubicBezTo>
                    <a:pt x="13609" y="16968"/>
                    <a:pt x="12832" y="16843"/>
                    <a:pt x="12080" y="17094"/>
                  </a:cubicBezTo>
                  <a:cubicBezTo>
                    <a:pt x="11153" y="17369"/>
                    <a:pt x="10476" y="18121"/>
                    <a:pt x="9624" y="18622"/>
                  </a:cubicBezTo>
                  <a:cubicBezTo>
                    <a:pt x="8597" y="19224"/>
                    <a:pt x="7344" y="19374"/>
                    <a:pt x="6166" y="19174"/>
                  </a:cubicBezTo>
                  <a:cubicBezTo>
                    <a:pt x="4988" y="18948"/>
                    <a:pt x="3885" y="18422"/>
                    <a:pt x="2932" y="17695"/>
                  </a:cubicBezTo>
                  <a:cubicBezTo>
                    <a:pt x="1855" y="16893"/>
                    <a:pt x="902" y="15865"/>
                    <a:pt x="451" y="14612"/>
                  </a:cubicBezTo>
                  <a:cubicBezTo>
                    <a:pt x="0" y="13334"/>
                    <a:pt x="125" y="11830"/>
                    <a:pt x="953" y="10778"/>
                  </a:cubicBezTo>
                  <a:cubicBezTo>
                    <a:pt x="1529" y="10076"/>
                    <a:pt x="2356" y="9600"/>
                    <a:pt x="2707" y="8773"/>
                  </a:cubicBezTo>
                  <a:cubicBezTo>
                    <a:pt x="3083" y="7820"/>
                    <a:pt x="2682" y="6718"/>
                    <a:pt x="2932" y="5715"/>
                  </a:cubicBezTo>
                  <a:cubicBezTo>
                    <a:pt x="3208" y="4713"/>
                    <a:pt x="4135" y="4011"/>
                    <a:pt x="5088" y="3660"/>
                  </a:cubicBezTo>
                  <a:cubicBezTo>
                    <a:pt x="6065" y="3334"/>
                    <a:pt x="7118" y="3284"/>
                    <a:pt x="8146" y="3159"/>
                  </a:cubicBezTo>
                  <a:cubicBezTo>
                    <a:pt x="9173" y="3058"/>
                    <a:pt x="10226" y="2833"/>
                    <a:pt x="11053" y="2231"/>
                  </a:cubicBezTo>
                  <a:cubicBezTo>
                    <a:pt x="11730" y="1730"/>
                    <a:pt x="12206" y="1003"/>
                    <a:pt x="12933" y="552"/>
                  </a:cubicBezTo>
                  <a:cubicBezTo>
                    <a:pt x="13684" y="101"/>
                    <a:pt x="14637" y="1"/>
                    <a:pt x="15489" y="201"/>
                  </a:cubicBezTo>
                  <a:cubicBezTo>
                    <a:pt x="16341" y="377"/>
                    <a:pt x="17143" y="828"/>
                    <a:pt x="17845" y="1354"/>
                  </a:cubicBezTo>
                  <a:cubicBezTo>
                    <a:pt x="17845" y="1354"/>
                    <a:pt x="17369" y="5139"/>
                    <a:pt x="18271" y="8246"/>
                  </a:cubicBezTo>
                  <a:cubicBezTo>
                    <a:pt x="19198" y="11379"/>
                    <a:pt x="19549" y="12432"/>
                    <a:pt x="19549" y="12432"/>
                  </a:cubicBezTo>
                  <a:close/>
                </a:path>
              </a:pathLst>
            </a:custGeom>
            <a:noFill/>
            <a:ln cap="flat" cmpd="sng" w="10650">
              <a:solidFill>
                <a:srgbClr val="212460"/>
              </a:solidFill>
              <a:prstDash val="solid"/>
              <a:miter lim="2506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9" name="Google Shape;4779;p54"/>
            <p:cNvSpPr/>
            <p:nvPr/>
          </p:nvSpPr>
          <p:spPr>
            <a:xfrm>
              <a:off x="1675460" y="3083990"/>
              <a:ext cx="105844" cy="340249"/>
            </a:xfrm>
            <a:custGeom>
              <a:rect b="b" l="l" r="r" t="t"/>
              <a:pathLst>
                <a:path extrusionOk="0" h="12087" w="3760">
                  <a:moveTo>
                    <a:pt x="1157" y="0"/>
                  </a:moveTo>
                  <a:cubicBezTo>
                    <a:pt x="1106" y="0"/>
                    <a:pt x="1055" y="5"/>
                    <a:pt x="1003" y="14"/>
                  </a:cubicBezTo>
                  <a:cubicBezTo>
                    <a:pt x="627" y="89"/>
                    <a:pt x="326" y="415"/>
                    <a:pt x="276" y="791"/>
                  </a:cubicBezTo>
                  <a:cubicBezTo>
                    <a:pt x="50" y="2645"/>
                    <a:pt x="0" y="4500"/>
                    <a:pt x="251" y="6355"/>
                  </a:cubicBezTo>
                  <a:cubicBezTo>
                    <a:pt x="501" y="8184"/>
                    <a:pt x="1028" y="9989"/>
                    <a:pt x="1930" y="11618"/>
                  </a:cubicBezTo>
                  <a:cubicBezTo>
                    <a:pt x="2078" y="11915"/>
                    <a:pt x="2389" y="12086"/>
                    <a:pt x="2708" y="12086"/>
                  </a:cubicBezTo>
                  <a:cubicBezTo>
                    <a:pt x="2766" y="12086"/>
                    <a:pt x="2825" y="12080"/>
                    <a:pt x="2882" y="12069"/>
                  </a:cubicBezTo>
                  <a:cubicBezTo>
                    <a:pt x="3459" y="11944"/>
                    <a:pt x="3760" y="11317"/>
                    <a:pt x="3509" y="10791"/>
                  </a:cubicBezTo>
                  <a:cubicBezTo>
                    <a:pt x="2757" y="9287"/>
                    <a:pt x="2306" y="7658"/>
                    <a:pt x="2080" y="5979"/>
                  </a:cubicBezTo>
                  <a:cubicBezTo>
                    <a:pt x="1855" y="4324"/>
                    <a:pt x="1880" y="2645"/>
                    <a:pt x="2055" y="991"/>
                  </a:cubicBezTo>
                  <a:cubicBezTo>
                    <a:pt x="2101" y="444"/>
                    <a:pt x="1669" y="0"/>
                    <a:pt x="115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0" name="Google Shape;4780;p54"/>
            <p:cNvSpPr/>
            <p:nvPr/>
          </p:nvSpPr>
          <p:spPr>
            <a:xfrm>
              <a:off x="1673321" y="3081146"/>
              <a:ext cx="106576" cy="345879"/>
            </a:xfrm>
            <a:custGeom>
              <a:rect b="b" l="l" r="r" t="t"/>
              <a:pathLst>
                <a:path extrusionOk="0" h="12287" w="3786">
                  <a:moveTo>
                    <a:pt x="1221" y="205"/>
                  </a:moveTo>
                  <a:cubicBezTo>
                    <a:pt x="1486" y="205"/>
                    <a:pt x="1753" y="348"/>
                    <a:pt x="1906" y="566"/>
                  </a:cubicBezTo>
                  <a:cubicBezTo>
                    <a:pt x="2006" y="716"/>
                    <a:pt x="2031" y="867"/>
                    <a:pt x="2031" y="1017"/>
                  </a:cubicBezTo>
                  <a:cubicBezTo>
                    <a:pt x="2031" y="1268"/>
                    <a:pt x="1981" y="1493"/>
                    <a:pt x="1956" y="1744"/>
                  </a:cubicBezTo>
                  <a:cubicBezTo>
                    <a:pt x="1831" y="3573"/>
                    <a:pt x="1881" y="5453"/>
                    <a:pt x="2257" y="7283"/>
                  </a:cubicBezTo>
                  <a:cubicBezTo>
                    <a:pt x="2432" y="8135"/>
                    <a:pt x="2683" y="8987"/>
                    <a:pt x="3008" y="9814"/>
                  </a:cubicBezTo>
                  <a:cubicBezTo>
                    <a:pt x="3084" y="10014"/>
                    <a:pt x="3159" y="10215"/>
                    <a:pt x="3259" y="10415"/>
                  </a:cubicBezTo>
                  <a:cubicBezTo>
                    <a:pt x="3334" y="10616"/>
                    <a:pt x="3435" y="10791"/>
                    <a:pt x="3510" y="10992"/>
                  </a:cubicBezTo>
                  <a:cubicBezTo>
                    <a:pt x="3635" y="11293"/>
                    <a:pt x="3560" y="11618"/>
                    <a:pt x="3334" y="11844"/>
                  </a:cubicBezTo>
                  <a:cubicBezTo>
                    <a:pt x="3234" y="11969"/>
                    <a:pt x="3084" y="12019"/>
                    <a:pt x="2933" y="12070"/>
                  </a:cubicBezTo>
                  <a:cubicBezTo>
                    <a:pt x="2933" y="12070"/>
                    <a:pt x="2933" y="12070"/>
                    <a:pt x="2933" y="12070"/>
                  </a:cubicBezTo>
                  <a:lnTo>
                    <a:pt x="2933" y="12070"/>
                  </a:lnTo>
                  <a:cubicBezTo>
                    <a:pt x="2884" y="12079"/>
                    <a:pt x="2835" y="12084"/>
                    <a:pt x="2788" y="12084"/>
                  </a:cubicBezTo>
                  <a:cubicBezTo>
                    <a:pt x="2474" y="12084"/>
                    <a:pt x="2208" y="11880"/>
                    <a:pt x="2056" y="11618"/>
                  </a:cubicBezTo>
                  <a:cubicBezTo>
                    <a:pt x="1856" y="11217"/>
                    <a:pt x="1655" y="10816"/>
                    <a:pt x="1480" y="10415"/>
                  </a:cubicBezTo>
                  <a:cubicBezTo>
                    <a:pt x="1154" y="9613"/>
                    <a:pt x="878" y="8786"/>
                    <a:pt x="703" y="7934"/>
                  </a:cubicBezTo>
                  <a:cubicBezTo>
                    <a:pt x="277" y="6130"/>
                    <a:pt x="201" y="4250"/>
                    <a:pt x="327" y="2395"/>
                  </a:cubicBezTo>
                  <a:cubicBezTo>
                    <a:pt x="352" y="1919"/>
                    <a:pt x="402" y="1443"/>
                    <a:pt x="452" y="967"/>
                  </a:cubicBezTo>
                  <a:cubicBezTo>
                    <a:pt x="502" y="591"/>
                    <a:pt x="728" y="290"/>
                    <a:pt x="1104" y="215"/>
                  </a:cubicBezTo>
                  <a:cubicBezTo>
                    <a:pt x="1143" y="208"/>
                    <a:pt x="1182" y="205"/>
                    <a:pt x="1221" y="205"/>
                  </a:cubicBezTo>
                  <a:close/>
                  <a:moveTo>
                    <a:pt x="1220" y="1"/>
                  </a:moveTo>
                  <a:cubicBezTo>
                    <a:pt x="978" y="1"/>
                    <a:pt x="744" y="99"/>
                    <a:pt x="577" y="265"/>
                  </a:cubicBezTo>
                  <a:cubicBezTo>
                    <a:pt x="252" y="566"/>
                    <a:pt x="252" y="992"/>
                    <a:pt x="201" y="1393"/>
                  </a:cubicBezTo>
                  <a:cubicBezTo>
                    <a:pt x="1" y="3398"/>
                    <a:pt x="1" y="5428"/>
                    <a:pt x="377" y="7433"/>
                  </a:cubicBezTo>
                  <a:cubicBezTo>
                    <a:pt x="552" y="8335"/>
                    <a:pt x="803" y="9238"/>
                    <a:pt x="1154" y="10115"/>
                  </a:cubicBezTo>
                  <a:cubicBezTo>
                    <a:pt x="1329" y="10566"/>
                    <a:pt x="1505" y="10992"/>
                    <a:pt x="1730" y="11393"/>
                  </a:cubicBezTo>
                  <a:cubicBezTo>
                    <a:pt x="1906" y="11769"/>
                    <a:pt x="2081" y="12120"/>
                    <a:pt x="2482" y="12245"/>
                  </a:cubicBezTo>
                  <a:cubicBezTo>
                    <a:pt x="2585" y="12274"/>
                    <a:pt x="2688" y="12287"/>
                    <a:pt x="2785" y="12287"/>
                  </a:cubicBezTo>
                  <a:cubicBezTo>
                    <a:pt x="2852" y="12287"/>
                    <a:pt x="2915" y="12281"/>
                    <a:pt x="2975" y="12271"/>
                  </a:cubicBezTo>
                  <a:lnTo>
                    <a:pt x="2975" y="12271"/>
                  </a:lnTo>
                  <a:cubicBezTo>
                    <a:pt x="2978" y="12271"/>
                    <a:pt x="2981" y="12271"/>
                    <a:pt x="2983" y="12270"/>
                  </a:cubicBezTo>
                  <a:lnTo>
                    <a:pt x="2983" y="12270"/>
                  </a:lnTo>
                  <a:cubicBezTo>
                    <a:pt x="2983" y="12270"/>
                    <a:pt x="2983" y="12270"/>
                    <a:pt x="2983" y="12270"/>
                  </a:cubicBezTo>
                  <a:cubicBezTo>
                    <a:pt x="2986" y="12270"/>
                    <a:pt x="2988" y="12269"/>
                    <a:pt x="2991" y="12268"/>
                  </a:cubicBezTo>
                  <a:lnTo>
                    <a:pt x="2991" y="12268"/>
                  </a:lnTo>
                  <a:cubicBezTo>
                    <a:pt x="3313" y="12191"/>
                    <a:pt x="3586" y="11967"/>
                    <a:pt x="3710" y="11669"/>
                  </a:cubicBezTo>
                  <a:cubicBezTo>
                    <a:pt x="3760" y="11518"/>
                    <a:pt x="3785" y="11368"/>
                    <a:pt x="3785" y="11217"/>
                  </a:cubicBezTo>
                  <a:cubicBezTo>
                    <a:pt x="3760" y="11017"/>
                    <a:pt x="3685" y="10867"/>
                    <a:pt x="3610" y="10691"/>
                  </a:cubicBezTo>
                  <a:cubicBezTo>
                    <a:pt x="3184" y="9814"/>
                    <a:pt x="2858" y="8912"/>
                    <a:pt x="2633" y="7984"/>
                  </a:cubicBezTo>
                  <a:cubicBezTo>
                    <a:pt x="2131" y="6029"/>
                    <a:pt x="2031" y="3999"/>
                    <a:pt x="2156" y="1994"/>
                  </a:cubicBezTo>
                  <a:cubicBezTo>
                    <a:pt x="2181" y="1719"/>
                    <a:pt x="2181" y="1468"/>
                    <a:pt x="2206" y="1217"/>
                  </a:cubicBezTo>
                  <a:cubicBezTo>
                    <a:pt x="2232" y="1017"/>
                    <a:pt x="2232" y="841"/>
                    <a:pt x="2181" y="666"/>
                  </a:cubicBezTo>
                  <a:cubicBezTo>
                    <a:pt x="2056" y="340"/>
                    <a:pt x="1805" y="115"/>
                    <a:pt x="1480" y="39"/>
                  </a:cubicBezTo>
                  <a:cubicBezTo>
                    <a:pt x="1394" y="13"/>
                    <a:pt x="1307" y="1"/>
                    <a:pt x="122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1" name="Google Shape;4781;p54"/>
            <p:cNvSpPr/>
            <p:nvPr/>
          </p:nvSpPr>
          <p:spPr>
            <a:xfrm>
              <a:off x="2886138" y="2565791"/>
              <a:ext cx="442405" cy="425459"/>
            </a:xfrm>
            <a:custGeom>
              <a:rect b="b" l="l" r="r" t="t"/>
              <a:pathLst>
                <a:path extrusionOk="0" h="15114" w="15716">
                  <a:moveTo>
                    <a:pt x="8447" y="0"/>
                  </a:moveTo>
                  <a:cubicBezTo>
                    <a:pt x="4412" y="0"/>
                    <a:pt x="1154" y="3259"/>
                    <a:pt x="1154" y="7294"/>
                  </a:cubicBezTo>
                  <a:lnTo>
                    <a:pt x="1154" y="7344"/>
                  </a:lnTo>
                  <a:cubicBezTo>
                    <a:pt x="1154" y="8848"/>
                    <a:pt x="1605" y="10226"/>
                    <a:pt x="2382" y="11379"/>
                  </a:cubicBezTo>
                  <a:cubicBezTo>
                    <a:pt x="1580" y="12632"/>
                    <a:pt x="728" y="13885"/>
                    <a:pt x="1" y="15113"/>
                  </a:cubicBezTo>
                  <a:lnTo>
                    <a:pt x="4988" y="13760"/>
                  </a:lnTo>
                  <a:cubicBezTo>
                    <a:pt x="6016" y="14311"/>
                    <a:pt x="7194" y="14637"/>
                    <a:pt x="8447" y="14637"/>
                  </a:cubicBezTo>
                  <a:cubicBezTo>
                    <a:pt x="12457" y="14637"/>
                    <a:pt x="15715" y="11379"/>
                    <a:pt x="15715" y="7344"/>
                  </a:cubicBezTo>
                  <a:lnTo>
                    <a:pt x="15715" y="7294"/>
                  </a:lnTo>
                  <a:cubicBezTo>
                    <a:pt x="15715" y="3259"/>
                    <a:pt x="12457" y="0"/>
                    <a:pt x="844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2" name="Google Shape;4782;p54"/>
            <p:cNvSpPr/>
            <p:nvPr/>
          </p:nvSpPr>
          <p:spPr>
            <a:xfrm>
              <a:off x="2882760" y="2562976"/>
              <a:ext cx="452821" cy="431202"/>
            </a:xfrm>
            <a:custGeom>
              <a:rect b="b" l="l" r="r" t="t"/>
              <a:pathLst>
                <a:path extrusionOk="0" h="15318" w="16086">
                  <a:moveTo>
                    <a:pt x="8567" y="201"/>
                  </a:moveTo>
                  <a:cubicBezTo>
                    <a:pt x="9745" y="201"/>
                    <a:pt x="10923" y="501"/>
                    <a:pt x="11976" y="1078"/>
                  </a:cubicBezTo>
                  <a:cubicBezTo>
                    <a:pt x="12978" y="1629"/>
                    <a:pt x="13855" y="2406"/>
                    <a:pt x="14507" y="3359"/>
                  </a:cubicBezTo>
                  <a:cubicBezTo>
                    <a:pt x="15159" y="4311"/>
                    <a:pt x="15560" y="5439"/>
                    <a:pt x="15685" y="6592"/>
                  </a:cubicBezTo>
                  <a:cubicBezTo>
                    <a:pt x="15810" y="7770"/>
                    <a:pt x="15685" y="8973"/>
                    <a:pt x="15259" y="10050"/>
                  </a:cubicBezTo>
                  <a:cubicBezTo>
                    <a:pt x="14833" y="11128"/>
                    <a:pt x="14156" y="12106"/>
                    <a:pt x="13279" y="12857"/>
                  </a:cubicBezTo>
                  <a:cubicBezTo>
                    <a:pt x="12402" y="13609"/>
                    <a:pt x="11349" y="14161"/>
                    <a:pt x="10221" y="14436"/>
                  </a:cubicBezTo>
                  <a:cubicBezTo>
                    <a:pt x="9682" y="14569"/>
                    <a:pt x="9125" y="14635"/>
                    <a:pt x="8568" y="14635"/>
                  </a:cubicBezTo>
                  <a:cubicBezTo>
                    <a:pt x="7753" y="14635"/>
                    <a:pt x="6935" y="14494"/>
                    <a:pt x="6161" y="14211"/>
                  </a:cubicBezTo>
                  <a:cubicBezTo>
                    <a:pt x="5986" y="14161"/>
                    <a:pt x="5810" y="14086"/>
                    <a:pt x="5660" y="14010"/>
                  </a:cubicBezTo>
                  <a:cubicBezTo>
                    <a:pt x="5560" y="13985"/>
                    <a:pt x="5484" y="13935"/>
                    <a:pt x="5409" y="13910"/>
                  </a:cubicBezTo>
                  <a:cubicBezTo>
                    <a:pt x="5334" y="13860"/>
                    <a:pt x="5234" y="13810"/>
                    <a:pt x="5159" y="13760"/>
                  </a:cubicBezTo>
                  <a:cubicBezTo>
                    <a:pt x="5108" y="13760"/>
                    <a:pt x="5058" y="13785"/>
                    <a:pt x="5008" y="13785"/>
                  </a:cubicBezTo>
                  <a:cubicBezTo>
                    <a:pt x="4783" y="13835"/>
                    <a:pt x="4557" y="13910"/>
                    <a:pt x="4357" y="13960"/>
                  </a:cubicBezTo>
                  <a:cubicBezTo>
                    <a:pt x="3554" y="14186"/>
                    <a:pt x="2778" y="14386"/>
                    <a:pt x="2001" y="14587"/>
                  </a:cubicBezTo>
                  <a:lnTo>
                    <a:pt x="351" y="15045"/>
                  </a:lnTo>
                  <a:lnTo>
                    <a:pt x="351" y="15045"/>
                  </a:lnTo>
                  <a:cubicBezTo>
                    <a:pt x="1067" y="13848"/>
                    <a:pt x="1844" y="12711"/>
                    <a:pt x="2577" y="11529"/>
                  </a:cubicBezTo>
                  <a:cubicBezTo>
                    <a:pt x="2602" y="11504"/>
                    <a:pt x="2602" y="11454"/>
                    <a:pt x="2577" y="11429"/>
                  </a:cubicBezTo>
                  <a:cubicBezTo>
                    <a:pt x="1349" y="9574"/>
                    <a:pt x="1048" y="7193"/>
                    <a:pt x="1750" y="5088"/>
                  </a:cubicBezTo>
                  <a:cubicBezTo>
                    <a:pt x="2377" y="3283"/>
                    <a:pt x="3705" y="1780"/>
                    <a:pt x="5409" y="928"/>
                  </a:cubicBezTo>
                  <a:cubicBezTo>
                    <a:pt x="6387" y="451"/>
                    <a:pt x="7464" y="201"/>
                    <a:pt x="8567" y="201"/>
                  </a:cubicBezTo>
                  <a:close/>
                  <a:moveTo>
                    <a:pt x="8567" y="0"/>
                  </a:moveTo>
                  <a:cubicBezTo>
                    <a:pt x="6562" y="0"/>
                    <a:pt x="4632" y="827"/>
                    <a:pt x="3254" y="2256"/>
                  </a:cubicBezTo>
                  <a:cubicBezTo>
                    <a:pt x="1875" y="3684"/>
                    <a:pt x="1148" y="5614"/>
                    <a:pt x="1174" y="7594"/>
                  </a:cubicBezTo>
                  <a:cubicBezTo>
                    <a:pt x="1198" y="8978"/>
                    <a:pt x="1613" y="10314"/>
                    <a:pt x="2370" y="11480"/>
                  </a:cubicBezTo>
                  <a:lnTo>
                    <a:pt x="2370" y="11480"/>
                  </a:lnTo>
                  <a:cubicBezTo>
                    <a:pt x="1601" y="12715"/>
                    <a:pt x="763" y="13903"/>
                    <a:pt x="46" y="15163"/>
                  </a:cubicBezTo>
                  <a:cubicBezTo>
                    <a:pt x="1" y="15230"/>
                    <a:pt x="56" y="15318"/>
                    <a:pt x="140" y="15318"/>
                  </a:cubicBezTo>
                  <a:cubicBezTo>
                    <a:pt x="150" y="15318"/>
                    <a:pt x="160" y="15316"/>
                    <a:pt x="171" y="15314"/>
                  </a:cubicBezTo>
                  <a:cubicBezTo>
                    <a:pt x="722" y="15163"/>
                    <a:pt x="1274" y="15013"/>
                    <a:pt x="1850" y="14862"/>
                  </a:cubicBezTo>
                  <a:cubicBezTo>
                    <a:pt x="2727" y="14612"/>
                    <a:pt x="3630" y="14361"/>
                    <a:pt x="4532" y="14136"/>
                  </a:cubicBezTo>
                  <a:cubicBezTo>
                    <a:pt x="4716" y="14090"/>
                    <a:pt x="4899" y="14023"/>
                    <a:pt x="5083" y="13973"/>
                  </a:cubicBezTo>
                  <a:lnTo>
                    <a:pt x="5083" y="13973"/>
                  </a:lnTo>
                  <a:cubicBezTo>
                    <a:pt x="6151" y="14532"/>
                    <a:pt x="7356" y="14823"/>
                    <a:pt x="8564" y="14823"/>
                  </a:cubicBezTo>
                  <a:cubicBezTo>
                    <a:pt x="9336" y="14823"/>
                    <a:pt x="10109" y="14705"/>
                    <a:pt x="10848" y="14461"/>
                  </a:cubicBezTo>
                  <a:cubicBezTo>
                    <a:pt x="12427" y="13960"/>
                    <a:pt x="13830" y="12883"/>
                    <a:pt x="14758" y="11479"/>
                  </a:cubicBezTo>
                  <a:cubicBezTo>
                    <a:pt x="15685" y="10050"/>
                    <a:pt x="16086" y="8296"/>
                    <a:pt x="15885" y="6592"/>
                  </a:cubicBezTo>
                  <a:cubicBezTo>
                    <a:pt x="15710" y="4913"/>
                    <a:pt x="14958" y="3334"/>
                    <a:pt x="13730" y="2131"/>
                  </a:cubicBezTo>
                  <a:cubicBezTo>
                    <a:pt x="12527" y="928"/>
                    <a:pt x="10923" y="176"/>
                    <a:pt x="9219" y="25"/>
                  </a:cubicBezTo>
                  <a:cubicBezTo>
                    <a:pt x="8993" y="25"/>
                    <a:pt x="8768" y="0"/>
                    <a:pt x="856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3" name="Google Shape;4783;p54"/>
            <p:cNvSpPr/>
            <p:nvPr/>
          </p:nvSpPr>
          <p:spPr>
            <a:xfrm>
              <a:off x="2972927" y="2674284"/>
              <a:ext cx="298474" cy="232491"/>
            </a:xfrm>
            <a:custGeom>
              <a:rect b="b" l="l" r="r" t="t"/>
              <a:pathLst>
                <a:path extrusionOk="0" h="8259" w="10603">
                  <a:moveTo>
                    <a:pt x="2550" y="0"/>
                  </a:moveTo>
                  <a:cubicBezTo>
                    <a:pt x="2008" y="0"/>
                    <a:pt x="1469" y="166"/>
                    <a:pt x="1053" y="507"/>
                  </a:cubicBezTo>
                  <a:cubicBezTo>
                    <a:pt x="552" y="959"/>
                    <a:pt x="276" y="1585"/>
                    <a:pt x="176" y="2237"/>
                  </a:cubicBezTo>
                  <a:cubicBezTo>
                    <a:pt x="1" y="3264"/>
                    <a:pt x="176" y="4342"/>
                    <a:pt x="677" y="5269"/>
                  </a:cubicBezTo>
                  <a:cubicBezTo>
                    <a:pt x="1154" y="6096"/>
                    <a:pt x="1855" y="6773"/>
                    <a:pt x="2682" y="7299"/>
                  </a:cubicBezTo>
                  <a:cubicBezTo>
                    <a:pt x="3008" y="7525"/>
                    <a:pt x="3384" y="7726"/>
                    <a:pt x="3735" y="7901"/>
                  </a:cubicBezTo>
                  <a:cubicBezTo>
                    <a:pt x="4224" y="8139"/>
                    <a:pt x="4756" y="8258"/>
                    <a:pt x="5289" y="8258"/>
                  </a:cubicBezTo>
                  <a:cubicBezTo>
                    <a:pt x="5821" y="8258"/>
                    <a:pt x="6354" y="8139"/>
                    <a:pt x="6843" y="7901"/>
                  </a:cubicBezTo>
                  <a:cubicBezTo>
                    <a:pt x="7219" y="7726"/>
                    <a:pt x="7570" y="7525"/>
                    <a:pt x="7920" y="7299"/>
                  </a:cubicBezTo>
                  <a:cubicBezTo>
                    <a:pt x="8722" y="6773"/>
                    <a:pt x="9449" y="6096"/>
                    <a:pt x="9900" y="5269"/>
                  </a:cubicBezTo>
                  <a:cubicBezTo>
                    <a:pt x="10402" y="4342"/>
                    <a:pt x="10602" y="3264"/>
                    <a:pt x="10402" y="2237"/>
                  </a:cubicBezTo>
                  <a:cubicBezTo>
                    <a:pt x="10301" y="1585"/>
                    <a:pt x="10026" y="959"/>
                    <a:pt x="9524" y="507"/>
                  </a:cubicBezTo>
                  <a:cubicBezTo>
                    <a:pt x="9123" y="166"/>
                    <a:pt x="8591" y="0"/>
                    <a:pt x="8045" y="0"/>
                  </a:cubicBezTo>
                  <a:cubicBezTo>
                    <a:pt x="7671" y="0"/>
                    <a:pt x="7290" y="79"/>
                    <a:pt x="6943" y="232"/>
                  </a:cubicBezTo>
                  <a:cubicBezTo>
                    <a:pt x="6216" y="558"/>
                    <a:pt x="5640" y="1209"/>
                    <a:pt x="5289" y="1961"/>
                  </a:cubicBezTo>
                  <a:cubicBezTo>
                    <a:pt x="4963" y="1209"/>
                    <a:pt x="4387" y="558"/>
                    <a:pt x="3635" y="232"/>
                  </a:cubicBezTo>
                  <a:cubicBezTo>
                    <a:pt x="3298" y="79"/>
                    <a:pt x="2923" y="0"/>
                    <a:pt x="25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4" name="Google Shape;4784;p54"/>
            <p:cNvSpPr/>
            <p:nvPr/>
          </p:nvSpPr>
          <p:spPr>
            <a:xfrm>
              <a:off x="2970112" y="2670906"/>
              <a:ext cx="304808" cy="238599"/>
            </a:xfrm>
            <a:custGeom>
              <a:rect b="b" l="l" r="r" t="t"/>
              <a:pathLst>
                <a:path extrusionOk="0" h="8476" w="10828">
                  <a:moveTo>
                    <a:pt x="8090" y="210"/>
                  </a:moveTo>
                  <a:cubicBezTo>
                    <a:pt x="8852" y="210"/>
                    <a:pt x="9579" y="567"/>
                    <a:pt x="10000" y="1229"/>
                  </a:cubicBezTo>
                  <a:cubicBezTo>
                    <a:pt x="10552" y="2131"/>
                    <a:pt x="10577" y="3284"/>
                    <a:pt x="10326" y="4287"/>
                  </a:cubicBezTo>
                  <a:cubicBezTo>
                    <a:pt x="10076" y="5289"/>
                    <a:pt x="9449" y="6166"/>
                    <a:pt x="8647" y="6818"/>
                  </a:cubicBezTo>
                  <a:cubicBezTo>
                    <a:pt x="8246" y="7169"/>
                    <a:pt x="7795" y="7470"/>
                    <a:pt x="7319" y="7720"/>
                  </a:cubicBezTo>
                  <a:cubicBezTo>
                    <a:pt x="6843" y="7971"/>
                    <a:pt x="6341" y="8196"/>
                    <a:pt x="5790" y="8247"/>
                  </a:cubicBezTo>
                  <a:cubicBezTo>
                    <a:pt x="5652" y="8266"/>
                    <a:pt x="5513" y="8276"/>
                    <a:pt x="5373" y="8276"/>
                  </a:cubicBezTo>
                  <a:cubicBezTo>
                    <a:pt x="4979" y="8276"/>
                    <a:pt x="4581" y="8201"/>
                    <a:pt x="4211" y="8071"/>
                  </a:cubicBezTo>
                  <a:cubicBezTo>
                    <a:pt x="3685" y="7871"/>
                    <a:pt x="3183" y="7570"/>
                    <a:pt x="2732" y="7269"/>
                  </a:cubicBezTo>
                  <a:cubicBezTo>
                    <a:pt x="1880" y="6693"/>
                    <a:pt x="1128" y="5941"/>
                    <a:pt x="702" y="5013"/>
                  </a:cubicBezTo>
                  <a:cubicBezTo>
                    <a:pt x="276" y="4061"/>
                    <a:pt x="176" y="2933"/>
                    <a:pt x="477" y="1931"/>
                  </a:cubicBezTo>
                  <a:cubicBezTo>
                    <a:pt x="627" y="1454"/>
                    <a:pt x="878" y="978"/>
                    <a:pt x="1279" y="678"/>
                  </a:cubicBezTo>
                  <a:cubicBezTo>
                    <a:pt x="1655" y="377"/>
                    <a:pt x="2106" y="226"/>
                    <a:pt x="2582" y="226"/>
                  </a:cubicBezTo>
                  <a:cubicBezTo>
                    <a:pt x="2623" y="224"/>
                    <a:pt x="2664" y="223"/>
                    <a:pt x="2705" y="223"/>
                  </a:cubicBezTo>
                  <a:cubicBezTo>
                    <a:pt x="3631" y="223"/>
                    <a:pt x="4435" y="762"/>
                    <a:pt x="4963" y="1530"/>
                  </a:cubicBezTo>
                  <a:cubicBezTo>
                    <a:pt x="5088" y="1705"/>
                    <a:pt x="5213" y="1931"/>
                    <a:pt x="5314" y="2131"/>
                  </a:cubicBezTo>
                  <a:cubicBezTo>
                    <a:pt x="5330" y="2172"/>
                    <a:pt x="5359" y="2189"/>
                    <a:pt x="5390" y="2189"/>
                  </a:cubicBezTo>
                  <a:cubicBezTo>
                    <a:pt x="5394" y="2189"/>
                    <a:pt x="5398" y="2189"/>
                    <a:pt x="5401" y="2188"/>
                  </a:cubicBezTo>
                  <a:lnTo>
                    <a:pt x="5401" y="2188"/>
                  </a:lnTo>
                  <a:cubicBezTo>
                    <a:pt x="5405" y="2189"/>
                    <a:pt x="5409" y="2189"/>
                    <a:pt x="5413" y="2189"/>
                  </a:cubicBezTo>
                  <a:cubicBezTo>
                    <a:pt x="5443" y="2189"/>
                    <a:pt x="5473" y="2172"/>
                    <a:pt x="5489" y="2131"/>
                  </a:cubicBezTo>
                  <a:cubicBezTo>
                    <a:pt x="5865" y="1279"/>
                    <a:pt x="6592" y="502"/>
                    <a:pt x="7519" y="277"/>
                  </a:cubicBezTo>
                  <a:cubicBezTo>
                    <a:pt x="7709" y="232"/>
                    <a:pt x="7900" y="210"/>
                    <a:pt x="8090" y="210"/>
                  </a:cubicBezTo>
                  <a:close/>
                  <a:moveTo>
                    <a:pt x="8131" y="0"/>
                  </a:moveTo>
                  <a:cubicBezTo>
                    <a:pt x="7131" y="0"/>
                    <a:pt x="6253" y="570"/>
                    <a:pt x="5665" y="1379"/>
                  </a:cubicBezTo>
                  <a:cubicBezTo>
                    <a:pt x="5573" y="1526"/>
                    <a:pt x="5481" y="1687"/>
                    <a:pt x="5399" y="1851"/>
                  </a:cubicBezTo>
                  <a:lnTo>
                    <a:pt x="5399" y="1851"/>
                  </a:lnTo>
                  <a:cubicBezTo>
                    <a:pt x="4958" y="1024"/>
                    <a:pt x="4219" y="310"/>
                    <a:pt x="3284" y="76"/>
                  </a:cubicBezTo>
                  <a:cubicBezTo>
                    <a:pt x="3083" y="30"/>
                    <a:pt x="2880" y="7"/>
                    <a:pt x="2679" y="7"/>
                  </a:cubicBezTo>
                  <a:cubicBezTo>
                    <a:pt x="1902" y="7"/>
                    <a:pt x="1155" y="351"/>
                    <a:pt x="677" y="1028"/>
                  </a:cubicBezTo>
                  <a:cubicBezTo>
                    <a:pt x="76" y="1906"/>
                    <a:pt x="0" y="3134"/>
                    <a:pt x="226" y="4186"/>
                  </a:cubicBezTo>
                  <a:cubicBezTo>
                    <a:pt x="477" y="5289"/>
                    <a:pt x="1103" y="6216"/>
                    <a:pt x="1955" y="6943"/>
                  </a:cubicBezTo>
                  <a:cubicBezTo>
                    <a:pt x="2406" y="7319"/>
                    <a:pt x="2883" y="7620"/>
                    <a:pt x="3359" y="7896"/>
                  </a:cubicBezTo>
                  <a:cubicBezTo>
                    <a:pt x="3885" y="8171"/>
                    <a:pt x="4411" y="8397"/>
                    <a:pt x="4988" y="8447"/>
                  </a:cubicBezTo>
                  <a:cubicBezTo>
                    <a:pt x="5129" y="8466"/>
                    <a:pt x="5271" y="8476"/>
                    <a:pt x="5414" y="8476"/>
                  </a:cubicBezTo>
                  <a:cubicBezTo>
                    <a:pt x="5830" y="8476"/>
                    <a:pt x="6250" y="8396"/>
                    <a:pt x="6642" y="8247"/>
                  </a:cubicBezTo>
                  <a:cubicBezTo>
                    <a:pt x="7193" y="8046"/>
                    <a:pt x="7720" y="7745"/>
                    <a:pt x="8196" y="7419"/>
                  </a:cubicBezTo>
                  <a:cubicBezTo>
                    <a:pt x="9098" y="6793"/>
                    <a:pt x="9900" y="5991"/>
                    <a:pt x="10326" y="4963"/>
                  </a:cubicBezTo>
                  <a:cubicBezTo>
                    <a:pt x="10727" y="3961"/>
                    <a:pt x="10827" y="2758"/>
                    <a:pt x="10452" y="1705"/>
                  </a:cubicBezTo>
                  <a:cubicBezTo>
                    <a:pt x="10276" y="1229"/>
                    <a:pt x="9975" y="778"/>
                    <a:pt x="9549" y="452"/>
                  </a:cubicBezTo>
                  <a:cubicBezTo>
                    <a:pt x="9173" y="176"/>
                    <a:pt x="8672" y="26"/>
                    <a:pt x="8196" y="1"/>
                  </a:cubicBezTo>
                  <a:cubicBezTo>
                    <a:pt x="8174" y="0"/>
                    <a:pt x="8153" y="0"/>
                    <a:pt x="813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5" name="Google Shape;4785;p54"/>
            <p:cNvSpPr/>
            <p:nvPr/>
          </p:nvSpPr>
          <p:spPr>
            <a:xfrm>
              <a:off x="3177498" y="2708234"/>
              <a:ext cx="65674" cy="42253"/>
            </a:xfrm>
            <a:custGeom>
              <a:rect b="b" l="l" r="r" t="t"/>
              <a:pathLst>
                <a:path extrusionOk="0" h="1501" w="2333">
                  <a:moveTo>
                    <a:pt x="987" y="0"/>
                  </a:moveTo>
                  <a:cubicBezTo>
                    <a:pt x="662" y="0"/>
                    <a:pt x="341" y="112"/>
                    <a:pt x="77" y="329"/>
                  </a:cubicBezTo>
                  <a:cubicBezTo>
                    <a:pt x="0" y="386"/>
                    <a:pt x="70" y="488"/>
                    <a:pt x="152" y="488"/>
                  </a:cubicBezTo>
                  <a:cubicBezTo>
                    <a:pt x="177" y="488"/>
                    <a:pt x="204" y="478"/>
                    <a:pt x="227" y="454"/>
                  </a:cubicBezTo>
                  <a:cubicBezTo>
                    <a:pt x="437" y="289"/>
                    <a:pt x="710" y="196"/>
                    <a:pt x="981" y="196"/>
                  </a:cubicBezTo>
                  <a:cubicBezTo>
                    <a:pt x="1163" y="196"/>
                    <a:pt x="1344" y="238"/>
                    <a:pt x="1506" y="329"/>
                  </a:cubicBezTo>
                  <a:cubicBezTo>
                    <a:pt x="1882" y="529"/>
                    <a:pt x="2132" y="981"/>
                    <a:pt x="2107" y="1407"/>
                  </a:cubicBezTo>
                  <a:cubicBezTo>
                    <a:pt x="2107" y="1469"/>
                    <a:pt x="2157" y="1501"/>
                    <a:pt x="2207" y="1501"/>
                  </a:cubicBezTo>
                  <a:cubicBezTo>
                    <a:pt x="2257" y="1501"/>
                    <a:pt x="2308" y="1469"/>
                    <a:pt x="2308" y="1407"/>
                  </a:cubicBezTo>
                  <a:cubicBezTo>
                    <a:pt x="2333" y="880"/>
                    <a:pt x="2032" y="354"/>
                    <a:pt x="1581" y="128"/>
                  </a:cubicBezTo>
                  <a:cubicBezTo>
                    <a:pt x="1390" y="43"/>
                    <a:pt x="1188" y="0"/>
                    <a:pt x="98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6" name="Google Shape;4786;p54"/>
            <p:cNvSpPr/>
            <p:nvPr/>
          </p:nvSpPr>
          <p:spPr>
            <a:xfrm>
              <a:off x="3224087" y="2777456"/>
              <a:ext cx="7094" cy="5658"/>
            </a:xfrm>
            <a:custGeom>
              <a:rect b="b" l="l" r="r" t="t"/>
              <a:pathLst>
                <a:path extrusionOk="0" h="201" w="252">
                  <a:moveTo>
                    <a:pt x="126" y="0"/>
                  </a:moveTo>
                  <a:cubicBezTo>
                    <a:pt x="1" y="0"/>
                    <a:pt x="1" y="201"/>
                    <a:pt x="126" y="201"/>
                  </a:cubicBezTo>
                  <a:cubicBezTo>
                    <a:pt x="252" y="201"/>
                    <a:pt x="252"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7" name="Google Shape;4787;p54"/>
            <p:cNvSpPr/>
            <p:nvPr/>
          </p:nvSpPr>
          <p:spPr>
            <a:xfrm>
              <a:off x="3003977" y="2762227"/>
              <a:ext cx="87828" cy="104380"/>
            </a:xfrm>
            <a:custGeom>
              <a:rect b="b" l="l" r="r" t="t"/>
              <a:pathLst>
                <a:path extrusionOk="0" h="3708" w="3120">
                  <a:moveTo>
                    <a:pt x="130" y="1"/>
                  </a:moveTo>
                  <a:cubicBezTo>
                    <a:pt x="72" y="1"/>
                    <a:pt x="0" y="60"/>
                    <a:pt x="0" y="140"/>
                  </a:cubicBezTo>
                  <a:cubicBezTo>
                    <a:pt x="201" y="1368"/>
                    <a:pt x="953" y="2521"/>
                    <a:pt x="2005" y="3223"/>
                  </a:cubicBezTo>
                  <a:cubicBezTo>
                    <a:pt x="2306" y="3424"/>
                    <a:pt x="2632" y="3574"/>
                    <a:pt x="2958" y="3699"/>
                  </a:cubicBezTo>
                  <a:cubicBezTo>
                    <a:pt x="2972" y="3705"/>
                    <a:pt x="2985" y="3707"/>
                    <a:pt x="2996" y="3707"/>
                  </a:cubicBezTo>
                  <a:cubicBezTo>
                    <a:pt x="3092" y="3707"/>
                    <a:pt x="3119" y="3546"/>
                    <a:pt x="3008" y="3524"/>
                  </a:cubicBezTo>
                  <a:cubicBezTo>
                    <a:pt x="1554" y="2972"/>
                    <a:pt x="452" y="1619"/>
                    <a:pt x="201" y="65"/>
                  </a:cubicBezTo>
                  <a:cubicBezTo>
                    <a:pt x="192" y="20"/>
                    <a:pt x="163" y="1"/>
                    <a:pt x="13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8" name="Google Shape;4788;p54"/>
            <p:cNvSpPr/>
            <p:nvPr/>
          </p:nvSpPr>
          <p:spPr>
            <a:xfrm>
              <a:off x="3111907" y="2867764"/>
              <a:ext cx="7798" cy="5658"/>
            </a:xfrm>
            <a:custGeom>
              <a:rect b="b" l="l" r="r" t="t"/>
              <a:pathLst>
                <a:path extrusionOk="0" h="201" w="277">
                  <a:moveTo>
                    <a:pt x="126" y="0"/>
                  </a:moveTo>
                  <a:cubicBezTo>
                    <a:pt x="1" y="0"/>
                    <a:pt x="1" y="201"/>
                    <a:pt x="126" y="201"/>
                  </a:cubicBezTo>
                  <a:cubicBezTo>
                    <a:pt x="277" y="201"/>
                    <a:pt x="277"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9" name="Google Shape;4789;p54"/>
            <p:cNvSpPr/>
            <p:nvPr/>
          </p:nvSpPr>
          <p:spPr>
            <a:xfrm>
              <a:off x="3164830" y="2789955"/>
              <a:ext cx="14131" cy="22801"/>
            </a:xfrm>
            <a:custGeom>
              <a:rect b="b" l="l" r="r" t="t"/>
              <a:pathLst>
                <a:path extrusionOk="0" h="810" w="502">
                  <a:moveTo>
                    <a:pt x="374" y="1"/>
                  </a:moveTo>
                  <a:cubicBezTo>
                    <a:pt x="334" y="1"/>
                    <a:pt x="297" y="42"/>
                    <a:pt x="276" y="83"/>
                  </a:cubicBezTo>
                  <a:cubicBezTo>
                    <a:pt x="201" y="283"/>
                    <a:pt x="126" y="484"/>
                    <a:pt x="26" y="684"/>
                  </a:cubicBezTo>
                  <a:cubicBezTo>
                    <a:pt x="1" y="734"/>
                    <a:pt x="51" y="784"/>
                    <a:pt x="101" y="809"/>
                  </a:cubicBezTo>
                  <a:cubicBezTo>
                    <a:pt x="176" y="809"/>
                    <a:pt x="201" y="784"/>
                    <a:pt x="226" y="734"/>
                  </a:cubicBezTo>
                  <a:lnTo>
                    <a:pt x="477" y="133"/>
                  </a:lnTo>
                  <a:cubicBezTo>
                    <a:pt x="502" y="83"/>
                    <a:pt x="452" y="7"/>
                    <a:pt x="402" y="7"/>
                  </a:cubicBezTo>
                  <a:cubicBezTo>
                    <a:pt x="393" y="3"/>
                    <a:pt x="383" y="1"/>
                    <a:pt x="37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0" name="Google Shape;4790;p54"/>
            <p:cNvSpPr/>
            <p:nvPr/>
          </p:nvSpPr>
          <p:spPr>
            <a:xfrm>
              <a:off x="3179666" y="2794375"/>
              <a:ext cx="9177" cy="18129"/>
            </a:xfrm>
            <a:custGeom>
              <a:rect b="b" l="l" r="r" t="t"/>
              <a:pathLst>
                <a:path extrusionOk="0" h="644" w="326">
                  <a:moveTo>
                    <a:pt x="175" y="1"/>
                  </a:moveTo>
                  <a:cubicBezTo>
                    <a:pt x="150" y="1"/>
                    <a:pt x="125" y="26"/>
                    <a:pt x="125" y="51"/>
                  </a:cubicBezTo>
                  <a:cubicBezTo>
                    <a:pt x="100" y="76"/>
                    <a:pt x="100" y="101"/>
                    <a:pt x="100" y="126"/>
                  </a:cubicBezTo>
                  <a:cubicBezTo>
                    <a:pt x="100" y="133"/>
                    <a:pt x="100" y="142"/>
                    <a:pt x="100" y="151"/>
                  </a:cubicBezTo>
                  <a:cubicBezTo>
                    <a:pt x="100" y="151"/>
                    <a:pt x="125" y="151"/>
                    <a:pt x="125" y="176"/>
                  </a:cubicBezTo>
                  <a:cubicBezTo>
                    <a:pt x="125" y="176"/>
                    <a:pt x="125" y="201"/>
                    <a:pt x="125" y="226"/>
                  </a:cubicBezTo>
                  <a:cubicBezTo>
                    <a:pt x="100" y="251"/>
                    <a:pt x="100" y="251"/>
                    <a:pt x="100" y="277"/>
                  </a:cubicBezTo>
                  <a:cubicBezTo>
                    <a:pt x="100" y="302"/>
                    <a:pt x="100" y="302"/>
                    <a:pt x="100" y="302"/>
                  </a:cubicBezTo>
                  <a:cubicBezTo>
                    <a:pt x="100" y="352"/>
                    <a:pt x="75" y="377"/>
                    <a:pt x="75" y="402"/>
                  </a:cubicBezTo>
                  <a:cubicBezTo>
                    <a:pt x="75" y="402"/>
                    <a:pt x="75" y="427"/>
                    <a:pt x="75" y="427"/>
                  </a:cubicBezTo>
                  <a:lnTo>
                    <a:pt x="50" y="452"/>
                  </a:lnTo>
                  <a:cubicBezTo>
                    <a:pt x="50" y="452"/>
                    <a:pt x="25" y="477"/>
                    <a:pt x="25" y="502"/>
                  </a:cubicBezTo>
                  <a:cubicBezTo>
                    <a:pt x="0" y="552"/>
                    <a:pt x="25" y="602"/>
                    <a:pt x="50" y="627"/>
                  </a:cubicBezTo>
                  <a:cubicBezTo>
                    <a:pt x="71" y="638"/>
                    <a:pt x="96" y="644"/>
                    <a:pt x="120" y="644"/>
                  </a:cubicBezTo>
                  <a:cubicBezTo>
                    <a:pt x="154" y="644"/>
                    <a:pt x="186" y="632"/>
                    <a:pt x="201" y="602"/>
                  </a:cubicBezTo>
                  <a:cubicBezTo>
                    <a:pt x="251" y="527"/>
                    <a:pt x="276" y="452"/>
                    <a:pt x="301" y="352"/>
                  </a:cubicBezTo>
                  <a:cubicBezTo>
                    <a:pt x="326" y="251"/>
                    <a:pt x="326" y="176"/>
                    <a:pt x="301" y="76"/>
                  </a:cubicBezTo>
                  <a:cubicBezTo>
                    <a:pt x="301" y="51"/>
                    <a:pt x="276" y="26"/>
                    <a:pt x="251" y="26"/>
                  </a:cubicBezTo>
                  <a:cubicBezTo>
                    <a:pt x="251" y="1"/>
                    <a:pt x="201" y="1"/>
                    <a:pt x="1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1" name="Google Shape;4791;p54"/>
            <p:cNvSpPr/>
            <p:nvPr/>
          </p:nvSpPr>
          <p:spPr>
            <a:xfrm>
              <a:off x="3021599" y="2699366"/>
              <a:ext cx="14863" cy="20015"/>
            </a:xfrm>
            <a:custGeom>
              <a:rect b="b" l="l" r="r" t="t"/>
              <a:pathLst>
                <a:path extrusionOk="0" h="711" w="528">
                  <a:moveTo>
                    <a:pt x="392" y="1"/>
                  </a:moveTo>
                  <a:cubicBezTo>
                    <a:pt x="365" y="1"/>
                    <a:pt x="341" y="13"/>
                    <a:pt x="327" y="42"/>
                  </a:cubicBezTo>
                  <a:cubicBezTo>
                    <a:pt x="227" y="218"/>
                    <a:pt x="126" y="393"/>
                    <a:pt x="26" y="569"/>
                  </a:cubicBezTo>
                  <a:cubicBezTo>
                    <a:pt x="1" y="594"/>
                    <a:pt x="26" y="669"/>
                    <a:pt x="76" y="694"/>
                  </a:cubicBezTo>
                  <a:cubicBezTo>
                    <a:pt x="97" y="705"/>
                    <a:pt x="118" y="711"/>
                    <a:pt x="137" y="711"/>
                  </a:cubicBezTo>
                  <a:cubicBezTo>
                    <a:pt x="163" y="711"/>
                    <a:pt x="187" y="698"/>
                    <a:pt x="201" y="669"/>
                  </a:cubicBezTo>
                  <a:cubicBezTo>
                    <a:pt x="302" y="494"/>
                    <a:pt x="402" y="318"/>
                    <a:pt x="502" y="143"/>
                  </a:cubicBezTo>
                  <a:cubicBezTo>
                    <a:pt x="527" y="118"/>
                    <a:pt x="502" y="42"/>
                    <a:pt x="452" y="17"/>
                  </a:cubicBezTo>
                  <a:cubicBezTo>
                    <a:pt x="431" y="7"/>
                    <a:pt x="411" y="1"/>
                    <a:pt x="39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2" name="Google Shape;4792;p54"/>
            <p:cNvSpPr/>
            <p:nvPr/>
          </p:nvSpPr>
          <p:spPr>
            <a:xfrm>
              <a:off x="3036435" y="2703786"/>
              <a:ext cx="12724" cy="19114"/>
            </a:xfrm>
            <a:custGeom>
              <a:rect b="b" l="l" r="r" t="t"/>
              <a:pathLst>
                <a:path extrusionOk="0" h="679" w="452">
                  <a:moveTo>
                    <a:pt x="347" y="1"/>
                  </a:moveTo>
                  <a:cubicBezTo>
                    <a:pt x="314" y="1"/>
                    <a:pt x="269" y="24"/>
                    <a:pt x="251" y="61"/>
                  </a:cubicBezTo>
                  <a:cubicBezTo>
                    <a:pt x="176" y="211"/>
                    <a:pt x="101" y="362"/>
                    <a:pt x="25" y="537"/>
                  </a:cubicBezTo>
                  <a:cubicBezTo>
                    <a:pt x="0" y="587"/>
                    <a:pt x="0" y="637"/>
                    <a:pt x="50" y="662"/>
                  </a:cubicBezTo>
                  <a:cubicBezTo>
                    <a:pt x="71" y="673"/>
                    <a:pt x="96" y="679"/>
                    <a:pt x="120" y="679"/>
                  </a:cubicBezTo>
                  <a:cubicBezTo>
                    <a:pt x="154" y="679"/>
                    <a:pt x="186" y="667"/>
                    <a:pt x="201" y="637"/>
                  </a:cubicBezTo>
                  <a:lnTo>
                    <a:pt x="426" y="161"/>
                  </a:lnTo>
                  <a:cubicBezTo>
                    <a:pt x="451" y="111"/>
                    <a:pt x="426" y="36"/>
                    <a:pt x="376" y="11"/>
                  </a:cubicBezTo>
                  <a:cubicBezTo>
                    <a:pt x="369" y="4"/>
                    <a:pt x="359" y="1"/>
                    <a:pt x="34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3" name="Google Shape;4793;p54"/>
            <p:cNvSpPr/>
            <p:nvPr/>
          </p:nvSpPr>
          <p:spPr>
            <a:xfrm>
              <a:off x="3181777" y="2849072"/>
              <a:ext cx="24012" cy="20409"/>
            </a:xfrm>
            <a:custGeom>
              <a:rect b="b" l="l" r="r" t="t"/>
              <a:pathLst>
                <a:path extrusionOk="0" h="725" w="853">
                  <a:moveTo>
                    <a:pt x="736" y="0"/>
                  </a:moveTo>
                  <a:cubicBezTo>
                    <a:pt x="708" y="0"/>
                    <a:pt x="677" y="13"/>
                    <a:pt x="652" y="38"/>
                  </a:cubicBezTo>
                  <a:cubicBezTo>
                    <a:pt x="476" y="238"/>
                    <a:pt x="301" y="389"/>
                    <a:pt x="50" y="539"/>
                  </a:cubicBezTo>
                  <a:cubicBezTo>
                    <a:pt x="0" y="564"/>
                    <a:pt x="0" y="639"/>
                    <a:pt x="25" y="664"/>
                  </a:cubicBezTo>
                  <a:cubicBezTo>
                    <a:pt x="44" y="701"/>
                    <a:pt x="75" y="724"/>
                    <a:pt x="111" y="724"/>
                  </a:cubicBezTo>
                  <a:cubicBezTo>
                    <a:pt x="124" y="724"/>
                    <a:pt x="137" y="721"/>
                    <a:pt x="151" y="714"/>
                  </a:cubicBezTo>
                  <a:cubicBezTo>
                    <a:pt x="401" y="564"/>
                    <a:pt x="627" y="389"/>
                    <a:pt x="802" y="163"/>
                  </a:cubicBezTo>
                  <a:cubicBezTo>
                    <a:pt x="852" y="138"/>
                    <a:pt x="852" y="63"/>
                    <a:pt x="802" y="38"/>
                  </a:cubicBezTo>
                  <a:cubicBezTo>
                    <a:pt x="790" y="13"/>
                    <a:pt x="765" y="0"/>
                    <a:pt x="73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4" name="Google Shape;4794;p54"/>
            <p:cNvSpPr/>
            <p:nvPr/>
          </p:nvSpPr>
          <p:spPr>
            <a:xfrm>
              <a:off x="3193065" y="2688556"/>
              <a:ext cx="28938" cy="10247"/>
            </a:xfrm>
            <a:custGeom>
              <a:rect b="b" l="l" r="r" t="t"/>
              <a:pathLst>
                <a:path extrusionOk="0" h="364" w="1028">
                  <a:moveTo>
                    <a:pt x="442" y="1"/>
                  </a:moveTo>
                  <a:cubicBezTo>
                    <a:pt x="318" y="1"/>
                    <a:pt x="193" y="27"/>
                    <a:pt x="75" y="76"/>
                  </a:cubicBezTo>
                  <a:cubicBezTo>
                    <a:pt x="25" y="101"/>
                    <a:pt x="0" y="176"/>
                    <a:pt x="25" y="226"/>
                  </a:cubicBezTo>
                  <a:cubicBezTo>
                    <a:pt x="40" y="255"/>
                    <a:pt x="72" y="268"/>
                    <a:pt x="106" y="268"/>
                  </a:cubicBezTo>
                  <a:cubicBezTo>
                    <a:pt x="130" y="268"/>
                    <a:pt x="155" y="261"/>
                    <a:pt x="176" y="251"/>
                  </a:cubicBezTo>
                  <a:cubicBezTo>
                    <a:pt x="249" y="214"/>
                    <a:pt x="333" y="198"/>
                    <a:pt x="418" y="198"/>
                  </a:cubicBezTo>
                  <a:cubicBezTo>
                    <a:pt x="565" y="198"/>
                    <a:pt x="716" y="247"/>
                    <a:pt x="827" y="326"/>
                  </a:cubicBezTo>
                  <a:cubicBezTo>
                    <a:pt x="852" y="351"/>
                    <a:pt x="884" y="364"/>
                    <a:pt x="912" y="364"/>
                  </a:cubicBezTo>
                  <a:cubicBezTo>
                    <a:pt x="940" y="364"/>
                    <a:pt x="965" y="351"/>
                    <a:pt x="978" y="326"/>
                  </a:cubicBezTo>
                  <a:cubicBezTo>
                    <a:pt x="1028" y="301"/>
                    <a:pt x="1028" y="226"/>
                    <a:pt x="978" y="201"/>
                  </a:cubicBezTo>
                  <a:cubicBezTo>
                    <a:pt x="825" y="64"/>
                    <a:pt x="635" y="1"/>
                    <a:pt x="44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5" name="Google Shape;4795;p54"/>
            <p:cNvSpPr/>
            <p:nvPr/>
          </p:nvSpPr>
          <p:spPr>
            <a:xfrm>
              <a:off x="3174711" y="2697030"/>
              <a:ext cx="7094" cy="5658"/>
            </a:xfrm>
            <a:custGeom>
              <a:rect b="b" l="l" r="r" t="t"/>
              <a:pathLst>
                <a:path extrusionOk="0" h="201" w="252">
                  <a:moveTo>
                    <a:pt x="126" y="0"/>
                  </a:moveTo>
                  <a:cubicBezTo>
                    <a:pt x="1" y="0"/>
                    <a:pt x="1"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6" name="Google Shape;4796;p54"/>
            <p:cNvSpPr/>
            <p:nvPr/>
          </p:nvSpPr>
          <p:spPr>
            <a:xfrm>
              <a:off x="2998600" y="2796261"/>
              <a:ext cx="25194" cy="38594"/>
            </a:xfrm>
            <a:custGeom>
              <a:rect b="b" l="l" r="r" t="t"/>
              <a:pathLst>
                <a:path extrusionOk="0" h="1371" w="895">
                  <a:moveTo>
                    <a:pt x="130" y="1"/>
                  </a:moveTo>
                  <a:cubicBezTo>
                    <a:pt x="68" y="1"/>
                    <a:pt x="1" y="58"/>
                    <a:pt x="16" y="134"/>
                  </a:cubicBezTo>
                  <a:cubicBezTo>
                    <a:pt x="116" y="585"/>
                    <a:pt x="367" y="1012"/>
                    <a:pt x="693" y="1337"/>
                  </a:cubicBezTo>
                  <a:cubicBezTo>
                    <a:pt x="710" y="1361"/>
                    <a:pt x="732" y="1371"/>
                    <a:pt x="754" y="1371"/>
                  </a:cubicBezTo>
                  <a:cubicBezTo>
                    <a:pt x="825" y="1371"/>
                    <a:pt x="895" y="1269"/>
                    <a:pt x="818" y="1212"/>
                  </a:cubicBezTo>
                  <a:cubicBezTo>
                    <a:pt x="517" y="886"/>
                    <a:pt x="317" y="485"/>
                    <a:pt x="216" y="84"/>
                  </a:cubicBezTo>
                  <a:cubicBezTo>
                    <a:pt x="207" y="25"/>
                    <a:pt x="170" y="1"/>
                    <a:pt x="13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7" name="Google Shape;4797;p54"/>
            <p:cNvSpPr/>
            <p:nvPr/>
          </p:nvSpPr>
          <p:spPr>
            <a:xfrm>
              <a:off x="3030073" y="2847298"/>
              <a:ext cx="7798" cy="5686"/>
            </a:xfrm>
            <a:custGeom>
              <a:rect b="b" l="l" r="r" t="t"/>
              <a:pathLst>
                <a:path extrusionOk="0" h="202" w="277">
                  <a:moveTo>
                    <a:pt x="151" y="1"/>
                  </a:moveTo>
                  <a:cubicBezTo>
                    <a:pt x="1" y="1"/>
                    <a:pt x="1" y="201"/>
                    <a:pt x="151" y="201"/>
                  </a:cubicBezTo>
                  <a:cubicBezTo>
                    <a:pt x="276" y="201"/>
                    <a:pt x="2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8" name="Google Shape;4798;p54"/>
            <p:cNvSpPr/>
            <p:nvPr/>
          </p:nvSpPr>
          <p:spPr>
            <a:xfrm>
              <a:off x="721573" y="2565791"/>
              <a:ext cx="441673" cy="425459"/>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9" name="Google Shape;4799;p54"/>
            <p:cNvSpPr/>
            <p:nvPr/>
          </p:nvSpPr>
          <p:spPr>
            <a:xfrm>
              <a:off x="713100" y="2562976"/>
              <a:ext cx="454228" cy="431202"/>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0" name="Google Shape;4800;p54"/>
            <p:cNvSpPr/>
            <p:nvPr/>
          </p:nvSpPr>
          <p:spPr>
            <a:xfrm>
              <a:off x="773061" y="2668485"/>
              <a:ext cx="298474" cy="232632"/>
            </a:xfrm>
            <a:custGeom>
              <a:rect b="b" l="l" r="r" t="t"/>
              <a:pathLst>
                <a:path extrusionOk="0" h="8264" w="10603">
                  <a:moveTo>
                    <a:pt x="2577" y="0"/>
                  </a:moveTo>
                  <a:cubicBezTo>
                    <a:pt x="2026" y="0"/>
                    <a:pt x="1476" y="166"/>
                    <a:pt x="1053" y="513"/>
                  </a:cubicBezTo>
                  <a:cubicBezTo>
                    <a:pt x="552" y="939"/>
                    <a:pt x="302" y="1591"/>
                    <a:pt x="176" y="2242"/>
                  </a:cubicBezTo>
                  <a:cubicBezTo>
                    <a:pt x="1" y="3270"/>
                    <a:pt x="176" y="4348"/>
                    <a:pt x="678" y="5250"/>
                  </a:cubicBezTo>
                  <a:cubicBezTo>
                    <a:pt x="1154" y="6102"/>
                    <a:pt x="1881" y="6779"/>
                    <a:pt x="2683" y="7305"/>
                  </a:cubicBezTo>
                  <a:cubicBezTo>
                    <a:pt x="3008" y="7531"/>
                    <a:pt x="3384" y="7731"/>
                    <a:pt x="3735" y="7906"/>
                  </a:cubicBezTo>
                  <a:cubicBezTo>
                    <a:pt x="4224" y="8145"/>
                    <a:pt x="4756" y="8264"/>
                    <a:pt x="5289" y="8264"/>
                  </a:cubicBezTo>
                  <a:cubicBezTo>
                    <a:pt x="5822" y="8264"/>
                    <a:pt x="6354" y="8145"/>
                    <a:pt x="6843" y="7906"/>
                  </a:cubicBezTo>
                  <a:cubicBezTo>
                    <a:pt x="7219" y="7731"/>
                    <a:pt x="7570" y="7531"/>
                    <a:pt x="7921" y="7305"/>
                  </a:cubicBezTo>
                  <a:cubicBezTo>
                    <a:pt x="8723" y="6779"/>
                    <a:pt x="9450" y="6102"/>
                    <a:pt x="9901" y="5250"/>
                  </a:cubicBezTo>
                  <a:cubicBezTo>
                    <a:pt x="10402" y="4348"/>
                    <a:pt x="10602" y="3270"/>
                    <a:pt x="10427" y="2242"/>
                  </a:cubicBezTo>
                  <a:cubicBezTo>
                    <a:pt x="10302" y="1591"/>
                    <a:pt x="10026" y="939"/>
                    <a:pt x="9525" y="513"/>
                  </a:cubicBezTo>
                  <a:cubicBezTo>
                    <a:pt x="9117" y="166"/>
                    <a:pt x="8573" y="0"/>
                    <a:pt x="8025" y="0"/>
                  </a:cubicBezTo>
                  <a:cubicBezTo>
                    <a:pt x="7662" y="0"/>
                    <a:pt x="7297" y="73"/>
                    <a:pt x="6968" y="212"/>
                  </a:cubicBezTo>
                  <a:cubicBezTo>
                    <a:pt x="6216" y="563"/>
                    <a:pt x="5640" y="1215"/>
                    <a:pt x="5289" y="1967"/>
                  </a:cubicBezTo>
                  <a:cubicBezTo>
                    <a:pt x="4963" y="1215"/>
                    <a:pt x="4387" y="563"/>
                    <a:pt x="3635" y="212"/>
                  </a:cubicBezTo>
                  <a:cubicBezTo>
                    <a:pt x="3306" y="73"/>
                    <a:pt x="2941" y="0"/>
                    <a:pt x="257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1" name="Google Shape;4801;p54"/>
            <p:cNvSpPr/>
            <p:nvPr/>
          </p:nvSpPr>
          <p:spPr>
            <a:xfrm>
              <a:off x="770246" y="2665248"/>
              <a:ext cx="304808" cy="238628"/>
            </a:xfrm>
            <a:custGeom>
              <a:rect b="b" l="l" r="r" t="t"/>
              <a:pathLst>
                <a:path extrusionOk="0" h="8477" w="10828">
                  <a:moveTo>
                    <a:pt x="2646" y="201"/>
                  </a:moveTo>
                  <a:cubicBezTo>
                    <a:pt x="3598" y="201"/>
                    <a:pt x="4448" y="745"/>
                    <a:pt x="4963" y="1505"/>
                  </a:cubicBezTo>
                  <a:cubicBezTo>
                    <a:pt x="5088" y="1706"/>
                    <a:pt x="5214" y="1906"/>
                    <a:pt x="5314" y="2132"/>
                  </a:cubicBezTo>
                  <a:cubicBezTo>
                    <a:pt x="5330" y="2172"/>
                    <a:pt x="5360" y="2189"/>
                    <a:pt x="5390" y="2189"/>
                  </a:cubicBezTo>
                  <a:cubicBezTo>
                    <a:pt x="5394" y="2189"/>
                    <a:pt x="5398" y="2189"/>
                    <a:pt x="5402" y="2189"/>
                  </a:cubicBezTo>
                  <a:lnTo>
                    <a:pt x="5402" y="2189"/>
                  </a:lnTo>
                  <a:cubicBezTo>
                    <a:pt x="5405" y="2189"/>
                    <a:pt x="5409" y="2189"/>
                    <a:pt x="5413" y="2189"/>
                  </a:cubicBezTo>
                  <a:cubicBezTo>
                    <a:pt x="5444" y="2189"/>
                    <a:pt x="5473" y="2172"/>
                    <a:pt x="5489" y="2132"/>
                  </a:cubicBezTo>
                  <a:cubicBezTo>
                    <a:pt x="5890" y="1280"/>
                    <a:pt x="6592" y="503"/>
                    <a:pt x="7544" y="277"/>
                  </a:cubicBezTo>
                  <a:cubicBezTo>
                    <a:pt x="7735" y="231"/>
                    <a:pt x="7930" y="208"/>
                    <a:pt x="8123" y="208"/>
                  </a:cubicBezTo>
                  <a:cubicBezTo>
                    <a:pt x="8872" y="208"/>
                    <a:pt x="9602" y="552"/>
                    <a:pt x="10001" y="1229"/>
                  </a:cubicBezTo>
                  <a:cubicBezTo>
                    <a:pt x="10552" y="2132"/>
                    <a:pt x="10602" y="3285"/>
                    <a:pt x="10352" y="4262"/>
                  </a:cubicBezTo>
                  <a:cubicBezTo>
                    <a:pt x="10076" y="5290"/>
                    <a:pt x="9449" y="6142"/>
                    <a:pt x="8647" y="6818"/>
                  </a:cubicBezTo>
                  <a:cubicBezTo>
                    <a:pt x="8246" y="7169"/>
                    <a:pt x="7795" y="7470"/>
                    <a:pt x="7319" y="7721"/>
                  </a:cubicBezTo>
                  <a:cubicBezTo>
                    <a:pt x="6843" y="7971"/>
                    <a:pt x="6341" y="8197"/>
                    <a:pt x="5790" y="8247"/>
                  </a:cubicBezTo>
                  <a:cubicBezTo>
                    <a:pt x="5653" y="8267"/>
                    <a:pt x="5513" y="8276"/>
                    <a:pt x="5374" y="8276"/>
                  </a:cubicBezTo>
                  <a:cubicBezTo>
                    <a:pt x="4979" y="8276"/>
                    <a:pt x="4581" y="8201"/>
                    <a:pt x="4211" y="8072"/>
                  </a:cubicBezTo>
                  <a:cubicBezTo>
                    <a:pt x="3685" y="7871"/>
                    <a:pt x="3209" y="7570"/>
                    <a:pt x="2732" y="7270"/>
                  </a:cubicBezTo>
                  <a:cubicBezTo>
                    <a:pt x="1880" y="6693"/>
                    <a:pt x="1153" y="5941"/>
                    <a:pt x="727" y="5014"/>
                  </a:cubicBezTo>
                  <a:cubicBezTo>
                    <a:pt x="276" y="4062"/>
                    <a:pt x="176" y="2934"/>
                    <a:pt x="502" y="1906"/>
                  </a:cubicBezTo>
                  <a:cubicBezTo>
                    <a:pt x="627" y="1430"/>
                    <a:pt x="878" y="979"/>
                    <a:pt x="1279" y="678"/>
                  </a:cubicBezTo>
                  <a:cubicBezTo>
                    <a:pt x="1655" y="377"/>
                    <a:pt x="2131" y="227"/>
                    <a:pt x="2582" y="202"/>
                  </a:cubicBezTo>
                  <a:cubicBezTo>
                    <a:pt x="2603" y="201"/>
                    <a:pt x="2625" y="201"/>
                    <a:pt x="2646" y="201"/>
                  </a:cubicBezTo>
                  <a:close/>
                  <a:moveTo>
                    <a:pt x="8132" y="1"/>
                  </a:moveTo>
                  <a:cubicBezTo>
                    <a:pt x="7131" y="1"/>
                    <a:pt x="6254" y="570"/>
                    <a:pt x="5690" y="1380"/>
                  </a:cubicBezTo>
                  <a:cubicBezTo>
                    <a:pt x="5580" y="1527"/>
                    <a:pt x="5483" y="1687"/>
                    <a:pt x="5399" y="1852"/>
                  </a:cubicBezTo>
                  <a:lnTo>
                    <a:pt x="5399" y="1852"/>
                  </a:lnTo>
                  <a:cubicBezTo>
                    <a:pt x="4961" y="1024"/>
                    <a:pt x="4244" y="310"/>
                    <a:pt x="3309" y="77"/>
                  </a:cubicBezTo>
                  <a:cubicBezTo>
                    <a:pt x="3103" y="30"/>
                    <a:pt x="2896" y="7"/>
                    <a:pt x="2692" y="7"/>
                  </a:cubicBezTo>
                  <a:cubicBezTo>
                    <a:pt x="1903" y="7"/>
                    <a:pt x="1160" y="352"/>
                    <a:pt x="702" y="1029"/>
                  </a:cubicBezTo>
                  <a:cubicBezTo>
                    <a:pt x="76" y="1906"/>
                    <a:pt x="1" y="3134"/>
                    <a:pt x="226" y="4187"/>
                  </a:cubicBezTo>
                  <a:cubicBezTo>
                    <a:pt x="477" y="5265"/>
                    <a:pt x="1103" y="6217"/>
                    <a:pt x="1955" y="6944"/>
                  </a:cubicBezTo>
                  <a:cubicBezTo>
                    <a:pt x="2407" y="7320"/>
                    <a:pt x="2883" y="7620"/>
                    <a:pt x="3384" y="7896"/>
                  </a:cubicBezTo>
                  <a:cubicBezTo>
                    <a:pt x="3885" y="8172"/>
                    <a:pt x="4412" y="8397"/>
                    <a:pt x="4988" y="8448"/>
                  </a:cubicBezTo>
                  <a:cubicBezTo>
                    <a:pt x="5129" y="8467"/>
                    <a:pt x="5271" y="8476"/>
                    <a:pt x="5415" y="8476"/>
                  </a:cubicBezTo>
                  <a:cubicBezTo>
                    <a:pt x="5832" y="8476"/>
                    <a:pt x="6257" y="8396"/>
                    <a:pt x="6667" y="8247"/>
                  </a:cubicBezTo>
                  <a:cubicBezTo>
                    <a:pt x="7194" y="8047"/>
                    <a:pt x="7720" y="7746"/>
                    <a:pt x="8221" y="7420"/>
                  </a:cubicBezTo>
                  <a:cubicBezTo>
                    <a:pt x="9123" y="6793"/>
                    <a:pt x="9900" y="5991"/>
                    <a:pt x="10326" y="4964"/>
                  </a:cubicBezTo>
                  <a:cubicBezTo>
                    <a:pt x="10753" y="3961"/>
                    <a:pt x="10828" y="2758"/>
                    <a:pt x="10452" y="1706"/>
                  </a:cubicBezTo>
                  <a:cubicBezTo>
                    <a:pt x="10276" y="1204"/>
                    <a:pt x="10001" y="753"/>
                    <a:pt x="9575" y="452"/>
                  </a:cubicBezTo>
                  <a:cubicBezTo>
                    <a:pt x="9174" y="177"/>
                    <a:pt x="8697" y="26"/>
                    <a:pt x="8196" y="1"/>
                  </a:cubicBezTo>
                  <a:cubicBezTo>
                    <a:pt x="8175" y="1"/>
                    <a:pt x="8153" y="1"/>
                    <a:pt x="81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2" name="Google Shape;4802;p54"/>
            <p:cNvSpPr/>
            <p:nvPr/>
          </p:nvSpPr>
          <p:spPr>
            <a:xfrm>
              <a:off x="897234" y="2722675"/>
              <a:ext cx="58608" cy="178077"/>
            </a:xfrm>
            <a:custGeom>
              <a:rect b="b" l="l" r="r" t="t"/>
              <a:pathLst>
                <a:path extrusionOk="0" h="6326" w="2082">
                  <a:moveTo>
                    <a:pt x="861" y="0"/>
                  </a:moveTo>
                  <a:cubicBezTo>
                    <a:pt x="830" y="0"/>
                    <a:pt x="800" y="12"/>
                    <a:pt x="778" y="42"/>
                  </a:cubicBezTo>
                  <a:cubicBezTo>
                    <a:pt x="577" y="443"/>
                    <a:pt x="352" y="819"/>
                    <a:pt x="51" y="1144"/>
                  </a:cubicBezTo>
                  <a:cubicBezTo>
                    <a:pt x="1" y="1194"/>
                    <a:pt x="26" y="1270"/>
                    <a:pt x="101" y="1320"/>
                  </a:cubicBezTo>
                  <a:cubicBezTo>
                    <a:pt x="534" y="1493"/>
                    <a:pt x="966" y="1666"/>
                    <a:pt x="1398" y="1855"/>
                  </a:cubicBezTo>
                  <a:lnTo>
                    <a:pt x="1398" y="1855"/>
                  </a:lnTo>
                  <a:cubicBezTo>
                    <a:pt x="958" y="2119"/>
                    <a:pt x="520" y="2384"/>
                    <a:pt x="101" y="2648"/>
                  </a:cubicBezTo>
                  <a:cubicBezTo>
                    <a:pt x="51" y="2698"/>
                    <a:pt x="26" y="2773"/>
                    <a:pt x="76" y="2824"/>
                  </a:cubicBezTo>
                  <a:cubicBezTo>
                    <a:pt x="574" y="3209"/>
                    <a:pt x="1134" y="3553"/>
                    <a:pt x="1718" y="3837"/>
                  </a:cubicBezTo>
                  <a:lnTo>
                    <a:pt x="1718" y="3837"/>
                  </a:lnTo>
                  <a:cubicBezTo>
                    <a:pt x="1183" y="4084"/>
                    <a:pt x="665" y="4331"/>
                    <a:pt x="126" y="4578"/>
                  </a:cubicBezTo>
                  <a:cubicBezTo>
                    <a:pt x="76" y="4603"/>
                    <a:pt x="76" y="4728"/>
                    <a:pt x="126" y="4753"/>
                  </a:cubicBezTo>
                  <a:cubicBezTo>
                    <a:pt x="592" y="4975"/>
                    <a:pt x="1058" y="5217"/>
                    <a:pt x="1524" y="5443"/>
                  </a:cubicBezTo>
                  <a:lnTo>
                    <a:pt x="1524" y="5443"/>
                  </a:lnTo>
                  <a:cubicBezTo>
                    <a:pt x="1068" y="5669"/>
                    <a:pt x="642" y="5910"/>
                    <a:pt x="176" y="6132"/>
                  </a:cubicBezTo>
                  <a:cubicBezTo>
                    <a:pt x="72" y="6194"/>
                    <a:pt x="124" y="6326"/>
                    <a:pt x="216" y="6326"/>
                  </a:cubicBezTo>
                  <a:cubicBezTo>
                    <a:pt x="235" y="6326"/>
                    <a:pt x="255" y="6320"/>
                    <a:pt x="277" y="6307"/>
                  </a:cubicBezTo>
                  <a:cubicBezTo>
                    <a:pt x="803" y="6057"/>
                    <a:pt x="1279" y="5781"/>
                    <a:pt x="1805" y="5530"/>
                  </a:cubicBezTo>
                  <a:cubicBezTo>
                    <a:pt x="1881" y="5505"/>
                    <a:pt x="1856" y="5405"/>
                    <a:pt x="1805" y="5355"/>
                  </a:cubicBezTo>
                  <a:cubicBezTo>
                    <a:pt x="1341" y="5134"/>
                    <a:pt x="878" y="4894"/>
                    <a:pt x="431" y="4668"/>
                  </a:cubicBezTo>
                  <a:lnTo>
                    <a:pt x="431" y="4668"/>
                  </a:lnTo>
                  <a:cubicBezTo>
                    <a:pt x="952" y="4421"/>
                    <a:pt x="1489" y="4174"/>
                    <a:pt x="2006" y="3926"/>
                  </a:cubicBezTo>
                  <a:cubicBezTo>
                    <a:pt x="2081" y="3876"/>
                    <a:pt x="2081" y="3776"/>
                    <a:pt x="2006" y="3751"/>
                  </a:cubicBezTo>
                  <a:cubicBezTo>
                    <a:pt x="1421" y="3493"/>
                    <a:pt x="858" y="3149"/>
                    <a:pt x="337" y="2757"/>
                  </a:cubicBezTo>
                  <a:lnTo>
                    <a:pt x="337" y="2757"/>
                  </a:lnTo>
                  <a:cubicBezTo>
                    <a:pt x="772" y="2466"/>
                    <a:pt x="1226" y="2194"/>
                    <a:pt x="1680" y="1921"/>
                  </a:cubicBezTo>
                  <a:cubicBezTo>
                    <a:pt x="1755" y="1871"/>
                    <a:pt x="1730" y="1771"/>
                    <a:pt x="1655" y="1746"/>
                  </a:cubicBezTo>
                  <a:cubicBezTo>
                    <a:pt x="1203" y="1565"/>
                    <a:pt x="750" y="1364"/>
                    <a:pt x="298" y="1179"/>
                  </a:cubicBezTo>
                  <a:lnTo>
                    <a:pt x="298" y="1179"/>
                  </a:lnTo>
                  <a:cubicBezTo>
                    <a:pt x="556" y="861"/>
                    <a:pt x="775" y="521"/>
                    <a:pt x="953" y="142"/>
                  </a:cubicBezTo>
                  <a:cubicBezTo>
                    <a:pt x="1006" y="71"/>
                    <a:pt x="934" y="0"/>
                    <a:pt x="8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3" name="Google Shape;4803;p54"/>
            <p:cNvSpPr/>
            <p:nvPr/>
          </p:nvSpPr>
          <p:spPr>
            <a:xfrm>
              <a:off x="799185" y="2689035"/>
              <a:ext cx="37721" cy="69925"/>
            </a:xfrm>
            <a:custGeom>
              <a:rect b="b" l="l" r="r" t="t"/>
              <a:pathLst>
                <a:path extrusionOk="0" h="2484" w="1340">
                  <a:moveTo>
                    <a:pt x="1216" y="1"/>
                  </a:moveTo>
                  <a:cubicBezTo>
                    <a:pt x="1205" y="1"/>
                    <a:pt x="1192" y="3"/>
                    <a:pt x="1178" y="8"/>
                  </a:cubicBezTo>
                  <a:cubicBezTo>
                    <a:pt x="752" y="134"/>
                    <a:pt x="426" y="460"/>
                    <a:pt x="251" y="861"/>
                  </a:cubicBezTo>
                  <a:cubicBezTo>
                    <a:pt x="25" y="1337"/>
                    <a:pt x="0" y="1863"/>
                    <a:pt x="0" y="2389"/>
                  </a:cubicBezTo>
                  <a:cubicBezTo>
                    <a:pt x="0" y="2452"/>
                    <a:pt x="50" y="2483"/>
                    <a:pt x="100" y="2483"/>
                  </a:cubicBezTo>
                  <a:cubicBezTo>
                    <a:pt x="151" y="2483"/>
                    <a:pt x="201" y="2452"/>
                    <a:pt x="201" y="2389"/>
                  </a:cubicBezTo>
                  <a:cubicBezTo>
                    <a:pt x="201" y="1587"/>
                    <a:pt x="301" y="485"/>
                    <a:pt x="1228" y="209"/>
                  </a:cubicBezTo>
                  <a:cubicBezTo>
                    <a:pt x="1340" y="164"/>
                    <a:pt x="1312" y="1"/>
                    <a:pt x="121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4" name="Google Shape;4804;p54"/>
            <p:cNvSpPr/>
            <p:nvPr/>
          </p:nvSpPr>
          <p:spPr>
            <a:xfrm>
              <a:off x="792823" y="2734414"/>
              <a:ext cx="24012" cy="7798"/>
            </a:xfrm>
            <a:custGeom>
              <a:rect b="b" l="l" r="r" t="t"/>
              <a:pathLst>
                <a:path extrusionOk="0" h="277" w="853">
                  <a:moveTo>
                    <a:pt x="101" y="1"/>
                  </a:moveTo>
                  <a:cubicBezTo>
                    <a:pt x="51" y="1"/>
                    <a:pt x="1" y="51"/>
                    <a:pt x="1" y="101"/>
                  </a:cubicBezTo>
                  <a:cubicBezTo>
                    <a:pt x="1" y="176"/>
                    <a:pt x="51" y="201"/>
                    <a:pt x="101" y="201"/>
                  </a:cubicBezTo>
                  <a:cubicBezTo>
                    <a:pt x="326" y="226"/>
                    <a:pt x="527" y="251"/>
                    <a:pt x="752" y="276"/>
                  </a:cubicBezTo>
                  <a:cubicBezTo>
                    <a:pt x="803" y="276"/>
                    <a:pt x="853" y="226"/>
                    <a:pt x="853" y="176"/>
                  </a:cubicBezTo>
                  <a:cubicBezTo>
                    <a:pt x="853" y="126"/>
                    <a:pt x="803" y="76"/>
                    <a:pt x="752" y="76"/>
                  </a:cubicBezTo>
                  <a:cubicBezTo>
                    <a:pt x="527" y="51"/>
                    <a:pt x="326"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5" name="Google Shape;4805;p54"/>
            <p:cNvSpPr/>
            <p:nvPr/>
          </p:nvSpPr>
          <p:spPr>
            <a:xfrm>
              <a:off x="796342" y="2717467"/>
              <a:ext cx="23308" cy="9909"/>
            </a:xfrm>
            <a:custGeom>
              <a:rect b="b" l="l" r="r" t="t"/>
              <a:pathLst>
                <a:path extrusionOk="0" h="352" w="828">
                  <a:moveTo>
                    <a:pt x="151" y="1"/>
                  </a:moveTo>
                  <a:cubicBezTo>
                    <a:pt x="101" y="1"/>
                    <a:pt x="26" y="26"/>
                    <a:pt x="26" y="76"/>
                  </a:cubicBezTo>
                  <a:cubicBezTo>
                    <a:pt x="1" y="126"/>
                    <a:pt x="26" y="201"/>
                    <a:pt x="76" y="201"/>
                  </a:cubicBezTo>
                  <a:cubicBezTo>
                    <a:pt x="277" y="252"/>
                    <a:pt x="477" y="302"/>
                    <a:pt x="678" y="352"/>
                  </a:cubicBezTo>
                  <a:cubicBezTo>
                    <a:pt x="753" y="352"/>
                    <a:pt x="803" y="327"/>
                    <a:pt x="803" y="277"/>
                  </a:cubicBezTo>
                  <a:cubicBezTo>
                    <a:pt x="828" y="227"/>
                    <a:pt x="803" y="151"/>
                    <a:pt x="753" y="151"/>
                  </a:cubicBezTo>
                  <a:lnTo>
                    <a:pt x="151" y="1"/>
                  </a:ln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6" name="Google Shape;4806;p54"/>
            <p:cNvSpPr/>
            <p:nvPr/>
          </p:nvSpPr>
          <p:spPr>
            <a:xfrm>
              <a:off x="802000" y="2697537"/>
              <a:ext cx="25419" cy="12217"/>
            </a:xfrm>
            <a:custGeom>
              <a:rect b="b" l="l" r="r" t="t"/>
              <a:pathLst>
                <a:path extrusionOk="0" h="434" w="903">
                  <a:moveTo>
                    <a:pt x="121" y="1"/>
                  </a:moveTo>
                  <a:cubicBezTo>
                    <a:pt x="76" y="1"/>
                    <a:pt x="25" y="41"/>
                    <a:pt x="25" y="82"/>
                  </a:cubicBezTo>
                  <a:cubicBezTo>
                    <a:pt x="0" y="133"/>
                    <a:pt x="25" y="183"/>
                    <a:pt x="101" y="208"/>
                  </a:cubicBezTo>
                  <a:cubicBezTo>
                    <a:pt x="301" y="283"/>
                    <a:pt x="527" y="358"/>
                    <a:pt x="752" y="433"/>
                  </a:cubicBezTo>
                  <a:cubicBezTo>
                    <a:pt x="802" y="433"/>
                    <a:pt x="878" y="408"/>
                    <a:pt x="878" y="358"/>
                  </a:cubicBezTo>
                  <a:cubicBezTo>
                    <a:pt x="903" y="283"/>
                    <a:pt x="853" y="233"/>
                    <a:pt x="802" y="233"/>
                  </a:cubicBezTo>
                  <a:cubicBezTo>
                    <a:pt x="577" y="158"/>
                    <a:pt x="376" y="82"/>
                    <a:pt x="151" y="7"/>
                  </a:cubicBezTo>
                  <a:cubicBezTo>
                    <a:pt x="142" y="3"/>
                    <a:pt x="132" y="1"/>
                    <a:pt x="12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7" name="Google Shape;4807;p54"/>
            <p:cNvSpPr/>
            <p:nvPr/>
          </p:nvSpPr>
          <p:spPr>
            <a:xfrm>
              <a:off x="1004263" y="2711612"/>
              <a:ext cx="43998" cy="123944"/>
            </a:xfrm>
            <a:custGeom>
              <a:rect b="b" l="l" r="r" t="t"/>
              <a:pathLst>
                <a:path extrusionOk="0" h="4403" w="1563">
                  <a:moveTo>
                    <a:pt x="710" y="0"/>
                  </a:moveTo>
                  <a:cubicBezTo>
                    <a:pt x="628" y="0"/>
                    <a:pt x="558" y="101"/>
                    <a:pt x="635" y="159"/>
                  </a:cubicBezTo>
                  <a:cubicBezTo>
                    <a:pt x="1186" y="635"/>
                    <a:pt x="1362" y="1412"/>
                    <a:pt x="1237" y="2114"/>
                  </a:cubicBezTo>
                  <a:cubicBezTo>
                    <a:pt x="1086" y="2916"/>
                    <a:pt x="585" y="3618"/>
                    <a:pt x="59" y="4219"/>
                  </a:cubicBezTo>
                  <a:cubicBezTo>
                    <a:pt x="1" y="4296"/>
                    <a:pt x="76" y="4402"/>
                    <a:pt x="148" y="4402"/>
                  </a:cubicBezTo>
                  <a:cubicBezTo>
                    <a:pt x="170" y="4402"/>
                    <a:pt x="191" y="4393"/>
                    <a:pt x="209" y="4369"/>
                  </a:cubicBezTo>
                  <a:cubicBezTo>
                    <a:pt x="760" y="3718"/>
                    <a:pt x="1312" y="2966"/>
                    <a:pt x="1437" y="2089"/>
                  </a:cubicBezTo>
                  <a:cubicBezTo>
                    <a:pt x="1562" y="1362"/>
                    <a:pt x="1387" y="535"/>
                    <a:pt x="785" y="34"/>
                  </a:cubicBezTo>
                  <a:cubicBezTo>
                    <a:pt x="762" y="10"/>
                    <a:pt x="735" y="0"/>
                    <a:pt x="71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8" name="Google Shape;4808;p54"/>
            <p:cNvSpPr/>
            <p:nvPr/>
          </p:nvSpPr>
          <p:spPr>
            <a:xfrm>
              <a:off x="1008711" y="2804622"/>
              <a:ext cx="22604" cy="16608"/>
            </a:xfrm>
            <a:custGeom>
              <a:rect b="b" l="l" r="r" t="t"/>
              <a:pathLst>
                <a:path extrusionOk="0" h="590" w="803">
                  <a:moveTo>
                    <a:pt x="101" y="0"/>
                  </a:moveTo>
                  <a:cubicBezTo>
                    <a:pt x="76" y="0"/>
                    <a:pt x="51" y="13"/>
                    <a:pt x="26" y="38"/>
                  </a:cubicBezTo>
                  <a:cubicBezTo>
                    <a:pt x="1" y="88"/>
                    <a:pt x="1" y="138"/>
                    <a:pt x="26" y="188"/>
                  </a:cubicBezTo>
                  <a:cubicBezTo>
                    <a:pt x="201" y="364"/>
                    <a:pt x="427" y="514"/>
                    <a:pt x="677" y="589"/>
                  </a:cubicBezTo>
                  <a:cubicBezTo>
                    <a:pt x="728" y="589"/>
                    <a:pt x="778" y="564"/>
                    <a:pt x="803" y="514"/>
                  </a:cubicBezTo>
                  <a:cubicBezTo>
                    <a:pt x="803" y="464"/>
                    <a:pt x="778" y="414"/>
                    <a:pt x="728" y="389"/>
                  </a:cubicBezTo>
                  <a:cubicBezTo>
                    <a:pt x="703" y="389"/>
                    <a:pt x="677" y="364"/>
                    <a:pt x="652" y="364"/>
                  </a:cubicBezTo>
                  <a:cubicBezTo>
                    <a:pt x="627" y="364"/>
                    <a:pt x="627" y="339"/>
                    <a:pt x="602" y="339"/>
                  </a:cubicBezTo>
                  <a:lnTo>
                    <a:pt x="577" y="339"/>
                  </a:lnTo>
                  <a:cubicBezTo>
                    <a:pt x="527" y="314"/>
                    <a:pt x="477" y="288"/>
                    <a:pt x="427" y="238"/>
                  </a:cubicBezTo>
                  <a:cubicBezTo>
                    <a:pt x="402" y="238"/>
                    <a:pt x="377" y="213"/>
                    <a:pt x="352" y="213"/>
                  </a:cubicBezTo>
                  <a:cubicBezTo>
                    <a:pt x="352" y="188"/>
                    <a:pt x="352" y="188"/>
                    <a:pt x="327" y="188"/>
                  </a:cubicBezTo>
                  <a:cubicBezTo>
                    <a:pt x="327" y="188"/>
                    <a:pt x="327" y="163"/>
                    <a:pt x="327" y="163"/>
                  </a:cubicBezTo>
                  <a:lnTo>
                    <a:pt x="302" y="163"/>
                  </a:lnTo>
                  <a:cubicBezTo>
                    <a:pt x="251" y="113"/>
                    <a:pt x="201" y="88"/>
                    <a:pt x="176" y="38"/>
                  </a:cubicBezTo>
                  <a:cubicBezTo>
                    <a:pt x="151" y="13"/>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9" name="Google Shape;4809;p54"/>
            <p:cNvSpPr/>
            <p:nvPr/>
          </p:nvSpPr>
          <p:spPr>
            <a:xfrm>
              <a:off x="1023546" y="2786634"/>
              <a:ext cx="21901" cy="13174"/>
            </a:xfrm>
            <a:custGeom>
              <a:rect b="b" l="l" r="r" t="t"/>
              <a:pathLst>
                <a:path extrusionOk="0" h="468" w="778">
                  <a:moveTo>
                    <a:pt x="150" y="0"/>
                  </a:moveTo>
                  <a:cubicBezTo>
                    <a:pt x="100" y="0"/>
                    <a:pt x="50" y="0"/>
                    <a:pt x="25" y="50"/>
                  </a:cubicBezTo>
                  <a:cubicBezTo>
                    <a:pt x="0" y="100"/>
                    <a:pt x="0" y="176"/>
                    <a:pt x="50" y="201"/>
                  </a:cubicBezTo>
                  <a:cubicBezTo>
                    <a:pt x="251" y="276"/>
                    <a:pt x="426" y="376"/>
                    <a:pt x="602" y="451"/>
                  </a:cubicBezTo>
                  <a:cubicBezTo>
                    <a:pt x="622" y="462"/>
                    <a:pt x="647" y="468"/>
                    <a:pt x="671" y="468"/>
                  </a:cubicBezTo>
                  <a:cubicBezTo>
                    <a:pt x="705" y="468"/>
                    <a:pt x="737" y="456"/>
                    <a:pt x="752" y="426"/>
                  </a:cubicBezTo>
                  <a:cubicBezTo>
                    <a:pt x="777" y="376"/>
                    <a:pt x="777" y="301"/>
                    <a:pt x="727" y="276"/>
                  </a:cubicBezTo>
                  <a:cubicBezTo>
                    <a:pt x="526" y="201"/>
                    <a:pt x="351" y="100"/>
                    <a:pt x="1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0" name="Google Shape;4810;p54"/>
            <p:cNvSpPr/>
            <p:nvPr/>
          </p:nvSpPr>
          <p:spPr>
            <a:xfrm>
              <a:off x="1025657" y="2763860"/>
              <a:ext cx="25419" cy="8867"/>
            </a:xfrm>
            <a:custGeom>
              <a:rect b="b" l="l" r="r" t="t"/>
              <a:pathLst>
                <a:path extrusionOk="0" h="315" w="903">
                  <a:moveTo>
                    <a:pt x="121" y="0"/>
                  </a:moveTo>
                  <a:cubicBezTo>
                    <a:pt x="75" y="0"/>
                    <a:pt x="25" y="41"/>
                    <a:pt x="25" y="82"/>
                  </a:cubicBezTo>
                  <a:cubicBezTo>
                    <a:pt x="0" y="132"/>
                    <a:pt x="50" y="183"/>
                    <a:pt x="101" y="208"/>
                  </a:cubicBezTo>
                  <a:cubicBezTo>
                    <a:pt x="286" y="270"/>
                    <a:pt x="472" y="314"/>
                    <a:pt x="671" y="314"/>
                  </a:cubicBezTo>
                  <a:cubicBezTo>
                    <a:pt x="714" y="314"/>
                    <a:pt x="758" y="312"/>
                    <a:pt x="802" y="308"/>
                  </a:cubicBezTo>
                  <a:cubicBezTo>
                    <a:pt x="852" y="283"/>
                    <a:pt x="903" y="258"/>
                    <a:pt x="903" y="208"/>
                  </a:cubicBezTo>
                  <a:cubicBezTo>
                    <a:pt x="903" y="158"/>
                    <a:pt x="852" y="82"/>
                    <a:pt x="802" y="82"/>
                  </a:cubicBezTo>
                  <a:cubicBezTo>
                    <a:pt x="739" y="96"/>
                    <a:pt x="676" y="103"/>
                    <a:pt x="614" y="103"/>
                  </a:cubicBezTo>
                  <a:cubicBezTo>
                    <a:pt x="453" y="103"/>
                    <a:pt x="295" y="61"/>
                    <a:pt x="151" y="7"/>
                  </a:cubicBezTo>
                  <a:cubicBezTo>
                    <a:pt x="141" y="3"/>
                    <a:pt x="131" y="0"/>
                    <a:pt x="12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1" name="Google Shape;4811;p54"/>
            <p:cNvSpPr/>
            <p:nvPr/>
          </p:nvSpPr>
          <p:spPr>
            <a:xfrm>
              <a:off x="1028472" y="2737651"/>
              <a:ext cx="27531" cy="11316"/>
            </a:xfrm>
            <a:custGeom>
              <a:rect b="b" l="l" r="r" t="t"/>
              <a:pathLst>
                <a:path extrusionOk="0" h="402" w="978">
                  <a:moveTo>
                    <a:pt x="867" y="1"/>
                  </a:moveTo>
                  <a:cubicBezTo>
                    <a:pt x="854" y="1"/>
                    <a:pt x="841" y="4"/>
                    <a:pt x="828" y="11"/>
                  </a:cubicBezTo>
                  <a:cubicBezTo>
                    <a:pt x="639" y="137"/>
                    <a:pt x="432" y="192"/>
                    <a:pt x="223" y="192"/>
                  </a:cubicBezTo>
                  <a:cubicBezTo>
                    <a:pt x="182" y="192"/>
                    <a:pt x="141" y="190"/>
                    <a:pt x="101" y="186"/>
                  </a:cubicBezTo>
                  <a:cubicBezTo>
                    <a:pt x="26" y="186"/>
                    <a:pt x="1" y="236"/>
                    <a:pt x="1" y="287"/>
                  </a:cubicBezTo>
                  <a:cubicBezTo>
                    <a:pt x="1" y="362"/>
                    <a:pt x="26" y="387"/>
                    <a:pt x="101" y="387"/>
                  </a:cubicBezTo>
                  <a:cubicBezTo>
                    <a:pt x="157" y="397"/>
                    <a:pt x="214" y="402"/>
                    <a:pt x="272" y="402"/>
                  </a:cubicBezTo>
                  <a:cubicBezTo>
                    <a:pt x="497" y="402"/>
                    <a:pt x="728" y="326"/>
                    <a:pt x="928" y="186"/>
                  </a:cubicBezTo>
                  <a:cubicBezTo>
                    <a:pt x="978" y="161"/>
                    <a:pt x="978" y="111"/>
                    <a:pt x="953" y="61"/>
                  </a:cubicBezTo>
                  <a:cubicBezTo>
                    <a:pt x="935" y="24"/>
                    <a:pt x="903" y="1"/>
                    <a:pt x="86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2" name="Google Shape;4812;p54"/>
            <p:cNvSpPr/>
            <p:nvPr/>
          </p:nvSpPr>
          <p:spPr>
            <a:xfrm>
              <a:off x="1020703" y="2719325"/>
              <a:ext cx="26855" cy="13287"/>
            </a:xfrm>
            <a:custGeom>
              <a:rect b="b" l="l" r="r" t="t"/>
              <a:pathLst>
                <a:path extrusionOk="0" h="472" w="954">
                  <a:moveTo>
                    <a:pt x="822" y="0"/>
                  </a:moveTo>
                  <a:cubicBezTo>
                    <a:pt x="806" y="0"/>
                    <a:pt x="791" y="3"/>
                    <a:pt x="778" y="10"/>
                  </a:cubicBezTo>
                  <a:cubicBezTo>
                    <a:pt x="577" y="161"/>
                    <a:pt x="352" y="236"/>
                    <a:pt x="101" y="286"/>
                  </a:cubicBezTo>
                  <a:cubicBezTo>
                    <a:pt x="51" y="286"/>
                    <a:pt x="1" y="361"/>
                    <a:pt x="26" y="411"/>
                  </a:cubicBezTo>
                  <a:cubicBezTo>
                    <a:pt x="26" y="448"/>
                    <a:pt x="66" y="471"/>
                    <a:pt x="107" y="471"/>
                  </a:cubicBezTo>
                  <a:cubicBezTo>
                    <a:pt x="123" y="471"/>
                    <a:pt x="138" y="468"/>
                    <a:pt x="151" y="461"/>
                  </a:cubicBezTo>
                  <a:cubicBezTo>
                    <a:pt x="402" y="436"/>
                    <a:pt x="653" y="336"/>
                    <a:pt x="878" y="186"/>
                  </a:cubicBezTo>
                  <a:cubicBezTo>
                    <a:pt x="928" y="161"/>
                    <a:pt x="953" y="110"/>
                    <a:pt x="928" y="60"/>
                  </a:cubicBezTo>
                  <a:cubicBezTo>
                    <a:pt x="910" y="24"/>
                    <a:pt x="865" y="0"/>
                    <a:pt x="82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3" name="Google Shape;4813;p54"/>
            <p:cNvSpPr/>
            <p:nvPr/>
          </p:nvSpPr>
          <p:spPr>
            <a:xfrm>
              <a:off x="969215" y="2701675"/>
              <a:ext cx="13428" cy="18410"/>
            </a:xfrm>
            <a:custGeom>
              <a:rect b="b" l="l" r="r" t="t"/>
              <a:pathLst>
                <a:path extrusionOk="0" h="654" w="477">
                  <a:moveTo>
                    <a:pt x="382" y="1"/>
                  </a:moveTo>
                  <a:cubicBezTo>
                    <a:pt x="340" y="1"/>
                    <a:pt x="294" y="24"/>
                    <a:pt x="276" y="61"/>
                  </a:cubicBezTo>
                  <a:cubicBezTo>
                    <a:pt x="201" y="211"/>
                    <a:pt x="101" y="361"/>
                    <a:pt x="25" y="512"/>
                  </a:cubicBezTo>
                  <a:cubicBezTo>
                    <a:pt x="0" y="562"/>
                    <a:pt x="25" y="612"/>
                    <a:pt x="75" y="637"/>
                  </a:cubicBezTo>
                  <a:cubicBezTo>
                    <a:pt x="96" y="648"/>
                    <a:pt x="117" y="654"/>
                    <a:pt x="136" y="654"/>
                  </a:cubicBezTo>
                  <a:cubicBezTo>
                    <a:pt x="163" y="654"/>
                    <a:pt x="186" y="641"/>
                    <a:pt x="201" y="612"/>
                  </a:cubicBezTo>
                  <a:cubicBezTo>
                    <a:pt x="276" y="462"/>
                    <a:pt x="376" y="311"/>
                    <a:pt x="451" y="161"/>
                  </a:cubicBezTo>
                  <a:cubicBezTo>
                    <a:pt x="476" y="111"/>
                    <a:pt x="476" y="36"/>
                    <a:pt x="426" y="11"/>
                  </a:cubicBezTo>
                  <a:cubicBezTo>
                    <a:pt x="413" y="4"/>
                    <a:pt x="398" y="1"/>
                    <a:pt x="38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4" name="Google Shape;4814;p54"/>
            <p:cNvSpPr/>
            <p:nvPr/>
          </p:nvSpPr>
          <p:spPr>
            <a:xfrm>
              <a:off x="979096" y="2706911"/>
              <a:ext cx="10613" cy="17228"/>
            </a:xfrm>
            <a:custGeom>
              <a:rect b="b" l="l" r="r" t="t"/>
              <a:pathLst>
                <a:path extrusionOk="0" h="612" w="377">
                  <a:moveTo>
                    <a:pt x="301" y="0"/>
                  </a:moveTo>
                  <a:cubicBezTo>
                    <a:pt x="251" y="0"/>
                    <a:pt x="201" y="25"/>
                    <a:pt x="176" y="75"/>
                  </a:cubicBezTo>
                  <a:cubicBezTo>
                    <a:pt x="176" y="150"/>
                    <a:pt x="151" y="226"/>
                    <a:pt x="125" y="276"/>
                  </a:cubicBezTo>
                  <a:cubicBezTo>
                    <a:pt x="125" y="301"/>
                    <a:pt x="125" y="301"/>
                    <a:pt x="125" y="301"/>
                  </a:cubicBezTo>
                  <a:cubicBezTo>
                    <a:pt x="100" y="326"/>
                    <a:pt x="100" y="351"/>
                    <a:pt x="100" y="351"/>
                  </a:cubicBezTo>
                  <a:cubicBezTo>
                    <a:pt x="75" y="401"/>
                    <a:pt x="50" y="426"/>
                    <a:pt x="50" y="451"/>
                  </a:cubicBezTo>
                  <a:cubicBezTo>
                    <a:pt x="0" y="501"/>
                    <a:pt x="25" y="576"/>
                    <a:pt x="75" y="602"/>
                  </a:cubicBezTo>
                  <a:cubicBezTo>
                    <a:pt x="89" y="608"/>
                    <a:pt x="102" y="611"/>
                    <a:pt x="116" y="611"/>
                  </a:cubicBezTo>
                  <a:cubicBezTo>
                    <a:pt x="152" y="611"/>
                    <a:pt x="189" y="588"/>
                    <a:pt x="226" y="551"/>
                  </a:cubicBezTo>
                  <a:cubicBezTo>
                    <a:pt x="301" y="426"/>
                    <a:pt x="351" y="276"/>
                    <a:pt x="376" y="125"/>
                  </a:cubicBezTo>
                  <a:cubicBezTo>
                    <a:pt x="376" y="100"/>
                    <a:pt x="376" y="75"/>
                    <a:pt x="376" y="50"/>
                  </a:cubicBezTo>
                  <a:cubicBezTo>
                    <a:pt x="351" y="25"/>
                    <a:pt x="326" y="0"/>
                    <a:pt x="3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5" name="Google Shape;4815;p54"/>
            <p:cNvSpPr/>
            <p:nvPr/>
          </p:nvSpPr>
          <p:spPr>
            <a:xfrm>
              <a:off x="860553" y="2824975"/>
              <a:ext cx="12724" cy="19283"/>
            </a:xfrm>
            <a:custGeom>
              <a:rect b="b" l="l" r="r" t="t"/>
              <a:pathLst>
                <a:path extrusionOk="0" h="685" w="452">
                  <a:moveTo>
                    <a:pt x="332" y="0"/>
                  </a:moveTo>
                  <a:cubicBezTo>
                    <a:pt x="298" y="0"/>
                    <a:pt x="266" y="12"/>
                    <a:pt x="251" y="42"/>
                  </a:cubicBezTo>
                  <a:cubicBezTo>
                    <a:pt x="176" y="217"/>
                    <a:pt x="101" y="367"/>
                    <a:pt x="26" y="543"/>
                  </a:cubicBezTo>
                  <a:cubicBezTo>
                    <a:pt x="1" y="593"/>
                    <a:pt x="26" y="643"/>
                    <a:pt x="76" y="668"/>
                  </a:cubicBezTo>
                  <a:cubicBezTo>
                    <a:pt x="97" y="679"/>
                    <a:pt x="117" y="685"/>
                    <a:pt x="136" y="685"/>
                  </a:cubicBezTo>
                  <a:cubicBezTo>
                    <a:pt x="163" y="685"/>
                    <a:pt x="186" y="673"/>
                    <a:pt x="201" y="643"/>
                  </a:cubicBezTo>
                  <a:cubicBezTo>
                    <a:pt x="276" y="468"/>
                    <a:pt x="351" y="317"/>
                    <a:pt x="427" y="142"/>
                  </a:cubicBezTo>
                  <a:cubicBezTo>
                    <a:pt x="452" y="92"/>
                    <a:pt x="452" y="42"/>
                    <a:pt x="402" y="17"/>
                  </a:cubicBezTo>
                  <a:cubicBezTo>
                    <a:pt x="381" y="6"/>
                    <a:pt x="356" y="0"/>
                    <a:pt x="33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6" name="Google Shape;4816;p54"/>
            <p:cNvSpPr/>
            <p:nvPr/>
          </p:nvSpPr>
          <p:spPr>
            <a:xfrm>
              <a:off x="873249" y="2829648"/>
              <a:ext cx="11316" cy="17875"/>
            </a:xfrm>
            <a:custGeom>
              <a:rect b="b" l="l" r="r" t="t"/>
              <a:pathLst>
                <a:path extrusionOk="0" h="635" w="402">
                  <a:moveTo>
                    <a:pt x="302" y="1"/>
                  </a:moveTo>
                  <a:cubicBezTo>
                    <a:pt x="251" y="1"/>
                    <a:pt x="201" y="26"/>
                    <a:pt x="176" y="76"/>
                  </a:cubicBezTo>
                  <a:cubicBezTo>
                    <a:pt x="126" y="227"/>
                    <a:pt x="76" y="352"/>
                    <a:pt x="26" y="502"/>
                  </a:cubicBezTo>
                  <a:cubicBezTo>
                    <a:pt x="1" y="552"/>
                    <a:pt x="51" y="628"/>
                    <a:pt x="101" y="628"/>
                  </a:cubicBezTo>
                  <a:cubicBezTo>
                    <a:pt x="110" y="632"/>
                    <a:pt x="119" y="634"/>
                    <a:pt x="128" y="634"/>
                  </a:cubicBezTo>
                  <a:cubicBezTo>
                    <a:pt x="169" y="634"/>
                    <a:pt x="206" y="593"/>
                    <a:pt x="226" y="552"/>
                  </a:cubicBezTo>
                  <a:cubicBezTo>
                    <a:pt x="276" y="427"/>
                    <a:pt x="327" y="277"/>
                    <a:pt x="377" y="126"/>
                  </a:cubicBezTo>
                  <a:cubicBezTo>
                    <a:pt x="402" y="76"/>
                    <a:pt x="352" y="26"/>
                    <a:pt x="3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7" name="Google Shape;4817;p54"/>
            <p:cNvSpPr/>
            <p:nvPr/>
          </p:nvSpPr>
          <p:spPr>
            <a:xfrm>
              <a:off x="857738" y="2691822"/>
              <a:ext cx="36004" cy="22267"/>
            </a:xfrm>
            <a:custGeom>
              <a:rect b="b" l="l" r="r" t="t"/>
              <a:pathLst>
                <a:path extrusionOk="0" h="791" w="1279">
                  <a:moveTo>
                    <a:pt x="110" y="0"/>
                  </a:moveTo>
                  <a:cubicBezTo>
                    <a:pt x="68" y="0"/>
                    <a:pt x="25" y="29"/>
                    <a:pt x="25" y="85"/>
                  </a:cubicBezTo>
                  <a:cubicBezTo>
                    <a:pt x="0" y="110"/>
                    <a:pt x="25" y="185"/>
                    <a:pt x="101" y="210"/>
                  </a:cubicBezTo>
                  <a:cubicBezTo>
                    <a:pt x="477" y="260"/>
                    <a:pt x="827" y="461"/>
                    <a:pt x="1103" y="762"/>
                  </a:cubicBezTo>
                  <a:cubicBezTo>
                    <a:pt x="1114" y="783"/>
                    <a:pt x="1133" y="791"/>
                    <a:pt x="1154" y="791"/>
                  </a:cubicBezTo>
                  <a:cubicBezTo>
                    <a:pt x="1183" y="791"/>
                    <a:pt x="1214" y="776"/>
                    <a:pt x="1228" y="762"/>
                  </a:cubicBezTo>
                  <a:cubicBezTo>
                    <a:pt x="1279" y="711"/>
                    <a:pt x="1279" y="661"/>
                    <a:pt x="1228" y="611"/>
                  </a:cubicBezTo>
                  <a:cubicBezTo>
                    <a:pt x="953" y="285"/>
                    <a:pt x="577" y="60"/>
                    <a:pt x="151" y="10"/>
                  </a:cubicBezTo>
                  <a:cubicBezTo>
                    <a:pt x="138" y="3"/>
                    <a:pt x="124" y="0"/>
                    <a:pt x="11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8" name="Google Shape;4818;p54"/>
            <p:cNvSpPr/>
            <p:nvPr/>
          </p:nvSpPr>
          <p:spPr>
            <a:xfrm>
              <a:off x="813288" y="2786634"/>
              <a:ext cx="7094" cy="12724"/>
            </a:xfrm>
            <a:custGeom>
              <a:rect b="b" l="l" r="r" t="t"/>
              <a:pathLst>
                <a:path extrusionOk="0" h="452" w="252">
                  <a:moveTo>
                    <a:pt x="76" y="0"/>
                  </a:moveTo>
                  <a:cubicBezTo>
                    <a:pt x="76" y="25"/>
                    <a:pt x="51" y="50"/>
                    <a:pt x="51" y="75"/>
                  </a:cubicBezTo>
                  <a:cubicBezTo>
                    <a:pt x="25" y="151"/>
                    <a:pt x="0" y="226"/>
                    <a:pt x="0" y="326"/>
                  </a:cubicBezTo>
                  <a:cubicBezTo>
                    <a:pt x="0" y="351"/>
                    <a:pt x="0" y="376"/>
                    <a:pt x="0" y="401"/>
                  </a:cubicBezTo>
                  <a:cubicBezTo>
                    <a:pt x="25" y="426"/>
                    <a:pt x="51" y="426"/>
                    <a:pt x="76" y="451"/>
                  </a:cubicBezTo>
                  <a:cubicBezTo>
                    <a:pt x="101" y="451"/>
                    <a:pt x="126" y="451"/>
                    <a:pt x="151" y="426"/>
                  </a:cubicBezTo>
                  <a:cubicBezTo>
                    <a:pt x="176" y="426"/>
                    <a:pt x="176" y="401"/>
                    <a:pt x="201" y="376"/>
                  </a:cubicBezTo>
                  <a:cubicBezTo>
                    <a:pt x="201" y="301"/>
                    <a:pt x="226" y="201"/>
                    <a:pt x="226" y="125"/>
                  </a:cubicBezTo>
                  <a:cubicBezTo>
                    <a:pt x="251" y="100"/>
                    <a:pt x="251" y="75"/>
                    <a:pt x="226" y="50"/>
                  </a:cubicBezTo>
                  <a:cubicBezTo>
                    <a:pt x="201" y="25"/>
                    <a:pt x="17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9" name="Google Shape;4819;p54"/>
            <p:cNvSpPr/>
            <p:nvPr/>
          </p:nvSpPr>
          <p:spPr>
            <a:xfrm>
              <a:off x="823873" y="2785226"/>
              <a:ext cx="7798" cy="15117"/>
            </a:xfrm>
            <a:custGeom>
              <a:rect b="b" l="l" r="r" t="t"/>
              <a:pathLst>
                <a:path extrusionOk="0" h="537" w="277">
                  <a:moveTo>
                    <a:pt x="201" y="0"/>
                  </a:moveTo>
                  <a:cubicBezTo>
                    <a:pt x="151" y="0"/>
                    <a:pt x="76" y="25"/>
                    <a:pt x="76" y="75"/>
                  </a:cubicBezTo>
                  <a:cubicBezTo>
                    <a:pt x="50" y="201"/>
                    <a:pt x="25" y="301"/>
                    <a:pt x="0" y="401"/>
                  </a:cubicBezTo>
                  <a:cubicBezTo>
                    <a:pt x="0" y="451"/>
                    <a:pt x="0" y="476"/>
                    <a:pt x="0" y="501"/>
                  </a:cubicBezTo>
                  <a:cubicBezTo>
                    <a:pt x="25" y="501"/>
                    <a:pt x="50" y="526"/>
                    <a:pt x="76" y="526"/>
                  </a:cubicBezTo>
                  <a:cubicBezTo>
                    <a:pt x="89" y="533"/>
                    <a:pt x="102" y="536"/>
                    <a:pt x="115" y="536"/>
                  </a:cubicBezTo>
                  <a:cubicBezTo>
                    <a:pt x="151" y="536"/>
                    <a:pt x="183" y="513"/>
                    <a:pt x="201" y="476"/>
                  </a:cubicBezTo>
                  <a:cubicBezTo>
                    <a:pt x="226" y="351"/>
                    <a:pt x="226" y="251"/>
                    <a:pt x="251" y="125"/>
                  </a:cubicBezTo>
                  <a:cubicBezTo>
                    <a:pt x="276" y="100"/>
                    <a:pt x="276" y="75"/>
                    <a:pt x="251" y="50"/>
                  </a:cubicBezTo>
                  <a:cubicBezTo>
                    <a:pt x="226" y="25"/>
                    <a:pt x="201" y="25"/>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0" name="Google Shape;4820;p54"/>
            <p:cNvSpPr/>
            <p:nvPr/>
          </p:nvSpPr>
          <p:spPr>
            <a:xfrm>
              <a:off x="952494" y="2852647"/>
              <a:ext cx="37918" cy="20859"/>
            </a:xfrm>
            <a:custGeom>
              <a:rect b="b" l="l" r="r" t="t"/>
              <a:pathLst>
                <a:path extrusionOk="0" h="741" w="1347">
                  <a:moveTo>
                    <a:pt x="1219" y="1"/>
                  </a:moveTo>
                  <a:cubicBezTo>
                    <a:pt x="1202" y="1"/>
                    <a:pt x="1185" y="4"/>
                    <a:pt x="1171" y="11"/>
                  </a:cubicBezTo>
                  <a:cubicBezTo>
                    <a:pt x="845" y="237"/>
                    <a:pt x="494" y="412"/>
                    <a:pt x="118" y="537"/>
                  </a:cubicBezTo>
                  <a:cubicBezTo>
                    <a:pt x="0" y="561"/>
                    <a:pt x="38" y="740"/>
                    <a:pt x="147" y="740"/>
                  </a:cubicBezTo>
                  <a:cubicBezTo>
                    <a:pt x="154" y="740"/>
                    <a:pt x="161" y="739"/>
                    <a:pt x="168" y="738"/>
                  </a:cubicBezTo>
                  <a:cubicBezTo>
                    <a:pt x="569" y="613"/>
                    <a:pt x="945" y="412"/>
                    <a:pt x="1271" y="186"/>
                  </a:cubicBezTo>
                  <a:cubicBezTo>
                    <a:pt x="1321" y="161"/>
                    <a:pt x="1346" y="86"/>
                    <a:pt x="1321" y="36"/>
                  </a:cubicBezTo>
                  <a:cubicBezTo>
                    <a:pt x="1303" y="18"/>
                    <a:pt x="1261" y="1"/>
                    <a:pt x="121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1" name="Google Shape;4821;p54"/>
            <p:cNvSpPr/>
            <p:nvPr/>
          </p:nvSpPr>
          <p:spPr>
            <a:xfrm>
              <a:off x="973438" y="2781679"/>
              <a:ext cx="7094" cy="5686"/>
            </a:xfrm>
            <a:custGeom>
              <a:rect b="b" l="l" r="r" t="t"/>
              <a:pathLst>
                <a:path extrusionOk="0" h="202" w="252">
                  <a:moveTo>
                    <a:pt x="126" y="1"/>
                  </a:moveTo>
                  <a:cubicBezTo>
                    <a:pt x="1" y="1"/>
                    <a:pt x="1"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2" name="Google Shape;4822;p54"/>
            <p:cNvSpPr/>
            <p:nvPr/>
          </p:nvSpPr>
          <p:spPr>
            <a:xfrm>
              <a:off x="859850" y="2750629"/>
              <a:ext cx="7094" cy="5686"/>
            </a:xfrm>
            <a:custGeom>
              <a:rect b="b" l="l" r="r" t="t"/>
              <a:pathLst>
                <a:path extrusionOk="0" h="202" w="252">
                  <a:moveTo>
                    <a:pt x="126" y="1"/>
                  </a:moveTo>
                  <a:cubicBezTo>
                    <a:pt x="1" y="1"/>
                    <a:pt x="1" y="201"/>
                    <a:pt x="126" y="201"/>
                  </a:cubicBezTo>
                  <a:cubicBezTo>
                    <a:pt x="251" y="201"/>
                    <a:pt x="2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3" name="Google Shape;4823;p54"/>
            <p:cNvSpPr/>
            <p:nvPr/>
          </p:nvSpPr>
          <p:spPr>
            <a:xfrm>
              <a:off x="874657" y="2790856"/>
              <a:ext cx="7798" cy="5686"/>
            </a:xfrm>
            <a:custGeom>
              <a:rect b="b" l="l" r="r" t="t"/>
              <a:pathLst>
                <a:path extrusionOk="0" h="202" w="277">
                  <a:moveTo>
                    <a:pt x="151" y="1"/>
                  </a:moveTo>
                  <a:cubicBezTo>
                    <a:pt x="1" y="1"/>
                    <a:pt x="1" y="201"/>
                    <a:pt x="151" y="201"/>
                  </a:cubicBezTo>
                  <a:cubicBezTo>
                    <a:pt x="277" y="201"/>
                    <a:pt x="277"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4" name="Google Shape;4824;p54"/>
            <p:cNvSpPr/>
            <p:nvPr/>
          </p:nvSpPr>
          <p:spPr>
            <a:xfrm>
              <a:off x="1001673" y="2693483"/>
              <a:ext cx="7066" cy="5686"/>
            </a:xfrm>
            <a:custGeom>
              <a:rect b="b" l="l" r="r" t="t"/>
              <a:pathLst>
                <a:path extrusionOk="0" h="202" w="251">
                  <a:moveTo>
                    <a:pt x="125" y="1"/>
                  </a:moveTo>
                  <a:cubicBezTo>
                    <a:pt x="0" y="1"/>
                    <a:pt x="0" y="201"/>
                    <a:pt x="125" y="201"/>
                  </a:cubicBezTo>
                  <a:cubicBezTo>
                    <a:pt x="251" y="201"/>
                    <a:pt x="251"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5" name="Google Shape;4825;p54"/>
            <p:cNvSpPr/>
            <p:nvPr/>
          </p:nvSpPr>
          <p:spPr>
            <a:xfrm>
              <a:off x="941684" y="2735118"/>
              <a:ext cx="6390" cy="5686"/>
            </a:xfrm>
            <a:custGeom>
              <a:rect b="b" l="l" r="r" t="t"/>
              <a:pathLst>
                <a:path extrusionOk="0" h="202" w="227">
                  <a:moveTo>
                    <a:pt x="51" y="1"/>
                  </a:moveTo>
                  <a:cubicBezTo>
                    <a:pt x="51" y="26"/>
                    <a:pt x="26" y="26"/>
                    <a:pt x="26" y="26"/>
                  </a:cubicBezTo>
                  <a:cubicBezTo>
                    <a:pt x="26" y="51"/>
                    <a:pt x="1" y="51"/>
                    <a:pt x="1" y="76"/>
                  </a:cubicBezTo>
                  <a:cubicBezTo>
                    <a:pt x="1" y="76"/>
                    <a:pt x="1" y="101"/>
                    <a:pt x="1" y="101"/>
                  </a:cubicBezTo>
                  <a:lnTo>
                    <a:pt x="1" y="126"/>
                  </a:lnTo>
                  <a:cubicBezTo>
                    <a:pt x="1" y="151"/>
                    <a:pt x="26" y="151"/>
                    <a:pt x="26" y="176"/>
                  </a:cubicBezTo>
                  <a:cubicBezTo>
                    <a:pt x="26" y="176"/>
                    <a:pt x="51" y="176"/>
                    <a:pt x="51" y="201"/>
                  </a:cubicBezTo>
                  <a:lnTo>
                    <a:pt x="151" y="201"/>
                  </a:lnTo>
                  <a:cubicBezTo>
                    <a:pt x="176" y="201"/>
                    <a:pt x="176" y="176"/>
                    <a:pt x="201" y="176"/>
                  </a:cubicBezTo>
                  <a:cubicBezTo>
                    <a:pt x="201" y="176"/>
                    <a:pt x="201" y="151"/>
                    <a:pt x="201" y="151"/>
                  </a:cubicBezTo>
                  <a:cubicBezTo>
                    <a:pt x="226" y="126"/>
                    <a:pt x="226" y="126"/>
                    <a:pt x="226" y="101"/>
                  </a:cubicBezTo>
                  <a:lnTo>
                    <a:pt x="226" y="76"/>
                  </a:lnTo>
                  <a:cubicBezTo>
                    <a:pt x="226" y="51"/>
                    <a:pt x="201" y="51"/>
                    <a:pt x="201" y="26"/>
                  </a:cubicBezTo>
                  <a:lnTo>
                    <a:pt x="176" y="26"/>
                  </a:lnTo>
                  <a:cubicBezTo>
                    <a:pt x="151" y="1"/>
                    <a:pt x="1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6" name="Google Shape;4826;p54"/>
            <p:cNvSpPr/>
            <p:nvPr/>
          </p:nvSpPr>
          <p:spPr>
            <a:xfrm>
              <a:off x="828799" y="2716763"/>
              <a:ext cx="7798" cy="5686"/>
            </a:xfrm>
            <a:custGeom>
              <a:rect b="b" l="l" r="r" t="t"/>
              <a:pathLst>
                <a:path extrusionOk="0" h="202" w="277">
                  <a:moveTo>
                    <a:pt x="151" y="1"/>
                  </a:moveTo>
                  <a:cubicBezTo>
                    <a:pt x="1" y="1"/>
                    <a:pt x="1" y="201"/>
                    <a:pt x="151" y="201"/>
                  </a:cubicBezTo>
                  <a:cubicBezTo>
                    <a:pt x="276" y="201"/>
                    <a:pt x="2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7" name="Google Shape;4827;p54"/>
            <p:cNvSpPr/>
            <p:nvPr/>
          </p:nvSpPr>
          <p:spPr>
            <a:xfrm>
              <a:off x="928284" y="4124327"/>
              <a:ext cx="2182892" cy="476945"/>
            </a:xfrm>
            <a:custGeom>
              <a:rect b="b" l="l" r="r" t="t"/>
              <a:pathLst>
                <a:path extrusionOk="0" h="16943" w="77545">
                  <a:moveTo>
                    <a:pt x="8472" y="0"/>
                  </a:moveTo>
                  <a:cubicBezTo>
                    <a:pt x="3785" y="0"/>
                    <a:pt x="1" y="3785"/>
                    <a:pt x="1" y="8471"/>
                  </a:cubicBezTo>
                  <a:cubicBezTo>
                    <a:pt x="1" y="13133"/>
                    <a:pt x="3785" y="16943"/>
                    <a:pt x="8472" y="16943"/>
                  </a:cubicBezTo>
                  <a:lnTo>
                    <a:pt x="69074" y="16943"/>
                  </a:lnTo>
                  <a:cubicBezTo>
                    <a:pt x="73760" y="16943"/>
                    <a:pt x="77545" y="13133"/>
                    <a:pt x="77545" y="8471"/>
                  </a:cubicBezTo>
                  <a:cubicBezTo>
                    <a:pt x="77545" y="3785"/>
                    <a:pt x="73760" y="0"/>
                    <a:pt x="6907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8" name="Google Shape;4828;p54"/>
            <p:cNvSpPr/>
            <p:nvPr/>
          </p:nvSpPr>
          <p:spPr>
            <a:xfrm>
              <a:off x="921246" y="4121484"/>
              <a:ext cx="2201217" cy="482604"/>
            </a:xfrm>
            <a:custGeom>
              <a:rect b="b" l="l" r="r" t="t"/>
              <a:pathLst>
                <a:path extrusionOk="0" h="17144" w="78196">
                  <a:moveTo>
                    <a:pt x="69173" y="201"/>
                  </a:moveTo>
                  <a:cubicBezTo>
                    <a:pt x="70552" y="201"/>
                    <a:pt x="71905" y="502"/>
                    <a:pt x="73133" y="1129"/>
                  </a:cubicBezTo>
                  <a:cubicBezTo>
                    <a:pt x="75314" y="2232"/>
                    <a:pt x="76943" y="4287"/>
                    <a:pt x="77469" y="6693"/>
                  </a:cubicBezTo>
                  <a:cubicBezTo>
                    <a:pt x="78046" y="9124"/>
                    <a:pt x="77469" y="11755"/>
                    <a:pt x="75915" y="13735"/>
                  </a:cubicBezTo>
                  <a:cubicBezTo>
                    <a:pt x="74386" y="15690"/>
                    <a:pt x="72005" y="16893"/>
                    <a:pt x="69499" y="16943"/>
                  </a:cubicBezTo>
                  <a:lnTo>
                    <a:pt x="8722" y="16943"/>
                  </a:lnTo>
                  <a:cubicBezTo>
                    <a:pt x="6191" y="16918"/>
                    <a:pt x="3810" y="15791"/>
                    <a:pt x="2206" y="13836"/>
                  </a:cubicBezTo>
                  <a:cubicBezTo>
                    <a:pt x="627" y="11906"/>
                    <a:pt x="0" y="9299"/>
                    <a:pt x="526" y="6843"/>
                  </a:cubicBezTo>
                  <a:cubicBezTo>
                    <a:pt x="1028" y="4412"/>
                    <a:pt x="2632" y="2307"/>
                    <a:pt x="4812" y="1179"/>
                  </a:cubicBezTo>
                  <a:cubicBezTo>
                    <a:pt x="6065" y="502"/>
                    <a:pt x="7444" y="201"/>
                    <a:pt x="8847" y="201"/>
                  </a:cubicBezTo>
                  <a:close/>
                  <a:moveTo>
                    <a:pt x="8722" y="1"/>
                  </a:moveTo>
                  <a:cubicBezTo>
                    <a:pt x="6692" y="26"/>
                    <a:pt x="4737" y="728"/>
                    <a:pt x="3183" y="2031"/>
                  </a:cubicBezTo>
                  <a:cubicBezTo>
                    <a:pt x="1353" y="3560"/>
                    <a:pt x="251" y="5816"/>
                    <a:pt x="150" y="8196"/>
                  </a:cubicBezTo>
                  <a:cubicBezTo>
                    <a:pt x="50" y="10552"/>
                    <a:pt x="927" y="12858"/>
                    <a:pt x="2581" y="14562"/>
                  </a:cubicBezTo>
                  <a:cubicBezTo>
                    <a:pt x="4185" y="16191"/>
                    <a:pt x="6414" y="17118"/>
                    <a:pt x="8718" y="17144"/>
                  </a:cubicBezTo>
                  <a:lnTo>
                    <a:pt x="8718" y="17144"/>
                  </a:lnTo>
                  <a:cubicBezTo>
                    <a:pt x="8719" y="17144"/>
                    <a:pt x="8721" y="17144"/>
                    <a:pt x="8722" y="17144"/>
                  </a:cubicBezTo>
                  <a:lnTo>
                    <a:pt x="69048" y="17144"/>
                  </a:lnTo>
                  <a:cubicBezTo>
                    <a:pt x="69975" y="17144"/>
                    <a:pt x="70878" y="17044"/>
                    <a:pt x="71780" y="16793"/>
                  </a:cubicBezTo>
                  <a:cubicBezTo>
                    <a:pt x="74010" y="16116"/>
                    <a:pt x="75890" y="14537"/>
                    <a:pt x="76968" y="12482"/>
                  </a:cubicBezTo>
                  <a:cubicBezTo>
                    <a:pt x="78046" y="10352"/>
                    <a:pt x="78196" y="7770"/>
                    <a:pt x="77344" y="5540"/>
                  </a:cubicBezTo>
                  <a:cubicBezTo>
                    <a:pt x="76517" y="3359"/>
                    <a:pt x="74812" y="1580"/>
                    <a:pt x="72682" y="678"/>
                  </a:cubicBezTo>
                  <a:cubicBezTo>
                    <a:pt x="71128" y="26"/>
                    <a:pt x="69549" y="1"/>
                    <a:pt x="6792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9" name="Google Shape;4829;p54"/>
            <p:cNvSpPr/>
            <p:nvPr/>
          </p:nvSpPr>
          <p:spPr>
            <a:xfrm>
              <a:off x="2394401" y="3598697"/>
              <a:ext cx="355225" cy="184017"/>
            </a:xfrm>
            <a:custGeom>
              <a:rect b="b" l="l" r="r" t="t"/>
              <a:pathLst>
                <a:path extrusionOk="0" h="6537" w="12619">
                  <a:moveTo>
                    <a:pt x="4306" y="1382"/>
                  </a:moveTo>
                  <a:cubicBezTo>
                    <a:pt x="4744" y="1382"/>
                    <a:pt x="5197" y="1630"/>
                    <a:pt x="5364" y="2056"/>
                  </a:cubicBezTo>
                  <a:cubicBezTo>
                    <a:pt x="5564" y="2657"/>
                    <a:pt x="5088" y="3158"/>
                    <a:pt x="4587" y="3409"/>
                  </a:cubicBezTo>
                  <a:cubicBezTo>
                    <a:pt x="4248" y="3578"/>
                    <a:pt x="3873" y="3640"/>
                    <a:pt x="3493" y="3640"/>
                  </a:cubicBezTo>
                  <a:cubicBezTo>
                    <a:pt x="3423" y="3640"/>
                    <a:pt x="3353" y="3638"/>
                    <a:pt x="3283" y="3635"/>
                  </a:cubicBezTo>
                  <a:cubicBezTo>
                    <a:pt x="3208" y="3484"/>
                    <a:pt x="3133" y="3309"/>
                    <a:pt x="3108" y="3158"/>
                  </a:cubicBezTo>
                  <a:cubicBezTo>
                    <a:pt x="2983" y="2507"/>
                    <a:pt x="3258" y="1780"/>
                    <a:pt x="3860" y="1479"/>
                  </a:cubicBezTo>
                  <a:cubicBezTo>
                    <a:pt x="3998" y="1413"/>
                    <a:pt x="4151" y="1382"/>
                    <a:pt x="4306" y="1382"/>
                  </a:cubicBezTo>
                  <a:close/>
                  <a:moveTo>
                    <a:pt x="6977" y="2192"/>
                  </a:moveTo>
                  <a:cubicBezTo>
                    <a:pt x="7022" y="2192"/>
                    <a:pt x="7069" y="2197"/>
                    <a:pt x="7118" y="2206"/>
                  </a:cubicBezTo>
                  <a:cubicBezTo>
                    <a:pt x="7419" y="2281"/>
                    <a:pt x="7669" y="2507"/>
                    <a:pt x="7795" y="2782"/>
                  </a:cubicBezTo>
                  <a:cubicBezTo>
                    <a:pt x="7920" y="3108"/>
                    <a:pt x="7870" y="3459"/>
                    <a:pt x="7719" y="3760"/>
                  </a:cubicBezTo>
                  <a:cubicBezTo>
                    <a:pt x="7469" y="4261"/>
                    <a:pt x="7068" y="4587"/>
                    <a:pt x="6592" y="4762"/>
                  </a:cubicBezTo>
                  <a:cubicBezTo>
                    <a:pt x="6316" y="4361"/>
                    <a:pt x="6141" y="3860"/>
                    <a:pt x="6166" y="3359"/>
                  </a:cubicBezTo>
                  <a:cubicBezTo>
                    <a:pt x="6166" y="2872"/>
                    <a:pt x="6423" y="2192"/>
                    <a:pt x="6977" y="2192"/>
                  </a:cubicBezTo>
                  <a:close/>
                  <a:moveTo>
                    <a:pt x="9853" y="2462"/>
                  </a:moveTo>
                  <a:cubicBezTo>
                    <a:pt x="10014" y="2462"/>
                    <a:pt x="10181" y="2526"/>
                    <a:pt x="10326" y="2632"/>
                  </a:cubicBezTo>
                  <a:cubicBezTo>
                    <a:pt x="10577" y="2833"/>
                    <a:pt x="10752" y="3133"/>
                    <a:pt x="10827" y="3459"/>
                  </a:cubicBezTo>
                  <a:cubicBezTo>
                    <a:pt x="10953" y="4061"/>
                    <a:pt x="10777" y="4737"/>
                    <a:pt x="10376" y="5213"/>
                  </a:cubicBezTo>
                  <a:cubicBezTo>
                    <a:pt x="10251" y="5389"/>
                    <a:pt x="10075" y="5514"/>
                    <a:pt x="9900" y="5614"/>
                  </a:cubicBezTo>
                  <a:cubicBezTo>
                    <a:pt x="9599" y="5339"/>
                    <a:pt x="9374" y="4963"/>
                    <a:pt x="9248" y="4537"/>
                  </a:cubicBezTo>
                  <a:cubicBezTo>
                    <a:pt x="9148" y="4236"/>
                    <a:pt x="9098" y="3910"/>
                    <a:pt x="9123" y="3584"/>
                  </a:cubicBezTo>
                  <a:cubicBezTo>
                    <a:pt x="9148" y="3259"/>
                    <a:pt x="9223" y="2883"/>
                    <a:pt x="9449" y="2632"/>
                  </a:cubicBezTo>
                  <a:cubicBezTo>
                    <a:pt x="9567" y="2514"/>
                    <a:pt x="9708" y="2462"/>
                    <a:pt x="9853" y="2462"/>
                  </a:cubicBezTo>
                  <a:close/>
                  <a:moveTo>
                    <a:pt x="376" y="0"/>
                  </a:moveTo>
                  <a:cubicBezTo>
                    <a:pt x="301" y="0"/>
                    <a:pt x="226" y="25"/>
                    <a:pt x="151" y="51"/>
                  </a:cubicBezTo>
                  <a:cubicBezTo>
                    <a:pt x="0" y="752"/>
                    <a:pt x="125" y="1529"/>
                    <a:pt x="476" y="2156"/>
                  </a:cubicBezTo>
                  <a:cubicBezTo>
                    <a:pt x="852" y="2782"/>
                    <a:pt x="1429" y="3259"/>
                    <a:pt x="2105" y="3534"/>
                  </a:cubicBezTo>
                  <a:cubicBezTo>
                    <a:pt x="2431" y="3685"/>
                    <a:pt x="2782" y="3785"/>
                    <a:pt x="3158" y="3835"/>
                  </a:cubicBezTo>
                  <a:cubicBezTo>
                    <a:pt x="3258" y="4010"/>
                    <a:pt x="3409" y="4211"/>
                    <a:pt x="3559" y="4361"/>
                  </a:cubicBezTo>
                  <a:cubicBezTo>
                    <a:pt x="4087" y="4890"/>
                    <a:pt x="4838" y="5158"/>
                    <a:pt x="5586" y="5158"/>
                  </a:cubicBezTo>
                  <a:cubicBezTo>
                    <a:pt x="5902" y="5158"/>
                    <a:pt x="6218" y="5110"/>
                    <a:pt x="6516" y="5013"/>
                  </a:cubicBezTo>
                  <a:cubicBezTo>
                    <a:pt x="6792" y="5414"/>
                    <a:pt x="7168" y="5740"/>
                    <a:pt x="7619" y="5940"/>
                  </a:cubicBezTo>
                  <a:cubicBezTo>
                    <a:pt x="7963" y="6088"/>
                    <a:pt x="8331" y="6163"/>
                    <a:pt x="8696" y="6163"/>
                  </a:cubicBezTo>
                  <a:cubicBezTo>
                    <a:pt x="9077" y="6163"/>
                    <a:pt x="9455" y="6081"/>
                    <a:pt x="9800" y="5915"/>
                  </a:cubicBezTo>
                  <a:cubicBezTo>
                    <a:pt x="9825" y="5915"/>
                    <a:pt x="9850" y="5890"/>
                    <a:pt x="9875" y="5865"/>
                  </a:cubicBezTo>
                  <a:cubicBezTo>
                    <a:pt x="10301" y="6241"/>
                    <a:pt x="10852" y="6467"/>
                    <a:pt x="11429" y="6517"/>
                  </a:cubicBezTo>
                  <a:cubicBezTo>
                    <a:pt x="11523" y="6530"/>
                    <a:pt x="11619" y="6536"/>
                    <a:pt x="11715" y="6536"/>
                  </a:cubicBezTo>
                  <a:cubicBezTo>
                    <a:pt x="11979" y="6536"/>
                    <a:pt x="12250" y="6490"/>
                    <a:pt x="12506" y="6416"/>
                  </a:cubicBezTo>
                  <a:cubicBezTo>
                    <a:pt x="12618" y="6372"/>
                    <a:pt x="12591" y="6208"/>
                    <a:pt x="12495" y="6208"/>
                  </a:cubicBezTo>
                  <a:cubicBezTo>
                    <a:pt x="12483" y="6208"/>
                    <a:pt x="12470" y="6211"/>
                    <a:pt x="12456" y="6216"/>
                  </a:cubicBezTo>
                  <a:cubicBezTo>
                    <a:pt x="12211" y="6295"/>
                    <a:pt x="11949" y="6335"/>
                    <a:pt x="11686" y="6335"/>
                  </a:cubicBezTo>
                  <a:cubicBezTo>
                    <a:pt x="11279" y="6335"/>
                    <a:pt x="10867" y="6239"/>
                    <a:pt x="10501" y="6041"/>
                  </a:cubicBezTo>
                  <a:cubicBezTo>
                    <a:pt x="10326" y="5965"/>
                    <a:pt x="10201" y="5865"/>
                    <a:pt x="10050" y="5765"/>
                  </a:cubicBezTo>
                  <a:cubicBezTo>
                    <a:pt x="10577" y="5439"/>
                    <a:pt x="10928" y="4888"/>
                    <a:pt x="11028" y="4286"/>
                  </a:cubicBezTo>
                  <a:cubicBezTo>
                    <a:pt x="11153" y="3584"/>
                    <a:pt x="10978" y="2782"/>
                    <a:pt x="10351" y="2406"/>
                  </a:cubicBezTo>
                  <a:cubicBezTo>
                    <a:pt x="10205" y="2309"/>
                    <a:pt x="10041" y="2259"/>
                    <a:pt x="9880" y="2259"/>
                  </a:cubicBezTo>
                  <a:cubicBezTo>
                    <a:pt x="9709" y="2259"/>
                    <a:pt x="9541" y="2315"/>
                    <a:pt x="9399" y="2432"/>
                  </a:cubicBezTo>
                  <a:cubicBezTo>
                    <a:pt x="9123" y="2657"/>
                    <a:pt x="8998" y="3033"/>
                    <a:pt x="8948" y="3384"/>
                  </a:cubicBezTo>
                  <a:cubicBezTo>
                    <a:pt x="8847" y="4111"/>
                    <a:pt x="9048" y="4888"/>
                    <a:pt x="9499" y="5489"/>
                  </a:cubicBezTo>
                  <a:cubicBezTo>
                    <a:pt x="9549" y="5564"/>
                    <a:pt x="9624" y="5640"/>
                    <a:pt x="9699" y="5715"/>
                  </a:cubicBezTo>
                  <a:cubicBezTo>
                    <a:pt x="9374" y="5890"/>
                    <a:pt x="8998" y="5965"/>
                    <a:pt x="8622" y="5965"/>
                  </a:cubicBezTo>
                  <a:cubicBezTo>
                    <a:pt x="7845" y="5940"/>
                    <a:pt x="7168" y="5539"/>
                    <a:pt x="6692" y="4938"/>
                  </a:cubicBezTo>
                  <a:cubicBezTo>
                    <a:pt x="6968" y="4812"/>
                    <a:pt x="7218" y="4662"/>
                    <a:pt x="7444" y="4462"/>
                  </a:cubicBezTo>
                  <a:cubicBezTo>
                    <a:pt x="7970" y="3960"/>
                    <a:pt x="8321" y="3133"/>
                    <a:pt x="7845" y="2482"/>
                  </a:cubicBezTo>
                  <a:cubicBezTo>
                    <a:pt x="7669" y="2206"/>
                    <a:pt x="7369" y="2005"/>
                    <a:pt x="7043" y="1980"/>
                  </a:cubicBezTo>
                  <a:cubicBezTo>
                    <a:pt x="6717" y="1980"/>
                    <a:pt x="6416" y="2131"/>
                    <a:pt x="6241" y="2406"/>
                  </a:cubicBezTo>
                  <a:cubicBezTo>
                    <a:pt x="5815" y="2958"/>
                    <a:pt x="5915" y="3760"/>
                    <a:pt x="6166" y="4361"/>
                  </a:cubicBezTo>
                  <a:cubicBezTo>
                    <a:pt x="6216" y="4512"/>
                    <a:pt x="6291" y="4687"/>
                    <a:pt x="6391" y="4838"/>
                  </a:cubicBezTo>
                  <a:cubicBezTo>
                    <a:pt x="6126" y="4916"/>
                    <a:pt x="5845" y="4956"/>
                    <a:pt x="5565" y="4956"/>
                  </a:cubicBezTo>
                  <a:cubicBezTo>
                    <a:pt x="5132" y="4956"/>
                    <a:pt x="4702" y="4860"/>
                    <a:pt x="4336" y="4662"/>
                  </a:cubicBezTo>
                  <a:cubicBezTo>
                    <a:pt x="3960" y="4487"/>
                    <a:pt x="3634" y="4186"/>
                    <a:pt x="3409" y="3835"/>
                  </a:cubicBezTo>
                  <a:lnTo>
                    <a:pt x="3409" y="3835"/>
                  </a:lnTo>
                  <a:cubicBezTo>
                    <a:pt x="3478" y="3841"/>
                    <a:pt x="3545" y="3844"/>
                    <a:pt x="3612" y="3844"/>
                  </a:cubicBezTo>
                  <a:cubicBezTo>
                    <a:pt x="3811" y="3844"/>
                    <a:pt x="4004" y="3816"/>
                    <a:pt x="4211" y="3760"/>
                  </a:cubicBezTo>
                  <a:cubicBezTo>
                    <a:pt x="4812" y="3609"/>
                    <a:pt x="5489" y="3208"/>
                    <a:pt x="5589" y="2557"/>
                  </a:cubicBezTo>
                  <a:cubicBezTo>
                    <a:pt x="5714" y="1855"/>
                    <a:pt x="5163" y="1279"/>
                    <a:pt x="4511" y="1178"/>
                  </a:cubicBezTo>
                  <a:cubicBezTo>
                    <a:pt x="4451" y="1170"/>
                    <a:pt x="4392" y="1166"/>
                    <a:pt x="4334" y="1166"/>
                  </a:cubicBezTo>
                  <a:cubicBezTo>
                    <a:pt x="3688" y="1166"/>
                    <a:pt x="3164" y="1658"/>
                    <a:pt x="2958" y="2256"/>
                  </a:cubicBezTo>
                  <a:cubicBezTo>
                    <a:pt x="2807" y="2707"/>
                    <a:pt x="2857" y="3183"/>
                    <a:pt x="3033" y="3609"/>
                  </a:cubicBezTo>
                  <a:cubicBezTo>
                    <a:pt x="2932" y="3584"/>
                    <a:pt x="2857" y="3559"/>
                    <a:pt x="2757" y="3534"/>
                  </a:cubicBezTo>
                  <a:cubicBezTo>
                    <a:pt x="2130" y="3409"/>
                    <a:pt x="1529" y="3083"/>
                    <a:pt x="1078" y="2607"/>
                  </a:cubicBezTo>
                  <a:cubicBezTo>
                    <a:pt x="426" y="1930"/>
                    <a:pt x="151" y="903"/>
                    <a:pt x="3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0" name="Google Shape;4830;p54"/>
            <p:cNvSpPr/>
            <p:nvPr/>
          </p:nvSpPr>
          <p:spPr>
            <a:xfrm>
              <a:off x="2589824" y="3315783"/>
              <a:ext cx="105140" cy="272802"/>
            </a:xfrm>
            <a:custGeom>
              <a:rect b="b" l="l" r="r" t="t"/>
              <a:pathLst>
                <a:path extrusionOk="0" h="9691" w="3735">
                  <a:moveTo>
                    <a:pt x="2221" y="2287"/>
                  </a:moveTo>
                  <a:cubicBezTo>
                    <a:pt x="2540" y="2287"/>
                    <a:pt x="2854" y="2444"/>
                    <a:pt x="2958" y="2757"/>
                  </a:cubicBezTo>
                  <a:cubicBezTo>
                    <a:pt x="3058" y="3083"/>
                    <a:pt x="2933" y="3434"/>
                    <a:pt x="2707" y="3684"/>
                  </a:cubicBezTo>
                  <a:cubicBezTo>
                    <a:pt x="2512" y="3889"/>
                    <a:pt x="2275" y="3973"/>
                    <a:pt x="2030" y="3973"/>
                  </a:cubicBezTo>
                  <a:cubicBezTo>
                    <a:pt x="1615" y="3973"/>
                    <a:pt x="1177" y="3733"/>
                    <a:pt x="878" y="3434"/>
                  </a:cubicBezTo>
                  <a:cubicBezTo>
                    <a:pt x="928" y="3309"/>
                    <a:pt x="1003" y="3183"/>
                    <a:pt x="1078" y="3083"/>
                  </a:cubicBezTo>
                  <a:cubicBezTo>
                    <a:pt x="1279" y="2707"/>
                    <a:pt x="1605" y="2381"/>
                    <a:pt x="2031" y="2306"/>
                  </a:cubicBezTo>
                  <a:cubicBezTo>
                    <a:pt x="2093" y="2293"/>
                    <a:pt x="2157" y="2287"/>
                    <a:pt x="2221" y="2287"/>
                  </a:cubicBezTo>
                  <a:close/>
                  <a:moveTo>
                    <a:pt x="2814" y="5766"/>
                  </a:moveTo>
                  <a:cubicBezTo>
                    <a:pt x="3001" y="5766"/>
                    <a:pt x="3183" y="5814"/>
                    <a:pt x="3309" y="5940"/>
                  </a:cubicBezTo>
                  <a:cubicBezTo>
                    <a:pt x="3434" y="6065"/>
                    <a:pt x="3434" y="6241"/>
                    <a:pt x="3334" y="6391"/>
                  </a:cubicBezTo>
                  <a:cubicBezTo>
                    <a:pt x="3234" y="6567"/>
                    <a:pt x="3008" y="6642"/>
                    <a:pt x="2833" y="6692"/>
                  </a:cubicBezTo>
                  <a:cubicBezTo>
                    <a:pt x="2723" y="6719"/>
                    <a:pt x="2613" y="6732"/>
                    <a:pt x="2505" y="6732"/>
                  </a:cubicBezTo>
                  <a:cubicBezTo>
                    <a:pt x="2216" y="6732"/>
                    <a:pt x="1935" y="6644"/>
                    <a:pt x="1680" y="6517"/>
                  </a:cubicBezTo>
                  <a:cubicBezTo>
                    <a:pt x="1655" y="6492"/>
                    <a:pt x="1630" y="6466"/>
                    <a:pt x="1605" y="6441"/>
                  </a:cubicBezTo>
                  <a:cubicBezTo>
                    <a:pt x="1805" y="6191"/>
                    <a:pt x="2081" y="5965"/>
                    <a:pt x="2381" y="5840"/>
                  </a:cubicBezTo>
                  <a:cubicBezTo>
                    <a:pt x="2514" y="5796"/>
                    <a:pt x="2666" y="5766"/>
                    <a:pt x="2814" y="5766"/>
                  </a:cubicBezTo>
                  <a:close/>
                  <a:moveTo>
                    <a:pt x="1705" y="0"/>
                  </a:moveTo>
                  <a:cubicBezTo>
                    <a:pt x="1404" y="100"/>
                    <a:pt x="1103" y="251"/>
                    <a:pt x="878" y="451"/>
                  </a:cubicBezTo>
                  <a:cubicBezTo>
                    <a:pt x="176" y="1078"/>
                    <a:pt x="1" y="2131"/>
                    <a:pt x="351" y="2958"/>
                  </a:cubicBezTo>
                  <a:cubicBezTo>
                    <a:pt x="427" y="3133"/>
                    <a:pt x="527" y="3309"/>
                    <a:pt x="652" y="3459"/>
                  </a:cubicBezTo>
                  <a:cubicBezTo>
                    <a:pt x="627" y="3509"/>
                    <a:pt x="602" y="3559"/>
                    <a:pt x="602" y="3609"/>
                  </a:cubicBezTo>
                  <a:cubicBezTo>
                    <a:pt x="276" y="4562"/>
                    <a:pt x="402" y="5715"/>
                    <a:pt x="1178" y="6416"/>
                  </a:cubicBezTo>
                  <a:cubicBezTo>
                    <a:pt x="1229" y="6441"/>
                    <a:pt x="1254" y="6466"/>
                    <a:pt x="1304" y="6517"/>
                  </a:cubicBezTo>
                  <a:cubicBezTo>
                    <a:pt x="1028" y="6968"/>
                    <a:pt x="903" y="7544"/>
                    <a:pt x="1003" y="8070"/>
                  </a:cubicBezTo>
                  <a:cubicBezTo>
                    <a:pt x="1204" y="8923"/>
                    <a:pt x="1980" y="9574"/>
                    <a:pt x="2858" y="9674"/>
                  </a:cubicBezTo>
                  <a:cubicBezTo>
                    <a:pt x="2941" y="9685"/>
                    <a:pt x="3028" y="9691"/>
                    <a:pt x="3116" y="9691"/>
                  </a:cubicBezTo>
                  <a:cubicBezTo>
                    <a:pt x="3241" y="9691"/>
                    <a:pt x="3367" y="9679"/>
                    <a:pt x="3484" y="9649"/>
                  </a:cubicBezTo>
                  <a:cubicBezTo>
                    <a:pt x="3601" y="9626"/>
                    <a:pt x="3565" y="9472"/>
                    <a:pt x="3458" y="9472"/>
                  </a:cubicBezTo>
                  <a:cubicBezTo>
                    <a:pt x="3450" y="9472"/>
                    <a:pt x="3442" y="9472"/>
                    <a:pt x="3434" y="9474"/>
                  </a:cubicBezTo>
                  <a:cubicBezTo>
                    <a:pt x="3336" y="9491"/>
                    <a:pt x="3236" y="9499"/>
                    <a:pt x="3136" y="9499"/>
                  </a:cubicBezTo>
                  <a:cubicBezTo>
                    <a:pt x="2497" y="9499"/>
                    <a:pt x="1848" y="9164"/>
                    <a:pt x="1479" y="8622"/>
                  </a:cubicBezTo>
                  <a:cubicBezTo>
                    <a:pt x="1053" y="8020"/>
                    <a:pt x="1103" y="7243"/>
                    <a:pt x="1479" y="6617"/>
                  </a:cubicBezTo>
                  <a:cubicBezTo>
                    <a:pt x="1755" y="6792"/>
                    <a:pt x="2081" y="6918"/>
                    <a:pt x="2407" y="6918"/>
                  </a:cubicBezTo>
                  <a:cubicBezTo>
                    <a:pt x="2459" y="6924"/>
                    <a:pt x="2513" y="6927"/>
                    <a:pt x="2569" y="6927"/>
                  </a:cubicBezTo>
                  <a:cubicBezTo>
                    <a:pt x="2963" y="6927"/>
                    <a:pt x="3406" y="6768"/>
                    <a:pt x="3559" y="6416"/>
                  </a:cubicBezTo>
                  <a:cubicBezTo>
                    <a:pt x="3735" y="6040"/>
                    <a:pt x="3459" y="5689"/>
                    <a:pt x="3083" y="5589"/>
                  </a:cubicBezTo>
                  <a:cubicBezTo>
                    <a:pt x="2988" y="5565"/>
                    <a:pt x="2892" y="5554"/>
                    <a:pt x="2798" y="5554"/>
                  </a:cubicBezTo>
                  <a:cubicBezTo>
                    <a:pt x="2496" y="5554"/>
                    <a:pt x="2204" y="5668"/>
                    <a:pt x="1955" y="5840"/>
                  </a:cubicBezTo>
                  <a:cubicBezTo>
                    <a:pt x="1755" y="5965"/>
                    <a:pt x="1579" y="6141"/>
                    <a:pt x="1429" y="6341"/>
                  </a:cubicBezTo>
                  <a:cubicBezTo>
                    <a:pt x="828" y="5890"/>
                    <a:pt x="577" y="5113"/>
                    <a:pt x="627" y="4361"/>
                  </a:cubicBezTo>
                  <a:cubicBezTo>
                    <a:pt x="652" y="4111"/>
                    <a:pt x="727" y="3860"/>
                    <a:pt x="803" y="3634"/>
                  </a:cubicBezTo>
                  <a:cubicBezTo>
                    <a:pt x="1118" y="3949"/>
                    <a:pt x="1543" y="4167"/>
                    <a:pt x="1984" y="4167"/>
                  </a:cubicBezTo>
                  <a:cubicBezTo>
                    <a:pt x="2174" y="4167"/>
                    <a:pt x="2368" y="4126"/>
                    <a:pt x="2557" y="4035"/>
                  </a:cubicBezTo>
                  <a:cubicBezTo>
                    <a:pt x="3259" y="3710"/>
                    <a:pt x="3459" y="2557"/>
                    <a:pt x="2682" y="2181"/>
                  </a:cubicBezTo>
                  <a:cubicBezTo>
                    <a:pt x="2538" y="2113"/>
                    <a:pt x="2385" y="2082"/>
                    <a:pt x="2232" y="2082"/>
                  </a:cubicBezTo>
                  <a:cubicBezTo>
                    <a:pt x="1934" y="2082"/>
                    <a:pt x="1636" y="2199"/>
                    <a:pt x="1404" y="2381"/>
                  </a:cubicBezTo>
                  <a:cubicBezTo>
                    <a:pt x="1103" y="2607"/>
                    <a:pt x="903" y="2908"/>
                    <a:pt x="727" y="3258"/>
                  </a:cubicBezTo>
                  <a:cubicBezTo>
                    <a:pt x="727" y="3233"/>
                    <a:pt x="702" y="3208"/>
                    <a:pt x="677" y="3183"/>
                  </a:cubicBezTo>
                  <a:cubicBezTo>
                    <a:pt x="276" y="2532"/>
                    <a:pt x="276" y="1629"/>
                    <a:pt x="702" y="978"/>
                  </a:cubicBezTo>
                  <a:cubicBezTo>
                    <a:pt x="978" y="552"/>
                    <a:pt x="1429" y="276"/>
                    <a:pt x="1930" y="151"/>
                  </a:cubicBezTo>
                  <a:cubicBezTo>
                    <a:pt x="1855" y="100"/>
                    <a:pt x="1780" y="50"/>
                    <a:pt x="170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1" name="Google Shape;4831;p54"/>
            <p:cNvSpPr/>
            <p:nvPr/>
          </p:nvSpPr>
          <p:spPr>
            <a:xfrm>
              <a:off x="2491043" y="3503660"/>
              <a:ext cx="115528" cy="73950"/>
            </a:xfrm>
            <a:custGeom>
              <a:rect b="b" l="l" r="r" t="t"/>
              <a:pathLst>
                <a:path extrusionOk="0" h="2627" w="4104">
                  <a:moveTo>
                    <a:pt x="2266" y="195"/>
                  </a:moveTo>
                  <a:cubicBezTo>
                    <a:pt x="2370" y="195"/>
                    <a:pt x="2469" y="239"/>
                    <a:pt x="2532" y="344"/>
                  </a:cubicBezTo>
                  <a:cubicBezTo>
                    <a:pt x="2682" y="620"/>
                    <a:pt x="2507" y="920"/>
                    <a:pt x="2281" y="1071"/>
                  </a:cubicBezTo>
                  <a:cubicBezTo>
                    <a:pt x="2156" y="1146"/>
                    <a:pt x="2006" y="1196"/>
                    <a:pt x="1830" y="1246"/>
                  </a:cubicBezTo>
                  <a:cubicBezTo>
                    <a:pt x="1730" y="970"/>
                    <a:pt x="1680" y="620"/>
                    <a:pt x="1880" y="394"/>
                  </a:cubicBezTo>
                  <a:cubicBezTo>
                    <a:pt x="1968" y="278"/>
                    <a:pt x="2122" y="195"/>
                    <a:pt x="2266" y="195"/>
                  </a:cubicBezTo>
                  <a:close/>
                  <a:moveTo>
                    <a:pt x="2255" y="1"/>
                  </a:moveTo>
                  <a:cubicBezTo>
                    <a:pt x="2206" y="1"/>
                    <a:pt x="2156" y="6"/>
                    <a:pt x="2106" y="18"/>
                  </a:cubicBezTo>
                  <a:cubicBezTo>
                    <a:pt x="1755" y="93"/>
                    <a:pt x="1555" y="419"/>
                    <a:pt x="1555" y="770"/>
                  </a:cubicBezTo>
                  <a:cubicBezTo>
                    <a:pt x="1530" y="945"/>
                    <a:pt x="1580" y="1096"/>
                    <a:pt x="1630" y="1271"/>
                  </a:cubicBezTo>
                  <a:lnTo>
                    <a:pt x="1379" y="1271"/>
                  </a:lnTo>
                  <a:cubicBezTo>
                    <a:pt x="1078" y="1271"/>
                    <a:pt x="778" y="1221"/>
                    <a:pt x="527" y="1071"/>
                  </a:cubicBezTo>
                  <a:cubicBezTo>
                    <a:pt x="301" y="920"/>
                    <a:pt x="126" y="670"/>
                    <a:pt x="51" y="394"/>
                  </a:cubicBezTo>
                  <a:cubicBezTo>
                    <a:pt x="51" y="419"/>
                    <a:pt x="51" y="419"/>
                    <a:pt x="51" y="419"/>
                  </a:cubicBezTo>
                  <a:cubicBezTo>
                    <a:pt x="26" y="569"/>
                    <a:pt x="1" y="695"/>
                    <a:pt x="26" y="845"/>
                  </a:cubicBezTo>
                  <a:cubicBezTo>
                    <a:pt x="76" y="945"/>
                    <a:pt x="151" y="1021"/>
                    <a:pt x="226" y="1096"/>
                  </a:cubicBezTo>
                  <a:cubicBezTo>
                    <a:pt x="527" y="1346"/>
                    <a:pt x="878" y="1472"/>
                    <a:pt x="1254" y="1472"/>
                  </a:cubicBezTo>
                  <a:cubicBezTo>
                    <a:pt x="1329" y="1484"/>
                    <a:pt x="1404" y="1490"/>
                    <a:pt x="1479" y="1490"/>
                  </a:cubicBezTo>
                  <a:cubicBezTo>
                    <a:pt x="1555" y="1490"/>
                    <a:pt x="1630" y="1484"/>
                    <a:pt x="1705" y="1472"/>
                  </a:cubicBezTo>
                  <a:cubicBezTo>
                    <a:pt x="1780" y="1572"/>
                    <a:pt x="1855" y="1697"/>
                    <a:pt x="1931" y="1797"/>
                  </a:cubicBezTo>
                  <a:cubicBezTo>
                    <a:pt x="2339" y="2313"/>
                    <a:pt x="2986" y="2626"/>
                    <a:pt x="3652" y="2626"/>
                  </a:cubicBezTo>
                  <a:cubicBezTo>
                    <a:pt x="3763" y="2626"/>
                    <a:pt x="3875" y="2617"/>
                    <a:pt x="3986" y="2599"/>
                  </a:cubicBezTo>
                  <a:cubicBezTo>
                    <a:pt x="4104" y="2576"/>
                    <a:pt x="4066" y="2397"/>
                    <a:pt x="3957" y="2397"/>
                  </a:cubicBezTo>
                  <a:cubicBezTo>
                    <a:pt x="3950" y="2397"/>
                    <a:pt x="3943" y="2398"/>
                    <a:pt x="3936" y="2399"/>
                  </a:cubicBezTo>
                  <a:cubicBezTo>
                    <a:pt x="3832" y="2418"/>
                    <a:pt x="3727" y="2427"/>
                    <a:pt x="3623" y="2427"/>
                  </a:cubicBezTo>
                  <a:cubicBezTo>
                    <a:pt x="3172" y="2427"/>
                    <a:pt x="2728" y="2258"/>
                    <a:pt x="2382" y="1973"/>
                  </a:cubicBezTo>
                  <a:cubicBezTo>
                    <a:pt x="2181" y="1823"/>
                    <a:pt x="2031" y="1622"/>
                    <a:pt x="1931" y="1422"/>
                  </a:cubicBezTo>
                  <a:cubicBezTo>
                    <a:pt x="2081" y="1396"/>
                    <a:pt x="2231" y="1346"/>
                    <a:pt x="2357" y="1271"/>
                  </a:cubicBezTo>
                  <a:cubicBezTo>
                    <a:pt x="2632" y="1096"/>
                    <a:pt x="2833" y="795"/>
                    <a:pt x="2783" y="444"/>
                  </a:cubicBezTo>
                  <a:cubicBezTo>
                    <a:pt x="2740" y="169"/>
                    <a:pt x="2519" y="1"/>
                    <a:pt x="225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2" name="Google Shape;4832;p54"/>
            <p:cNvSpPr/>
            <p:nvPr/>
          </p:nvSpPr>
          <p:spPr>
            <a:xfrm>
              <a:off x="2730239" y="3494990"/>
              <a:ext cx="79045" cy="180582"/>
            </a:xfrm>
            <a:custGeom>
              <a:rect b="b" l="l" r="r" t="t"/>
              <a:pathLst>
                <a:path extrusionOk="0" h="6415" w="2808">
                  <a:moveTo>
                    <a:pt x="1696" y="2552"/>
                  </a:moveTo>
                  <a:cubicBezTo>
                    <a:pt x="1825" y="2552"/>
                    <a:pt x="1955" y="2577"/>
                    <a:pt x="2080" y="2632"/>
                  </a:cubicBezTo>
                  <a:cubicBezTo>
                    <a:pt x="2481" y="2807"/>
                    <a:pt x="2556" y="3283"/>
                    <a:pt x="2306" y="3634"/>
                  </a:cubicBezTo>
                  <a:cubicBezTo>
                    <a:pt x="2146" y="3866"/>
                    <a:pt x="1903" y="3972"/>
                    <a:pt x="1649" y="3972"/>
                  </a:cubicBezTo>
                  <a:cubicBezTo>
                    <a:pt x="1464" y="3972"/>
                    <a:pt x="1272" y="3916"/>
                    <a:pt x="1103" y="3810"/>
                  </a:cubicBezTo>
                  <a:cubicBezTo>
                    <a:pt x="877" y="3684"/>
                    <a:pt x="727" y="3509"/>
                    <a:pt x="627" y="3308"/>
                  </a:cubicBezTo>
                  <a:cubicBezTo>
                    <a:pt x="702" y="3158"/>
                    <a:pt x="802" y="3008"/>
                    <a:pt x="927" y="2882"/>
                  </a:cubicBezTo>
                  <a:cubicBezTo>
                    <a:pt x="1134" y="2675"/>
                    <a:pt x="1412" y="2552"/>
                    <a:pt x="1696" y="2552"/>
                  </a:cubicBezTo>
                  <a:close/>
                  <a:moveTo>
                    <a:pt x="2180" y="0"/>
                  </a:moveTo>
                  <a:cubicBezTo>
                    <a:pt x="1704" y="126"/>
                    <a:pt x="1278" y="426"/>
                    <a:pt x="952" y="777"/>
                  </a:cubicBezTo>
                  <a:cubicBezTo>
                    <a:pt x="576" y="1203"/>
                    <a:pt x="351" y="1704"/>
                    <a:pt x="276" y="2256"/>
                  </a:cubicBezTo>
                  <a:cubicBezTo>
                    <a:pt x="251" y="2607"/>
                    <a:pt x="276" y="2983"/>
                    <a:pt x="426" y="3308"/>
                  </a:cubicBezTo>
                  <a:cubicBezTo>
                    <a:pt x="351" y="3434"/>
                    <a:pt x="301" y="3559"/>
                    <a:pt x="251" y="3709"/>
                  </a:cubicBezTo>
                  <a:cubicBezTo>
                    <a:pt x="75" y="4336"/>
                    <a:pt x="0" y="5113"/>
                    <a:pt x="376" y="5715"/>
                  </a:cubicBezTo>
                  <a:cubicBezTo>
                    <a:pt x="641" y="6122"/>
                    <a:pt x="1105" y="6414"/>
                    <a:pt x="1593" y="6414"/>
                  </a:cubicBezTo>
                  <a:cubicBezTo>
                    <a:pt x="1705" y="6414"/>
                    <a:pt x="1818" y="6399"/>
                    <a:pt x="1930" y="6366"/>
                  </a:cubicBezTo>
                  <a:cubicBezTo>
                    <a:pt x="2047" y="6319"/>
                    <a:pt x="1989" y="6163"/>
                    <a:pt x="1879" y="6163"/>
                  </a:cubicBezTo>
                  <a:cubicBezTo>
                    <a:pt x="1871" y="6163"/>
                    <a:pt x="1863" y="6164"/>
                    <a:pt x="1855" y="6166"/>
                  </a:cubicBezTo>
                  <a:cubicBezTo>
                    <a:pt x="1757" y="6198"/>
                    <a:pt x="1659" y="6213"/>
                    <a:pt x="1562" y="6213"/>
                  </a:cubicBezTo>
                  <a:cubicBezTo>
                    <a:pt x="1208" y="6213"/>
                    <a:pt x="868" y="6015"/>
                    <a:pt x="652" y="5740"/>
                  </a:cubicBezTo>
                  <a:cubicBezTo>
                    <a:pt x="326" y="5339"/>
                    <a:pt x="276" y="4762"/>
                    <a:pt x="351" y="4261"/>
                  </a:cubicBezTo>
                  <a:cubicBezTo>
                    <a:pt x="376" y="4010"/>
                    <a:pt x="451" y="3760"/>
                    <a:pt x="526" y="3534"/>
                  </a:cubicBezTo>
                  <a:cubicBezTo>
                    <a:pt x="602" y="3659"/>
                    <a:pt x="702" y="3760"/>
                    <a:pt x="802" y="3860"/>
                  </a:cubicBezTo>
                  <a:cubicBezTo>
                    <a:pt x="1040" y="4053"/>
                    <a:pt x="1357" y="4176"/>
                    <a:pt x="1664" y="4176"/>
                  </a:cubicBezTo>
                  <a:cubicBezTo>
                    <a:pt x="1875" y="4176"/>
                    <a:pt x="2082" y="4118"/>
                    <a:pt x="2256" y="3985"/>
                  </a:cubicBezTo>
                  <a:cubicBezTo>
                    <a:pt x="2632" y="3684"/>
                    <a:pt x="2807" y="3108"/>
                    <a:pt x="2481" y="2707"/>
                  </a:cubicBezTo>
                  <a:cubicBezTo>
                    <a:pt x="2299" y="2458"/>
                    <a:pt x="1985" y="2341"/>
                    <a:pt x="1677" y="2341"/>
                  </a:cubicBezTo>
                  <a:cubicBezTo>
                    <a:pt x="1520" y="2341"/>
                    <a:pt x="1364" y="2372"/>
                    <a:pt x="1228" y="2431"/>
                  </a:cubicBezTo>
                  <a:cubicBezTo>
                    <a:pt x="927" y="2557"/>
                    <a:pt x="702" y="2807"/>
                    <a:pt x="551" y="3083"/>
                  </a:cubicBezTo>
                  <a:cubicBezTo>
                    <a:pt x="351" y="2456"/>
                    <a:pt x="551" y="1704"/>
                    <a:pt x="877" y="1203"/>
                  </a:cubicBezTo>
                  <a:cubicBezTo>
                    <a:pt x="1178" y="752"/>
                    <a:pt x="1604" y="426"/>
                    <a:pt x="2080" y="251"/>
                  </a:cubicBezTo>
                  <a:cubicBezTo>
                    <a:pt x="2155" y="226"/>
                    <a:pt x="2231" y="201"/>
                    <a:pt x="2281" y="176"/>
                  </a:cubicBezTo>
                  <a:cubicBezTo>
                    <a:pt x="2256" y="126"/>
                    <a:pt x="2231" y="50"/>
                    <a:pt x="218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3" name="Google Shape;4833;p54"/>
            <p:cNvSpPr/>
            <p:nvPr/>
          </p:nvSpPr>
          <p:spPr>
            <a:xfrm>
              <a:off x="2697078" y="3440518"/>
              <a:ext cx="50107" cy="70938"/>
            </a:xfrm>
            <a:custGeom>
              <a:rect b="b" l="l" r="r" t="t"/>
              <a:pathLst>
                <a:path extrusionOk="0" h="2520" w="1780">
                  <a:moveTo>
                    <a:pt x="960" y="680"/>
                  </a:moveTo>
                  <a:cubicBezTo>
                    <a:pt x="1109" y="680"/>
                    <a:pt x="1146" y="841"/>
                    <a:pt x="1053" y="958"/>
                  </a:cubicBezTo>
                  <a:cubicBezTo>
                    <a:pt x="994" y="1055"/>
                    <a:pt x="891" y="1092"/>
                    <a:pt x="777" y="1092"/>
                  </a:cubicBezTo>
                  <a:cubicBezTo>
                    <a:pt x="744" y="1092"/>
                    <a:pt x="711" y="1089"/>
                    <a:pt x="677" y="1083"/>
                  </a:cubicBezTo>
                  <a:cubicBezTo>
                    <a:pt x="677" y="1058"/>
                    <a:pt x="677" y="1033"/>
                    <a:pt x="677" y="983"/>
                  </a:cubicBezTo>
                  <a:cubicBezTo>
                    <a:pt x="677" y="832"/>
                    <a:pt x="777" y="707"/>
                    <a:pt x="927" y="682"/>
                  </a:cubicBezTo>
                  <a:cubicBezTo>
                    <a:pt x="939" y="680"/>
                    <a:pt x="950" y="680"/>
                    <a:pt x="960" y="680"/>
                  </a:cubicBezTo>
                  <a:close/>
                  <a:moveTo>
                    <a:pt x="1303" y="1559"/>
                  </a:moveTo>
                  <a:cubicBezTo>
                    <a:pt x="1353" y="1559"/>
                    <a:pt x="1429" y="1559"/>
                    <a:pt x="1454" y="1634"/>
                  </a:cubicBezTo>
                  <a:cubicBezTo>
                    <a:pt x="1479" y="1710"/>
                    <a:pt x="1404" y="1785"/>
                    <a:pt x="1328" y="1810"/>
                  </a:cubicBezTo>
                  <a:cubicBezTo>
                    <a:pt x="1297" y="1820"/>
                    <a:pt x="1266" y="1826"/>
                    <a:pt x="1237" y="1826"/>
                  </a:cubicBezTo>
                  <a:cubicBezTo>
                    <a:pt x="1195" y="1826"/>
                    <a:pt x="1157" y="1814"/>
                    <a:pt x="1128" y="1785"/>
                  </a:cubicBezTo>
                  <a:cubicBezTo>
                    <a:pt x="1128" y="1685"/>
                    <a:pt x="1178" y="1559"/>
                    <a:pt x="1303" y="1559"/>
                  </a:cubicBezTo>
                  <a:close/>
                  <a:moveTo>
                    <a:pt x="412" y="0"/>
                  </a:moveTo>
                  <a:cubicBezTo>
                    <a:pt x="393" y="0"/>
                    <a:pt x="372" y="9"/>
                    <a:pt x="351" y="30"/>
                  </a:cubicBezTo>
                  <a:cubicBezTo>
                    <a:pt x="125" y="181"/>
                    <a:pt x="0" y="431"/>
                    <a:pt x="50" y="707"/>
                  </a:cubicBezTo>
                  <a:cubicBezTo>
                    <a:pt x="75" y="958"/>
                    <a:pt x="276" y="1183"/>
                    <a:pt x="501" y="1258"/>
                  </a:cubicBezTo>
                  <a:cubicBezTo>
                    <a:pt x="551" y="1409"/>
                    <a:pt x="627" y="1559"/>
                    <a:pt x="727" y="1660"/>
                  </a:cubicBezTo>
                  <a:cubicBezTo>
                    <a:pt x="777" y="1760"/>
                    <a:pt x="852" y="1835"/>
                    <a:pt x="927" y="1910"/>
                  </a:cubicBezTo>
                  <a:cubicBezTo>
                    <a:pt x="978" y="2136"/>
                    <a:pt x="1178" y="2336"/>
                    <a:pt x="1379" y="2487"/>
                  </a:cubicBezTo>
                  <a:cubicBezTo>
                    <a:pt x="1402" y="2510"/>
                    <a:pt x="1429" y="2520"/>
                    <a:pt x="1454" y="2520"/>
                  </a:cubicBezTo>
                  <a:cubicBezTo>
                    <a:pt x="1534" y="2520"/>
                    <a:pt x="1600" y="2419"/>
                    <a:pt x="1504" y="2361"/>
                  </a:cubicBezTo>
                  <a:cubicBezTo>
                    <a:pt x="1404" y="2261"/>
                    <a:pt x="1253" y="2161"/>
                    <a:pt x="1178" y="2010"/>
                  </a:cubicBezTo>
                  <a:lnTo>
                    <a:pt x="1178" y="2010"/>
                  </a:lnTo>
                  <a:cubicBezTo>
                    <a:pt x="1209" y="2021"/>
                    <a:pt x="1240" y="2027"/>
                    <a:pt x="1271" y="2027"/>
                  </a:cubicBezTo>
                  <a:cubicBezTo>
                    <a:pt x="1315" y="2027"/>
                    <a:pt x="1360" y="2015"/>
                    <a:pt x="1404" y="1985"/>
                  </a:cubicBezTo>
                  <a:cubicBezTo>
                    <a:pt x="1629" y="1910"/>
                    <a:pt x="1780" y="1609"/>
                    <a:pt x="1554" y="1434"/>
                  </a:cubicBezTo>
                  <a:cubicBezTo>
                    <a:pt x="1481" y="1377"/>
                    <a:pt x="1401" y="1352"/>
                    <a:pt x="1323" y="1352"/>
                  </a:cubicBezTo>
                  <a:cubicBezTo>
                    <a:pt x="1158" y="1352"/>
                    <a:pt x="1003" y="1464"/>
                    <a:pt x="952" y="1634"/>
                  </a:cubicBezTo>
                  <a:cubicBezTo>
                    <a:pt x="927" y="1609"/>
                    <a:pt x="902" y="1584"/>
                    <a:pt x="902" y="1559"/>
                  </a:cubicBezTo>
                  <a:cubicBezTo>
                    <a:pt x="827" y="1484"/>
                    <a:pt x="777" y="1409"/>
                    <a:pt x="752" y="1309"/>
                  </a:cubicBezTo>
                  <a:cubicBezTo>
                    <a:pt x="927" y="1309"/>
                    <a:pt x="1128" y="1208"/>
                    <a:pt x="1228" y="1058"/>
                  </a:cubicBezTo>
                  <a:cubicBezTo>
                    <a:pt x="1379" y="857"/>
                    <a:pt x="1303" y="557"/>
                    <a:pt x="1053" y="482"/>
                  </a:cubicBezTo>
                  <a:cubicBezTo>
                    <a:pt x="1026" y="475"/>
                    <a:pt x="999" y="472"/>
                    <a:pt x="971" y="472"/>
                  </a:cubicBezTo>
                  <a:cubicBezTo>
                    <a:pt x="789" y="472"/>
                    <a:pt x="588" y="608"/>
                    <a:pt x="501" y="782"/>
                  </a:cubicBezTo>
                  <a:cubicBezTo>
                    <a:pt x="476" y="857"/>
                    <a:pt x="451" y="933"/>
                    <a:pt x="451" y="1008"/>
                  </a:cubicBezTo>
                  <a:cubicBezTo>
                    <a:pt x="201" y="832"/>
                    <a:pt x="150" y="406"/>
                    <a:pt x="451" y="206"/>
                  </a:cubicBezTo>
                  <a:cubicBezTo>
                    <a:pt x="530" y="127"/>
                    <a:pt x="484" y="0"/>
                    <a:pt x="41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4" name="Google Shape;4834;p54"/>
            <p:cNvSpPr/>
            <p:nvPr/>
          </p:nvSpPr>
          <p:spPr>
            <a:xfrm>
              <a:off x="2591259" y="3605904"/>
              <a:ext cx="89376" cy="37439"/>
            </a:xfrm>
            <a:custGeom>
              <a:rect b="b" l="l" r="r" t="t"/>
              <a:pathLst>
                <a:path extrusionOk="0" h="1330" w="3175">
                  <a:moveTo>
                    <a:pt x="1896" y="277"/>
                  </a:moveTo>
                  <a:cubicBezTo>
                    <a:pt x="1919" y="277"/>
                    <a:pt x="1947" y="283"/>
                    <a:pt x="1980" y="296"/>
                  </a:cubicBezTo>
                  <a:cubicBezTo>
                    <a:pt x="2180" y="371"/>
                    <a:pt x="2105" y="647"/>
                    <a:pt x="2005" y="797"/>
                  </a:cubicBezTo>
                  <a:cubicBezTo>
                    <a:pt x="1955" y="747"/>
                    <a:pt x="1904" y="697"/>
                    <a:pt x="1854" y="622"/>
                  </a:cubicBezTo>
                  <a:cubicBezTo>
                    <a:pt x="1789" y="534"/>
                    <a:pt x="1743" y="277"/>
                    <a:pt x="1896" y="277"/>
                  </a:cubicBezTo>
                  <a:close/>
                  <a:moveTo>
                    <a:pt x="852" y="207"/>
                  </a:moveTo>
                  <a:cubicBezTo>
                    <a:pt x="922" y="207"/>
                    <a:pt x="995" y="238"/>
                    <a:pt x="1052" y="296"/>
                  </a:cubicBezTo>
                  <a:cubicBezTo>
                    <a:pt x="1228" y="471"/>
                    <a:pt x="1102" y="747"/>
                    <a:pt x="902" y="822"/>
                  </a:cubicBezTo>
                  <a:cubicBezTo>
                    <a:pt x="852" y="847"/>
                    <a:pt x="827" y="847"/>
                    <a:pt x="777" y="847"/>
                  </a:cubicBezTo>
                  <a:cubicBezTo>
                    <a:pt x="676" y="722"/>
                    <a:pt x="601" y="521"/>
                    <a:pt x="651" y="346"/>
                  </a:cubicBezTo>
                  <a:cubicBezTo>
                    <a:pt x="692" y="251"/>
                    <a:pt x="770" y="207"/>
                    <a:pt x="852" y="207"/>
                  </a:cubicBezTo>
                  <a:close/>
                  <a:moveTo>
                    <a:pt x="850" y="1"/>
                  </a:moveTo>
                  <a:cubicBezTo>
                    <a:pt x="808" y="1"/>
                    <a:pt x="766" y="7"/>
                    <a:pt x="726" y="20"/>
                  </a:cubicBezTo>
                  <a:cubicBezTo>
                    <a:pt x="451" y="120"/>
                    <a:pt x="376" y="446"/>
                    <a:pt x="451" y="697"/>
                  </a:cubicBezTo>
                  <a:cubicBezTo>
                    <a:pt x="476" y="747"/>
                    <a:pt x="501" y="772"/>
                    <a:pt x="501" y="822"/>
                  </a:cubicBezTo>
                  <a:cubicBezTo>
                    <a:pt x="401" y="772"/>
                    <a:pt x="275" y="672"/>
                    <a:pt x="200" y="597"/>
                  </a:cubicBezTo>
                  <a:cubicBezTo>
                    <a:pt x="181" y="571"/>
                    <a:pt x="156" y="560"/>
                    <a:pt x="132" y="560"/>
                  </a:cubicBezTo>
                  <a:cubicBezTo>
                    <a:pt x="64" y="560"/>
                    <a:pt x="1" y="648"/>
                    <a:pt x="75" y="722"/>
                  </a:cubicBezTo>
                  <a:cubicBezTo>
                    <a:pt x="225" y="922"/>
                    <a:pt x="451" y="1048"/>
                    <a:pt x="676" y="1073"/>
                  </a:cubicBezTo>
                  <a:cubicBezTo>
                    <a:pt x="859" y="1242"/>
                    <a:pt x="1108" y="1330"/>
                    <a:pt x="1359" y="1330"/>
                  </a:cubicBezTo>
                  <a:cubicBezTo>
                    <a:pt x="1591" y="1330"/>
                    <a:pt x="1824" y="1254"/>
                    <a:pt x="2005" y="1098"/>
                  </a:cubicBezTo>
                  <a:cubicBezTo>
                    <a:pt x="2030" y="1098"/>
                    <a:pt x="2030" y="1073"/>
                    <a:pt x="2055" y="1073"/>
                  </a:cubicBezTo>
                  <a:cubicBezTo>
                    <a:pt x="2265" y="1196"/>
                    <a:pt x="2500" y="1257"/>
                    <a:pt x="2743" y="1257"/>
                  </a:cubicBezTo>
                  <a:cubicBezTo>
                    <a:pt x="2847" y="1257"/>
                    <a:pt x="2952" y="1246"/>
                    <a:pt x="3057" y="1223"/>
                  </a:cubicBezTo>
                  <a:cubicBezTo>
                    <a:pt x="3174" y="1176"/>
                    <a:pt x="3138" y="1020"/>
                    <a:pt x="3031" y="1020"/>
                  </a:cubicBezTo>
                  <a:cubicBezTo>
                    <a:pt x="3023" y="1020"/>
                    <a:pt x="3015" y="1021"/>
                    <a:pt x="3007" y="1023"/>
                  </a:cubicBezTo>
                  <a:cubicBezTo>
                    <a:pt x="2928" y="1038"/>
                    <a:pt x="2841" y="1047"/>
                    <a:pt x="2751" y="1047"/>
                  </a:cubicBezTo>
                  <a:cubicBezTo>
                    <a:pt x="2558" y="1047"/>
                    <a:pt x="2351" y="1008"/>
                    <a:pt x="2180" y="922"/>
                  </a:cubicBezTo>
                  <a:cubicBezTo>
                    <a:pt x="2305" y="722"/>
                    <a:pt x="2381" y="471"/>
                    <a:pt x="2230" y="271"/>
                  </a:cubicBezTo>
                  <a:cubicBezTo>
                    <a:pt x="2164" y="152"/>
                    <a:pt x="2030" y="82"/>
                    <a:pt x="1902" y="82"/>
                  </a:cubicBezTo>
                  <a:cubicBezTo>
                    <a:pt x="1786" y="82"/>
                    <a:pt x="1676" y="140"/>
                    <a:pt x="1629" y="271"/>
                  </a:cubicBezTo>
                  <a:cubicBezTo>
                    <a:pt x="1503" y="521"/>
                    <a:pt x="1679" y="772"/>
                    <a:pt x="1879" y="947"/>
                  </a:cubicBezTo>
                  <a:cubicBezTo>
                    <a:pt x="1724" y="1074"/>
                    <a:pt x="1545" y="1138"/>
                    <a:pt x="1365" y="1138"/>
                  </a:cubicBezTo>
                  <a:cubicBezTo>
                    <a:pt x="1225" y="1138"/>
                    <a:pt x="1084" y="1099"/>
                    <a:pt x="952" y="1023"/>
                  </a:cubicBezTo>
                  <a:cubicBezTo>
                    <a:pt x="1228" y="897"/>
                    <a:pt x="1428" y="622"/>
                    <a:pt x="1328" y="346"/>
                  </a:cubicBezTo>
                  <a:cubicBezTo>
                    <a:pt x="1266" y="139"/>
                    <a:pt x="1050" y="1"/>
                    <a:pt x="8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5" name="Google Shape;4835;p54"/>
            <p:cNvSpPr/>
            <p:nvPr/>
          </p:nvSpPr>
          <p:spPr>
            <a:xfrm>
              <a:off x="2413431" y="3725488"/>
              <a:ext cx="115359" cy="83915"/>
            </a:xfrm>
            <a:custGeom>
              <a:rect b="b" l="l" r="r" t="t"/>
              <a:pathLst>
                <a:path extrusionOk="0" h="2981" w="4098">
                  <a:moveTo>
                    <a:pt x="1517" y="731"/>
                  </a:moveTo>
                  <a:cubicBezTo>
                    <a:pt x="1647" y="731"/>
                    <a:pt x="1732" y="848"/>
                    <a:pt x="1755" y="985"/>
                  </a:cubicBezTo>
                  <a:cubicBezTo>
                    <a:pt x="1755" y="1136"/>
                    <a:pt x="1680" y="1286"/>
                    <a:pt x="1530" y="1361"/>
                  </a:cubicBezTo>
                  <a:cubicBezTo>
                    <a:pt x="1429" y="1411"/>
                    <a:pt x="1279" y="1461"/>
                    <a:pt x="1154" y="1461"/>
                  </a:cubicBezTo>
                  <a:cubicBezTo>
                    <a:pt x="1104" y="1161"/>
                    <a:pt x="1154" y="785"/>
                    <a:pt x="1480" y="735"/>
                  </a:cubicBezTo>
                  <a:cubicBezTo>
                    <a:pt x="1493" y="732"/>
                    <a:pt x="1505" y="731"/>
                    <a:pt x="1517" y="731"/>
                  </a:cubicBezTo>
                  <a:close/>
                  <a:moveTo>
                    <a:pt x="3096" y="1508"/>
                  </a:moveTo>
                  <a:cubicBezTo>
                    <a:pt x="3221" y="1508"/>
                    <a:pt x="3284" y="1625"/>
                    <a:pt x="3284" y="1762"/>
                  </a:cubicBezTo>
                  <a:cubicBezTo>
                    <a:pt x="3259" y="1988"/>
                    <a:pt x="3058" y="2163"/>
                    <a:pt x="2858" y="2288"/>
                  </a:cubicBezTo>
                  <a:cubicBezTo>
                    <a:pt x="2783" y="2163"/>
                    <a:pt x="2758" y="2013"/>
                    <a:pt x="2783" y="1862"/>
                  </a:cubicBezTo>
                  <a:cubicBezTo>
                    <a:pt x="2783" y="1687"/>
                    <a:pt x="2883" y="1511"/>
                    <a:pt x="3058" y="1511"/>
                  </a:cubicBezTo>
                  <a:cubicBezTo>
                    <a:pt x="3071" y="1509"/>
                    <a:pt x="3084" y="1508"/>
                    <a:pt x="3096" y="1508"/>
                  </a:cubicBezTo>
                  <a:close/>
                  <a:moveTo>
                    <a:pt x="294" y="0"/>
                  </a:moveTo>
                  <a:cubicBezTo>
                    <a:pt x="261" y="0"/>
                    <a:pt x="226" y="17"/>
                    <a:pt x="201" y="58"/>
                  </a:cubicBezTo>
                  <a:cubicBezTo>
                    <a:pt x="1" y="459"/>
                    <a:pt x="51" y="935"/>
                    <a:pt x="352" y="1286"/>
                  </a:cubicBezTo>
                  <a:cubicBezTo>
                    <a:pt x="502" y="1461"/>
                    <a:pt x="753" y="1587"/>
                    <a:pt x="978" y="1637"/>
                  </a:cubicBezTo>
                  <a:cubicBezTo>
                    <a:pt x="1053" y="1862"/>
                    <a:pt x="1179" y="2063"/>
                    <a:pt x="1354" y="2238"/>
                  </a:cubicBezTo>
                  <a:cubicBezTo>
                    <a:pt x="1612" y="2496"/>
                    <a:pt x="1980" y="2625"/>
                    <a:pt x="2349" y="2625"/>
                  </a:cubicBezTo>
                  <a:cubicBezTo>
                    <a:pt x="2410" y="2625"/>
                    <a:pt x="2471" y="2621"/>
                    <a:pt x="2532" y="2614"/>
                  </a:cubicBezTo>
                  <a:cubicBezTo>
                    <a:pt x="2607" y="2589"/>
                    <a:pt x="2708" y="2564"/>
                    <a:pt x="2783" y="2539"/>
                  </a:cubicBezTo>
                  <a:cubicBezTo>
                    <a:pt x="2783" y="2539"/>
                    <a:pt x="2808" y="2564"/>
                    <a:pt x="2808" y="2564"/>
                  </a:cubicBezTo>
                  <a:cubicBezTo>
                    <a:pt x="3023" y="2818"/>
                    <a:pt x="3359" y="2981"/>
                    <a:pt x="3699" y="2981"/>
                  </a:cubicBezTo>
                  <a:cubicBezTo>
                    <a:pt x="3795" y="2981"/>
                    <a:pt x="3892" y="2968"/>
                    <a:pt x="3986" y="2940"/>
                  </a:cubicBezTo>
                  <a:cubicBezTo>
                    <a:pt x="4097" y="2895"/>
                    <a:pt x="4070" y="2732"/>
                    <a:pt x="3974" y="2732"/>
                  </a:cubicBezTo>
                  <a:cubicBezTo>
                    <a:pt x="3962" y="2732"/>
                    <a:pt x="3949" y="2734"/>
                    <a:pt x="3936" y="2740"/>
                  </a:cubicBezTo>
                  <a:cubicBezTo>
                    <a:pt x="3855" y="2763"/>
                    <a:pt x="3772" y="2774"/>
                    <a:pt x="3691" y="2774"/>
                  </a:cubicBezTo>
                  <a:cubicBezTo>
                    <a:pt x="3419" y="2774"/>
                    <a:pt x="3157" y="2651"/>
                    <a:pt x="2983" y="2439"/>
                  </a:cubicBezTo>
                  <a:cubicBezTo>
                    <a:pt x="3209" y="2314"/>
                    <a:pt x="3384" y="2138"/>
                    <a:pt x="3459" y="1887"/>
                  </a:cubicBezTo>
                  <a:cubicBezTo>
                    <a:pt x="3510" y="1712"/>
                    <a:pt x="3485" y="1537"/>
                    <a:pt x="3359" y="1411"/>
                  </a:cubicBezTo>
                  <a:cubicBezTo>
                    <a:pt x="3274" y="1341"/>
                    <a:pt x="3174" y="1310"/>
                    <a:pt x="3075" y="1310"/>
                  </a:cubicBezTo>
                  <a:cubicBezTo>
                    <a:pt x="2999" y="1310"/>
                    <a:pt x="2924" y="1328"/>
                    <a:pt x="2858" y="1361"/>
                  </a:cubicBezTo>
                  <a:cubicBezTo>
                    <a:pt x="2482" y="1562"/>
                    <a:pt x="2507" y="2013"/>
                    <a:pt x="2683" y="2364"/>
                  </a:cubicBezTo>
                  <a:cubicBezTo>
                    <a:pt x="2562" y="2404"/>
                    <a:pt x="2439" y="2423"/>
                    <a:pt x="2318" y="2423"/>
                  </a:cubicBezTo>
                  <a:cubicBezTo>
                    <a:pt x="1836" y="2423"/>
                    <a:pt x="1384" y="2122"/>
                    <a:pt x="1204" y="1662"/>
                  </a:cubicBezTo>
                  <a:cubicBezTo>
                    <a:pt x="1304" y="1637"/>
                    <a:pt x="1429" y="1637"/>
                    <a:pt x="1505" y="1587"/>
                  </a:cubicBezTo>
                  <a:cubicBezTo>
                    <a:pt x="1855" y="1461"/>
                    <a:pt x="2131" y="1010"/>
                    <a:pt x="1830" y="684"/>
                  </a:cubicBezTo>
                  <a:cubicBezTo>
                    <a:pt x="1750" y="588"/>
                    <a:pt x="1639" y="543"/>
                    <a:pt x="1523" y="543"/>
                  </a:cubicBezTo>
                  <a:cubicBezTo>
                    <a:pt x="1458" y="543"/>
                    <a:pt x="1392" y="557"/>
                    <a:pt x="1329" y="584"/>
                  </a:cubicBezTo>
                  <a:cubicBezTo>
                    <a:pt x="1104" y="659"/>
                    <a:pt x="1003" y="860"/>
                    <a:pt x="953" y="1060"/>
                  </a:cubicBezTo>
                  <a:cubicBezTo>
                    <a:pt x="928" y="1186"/>
                    <a:pt x="928" y="1311"/>
                    <a:pt x="953" y="1411"/>
                  </a:cubicBezTo>
                  <a:cubicBezTo>
                    <a:pt x="803" y="1386"/>
                    <a:pt x="652" y="1311"/>
                    <a:pt x="552" y="1211"/>
                  </a:cubicBezTo>
                  <a:cubicBezTo>
                    <a:pt x="277" y="935"/>
                    <a:pt x="201" y="509"/>
                    <a:pt x="377" y="158"/>
                  </a:cubicBezTo>
                  <a:cubicBezTo>
                    <a:pt x="428" y="73"/>
                    <a:pt x="364" y="0"/>
                    <a:pt x="29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6" name="Google Shape;4836;p54"/>
            <p:cNvSpPr/>
            <p:nvPr/>
          </p:nvSpPr>
          <p:spPr>
            <a:xfrm>
              <a:off x="2351078" y="3829927"/>
              <a:ext cx="237473" cy="132784"/>
            </a:xfrm>
            <a:custGeom>
              <a:rect b="b" l="l" r="r" t="t"/>
              <a:pathLst>
                <a:path extrusionOk="0" h="4717" w="8436">
                  <a:moveTo>
                    <a:pt x="5231" y="216"/>
                  </a:moveTo>
                  <a:cubicBezTo>
                    <a:pt x="5396" y="216"/>
                    <a:pt x="5561" y="266"/>
                    <a:pt x="5700" y="358"/>
                  </a:cubicBezTo>
                  <a:cubicBezTo>
                    <a:pt x="6376" y="759"/>
                    <a:pt x="6376" y="1736"/>
                    <a:pt x="6151" y="2388"/>
                  </a:cubicBezTo>
                  <a:cubicBezTo>
                    <a:pt x="6075" y="2563"/>
                    <a:pt x="5975" y="2739"/>
                    <a:pt x="5875" y="2914"/>
                  </a:cubicBezTo>
                  <a:cubicBezTo>
                    <a:pt x="5223" y="2689"/>
                    <a:pt x="4647" y="2162"/>
                    <a:pt x="4471" y="1511"/>
                  </a:cubicBezTo>
                  <a:cubicBezTo>
                    <a:pt x="4371" y="1135"/>
                    <a:pt x="4421" y="709"/>
                    <a:pt x="4697" y="433"/>
                  </a:cubicBezTo>
                  <a:cubicBezTo>
                    <a:pt x="4846" y="284"/>
                    <a:pt x="5038" y="216"/>
                    <a:pt x="5231" y="216"/>
                  </a:cubicBezTo>
                  <a:close/>
                  <a:moveTo>
                    <a:pt x="2339" y="1147"/>
                  </a:moveTo>
                  <a:cubicBezTo>
                    <a:pt x="2653" y="1147"/>
                    <a:pt x="2884" y="1394"/>
                    <a:pt x="3018" y="1661"/>
                  </a:cubicBezTo>
                  <a:cubicBezTo>
                    <a:pt x="3344" y="2313"/>
                    <a:pt x="3168" y="3140"/>
                    <a:pt x="2742" y="3691"/>
                  </a:cubicBezTo>
                  <a:cubicBezTo>
                    <a:pt x="2742" y="3691"/>
                    <a:pt x="2742" y="3716"/>
                    <a:pt x="2717" y="3716"/>
                  </a:cubicBezTo>
                  <a:cubicBezTo>
                    <a:pt x="2116" y="3390"/>
                    <a:pt x="1514" y="2714"/>
                    <a:pt x="1564" y="1962"/>
                  </a:cubicBezTo>
                  <a:cubicBezTo>
                    <a:pt x="1589" y="1611"/>
                    <a:pt x="1865" y="1260"/>
                    <a:pt x="2216" y="1160"/>
                  </a:cubicBezTo>
                  <a:cubicBezTo>
                    <a:pt x="2258" y="1151"/>
                    <a:pt x="2300" y="1147"/>
                    <a:pt x="2339" y="1147"/>
                  </a:cubicBezTo>
                  <a:close/>
                  <a:moveTo>
                    <a:pt x="5217" y="0"/>
                  </a:moveTo>
                  <a:cubicBezTo>
                    <a:pt x="5178" y="0"/>
                    <a:pt x="5138" y="2"/>
                    <a:pt x="5098" y="7"/>
                  </a:cubicBezTo>
                  <a:cubicBezTo>
                    <a:pt x="4722" y="57"/>
                    <a:pt x="4421" y="358"/>
                    <a:pt x="4296" y="734"/>
                  </a:cubicBezTo>
                  <a:cubicBezTo>
                    <a:pt x="3970" y="1586"/>
                    <a:pt x="4647" y="2513"/>
                    <a:pt x="5374" y="2914"/>
                  </a:cubicBezTo>
                  <a:cubicBezTo>
                    <a:pt x="5499" y="2989"/>
                    <a:pt x="5624" y="3040"/>
                    <a:pt x="5750" y="3090"/>
                  </a:cubicBezTo>
                  <a:cubicBezTo>
                    <a:pt x="5499" y="3441"/>
                    <a:pt x="5123" y="3716"/>
                    <a:pt x="4722" y="3867"/>
                  </a:cubicBezTo>
                  <a:cubicBezTo>
                    <a:pt x="4471" y="3965"/>
                    <a:pt x="4207" y="4011"/>
                    <a:pt x="3940" y="4011"/>
                  </a:cubicBezTo>
                  <a:cubicBezTo>
                    <a:pt x="3593" y="4011"/>
                    <a:pt x="3243" y="3933"/>
                    <a:pt x="2918" y="3792"/>
                  </a:cubicBezTo>
                  <a:cubicBezTo>
                    <a:pt x="3294" y="3290"/>
                    <a:pt x="3469" y="2614"/>
                    <a:pt x="3344" y="1987"/>
                  </a:cubicBezTo>
                  <a:cubicBezTo>
                    <a:pt x="3268" y="1636"/>
                    <a:pt x="3093" y="1235"/>
                    <a:pt x="2742" y="1060"/>
                  </a:cubicBezTo>
                  <a:cubicBezTo>
                    <a:pt x="2616" y="987"/>
                    <a:pt x="2483" y="954"/>
                    <a:pt x="2351" y="954"/>
                  </a:cubicBezTo>
                  <a:cubicBezTo>
                    <a:pt x="2118" y="954"/>
                    <a:pt x="1891" y="1059"/>
                    <a:pt x="1715" y="1235"/>
                  </a:cubicBezTo>
                  <a:cubicBezTo>
                    <a:pt x="1013" y="1887"/>
                    <a:pt x="1464" y="2939"/>
                    <a:pt x="2065" y="3491"/>
                  </a:cubicBezTo>
                  <a:cubicBezTo>
                    <a:pt x="2216" y="3641"/>
                    <a:pt x="2391" y="3766"/>
                    <a:pt x="2592" y="3867"/>
                  </a:cubicBezTo>
                  <a:cubicBezTo>
                    <a:pt x="2190" y="4290"/>
                    <a:pt x="1627" y="4517"/>
                    <a:pt x="1069" y="4517"/>
                  </a:cubicBezTo>
                  <a:cubicBezTo>
                    <a:pt x="966" y="4517"/>
                    <a:pt x="864" y="4509"/>
                    <a:pt x="762" y="4493"/>
                  </a:cubicBezTo>
                  <a:cubicBezTo>
                    <a:pt x="562" y="4468"/>
                    <a:pt x="386" y="4418"/>
                    <a:pt x="211" y="4343"/>
                  </a:cubicBezTo>
                  <a:cubicBezTo>
                    <a:pt x="195" y="4337"/>
                    <a:pt x="180" y="4334"/>
                    <a:pt x="166" y="4334"/>
                  </a:cubicBezTo>
                  <a:cubicBezTo>
                    <a:pt x="64" y="4334"/>
                    <a:pt x="1" y="4474"/>
                    <a:pt x="111" y="4518"/>
                  </a:cubicBezTo>
                  <a:cubicBezTo>
                    <a:pt x="406" y="4652"/>
                    <a:pt x="726" y="4716"/>
                    <a:pt x="1047" y="4716"/>
                  </a:cubicBezTo>
                  <a:cubicBezTo>
                    <a:pt x="1571" y="4716"/>
                    <a:pt x="2097" y="4544"/>
                    <a:pt x="2517" y="4218"/>
                  </a:cubicBezTo>
                  <a:cubicBezTo>
                    <a:pt x="2617" y="4142"/>
                    <a:pt x="2692" y="4042"/>
                    <a:pt x="2767" y="3967"/>
                  </a:cubicBezTo>
                  <a:cubicBezTo>
                    <a:pt x="3117" y="4122"/>
                    <a:pt x="3511" y="4217"/>
                    <a:pt x="3893" y="4217"/>
                  </a:cubicBezTo>
                  <a:cubicBezTo>
                    <a:pt x="4004" y="4217"/>
                    <a:pt x="4114" y="4209"/>
                    <a:pt x="4221" y="4193"/>
                  </a:cubicBezTo>
                  <a:cubicBezTo>
                    <a:pt x="4923" y="4117"/>
                    <a:pt x="5549" y="3716"/>
                    <a:pt x="5950" y="3165"/>
                  </a:cubicBezTo>
                  <a:cubicBezTo>
                    <a:pt x="6155" y="3214"/>
                    <a:pt x="6368" y="3239"/>
                    <a:pt x="6583" y="3239"/>
                  </a:cubicBezTo>
                  <a:cubicBezTo>
                    <a:pt x="7023" y="3239"/>
                    <a:pt x="7467" y="3133"/>
                    <a:pt x="7855" y="2914"/>
                  </a:cubicBezTo>
                  <a:cubicBezTo>
                    <a:pt x="8030" y="2814"/>
                    <a:pt x="8206" y="2664"/>
                    <a:pt x="8356" y="2513"/>
                  </a:cubicBezTo>
                  <a:cubicBezTo>
                    <a:pt x="8435" y="2434"/>
                    <a:pt x="8359" y="2340"/>
                    <a:pt x="8286" y="2340"/>
                  </a:cubicBezTo>
                  <a:cubicBezTo>
                    <a:pt x="8266" y="2340"/>
                    <a:pt x="8247" y="2347"/>
                    <a:pt x="8231" y="2363"/>
                  </a:cubicBezTo>
                  <a:cubicBezTo>
                    <a:pt x="7777" y="2797"/>
                    <a:pt x="7183" y="3045"/>
                    <a:pt x="6572" y="3045"/>
                  </a:cubicBezTo>
                  <a:cubicBezTo>
                    <a:pt x="6407" y="3045"/>
                    <a:pt x="6241" y="3027"/>
                    <a:pt x="6075" y="2989"/>
                  </a:cubicBezTo>
                  <a:cubicBezTo>
                    <a:pt x="6101" y="2964"/>
                    <a:pt x="6101" y="2939"/>
                    <a:pt x="6126" y="2889"/>
                  </a:cubicBezTo>
                  <a:cubicBezTo>
                    <a:pt x="6527" y="2213"/>
                    <a:pt x="6677" y="1210"/>
                    <a:pt x="6176" y="508"/>
                  </a:cubicBezTo>
                  <a:cubicBezTo>
                    <a:pt x="5949" y="213"/>
                    <a:pt x="5598" y="0"/>
                    <a:pt x="521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7" name="Google Shape;4837;p54"/>
            <p:cNvSpPr/>
            <p:nvPr/>
          </p:nvSpPr>
          <p:spPr>
            <a:xfrm>
              <a:off x="2709858" y="3798933"/>
              <a:ext cx="53541" cy="84647"/>
            </a:xfrm>
            <a:custGeom>
              <a:rect b="b" l="l" r="r" t="t"/>
              <a:pathLst>
                <a:path extrusionOk="0" h="3007" w="1902">
                  <a:moveTo>
                    <a:pt x="1267" y="675"/>
                  </a:moveTo>
                  <a:cubicBezTo>
                    <a:pt x="1324" y="675"/>
                    <a:pt x="1378" y="691"/>
                    <a:pt x="1426" y="732"/>
                  </a:cubicBezTo>
                  <a:cubicBezTo>
                    <a:pt x="1651" y="933"/>
                    <a:pt x="1351" y="1183"/>
                    <a:pt x="1175" y="1233"/>
                  </a:cubicBezTo>
                  <a:cubicBezTo>
                    <a:pt x="1138" y="1240"/>
                    <a:pt x="1098" y="1243"/>
                    <a:pt x="1059" y="1243"/>
                  </a:cubicBezTo>
                  <a:cubicBezTo>
                    <a:pt x="940" y="1243"/>
                    <a:pt x="818" y="1215"/>
                    <a:pt x="724" y="1158"/>
                  </a:cubicBezTo>
                  <a:cubicBezTo>
                    <a:pt x="749" y="1058"/>
                    <a:pt x="799" y="983"/>
                    <a:pt x="849" y="908"/>
                  </a:cubicBezTo>
                  <a:cubicBezTo>
                    <a:pt x="941" y="798"/>
                    <a:pt x="1112" y="675"/>
                    <a:pt x="1267" y="675"/>
                  </a:cubicBezTo>
                  <a:close/>
                  <a:moveTo>
                    <a:pt x="1470" y="1748"/>
                  </a:moveTo>
                  <a:cubicBezTo>
                    <a:pt x="1541" y="1748"/>
                    <a:pt x="1576" y="1847"/>
                    <a:pt x="1576" y="1910"/>
                  </a:cubicBezTo>
                  <a:cubicBezTo>
                    <a:pt x="1551" y="2035"/>
                    <a:pt x="1376" y="2060"/>
                    <a:pt x="1275" y="2060"/>
                  </a:cubicBezTo>
                  <a:cubicBezTo>
                    <a:pt x="1250" y="2060"/>
                    <a:pt x="1250" y="2035"/>
                    <a:pt x="1225" y="2035"/>
                  </a:cubicBezTo>
                  <a:cubicBezTo>
                    <a:pt x="1250" y="1910"/>
                    <a:pt x="1326" y="1785"/>
                    <a:pt x="1426" y="1760"/>
                  </a:cubicBezTo>
                  <a:cubicBezTo>
                    <a:pt x="1442" y="1752"/>
                    <a:pt x="1456" y="1748"/>
                    <a:pt x="1470" y="1748"/>
                  </a:cubicBezTo>
                  <a:close/>
                  <a:moveTo>
                    <a:pt x="1052" y="0"/>
                  </a:moveTo>
                  <a:cubicBezTo>
                    <a:pt x="478" y="0"/>
                    <a:pt x="1" y="736"/>
                    <a:pt x="473" y="1208"/>
                  </a:cubicBezTo>
                  <a:cubicBezTo>
                    <a:pt x="473" y="1208"/>
                    <a:pt x="498" y="1233"/>
                    <a:pt x="498" y="1233"/>
                  </a:cubicBezTo>
                  <a:cubicBezTo>
                    <a:pt x="473" y="1384"/>
                    <a:pt x="498" y="1534"/>
                    <a:pt x="549" y="1659"/>
                  </a:cubicBezTo>
                  <a:cubicBezTo>
                    <a:pt x="624" y="1885"/>
                    <a:pt x="799" y="2085"/>
                    <a:pt x="1000" y="2186"/>
                  </a:cubicBezTo>
                  <a:cubicBezTo>
                    <a:pt x="1000" y="2512"/>
                    <a:pt x="1150" y="2837"/>
                    <a:pt x="1426" y="2988"/>
                  </a:cubicBezTo>
                  <a:cubicBezTo>
                    <a:pt x="1447" y="3001"/>
                    <a:pt x="1468" y="3006"/>
                    <a:pt x="1487" y="3006"/>
                  </a:cubicBezTo>
                  <a:cubicBezTo>
                    <a:pt x="1579" y="3006"/>
                    <a:pt x="1630" y="2875"/>
                    <a:pt x="1526" y="2812"/>
                  </a:cubicBezTo>
                  <a:cubicBezTo>
                    <a:pt x="1351" y="2712"/>
                    <a:pt x="1250" y="2537"/>
                    <a:pt x="1225" y="2336"/>
                  </a:cubicBezTo>
                  <a:cubicBezTo>
                    <a:pt x="1225" y="2311"/>
                    <a:pt x="1225" y="2286"/>
                    <a:pt x="1200" y="2261"/>
                  </a:cubicBezTo>
                  <a:lnTo>
                    <a:pt x="1326" y="2261"/>
                  </a:lnTo>
                  <a:cubicBezTo>
                    <a:pt x="1651" y="2261"/>
                    <a:pt x="1902" y="1935"/>
                    <a:pt x="1701" y="1659"/>
                  </a:cubicBezTo>
                  <a:cubicBezTo>
                    <a:pt x="1646" y="1577"/>
                    <a:pt x="1561" y="1539"/>
                    <a:pt x="1474" y="1539"/>
                  </a:cubicBezTo>
                  <a:cubicBezTo>
                    <a:pt x="1403" y="1539"/>
                    <a:pt x="1332" y="1564"/>
                    <a:pt x="1275" y="1609"/>
                  </a:cubicBezTo>
                  <a:cubicBezTo>
                    <a:pt x="1150" y="1710"/>
                    <a:pt x="1075" y="1835"/>
                    <a:pt x="1050" y="1985"/>
                  </a:cubicBezTo>
                  <a:cubicBezTo>
                    <a:pt x="899" y="1885"/>
                    <a:pt x="799" y="1760"/>
                    <a:pt x="749" y="1609"/>
                  </a:cubicBezTo>
                  <a:cubicBezTo>
                    <a:pt x="699" y="1534"/>
                    <a:pt x="699" y="1434"/>
                    <a:pt x="699" y="1359"/>
                  </a:cubicBezTo>
                  <a:lnTo>
                    <a:pt x="699" y="1359"/>
                  </a:lnTo>
                  <a:cubicBezTo>
                    <a:pt x="812" y="1407"/>
                    <a:pt x="936" y="1435"/>
                    <a:pt x="1057" y="1435"/>
                  </a:cubicBezTo>
                  <a:cubicBezTo>
                    <a:pt x="1123" y="1435"/>
                    <a:pt x="1188" y="1427"/>
                    <a:pt x="1250" y="1409"/>
                  </a:cubicBezTo>
                  <a:cubicBezTo>
                    <a:pt x="1551" y="1334"/>
                    <a:pt x="1827" y="958"/>
                    <a:pt x="1626" y="657"/>
                  </a:cubicBezTo>
                  <a:cubicBezTo>
                    <a:pt x="1550" y="537"/>
                    <a:pt x="1425" y="488"/>
                    <a:pt x="1291" y="488"/>
                  </a:cubicBezTo>
                  <a:cubicBezTo>
                    <a:pt x="1117" y="488"/>
                    <a:pt x="926" y="569"/>
                    <a:pt x="799" y="682"/>
                  </a:cubicBezTo>
                  <a:cubicBezTo>
                    <a:pt x="699" y="757"/>
                    <a:pt x="624" y="882"/>
                    <a:pt x="574" y="1008"/>
                  </a:cubicBezTo>
                  <a:cubicBezTo>
                    <a:pt x="330" y="675"/>
                    <a:pt x="674" y="205"/>
                    <a:pt x="1052" y="205"/>
                  </a:cubicBezTo>
                  <a:cubicBezTo>
                    <a:pt x="1101" y="205"/>
                    <a:pt x="1151" y="213"/>
                    <a:pt x="1200" y="231"/>
                  </a:cubicBezTo>
                  <a:cubicBezTo>
                    <a:pt x="1214" y="236"/>
                    <a:pt x="1227" y="239"/>
                    <a:pt x="1239" y="239"/>
                  </a:cubicBezTo>
                  <a:cubicBezTo>
                    <a:pt x="1334" y="239"/>
                    <a:pt x="1362" y="75"/>
                    <a:pt x="1250" y="30"/>
                  </a:cubicBezTo>
                  <a:cubicBezTo>
                    <a:pt x="1184" y="10"/>
                    <a:pt x="1117" y="0"/>
                    <a:pt x="105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8" name="Google Shape;4838;p54"/>
            <p:cNvSpPr/>
            <p:nvPr/>
          </p:nvSpPr>
          <p:spPr>
            <a:xfrm>
              <a:off x="2583462" y="3799890"/>
              <a:ext cx="118540" cy="157950"/>
            </a:xfrm>
            <a:custGeom>
              <a:rect b="b" l="l" r="r" t="t"/>
              <a:pathLst>
                <a:path extrusionOk="0" h="5611" w="4211">
                  <a:moveTo>
                    <a:pt x="2414" y="778"/>
                  </a:moveTo>
                  <a:cubicBezTo>
                    <a:pt x="2446" y="778"/>
                    <a:pt x="2478" y="784"/>
                    <a:pt x="2507" y="798"/>
                  </a:cubicBezTo>
                  <a:cubicBezTo>
                    <a:pt x="2633" y="874"/>
                    <a:pt x="2658" y="1049"/>
                    <a:pt x="2658" y="1174"/>
                  </a:cubicBezTo>
                  <a:cubicBezTo>
                    <a:pt x="2607" y="1650"/>
                    <a:pt x="2257" y="2102"/>
                    <a:pt x="1780" y="2227"/>
                  </a:cubicBezTo>
                  <a:cubicBezTo>
                    <a:pt x="1730" y="2252"/>
                    <a:pt x="1680" y="2252"/>
                    <a:pt x="1605" y="2252"/>
                  </a:cubicBezTo>
                  <a:cubicBezTo>
                    <a:pt x="1605" y="2001"/>
                    <a:pt x="1655" y="1726"/>
                    <a:pt x="1730" y="1475"/>
                  </a:cubicBezTo>
                  <a:cubicBezTo>
                    <a:pt x="1831" y="1224"/>
                    <a:pt x="1956" y="999"/>
                    <a:pt x="2181" y="848"/>
                  </a:cubicBezTo>
                  <a:cubicBezTo>
                    <a:pt x="2252" y="813"/>
                    <a:pt x="2336" y="778"/>
                    <a:pt x="2414" y="778"/>
                  </a:cubicBezTo>
                  <a:close/>
                  <a:moveTo>
                    <a:pt x="3720" y="3400"/>
                  </a:moveTo>
                  <a:cubicBezTo>
                    <a:pt x="3767" y="3400"/>
                    <a:pt x="3814" y="3409"/>
                    <a:pt x="3861" y="3430"/>
                  </a:cubicBezTo>
                  <a:cubicBezTo>
                    <a:pt x="3961" y="3480"/>
                    <a:pt x="3986" y="3605"/>
                    <a:pt x="3961" y="3731"/>
                  </a:cubicBezTo>
                  <a:cubicBezTo>
                    <a:pt x="3911" y="3856"/>
                    <a:pt x="3810" y="3931"/>
                    <a:pt x="3685" y="3981"/>
                  </a:cubicBezTo>
                  <a:cubicBezTo>
                    <a:pt x="3602" y="4009"/>
                    <a:pt x="3519" y="4020"/>
                    <a:pt x="3436" y="4020"/>
                  </a:cubicBezTo>
                  <a:cubicBezTo>
                    <a:pt x="3294" y="4020"/>
                    <a:pt x="3151" y="3988"/>
                    <a:pt x="3008" y="3956"/>
                  </a:cubicBezTo>
                  <a:cubicBezTo>
                    <a:pt x="3084" y="3856"/>
                    <a:pt x="3159" y="3756"/>
                    <a:pt x="3234" y="3655"/>
                  </a:cubicBezTo>
                  <a:cubicBezTo>
                    <a:pt x="3354" y="3536"/>
                    <a:pt x="3537" y="3400"/>
                    <a:pt x="3720" y="3400"/>
                  </a:cubicBezTo>
                  <a:close/>
                  <a:moveTo>
                    <a:pt x="688" y="1"/>
                  </a:moveTo>
                  <a:cubicBezTo>
                    <a:pt x="668" y="1"/>
                    <a:pt x="647" y="7"/>
                    <a:pt x="628" y="21"/>
                  </a:cubicBezTo>
                  <a:cubicBezTo>
                    <a:pt x="176" y="397"/>
                    <a:pt x="1" y="1074"/>
                    <a:pt x="201" y="1625"/>
                  </a:cubicBezTo>
                  <a:cubicBezTo>
                    <a:pt x="402" y="2102"/>
                    <a:pt x="903" y="2452"/>
                    <a:pt x="1430" y="2478"/>
                  </a:cubicBezTo>
                  <a:cubicBezTo>
                    <a:pt x="1455" y="2553"/>
                    <a:pt x="1455" y="2628"/>
                    <a:pt x="1480" y="2703"/>
                  </a:cubicBezTo>
                  <a:cubicBezTo>
                    <a:pt x="1630" y="3305"/>
                    <a:pt x="2081" y="3806"/>
                    <a:pt x="2658" y="4056"/>
                  </a:cubicBezTo>
                  <a:cubicBezTo>
                    <a:pt x="2683" y="4056"/>
                    <a:pt x="2708" y="4082"/>
                    <a:pt x="2758" y="4082"/>
                  </a:cubicBezTo>
                  <a:cubicBezTo>
                    <a:pt x="2607" y="4457"/>
                    <a:pt x="2607" y="4884"/>
                    <a:pt x="2783" y="5234"/>
                  </a:cubicBezTo>
                  <a:cubicBezTo>
                    <a:pt x="2858" y="5385"/>
                    <a:pt x="2933" y="5485"/>
                    <a:pt x="3034" y="5610"/>
                  </a:cubicBezTo>
                  <a:cubicBezTo>
                    <a:pt x="3084" y="5560"/>
                    <a:pt x="3134" y="5485"/>
                    <a:pt x="3159" y="5435"/>
                  </a:cubicBezTo>
                  <a:cubicBezTo>
                    <a:pt x="2883" y="5109"/>
                    <a:pt x="2783" y="4683"/>
                    <a:pt x="2908" y="4257"/>
                  </a:cubicBezTo>
                  <a:cubicBezTo>
                    <a:pt x="2908" y="4207"/>
                    <a:pt x="2933" y="4182"/>
                    <a:pt x="2933" y="4132"/>
                  </a:cubicBezTo>
                  <a:cubicBezTo>
                    <a:pt x="3100" y="4182"/>
                    <a:pt x="3287" y="4215"/>
                    <a:pt x="3464" y="4215"/>
                  </a:cubicBezTo>
                  <a:cubicBezTo>
                    <a:pt x="3819" y="4215"/>
                    <a:pt x="4136" y="4082"/>
                    <a:pt x="4186" y="3681"/>
                  </a:cubicBezTo>
                  <a:cubicBezTo>
                    <a:pt x="4210" y="3397"/>
                    <a:pt x="4011" y="3202"/>
                    <a:pt x="3735" y="3202"/>
                  </a:cubicBezTo>
                  <a:cubicBezTo>
                    <a:pt x="3719" y="3202"/>
                    <a:pt x="3702" y="3203"/>
                    <a:pt x="3685" y="3204"/>
                  </a:cubicBezTo>
                  <a:cubicBezTo>
                    <a:pt x="3409" y="3229"/>
                    <a:pt x="3159" y="3405"/>
                    <a:pt x="2983" y="3630"/>
                  </a:cubicBezTo>
                  <a:cubicBezTo>
                    <a:pt x="2933" y="3706"/>
                    <a:pt x="2883" y="3806"/>
                    <a:pt x="2833" y="3906"/>
                  </a:cubicBezTo>
                  <a:cubicBezTo>
                    <a:pt x="2382" y="3731"/>
                    <a:pt x="2006" y="3405"/>
                    <a:pt x="1805" y="2979"/>
                  </a:cubicBezTo>
                  <a:cubicBezTo>
                    <a:pt x="1730" y="2828"/>
                    <a:pt x="1655" y="2653"/>
                    <a:pt x="1630" y="2452"/>
                  </a:cubicBezTo>
                  <a:cubicBezTo>
                    <a:pt x="2206" y="2402"/>
                    <a:pt x="2708" y="1926"/>
                    <a:pt x="2833" y="1350"/>
                  </a:cubicBezTo>
                  <a:cubicBezTo>
                    <a:pt x="2883" y="1099"/>
                    <a:pt x="2858" y="723"/>
                    <a:pt x="2582" y="598"/>
                  </a:cubicBezTo>
                  <a:cubicBezTo>
                    <a:pt x="2532" y="579"/>
                    <a:pt x="2480" y="571"/>
                    <a:pt x="2429" y="571"/>
                  </a:cubicBezTo>
                  <a:cubicBezTo>
                    <a:pt x="2201" y="571"/>
                    <a:pt x="1974" y="735"/>
                    <a:pt x="1831" y="899"/>
                  </a:cubicBezTo>
                  <a:cubicBezTo>
                    <a:pt x="1530" y="1275"/>
                    <a:pt x="1379" y="1776"/>
                    <a:pt x="1404" y="2277"/>
                  </a:cubicBezTo>
                  <a:cubicBezTo>
                    <a:pt x="1003" y="2227"/>
                    <a:pt x="628" y="1976"/>
                    <a:pt x="427" y="1625"/>
                  </a:cubicBezTo>
                  <a:cubicBezTo>
                    <a:pt x="201" y="1124"/>
                    <a:pt x="352" y="523"/>
                    <a:pt x="778" y="172"/>
                  </a:cubicBezTo>
                  <a:cubicBezTo>
                    <a:pt x="859" y="111"/>
                    <a:pt x="776" y="1"/>
                    <a:pt x="68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9" name="Google Shape;4839;p54"/>
            <p:cNvSpPr/>
            <p:nvPr/>
          </p:nvSpPr>
          <p:spPr>
            <a:xfrm>
              <a:off x="2557732" y="3945542"/>
              <a:ext cx="70994" cy="30993"/>
            </a:xfrm>
            <a:custGeom>
              <a:rect b="b" l="l" r="r" t="t"/>
              <a:pathLst>
                <a:path extrusionOk="0" h="1101" w="2522">
                  <a:moveTo>
                    <a:pt x="1080" y="199"/>
                  </a:moveTo>
                  <a:cubicBezTo>
                    <a:pt x="1092" y="199"/>
                    <a:pt x="1103" y="203"/>
                    <a:pt x="1115" y="211"/>
                  </a:cubicBezTo>
                  <a:cubicBezTo>
                    <a:pt x="1191" y="236"/>
                    <a:pt x="1216" y="336"/>
                    <a:pt x="1191" y="411"/>
                  </a:cubicBezTo>
                  <a:cubicBezTo>
                    <a:pt x="1191" y="487"/>
                    <a:pt x="1141" y="587"/>
                    <a:pt x="1090" y="637"/>
                  </a:cubicBezTo>
                  <a:cubicBezTo>
                    <a:pt x="1015" y="562"/>
                    <a:pt x="965" y="487"/>
                    <a:pt x="965" y="361"/>
                  </a:cubicBezTo>
                  <a:cubicBezTo>
                    <a:pt x="965" y="298"/>
                    <a:pt x="1018" y="199"/>
                    <a:pt x="1080" y="199"/>
                  </a:cubicBezTo>
                  <a:close/>
                  <a:moveTo>
                    <a:pt x="1109" y="1"/>
                  </a:moveTo>
                  <a:cubicBezTo>
                    <a:pt x="1086" y="1"/>
                    <a:pt x="1064" y="4"/>
                    <a:pt x="1040" y="10"/>
                  </a:cubicBezTo>
                  <a:cubicBezTo>
                    <a:pt x="840" y="35"/>
                    <a:pt x="740" y="236"/>
                    <a:pt x="765" y="436"/>
                  </a:cubicBezTo>
                  <a:cubicBezTo>
                    <a:pt x="790" y="562"/>
                    <a:pt x="840" y="687"/>
                    <a:pt x="940" y="762"/>
                  </a:cubicBezTo>
                  <a:cubicBezTo>
                    <a:pt x="862" y="804"/>
                    <a:pt x="782" y="823"/>
                    <a:pt x="704" y="823"/>
                  </a:cubicBezTo>
                  <a:cubicBezTo>
                    <a:pt x="455" y="823"/>
                    <a:pt x="232" y="628"/>
                    <a:pt x="213" y="361"/>
                  </a:cubicBezTo>
                  <a:cubicBezTo>
                    <a:pt x="213" y="299"/>
                    <a:pt x="157" y="267"/>
                    <a:pt x="104" y="267"/>
                  </a:cubicBezTo>
                  <a:cubicBezTo>
                    <a:pt x="50" y="267"/>
                    <a:pt x="0" y="299"/>
                    <a:pt x="13" y="361"/>
                  </a:cubicBezTo>
                  <a:cubicBezTo>
                    <a:pt x="36" y="713"/>
                    <a:pt x="345" y="1043"/>
                    <a:pt x="692" y="1043"/>
                  </a:cubicBezTo>
                  <a:cubicBezTo>
                    <a:pt x="716" y="1043"/>
                    <a:pt x="740" y="1041"/>
                    <a:pt x="765" y="1038"/>
                  </a:cubicBezTo>
                  <a:cubicBezTo>
                    <a:pt x="890" y="1013"/>
                    <a:pt x="990" y="963"/>
                    <a:pt x="1090" y="913"/>
                  </a:cubicBezTo>
                  <a:cubicBezTo>
                    <a:pt x="1216" y="988"/>
                    <a:pt x="1341" y="1063"/>
                    <a:pt x="1491" y="1088"/>
                  </a:cubicBezTo>
                  <a:cubicBezTo>
                    <a:pt x="1548" y="1096"/>
                    <a:pt x="1607" y="1100"/>
                    <a:pt x="1665" y="1100"/>
                  </a:cubicBezTo>
                  <a:cubicBezTo>
                    <a:pt x="1968" y="1100"/>
                    <a:pt x="2280" y="989"/>
                    <a:pt x="2469" y="737"/>
                  </a:cubicBezTo>
                  <a:cubicBezTo>
                    <a:pt x="2522" y="667"/>
                    <a:pt x="2451" y="584"/>
                    <a:pt x="2378" y="584"/>
                  </a:cubicBezTo>
                  <a:cubicBezTo>
                    <a:pt x="2347" y="584"/>
                    <a:pt x="2316" y="599"/>
                    <a:pt x="2293" y="637"/>
                  </a:cubicBezTo>
                  <a:cubicBezTo>
                    <a:pt x="2140" y="813"/>
                    <a:pt x="1889" y="892"/>
                    <a:pt x="1661" y="892"/>
                  </a:cubicBezTo>
                  <a:cubicBezTo>
                    <a:pt x="1629" y="892"/>
                    <a:pt x="1597" y="891"/>
                    <a:pt x="1567" y="888"/>
                  </a:cubicBezTo>
                  <a:cubicBezTo>
                    <a:pt x="1466" y="862"/>
                    <a:pt x="1341" y="837"/>
                    <a:pt x="1241" y="762"/>
                  </a:cubicBezTo>
                  <a:cubicBezTo>
                    <a:pt x="1366" y="637"/>
                    <a:pt x="1441" y="461"/>
                    <a:pt x="1391" y="286"/>
                  </a:cubicBezTo>
                  <a:cubicBezTo>
                    <a:pt x="1369" y="134"/>
                    <a:pt x="1253" y="1"/>
                    <a:pt x="110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0" name="Google Shape;4840;p54"/>
            <p:cNvSpPr/>
            <p:nvPr/>
          </p:nvSpPr>
          <p:spPr>
            <a:xfrm>
              <a:off x="2403550" y="3799299"/>
              <a:ext cx="15567" cy="20521"/>
            </a:xfrm>
            <a:custGeom>
              <a:rect b="b" l="l" r="r" t="t"/>
              <a:pathLst>
                <a:path extrusionOk="0" h="729" w="553">
                  <a:moveTo>
                    <a:pt x="427" y="1"/>
                  </a:moveTo>
                  <a:cubicBezTo>
                    <a:pt x="398" y="1"/>
                    <a:pt x="367" y="13"/>
                    <a:pt x="352" y="42"/>
                  </a:cubicBezTo>
                  <a:cubicBezTo>
                    <a:pt x="252" y="218"/>
                    <a:pt x="126" y="393"/>
                    <a:pt x="26" y="569"/>
                  </a:cubicBezTo>
                  <a:cubicBezTo>
                    <a:pt x="1" y="619"/>
                    <a:pt x="1" y="694"/>
                    <a:pt x="51" y="719"/>
                  </a:cubicBezTo>
                  <a:cubicBezTo>
                    <a:pt x="64" y="726"/>
                    <a:pt x="80" y="729"/>
                    <a:pt x="95" y="729"/>
                  </a:cubicBezTo>
                  <a:cubicBezTo>
                    <a:pt x="138" y="729"/>
                    <a:pt x="183" y="706"/>
                    <a:pt x="201" y="669"/>
                  </a:cubicBezTo>
                  <a:cubicBezTo>
                    <a:pt x="302" y="494"/>
                    <a:pt x="427" y="318"/>
                    <a:pt x="527" y="143"/>
                  </a:cubicBezTo>
                  <a:cubicBezTo>
                    <a:pt x="552" y="93"/>
                    <a:pt x="527" y="42"/>
                    <a:pt x="477" y="17"/>
                  </a:cubicBezTo>
                  <a:cubicBezTo>
                    <a:pt x="467" y="7"/>
                    <a:pt x="448" y="1"/>
                    <a:pt x="4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1" name="Google Shape;4841;p54"/>
            <p:cNvSpPr/>
            <p:nvPr/>
          </p:nvSpPr>
          <p:spPr>
            <a:xfrm>
              <a:off x="2416275" y="3804648"/>
              <a:ext cx="19761" cy="24350"/>
            </a:xfrm>
            <a:custGeom>
              <a:rect b="b" l="l" r="r" t="t"/>
              <a:pathLst>
                <a:path extrusionOk="0" h="865" w="702">
                  <a:moveTo>
                    <a:pt x="571" y="0"/>
                  </a:moveTo>
                  <a:cubicBezTo>
                    <a:pt x="542" y="0"/>
                    <a:pt x="517" y="22"/>
                    <a:pt x="501" y="53"/>
                  </a:cubicBezTo>
                  <a:cubicBezTo>
                    <a:pt x="326" y="278"/>
                    <a:pt x="176" y="479"/>
                    <a:pt x="25" y="705"/>
                  </a:cubicBezTo>
                  <a:cubicBezTo>
                    <a:pt x="0" y="755"/>
                    <a:pt x="25" y="830"/>
                    <a:pt x="75" y="855"/>
                  </a:cubicBezTo>
                  <a:cubicBezTo>
                    <a:pt x="89" y="862"/>
                    <a:pt x="102" y="865"/>
                    <a:pt x="115" y="865"/>
                  </a:cubicBezTo>
                  <a:cubicBezTo>
                    <a:pt x="150" y="865"/>
                    <a:pt x="182" y="841"/>
                    <a:pt x="201" y="805"/>
                  </a:cubicBezTo>
                  <a:cubicBezTo>
                    <a:pt x="351" y="604"/>
                    <a:pt x="501" y="379"/>
                    <a:pt x="677" y="153"/>
                  </a:cubicBezTo>
                  <a:cubicBezTo>
                    <a:pt x="702" y="103"/>
                    <a:pt x="677" y="53"/>
                    <a:pt x="627" y="28"/>
                  </a:cubicBezTo>
                  <a:cubicBezTo>
                    <a:pt x="607" y="9"/>
                    <a:pt x="588" y="0"/>
                    <a:pt x="57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2" name="Google Shape;4842;p54"/>
            <p:cNvSpPr/>
            <p:nvPr/>
          </p:nvSpPr>
          <p:spPr>
            <a:xfrm>
              <a:off x="2736573" y="3704966"/>
              <a:ext cx="10613" cy="25954"/>
            </a:xfrm>
            <a:custGeom>
              <a:rect b="b" l="l" r="r" t="t"/>
              <a:pathLst>
                <a:path extrusionOk="0" h="922" w="377">
                  <a:moveTo>
                    <a:pt x="245" y="0"/>
                  </a:moveTo>
                  <a:cubicBezTo>
                    <a:pt x="230" y="0"/>
                    <a:pt x="215" y="3"/>
                    <a:pt x="201" y="10"/>
                  </a:cubicBezTo>
                  <a:cubicBezTo>
                    <a:pt x="151" y="10"/>
                    <a:pt x="126" y="60"/>
                    <a:pt x="126" y="135"/>
                  </a:cubicBezTo>
                  <a:cubicBezTo>
                    <a:pt x="176" y="336"/>
                    <a:pt x="126" y="586"/>
                    <a:pt x="26" y="762"/>
                  </a:cubicBezTo>
                  <a:cubicBezTo>
                    <a:pt x="1" y="812"/>
                    <a:pt x="1" y="887"/>
                    <a:pt x="51" y="912"/>
                  </a:cubicBezTo>
                  <a:cubicBezTo>
                    <a:pt x="64" y="919"/>
                    <a:pt x="79" y="922"/>
                    <a:pt x="95" y="922"/>
                  </a:cubicBezTo>
                  <a:cubicBezTo>
                    <a:pt x="138" y="922"/>
                    <a:pt x="183" y="899"/>
                    <a:pt x="201" y="862"/>
                  </a:cubicBezTo>
                  <a:cubicBezTo>
                    <a:pt x="326" y="636"/>
                    <a:pt x="377" y="336"/>
                    <a:pt x="326" y="60"/>
                  </a:cubicBezTo>
                  <a:cubicBezTo>
                    <a:pt x="326" y="23"/>
                    <a:pt x="286" y="0"/>
                    <a:pt x="24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3" name="Google Shape;4843;p54"/>
            <p:cNvSpPr/>
            <p:nvPr/>
          </p:nvSpPr>
          <p:spPr>
            <a:xfrm>
              <a:off x="2756335" y="3708767"/>
              <a:ext cx="7798" cy="21901"/>
            </a:xfrm>
            <a:custGeom>
              <a:rect b="b" l="l" r="r" t="t"/>
              <a:pathLst>
                <a:path extrusionOk="0" h="778" w="277">
                  <a:moveTo>
                    <a:pt x="176" y="0"/>
                  </a:moveTo>
                  <a:cubicBezTo>
                    <a:pt x="126" y="0"/>
                    <a:pt x="76" y="25"/>
                    <a:pt x="76" y="100"/>
                  </a:cubicBezTo>
                  <a:lnTo>
                    <a:pt x="0" y="677"/>
                  </a:lnTo>
                  <a:cubicBezTo>
                    <a:pt x="0" y="727"/>
                    <a:pt x="50" y="777"/>
                    <a:pt x="101" y="777"/>
                  </a:cubicBezTo>
                  <a:cubicBezTo>
                    <a:pt x="176" y="777"/>
                    <a:pt x="201" y="752"/>
                    <a:pt x="226" y="677"/>
                  </a:cubicBezTo>
                  <a:cubicBezTo>
                    <a:pt x="226" y="476"/>
                    <a:pt x="251" y="301"/>
                    <a:pt x="276" y="100"/>
                  </a:cubicBezTo>
                  <a:cubicBezTo>
                    <a:pt x="276" y="50"/>
                    <a:pt x="22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4" name="Google Shape;4844;p54"/>
            <p:cNvSpPr/>
            <p:nvPr/>
          </p:nvSpPr>
          <p:spPr>
            <a:xfrm>
              <a:off x="1206976" y="3130917"/>
              <a:ext cx="369018" cy="313563"/>
            </a:xfrm>
            <a:custGeom>
              <a:rect b="b" l="l" r="r" t="t"/>
              <a:pathLst>
                <a:path extrusionOk="0" h="11139" w="13109">
                  <a:moveTo>
                    <a:pt x="9086" y="1426"/>
                  </a:moveTo>
                  <a:cubicBezTo>
                    <a:pt x="9595" y="1426"/>
                    <a:pt x="10098" y="1561"/>
                    <a:pt x="10552" y="1805"/>
                  </a:cubicBezTo>
                  <a:cubicBezTo>
                    <a:pt x="10427" y="2407"/>
                    <a:pt x="10076" y="3008"/>
                    <a:pt x="9574" y="3359"/>
                  </a:cubicBezTo>
                  <a:cubicBezTo>
                    <a:pt x="9257" y="3590"/>
                    <a:pt x="8831" y="3746"/>
                    <a:pt x="8418" y="3746"/>
                  </a:cubicBezTo>
                  <a:cubicBezTo>
                    <a:pt x="8113" y="3746"/>
                    <a:pt x="7814" y="3661"/>
                    <a:pt x="7569" y="3459"/>
                  </a:cubicBezTo>
                  <a:cubicBezTo>
                    <a:pt x="7244" y="3184"/>
                    <a:pt x="7193" y="2758"/>
                    <a:pt x="7344" y="2382"/>
                  </a:cubicBezTo>
                  <a:cubicBezTo>
                    <a:pt x="7519" y="1906"/>
                    <a:pt x="7970" y="1630"/>
                    <a:pt x="8422" y="1505"/>
                  </a:cubicBezTo>
                  <a:cubicBezTo>
                    <a:pt x="8642" y="1451"/>
                    <a:pt x="8865" y="1426"/>
                    <a:pt x="9086" y="1426"/>
                  </a:cubicBezTo>
                  <a:close/>
                  <a:moveTo>
                    <a:pt x="7511" y="6377"/>
                  </a:moveTo>
                  <a:cubicBezTo>
                    <a:pt x="7555" y="6377"/>
                    <a:pt x="7599" y="6382"/>
                    <a:pt x="7645" y="6392"/>
                  </a:cubicBezTo>
                  <a:cubicBezTo>
                    <a:pt x="8021" y="6467"/>
                    <a:pt x="8246" y="6843"/>
                    <a:pt x="8371" y="7194"/>
                  </a:cubicBezTo>
                  <a:cubicBezTo>
                    <a:pt x="8572" y="7820"/>
                    <a:pt x="8447" y="8522"/>
                    <a:pt x="8171" y="9124"/>
                  </a:cubicBezTo>
                  <a:cubicBezTo>
                    <a:pt x="8046" y="9099"/>
                    <a:pt x="7920" y="9074"/>
                    <a:pt x="7795" y="9023"/>
                  </a:cubicBezTo>
                  <a:cubicBezTo>
                    <a:pt x="7093" y="8698"/>
                    <a:pt x="6542" y="7896"/>
                    <a:pt x="6742" y="7094"/>
                  </a:cubicBezTo>
                  <a:cubicBezTo>
                    <a:pt x="6832" y="6756"/>
                    <a:pt x="7125" y="6377"/>
                    <a:pt x="7511" y="6377"/>
                  </a:cubicBezTo>
                  <a:close/>
                  <a:moveTo>
                    <a:pt x="4185" y="7883"/>
                  </a:moveTo>
                  <a:cubicBezTo>
                    <a:pt x="4481" y="7883"/>
                    <a:pt x="4774" y="7991"/>
                    <a:pt x="4963" y="8221"/>
                  </a:cubicBezTo>
                  <a:cubicBezTo>
                    <a:pt x="5239" y="8572"/>
                    <a:pt x="5138" y="9074"/>
                    <a:pt x="4938" y="9449"/>
                  </a:cubicBezTo>
                  <a:cubicBezTo>
                    <a:pt x="4712" y="9901"/>
                    <a:pt x="4286" y="10251"/>
                    <a:pt x="3835" y="10502"/>
                  </a:cubicBezTo>
                  <a:cubicBezTo>
                    <a:pt x="3534" y="10302"/>
                    <a:pt x="3309" y="10051"/>
                    <a:pt x="3183" y="9725"/>
                  </a:cubicBezTo>
                  <a:cubicBezTo>
                    <a:pt x="2858" y="9023"/>
                    <a:pt x="3133" y="7996"/>
                    <a:pt x="4010" y="7896"/>
                  </a:cubicBezTo>
                  <a:cubicBezTo>
                    <a:pt x="4068" y="7887"/>
                    <a:pt x="4127" y="7883"/>
                    <a:pt x="4185" y="7883"/>
                  </a:cubicBezTo>
                  <a:close/>
                  <a:moveTo>
                    <a:pt x="10427" y="1"/>
                  </a:moveTo>
                  <a:cubicBezTo>
                    <a:pt x="10351" y="26"/>
                    <a:pt x="10301" y="51"/>
                    <a:pt x="10226" y="76"/>
                  </a:cubicBezTo>
                  <a:cubicBezTo>
                    <a:pt x="10477" y="477"/>
                    <a:pt x="10602" y="903"/>
                    <a:pt x="10602" y="1379"/>
                  </a:cubicBezTo>
                  <a:cubicBezTo>
                    <a:pt x="10602" y="1454"/>
                    <a:pt x="10577" y="1530"/>
                    <a:pt x="10577" y="1580"/>
                  </a:cubicBezTo>
                  <a:cubicBezTo>
                    <a:pt x="10276" y="1429"/>
                    <a:pt x="9950" y="1329"/>
                    <a:pt x="9599" y="1279"/>
                  </a:cubicBezTo>
                  <a:cubicBezTo>
                    <a:pt x="9432" y="1246"/>
                    <a:pt x="9254" y="1229"/>
                    <a:pt x="9073" y="1229"/>
                  </a:cubicBezTo>
                  <a:cubicBezTo>
                    <a:pt x="8280" y="1229"/>
                    <a:pt x="7429" y="1556"/>
                    <a:pt x="7143" y="2332"/>
                  </a:cubicBezTo>
                  <a:cubicBezTo>
                    <a:pt x="6968" y="2758"/>
                    <a:pt x="7043" y="3234"/>
                    <a:pt x="7369" y="3560"/>
                  </a:cubicBezTo>
                  <a:cubicBezTo>
                    <a:pt x="7645" y="3810"/>
                    <a:pt x="8021" y="3936"/>
                    <a:pt x="8396" y="3961"/>
                  </a:cubicBezTo>
                  <a:cubicBezTo>
                    <a:pt x="8415" y="3961"/>
                    <a:pt x="8433" y="3962"/>
                    <a:pt x="8452" y="3962"/>
                  </a:cubicBezTo>
                  <a:cubicBezTo>
                    <a:pt x="9305" y="3962"/>
                    <a:pt x="10034" y="3394"/>
                    <a:pt x="10427" y="2683"/>
                  </a:cubicBezTo>
                  <a:cubicBezTo>
                    <a:pt x="10577" y="2457"/>
                    <a:pt x="10652" y="2181"/>
                    <a:pt x="10727" y="1906"/>
                  </a:cubicBezTo>
                  <a:cubicBezTo>
                    <a:pt x="10752" y="1931"/>
                    <a:pt x="10803" y="1956"/>
                    <a:pt x="10828" y="1981"/>
                  </a:cubicBezTo>
                  <a:cubicBezTo>
                    <a:pt x="11529" y="2432"/>
                    <a:pt x="12056" y="3134"/>
                    <a:pt x="12281" y="3961"/>
                  </a:cubicBezTo>
                  <a:cubicBezTo>
                    <a:pt x="12532" y="4788"/>
                    <a:pt x="12432" y="5690"/>
                    <a:pt x="12106" y="6492"/>
                  </a:cubicBezTo>
                  <a:cubicBezTo>
                    <a:pt x="11780" y="7319"/>
                    <a:pt x="11204" y="8046"/>
                    <a:pt x="10477" y="8547"/>
                  </a:cubicBezTo>
                  <a:cubicBezTo>
                    <a:pt x="9938" y="8907"/>
                    <a:pt x="9258" y="9185"/>
                    <a:pt x="8599" y="9185"/>
                  </a:cubicBezTo>
                  <a:cubicBezTo>
                    <a:pt x="8523" y="9185"/>
                    <a:pt x="8447" y="9182"/>
                    <a:pt x="8371" y="9174"/>
                  </a:cubicBezTo>
                  <a:cubicBezTo>
                    <a:pt x="8472" y="8948"/>
                    <a:pt x="8547" y="8748"/>
                    <a:pt x="8597" y="8497"/>
                  </a:cubicBezTo>
                  <a:cubicBezTo>
                    <a:pt x="8672" y="8046"/>
                    <a:pt x="8697" y="7545"/>
                    <a:pt x="8547" y="7094"/>
                  </a:cubicBezTo>
                  <a:cubicBezTo>
                    <a:pt x="8422" y="6718"/>
                    <a:pt x="8146" y="6342"/>
                    <a:pt x="7770" y="6216"/>
                  </a:cubicBezTo>
                  <a:cubicBezTo>
                    <a:pt x="7689" y="6189"/>
                    <a:pt x="7608" y="6177"/>
                    <a:pt x="7530" y="6177"/>
                  </a:cubicBezTo>
                  <a:cubicBezTo>
                    <a:pt x="7172" y="6177"/>
                    <a:pt x="6852" y="6434"/>
                    <a:pt x="6667" y="6743"/>
                  </a:cubicBezTo>
                  <a:cubicBezTo>
                    <a:pt x="6467" y="7119"/>
                    <a:pt x="6442" y="7570"/>
                    <a:pt x="6592" y="7996"/>
                  </a:cubicBezTo>
                  <a:cubicBezTo>
                    <a:pt x="6843" y="8673"/>
                    <a:pt x="7419" y="9149"/>
                    <a:pt x="8071" y="9299"/>
                  </a:cubicBezTo>
                  <a:cubicBezTo>
                    <a:pt x="7995" y="9475"/>
                    <a:pt x="7895" y="9600"/>
                    <a:pt x="7795" y="9750"/>
                  </a:cubicBezTo>
                  <a:cubicBezTo>
                    <a:pt x="7244" y="10477"/>
                    <a:pt x="6341" y="10928"/>
                    <a:pt x="5414" y="10928"/>
                  </a:cubicBezTo>
                  <a:cubicBezTo>
                    <a:pt x="5366" y="10931"/>
                    <a:pt x="5319" y="10932"/>
                    <a:pt x="5271" y="10932"/>
                  </a:cubicBezTo>
                  <a:cubicBezTo>
                    <a:pt x="4839" y="10932"/>
                    <a:pt x="4396" y="10830"/>
                    <a:pt x="4036" y="10627"/>
                  </a:cubicBezTo>
                  <a:cubicBezTo>
                    <a:pt x="4161" y="10527"/>
                    <a:pt x="4311" y="10452"/>
                    <a:pt x="4437" y="10352"/>
                  </a:cubicBezTo>
                  <a:cubicBezTo>
                    <a:pt x="4813" y="10051"/>
                    <a:pt x="5138" y="9650"/>
                    <a:pt x="5264" y="9174"/>
                  </a:cubicBezTo>
                  <a:cubicBezTo>
                    <a:pt x="5389" y="8773"/>
                    <a:pt x="5339" y="8272"/>
                    <a:pt x="4988" y="7971"/>
                  </a:cubicBezTo>
                  <a:cubicBezTo>
                    <a:pt x="4753" y="7775"/>
                    <a:pt x="4456" y="7671"/>
                    <a:pt x="4146" y="7671"/>
                  </a:cubicBezTo>
                  <a:cubicBezTo>
                    <a:pt x="4060" y="7671"/>
                    <a:pt x="3972" y="7679"/>
                    <a:pt x="3885" y="7695"/>
                  </a:cubicBezTo>
                  <a:cubicBezTo>
                    <a:pt x="3484" y="7770"/>
                    <a:pt x="3158" y="8046"/>
                    <a:pt x="2983" y="8422"/>
                  </a:cubicBezTo>
                  <a:cubicBezTo>
                    <a:pt x="2807" y="8848"/>
                    <a:pt x="2807" y="9324"/>
                    <a:pt x="2958" y="9725"/>
                  </a:cubicBezTo>
                  <a:cubicBezTo>
                    <a:pt x="3083" y="10076"/>
                    <a:pt x="3334" y="10377"/>
                    <a:pt x="3609" y="10602"/>
                  </a:cubicBezTo>
                  <a:cubicBezTo>
                    <a:pt x="3384" y="10703"/>
                    <a:pt x="3133" y="10778"/>
                    <a:pt x="2883" y="10828"/>
                  </a:cubicBezTo>
                  <a:cubicBezTo>
                    <a:pt x="2690" y="10863"/>
                    <a:pt x="2495" y="10880"/>
                    <a:pt x="2300" y="10880"/>
                  </a:cubicBezTo>
                  <a:cubicBezTo>
                    <a:pt x="1658" y="10880"/>
                    <a:pt x="1021" y="10692"/>
                    <a:pt x="502" y="10327"/>
                  </a:cubicBezTo>
                  <a:cubicBezTo>
                    <a:pt x="326" y="10201"/>
                    <a:pt x="176" y="10076"/>
                    <a:pt x="26" y="9926"/>
                  </a:cubicBezTo>
                  <a:cubicBezTo>
                    <a:pt x="26" y="10001"/>
                    <a:pt x="0" y="10076"/>
                    <a:pt x="0" y="10176"/>
                  </a:cubicBezTo>
                  <a:cubicBezTo>
                    <a:pt x="502" y="10652"/>
                    <a:pt x="1128" y="10953"/>
                    <a:pt x="1830" y="11053"/>
                  </a:cubicBezTo>
                  <a:cubicBezTo>
                    <a:pt x="1984" y="11076"/>
                    <a:pt x="2140" y="11087"/>
                    <a:pt x="2295" y="11087"/>
                  </a:cubicBezTo>
                  <a:cubicBezTo>
                    <a:pt x="2822" y="11087"/>
                    <a:pt x="3346" y="10960"/>
                    <a:pt x="3810" y="10728"/>
                  </a:cubicBezTo>
                  <a:cubicBezTo>
                    <a:pt x="3835" y="10753"/>
                    <a:pt x="3860" y="10753"/>
                    <a:pt x="3885" y="10778"/>
                  </a:cubicBezTo>
                  <a:cubicBezTo>
                    <a:pt x="4318" y="11025"/>
                    <a:pt x="4805" y="11138"/>
                    <a:pt x="5300" y="11138"/>
                  </a:cubicBezTo>
                  <a:cubicBezTo>
                    <a:pt x="5808" y="11138"/>
                    <a:pt x="6323" y="11019"/>
                    <a:pt x="6792" y="10803"/>
                  </a:cubicBezTo>
                  <a:cubicBezTo>
                    <a:pt x="7444" y="10502"/>
                    <a:pt x="7945" y="9976"/>
                    <a:pt x="8271" y="9349"/>
                  </a:cubicBezTo>
                  <a:cubicBezTo>
                    <a:pt x="8378" y="9367"/>
                    <a:pt x="8496" y="9385"/>
                    <a:pt x="8610" y="9385"/>
                  </a:cubicBezTo>
                  <a:cubicBezTo>
                    <a:pt x="8657" y="9385"/>
                    <a:pt x="8703" y="9382"/>
                    <a:pt x="8747" y="9374"/>
                  </a:cubicBezTo>
                  <a:cubicBezTo>
                    <a:pt x="9775" y="9349"/>
                    <a:pt x="10727" y="8748"/>
                    <a:pt x="11404" y="7996"/>
                  </a:cubicBezTo>
                  <a:cubicBezTo>
                    <a:pt x="12682" y="6567"/>
                    <a:pt x="13108" y="4312"/>
                    <a:pt x="11905" y="2708"/>
                  </a:cubicBezTo>
                  <a:cubicBezTo>
                    <a:pt x="11579" y="2307"/>
                    <a:pt x="11204" y="1956"/>
                    <a:pt x="10752" y="1705"/>
                  </a:cubicBezTo>
                  <a:cubicBezTo>
                    <a:pt x="10828" y="1204"/>
                    <a:pt x="10777" y="677"/>
                    <a:pt x="10552" y="226"/>
                  </a:cubicBezTo>
                  <a:cubicBezTo>
                    <a:pt x="10502" y="151"/>
                    <a:pt x="10452" y="76"/>
                    <a:pt x="104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5" name="Google Shape;4845;p54"/>
            <p:cNvSpPr/>
            <p:nvPr/>
          </p:nvSpPr>
          <p:spPr>
            <a:xfrm>
              <a:off x="1281773" y="3208359"/>
              <a:ext cx="106125" cy="75470"/>
            </a:xfrm>
            <a:custGeom>
              <a:rect b="b" l="l" r="r" t="t"/>
              <a:pathLst>
                <a:path extrusionOk="0" h="2681" w="3770">
                  <a:moveTo>
                    <a:pt x="2036" y="205"/>
                  </a:moveTo>
                  <a:cubicBezTo>
                    <a:pt x="2233" y="205"/>
                    <a:pt x="2252" y="440"/>
                    <a:pt x="2181" y="583"/>
                  </a:cubicBezTo>
                  <a:cubicBezTo>
                    <a:pt x="2055" y="859"/>
                    <a:pt x="1805" y="1059"/>
                    <a:pt x="1529" y="1135"/>
                  </a:cubicBezTo>
                  <a:cubicBezTo>
                    <a:pt x="1454" y="909"/>
                    <a:pt x="1479" y="658"/>
                    <a:pt x="1629" y="458"/>
                  </a:cubicBezTo>
                  <a:cubicBezTo>
                    <a:pt x="1704" y="333"/>
                    <a:pt x="1855" y="232"/>
                    <a:pt x="2005" y="207"/>
                  </a:cubicBezTo>
                  <a:cubicBezTo>
                    <a:pt x="2016" y="206"/>
                    <a:pt x="2026" y="205"/>
                    <a:pt x="2036" y="205"/>
                  </a:cubicBezTo>
                  <a:close/>
                  <a:moveTo>
                    <a:pt x="2843" y="1109"/>
                  </a:moveTo>
                  <a:cubicBezTo>
                    <a:pt x="2953" y="1109"/>
                    <a:pt x="2937" y="1336"/>
                    <a:pt x="2857" y="1435"/>
                  </a:cubicBezTo>
                  <a:cubicBezTo>
                    <a:pt x="2782" y="1561"/>
                    <a:pt x="2632" y="1661"/>
                    <a:pt x="2481" y="1686"/>
                  </a:cubicBezTo>
                  <a:cubicBezTo>
                    <a:pt x="2481" y="1485"/>
                    <a:pt x="2557" y="1260"/>
                    <a:pt x="2732" y="1160"/>
                  </a:cubicBezTo>
                  <a:cubicBezTo>
                    <a:pt x="2778" y="1124"/>
                    <a:pt x="2815" y="1109"/>
                    <a:pt x="2843" y="1109"/>
                  </a:cubicBezTo>
                  <a:close/>
                  <a:moveTo>
                    <a:pt x="2055" y="0"/>
                  </a:moveTo>
                  <a:cubicBezTo>
                    <a:pt x="1822" y="0"/>
                    <a:pt x="1551" y="174"/>
                    <a:pt x="1429" y="358"/>
                  </a:cubicBezTo>
                  <a:cubicBezTo>
                    <a:pt x="1278" y="608"/>
                    <a:pt x="1253" y="909"/>
                    <a:pt x="1328" y="1185"/>
                  </a:cubicBezTo>
                  <a:cubicBezTo>
                    <a:pt x="1282" y="1189"/>
                    <a:pt x="1236" y="1191"/>
                    <a:pt x="1189" y="1191"/>
                  </a:cubicBezTo>
                  <a:cubicBezTo>
                    <a:pt x="955" y="1191"/>
                    <a:pt x="714" y="1139"/>
                    <a:pt x="526" y="1034"/>
                  </a:cubicBezTo>
                  <a:cubicBezTo>
                    <a:pt x="301" y="909"/>
                    <a:pt x="150" y="734"/>
                    <a:pt x="75" y="508"/>
                  </a:cubicBezTo>
                  <a:cubicBezTo>
                    <a:pt x="50" y="608"/>
                    <a:pt x="25" y="708"/>
                    <a:pt x="0" y="809"/>
                  </a:cubicBezTo>
                  <a:cubicBezTo>
                    <a:pt x="125" y="984"/>
                    <a:pt x="276" y="1135"/>
                    <a:pt x="476" y="1260"/>
                  </a:cubicBezTo>
                  <a:cubicBezTo>
                    <a:pt x="664" y="1345"/>
                    <a:pt x="874" y="1395"/>
                    <a:pt x="1084" y="1395"/>
                  </a:cubicBezTo>
                  <a:cubicBezTo>
                    <a:pt x="1183" y="1395"/>
                    <a:pt x="1282" y="1384"/>
                    <a:pt x="1379" y="1360"/>
                  </a:cubicBezTo>
                  <a:cubicBezTo>
                    <a:pt x="1429" y="1460"/>
                    <a:pt x="1479" y="1536"/>
                    <a:pt x="1529" y="1611"/>
                  </a:cubicBezTo>
                  <a:cubicBezTo>
                    <a:pt x="1729" y="1836"/>
                    <a:pt x="2005" y="1937"/>
                    <a:pt x="2306" y="1937"/>
                  </a:cubicBezTo>
                  <a:cubicBezTo>
                    <a:pt x="2306" y="1987"/>
                    <a:pt x="2331" y="2062"/>
                    <a:pt x="2356" y="2137"/>
                  </a:cubicBezTo>
                  <a:cubicBezTo>
                    <a:pt x="2519" y="2481"/>
                    <a:pt x="2877" y="2681"/>
                    <a:pt x="3243" y="2681"/>
                  </a:cubicBezTo>
                  <a:cubicBezTo>
                    <a:pt x="3384" y="2681"/>
                    <a:pt x="3527" y="2651"/>
                    <a:pt x="3659" y="2588"/>
                  </a:cubicBezTo>
                  <a:cubicBezTo>
                    <a:pt x="3769" y="2544"/>
                    <a:pt x="3706" y="2404"/>
                    <a:pt x="3604" y="2404"/>
                  </a:cubicBezTo>
                  <a:cubicBezTo>
                    <a:pt x="3589" y="2404"/>
                    <a:pt x="3574" y="2407"/>
                    <a:pt x="3559" y="2413"/>
                  </a:cubicBezTo>
                  <a:cubicBezTo>
                    <a:pt x="3458" y="2459"/>
                    <a:pt x="3350" y="2482"/>
                    <a:pt x="3242" y="2482"/>
                  </a:cubicBezTo>
                  <a:cubicBezTo>
                    <a:pt x="3002" y="2482"/>
                    <a:pt x="2762" y="2370"/>
                    <a:pt x="2607" y="2162"/>
                  </a:cubicBezTo>
                  <a:cubicBezTo>
                    <a:pt x="2557" y="2087"/>
                    <a:pt x="2531" y="1987"/>
                    <a:pt x="2506" y="1911"/>
                  </a:cubicBezTo>
                  <a:cubicBezTo>
                    <a:pt x="2557" y="1886"/>
                    <a:pt x="2632" y="1861"/>
                    <a:pt x="2682" y="1836"/>
                  </a:cubicBezTo>
                  <a:cubicBezTo>
                    <a:pt x="2882" y="1736"/>
                    <a:pt x="3033" y="1586"/>
                    <a:pt x="3108" y="1410"/>
                  </a:cubicBezTo>
                  <a:cubicBezTo>
                    <a:pt x="3158" y="1235"/>
                    <a:pt x="3133" y="984"/>
                    <a:pt x="2932" y="909"/>
                  </a:cubicBezTo>
                  <a:cubicBezTo>
                    <a:pt x="2897" y="896"/>
                    <a:pt x="2863" y="890"/>
                    <a:pt x="2829" y="890"/>
                  </a:cubicBezTo>
                  <a:cubicBezTo>
                    <a:pt x="2601" y="890"/>
                    <a:pt x="2422" y="1160"/>
                    <a:pt x="2356" y="1335"/>
                  </a:cubicBezTo>
                  <a:cubicBezTo>
                    <a:pt x="2306" y="1460"/>
                    <a:pt x="2281" y="1611"/>
                    <a:pt x="2281" y="1736"/>
                  </a:cubicBezTo>
                  <a:cubicBezTo>
                    <a:pt x="2030" y="1736"/>
                    <a:pt x="1780" y="1636"/>
                    <a:pt x="1629" y="1410"/>
                  </a:cubicBezTo>
                  <a:cubicBezTo>
                    <a:pt x="1629" y="1385"/>
                    <a:pt x="1604" y="1360"/>
                    <a:pt x="1579" y="1310"/>
                  </a:cubicBezTo>
                  <a:cubicBezTo>
                    <a:pt x="1629" y="1310"/>
                    <a:pt x="1679" y="1285"/>
                    <a:pt x="1704" y="1285"/>
                  </a:cubicBezTo>
                  <a:cubicBezTo>
                    <a:pt x="2055" y="1135"/>
                    <a:pt x="2557" y="708"/>
                    <a:pt x="2406" y="257"/>
                  </a:cubicBezTo>
                  <a:cubicBezTo>
                    <a:pt x="2338" y="71"/>
                    <a:pt x="2204" y="0"/>
                    <a:pt x="205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6" name="Google Shape;4846;p54"/>
            <p:cNvSpPr/>
            <p:nvPr/>
          </p:nvSpPr>
          <p:spPr>
            <a:xfrm>
              <a:off x="1277522" y="3473708"/>
              <a:ext cx="115950" cy="53232"/>
            </a:xfrm>
            <a:custGeom>
              <a:rect b="b" l="l" r="r" t="t"/>
              <a:pathLst>
                <a:path extrusionOk="0" h="1891" w="4119">
                  <a:moveTo>
                    <a:pt x="2780" y="203"/>
                  </a:moveTo>
                  <a:cubicBezTo>
                    <a:pt x="2789" y="203"/>
                    <a:pt x="2798" y="204"/>
                    <a:pt x="2808" y="205"/>
                  </a:cubicBezTo>
                  <a:cubicBezTo>
                    <a:pt x="2983" y="230"/>
                    <a:pt x="2983" y="481"/>
                    <a:pt x="2983" y="606"/>
                  </a:cubicBezTo>
                  <a:cubicBezTo>
                    <a:pt x="2983" y="806"/>
                    <a:pt x="2933" y="1007"/>
                    <a:pt x="2833" y="1182"/>
                  </a:cubicBezTo>
                  <a:cubicBezTo>
                    <a:pt x="2657" y="1032"/>
                    <a:pt x="2557" y="806"/>
                    <a:pt x="2557" y="581"/>
                  </a:cubicBezTo>
                  <a:cubicBezTo>
                    <a:pt x="2557" y="437"/>
                    <a:pt x="2603" y="203"/>
                    <a:pt x="2780" y="203"/>
                  </a:cubicBezTo>
                  <a:close/>
                  <a:moveTo>
                    <a:pt x="1470" y="458"/>
                  </a:moveTo>
                  <a:cubicBezTo>
                    <a:pt x="1515" y="458"/>
                    <a:pt x="1561" y="479"/>
                    <a:pt x="1605" y="531"/>
                  </a:cubicBezTo>
                  <a:cubicBezTo>
                    <a:pt x="1805" y="756"/>
                    <a:pt x="1730" y="1082"/>
                    <a:pt x="1580" y="1308"/>
                  </a:cubicBezTo>
                  <a:cubicBezTo>
                    <a:pt x="1555" y="1383"/>
                    <a:pt x="1504" y="1433"/>
                    <a:pt x="1429" y="1483"/>
                  </a:cubicBezTo>
                  <a:cubicBezTo>
                    <a:pt x="1329" y="1383"/>
                    <a:pt x="1254" y="1257"/>
                    <a:pt x="1204" y="1082"/>
                  </a:cubicBezTo>
                  <a:cubicBezTo>
                    <a:pt x="1179" y="957"/>
                    <a:pt x="1179" y="806"/>
                    <a:pt x="1229" y="706"/>
                  </a:cubicBezTo>
                  <a:cubicBezTo>
                    <a:pt x="1264" y="582"/>
                    <a:pt x="1362" y="458"/>
                    <a:pt x="1470" y="458"/>
                  </a:cubicBezTo>
                  <a:close/>
                  <a:moveTo>
                    <a:pt x="2804" y="1"/>
                  </a:moveTo>
                  <a:cubicBezTo>
                    <a:pt x="2710" y="1"/>
                    <a:pt x="2611" y="39"/>
                    <a:pt x="2532" y="105"/>
                  </a:cubicBezTo>
                  <a:cubicBezTo>
                    <a:pt x="2156" y="430"/>
                    <a:pt x="2407" y="1082"/>
                    <a:pt x="2708" y="1358"/>
                  </a:cubicBezTo>
                  <a:cubicBezTo>
                    <a:pt x="2682" y="1383"/>
                    <a:pt x="2657" y="1408"/>
                    <a:pt x="2632" y="1433"/>
                  </a:cubicBezTo>
                  <a:cubicBezTo>
                    <a:pt x="2458" y="1608"/>
                    <a:pt x="2223" y="1692"/>
                    <a:pt x="1991" y="1692"/>
                  </a:cubicBezTo>
                  <a:cubicBezTo>
                    <a:pt x="1857" y="1692"/>
                    <a:pt x="1724" y="1663"/>
                    <a:pt x="1605" y="1608"/>
                  </a:cubicBezTo>
                  <a:cubicBezTo>
                    <a:pt x="1630" y="1558"/>
                    <a:pt x="1655" y="1533"/>
                    <a:pt x="1680" y="1508"/>
                  </a:cubicBezTo>
                  <a:cubicBezTo>
                    <a:pt x="1931" y="1232"/>
                    <a:pt x="2031" y="781"/>
                    <a:pt x="1805" y="455"/>
                  </a:cubicBezTo>
                  <a:cubicBezTo>
                    <a:pt x="1728" y="340"/>
                    <a:pt x="1607" y="254"/>
                    <a:pt x="1465" y="254"/>
                  </a:cubicBezTo>
                  <a:cubicBezTo>
                    <a:pt x="1421" y="254"/>
                    <a:pt x="1376" y="262"/>
                    <a:pt x="1329" y="280"/>
                  </a:cubicBezTo>
                  <a:cubicBezTo>
                    <a:pt x="1154" y="355"/>
                    <a:pt x="1028" y="556"/>
                    <a:pt x="1003" y="731"/>
                  </a:cubicBezTo>
                  <a:cubicBezTo>
                    <a:pt x="928" y="1057"/>
                    <a:pt x="1053" y="1383"/>
                    <a:pt x="1254" y="1608"/>
                  </a:cubicBezTo>
                  <a:cubicBezTo>
                    <a:pt x="1176" y="1639"/>
                    <a:pt x="1080" y="1661"/>
                    <a:pt x="982" y="1661"/>
                  </a:cubicBezTo>
                  <a:cubicBezTo>
                    <a:pt x="921" y="1661"/>
                    <a:pt x="860" y="1653"/>
                    <a:pt x="803" y="1633"/>
                  </a:cubicBezTo>
                  <a:cubicBezTo>
                    <a:pt x="477" y="1558"/>
                    <a:pt x="226" y="1257"/>
                    <a:pt x="201" y="907"/>
                  </a:cubicBezTo>
                  <a:cubicBezTo>
                    <a:pt x="201" y="844"/>
                    <a:pt x="151" y="813"/>
                    <a:pt x="101" y="813"/>
                  </a:cubicBezTo>
                  <a:cubicBezTo>
                    <a:pt x="51" y="813"/>
                    <a:pt x="1" y="844"/>
                    <a:pt x="1" y="907"/>
                  </a:cubicBezTo>
                  <a:cubicBezTo>
                    <a:pt x="26" y="1308"/>
                    <a:pt x="276" y="1658"/>
                    <a:pt x="652" y="1809"/>
                  </a:cubicBezTo>
                  <a:cubicBezTo>
                    <a:pt x="763" y="1849"/>
                    <a:pt x="873" y="1869"/>
                    <a:pt x="980" y="1869"/>
                  </a:cubicBezTo>
                  <a:cubicBezTo>
                    <a:pt x="1141" y="1869"/>
                    <a:pt x="1294" y="1824"/>
                    <a:pt x="1429" y="1734"/>
                  </a:cubicBezTo>
                  <a:cubicBezTo>
                    <a:pt x="1595" y="1840"/>
                    <a:pt x="1789" y="1891"/>
                    <a:pt x="1984" y="1891"/>
                  </a:cubicBezTo>
                  <a:cubicBezTo>
                    <a:pt x="2202" y="1891"/>
                    <a:pt x="2422" y="1828"/>
                    <a:pt x="2607" y="1709"/>
                  </a:cubicBezTo>
                  <a:cubicBezTo>
                    <a:pt x="2708" y="1658"/>
                    <a:pt x="2808" y="1558"/>
                    <a:pt x="2883" y="1483"/>
                  </a:cubicBezTo>
                  <a:cubicBezTo>
                    <a:pt x="3043" y="1574"/>
                    <a:pt x="3224" y="1619"/>
                    <a:pt x="3406" y="1619"/>
                  </a:cubicBezTo>
                  <a:cubicBezTo>
                    <a:pt x="3624" y="1619"/>
                    <a:pt x="3845" y="1556"/>
                    <a:pt x="4036" y="1433"/>
                  </a:cubicBezTo>
                  <a:cubicBezTo>
                    <a:pt x="4119" y="1371"/>
                    <a:pt x="4064" y="1239"/>
                    <a:pt x="3986" y="1239"/>
                  </a:cubicBezTo>
                  <a:cubicBezTo>
                    <a:pt x="3970" y="1239"/>
                    <a:pt x="3953" y="1245"/>
                    <a:pt x="3936" y="1257"/>
                  </a:cubicBezTo>
                  <a:cubicBezTo>
                    <a:pt x="3772" y="1362"/>
                    <a:pt x="3581" y="1422"/>
                    <a:pt x="3391" y="1422"/>
                  </a:cubicBezTo>
                  <a:cubicBezTo>
                    <a:pt x="3261" y="1422"/>
                    <a:pt x="3130" y="1394"/>
                    <a:pt x="3008" y="1333"/>
                  </a:cubicBezTo>
                  <a:cubicBezTo>
                    <a:pt x="3008" y="1308"/>
                    <a:pt x="3008" y="1308"/>
                    <a:pt x="2983" y="1308"/>
                  </a:cubicBezTo>
                  <a:cubicBezTo>
                    <a:pt x="3109" y="1107"/>
                    <a:pt x="3184" y="882"/>
                    <a:pt x="3184" y="656"/>
                  </a:cubicBezTo>
                  <a:cubicBezTo>
                    <a:pt x="3184" y="455"/>
                    <a:pt x="3184" y="230"/>
                    <a:pt x="3033" y="105"/>
                  </a:cubicBezTo>
                  <a:cubicBezTo>
                    <a:pt x="2973" y="33"/>
                    <a:pt x="2891" y="1"/>
                    <a:pt x="280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7" name="Google Shape;4847;p54"/>
            <p:cNvSpPr/>
            <p:nvPr/>
          </p:nvSpPr>
          <p:spPr>
            <a:xfrm>
              <a:off x="1398176" y="3371408"/>
              <a:ext cx="313281" cy="235081"/>
            </a:xfrm>
            <a:custGeom>
              <a:rect b="b" l="l" r="r" t="t"/>
              <a:pathLst>
                <a:path extrusionOk="0" h="8351" w="11129">
                  <a:moveTo>
                    <a:pt x="6012" y="213"/>
                  </a:moveTo>
                  <a:cubicBezTo>
                    <a:pt x="6127" y="213"/>
                    <a:pt x="6237" y="253"/>
                    <a:pt x="6316" y="355"/>
                  </a:cubicBezTo>
                  <a:cubicBezTo>
                    <a:pt x="6492" y="581"/>
                    <a:pt x="6492" y="957"/>
                    <a:pt x="6467" y="1232"/>
                  </a:cubicBezTo>
                  <a:cubicBezTo>
                    <a:pt x="6442" y="1533"/>
                    <a:pt x="6366" y="1809"/>
                    <a:pt x="6241" y="2084"/>
                  </a:cubicBezTo>
                  <a:cubicBezTo>
                    <a:pt x="6216" y="2109"/>
                    <a:pt x="6216" y="2160"/>
                    <a:pt x="6191" y="2210"/>
                  </a:cubicBezTo>
                  <a:cubicBezTo>
                    <a:pt x="5865" y="1959"/>
                    <a:pt x="5615" y="1658"/>
                    <a:pt x="5489" y="1282"/>
                  </a:cubicBezTo>
                  <a:cubicBezTo>
                    <a:pt x="5389" y="982"/>
                    <a:pt x="5364" y="606"/>
                    <a:pt x="5615" y="355"/>
                  </a:cubicBezTo>
                  <a:cubicBezTo>
                    <a:pt x="5725" y="273"/>
                    <a:pt x="5872" y="213"/>
                    <a:pt x="6012" y="213"/>
                  </a:cubicBezTo>
                  <a:close/>
                  <a:moveTo>
                    <a:pt x="9220" y="508"/>
                  </a:moveTo>
                  <a:cubicBezTo>
                    <a:pt x="9436" y="508"/>
                    <a:pt x="9574" y="702"/>
                    <a:pt x="9574" y="957"/>
                  </a:cubicBezTo>
                  <a:cubicBezTo>
                    <a:pt x="9574" y="1232"/>
                    <a:pt x="9449" y="1508"/>
                    <a:pt x="9274" y="1734"/>
                  </a:cubicBezTo>
                  <a:cubicBezTo>
                    <a:pt x="9098" y="1984"/>
                    <a:pt x="8873" y="2185"/>
                    <a:pt x="8597" y="2335"/>
                  </a:cubicBezTo>
                  <a:cubicBezTo>
                    <a:pt x="8522" y="2385"/>
                    <a:pt x="8397" y="2435"/>
                    <a:pt x="8296" y="2485"/>
                  </a:cubicBezTo>
                  <a:cubicBezTo>
                    <a:pt x="8246" y="2084"/>
                    <a:pt x="8296" y="1683"/>
                    <a:pt x="8447" y="1307"/>
                  </a:cubicBezTo>
                  <a:cubicBezTo>
                    <a:pt x="8572" y="1007"/>
                    <a:pt x="8747" y="706"/>
                    <a:pt x="9023" y="556"/>
                  </a:cubicBezTo>
                  <a:cubicBezTo>
                    <a:pt x="9094" y="523"/>
                    <a:pt x="9160" y="508"/>
                    <a:pt x="9220" y="508"/>
                  </a:cubicBezTo>
                  <a:close/>
                  <a:moveTo>
                    <a:pt x="2925" y="2206"/>
                  </a:moveTo>
                  <a:cubicBezTo>
                    <a:pt x="3182" y="2206"/>
                    <a:pt x="3424" y="2355"/>
                    <a:pt x="3584" y="2536"/>
                  </a:cubicBezTo>
                  <a:cubicBezTo>
                    <a:pt x="3860" y="2886"/>
                    <a:pt x="3960" y="3388"/>
                    <a:pt x="3935" y="3864"/>
                  </a:cubicBezTo>
                  <a:cubicBezTo>
                    <a:pt x="3860" y="3876"/>
                    <a:pt x="3779" y="3883"/>
                    <a:pt x="3697" y="3883"/>
                  </a:cubicBezTo>
                  <a:cubicBezTo>
                    <a:pt x="3616" y="3883"/>
                    <a:pt x="3534" y="3876"/>
                    <a:pt x="3459" y="3864"/>
                  </a:cubicBezTo>
                  <a:cubicBezTo>
                    <a:pt x="2883" y="3814"/>
                    <a:pt x="2306" y="3463"/>
                    <a:pt x="2331" y="2811"/>
                  </a:cubicBezTo>
                  <a:cubicBezTo>
                    <a:pt x="2356" y="2561"/>
                    <a:pt x="2482" y="2335"/>
                    <a:pt x="2732" y="2235"/>
                  </a:cubicBezTo>
                  <a:cubicBezTo>
                    <a:pt x="2797" y="2215"/>
                    <a:pt x="2861" y="2206"/>
                    <a:pt x="2925" y="2206"/>
                  </a:cubicBezTo>
                  <a:close/>
                  <a:moveTo>
                    <a:pt x="702" y="5518"/>
                  </a:moveTo>
                  <a:cubicBezTo>
                    <a:pt x="1003" y="5518"/>
                    <a:pt x="1254" y="5719"/>
                    <a:pt x="1404" y="5969"/>
                  </a:cubicBezTo>
                  <a:cubicBezTo>
                    <a:pt x="1504" y="6195"/>
                    <a:pt x="1554" y="6445"/>
                    <a:pt x="1529" y="6696"/>
                  </a:cubicBezTo>
                  <a:cubicBezTo>
                    <a:pt x="1418" y="6717"/>
                    <a:pt x="1297" y="6729"/>
                    <a:pt x="1175" y="6729"/>
                  </a:cubicBezTo>
                  <a:cubicBezTo>
                    <a:pt x="717" y="6729"/>
                    <a:pt x="241" y="6558"/>
                    <a:pt x="201" y="6044"/>
                  </a:cubicBezTo>
                  <a:cubicBezTo>
                    <a:pt x="176" y="5744"/>
                    <a:pt x="401" y="5543"/>
                    <a:pt x="702" y="5518"/>
                  </a:cubicBezTo>
                  <a:close/>
                  <a:moveTo>
                    <a:pt x="6004" y="0"/>
                  </a:moveTo>
                  <a:cubicBezTo>
                    <a:pt x="5818" y="0"/>
                    <a:pt x="5633" y="77"/>
                    <a:pt x="5489" y="205"/>
                  </a:cubicBezTo>
                  <a:cubicBezTo>
                    <a:pt x="4888" y="706"/>
                    <a:pt x="5339" y="1683"/>
                    <a:pt x="5790" y="2135"/>
                  </a:cubicBezTo>
                  <a:cubicBezTo>
                    <a:pt x="5890" y="2210"/>
                    <a:pt x="5990" y="2310"/>
                    <a:pt x="6091" y="2385"/>
                  </a:cubicBezTo>
                  <a:cubicBezTo>
                    <a:pt x="5865" y="2786"/>
                    <a:pt x="5539" y="3137"/>
                    <a:pt x="5138" y="3413"/>
                  </a:cubicBezTo>
                  <a:cubicBezTo>
                    <a:pt x="4838" y="3613"/>
                    <a:pt x="4487" y="3764"/>
                    <a:pt x="4136" y="3839"/>
                  </a:cubicBezTo>
                  <a:cubicBezTo>
                    <a:pt x="4136" y="3613"/>
                    <a:pt x="4136" y="3388"/>
                    <a:pt x="4086" y="3187"/>
                  </a:cubicBezTo>
                  <a:cubicBezTo>
                    <a:pt x="4011" y="2811"/>
                    <a:pt x="3835" y="2435"/>
                    <a:pt x="3534" y="2210"/>
                  </a:cubicBezTo>
                  <a:cubicBezTo>
                    <a:pt x="3359" y="2082"/>
                    <a:pt x="3142" y="2005"/>
                    <a:pt x="2930" y="2005"/>
                  </a:cubicBezTo>
                  <a:cubicBezTo>
                    <a:pt x="2810" y="2005"/>
                    <a:pt x="2691" y="2030"/>
                    <a:pt x="2582" y="2084"/>
                  </a:cubicBezTo>
                  <a:cubicBezTo>
                    <a:pt x="2031" y="2360"/>
                    <a:pt x="2031" y="3162"/>
                    <a:pt x="2381" y="3588"/>
                  </a:cubicBezTo>
                  <a:cubicBezTo>
                    <a:pt x="2700" y="3949"/>
                    <a:pt x="3180" y="4076"/>
                    <a:pt x="3655" y="4076"/>
                  </a:cubicBezTo>
                  <a:cubicBezTo>
                    <a:pt x="3740" y="4076"/>
                    <a:pt x="3826" y="4072"/>
                    <a:pt x="3910" y="4064"/>
                  </a:cubicBezTo>
                  <a:lnTo>
                    <a:pt x="3910" y="4064"/>
                  </a:lnTo>
                  <a:cubicBezTo>
                    <a:pt x="3910" y="4140"/>
                    <a:pt x="3885" y="4215"/>
                    <a:pt x="3885" y="4290"/>
                  </a:cubicBezTo>
                  <a:cubicBezTo>
                    <a:pt x="3660" y="5393"/>
                    <a:pt x="2833" y="6370"/>
                    <a:pt x="1730" y="6646"/>
                  </a:cubicBezTo>
                  <a:cubicBezTo>
                    <a:pt x="1730" y="6646"/>
                    <a:pt x="1755" y="6621"/>
                    <a:pt x="1755" y="6621"/>
                  </a:cubicBezTo>
                  <a:cubicBezTo>
                    <a:pt x="1730" y="6270"/>
                    <a:pt x="1630" y="5894"/>
                    <a:pt x="1404" y="5618"/>
                  </a:cubicBezTo>
                  <a:cubicBezTo>
                    <a:pt x="1223" y="5437"/>
                    <a:pt x="977" y="5321"/>
                    <a:pt x="732" y="5321"/>
                  </a:cubicBezTo>
                  <a:cubicBezTo>
                    <a:pt x="671" y="5321"/>
                    <a:pt x="611" y="5328"/>
                    <a:pt x="552" y="5343"/>
                  </a:cubicBezTo>
                  <a:cubicBezTo>
                    <a:pt x="226" y="5393"/>
                    <a:pt x="0" y="5668"/>
                    <a:pt x="0" y="5969"/>
                  </a:cubicBezTo>
                  <a:cubicBezTo>
                    <a:pt x="0" y="6295"/>
                    <a:pt x="176" y="6621"/>
                    <a:pt x="477" y="6771"/>
                  </a:cubicBezTo>
                  <a:cubicBezTo>
                    <a:pt x="677" y="6905"/>
                    <a:pt x="911" y="6949"/>
                    <a:pt x="1156" y="6949"/>
                  </a:cubicBezTo>
                  <a:cubicBezTo>
                    <a:pt x="1279" y="6949"/>
                    <a:pt x="1404" y="6938"/>
                    <a:pt x="1529" y="6922"/>
                  </a:cubicBezTo>
                  <a:lnTo>
                    <a:pt x="1529" y="6922"/>
                  </a:lnTo>
                  <a:cubicBezTo>
                    <a:pt x="1479" y="7197"/>
                    <a:pt x="1379" y="7473"/>
                    <a:pt x="1254" y="7698"/>
                  </a:cubicBezTo>
                  <a:cubicBezTo>
                    <a:pt x="1128" y="7949"/>
                    <a:pt x="953" y="8175"/>
                    <a:pt x="727" y="8350"/>
                  </a:cubicBezTo>
                  <a:cubicBezTo>
                    <a:pt x="853" y="8350"/>
                    <a:pt x="953" y="8325"/>
                    <a:pt x="1053" y="8325"/>
                  </a:cubicBezTo>
                  <a:cubicBezTo>
                    <a:pt x="1429" y="7924"/>
                    <a:pt x="1680" y="7423"/>
                    <a:pt x="1730" y="6871"/>
                  </a:cubicBezTo>
                  <a:cubicBezTo>
                    <a:pt x="2005" y="6796"/>
                    <a:pt x="2256" y="6696"/>
                    <a:pt x="2482" y="6571"/>
                  </a:cubicBezTo>
                  <a:cubicBezTo>
                    <a:pt x="3058" y="6245"/>
                    <a:pt x="3534" y="5719"/>
                    <a:pt x="3810" y="5117"/>
                  </a:cubicBezTo>
                  <a:cubicBezTo>
                    <a:pt x="3985" y="4791"/>
                    <a:pt x="4086" y="4415"/>
                    <a:pt x="4111" y="4039"/>
                  </a:cubicBezTo>
                  <a:cubicBezTo>
                    <a:pt x="4211" y="4039"/>
                    <a:pt x="4286" y="4014"/>
                    <a:pt x="4361" y="3989"/>
                  </a:cubicBezTo>
                  <a:cubicBezTo>
                    <a:pt x="5138" y="3789"/>
                    <a:pt x="5840" y="3212"/>
                    <a:pt x="6266" y="2485"/>
                  </a:cubicBezTo>
                  <a:cubicBezTo>
                    <a:pt x="6639" y="2713"/>
                    <a:pt x="7063" y="2856"/>
                    <a:pt x="7497" y="2856"/>
                  </a:cubicBezTo>
                  <a:cubicBezTo>
                    <a:pt x="7587" y="2856"/>
                    <a:pt x="7679" y="2849"/>
                    <a:pt x="7770" y="2836"/>
                  </a:cubicBezTo>
                  <a:cubicBezTo>
                    <a:pt x="7895" y="2811"/>
                    <a:pt x="8021" y="2786"/>
                    <a:pt x="8146" y="2761"/>
                  </a:cubicBezTo>
                  <a:cubicBezTo>
                    <a:pt x="8221" y="3162"/>
                    <a:pt x="8422" y="3563"/>
                    <a:pt x="8722" y="3864"/>
                  </a:cubicBezTo>
                  <a:cubicBezTo>
                    <a:pt x="9173" y="4365"/>
                    <a:pt x="9875" y="4666"/>
                    <a:pt x="10552" y="4666"/>
                  </a:cubicBezTo>
                  <a:cubicBezTo>
                    <a:pt x="10652" y="4666"/>
                    <a:pt x="10752" y="4641"/>
                    <a:pt x="10853" y="4641"/>
                  </a:cubicBezTo>
                  <a:cubicBezTo>
                    <a:pt x="10953" y="4566"/>
                    <a:pt x="11028" y="4465"/>
                    <a:pt x="11128" y="4390"/>
                  </a:cubicBezTo>
                  <a:lnTo>
                    <a:pt x="11128" y="4390"/>
                  </a:lnTo>
                  <a:cubicBezTo>
                    <a:pt x="10942" y="4438"/>
                    <a:pt x="10753" y="4461"/>
                    <a:pt x="10564" y="4461"/>
                  </a:cubicBezTo>
                  <a:cubicBezTo>
                    <a:pt x="9659" y="4461"/>
                    <a:pt x="8778" y="3933"/>
                    <a:pt x="8447" y="3062"/>
                  </a:cubicBezTo>
                  <a:cubicBezTo>
                    <a:pt x="8397" y="2937"/>
                    <a:pt x="8371" y="2811"/>
                    <a:pt x="8321" y="2686"/>
                  </a:cubicBezTo>
                  <a:cubicBezTo>
                    <a:pt x="8798" y="2510"/>
                    <a:pt x="9224" y="2185"/>
                    <a:pt x="9499" y="1759"/>
                  </a:cubicBezTo>
                  <a:cubicBezTo>
                    <a:pt x="9675" y="1508"/>
                    <a:pt x="9825" y="1182"/>
                    <a:pt x="9775" y="856"/>
                  </a:cubicBezTo>
                  <a:cubicBezTo>
                    <a:pt x="9751" y="546"/>
                    <a:pt x="9545" y="303"/>
                    <a:pt x="9243" y="303"/>
                  </a:cubicBezTo>
                  <a:cubicBezTo>
                    <a:pt x="9228" y="303"/>
                    <a:pt x="9214" y="304"/>
                    <a:pt x="9199" y="305"/>
                  </a:cubicBezTo>
                  <a:cubicBezTo>
                    <a:pt x="8848" y="330"/>
                    <a:pt x="8572" y="656"/>
                    <a:pt x="8397" y="932"/>
                  </a:cubicBezTo>
                  <a:cubicBezTo>
                    <a:pt x="8221" y="1232"/>
                    <a:pt x="8121" y="1583"/>
                    <a:pt x="8096" y="1934"/>
                  </a:cubicBezTo>
                  <a:cubicBezTo>
                    <a:pt x="8071" y="2135"/>
                    <a:pt x="8071" y="2360"/>
                    <a:pt x="8096" y="2561"/>
                  </a:cubicBezTo>
                  <a:cubicBezTo>
                    <a:pt x="7904" y="2620"/>
                    <a:pt x="7707" y="2652"/>
                    <a:pt x="7507" y="2652"/>
                  </a:cubicBezTo>
                  <a:cubicBezTo>
                    <a:pt x="7288" y="2652"/>
                    <a:pt x="7065" y="2614"/>
                    <a:pt x="6843" y="2536"/>
                  </a:cubicBezTo>
                  <a:cubicBezTo>
                    <a:pt x="6667" y="2485"/>
                    <a:pt x="6517" y="2410"/>
                    <a:pt x="6366" y="2310"/>
                  </a:cubicBezTo>
                  <a:cubicBezTo>
                    <a:pt x="6567" y="1884"/>
                    <a:pt x="6667" y="1433"/>
                    <a:pt x="6667" y="957"/>
                  </a:cubicBezTo>
                  <a:cubicBezTo>
                    <a:pt x="6667" y="656"/>
                    <a:pt x="6617" y="255"/>
                    <a:pt x="6316" y="79"/>
                  </a:cubicBezTo>
                  <a:cubicBezTo>
                    <a:pt x="6216" y="25"/>
                    <a:pt x="6110" y="0"/>
                    <a:pt x="600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8" name="Google Shape;4848;p54"/>
            <p:cNvSpPr/>
            <p:nvPr/>
          </p:nvSpPr>
          <p:spPr>
            <a:xfrm>
              <a:off x="1584449" y="3163318"/>
              <a:ext cx="73556" cy="121636"/>
            </a:xfrm>
            <a:custGeom>
              <a:rect b="b" l="l" r="r" t="t"/>
              <a:pathLst>
                <a:path extrusionOk="0" h="4321" w="2613">
                  <a:moveTo>
                    <a:pt x="1201" y="855"/>
                  </a:moveTo>
                  <a:cubicBezTo>
                    <a:pt x="1242" y="855"/>
                    <a:pt x="1284" y="863"/>
                    <a:pt x="1328" y="880"/>
                  </a:cubicBezTo>
                  <a:cubicBezTo>
                    <a:pt x="1479" y="955"/>
                    <a:pt x="1529" y="1105"/>
                    <a:pt x="1429" y="1231"/>
                  </a:cubicBezTo>
                  <a:cubicBezTo>
                    <a:pt x="1328" y="1356"/>
                    <a:pt x="1178" y="1431"/>
                    <a:pt x="1028" y="1456"/>
                  </a:cubicBezTo>
                  <a:cubicBezTo>
                    <a:pt x="927" y="1456"/>
                    <a:pt x="802" y="1431"/>
                    <a:pt x="702" y="1406"/>
                  </a:cubicBezTo>
                  <a:cubicBezTo>
                    <a:pt x="767" y="1168"/>
                    <a:pt x="944" y="855"/>
                    <a:pt x="1201" y="855"/>
                  </a:cubicBezTo>
                  <a:close/>
                  <a:moveTo>
                    <a:pt x="1657" y="2396"/>
                  </a:moveTo>
                  <a:cubicBezTo>
                    <a:pt x="1776" y="2396"/>
                    <a:pt x="1875" y="2489"/>
                    <a:pt x="1855" y="2634"/>
                  </a:cubicBezTo>
                  <a:cubicBezTo>
                    <a:pt x="1815" y="2795"/>
                    <a:pt x="1646" y="2843"/>
                    <a:pt x="1491" y="2843"/>
                  </a:cubicBezTo>
                  <a:cubicBezTo>
                    <a:pt x="1452" y="2843"/>
                    <a:pt x="1414" y="2840"/>
                    <a:pt x="1378" y="2835"/>
                  </a:cubicBezTo>
                  <a:cubicBezTo>
                    <a:pt x="1328" y="2810"/>
                    <a:pt x="1278" y="2785"/>
                    <a:pt x="1228" y="2760"/>
                  </a:cubicBezTo>
                  <a:cubicBezTo>
                    <a:pt x="1278" y="2584"/>
                    <a:pt x="1404" y="2434"/>
                    <a:pt x="1579" y="2409"/>
                  </a:cubicBezTo>
                  <a:cubicBezTo>
                    <a:pt x="1605" y="2400"/>
                    <a:pt x="1631" y="2396"/>
                    <a:pt x="1657" y="2396"/>
                  </a:cubicBezTo>
                  <a:close/>
                  <a:moveTo>
                    <a:pt x="746" y="1"/>
                  </a:moveTo>
                  <a:cubicBezTo>
                    <a:pt x="740" y="1"/>
                    <a:pt x="733" y="1"/>
                    <a:pt x="727" y="3"/>
                  </a:cubicBezTo>
                  <a:cubicBezTo>
                    <a:pt x="301" y="3"/>
                    <a:pt x="0" y="404"/>
                    <a:pt x="0" y="805"/>
                  </a:cubicBezTo>
                  <a:cubicBezTo>
                    <a:pt x="25" y="1105"/>
                    <a:pt x="201" y="1356"/>
                    <a:pt x="476" y="1506"/>
                  </a:cubicBezTo>
                  <a:cubicBezTo>
                    <a:pt x="401" y="2008"/>
                    <a:pt x="576" y="2559"/>
                    <a:pt x="977" y="2860"/>
                  </a:cubicBezTo>
                  <a:cubicBezTo>
                    <a:pt x="852" y="3286"/>
                    <a:pt x="927" y="3762"/>
                    <a:pt x="1278" y="4063"/>
                  </a:cubicBezTo>
                  <a:cubicBezTo>
                    <a:pt x="1460" y="4232"/>
                    <a:pt x="1697" y="4320"/>
                    <a:pt x="1931" y="4320"/>
                  </a:cubicBezTo>
                  <a:cubicBezTo>
                    <a:pt x="2148" y="4320"/>
                    <a:pt x="2363" y="4245"/>
                    <a:pt x="2531" y="4088"/>
                  </a:cubicBezTo>
                  <a:cubicBezTo>
                    <a:pt x="2612" y="4027"/>
                    <a:pt x="2530" y="3917"/>
                    <a:pt x="2442" y="3917"/>
                  </a:cubicBezTo>
                  <a:cubicBezTo>
                    <a:pt x="2421" y="3917"/>
                    <a:pt x="2400" y="3923"/>
                    <a:pt x="2381" y="3938"/>
                  </a:cubicBezTo>
                  <a:cubicBezTo>
                    <a:pt x="2266" y="4067"/>
                    <a:pt x="2102" y="4122"/>
                    <a:pt x="1935" y="4122"/>
                  </a:cubicBezTo>
                  <a:cubicBezTo>
                    <a:pt x="1811" y="4122"/>
                    <a:pt x="1686" y="4091"/>
                    <a:pt x="1579" y="4038"/>
                  </a:cubicBezTo>
                  <a:cubicBezTo>
                    <a:pt x="1278" y="3887"/>
                    <a:pt x="1128" y="3562"/>
                    <a:pt x="1128" y="3236"/>
                  </a:cubicBezTo>
                  <a:cubicBezTo>
                    <a:pt x="1128" y="3161"/>
                    <a:pt x="1153" y="3060"/>
                    <a:pt x="1153" y="2960"/>
                  </a:cubicBezTo>
                  <a:cubicBezTo>
                    <a:pt x="1178" y="2960"/>
                    <a:pt x="1203" y="2985"/>
                    <a:pt x="1253" y="2985"/>
                  </a:cubicBezTo>
                  <a:cubicBezTo>
                    <a:pt x="1336" y="3016"/>
                    <a:pt x="1432" y="3035"/>
                    <a:pt x="1529" y="3035"/>
                  </a:cubicBezTo>
                  <a:cubicBezTo>
                    <a:pt x="1665" y="3035"/>
                    <a:pt x="1802" y="2998"/>
                    <a:pt x="1905" y="2910"/>
                  </a:cubicBezTo>
                  <a:cubicBezTo>
                    <a:pt x="2055" y="2785"/>
                    <a:pt x="2105" y="2534"/>
                    <a:pt x="2005" y="2384"/>
                  </a:cubicBezTo>
                  <a:cubicBezTo>
                    <a:pt x="1929" y="2251"/>
                    <a:pt x="1781" y="2190"/>
                    <a:pt x="1638" y="2190"/>
                  </a:cubicBezTo>
                  <a:cubicBezTo>
                    <a:pt x="1592" y="2190"/>
                    <a:pt x="1546" y="2196"/>
                    <a:pt x="1504" y="2208"/>
                  </a:cubicBezTo>
                  <a:cubicBezTo>
                    <a:pt x="1278" y="2258"/>
                    <a:pt x="1153" y="2459"/>
                    <a:pt x="1053" y="2659"/>
                  </a:cubicBezTo>
                  <a:cubicBezTo>
                    <a:pt x="752" y="2409"/>
                    <a:pt x="627" y="1983"/>
                    <a:pt x="677" y="1607"/>
                  </a:cubicBezTo>
                  <a:cubicBezTo>
                    <a:pt x="727" y="1607"/>
                    <a:pt x="777" y="1632"/>
                    <a:pt x="827" y="1632"/>
                  </a:cubicBezTo>
                  <a:cubicBezTo>
                    <a:pt x="869" y="1641"/>
                    <a:pt x="913" y="1645"/>
                    <a:pt x="959" y="1645"/>
                  </a:cubicBezTo>
                  <a:cubicBezTo>
                    <a:pt x="1305" y="1645"/>
                    <a:pt x="1746" y="1403"/>
                    <a:pt x="1679" y="1005"/>
                  </a:cubicBezTo>
                  <a:cubicBezTo>
                    <a:pt x="1629" y="805"/>
                    <a:pt x="1454" y="679"/>
                    <a:pt x="1278" y="654"/>
                  </a:cubicBezTo>
                  <a:cubicBezTo>
                    <a:pt x="1255" y="652"/>
                    <a:pt x="1232" y="651"/>
                    <a:pt x="1210" y="651"/>
                  </a:cubicBezTo>
                  <a:cubicBezTo>
                    <a:pt x="1013" y="651"/>
                    <a:pt x="839" y="747"/>
                    <a:pt x="727" y="905"/>
                  </a:cubicBezTo>
                  <a:cubicBezTo>
                    <a:pt x="627" y="1030"/>
                    <a:pt x="551" y="1156"/>
                    <a:pt x="501" y="1306"/>
                  </a:cubicBezTo>
                  <a:cubicBezTo>
                    <a:pt x="376" y="1206"/>
                    <a:pt x="251" y="1080"/>
                    <a:pt x="226" y="905"/>
                  </a:cubicBezTo>
                  <a:cubicBezTo>
                    <a:pt x="150" y="604"/>
                    <a:pt x="376" y="203"/>
                    <a:pt x="727" y="203"/>
                  </a:cubicBezTo>
                  <a:cubicBezTo>
                    <a:pt x="846" y="203"/>
                    <a:pt x="852" y="1"/>
                    <a:pt x="74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9" name="Google Shape;4849;p54"/>
            <p:cNvSpPr/>
            <p:nvPr/>
          </p:nvSpPr>
          <p:spPr>
            <a:xfrm>
              <a:off x="1528007" y="3063186"/>
              <a:ext cx="151700" cy="61508"/>
            </a:xfrm>
            <a:custGeom>
              <a:rect b="b" l="l" r="r" t="t"/>
              <a:pathLst>
                <a:path extrusionOk="0" h="2185" w="5389">
                  <a:moveTo>
                    <a:pt x="2632" y="1"/>
                  </a:moveTo>
                  <a:cubicBezTo>
                    <a:pt x="2556" y="1"/>
                    <a:pt x="2481" y="26"/>
                    <a:pt x="2431" y="26"/>
                  </a:cubicBezTo>
                  <a:cubicBezTo>
                    <a:pt x="2506" y="302"/>
                    <a:pt x="2657" y="527"/>
                    <a:pt x="2857" y="728"/>
                  </a:cubicBezTo>
                  <a:cubicBezTo>
                    <a:pt x="3058" y="928"/>
                    <a:pt x="3283" y="1053"/>
                    <a:pt x="3534" y="1129"/>
                  </a:cubicBezTo>
                  <a:cubicBezTo>
                    <a:pt x="3308" y="1404"/>
                    <a:pt x="3008" y="1630"/>
                    <a:pt x="2682" y="1780"/>
                  </a:cubicBezTo>
                  <a:cubicBezTo>
                    <a:pt x="2364" y="1915"/>
                    <a:pt x="2024" y="1979"/>
                    <a:pt x="1685" y="1979"/>
                  </a:cubicBezTo>
                  <a:cubicBezTo>
                    <a:pt x="1141" y="1979"/>
                    <a:pt x="598" y="1813"/>
                    <a:pt x="150" y="1505"/>
                  </a:cubicBezTo>
                  <a:cubicBezTo>
                    <a:pt x="100" y="1555"/>
                    <a:pt x="50" y="1605"/>
                    <a:pt x="0" y="1655"/>
                  </a:cubicBezTo>
                  <a:cubicBezTo>
                    <a:pt x="477" y="2001"/>
                    <a:pt x="1074" y="2184"/>
                    <a:pt x="1668" y="2184"/>
                  </a:cubicBezTo>
                  <a:cubicBezTo>
                    <a:pt x="1979" y="2184"/>
                    <a:pt x="2289" y="2134"/>
                    <a:pt x="2581" y="2031"/>
                  </a:cubicBezTo>
                  <a:cubicBezTo>
                    <a:pt x="3033" y="1880"/>
                    <a:pt x="3459" y="1580"/>
                    <a:pt x="3759" y="1179"/>
                  </a:cubicBezTo>
                  <a:cubicBezTo>
                    <a:pt x="3861" y="1196"/>
                    <a:pt x="3964" y="1204"/>
                    <a:pt x="4065" y="1204"/>
                  </a:cubicBezTo>
                  <a:cubicBezTo>
                    <a:pt x="4566" y="1204"/>
                    <a:pt x="5055" y="1002"/>
                    <a:pt x="5389" y="627"/>
                  </a:cubicBezTo>
                  <a:cubicBezTo>
                    <a:pt x="5338" y="577"/>
                    <a:pt x="5263" y="552"/>
                    <a:pt x="5213" y="527"/>
                  </a:cubicBezTo>
                  <a:cubicBezTo>
                    <a:pt x="4902" y="838"/>
                    <a:pt x="4492" y="1012"/>
                    <a:pt x="4070" y="1012"/>
                  </a:cubicBezTo>
                  <a:cubicBezTo>
                    <a:pt x="4017" y="1012"/>
                    <a:pt x="3963" y="1009"/>
                    <a:pt x="3910" y="1003"/>
                  </a:cubicBezTo>
                  <a:cubicBezTo>
                    <a:pt x="4085" y="753"/>
                    <a:pt x="4236" y="477"/>
                    <a:pt x="4311" y="176"/>
                  </a:cubicBezTo>
                  <a:cubicBezTo>
                    <a:pt x="4261" y="151"/>
                    <a:pt x="4186" y="126"/>
                    <a:pt x="4110" y="101"/>
                  </a:cubicBezTo>
                  <a:cubicBezTo>
                    <a:pt x="4035" y="427"/>
                    <a:pt x="3885" y="703"/>
                    <a:pt x="3684" y="978"/>
                  </a:cubicBezTo>
                  <a:cubicBezTo>
                    <a:pt x="3509" y="928"/>
                    <a:pt x="3358" y="853"/>
                    <a:pt x="3208" y="753"/>
                  </a:cubicBezTo>
                  <a:cubicBezTo>
                    <a:pt x="2932" y="577"/>
                    <a:pt x="2732" y="302"/>
                    <a:pt x="26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0" name="Google Shape;4850;p54"/>
            <p:cNvSpPr/>
            <p:nvPr/>
          </p:nvSpPr>
          <p:spPr>
            <a:xfrm>
              <a:off x="1601368" y="3326170"/>
              <a:ext cx="16243" cy="27925"/>
            </a:xfrm>
            <a:custGeom>
              <a:rect b="b" l="l" r="r" t="t"/>
              <a:pathLst>
                <a:path extrusionOk="0" h="992" w="577">
                  <a:moveTo>
                    <a:pt x="449" y="1"/>
                  </a:moveTo>
                  <a:cubicBezTo>
                    <a:pt x="409" y="1"/>
                    <a:pt x="372" y="41"/>
                    <a:pt x="351" y="82"/>
                  </a:cubicBezTo>
                  <a:cubicBezTo>
                    <a:pt x="251" y="333"/>
                    <a:pt x="126" y="609"/>
                    <a:pt x="26" y="859"/>
                  </a:cubicBezTo>
                  <a:cubicBezTo>
                    <a:pt x="1" y="909"/>
                    <a:pt x="51" y="960"/>
                    <a:pt x="101" y="985"/>
                  </a:cubicBezTo>
                  <a:cubicBezTo>
                    <a:pt x="110" y="989"/>
                    <a:pt x="119" y="991"/>
                    <a:pt x="128" y="991"/>
                  </a:cubicBezTo>
                  <a:cubicBezTo>
                    <a:pt x="168" y="991"/>
                    <a:pt x="206" y="950"/>
                    <a:pt x="226" y="909"/>
                  </a:cubicBezTo>
                  <a:lnTo>
                    <a:pt x="552" y="133"/>
                  </a:lnTo>
                  <a:cubicBezTo>
                    <a:pt x="577" y="82"/>
                    <a:pt x="527" y="7"/>
                    <a:pt x="477" y="7"/>
                  </a:cubicBezTo>
                  <a:cubicBezTo>
                    <a:pt x="468" y="3"/>
                    <a:pt x="458" y="1"/>
                    <a:pt x="44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1" name="Google Shape;4851;p54"/>
            <p:cNvSpPr/>
            <p:nvPr/>
          </p:nvSpPr>
          <p:spPr>
            <a:xfrm>
              <a:off x="1613641" y="3333489"/>
              <a:ext cx="12583" cy="27700"/>
            </a:xfrm>
            <a:custGeom>
              <a:rect b="b" l="l" r="r" t="t"/>
              <a:pathLst>
                <a:path extrusionOk="0" h="984" w="447">
                  <a:moveTo>
                    <a:pt x="329" y="0"/>
                  </a:moveTo>
                  <a:cubicBezTo>
                    <a:pt x="290" y="0"/>
                    <a:pt x="251" y="22"/>
                    <a:pt x="241" y="73"/>
                  </a:cubicBezTo>
                  <a:lnTo>
                    <a:pt x="16" y="850"/>
                  </a:lnTo>
                  <a:cubicBezTo>
                    <a:pt x="0" y="926"/>
                    <a:pt x="68" y="984"/>
                    <a:pt x="130" y="984"/>
                  </a:cubicBezTo>
                  <a:cubicBezTo>
                    <a:pt x="169" y="984"/>
                    <a:pt x="206" y="959"/>
                    <a:pt x="216" y="900"/>
                  </a:cubicBezTo>
                  <a:lnTo>
                    <a:pt x="417" y="123"/>
                  </a:lnTo>
                  <a:cubicBezTo>
                    <a:pt x="447" y="48"/>
                    <a:pt x="387" y="0"/>
                    <a:pt x="32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2" name="Google Shape;4852;p54"/>
            <p:cNvSpPr/>
            <p:nvPr/>
          </p:nvSpPr>
          <p:spPr>
            <a:xfrm>
              <a:off x="1472268" y="3264970"/>
              <a:ext cx="13428" cy="24293"/>
            </a:xfrm>
            <a:custGeom>
              <a:rect b="b" l="l" r="r" t="t"/>
              <a:pathLst>
                <a:path extrusionOk="0" h="863" w="477">
                  <a:moveTo>
                    <a:pt x="401" y="1"/>
                  </a:moveTo>
                  <a:cubicBezTo>
                    <a:pt x="326" y="1"/>
                    <a:pt x="301" y="26"/>
                    <a:pt x="276" y="76"/>
                  </a:cubicBezTo>
                  <a:cubicBezTo>
                    <a:pt x="175" y="301"/>
                    <a:pt x="100" y="527"/>
                    <a:pt x="0" y="728"/>
                  </a:cubicBezTo>
                  <a:cubicBezTo>
                    <a:pt x="0" y="778"/>
                    <a:pt x="25" y="853"/>
                    <a:pt x="75" y="853"/>
                  </a:cubicBezTo>
                  <a:cubicBezTo>
                    <a:pt x="94" y="859"/>
                    <a:pt x="110" y="862"/>
                    <a:pt x="123" y="862"/>
                  </a:cubicBezTo>
                  <a:cubicBezTo>
                    <a:pt x="163" y="862"/>
                    <a:pt x="182" y="834"/>
                    <a:pt x="201" y="778"/>
                  </a:cubicBezTo>
                  <a:cubicBezTo>
                    <a:pt x="301" y="577"/>
                    <a:pt x="376" y="352"/>
                    <a:pt x="476" y="126"/>
                  </a:cubicBezTo>
                  <a:cubicBezTo>
                    <a:pt x="476" y="76"/>
                    <a:pt x="451" y="26"/>
                    <a:pt x="4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3" name="Google Shape;4853;p54"/>
            <p:cNvSpPr/>
            <p:nvPr/>
          </p:nvSpPr>
          <p:spPr>
            <a:xfrm>
              <a:off x="1488483" y="3266828"/>
              <a:ext cx="13428" cy="25954"/>
            </a:xfrm>
            <a:custGeom>
              <a:rect b="b" l="l" r="r" t="t"/>
              <a:pathLst>
                <a:path extrusionOk="0" h="922" w="477">
                  <a:moveTo>
                    <a:pt x="364" y="1"/>
                  </a:moveTo>
                  <a:cubicBezTo>
                    <a:pt x="328" y="1"/>
                    <a:pt x="295" y="29"/>
                    <a:pt x="276" y="85"/>
                  </a:cubicBezTo>
                  <a:cubicBezTo>
                    <a:pt x="176" y="311"/>
                    <a:pt x="101" y="561"/>
                    <a:pt x="26" y="787"/>
                  </a:cubicBezTo>
                  <a:cubicBezTo>
                    <a:pt x="1" y="837"/>
                    <a:pt x="26" y="912"/>
                    <a:pt x="76" y="912"/>
                  </a:cubicBezTo>
                  <a:cubicBezTo>
                    <a:pt x="96" y="919"/>
                    <a:pt x="114" y="922"/>
                    <a:pt x="130" y="922"/>
                  </a:cubicBezTo>
                  <a:cubicBezTo>
                    <a:pt x="174" y="922"/>
                    <a:pt x="201" y="899"/>
                    <a:pt x="201" y="862"/>
                  </a:cubicBezTo>
                  <a:cubicBezTo>
                    <a:pt x="301" y="611"/>
                    <a:pt x="376" y="361"/>
                    <a:pt x="477" y="135"/>
                  </a:cubicBezTo>
                  <a:cubicBezTo>
                    <a:pt x="477" y="85"/>
                    <a:pt x="452" y="10"/>
                    <a:pt x="402" y="10"/>
                  </a:cubicBezTo>
                  <a:cubicBezTo>
                    <a:pt x="389" y="4"/>
                    <a:pt x="376" y="1"/>
                    <a:pt x="36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4" name="Google Shape;4854;p54"/>
            <p:cNvSpPr/>
            <p:nvPr/>
          </p:nvSpPr>
          <p:spPr>
            <a:xfrm>
              <a:off x="1302210" y="3292727"/>
              <a:ext cx="13456" cy="22633"/>
            </a:xfrm>
            <a:custGeom>
              <a:rect b="b" l="l" r="r" t="t"/>
              <a:pathLst>
                <a:path extrusionOk="0" h="804" w="478">
                  <a:moveTo>
                    <a:pt x="357" y="1"/>
                  </a:moveTo>
                  <a:cubicBezTo>
                    <a:pt x="323" y="1"/>
                    <a:pt x="291" y="13"/>
                    <a:pt x="277" y="42"/>
                  </a:cubicBezTo>
                  <a:cubicBezTo>
                    <a:pt x="201" y="243"/>
                    <a:pt x="101" y="443"/>
                    <a:pt x="26" y="644"/>
                  </a:cubicBezTo>
                  <a:cubicBezTo>
                    <a:pt x="1" y="694"/>
                    <a:pt x="1" y="744"/>
                    <a:pt x="51" y="794"/>
                  </a:cubicBezTo>
                  <a:cubicBezTo>
                    <a:pt x="64" y="801"/>
                    <a:pt x="80" y="804"/>
                    <a:pt x="95" y="804"/>
                  </a:cubicBezTo>
                  <a:cubicBezTo>
                    <a:pt x="138" y="804"/>
                    <a:pt x="183" y="781"/>
                    <a:pt x="201" y="744"/>
                  </a:cubicBezTo>
                  <a:cubicBezTo>
                    <a:pt x="277" y="544"/>
                    <a:pt x="377" y="343"/>
                    <a:pt x="452" y="168"/>
                  </a:cubicBezTo>
                  <a:cubicBezTo>
                    <a:pt x="477" y="117"/>
                    <a:pt x="477" y="42"/>
                    <a:pt x="427" y="17"/>
                  </a:cubicBezTo>
                  <a:cubicBezTo>
                    <a:pt x="406" y="7"/>
                    <a:pt x="381" y="1"/>
                    <a:pt x="35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5" name="Google Shape;4855;p54"/>
            <p:cNvSpPr/>
            <p:nvPr/>
          </p:nvSpPr>
          <p:spPr>
            <a:xfrm>
              <a:off x="1317045" y="3298132"/>
              <a:ext cx="12020" cy="24293"/>
            </a:xfrm>
            <a:custGeom>
              <a:rect b="b" l="l" r="r" t="t"/>
              <a:pathLst>
                <a:path extrusionOk="0" h="863" w="427">
                  <a:moveTo>
                    <a:pt x="326" y="1"/>
                  </a:moveTo>
                  <a:cubicBezTo>
                    <a:pt x="276" y="1"/>
                    <a:pt x="226" y="26"/>
                    <a:pt x="201" y="76"/>
                  </a:cubicBezTo>
                  <a:cubicBezTo>
                    <a:pt x="126" y="301"/>
                    <a:pt x="75" y="527"/>
                    <a:pt x="0" y="727"/>
                  </a:cubicBezTo>
                  <a:cubicBezTo>
                    <a:pt x="0" y="803"/>
                    <a:pt x="25" y="853"/>
                    <a:pt x="75" y="853"/>
                  </a:cubicBezTo>
                  <a:cubicBezTo>
                    <a:pt x="89" y="860"/>
                    <a:pt x="102" y="863"/>
                    <a:pt x="115" y="863"/>
                  </a:cubicBezTo>
                  <a:cubicBezTo>
                    <a:pt x="151" y="863"/>
                    <a:pt x="182" y="839"/>
                    <a:pt x="201" y="803"/>
                  </a:cubicBezTo>
                  <a:cubicBezTo>
                    <a:pt x="276" y="577"/>
                    <a:pt x="326" y="352"/>
                    <a:pt x="401" y="126"/>
                  </a:cubicBezTo>
                  <a:cubicBezTo>
                    <a:pt x="426" y="76"/>
                    <a:pt x="376" y="26"/>
                    <a:pt x="3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6" name="Google Shape;4856;p54"/>
            <p:cNvSpPr/>
            <p:nvPr/>
          </p:nvSpPr>
          <p:spPr>
            <a:xfrm>
              <a:off x="1238730" y="3461125"/>
              <a:ext cx="8501" cy="18663"/>
            </a:xfrm>
            <a:custGeom>
              <a:rect b="b" l="l" r="r" t="t"/>
              <a:pathLst>
                <a:path extrusionOk="0" h="663" w="302">
                  <a:moveTo>
                    <a:pt x="101" y="0"/>
                  </a:moveTo>
                  <a:cubicBezTo>
                    <a:pt x="25" y="25"/>
                    <a:pt x="0" y="75"/>
                    <a:pt x="25" y="125"/>
                  </a:cubicBezTo>
                  <a:cubicBezTo>
                    <a:pt x="50" y="276"/>
                    <a:pt x="75" y="426"/>
                    <a:pt x="75" y="577"/>
                  </a:cubicBezTo>
                  <a:cubicBezTo>
                    <a:pt x="101" y="602"/>
                    <a:pt x="101" y="627"/>
                    <a:pt x="126" y="652"/>
                  </a:cubicBezTo>
                  <a:cubicBezTo>
                    <a:pt x="142" y="652"/>
                    <a:pt x="159" y="663"/>
                    <a:pt x="176" y="663"/>
                  </a:cubicBezTo>
                  <a:cubicBezTo>
                    <a:pt x="184" y="663"/>
                    <a:pt x="192" y="660"/>
                    <a:pt x="201" y="652"/>
                  </a:cubicBezTo>
                  <a:cubicBezTo>
                    <a:pt x="276" y="652"/>
                    <a:pt x="301" y="602"/>
                    <a:pt x="276" y="526"/>
                  </a:cubicBezTo>
                  <a:cubicBezTo>
                    <a:pt x="251" y="376"/>
                    <a:pt x="226" y="226"/>
                    <a:pt x="226" y="75"/>
                  </a:cubicBezTo>
                  <a:cubicBezTo>
                    <a:pt x="201" y="50"/>
                    <a:pt x="176" y="25"/>
                    <a:pt x="176" y="25"/>
                  </a:cubicBezTo>
                  <a:cubicBezTo>
                    <a:pt x="151" y="0"/>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7" name="Google Shape;4857;p54"/>
            <p:cNvSpPr/>
            <p:nvPr/>
          </p:nvSpPr>
          <p:spPr>
            <a:xfrm>
              <a:off x="1252130" y="3457578"/>
              <a:ext cx="7798" cy="16580"/>
            </a:xfrm>
            <a:custGeom>
              <a:rect b="b" l="l" r="r" t="t"/>
              <a:pathLst>
                <a:path extrusionOk="0" h="589" w="277">
                  <a:moveTo>
                    <a:pt x="76" y="1"/>
                  </a:moveTo>
                  <a:cubicBezTo>
                    <a:pt x="26" y="26"/>
                    <a:pt x="0" y="76"/>
                    <a:pt x="0" y="126"/>
                  </a:cubicBezTo>
                  <a:cubicBezTo>
                    <a:pt x="26" y="251"/>
                    <a:pt x="51" y="377"/>
                    <a:pt x="76" y="527"/>
                  </a:cubicBezTo>
                  <a:cubicBezTo>
                    <a:pt x="76" y="527"/>
                    <a:pt x="101" y="552"/>
                    <a:pt x="126" y="577"/>
                  </a:cubicBezTo>
                  <a:cubicBezTo>
                    <a:pt x="142" y="577"/>
                    <a:pt x="159" y="588"/>
                    <a:pt x="176" y="588"/>
                  </a:cubicBezTo>
                  <a:cubicBezTo>
                    <a:pt x="184" y="588"/>
                    <a:pt x="193" y="586"/>
                    <a:pt x="201" y="577"/>
                  </a:cubicBezTo>
                  <a:cubicBezTo>
                    <a:pt x="251" y="577"/>
                    <a:pt x="276" y="527"/>
                    <a:pt x="276" y="452"/>
                  </a:cubicBezTo>
                  <a:cubicBezTo>
                    <a:pt x="251" y="327"/>
                    <a:pt x="226" y="201"/>
                    <a:pt x="201" y="76"/>
                  </a:cubicBezTo>
                  <a:cubicBezTo>
                    <a:pt x="201" y="51"/>
                    <a:pt x="176" y="26"/>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8" name="Google Shape;4858;p54"/>
            <p:cNvSpPr/>
            <p:nvPr/>
          </p:nvSpPr>
          <p:spPr>
            <a:xfrm>
              <a:off x="1554806" y="3506278"/>
              <a:ext cx="60691" cy="10669"/>
            </a:xfrm>
            <a:custGeom>
              <a:rect b="b" l="l" r="r" t="t"/>
              <a:pathLst>
                <a:path extrusionOk="0" h="379" w="2156">
                  <a:moveTo>
                    <a:pt x="126" y="0"/>
                  </a:moveTo>
                  <a:cubicBezTo>
                    <a:pt x="0" y="0"/>
                    <a:pt x="0" y="201"/>
                    <a:pt x="126" y="226"/>
                  </a:cubicBezTo>
                  <a:cubicBezTo>
                    <a:pt x="777" y="276"/>
                    <a:pt x="1404" y="326"/>
                    <a:pt x="2030" y="376"/>
                  </a:cubicBezTo>
                  <a:cubicBezTo>
                    <a:pt x="2038" y="378"/>
                    <a:pt x="2045" y="378"/>
                    <a:pt x="2051" y="378"/>
                  </a:cubicBezTo>
                  <a:cubicBezTo>
                    <a:pt x="2155" y="378"/>
                    <a:pt x="2148" y="199"/>
                    <a:pt x="2030" y="176"/>
                  </a:cubicBezTo>
                  <a:cubicBezTo>
                    <a:pt x="1404" y="126"/>
                    <a:pt x="777" y="75"/>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9" name="Google Shape;4859;p54"/>
            <p:cNvSpPr/>
            <p:nvPr/>
          </p:nvSpPr>
          <p:spPr>
            <a:xfrm>
              <a:off x="1161468" y="4240064"/>
              <a:ext cx="1699889" cy="237938"/>
            </a:xfrm>
            <a:prstGeom prst="rect">
              <a:avLst/>
            </a:prstGeom>
          </p:spPr>
          <p:txBody>
            <a:bodyPr>
              <a:prstTxWarp prst="textPlain"/>
            </a:bodyPr>
            <a:lstStyle/>
            <a:p>
              <a:pPr lvl="0" algn="ctr"/>
              <a:r>
                <a:rPr b="0" i="0">
                  <a:ln>
                    <a:noFill/>
                  </a:ln>
                  <a:solidFill>
                    <a:schemeClr val="lt2"/>
                  </a:solidFill>
                  <a:latin typeface="Oswald"/>
                </a:rPr>
                <a:t>STOP BULLYING</a:t>
              </a:r>
            </a:p>
          </p:txBody>
        </p:sp>
      </p:grpSp>
      <p:grpSp>
        <p:nvGrpSpPr>
          <p:cNvPr id="4860" name="Google Shape;4860;p54"/>
          <p:cNvGrpSpPr/>
          <p:nvPr/>
        </p:nvGrpSpPr>
        <p:grpSpPr>
          <a:xfrm>
            <a:off x="4732318" y="2023293"/>
            <a:ext cx="2649412" cy="2582762"/>
            <a:chOff x="4254468" y="2023293"/>
            <a:chExt cx="2649412" cy="2582762"/>
          </a:xfrm>
        </p:grpSpPr>
        <p:grpSp>
          <p:nvGrpSpPr>
            <p:cNvPr id="4861" name="Google Shape;4861;p54"/>
            <p:cNvGrpSpPr/>
            <p:nvPr/>
          </p:nvGrpSpPr>
          <p:grpSpPr>
            <a:xfrm>
              <a:off x="4443375" y="2296050"/>
              <a:ext cx="2460505" cy="2293786"/>
              <a:chOff x="3995250" y="2296050"/>
              <a:chExt cx="2460505" cy="2293786"/>
            </a:xfrm>
          </p:grpSpPr>
          <p:sp>
            <p:nvSpPr>
              <p:cNvPr id="4862" name="Google Shape;4862;p54"/>
              <p:cNvSpPr/>
              <p:nvPr/>
            </p:nvSpPr>
            <p:spPr>
              <a:xfrm>
                <a:off x="3995250" y="2297568"/>
                <a:ext cx="2460505" cy="2289518"/>
              </a:xfrm>
              <a:custGeom>
                <a:rect b="b" l="l" r="r" t="t"/>
                <a:pathLst>
                  <a:path extrusionOk="0" h="72413" w="77821">
                    <a:moveTo>
                      <a:pt x="38618" y="0"/>
                    </a:moveTo>
                    <a:cubicBezTo>
                      <a:pt x="21152" y="0"/>
                      <a:pt x="4520" y="14264"/>
                      <a:pt x="2306" y="31705"/>
                    </a:cubicBezTo>
                    <a:cubicBezTo>
                      <a:pt x="0" y="50001"/>
                      <a:pt x="13985" y="68848"/>
                      <a:pt x="32181" y="71956"/>
                    </a:cubicBezTo>
                    <a:cubicBezTo>
                      <a:pt x="33984" y="72264"/>
                      <a:pt x="35800" y="72412"/>
                      <a:pt x="37611" y="72412"/>
                    </a:cubicBezTo>
                    <a:cubicBezTo>
                      <a:pt x="54078" y="72412"/>
                      <a:pt x="70210" y="60142"/>
                      <a:pt x="73710" y="43886"/>
                    </a:cubicBezTo>
                    <a:cubicBezTo>
                      <a:pt x="77820" y="24838"/>
                      <a:pt x="63885" y="3585"/>
                      <a:pt x="44361" y="527"/>
                    </a:cubicBezTo>
                    <a:cubicBezTo>
                      <a:pt x="42449" y="171"/>
                      <a:pt x="40528" y="0"/>
                      <a:pt x="3861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3" name="Google Shape;4863;p54"/>
              <p:cNvSpPr/>
              <p:nvPr/>
            </p:nvSpPr>
            <p:spPr>
              <a:xfrm>
                <a:off x="4038030" y="2296050"/>
                <a:ext cx="2333719" cy="2293786"/>
              </a:xfrm>
              <a:custGeom>
                <a:rect b="b" l="l" r="r" t="t"/>
                <a:pathLst>
                  <a:path extrusionOk="0" h="72548" w="73811">
                    <a:moveTo>
                      <a:pt x="37338" y="140"/>
                    </a:moveTo>
                    <a:cubicBezTo>
                      <a:pt x="38744" y="140"/>
                      <a:pt x="40153" y="233"/>
                      <a:pt x="41555" y="425"/>
                    </a:cubicBezTo>
                    <a:cubicBezTo>
                      <a:pt x="45164" y="901"/>
                      <a:pt x="48647" y="1878"/>
                      <a:pt x="51931" y="3457"/>
                    </a:cubicBezTo>
                    <a:cubicBezTo>
                      <a:pt x="55139" y="5011"/>
                      <a:pt x="58121" y="7066"/>
                      <a:pt x="60728" y="9522"/>
                    </a:cubicBezTo>
                    <a:cubicBezTo>
                      <a:pt x="65966" y="14410"/>
                      <a:pt x="69825" y="20801"/>
                      <a:pt x="71730" y="27718"/>
                    </a:cubicBezTo>
                    <a:cubicBezTo>
                      <a:pt x="73635" y="34710"/>
                      <a:pt x="73409" y="42154"/>
                      <a:pt x="70753" y="48921"/>
                    </a:cubicBezTo>
                    <a:cubicBezTo>
                      <a:pt x="68046" y="55813"/>
                      <a:pt x="63033" y="61703"/>
                      <a:pt x="56918" y="65813"/>
                    </a:cubicBezTo>
                    <a:cubicBezTo>
                      <a:pt x="50853" y="69924"/>
                      <a:pt x="43610" y="72380"/>
                      <a:pt x="36291" y="72380"/>
                    </a:cubicBezTo>
                    <a:cubicBezTo>
                      <a:pt x="34462" y="72380"/>
                      <a:pt x="32632" y="72229"/>
                      <a:pt x="30853" y="71929"/>
                    </a:cubicBezTo>
                    <a:cubicBezTo>
                      <a:pt x="30849" y="71928"/>
                      <a:pt x="30845" y="71927"/>
                      <a:pt x="30841" y="71927"/>
                    </a:cubicBezTo>
                    <a:lnTo>
                      <a:pt x="30841" y="71927"/>
                    </a:lnTo>
                    <a:cubicBezTo>
                      <a:pt x="23452" y="70646"/>
                      <a:pt x="16715" y="66763"/>
                      <a:pt x="11554" y="61402"/>
                    </a:cubicBezTo>
                    <a:cubicBezTo>
                      <a:pt x="6366" y="56014"/>
                      <a:pt x="2707" y="49147"/>
                      <a:pt x="1354" y="41803"/>
                    </a:cubicBezTo>
                    <a:cubicBezTo>
                      <a:pt x="1" y="34385"/>
                      <a:pt x="1254" y="26791"/>
                      <a:pt x="4788" y="20174"/>
                    </a:cubicBezTo>
                    <a:cubicBezTo>
                      <a:pt x="8296" y="13658"/>
                      <a:pt x="13785" y="8244"/>
                      <a:pt x="20251" y="4685"/>
                    </a:cubicBezTo>
                    <a:cubicBezTo>
                      <a:pt x="25463" y="1806"/>
                      <a:pt x="31379" y="140"/>
                      <a:pt x="37338" y="140"/>
                    </a:cubicBezTo>
                    <a:close/>
                    <a:moveTo>
                      <a:pt x="37345" y="0"/>
                    </a:moveTo>
                    <a:cubicBezTo>
                      <a:pt x="33164" y="0"/>
                      <a:pt x="28996" y="759"/>
                      <a:pt x="25038" y="2254"/>
                    </a:cubicBezTo>
                    <a:cubicBezTo>
                      <a:pt x="18096" y="4911"/>
                      <a:pt x="11930" y="9598"/>
                      <a:pt x="7519" y="15562"/>
                    </a:cubicBezTo>
                    <a:cubicBezTo>
                      <a:pt x="3083" y="21552"/>
                      <a:pt x="502" y="28846"/>
                      <a:pt x="627" y="36314"/>
                    </a:cubicBezTo>
                    <a:cubicBezTo>
                      <a:pt x="777" y="43858"/>
                      <a:pt x="3509" y="51252"/>
                      <a:pt x="7920" y="57317"/>
                    </a:cubicBezTo>
                    <a:cubicBezTo>
                      <a:pt x="12306" y="63357"/>
                      <a:pt x="18397" y="68194"/>
                      <a:pt x="25439" y="70701"/>
                    </a:cubicBezTo>
                    <a:cubicBezTo>
                      <a:pt x="27194" y="71302"/>
                      <a:pt x="28973" y="71778"/>
                      <a:pt x="30803" y="72104"/>
                    </a:cubicBezTo>
                    <a:cubicBezTo>
                      <a:pt x="32591" y="72403"/>
                      <a:pt x="34393" y="72548"/>
                      <a:pt x="36192" y="72548"/>
                    </a:cubicBezTo>
                    <a:cubicBezTo>
                      <a:pt x="41778" y="72548"/>
                      <a:pt x="47333" y="71154"/>
                      <a:pt x="52357" y="68671"/>
                    </a:cubicBezTo>
                    <a:cubicBezTo>
                      <a:pt x="58973" y="65412"/>
                      <a:pt x="64738" y="60249"/>
                      <a:pt x="68522" y="53883"/>
                    </a:cubicBezTo>
                    <a:cubicBezTo>
                      <a:pt x="72282" y="47518"/>
                      <a:pt x="73810" y="40124"/>
                      <a:pt x="72908" y="32781"/>
                    </a:cubicBezTo>
                    <a:cubicBezTo>
                      <a:pt x="72006" y="25663"/>
                      <a:pt x="68973" y="18871"/>
                      <a:pt x="64462" y="13282"/>
                    </a:cubicBezTo>
                    <a:cubicBezTo>
                      <a:pt x="59926" y="7693"/>
                      <a:pt x="53785" y="3307"/>
                      <a:pt x="46818" y="1327"/>
                    </a:cubicBezTo>
                    <a:cubicBezTo>
                      <a:pt x="43711" y="439"/>
                      <a:pt x="40524" y="0"/>
                      <a:pt x="3734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4" name="Google Shape;4864;p54"/>
              <p:cNvSpPr/>
              <p:nvPr/>
            </p:nvSpPr>
            <p:spPr>
              <a:xfrm>
                <a:off x="4454860" y="2457653"/>
                <a:ext cx="1346368" cy="136335"/>
              </a:xfrm>
              <a:custGeom>
                <a:rect b="b" l="l" r="r" t="t"/>
                <a:pathLst>
                  <a:path extrusionOk="0" h="4312" w="42583">
                    <a:moveTo>
                      <a:pt x="42106" y="0"/>
                    </a:moveTo>
                    <a:cubicBezTo>
                      <a:pt x="39625" y="176"/>
                      <a:pt x="37169" y="376"/>
                      <a:pt x="34687" y="552"/>
                    </a:cubicBezTo>
                    <a:cubicBezTo>
                      <a:pt x="28873" y="1028"/>
                      <a:pt x="23033" y="1529"/>
                      <a:pt x="17194" y="2106"/>
                    </a:cubicBezTo>
                    <a:cubicBezTo>
                      <a:pt x="11605" y="2657"/>
                      <a:pt x="6041" y="3258"/>
                      <a:pt x="452" y="3910"/>
                    </a:cubicBezTo>
                    <a:cubicBezTo>
                      <a:pt x="301" y="4060"/>
                      <a:pt x="151" y="4186"/>
                      <a:pt x="1" y="4311"/>
                    </a:cubicBezTo>
                    <a:cubicBezTo>
                      <a:pt x="5063" y="3710"/>
                      <a:pt x="10126" y="3158"/>
                      <a:pt x="15214" y="2657"/>
                    </a:cubicBezTo>
                    <a:cubicBezTo>
                      <a:pt x="21028" y="2055"/>
                      <a:pt x="26868" y="1529"/>
                      <a:pt x="32708" y="1078"/>
                    </a:cubicBezTo>
                    <a:cubicBezTo>
                      <a:pt x="35991" y="802"/>
                      <a:pt x="39299" y="552"/>
                      <a:pt x="42582" y="326"/>
                    </a:cubicBezTo>
                    <a:cubicBezTo>
                      <a:pt x="42432" y="226"/>
                      <a:pt x="42256" y="101"/>
                      <a:pt x="4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5" name="Google Shape;4865;p54"/>
              <p:cNvSpPr/>
              <p:nvPr/>
            </p:nvSpPr>
            <p:spPr>
              <a:xfrm>
                <a:off x="4291612" y="2600285"/>
                <a:ext cx="1687900" cy="167225"/>
              </a:xfrm>
              <a:custGeom>
                <a:rect b="b" l="l" r="r" t="t"/>
                <a:pathLst>
                  <a:path extrusionOk="0" h="5289" w="53385">
                    <a:moveTo>
                      <a:pt x="53059" y="1"/>
                    </a:moveTo>
                    <a:cubicBezTo>
                      <a:pt x="48422" y="276"/>
                      <a:pt x="43785" y="627"/>
                      <a:pt x="39174" y="978"/>
                    </a:cubicBezTo>
                    <a:cubicBezTo>
                      <a:pt x="33334" y="1454"/>
                      <a:pt x="27495" y="1955"/>
                      <a:pt x="21680" y="2532"/>
                    </a:cubicBezTo>
                    <a:cubicBezTo>
                      <a:pt x="16016" y="3083"/>
                      <a:pt x="10352" y="3685"/>
                      <a:pt x="4712" y="4361"/>
                    </a:cubicBezTo>
                    <a:cubicBezTo>
                      <a:pt x="3234" y="4537"/>
                      <a:pt x="1755" y="4712"/>
                      <a:pt x="301" y="4913"/>
                    </a:cubicBezTo>
                    <a:cubicBezTo>
                      <a:pt x="201" y="5038"/>
                      <a:pt x="101" y="5164"/>
                      <a:pt x="1" y="5289"/>
                    </a:cubicBezTo>
                    <a:cubicBezTo>
                      <a:pt x="978" y="5164"/>
                      <a:pt x="1956" y="5038"/>
                      <a:pt x="2933" y="4913"/>
                    </a:cubicBezTo>
                    <a:cubicBezTo>
                      <a:pt x="8497" y="4236"/>
                      <a:pt x="14086" y="3635"/>
                      <a:pt x="19675" y="3058"/>
                    </a:cubicBezTo>
                    <a:cubicBezTo>
                      <a:pt x="25515" y="2482"/>
                      <a:pt x="31354" y="1955"/>
                      <a:pt x="37169" y="1479"/>
                    </a:cubicBezTo>
                    <a:cubicBezTo>
                      <a:pt x="42582" y="1053"/>
                      <a:pt x="47971" y="652"/>
                      <a:pt x="53384" y="301"/>
                    </a:cubicBezTo>
                    <a:cubicBezTo>
                      <a:pt x="53284" y="201"/>
                      <a:pt x="53159" y="101"/>
                      <a:pt x="5305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6" name="Google Shape;4866;p54"/>
              <p:cNvSpPr/>
              <p:nvPr/>
            </p:nvSpPr>
            <p:spPr>
              <a:xfrm>
                <a:off x="4183065" y="2746901"/>
                <a:ext cx="1924810" cy="187840"/>
              </a:xfrm>
              <a:custGeom>
                <a:rect b="b" l="l" r="r" t="t"/>
                <a:pathLst>
                  <a:path extrusionOk="0" h="5941" w="60878">
                    <a:moveTo>
                      <a:pt x="60627" y="0"/>
                    </a:moveTo>
                    <a:cubicBezTo>
                      <a:pt x="60025" y="25"/>
                      <a:pt x="59424" y="50"/>
                      <a:pt x="58797" y="100"/>
                    </a:cubicBezTo>
                    <a:cubicBezTo>
                      <a:pt x="53158" y="426"/>
                      <a:pt x="47544" y="827"/>
                      <a:pt x="41905" y="1278"/>
                    </a:cubicBezTo>
                    <a:cubicBezTo>
                      <a:pt x="36090" y="1730"/>
                      <a:pt x="30251" y="2256"/>
                      <a:pt x="24411" y="2832"/>
                    </a:cubicBezTo>
                    <a:cubicBezTo>
                      <a:pt x="18772" y="3384"/>
                      <a:pt x="13108" y="3985"/>
                      <a:pt x="7444" y="4662"/>
                    </a:cubicBezTo>
                    <a:cubicBezTo>
                      <a:pt x="5038" y="4938"/>
                      <a:pt x="2632" y="5263"/>
                      <a:pt x="201" y="5564"/>
                    </a:cubicBezTo>
                    <a:cubicBezTo>
                      <a:pt x="150" y="5689"/>
                      <a:pt x="75" y="5815"/>
                      <a:pt x="0" y="5940"/>
                    </a:cubicBezTo>
                    <a:cubicBezTo>
                      <a:pt x="1905" y="5689"/>
                      <a:pt x="3785" y="5464"/>
                      <a:pt x="5664" y="5213"/>
                    </a:cubicBezTo>
                    <a:cubicBezTo>
                      <a:pt x="11253" y="4537"/>
                      <a:pt x="16842" y="3910"/>
                      <a:pt x="22431" y="3359"/>
                    </a:cubicBezTo>
                    <a:cubicBezTo>
                      <a:pt x="28246" y="2782"/>
                      <a:pt x="34085" y="2256"/>
                      <a:pt x="39925" y="1780"/>
                    </a:cubicBezTo>
                    <a:cubicBezTo>
                      <a:pt x="45564" y="1329"/>
                      <a:pt x="51228" y="902"/>
                      <a:pt x="56893" y="552"/>
                    </a:cubicBezTo>
                    <a:cubicBezTo>
                      <a:pt x="58221" y="476"/>
                      <a:pt x="59549" y="401"/>
                      <a:pt x="60878" y="326"/>
                    </a:cubicBezTo>
                    <a:cubicBezTo>
                      <a:pt x="60802" y="201"/>
                      <a:pt x="60727" y="100"/>
                      <a:pt x="606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7" name="Google Shape;4867;p54"/>
              <p:cNvSpPr/>
              <p:nvPr/>
            </p:nvSpPr>
            <p:spPr>
              <a:xfrm>
                <a:off x="4113314" y="2895857"/>
                <a:ext cx="2090454" cy="201309"/>
              </a:xfrm>
              <a:custGeom>
                <a:rect b="b" l="l" r="r" t="t"/>
                <a:pathLst>
                  <a:path extrusionOk="0" h="6367" w="66117">
                    <a:moveTo>
                      <a:pt x="65941" y="1"/>
                    </a:moveTo>
                    <a:cubicBezTo>
                      <a:pt x="64061" y="101"/>
                      <a:pt x="62181" y="201"/>
                      <a:pt x="60327" y="327"/>
                    </a:cubicBezTo>
                    <a:cubicBezTo>
                      <a:pt x="54688" y="653"/>
                      <a:pt x="49048" y="1054"/>
                      <a:pt x="43434" y="1505"/>
                    </a:cubicBezTo>
                    <a:cubicBezTo>
                      <a:pt x="37595" y="1956"/>
                      <a:pt x="31755" y="2482"/>
                      <a:pt x="25940" y="3034"/>
                    </a:cubicBezTo>
                    <a:cubicBezTo>
                      <a:pt x="20276" y="3585"/>
                      <a:pt x="14612" y="4186"/>
                      <a:pt x="8973" y="4888"/>
                    </a:cubicBezTo>
                    <a:cubicBezTo>
                      <a:pt x="6016" y="5239"/>
                      <a:pt x="3058" y="5615"/>
                      <a:pt x="126" y="6016"/>
                    </a:cubicBezTo>
                    <a:cubicBezTo>
                      <a:pt x="76" y="6141"/>
                      <a:pt x="26" y="6267"/>
                      <a:pt x="0" y="6367"/>
                    </a:cubicBezTo>
                    <a:cubicBezTo>
                      <a:pt x="2381" y="6041"/>
                      <a:pt x="4787" y="5740"/>
                      <a:pt x="7194" y="5440"/>
                    </a:cubicBezTo>
                    <a:cubicBezTo>
                      <a:pt x="12783" y="4763"/>
                      <a:pt x="18346" y="4136"/>
                      <a:pt x="23961" y="3585"/>
                    </a:cubicBezTo>
                    <a:cubicBezTo>
                      <a:pt x="29775" y="3009"/>
                      <a:pt x="35615" y="2482"/>
                      <a:pt x="41429" y="2006"/>
                    </a:cubicBezTo>
                    <a:cubicBezTo>
                      <a:pt x="47093" y="1555"/>
                      <a:pt x="52733" y="1129"/>
                      <a:pt x="58397" y="778"/>
                    </a:cubicBezTo>
                    <a:cubicBezTo>
                      <a:pt x="60978" y="628"/>
                      <a:pt x="63535" y="477"/>
                      <a:pt x="66116" y="327"/>
                    </a:cubicBezTo>
                    <a:cubicBezTo>
                      <a:pt x="66066" y="227"/>
                      <a:pt x="65991" y="101"/>
                      <a:pt x="659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8" name="Google Shape;4868;p54"/>
              <p:cNvSpPr/>
              <p:nvPr/>
            </p:nvSpPr>
            <p:spPr>
              <a:xfrm>
                <a:off x="4072906" y="3047216"/>
                <a:ext cx="2200578" cy="208454"/>
              </a:xfrm>
              <a:custGeom>
                <a:rect b="b" l="l" r="r" t="t"/>
                <a:pathLst>
                  <a:path extrusionOk="0" h="6593" w="69600">
                    <a:moveTo>
                      <a:pt x="69474" y="1"/>
                    </a:moveTo>
                    <a:cubicBezTo>
                      <a:pt x="66617" y="126"/>
                      <a:pt x="63760" y="277"/>
                      <a:pt x="60903" y="452"/>
                    </a:cubicBezTo>
                    <a:cubicBezTo>
                      <a:pt x="55289" y="803"/>
                      <a:pt x="49650" y="1204"/>
                      <a:pt x="44036" y="1655"/>
                    </a:cubicBezTo>
                    <a:cubicBezTo>
                      <a:pt x="38196" y="2106"/>
                      <a:pt x="32356" y="2608"/>
                      <a:pt x="26542" y="3184"/>
                    </a:cubicBezTo>
                    <a:cubicBezTo>
                      <a:pt x="20878" y="3735"/>
                      <a:pt x="15213" y="4337"/>
                      <a:pt x="9574" y="5014"/>
                    </a:cubicBezTo>
                    <a:cubicBezTo>
                      <a:pt x="6391" y="5415"/>
                      <a:pt x="3233" y="5816"/>
                      <a:pt x="50" y="6242"/>
                    </a:cubicBezTo>
                    <a:cubicBezTo>
                      <a:pt x="25" y="6367"/>
                      <a:pt x="25" y="6492"/>
                      <a:pt x="0" y="6593"/>
                    </a:cubicBezTo>
                    <a:cubicBezTo>
                      <a:pt x="2582" y="6242"/>
                      <a:pt x="5188" y="5916"/>
                      <a:pt x="7795" y="5590"/>
                    </a:cubicBezTo>
                    <a:cubicBezTo>
                      <a:pt x="13359" y="4888"/>
                      <a:pt x="18948" y="4287"/>
                      <a:pt x="24537" y="3735"/>
                    </a:cubicBezTo>
                    <a:cubicBezTo>
                      <a:pt x="30351" y="3159"/>
                      <a:pt x="36191" y="2633"/>
                      <a:pt x="42031" y="2156"/>
                    </a:cubicBezTo>
                    <a:cubicBezTo>
                      <a:pt x="47670" y="1680"/>
                      <a:pt x="53334" y="1279"/>
                      <a:pt x="58998" y="928"/>
                    </a:cubicBezTo>
                    <a:cubicBezTo>
                      <a:pt x="62532" y="703"/>
                      <a:pt x="66066" y="502"/>
                      <a:pt x="69600" y="327"/>
                    </a:cubicBezTo>
                    <a:cubicBezTo>
                      <a:pt x="69575" y="227"/>
                      <a:pt x="69524" y="101"/>
                      <a:pt x="6947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9" name="Google Shape;4869;p54"/>
              <p:cNvSpPr/>
              <p:nvPr/>
            </p:nvSpPr>
            <p:spPr>
              <a:xfrm>
                <a:off x="4057855" y="3199397"/>
                <a:ext cx="2263181" cy="211584"/>
              </a:xfrm>
              <a:custGeom>
                <a:rect b="b" l="l" r="r" t="t"/>
                <a:pathLst>
                  <a:path extrusionOk="0" h="6692" w="71580">
                    <a:moveTo>
                      <a:pt x="71479" y="0"/>
                    </a:moveTo>
                    <a:cubicBezTo>
                      <a:pt x="67895" y="175"/>
                      <a:pt x="64286" y="351"/>
                      <a:pt x="60702" y="576"/>
                    </a:cubicBezTo>
                    <a:cubicBezTo>
                      <a:pt x="55063" y="927"/>
                      <a:pt x="49424" y="1328"/>
                      <a:pt x="43810" y="1754"/>
                    </a:cubicBezTo>
                    <a:cubicBezTo>
                      <a:pt x="37970" y="2231"/>
                      <a:pt x="32156" y="2732"/>
                      <a:pt x="26316" y="3308"/>
                    </a:cubicBezTo>
                    <a:cubicBezTo>
                      <a:pt x="20652" y="3860"/>
                      <a:pt x="14988" y="4461"/>
                      <a:pt x="9349" y="5138"/>
                    </a:cubicBezTo>
                    <a:cubicBezTo>
                      <a:pt x="6241" y="5514"/>
                      <a:pt x="3133" y="5915"/>
                      <a:pt x="25" y="6341"/>
                    </a:cubicBezTo>
                    <a:cubicBezTo>
                      <a:pt x="0" y="6466"/>
                      <a:pt x="0" y="6566"/>
                      <a:pt x="0" y="6692"/>
                    </a:cubicBezTo>
                    <a:cubicBezTo>
                      <a:pt x="2531" y="6341"/>
                      <a:pt x="5038" y="6015"/>
                      <a:pt x="7569" y="5714"/>
                    </a:cubicBezTo>
                    <a:cubicBezTo>
                      <a:pt x="13158" y="5013"/>
                      <a:pt x="18747" y="4411"/>
                      <a:pt x="24336" y="3860"/>
                    </a:cubicBezTo>
                    <a:cubicBezTo>
                      <a:pt x="30151" y="3258"/>
                      <a:pt x="35990" y="2732"/>
                      <a:pt x="41805" y="2281"/>
                    </a:cubicBezTo>
                    <a:cubicBezTo>
                      <a:pt x="47469" y="1805"/>
                      <a:pt x="53133" y="1404"/>
                      <a:pt x="58772" y="1053"/>
                    </a:cubicBezTo>
                    <a:cubicBezTo>
                      <a:pt x="63033" y="777"/>
                      <a:pt x="67319" y="551"/>
                      <a:pt x="71579" y="351"/>
                    </a:cubicBezTo>
                    <a:cubicBezTo>
                      <a:pt x="71554" y="226"/>
                      <a:pt x="71529" y="125"/>
                      <a:pt x="7147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0" name="Google Shape;4870;p54"/>
              <p:cNvSpPr/>
              <p:nvPr/>
            </p:nvSpPr>
            <p:spPr>
              <a:xfrm>
                <a:off x="4065760" y="3353918"/>
                <a:ext cx="2280634" cy="209213"/>
              </a:xfrm>
              <a:custGeom>
                <a:rect b="b" l="l" r="r" t="t"/>
                <a:pathLst>
                  <a:path extrusionOk="0" h="6617" w="72132">
                    <a:moveTo>
                      <a:pt x="72106" y="0"/>
                    </a:moveTo>
                    <a:cubicBezTo>
                      <a:pt x="67996" y="151"/>
                      <a:pt x="63861" y="376"/>
                      <a:pt x="59750" y="627"/>
                    </a:cubicBezTo>
                    <a:cubicBezTo>
                      <a:pt x="54136" y="978"/>
                      <a:pt x="48497" y="1354"/>
                      <a:pt x="42883" y="1805"/>
                    </a:cubicBezTo>
                    <a:cubicBezTo>
                      <a:pt x="37044" y="2281"/>
                      <a:pt x="31204" y="2782"/>
                      <a:pt x="25389" y="3359"/>
                    </a:cubicBezTo>
                    <a:cubicBezTo>
                      <a:pt x="19725" y="3910"/>
                      <a:pt x="14061" y="4512"/>
                      <a:pt x="8422" y="5188"/>
                    </a:cubicBezTo>
                    <a:cubicBezTo>
                      <a:pt x="5615" y="5514"/>
                      <a:pt x="2808" y="5890"/>
                      <a:pt x="1" y="6266"/>
                    </a:cubicBezTo>
                    <a:cubicBezTo>
                      <a:pt x="1" y="6391"/>
                      <a:pt x="26" y="6492"/>
                      <a:pt x="26" y="6617"/>
                    </a:cubicBezTo>
                    <a:cubicBezTo>
                      <a:pt x="2231" y="6316"/>
                      <a:pt x="4437" y="6015"/>
                      <a:pt x="6642" y="5740"/>
                    </a:cubicBezTo>
                    <a:cubicBezTo>
                      <a:pt x="12206" y="5063"/>
                      <a:pt x="17795" y="4461"/>
                      <a:pt x="23384" y="3885"/>
                    </a:cubicBezTo>
                    <a:cubicBezTo>
                      <a:pt x="29224" y="3309"/>
                      <a:pt x="35039" y="2782"/>
                      <a:pt x="40878" y="2306"/>
                    </a:cubicBezTo>
                    <a:cubicBezTo>
                      <a:pt x="46517" y="1855"/>
                      <a:pt x="52181" y="1454"/>
                      <a:pt x="57846" y="1078"/>
                    </a:cubicBezTo>
                    <a:cubicBezTo>
                      <a:pt x="62608" y="777"/>
                      <a:pt x="67370" y="527"/>
                      <a:pt x="72131" y="326"/>
                    </a:cubicBezTo>
                    <a:cubicBezTo>
                      <a:pt x="72131" y="226"/>
                      <a:pt x="72106" y="101"/>
                      <a:pt x="7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1" name="Google Shape;4871;p54"/>
              <p:cNvSpPr/>
              <p:nvPr/>
            </p:nvSpPr>
            <p:spPr>
              <a:xfrm>
                <a:off x="4094280" y="3508439"/>
                <a:ext cx="2256067" cy="203680"/>
              </a:xfrm>
              <a:custGeom>
                <a:rect b="b" l="l" r="r" t="t"/>
                <a:pathLst>
                  <a:path extrusionOk="0" h="6442" w="71355">
                    <a:moveTo>
                      <a:pt x="71355" y="1"/>
                    </a:moveTo>
                    <a:cubicBezTo>
                      <a:pt x="66944" y="176"/>
                      <a:pt x="62558" y="402"/>
                      <a:pt x="58172" y="677"/>
                    </a:cubicBezTo>
                    <a:cubicBezTo>
                      <a:pt x="52533" y="1003"/>
                      <a:pt x="46919" y="1404"/>
                      <a:pt x="41279" y="1855"/>
                    </a:cubicBezTo>
                    <a:cubicBezTo>
                      <a:pt x="35440" y="2306"/>
                      <a:pt x="29625" y="2833"/>
                      <a:pt x="23786" y="3384"/>
                    </a:cubicBezTo>
                    <a:cubicBezTo>
                      <a:pt x="18121" y="3935"/>
                      <a:pt x="12482" y="4562"/>
                      <a:pt x="6818" y="5239"/>
                    </a:cubicBezTo>
                    <a:cubicBezTo>
                      <a:pt x="4537" y="5514"/>
                      <a:pt x="2257" y="5790"/>
                      <a:pt x="1" y="6091"/>
                    </a:cubicBezTo>
                    <a:cubicBezTo>
                      <a:pt x="26" y="6216"/>
                      <a:pt x="51" y="6316"/>
                      <a:pt x="76" y="6442"/>
                    </a:cubicBezTo>
                    <a:cubicBezTo>
                      <a:pt x="1730" y="6216"/>
                      <a:pt x="3384" y="5991"/>
                      <a:pt x="5039" y="5790"/>
                    </a:cubicBezTo>
                    <a:cubicBezTo>
                      <a:pt x="10628" y="5113"/>
                      <a:pt x="16217" y="4487"/>
                      <a:pt x="21806" y="3935"/>
                    </a:cubicBezTo>
                    <a:cubicBezTo>
                      <a:pt x="27620" y="3359"/>
                      <a:pt x="33460" y="2833"/>
                      <a:pt x="39299" y="2356"/>
                    </a:cubicBezTo>
                    <a:cubicBezTo>
                      <a:pt x="44939" y="1905"/>
                      <a:pt x="50603" y="1479"/>
                      <a:pt x="56242" y="1128"/>
                    </a:cubicBezTo>
                    <a:cubicBezTo>
                      <a:pt x="61280" y="828"/>
                      <a:pt x="66292" y="552"/>
                      <a:pt x="71330" y="351"/>
                    </a:cubicBezTo>
                    <a:cubicBezTo>
                      <a:pt x="71330" y="226"/>
                      <a:pt x="71355" y="126"/>
                      <a:pt x="713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2" name="Google Shape;4872;p54"/>
              <p:cNvSpPr/>
              <p:nvPr/>
            </p:nvSpPr>
            <p:spPr>
              <a:xfrm>
                <a:off x="4142625" y="3664540"/>
                <a:ext cx="2189512" cy="193404"/>
              </a:xfrm>
              <a:custGeom>
                <a:rect b="b" l="l" r="r" t="t"/>
                <a:pathLst>
                  <a:path extrusionOk="0" h="6117" w="69250">
                    <a:moveTo>
                      <a:pt x="69249" y="1"/>
                    </a:moveTo>
                    <a:lnTo>
                      <a:pt x="69249" y="1"/>
                    </a:lnTo>
                    <a:cubicBezTo>
                      <a:pt x="64813" y="176"/>
                      <a:pt x="60377" y="402"/>
                      <a:pt x="55941" y="653"/>
                    </a:cubicBezTo>
                    <a:cubicBezTo>
                      <a:pt x="50327" y="1003"/>
                      <a:pt x="44688" y="1404"/>
                      <a:pt x="39074" y="1856"/>
                    </a:cubicBezTo>
                    <a:cubicBezTo>
                      <a:pt x="33234" y="2307"/>
                      <a:pt x="27394" y="2833"/>
                      <a:pt x="21580" y="3384"/>
                    </a:cubicBezTo>
                    <a:cubicBezTo>
                      <a:pt x="15916" y="3936"/>
                      <a:pt x="10251" y="4537"/>
                      <a:pt x="4612" y="5239"/>
                    </a:cubicBezTo>
                    <a:cubicBezTo>
                      <a:pt x="3084" y="5414"/>
                      <a:pt x="1530" y="5590"/>
                      <a:pt x="1" y="5790"/>
                    </a:cubicBezTo>
                    <a:cubicBezTo>
                      <a:pt x="51" y="5916"/>
                      <a:pt x="101" y="6016"/>
                      <a:pt x="151" y="6116"/>
                    </a:cubicBezTo>
                    <a:cubicBezTo>
                      <a:pt x="1028" y="6016"/>
                      <a:pt x="1931" y="5891"/>
                      <a:pt x="2833" y="5790"/>
                    </a:cubicBezTo>
                    <a:cubicBezTo>
                      <a:pt x="8397" y="5089"/>
                      <a:pt x="13986" y="4487"/>
                      <a:pt x="19575" y="3936"/>
                    </a:cubicBezTo>
                    <a:cubicBezTo>
                      <a:pt x="25414" y="3359"/>
                      <a:pt x="31229" y="2833"/>
                      <a:pt x="37069" y="2357"/>
                    </a:cubicBezTo>
                    <a:cubicBezTo>
                      <a:pt x="42733" y="1906"/>
                      <a:pt x="48372" y="1480"/>
                      <a:pt x="54036" y="1129"/>
                    </a:cubicBezTo>
                    <a:cubicBezTo>
                      <a:pt x="59074" y="803"/>
                      <a:pt x="64137" y="527"/>
                      <a:pt x="69174" y="327"/>
                    </a:cubicBezTo>
                    <a:cubicBezTo>
                      <a:pt x="69199" y="226"/>
                      <a:pt x="69224" y="101"/>
                      <a:pt x="692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3" name="Google Shape;4873;p54"/>
              <p:cNvSpPr/>
              <p:nvPr/>
            </p:nvSpPr>
            <p:spPr>
              <a:xfrm>
                <a:off x="4213166" y="3820674"/>
                <a:ext cx="2075373" cy="181484"/>
              </a:xfrm>
              <a:custGeom>
                <a:rect b="b" l="l" r="r" t="t"/>
                <a:pathLst>
                  <a:path extrusionOk="0" h="5740" w="65640">
                    <a:moveTo>
                      <a:pt x="65640" y="0"/>
                    </a:moveTo>
                    <a:cubicBezTo>
                      <a:pt x="61429" y="176"/>
                      <a:pt x="57244" y="401"/>
                      <a:pt x="53033" y="652"/>
                    </a:cubicBezTo>
                    <a:cubicBezTo>
                      <a:pt x="47394" y="1003"/>
                      <a:pt x="41780" y="1404"/>
                      <a:pt x="36141" y="1855"/>
                    </a:cubicBezTo>
                    <a:cubicBezTo>
                      <a:pt x="30301" y="2306"/>
                      <a:pt x="24487" y="2807"/>
                      <a:pt x="18647" y="3384"/>
                    </a:cubicBezTo>
                    <a:cubicBezTo>
                      <a:pt x="12983" y="3935"/>
                      <a:pt x="7344" y="4537"/>
                      <a:pt x="1680" y="5213"/>
                    </a:cubicBezTo>
                    <a:cubicBezTo>
                      <a:pt x="1128" y="5289"/>
                      <a:pt x="552" y="5364"/>
                      <a:pt x="0" y="5414"/>
                    </a:cubicBezTo>
                    <a:cubicBezTo>
                      <a:pt x="51" y="5539"/>
                      <a:pt x="126" y="5639"/>
                      <a:pt x="176" y="5740"/>
                    </a:cubicBezTo>
                    <a:cubicBezTo>
                      <a:pt x="5665" y="5063"/>
                      <a:pt x="11153" y="4487"/>
                      <a:pt x="16667" y="3935"/>
                    </a:cubicBezTo>
                    <a:cubicBezTo>
                      <a:pt x="22482" y="3334"/>
                      <a:pt x="28321" y="2832"/>
                      <a:pt x="34161" y="2356"/>
                    </a:cubicBezTo>
                    <a:cubicBezTo>
                      <a:pt x="39800" y="1880"/>
                      <a:pt x="45464" y="1479"/>
                      <a:pt x="51103" y="1128"/>
                    </a:cubicBezTo>
                    <a:cubicBezTo>
                      <a:pt x="55915" y="827"/>
                      <a:pt x="60702" y="552"/>
                      <a:pt x="65515" y="351"/>
                    </a:cubicBezTo>
                    <a:cubicBezTo>
                      <a:pt x="65565" y="251"/>
                      <a:pt x="65590" y="126"/>
                      <a:pt x="6564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4" name="Google Shape;4874;p54"/>
              <p:cNvSpPr/>
              <p:nvPr/>
            </p:nvSpPr>
            <p:spPr>
              <a:xfrm>
                <a:off x="4307453" y="3979147"/>
                <a:ext cx="1909001" cy="164854"/>
              </a:xfrm>
              <a:custGeom>
                <a:rect b="b" l="l" r="r" t="t"/>
                <a:pathLst>
                  <a:path extrusionOk="0" h="5214" w="60378">
                    <a:moveTo>
                      <a:pt x="60377" y="1"/>
                    </a:moveTo>
                    <a:cubicBezTo>
                      <a:pt x="56693" y="151"/>
                      <a:pt x="53034" y="352"/>
                      <a:pt x="49350" y="577"/>
                    </a:cubicBezTo>
                    <a:cubicBezTo>
                      <a:pt x="43735" y="928"/>
                      <a:pt x="38096" y="1329"/>
                      <a:pt x="32482" y="1755"/>
                    </a:cubicBezTo>
                    <a:cubicBezTo>
                      <a:pt x="26643" y="2231"/>
                      <a:pt x="20803" y="2733"/>
                      <a:pt x="14988" y="3309"/>
                    </a:cubicBezTo>
                    <a:cubicBezTo>
                      <a:pt x="9976" y="3785"/>
                      <a:pt x="4988" y="4312"/>
                      <a:pt x="1" y="4913"/>
                    </a:cubicBezTo>
                    <a:cubicBezTo>
                      <a:pt x="76" y="5013"/>
                      <a:pt x="176" y="5114"/>
                      <a:pt x="252" y="5214"/>
                    </a:cubicBezTo>
                    <a:cubicBezTo>
                      <a:pt x="4487" y="4738"/>
                      <a:pt x="8748" y="4262"/>
                      <a:pt x="12983" y="3835"/>
                    </a:cubicBezTo>
                    <a:cubicBezTo>
                      <a:pt x="18823" y="3259"/>
                      <a:pt x="24638" y="2733"/>
                      <a:pt x="30477" y="2256"/>
                    </a:cubicBezTo>
                    <a:cubicBezTo>
                      <a:pt x="36141" y="1805"/>
                      <a:pt x="41781" y="1404"/>
                      <a:pt x="47445" y="1053"/>
                    </a:cubicBezTo>
                    <a:cubicBezTo>
                      <a:pt x="51680" y="778"/>
                      <a:pt x="55916" y="552"/>
                      <a:pt x="60152" y="352"/>
                    </a:cubicBezTo>
                    <a:cubicBezTo>
                      <a:pt x="60227" y="226"/>
                      <a:pt x="60302" y="126"/>
                      <a:pt x="6037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5" name="Google Shape;4875;p54"/>
              <p:cNvSpPr/>
              <p:nvPr/>
            </p:nvSpPr>
            <p:spPr>
              <a:xfrm>
                <a:off x="4431873" y="4139232"/>
                <a:ext cx="1674431" cy="144239"/>
              </a:xfrm>
              <a:custGeom>
                <a:rect b="b" l="l" r="r" t="t"/>
                <a:pathLst>
                  <a:path extrusionOk="0" h="4562" w="52959">
                    <a:moveTo>
                      <a:pt x="52958" y="1"/>
                    </a:moveTo>
                    <a:lnTo>
                      <a:pt x="52958" y="1"/>
                    </a:lnTo>
                    <a:cubicBezTo>
                      <a:pt x="50227" y="126"/>
                      <a:pt x="47470" y="276"/>
                      <a:pt x="44738" y="452"/>
                    </a:cubicBezTo>
                    <a:cubicBezTo>
                      <a:pt x="39099" y="777"/>
                      <a:pt x="33485" y="1178"/>
                      <a:pt x="27845" y="1630"/>
                    </a:cubicBezTo>
                    <a:cubicBezTo>
                      <a:pt x="22006" y="2081"/>
                      <a:pt x="16191" y="2607"/>
                      <a:pt x="10352" y="3183"/>
                    </a:cubicBezTo>
                    <a:cubicBezTo>
                      <a:pt x="6893" y="3509"/>
                      <a:pt x="3459" y="3860"/>
                      <a:pt x="1" y="4261"/>
                    </a:cubicBezTo>
                    <a:cubicBezTo>
                      <a:pt x="101" y="4361"/>
                      <a:pt x="226" y="4462"/>
                      <a:pt x="327" y="4562"/>
                    </a:cubicBezTo>
                    <a:cubicBezTo>
                      <a:pt x="3008" y="4261"/>
                      <a:pt x="5690" y="3985"/>
                      <a:pt x="8372" y="3710"/>
                    </a:cubicBezTo>
                    <a:cubicBezTo>
                      <a:pt x="14186" y="3133"/>
                      <a:pt x="20026" y="2607"/>
                      <a:pt x="25866" y="2131"/>
                    </a:cubicBezTo>
                    <a:cubicBezTo>
                      <a:pt x="31505" y="1680"/>
                      <a:pt x="37169" y="1279"/>
                      <a:pt x="42833" y="903"/>
                    </a:cubicBezTo>
                    <a:cubicBezTo>
                      <a:pt x="46091" y="702"/>
                      <a:pt x="49374" y="527"/>
                      <a:pt x="52683" y="351"/>
                    </a:cubicBezTo>
                    <a:cubicBezTo>
                      <a:pt x="52783" y="226"/>
                      <a:pt x="52858" y="126"/>
                      <a:pt x="5295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6" name="Google Shape;4876;p54"/>
              <p:cNvSpPr/>
              <p:nvPr/>
            </p:nvSpPr>
            <p:spPr>
              <a:xfrm>
                <a:off x="4600685" y="4302480"/>
                <a:ext cx="1345546" cy="116510"/>
              </a:xfrm>
              <a:custGeom>
                <a:rect b="b" l="l" r="r" t="t"/>
                <a:pathLst>
                  <a:path extrusionOk="0" h="3685" w="42557">
                    <a:moveTo>
                      <a:pt x="42557" y="0"/>
                    </a:moveTo>
                    <a:lnTo>
                      <a:pt x="42557" y="0"/>
                    </a:lnTo>
                    <a:cubicBezTo>
                      <a:pt x="41279" y="76"/>
                      <a:pt x="40000" y="151"/>
                      <a:pt x="38722" y="226"/>
                    </a:cubicBezTo>
                    <a:cubicBezTo>
                      <a:pt x="33083" y="552"/>
                      <a:pt x="27444" y="953"/>
                      <a:pt x="21830" y="1404"/>
                    </a:cubicBezTo>
                    <a:cubicBezTo>
                      <a:pt x="15990" y="1855"/>
                      <a:pt x="10151" y="2381"/>
                      <a:pt x="4336" y="2933"/>
                    </a:cubicBezTo>
                    <a:cubicBezTo>
                      <a:pt x="2882" y="3083"/>
                      <a:pt x="1429" y="3234"/>
                      <a:pt x="0" y="3384"/>
                    </a:cubicBezTo>
                    <a:cubicBezTo>
                      <a:pt x="150" y="3484"/>
                      <a:pt x="301" y="3584"/>
                      <a:pt x="451" y="3685"/>
                    </a:cubicBezTo>
                    <a:cubicBezTo>
                      <a:pt x="1078" y="3609"/>
                      <a:pt x="1704" y="3559"/>
                      <a:pt x="2331" y="3484"/>
                    </a:cubicBezTo>
                    <a:cubicBezTo>
                      <a:pt x="8171" y="2908"/>
                      <a:pt x="13985" y="2381"/>
                      <a:pt x="19825" y="1905"/>
                    </a:cubicBezTo>
                    <a:cubicBezTo>
                      <a:pt x="25489" y="1454"/>
                      <a:pt x="31128" y="1028"/>
                      <a:pt x="36792" y="677"/>
                    </a:cubicBezTo>
                    <a:cubicBezTo>
                      <a:pt x="38572" y="577"/>
                      <a:pt x="40326" y="477"/>
                      <a:pt x="42106" y="376"/>
                    </a:cubicBezTo>
                    <a:cubicBezTo>
                      <a:pt x="42256" y="251"/>
                      <a:pt x="42406" y="126"/>
                      <a:pt x="4255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7" name="Google Shape;4877;p54"/>
              <p:cNvSpPr/>
              <p:nvPr/>
            </p:nvSpPr>
            <p:spPr>
              <a:xfrm>
                <a:off x="4038030" y="2296050"/>
                <a:ext cx="2333719" cy="2293786"/>
              </a:xfrm>
              <a:custGeom>
                <a:rect b="b" l="l" r="r" t="t"/>
                <a:pathLst>
                  <a:path extrusionOk="0" h="72548" w="73811">
                    <a:moveTo>
                      <a:pt x="37338" y="140"/>
                    </a:moveTo>
                    <a:cubicBezTo>
                      <a:pt x="38744" y="140"/>
                      <a:pt x="40153" y="233"/>
                      <a:pt x="41555" y="425"/>
                    </a:cubicBezTo>
                    <a:cubicBezTo>
                      <a:pt x="45164" y="901"/>
                      <a:pt x="48647" y="1878"/>
                      <a:pt x="51931" y="3457"/>
                    </a:cubicBezTo>
                    <a:cubicBezTo>
                      <a:pt x="55139" y="5011"/>
                      <a:pt x="58121" y="7066"/>
                      <a:pt x="60728" y="9522"/>
                    </a:cubicBezTo>
                    <a:cubicBezTo>
                      <a:pt x="65966" y="14410"/>
                      <a:pt x="69825" y="20801"/>
                      <a:pt x="71730" y="27718"/>
                    </a:cubicBezTo>
                    <a:cubicBezTo>
                      <a:pt x="73635" y="34710"/>
                      <a:pt x="73409" y="42154"/>
                      <a:pt x="70753" y="48921"/>
                    </a:cubicBezTo>
                    <a:cubicBezTo>
                      <a:pt x="68046" y="55813"/>
                      <a:pt x="63033" y="61703"/>
                      <a:pt x="56918" y="65813"/>
                    </a:cubicBezTo>
                    <a:cubicBezTo>
                      <a:pt x="50853" y="69924"/>
                      <a:pt x="43610" y="72380"/>
                      <a:pt x="36291" y="72380"/>
                    </a:cubicBezTo>
                    <a:cubicBezTo>
                      <a:pt x="34462" y="72380"/>
                      <a:pt x="32632" y="72229"/>
                      <a:pt x="30853" y="71929"/>
                    </a:cubicBezTo>
                    <a:cubicBezTo>
                      <a:pt x="30849" y="71928"/>
                      <a:pt x="30845" y="71927"/>
                      <a:pt x="30841" y="71927"/>
                    </a:cubicBezTo>
                    <a:lnTo>
                      <a:pt x="30841" y="71927"/>
                    </a:lnTo>
                    <a:cubicBezTo>
                      <a:pt x="23452" y="70646"/>
                      <a:pt x="16715" y="66763"/>
                      <a:pt x="11554" y="61402"/>
                    </a:cubicBezTo>
                    <a:cubicBezTo>
                      <a:pt x="6366" y="56014"/>
                      <a:pt x="2707" y="49147"/>
                      <a:pt x="1354" y="41803"/>
                    </a:cubicBezTo>
                    <a:cubicBezTo>
                      <a:pt x="1" y="34385"/>
                      <a:pt x="1254" y="26791"/>
                      <a:pt x="4788" y="20174"/>
                    </a:cubicBezTo>
                    <a:cubicBezTo>
                      <a:pt x="8296" y="13658"/>
                      <a:pt x="13785" y="8244"/>
                      <a:pt x="20251" y="4685"/>
                    </a:cubicBezTo>
                    <a:cubicBezTo>
                      <a:pt x="25463" y="1806"/>
                      <a:pt x="31379" y="140"/>
                      <a:pt x="37338" y="140"/>
                    </a:cubicBezTo>
                    <a:close/>
                    <a:moveTo>
                      <a:pt x="37345" y="0"/>
                    </a:moveTo>
                    <a:cubicBezTo>
                      <a:pt x="33164" y="0"/>
                      <a:pt x="28996" y="759"/>
                      <a:pt x="25038" y="2254"/>
                    </a:cubicBezTo>
                    <a:cubicBezTo>
                      <a:pt x="18096" y="4911"/>
                      <a:pt x="11930" y="9598"/>
                      <a:pt x="7519" y="15562"/>
                    </a:cubicBezTo>
                    <a:cubicBezTo>
                      <a:pt x="3083" y="21552"/>
                      <a:pt x="502" y="28846"/>
                      <a:pt x="627" y="36314"/>
                    </a:cubicBezTo>
                    <a:cubicBezTo>
                      <a:pt x="777" y="43858"/>
                      <a:pt x="3509" y="51252"/>
                      <a:pt x="7920" y="57317"/>
                    </a:cubicBezTo>
                    <a:cubicBezTo>
                      <a:pt x="12306" y="63357"/>
                      <a:pt x="18397" y="68194"/>
                      <a:pt x="25439" y="70701"/>
                    </a:cubicBezTo>
                    <a:cubicBezTo>
                      <a:pt x="27194" y="71302"/>
                      <a:pt x="28973" y="71778"/>
                      <a:pt x="30803" y="72104"/>
                    </a:cubicBezTo>
                    <a:cubicBezTo>
                      <a:pt x="32591" y="72403"/>
                      <a:pt x="34393" y="72548"/>
                      <a:pt x="36192" y="72548"/>
                    </a:cubicBezTo>
                    <a:cubicBezTo>
                      <a:pt x="41778" y="72548"/>
                      <a:pt x="47333" y="71154"/>
                      <a:pt x="52357" y="68671"/>
                    </a:cubicBezTo>
                    <a:cubicBezTo>
                      <a:pt x="58973" y="65412"/>
                      <a:pt x="64738" y="60249"/>
                      <a:pt x="68522" y="53883"/>
                    </a:cubicBezTo>
                    <a:cubicBezTo>
                      <a:pt x="72282" y="47518"/>
                      <a:pt x="73810" y="40124"/>
                      <a:pt x="72908" y="32781"/>
                    </a:cubicBezTo>
                    <a:cubicBezTo>
                      <a:pt x="72006" y="25663"/>
                      <a:pt x="68973" y="18871"/>
                      <a:pt x="64462" y="13282"/>
                    </a:cubicBezTo>
                    <a:cubicBezTo>
                      <a:pt x="59926" y="7693"/>
                      <a:pt x="53785" y="3307"/>
                      <a:pt x="46818" y="1327"/>
                    </a:cubicBezTo>
                    <a:cubicBezTo>
                      <a:pt x="43711" y="439"/>
                      <a:pt x="40524" y="0"/>
                      <a:pt x="373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78" name="Google Shape;4878;p54"/>
            <p:cNvSpPr/>
            <p:nvPr/>
          </p:nvSpPr>
          <p:spPr>
            <a:xfrm>
              <a:off x="5552813" y="3856339"/>
              <a:ext cx="232199" cy="97477"/>
            </a:xfrm>
            <a:custGeom>
              <a:rect b="b" l="l" r="r" t="t"/>
              <a:pathLst>
                <a:path extrusionOk="0" h="3083" w="7344">
                  <a:moveTo>
                    <a:pt x="150" y="0"/>
                  </a:moveTo>
                  <a:lnTo>
                    <a:pt x="0" y="1855"/>
                  </a:lnTo>
                  <a:lnTo>
                    <a:pt x="150" y="1855"/>
                  </a:lnTo>
                  <a:lnTo>
                    <a:pt x="175" y="2030"/>
                  </a:lnTo>
                  <a:cubicBezTo>
                    <a:pt x="175" y="2030"/>
                    <a:pt x="1604" y="3083"/>
                    <a:pt x="3609" y="3083"/>
                  </a:cubicBezTo>
                  <a:cubicBezTo>
                    <a:pt x="4862" y="3083"/>
                    <a:pt x="6065" y="2682"/>
                    <a:pt x="7193" y="1930"/>
                  </a:cubicBezTo>
                  <a:lnTo>
                    <a:pt x="7193" y="1754"/>
                  </a:lnTo>
                  <a:lnTo>
                    <a:pt x="7343" y="1729"/>
                  </a:lnTo>
                  <a:lnTo>
                    <a:pt x="6993" y="50"/>
                  </a:lnTo>
                  <a:cubicBezTo>
                    <a:pt x="6892" y="75"/>
                    <a:pt x="6767" y="125"/>
                    <a:pt x="6667" y="150"/>
                  </a:cubicBezTo>
                  <a:cubicBezTo>
                    <a:pt x="6090" y="301"/>
                    <a:pt x="5489" y="426"/>
                    <a:pt x="4862" y="476"/>
                  </a:cubicBezTo>
                  <a:cubicBezTo>
                    <a:pt x="4436" y="501"/>
                    <a:pt x="4035" y="526"/>
                    <a:pt x="3634" y="526"/>
                  </a:cubicBezTo>
                  <a:cubicBezTo>
                    <a:pt x="2456" y="526"/>
                    <a:pt x="1429" y="351"/>
                    <a:pt x="501" y="100"/>
                  </a:cubicBezTo>
                  <a:cubicBezTo>
                    <a:pt x="376" y="50"/>
                    <a:pt x="276" y="25"/>
                    <a:pt x="150"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9" name="Google Shape;4879;p54"/>
            <p:cNvSpPr/>
            <p:nvPr/>
          </p:nvSpPr>
          <p:spPr>
            <a:xfrm>
              <a:off x="5549620" y="3851565"/>
              <a:ext cx="239344" cy="105444"/>
            </a:xfrm>
            <a:custGeom>
              <a:rect b="b" l="l" r="r" t="t"/>
              <a:pathLst>
                <a:path extrusionOk="0" h="3335" w="7570">
                  <a:moveTo>
                    <a:pt x="352" y="276"/>
                  </a:moveTo>
                  <a:cubicBezTo>
                    <a:pt x="427" y="301"/>
                    <a:pt x="502" y="327"/>
                    <a:pt x="577" y="352"/>
                  </a:cubicBezTo>
                  <a:cubicBezTo>
                    <a:pt x="1573" y="634"/>
                    <a:pt x="2654" y="775"/>
                    <a:pt x="3809" y="775"/>
                  </a:cubicBezTo>
                  <a:cubicBezTo>
                    <a:pt x="4194" y="775"/>
                    <a:pt x="4587" y="759"/>
                    <a:pt x="4988" y="728"/>
                  </a:cubicBezTo>
                  <a:cubicBezTo>
                    <a:pt x="5590" y="677"/>
                    <a:pt x="6216" y="552"/>
                    <a:pt x="6793" y="402"/>
                  </a:cubicBezTo>
                  <a:cubicBezTo>
                    <a:pt x="6868" y="377"/>
                    <a:pt x="6943" y="352"/>
                    <a:pt x="7018" y="327"/>
                  </a:cubicBezTo>
                  <a:lnTo>
                    <a:pt x="7319" y="1805"/>
                  </a:lnTo>
                  <a:lnTo>
                    <a:pt x="7169" y="1805"/>
                  </a:lnTo>
                  <a:lnTo>
                    <a:pt x="7194" y="2031"/>
                  </a:lnTo>
                  <a:cubicBezTo>
                    <a:pt x="6091" y="2758"/>
                    <a:pt x="4913" y="3134"/>
                    <a:pt x="3710" y="3134"/>
                  </a:cubicBezTo>
                  <a:cubicBezTo>
                    <a:pt x="1881" y="3134"/>
                    <a:pt x="552" y="2231"/>
                    <a:pt x="377" y="2131"/>
                  </a:cubicBezTo>
                  <a:lnTo>
                    <a:pt x="352" y="1880"/>
                  </a:lnTo>
                  <a:lnTo>
                    <a:pt x="226" y="1905"/>
                  </a:lnTo>
                  <a:lnTo>
                    <a:pt x="352" y="276"/>
                  </a:lnTo>
                  <a:close/>
                  <a:moveTo>
                    <a:pt x="176" y="1"/>
                  </a:moveTo>
                  <a:lnTo>
                    <a:pt x="1" y="2131"/>
                  </a:lnTo>
                  <a:lnTo>
                    <a:pt x="176" y="2106"/>
                  </a:lnTo>
                  <a:lnTo>
                    <a:pt x="176" y="2206"/>
                  </a:lnTo>
                  <a:lnTo>
                    <a:pt x="201" y="2231"/>
                  </a:lnTo>
                  <a:cubicBezTo>
                    <a:pt x="201" y="2256"/>
                    <a:pt x="1630" y="3334"/>
                    <a:pt x="3710" y="3334"/>
                  </a:cubicBezTo>
                  <a:cubicBezTo>
                    <a:pt x="4988" y="3334"/>
                    <a:pt x="6216" y="2933"/>
                    <a:pt x="7369" y="2156"/>
                  </a:cubicBezTo>
                  <a:lnTo>
                    <a:pt x="7419" y="2131"/>
                  </a:lnTo>
                  <a:lnTo>
                    <a:pt x="7394" y="2006"/>
                  </a:lnTo>
                  <a:lnTo>
                    <a:pt x="7570" y="1981"/>
                  </a:lnTo>
                  <a:lnTo>
                    <a:pt x="7169" y="51"/>
                  </a:lnTo>
                  <a:lnTo>
                    <a:pt x="7069" y="101"/>
                  </a:lnTo>
                  <a:cubicBezTo>
                    <a:pt x="6968" y="126"/>
                    <a:pt x="6843" y="176"/>
                    <a:pt x="6743" y="201"/>
                  </a:cubicBezTo>
                  <a:cubicBezTo>
                    <a:pt x="6166" y="352"/>
                    <a:pt x="5565" y="452"/>
                    <a:pt x="4963" y="502"/>
                  </a:cubicBezTo>
                  <a:cubicBezTo>
                    <a:pt x="4527" y="544"/>
                    <a:pt x="4101" y="564"/>
                    <a:pt x="3684" y="564"/>
                  </a:cubicBezTo>
                  <a:cubicBezTo>
                    <a:pt x="2593" y="564"/>
                    <a:pt x="1571" y="423"/>
                    <a:pt x="627" y="151"/>
                  </a:cubicBezTo>
                  <a:cubicBezTo>
                    <a:pt x="527" y="101"/>
                    <a:pt x="402" y="76"/>
                    <a:pt x="302" y="51"/>
                  </a:cubicBezTo>
                  <a:lnTo>
                    <a:pt x="17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0" name="Google Shape;4880;p54"/>
            <p:cNvSpPr/>
            <p:nvPr/>
          </p:nvSpPr>
          <p:spPr>
            <a:xfrm>
              <a:off x="5382420" y="3702578"/>
              <a:ext cx="61053" cy="92766"/>
            </a:xfrm>
            <a:custGeom>
              <a:rect b="b" l="l" r="r" t="t"/>
              <a:pathLst>
                <a:path extrusionOk="0" h="2934" w="1931">
                  <a:moveTo>
                    <a:pt x="151" y="1"/>
                  </a:moveTo>
                  <a:cubicBezTo>
                    <a:pt x="126" y="728"/>
                    <a:pt x="101" y="1630"/>
                    <a:pt x="26" y="2557"/>
                  </a:cubicBezTo>
                  <a:cubicBezTo>
                    <a:pt x="26" y="2683"/>
                    <a:pt x="26" y="2808"/>
                    <a:pt x="1" y="2933"/>
                  </a:cubicBezTo>
                  <a:cubicBezTo>
                    <a:pt x="803" y="2833"/>
                    <a:pt x="1504" y="2683"/>
                    <a:pt x="1930" y="2582"/>
                  </a:cubicBezTo>
                  <a:cubicBezTo>
                    <a:pt x="1830" y="2482"/>
                    <a:pt x="1755" y="2382"/>
                    <a:pt x="1655" y="2282"/>
                  </a:cubicBezTo>
                  <a:cubicBezTo>
                    <a:pt x="953" y="1505"/>
                    <a:pt x="477" y="678"/>
                    <a:pt x="15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1" name="Google Shape;4881;p54"/>
            <p:cNvSpPr/>
            <p:nvPr/>
          </p:nvSpPr>
          <p:spPr>
            <a:xfrm>
              <a:off x="5379258" y="3689108"/>
              <a:ext cx="70539" cy="110187"/>
            </a:xfrm>
            <a:custGeom>
              <a:rect b="b" l="l" r="r" t="t"/>
              <a:pathLst>
                <a:path extrusionOk="0" h="3485" w="2231">
                  <a:moveTo>
                    <a:pt x="351" y="853"/>
                  </a:moveTo>
                  <a:cubicBezTo>
                    <a:pt x="727" y="1555"/>
                    <a:pt x="1178" y="2206"/>
                    <a:pt x="1680" y="2783"/>
                  </a:cubicBezTo>
                  <a:cubicBezTo>
                    <a:pt x="1730" y="2833"/>
                    <a:pt x="1780" y="2883"/>
                    <a:pt x="1830" y="2958"/>
                  </a:cubicBezTo>
                  <a:cubicBezTo>
                    <a:pt x="1429" y="3033"/>
                    <a:pt x="877" y="3159"/>
                    <a:pt x="226" y="3234"/>
                  </a:cubicBezTo>
                  <a:lnTo>
                    <a:pt x="251" y="3008"/>
                  </a:lnTo>
                  <a:cubicBezTo>
                    <a:pt x="276" y="2332"/>
                    <a:pt x="326" y="1630"/>
                    <a:pt x="351" y="853"/>
                  </a:cubicBezTo>
                  <a:close/>
                  <a:moveTo>
                    <a:pt x="176" y="1"/>
                  </a:moveTo>
                  <a:lnTo>
                    <a:pt x="151" y="427"/>
                  </a:lnTo>
                  <a:cubicBezTo>
                    <a:pt x="126" y="1379"/>
                    <a:pt x="75" y="2206"/>
                    <a:pt x="25" y="3008"/>
                  </a:cubicBezTo>
                  <a:lnTo>
                    <a:pt x="0" y="3485"/>
                  </a:lnTo>
                  <a:lnTo>
                    <a:pt x="126" y="3460"/>
                  </a:lnTo>
                  <a:cubicBezTo>
                    <a:pt x="928" y="3359"/>
                    <a:pt x="1629" y="3209"/>
                    <a:pt x="2055" y="3109"/>
                  </a:cubicBezTo>
                  <a:lnTo>
                    <a:pt x="2231" y="3059"/>
                  </a:lnTo>
                  <a:lnTo>
                    <a:pt x="2106" y="2933"/>
                  </a:lnTo>
                  <a:cubicBezTo>
                    <a:pt x="2005" y="2833"/>
                    <a:pt x="1930" y="2733"/>
                    <a:pt x="1830" y="2632"/>
                  </a:cubicBezTo>
                  <a:cubicBezTo>
                    <a:pt x="1253" y="1981"/>
                    <a:pt x="752" y="1204"/>
                    <a:pt x="351" y="377"/>
                  </a:cubicBezTo>
                  <a:lnTo>
                    <a:pt x="17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2" name="Google Shape;4882;p54"/>
            <p:cNvSpPr/>
            <p:nvPr/>
          </p:nvSpPr>
          <p:spPr>
            <a:xfrm>
              <a:off x="5954561" y="3590078"/>
              <a:ext cx="25389" cy="84798"/>
            </a:xfrm>
            <a:custGeom>
              <a:rect b="b" l="l" r="r" t="t"/>
              <a:pathLst>
                <a:path extrusionOk="0" h="2682" w="803">
                  <a:moveTo>
                    <a:pt x="778" y="0"/>
                  </a:moveTo>
                  <a:cubicBezTo>
                    <a:pt x="627" y="777"/>
                    <a:pt x="402" y="1554"/>
                    <a:pt x="126" y="2306"/>
                  </a:cubicBezTo>
                  <a:cubicBezTo>
                    <a:pt x="101" y="2431"/>
                    <a:pt x="51" y="2556"/>
                    <a:pt x="1" y="2682"/>
                  </a:cubicBezTo>
                  <a:cubicBezTo>
                    <a:pt x="252" y="2657"/>
                    <a:pt x="502" y="2632"/>
                    <a:pt x="728" y="2581"/>
                  </a:cubicBezTo>
                  <a:cubicBezTo>
                    <a:pt x="728" y="2456"/>
                    <a:pt x="728" y="2331"/>
                    <a:pt x="728" y="2206"/>
                  </a:cubicBezTo>
                  <a:cubicBezTo>
                    <a:pt x="753" y="1679"/>
                    <a:pt x="753" y="1203"/>
                    <a:pt x="778" y="852"/>
                  </a:cubicBezTo>
                  <a:cubicBezTo>
                    <a:pt x="778" y="551"/>
                    <a:pt x="803" y="326"/>
                    <a:pt x="803" y="276"/>
                  </a:cubicBezTo>
                  <a:cubicBezTo>
                    <a:pt x="803" y="175"/>
                    <a:pt x="778" y="75"/>
                    <a:pt x="7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3" name="Google Shape;4883;p54"/>
            <p:cNvSpPr/>
            <p:nvPr/>
          </p:nvSpPr>
          <p:spPr>
            <a:xfrm>
              <a:off x="5949027" y="3563107"/>
              <a:ext cx="34115" cy="115752"/>
            </a:xfrm>
            <a:custGeom>
              <a:rect b="b" l="l" r="r" t="t"/>
              <a:pathLst>
                <a:path extrusionOk="0" h="3661" w="1079">
                  <a:moveTo>
                    <a:pt x="853" y="1805"/>
                  </a:moveTo>
                  <a:cubicBezTo>
                    <a:pt x="828" y="2131"/>
                    <a:pt x="828" y="2582"/>
                    <a:pt x="802" y="3059"/>
                  </a:cubicBezTo>
                  <a:lnTo>
                    <a:pt x="802" y="3334"/>
                  </a:lnTo>
                  <a:cubicBezTo>
                    <a:pt x="652" y="3359"/>
                    <a:pt x="477" y="3384"/>
                    <a:pt x="326" y="3409"/>
                  </a:cubicBezTo>
                  <a:cubicBezTo>
                    <a:pt x="351" y="3359"/>
                    <a:pt x="376" y="3284"/>
                    <a:pt x="401" y="3209"/>
                  </a:cubicBezTo>
                  <a:cubicBezTo>
                    <a:pt x="577" y="2758"/>
                    <a:pt x="727" y="2282"/>
                    <a:pt x="853" y="1805"/>
                  </a:cubicBezTo>
                  <a:close/>
                  <a:moveTo>
                    <a:pt x="1028" y="1"/>
                  </a:moveTo>
                  <a:lnTo>
                    <a:pt x="853" y="828"/>
                  </a:lnTo>
                  <a:cubicBezTo>
                    <a:pt x="702" y="1655"/>
                    <a:pt x="477" y="2432"/>
                    <a:pt x="226" y="3134"/>
                  </a:cubicBezTo>
                  <a:cubicBezTo>
                    <a:pt x="176" y="3259"/>
                    <a:pt x="126" y="3384"/>
                    <a:pt x="76" y="3510"/>
                  </a:cubicBezTo>
                  <a:lnTo>
                    <a:pt x="0" y="3660"/>
                  </a:lnTo>
                  <a:lnTo>
                    <a:pt x="176" y="3635"/>
                  </a:lnTo>
                  <a:cubicBezTo>
                    <a:pt x="427" y="3610"/>
                    <a:pt x="677" y="3585"/>
                    <a:pt x="928" y="3535"/>
                  </a:cubicBezTo>
                  <a:lnTo>
                    <a:pt x="1003" y="3510"/>
                  </a:lnTo>
                  <a:lnTo>
                    <a:pt x="1003" y="3059"/>
                  </a:lnTo>
                  <a:cubicBezTo>
                    <a:pt x="1028" y="2532"/>
                    <a:pt x="1053" y="2056"/>
                    <a:pt x="1053" y="1705"/>
                  </a:cubicBezTo>
                  <a:lnTo>
                    <a:pt x="1053" y="1630"/>
                  </a:lnTo>
                  <a:cubicBezTo>
                    <a:pt x="1078" y="1354"/>
                    <a:pt x="1078" y="1179"/>
                    <a:pt x="1078" y="1129"/>
                  </a:cubicBezTo>
                  <a:cubicBezTo>
                    <a:pt x="1078" y="1028"/>
                    <a:pt x="1078" y="928"/>
                    <a:pt x="1053" y="853"/>
                  </a:cubicBezTo>
                  <a:lnTo>
                    <a:pt x="102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4" name="Google Shape;4884;p54"/>
            <p:cNvSpPr/>
            <p:nvPr/>
          </p:nvSpPr>
          <p:spPr>
            <a:xfrm>
              <a:off x="5261162" y="3587675"/>
              <a:ext cx="11129" cy="26179"/>
            </a:xfrm>
            <a:custGeom>
              <a:rect b="b" l="l" r="r" t="t"/>
              <a:pathLst>
                <a:path extrusionOk="0" h="828" w="352">
                  <a:moveTo>
                    <a:pt x="1" y="1"/>
                  </a:moveTo>
                  <a:lnTo>
                    <a:pt x="1" y="1"/>
                  </a:lnTo>
                  <a:cubicBezTo>
                    <a:pt x="76" y="302"/>
                    <a:pt x="176" y="577"/>
                    <a:pt x="352" y="828"/>
                  </a:cubicBezTo>
                  <a:cubicBezTo>
                    <a:pt x="327" y="602"/>
                    <a:pt x="176" y="302"/>
                    <a:pt x="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5" name="Google Shape;4885;p54"/>
            <p:cNvSpPr/>
            <p:nvPr/>
          </p:nvSpPr>
          <p:spPr>
            <a:xfrm>
              <a:off x="5387162" y="3221562"/>
              <a:ext cx="602282" cy="651415"/>
            </a:xfrm>
            <a:custGeom>
              <a:rect b="b" l="l" r="r" t="t"/>
              <a:pathLst>
                <a:path extrusionOk="0" h="20603" w="19049">
                  <a:moveTo>
                    <a:pt x="14888" y="1"/>
                  </a:moveTo>
                  <a:cubicBezTo>
                    <a:pt x="14813" y="1"/>
                    <a:pt x="14763" y="26"/>
                    <a:pt x="14713" y="76"/>
                  </a:cubicBezTo>
                  <a:cubicBezTo>
                    <a:pt x="13872" y="1316"/>
                    <a:pt x="12743" y="1675"/>
                    <a:pt x="11718" y="1675"/>
                  </a:cubicBezTo>
                  <a:cubicBezTo>
                    <a:pt x="10360" y="1675"/>
                    <a:pt x="9184" y="1046"/>
                    <a:pt x="9099" y="1003"/>
                  </a:cubicBezTo>
                  <a:cubicBezTo>
                    <a:pt x="9049" y="978"/>
                    <a:pt x="8998" y="978"/>
                    <a:pt x="8948" y="978"/>
                  </a:cubicBezTo>
                  <a:cubicBezTo>
                    <a:pt x="8898" y="1003"/>
                    <a:pt x="8873" y="1053"/>
                    <a:pt x="8848" y="1104"/>
                  </a:cubicBezTo>
                  <a:cubicBezTo>
                    <a:pt x="8372" y="2482"/>
                    <a:pt x="7595" y="3409"/>
                    <a:pt x="6592" y="3886"/>
                  </a:cubicBezTo>
                  <a:cubicBezTo>
                    <a:pt x="6030" y="4143"/>
                    <a:pt x="5461" y="4223"/>
                    <a:pt x="4971" y="4223"/>
                  </a:cubicBezTo>
                  <a:cubicBezTo>
                    <a:pt x="4172" y="4223"/>
                    <a:pt x="3585" y="4011"/>
                    <a:pt x="3585" y="4011"/>
                  </a:cubicBezTo>
                  <a:cubicBezTo>
                    <a:pt x="3561" y="4005"/>
                    <a:pt x="3538" y="4002"/>
                    <a:pt x="3515" y="4002"/>
                  </a:cubicBezTo>
                  <a:cubicBezTo>
                    <a:pt x="3442" y="4002"/>
                    <a:pt x="3378" y="4035"/>
                    <a:pt x="3359" y="4111"/>
                  </a:cubicBezTo>
                  <a:cubicBezTo>
                    <a:pt x="2633" y="5715"/>
                    <a:pt x="1831" y="6542"/>
                    <a:pt x="1129" y="6993"/>
                  </a:cubicBezTo>
                  <a:cubicBezTo>
                    <a:pt x="1154" y="7119"/>
                    <a:pt x="1179" y="7244"/>
                    <a:pt x="1204" y="7369"/>
                  </a:cubicBezTo>
                  <a:cubicBezTo>
                    <a:pt x="1354" y="8422"/>
                    <a:pt x="978" y="9775"/>
                    <a:pt x="703" y="10778"/>
                  </a:cubicBezTo>
                  <a:cubicBezTo>
                    <a:pt x="627" y="11104"/>
                    <a:pt x="527" y="11379"/>
                    <a:pt x="452" y="11630"/>
                  </a:cubicBezTo>
                  <a:cubicBezTo>
                    <a:pt x="277" y="12257"/>
                    <a:pt x="151" y="12658"/>
                    <a:pt x="76" y="13560"/>
                  </a:cubicBezTo>
                  <a:cubicBezTo>
                    <a:pt x="51" y="13610"/>
                    <a:pt x="51" y="13835"/>
                    <a:pt x="51" y="14136"/>
                  </a:cubicBezTo>
                  <a:cubicBezTo>
                    <a:pt x="51" y="14236"/>
                    <a:pt x="51" y="14337"/>
                    <a:pt x="26" y="14437"/>
                  </a:cubicBezTo>
                  <a:cubicBezTo>
                    <a:pt x="26" y="14663"/>
                    <a:pt x="26" y="14938"/>
                    <a:pt x="1" y="15214"/>
                  </a:cubicBezTo>
                  <a:cubicBezTo>
                    <a:pt x="327" y="15891"/>
                    <a:pt x="803" y="16718"/>
                    <a:pt x="1505" y="17495"/>
                  </a:cubicBezTo>
                  <a:cubicBezTo>
                    <a:pt x="1605" y="17595"/>
                    <a:pt x="1680" y="17695"/>
                    <a:pt x="1780" y="17795"/>
                  </a:cubicBezTo>
                  <a:cubicBezTo>
                    <a:pt x="2658" y="18698"/>
                    <a:pt x="3836" y="19550"/>
                    <a:pt x="5389" y="20076"/>
                  </a:cubicBezTo>
                  <a:cubicBezTo>
                    <a:pt x="5515" y="20101"/>
                    <a:pt x="5615" y="20126"/>
                    <a:pt x="5740" y="20176"/>
                  </a:cubicBezTo>
                  <a:cubicBezTo>
                    <a:pt x="6668" y="20427"/>
                    <a:pt x="7695" y="20602"/>
                    <a:pt x="8873" y="20602"/>
                  </a:cubicBezTo>
                  <a:cubicBezTo>
                    <a:pt x="9274" y="20602"/>
                    <a:pt x="9675" y="20577"/>
                    <a:pt x="10101" y="20552"/>
                  </a:cubicBezTo>
                  <a:cubicBezTo>
                    <a:pt x="10728" y="20502"/>
                    <a:pt x="11329" y="20377"/>
                    <a:pt x="11906" y="20226"/>
                  </a:cubicBezTo>
                  <a:cubicBezTo>
                    <a:pt x="12006" y="20201"/>
                    <a:pt x="12131" y="20151"/>
                    <a:pt x="12232" y="20126"/>
                  </a:cubicBezTo>
                  <a:cubicBezTo>
                    <a:pt x="13961" y="19575"/>
                    <a:pt x="15389" y="18522"/>
                    <a:pt x="16517" y="16993"/>
                  </a:cubicBezTo>
                  <a:cubicBezTo>
                    <a:pt x="17094" y="16191"/>
                    <a:pt x="17570" y="15289"/>
                    <a:pt x="17946" y="14337"/>
                  </a:cubicBezTo>
                  <a:cubicBezTo>
                    <a:pt x="17996" y="14211"/>
                    <a:pt x="18046" y="14086"/>
                    <a:pt x="18071" y="13986"/>
                  </a:cubicBezTo>
                  <a:cubicBezTo>
                    <a:pt x="18347" y="13209"/>
                    <a:pt x="18572" y="12432"/>
                    <a:pt x="18723" y="11655"/>
                  </a:cubicBezTo>
                  <a:cubicBezTo>
                    <a:pt x="18723" y="11555"/>
                    <a:pt x="18723" y="11480"/>
                    <a:pt x="18723" y="11404"/>
                  </a:cubicBezTo>
                  <a:cubicBezTo>
                    <a:pt x="18673" y="10853"/>
                    <a:pt x="18598" y="10477"/>
                    <a:pt x="18472" y="9976"/>
                  </a:cubicBezTo>
                  <a:cubicBezTo>
                    <a:pt x="18422" y="9725"/>
                    <a:pt x="18347" y="9449"/>
                    <a:pt x="18272" y="9124"/>
                  </a:cubicBezTo>
                  <a:cubicBezTo>
                    <a:pt x="18046" y="7971"/>
                    <a:pt x="17720" y="6392"/>
                    <a:pt x="18121" y="5314"/>
                  </a:cubicBezTo>
                  <a:cubicBezTo>
                    <a:pt x="18247" y="4913"/>
                    <a:pt x="18447" y="4662"/>
                    <a:pt x="18698" y="4562"/>
                  </a:cubicBezTo>
                  <a:lnTo>
                    <a:pt x="18748" y="4562"/>
                  </a:lnTo>
                  <a:cubicBezTo>
                    <a:pt x="18790" y="4541"/>
                    <a:pt x="18833" y="4533"/>
                    <a:pt x="18875" y="4533"/>
                  </a:cubicBezTo>
                  <a:cubicBezTo>
                    <a:pt x="18933" y="4533"/>
                    <a:pt x="18991" y="4548"/>
                    <a:pt x="19049" y="4562"/>
                  </a:cubicBezTo>
                  <a:cubicBezTo>
                    <a:pt x="18948" y="3785"/>
                    <a:pt x="18823" y="3058"/>
                    <a:pt x="18698" y="2432"/>
                  </a:cubicBezTo>
                  <a:cubicBezTo>
                    <a:pt x="18673" y="2357"/>
                    <a:pt x="18623" y="2307"/>
                    <a:pt x="18522" y="2307"/>
                  </a:cubicBezTo>
                  <a:cubicBezTo>
                    <a:pt x="15941" y="2106"/>
                    <a:pt x="15064" y="201"/>
                    <a:pt x="15039" y="101"/>
                  </a:cubicBezTo>
                  <a:cubicBezTo>
                    <a:pt x="15014" y="51"/>
                    <a:pt x="14938" y="1"/>
                    <a:pt x="14888" y="1"/>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6" name="Google Shape;4886;p54"/>
            <p:cNvSpPr/>
            <p:nvPr/>
          </p:nvSpPr>
          <p:spPr>
            <a:xfrm>
              <a:off x="5384001" y="3218400"/>
              <a:ext cx="608605" cy="657739"/>
            </a:xfrm>
            <a:custGeom>
              <a:rect b="b" l="l" r="r" t="t"/>
              <a:pathLst>
                <a:path extrusionOk="0" h="20803" w="19249">
                  <a:moveTo>
                    <a:pt x="14963" y="201"/>
                  </a:moveTo>
                  <a:cubicBezTo>
                    <a:pt x="14988" y="201"/>
                    <a:pt x="15013" y="226"/>
                    <a:pt x="15038" y="251"/>
                  </a:cubicBezTo>
                  <a:cubicBezTo>
                    <a:pt x="15063" y="326"/>
                    <a:pt x="15966" y="2306"/>
                    <a:pt x="18622" y="2507"/>
                  </a:cubicBezTo>
                  <a:cubicBezTo>
                    <a:pt x="18647" y="2507"/>
                    <a:pt x="18672" y="2532"/>
                    <a:pt x="18698" y="2557"/>
                  </a:cubicBezTo>
                  <a:cubicBezTo>
                    <a:pt x="18823" y="3158"/>
                    <a:pt x="18948" y="3810"/>
                    <a:pt x="19023" y="4537"/>
                  </a:cubicBezTo>
                  <a:lnTo>
                    <a:pt x="18823" y="4537"/>
                  </a:lnTo>
                  <a:cubicBezTo>
                    <a:pt x="18798" y="4562"/>
                    <a:pt x="18773" y="4562"/>
                    <a:pt x="18748" y="4562"/>
                  </a:cubicBezTo>
                  <a:cubicBezTo>
                    <a:pt x="18472" y="4662"/>
                    <a:pt x="18271" y="4938"/>
                    <a:pt x="18121" y="5389"/>
                  </a:cubicBezTo>
                  <a:cubicBezTo>
                    <a:pt x="17720" y="6492"/>
                    <a:pt x="18046" y="8071"/>
                    <a:pt x="18271" y="9249"/>
                  </a:cubicBezTo>
                  <a:cubicBezTo>
                    <a:pt x="18347" y="9575"/>
                    <a:pt x="18422" y="9850"/>
                    <a:pt x="18472" y="10101"/>
                  </a:cubicBezTo>
                  <a:cubicBezTo>
                    <a:pt x="18597" y="10602"/>
                    <a:pt x="18672" y="10953"/>
                    <a:pt x="18723" y="11504"/>
                  </a:cubicBezTo>
                  <a:cubicBezTo>
                    <a:pt x="18723" y="11580"/>
                    <a:pt x="18723" y="11655"/>
                    <a:pt x="18723" y="11730"/>
                  </a:cubicBezTo>
                  <a:cubicBezTo>
                    <a:pt x="18572" y="12557"/>
                    <a:pt x="18347" y="13334"/>
                    <a:pt x="18096" y="14036"/>
                  </a:cubicBezTo>
                  <a:cubicBezTo>
                    <a:pt x="18046" y="14161"/>
                    <a:pt x="17996" y="14286"/>
                    <a:pt x="17946" y="14412"/>
                  </a:cubicBezTo>
                  <a:cubicBezTo>
                    <a:pt x="17570" y="15389"/>
                    <a:pt x="17093" y="16266"/>
                    <a:pt x="16517" y="17043"/>
                  </a:cubicBezTo>
                  <a:cubicBezTo>
                    <a:pt x="15439" y="18547"/>
                    <a:pt x="14011" y="19575"/>
                    <a:pt x="12307" y="20126"/>
                  </a:cubicBezTo>
                  <a:cubicBezTo>
                    <a:pt x="12206" y="20151"/>
                    <a:pt x="12081" y="20201"/>
                    <a:pt x="11981" y="20226"/>
                  </a:cubicBezTo>
                  <a:cubicBezTo>
                    <a:pt x="11404" y="20377"/>
                    <a:pt x="10803" y="20477"/>
                    <a:pt x="10201" y="20527"/>
                  </a:cubicBezTo>
                  <a:cubicBezTo>
                    <a:pt x="9765" y="20569"/>
                    <a:pt x="9339" y="20589"/>
                    <a:pt x="8922" y="20589"/>
                  </a:cubicBezTo>
                  <a:cubicBezTo>
                    <a:pt x="7831" y="20589"/>
                    <a:pt x="6809" y="20448"/>
                    <a:pt x="5865" y="20176"/>
                  </a:cubicBezTo>
                  <a:cubicBezTo>
                    <a:pt x="5765" y="20126"/>
                    <a:pt x="5640" y="20101"/>
                    <a:pt x="5540" y="20076"/>
                  </a:cubicBezTo>
                  <a:cubicBezTo>
                    <a:pt x="4161" y="19600"/>
                    <a:pt x="2958" y="18848"/>
                    <a:pt x="1956" y="17820"/>
                  </a:cubicBezTo>
                  <a:cubicBezTo>
                    <a:pt x="1855" y="17720"/>
                    <a:pt x="1780" y="17620"/>
                    <a:pt x="1680" y="17519"/>
                  </a:cubicBezTo>
                  <a:cubicBezTo>
                    <a:pt x="1103" y="16868"/>
                    <a:pt x="602" y="16116"/>
                    <a:pt x="226" y="15289"/>
                  </a:cubicBezTo>
                  <a:cubicBezTo>
                    <a:pt x="226" y="15013"/>
                    <a:pt x="226" y="14763"/>
                    <a:pt x="251" y="14537"/>
                  </a:cubicBezTo>
                  <a:lnTo>
                    <a:pt x="251" y="14236"/>
                  </a:lnTo>
                  <a:cubicBezTo>
                    <a:pt x="251" y="13935"/>
                    <a:pt x="276" y="13735"/>
                    <a:pt x="276" y="13660"/>
                  </a:cubicBezTo>
                  <a:cubicBezTo>
                    <a:pt x="352" y="12783"/>
                    <a:pt x="477" y="12382"/>
                    <a:pt x="652" y="11755"/>
                  </a:cubicBezTo>
                  <a:cubicBezTo>
                    <a:pt x="727" y="11504"/>
                    <a:pt x="828" y="11229"/>
                    <a:pt x="903" y="10903"/>
                  </a:cubicBezTo>
                  <a:cubicBezTo>
                    <a:pt x="1179" y="9900"/>
                    <a:pt x="1555" y="8522"/>
                    <a:pt x="1404" y="7444"/>
                  </a:cubicBezTo>
                  <a:cubicBezTo>
                    <a:pt x="1404" y="7344"/>
                    <a:pt x="1379" y="7244"/>
                    <a:pt x="1354" y="7143"/>
                  </a:cubicBezTo>
                  <a:cubicBezTo>
                    <a:pt x="2206" y="6567"/>
                    <a:pt x="2958" y="5615"/>
                    <a:pt x="3560" y="4261"/>
                  </a:cubicBezTo>
                  <a:cubicBezTo>
                    <a:pt x="3560" y="4225"/>
                    <a:pt x="3586" y="4201"/>
                    <a:pt x="3611" y="4201"/>
                  </a:cubicBezTo>
                  <a:cubicBezTo>
                    <a:pt x="3620" y="4201"/>
                    <a:pt x="3628" y="4204"/>
                    <a:pt x="3635" y="4211"/>
                  </a:cubicBezTo>
                  <a:cubicBezTo>
                    <a:pt x="3681" y="4226"/>
                    <a:pt x="4272" y="4430"/>
                    <a:pt x="5068" y="4430"/>
                  </a:cubicBezTo>
                  <a:cubicBezTo>
                    <a:pt x="5573" y="4430"/>
                    <a:pt x="6159" y="4348"/>
                    <a:pt x="6743" y="4086"/>
                  </a:cubicBezTo>
                  <a:cubicBezTo>
                    <a:pt x="7770" y="3585"/>
                    <a:pt x="8547" y="2632"/>
                    <a:pt x="9048" y="1229"/>
                  </a:cubicBezTo>
                  <a:cubicBezTo>
                    <a:pt x="9073" y="1204"/>
                    <a:pt x="9073" y="1204"/>
                    <a:pt x="9098" y="1179"/>
                  </a:cubicBezTo>
                  <a:lnTo>
                    <a:pt x="9149" y="1179"/>
                  </a:lnTo>
                  <a:cubicBezTo>
                    <a:pt x="9234" y="1236"/>
                    <a:pt x="10439" y="1889"/>
                    <a:pt x="11836" y="1889"/>
                  </a:cubicBezTo>
                  <a:cubicBezTo>
                    <a:pt x="12885" y="1889"/>
                    <a:pt x="14042" y="1520"/>
                    <a:pt x="14913" y="251"/>
                  </a:cubicBezTo>
                  <a:cubicBezTo>
                    <a:pt x="14913" y="226"/>
                    <a:pt x="14963" y="201"/>
                    <a:pt x="14963" y="201"/>
                  </a:cubicBezTo>
                  <a:close/>
                  <a:moveTo>
                    <a:pt x="14988" y="1"/>
                  </a:moveTo>
                  <a:cubicBezTo>
                    <a:pt x="14888" y="1"/>
                    <a:pt x="14788" y="51"/>
                    <a:pt x="14738" y="126"/>
                  </a:cubicBezTo>
                  <a:cubicBezTo>
                    <a:pt x="13924" y="1325"/>
                    <a:pt x="12832" y="1673"/>
                    <a:pt x="11835" y="1673"/>
                  </a:cubicBezTo>
                  <a:cubicBezTo>
                    <a:pt x="10499" y="1673"/>
                    <a:pt x="9335" y="1046"/>
                    <a:pt x="9249" y="1003"/>
                  </a:cubicBezTo>
                  <a:cubicBezTo>
                    <a:pt x="9196" y="985"/>
                    <a:pt x="9143" y="968"/>
                    <a:pt x="9089" y="968"/>
                  </a:cubicBezTo>
                  <a:cubicBezTo>
                    <a:pt x="9067" y="968"/>
                    <a:pt x="9045" y="971"/>
                    <a:pt x="9023" y="978"/>
                  </a:cubicBezTo>
                  <a:cubicBezTo>
                    <a:pt x="8948" y="1028"/>
                    <a:pt x="8873" y="1078"/>
                    <a:pt x="8848" y="1153"/>
                  </a:cubicBezTo>
                  <a:cubicBezTo>
                    <a:pt x="8372" y="2507"/>
                    <a:pt x="7645" y="3434"/>
                    <a:pt x="6642" y="3885"/>
                  </a:cubicBezTo>
                  <a:cubicBezTo>
                    <a:pt x="6095" y="4140"/>
                    <a:pt x="5539" y="4218"/>
                    <a:pt x="5061" y="4218"/>
                  </a:cubicBezTo>
                  <a:cubicBezTo>
                    <a:pt x="4314" y="4218"/>
                    <a:pt x="3756" y="4026"/>
                    <a:pt x="3710" y="4011"/>
                  </a:cubicBezTo>
                  <a:cubicBezTo>
                    <a:pt x="3683" y="4000"/>
                    <a:pt x="3654" y="3995"/>
                    <a:pt x="3624" y="3995"/>
                  </a:cubicBezTo>
                  <a:cubicBezTo>
                    <a:pt x="3515" y="3995"/>
                    <a:pt x="3399" y="4062"/>
                    <a:pt x="3359" y="4161"/>
                  </a:cubicBezTo>
                  <a:cubicBezTo>
                    <a:pt x="2758" y="5514"/>
                    <a:pt x="2031" y="6467"/>
                    <a:pt x="1179" y="7018"/>
                  </a:cubicBezTo>
                  <a:lnTo>
                    <a:pt x="1103" y="7043"/>
                  </a:lnTo>
                  <a:lnTo>
                    <a:pt x="1128" y="7118"/>
                  </a:lnTo>
                  <a:cubicBezTo>
                    <a:pt x="1154" y="7219"/>
                    <a:pt x="1179" y="7344"/>
                    <a:pt x="1204" y="7469"/>
                  </a:cubicBezTo>
                  <a:cubicBezTo>
                    <a:pt x="1354" y="8522"/>
                    <a:pt x="978" y="9850"/>
                    <a:pt x="702" y="10853"/>
                  </a:cubicBezTo>
                  <a:cubicBezTo>
                    <a:pt x="627" y="11179"/>
                    <a:pt x="527" y="11454"/>
                    <a:pt x="452" y="11680"/>
                  </a:cubicBezTo>
                  <a:cubicBezTo>
                    <a:pt x="276" y="12331"/>
                    <a:pt x="151" y="12732"/>
                    <a:pt x="76" y="13635"/>
                  </a:cubicBezTo>
                  <a:cubicBezTo>
                    <a:pt x="51" y="13710"/>
                    <a:pt x="51" y="13935"/>
                    <a:pt x="51" y="14236"/>
                  </a:cubicBezTo>
                  <a:lnTo>
                    <a:pt x="26" y="14537"/>
                  </a:lnTo>
                  <a:cubicBezTo>
                    <a:pt x="26" y="14763"/>
                    <a:pt x="26" y="15013"/>
                    <a:pt x="1" y="15314"/>
                  </a:cubicBezTo>
                  <a:lnTo>
                    <a:pt x="1" y="15339"/>
                  </a:lnTo>
                  <a:lnTo>
                    <a:pt x="26" y="15364"/>
                  </a:lnTo>
                  <a:cubicBezTo>
                    <a:pt x="427" y="16216"/>
                    <a:pt x="928" y="16993"/>
                    <a:pt x="1530" y="17670"/>
                  </a:cubicBezTo>
                  <a:cubicBezTo>
                    <a:pt x="1630" y="17770"/>
                    <a:pt x="1705" y="17870"/>
                    <a:pt x="1805" y="17971"/>
                  </a:cubicBezTo>
                  <a:cubicBezTo>
                    <a:pt x="2833" y="19023"/>
                    <a:pt x="4061" y="19800"/>
                    <a:pt x="5464" y="20276"/>
                  </a:cubicBezTo>
                  <a:cubicBezTo>
                    <a:pt x="5565" y="20301"/>
                    <a:pt x="5690" y="20326"/>
                    <a:pt x="5815" y="20377"/>
                  </a:cubicBezTo>
                  <a:cubicBezTo>
                    <a:pt x="6793" y="20652"/>
                    <a:pt x="7845" y="20803"/>
                    <a:pt x="8973" y="20803"/>
                  </a:cubicBezTo>
                  <a:cubicBezTo>
                    <a:pt x="9374" y="20803"/>
                    <a:pt x="9800" y="20778"/>
                    <a:pt x="10226" y="20753"/>
                  </a:cubicBezTo>
                  <a:cubicBezTo>
                    <a:pt x="10828" y="20702"/>
                    <a:pt x="11454" y="20577"/>
                    <a:pt x="12031" y="20427"/>
                  </a:cubicBezTo>
                  <a:cubicBezTo>
                    <a:pt x="12156" y="20402"/>
                    <a:pt x="12256" y="20352"/>
                    <a:pt x="12382" y="20326"/>
                  </a:cubicBezTo>
                  <a:cubicBezTo>
                    <a:pt x="14111" y="19775"/>
                    <a:pt x="15565" y="18697"/>
                    <a:pt x="16692" y="17144"/>
                  </a:cubicBezTo>
                  <a:cubicBezTo>
                    <a:pt x="17269" y="16392"/>
                    <a:pt x="17745" y="15489"/>
                    <a:pt x="18146" y="14487"/>
                  </a:cubicBezTo>
                  <a:cubicBezTo>
                    <a:pt x="18196" y="14362"/>
                    <a:pt x="18246" y="14236"/>
                    <a:pt x="18271" y="14111"/>
                  </a:cubicBezTo>
                  <a:cubicBezTo>
                    <a:pt x="18547" y="13384"/>
                    <a:pt x="18773" y="12607"/>
                    <a:pt x="18923" y="11755"/>
                  </a:cubicBezTo>
                  <a:cubicBezTo>
                    <a:pt x="18923" y="11655"/>
                    <a:pt x="18923" y="11580"/>
                    <a:pt x="18923" y="11504"/>
                  </a:cubicBezTo>
                  <a:cubicBezTo>
                    <a:pt x="18873" y="10928"/>
                    <a:pt x="18798" y="10552"/>
                    <a:pt x="18672" y="10051"/>
                  </a:cubicBezTo>
                  <a:cubicBezTo>
                    <a:pt x="18622" y="9800"/>
                    <a:pt x="18547" y="9524"/>
                    <a:pt x="18472" y="9199"/>
                  </a:cubicBezTo>
                  <a:cubicBezTo>
                    <a:pt x="18246" y="8071"/>
                    <a:pt x="17946" y="6517"/>
                    <a:pt x="18322" y="5464"/>
                  </a:cubicBezTo>
                  <a:cubicBezTo>
                    <a:pt x="18447" y="5063"/>
                    <a:pt x="18622" y="4838"/>
                    <a:pt x="18823" y="4762"/>
                  </a:cubicBezTo>
                  <a:lnTo>
                    <a:pt x="18873" y="4762"/>
                  </a:lnTo>
                  <a:cubicBezTo>
                    <a:pt x="18911" y="4750"/>
                    <a:pt x="18948" y="4744"/>
                    <a:pt x="18986" y="4744"/>
                  </a:cubicBezTo>
                  <a:cubicBezTo>
                    <a:pt x="19023" y="4744"/>
                    <a:pt x="19061" y="4750"/>
                    <a:pt x="19099" y="4762"/>
                  </a:cubicBezTo>
                  <a:lnTo>
                    <a:pt x="19249" y="4813"/>
                  </a:lnTo>
                  <a:lnTo>
                    <a:pt x="19249" y="4662"/>
                  </a:lnTo>
                  <a:cubicBezTo>
                    <a:pt x="19149" y="3885"/>
                    <a:pt x="19048" y="3158"/>
                    <a:pt x="18898" y="2507"/>
                  </a:cubicBezTo>
                  <a:cubicBezTo>
                    <a:pt x="18873" y="2382"/>
                    <a:pt x="18773" y="2306"/>
                    <a:pt x="18647" y="2306"/>
                  </a:cubicBezTo>
                  <a:cubicBezTo>
                    <a:pt x="16116" y="2106"/>
                    <a:pt x="15264" y="251"/>
                    <a:pt x="15214" y="176"/>
                  </a:cubicBezTo>
                  <a:cubicBezTo>
                    <a:pt x="15189" y="76"/>
                    <a:pt x="15088" y="1"/>
                    <a:pt x="149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7" name="Google Shape;4887;p54"/>
            <p:cNvSpPr/>
            <p:nvPr/>
          </p:nvSpPr>
          <p:spPr>
            <a:xfrm>
              <a:off x="5020259" y="2820605"/>
              <a:ext cx="1224324" cy="951718"/>
            </a:xfrm>
            <a:custGeom>
              <a:rect b="b" l="l" r="r" t="t"/>
              <a:pathLst>
                <a:path extrusionOk="0" h="30101" w="38723">
                  <a:moveTo>
                    <a:pt x="22799" y="0"/>
                  </a:moveTo>
                  <a:cubicBezTo>
                    <a:pt x="19622" y="0"/>
                    <a:pt x="17183" y="1861"/>
                    <a:pt x="16643" y="2331"/>
                  </a:cubicBezTo>
                  <a:cubicBezTo>
                    <a:pt x="15257" y="1166"/>
                    <a:pt x="13888" y="565"/>
                    <a:pt x="12548" y="565"/>
                  </a:cubicBezTo>
                  <a:cubicBezTo>
                    <a:pt x="12215" y="565"/>
                    <a:pt x="11884" y="602"/>
                    <a:pt x="11555" y="677"/>
                  </a:cubicBezTo>
                  <a:cubicBezTo>
                    <a:pt x="8497" y="1378"/>
                    <a:pt x="6718" y="5013"/>
                    <a:pt x="6492" y="5539"/>
                  </a:cubicBezTo>
                  <a:cubicBezTo>
                    <a:pt x="1" y="9048"/>
                    <a:pt x="2081" y="14787"/>
                    <a:pt x="2382" y="15539"/>
                  </a:cubicBezTo>
                  <a:cubicBezTo>
                    <a:pt x="978" y="18070"/>
                    <a:pt x="602" y="20301"/>
                    <a:pt x="1279" y="22105"/>
                  </a:cubicBezTo>
                  <a:cubicBezTo>
                    <a:pt x="1981" y="24035"/>
                    <a:pt x="3610" y="24887"/>
                    <a:pt x="4061" y="25088"/>
                  </a:cubicBezTo>
                  <a:cubicBezTo>
                    <a:pt x="3861" y="27168"/>
                    <a:pt x="4337" y="28722"/>
                    <a:pt x="5490" y="29699"/>
                  </a:cubicBezTo>
                  <a:cubicBezTo>
                    <a:pt x="5690" y="29850"/>
                    <a:pt x="5866" y="29975"/>
                    <a:pt x="6066" y="30100"/>
                  </a:cubicBezTo>
                  <a:cubicBezTo>
                    <a:pt x="6116" y="30000"/>
                    <a:pt x="6166" y="29875"/>
                    <a:pt x="6191" y="29775"/>
                  </a:cubicBezTo>
                  <a:cubicBezTo>
                    <a:pt x="6993" y="27569"/>
                    <a:pt x="7871" y="25514"/>
                    <a:pt x="7971" y="25238"/>
                  </a:cubicBezTo>
                  <a:cubicBezTo>
                    <a:pt x="7996" y="25188"/>
                    <a:pt x="7971" y="25138"/>
                    <a:pt x="7971" y="25088"/>
                  </a:cubicBezTo>
                  <a:cubicBezTo>
                    <a:pt x="7795" y="24837"/>
                    <a:pt x="7695" y="24562"/>
                    <a:pt x="7620" y="24261"/>
                  </a:cubicBezTo>
                  <a:cubicBezTo>
                    <a:pt x="7495" y="24085"/>
                    <a:pt x="7394" y="23910"/>
                    <a:pt x="7269" y="23734"/>
                  </a:cubicBezTo>
                  <a:cubicBezTo>
                    <a:pt x="6843" y="23083"/>
                    <a:pt x="6467" y="22456"/>
                    <a:pt x="6467" y="21980"/>
                  </a:cubicBezTo>
                  <a:cubicBezTo>
                    <a:pt x="6492" y="21579"/>
                    <a:pt x="6668" y="21303"/>
                    <a:pt x="6968" y="21228"/>
                  </a:cubicBezTo>
                  <a:cubicBezTo>
                    <a:pt x="7028" y="21212"/>
                    <a:pt x="7092" y="21204"/>
                    <a:pt x="7158" y="21204"/>
                  </a:cubicBezTo>
                  <a:cubicBezTo>
                    <a:pt x="7394" y="21204"/>
                    <a:pt x="7660" y="21308"/>
                    <a:pt x="7896" y="21504"/>
                  </a:cubicBezTo>
                  <a:cubicBezTo>
                    <a:pt x="7846" y="20852"/>
                    <a:pt x="7795" y="19750"/>
                    <a:pt x="7971" y="19248"/>
                  </a:cubicBezTo>
                  <a:cubicBezTo>
                    <a:pt x="8121" y="18797"/>
                    <a:pt x="8447" y="18496"/>
                    <a:pt x="8798" y="18496"/>
                  </a:cubicBezTo>
                  <a:lnTo>
                    <a:pt x="8823" y="18496"/>
                  </a:lnTo>
                  <a:cubicBezTo>
                    <a:pt x="8898" y="18496"/>
                    <a:pt x="8948" y="18521"/>
                    <a:pt x="9023" y="18546"/>
                  </a:cubicBezTo>
                  <a:cubicBezTo>
                    <a:pt x="9074" y="18572"/>
                    <a:pt x="9124" y="18597"/>
                    <a:pt x="9174" y="18647"/>
                  </a:cubicBezTo>
                  <a:cubicBezTo>
                    <a:pt x="9299" y="18396"/>
                    <a:pt x="9550" y="18120"/>
                    <a:pt x="9901" y="18045"/>
                  </a:cubicBezTo>
                  <a:cubicBezTo>
                    <a:pt x="9952" y="18032"/>
                    <a:pt x="10006" y="18026"/>
                    <a:pt x="10060" y="18026"/>
                  </a:cubicBezTo>
                  <a:cubicBezTo>
                    <a:pt x="10216" y="18026"/>
                    <a:pt x="10379" y="18078"/>
                    <a:pt x="10527" y="18171"/>
                  </a:cubicBezTo>
                  <a:cubicBezTo>
                    <a:pt x="10602" y="18221"/>
                    <a:pt x="10653" y="18271"/>
                    <a:pt x="10728" y="18321"/>
                  </a:cubicBezTo>
                  <a:cubicBezTo>
                    <a:pt x="10728" y="18321"/>
                    <a:pt x="10753" y="18346"/>
                    <a:pt x="10778" y="18371"/>
                  </a:cubicBezTo>
                  <a:cubicBezTo>
                    <a:pt x="10841" y="18346"/>
                    <a:pt x="10928" y="18327"/>
                    <a:pt x="11028" y="18327"/>
                  </a:cubicBezTo>
                  <a:cubicBezTo>
                    <a:pt x="11129" y="18327"/>
                    <a:pt x="11242" y="18346"/>
                    <a:pt x="11354" y="18396"/>
                  </a:cubicBezTo>
                  <a:cubicBezTo>
                    <a:pt x="11555" y="18471"/>
                    <a:pt x="11730" y="18647"/>
                    <a:pt x="11856" y="18872"/>
                  </a:cubicBezTo>
                  <a:cubicBezTo>
                    <a:pt x="11893" y="18860"/>
                    <a:pt x="11937" y="18854"/>
                    <a:pt x="11987" y="18854"/>
                  </a:cubicBezTo>
                  <a:cubicBezTo>
                    <a:pt x="12037" y="18854"/>
                    <a:pt x="12094" y="18860"/>
                    <a:pt x="12156" y="18872"/>
                  </a:cubicBezTo>
                  <a:cubicBezTo>
                    <a:pt x="12407" y="18948"/>
                    <a:pt x="12607" y="19223"/>
                    <a:pt x="12733" y="19674"/>
                  </a:cubicBezTo>
                  <a:cubicBezTo>
                    <a:pt x="13435" y="19223"/>
                    <a:pt x="14237" y="18396"/>
                    <a:pt x="14963" y="16792"/>
                  </a:cubicBezTo>
                  <a:cubicBezTo>
                    <a:pt x="14982" y="16716"/>
                    <a:pt x="15046" y="16683"/>
                    <a:pt x="15119" y="16683"/>
                  </a:cubicBezTo>
                  <a:cubicBezTo>
                    <a:pt x="15142" y="16683"/>
                    <a:pt x="15165" y="16686"/>
                    <a:pt x="15189" y="16692"/>
                  </a:cubicBezTo>
                  <a:cubicBezTo>
                    <a:pt x="15189" y="16692"/>
                    <a:pt x="15776" y="16904"/>
                    <a:pt x="16575" y="16904"/>
                  </a:cubicBezTo>
                  <a:cubicBezTo>
                    <a:pt x="17065" y="16904"/>
                    <a:pt x="17634" y="16824"/>
                    <a:pt x="18196" y="16567"/>
                  </a:cubicBezTo>
                  <a:cubicBezTo>
                    <a:pt x="19199" y="16090"/>
                    <a:pt x="19976" y="15138"/>
                    <a:pt x="20452" y="13785"/>
                  </a:cubicBezTo>
                  <a:cubicBezTo>
                    <a:pt x="20477" y="13734"/>
                    <a:pt x="20527" y="13684"/>
                    <a:pt x="20552" y="13659"/>
                  </a:cubicBezTo>
                  <a:cubicBezTo>
                    <a:pt x="20602" y="13659"/>
                    <a:pt x="20678" y="13659"/>
                    <a:pt x="20703" y="13684"/>
                  </a:cubicBezTo>
                  <a:cubicBezTo>
                    <a:pt x="20788" y="13727"/>
                    <a:pt x="21964" y="14356"/>
                    <a:pt x="23322" y="14356"/>
                  </a:cubicBezTo>
                  <a:cubicBezTo>
                    <a:pt x="24347" y="14356"/>
                    <a:pt x="25476" y="13997"/>
                    <a:pt x="26317" y="12757"/>
                  </a:cubicBezTo>
                  <a:cubicBezTo>
                    <a:pt x="26367" y="12707"/>
                    <a:pt x="26417" y="12682"/>
                    <a:pt x="26492" y="12682"/>
                  </a:cubicBezTo>
                  <a:cubicBezTo>
                    <a:pt x="26542" y="12682"/>
                    <a:pt x="26618" y="12732"/>
                    <a:pt x="26643" y="12782"/>
                  </a:cubicBezTo>
                  <a:cubicBezTo>
                    <a:pt x="26668" y="12882"/>
                    <a:pt x="27545" y="14787"/>
                    <a:pt x="30126" y="14988"/>
                  </a:cubicBezTo>
                  <a:cubicBezTo>
                    <a:pt x="30227" y="14988"/>
                    <a:pt x="30277" y="15038"/>
                    <a:pt x="30302" y="15113"/>
                  </a:cubicBezTo>
                  <a:cubicBezTo>
                    <a:pt x="30427" y="15739"/>
                    <a:pt x="30552" y="16466"/>
                    <a:pt x="30653" y="17243"/>
                  </a:cubicBezTo>
                  <a:cubicBezTo>
                    <a:pt x="30803" y="17018"/>
                    <a:pt x="30978" y="16867"/>
                    <a:pt x="31179" y="16792"/>
                  </a:cubicBezTo>
                  <a:cubicBezTo>
                    <a:pt x="31267" y="16763"/>
                    <a:pt x="31356" y="16752"/>
                    <a:pt x="31438" y="16752"/>
                  </a:cubicBezTo>
                  <a:cubicBezTo>
                    <a:pt x="31566" y="16752"/>
                    <a:pt x="31679" y="16777"/>
                    <a:pt x="31755" y="16792"/>
                  </a:cubicBezTo>
                  <a:cubicBezTo>
                    <a:pt x="32010" y="16596"/>
                    <a:pt x="32250" y="16492"/>
                    <a:pt x="32474" y="16492"/>
                  </a:cubicBezTo>
                  <a:cubicBezTo>
                    <a:pt x="32536" y="16492"/>
                    <a:pt x="32598" y="16500"/>
                    <a:pt x="32658" y="16516"/>
                  </a:cubicBezTo>
                  <a:cubicBezTo>
                    <a:pt x="32983" y="16617"/>
                    <a:pt x="33209" y="16917"/>
                    <a:pt x="33334" y="17168"/>
                  </a:cubicBezTo>
                  <a:cubicBezTo>
                    <a:pt x="33410" y="17093"/>
                    <a:pt x="33510" y="17068"/>
                    <a:pt x="33585" y="17043"/>
                  </a:cubicBezTo>
                  <a:cubicBezTo>
                    <a:pt x="33635" y="17043"/>
                    <a:pt x="33660" y="17018"/>
                    <a:pt x="33710" y="17018"/>
                  </a:cubicBezTo>
                  <a:cubicBezTo>
                    <a:pt x="33760" y="17018"/>
                    <a:pt x="33785" y="17043"/>
                    <a:pt x="33836" y="17043"/>
                  </a:cubicBezTo>
                  <a:cubicBezTo>
                    <a:pt x="34011" y="17093"/>
                    <a:pt x="34161" y="17218"/>
                    <a:pt x="34287" y="17369"/>
                  </a:cubicBezTo>
                  <a:cubicBezTo>
                    <a:pt x="34362" y="17494"/>
                    <a:pt x="34437" y="17619"/>
                    <a:pt x="34487" y="17770"/>
                  </a:cubicBezTo>
                  <a:cubicBezTo>
                    <a:pt x="34487" y="17795"/>
                    <a:pt x="34487" y="17795"/>
                    <a:pt x="34487" y="17820"/>
                  </a:cubicBezTo>
                  <a:cubicBezTo>
                    <a:pt x="34638" y="18346"/>
                    <a:pt x="34512" y="19424"/>
                    <a:pt x="34412" y="20075"/>
                  </a:cubicBezTo>
                  <a:cubicBezTo>
                    <a:pt x="34663" y="19925"/>
                    <a:pt x="34913" y="19825"/>
                    <a:pt x="35139" y="19825"/>
                  </a:cubicBezTo>
                  <a:cubicBezTo>
                    <a:pt x="35239" y="19825"/>
                    <a:pt x="35314" y="19825"/>
                    <a:pt x="35390" y="19850"/>
                  </a:cubicBezTo>
                  <a:cubicBezTo>
                    <a:pt x="35415" y="19875"/>
                    <a:pt x="35465" y="19900"/>
                    <a:pt x="35515" y="19925"/>
                  </a:cubicBezTo>
                  <a:cubicBezTo>
                    <a:pt x="36893" y="17845"/>
                    <a:pt x="35715" y="15890"/>
                    <a:pt x="35415" y="15439"/>
                  </a:cubicBezTo>
                  <a:cubicBezTo>
                    <a:pt x="38723" y="9474"/>
                    <a:pt x="34663" y="6316"/>
                    <a:pt x="34161" y="5940"/>
                  </a:cubicBezTo>
                  <a:cubicBezTo>
                    <a:pt x="33735" y="4887"/>
                    <a:pt x="33134" y="4211"/>
                    <a:pt x="32332" y="3910"/>
                  </a:cubicBezTo>
                  <a:cubicBezTo>
                    <a:pt x="32016" y="3790"/>
                    <a:pt x="31703" y="3746"/>
                    <a:pt x="31415" y="3746"/>
                  </a:cubicBezTo>
                  <a:cubicBezTo>
                    <a:pt x="30857" y="3746"/>
                    <a:pt x="30391" y="3911"/>
                    <a:pt x="30176" y="4010"/>
                  </a:cubicBezTo>
                  <a:cubicBezTo>
                    <a:pt x="28171" y="1554"/>
                    <a:pt x="25891" y="201"/>
                    <a:pt x="23435" y="25"/>
                  </a:cubicBezTo>
                  <a:cubicBezTo>
                    <a:pt x="23220" y="8"/>
                    <a:pt x="23008" y="0"/>
                    <a:pt x="2279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8" name="Google Shape;4888;p54"/>
            <p:cNvSpPr/>
            <p:nvPr/>
          </p:nvSpPr>
          <p:spPr>
            <a:xfrm>
              <a:off x="5019468" y="2817380"/>
              <a:ext cx="1227518" cy="959686"/>
            </a:xfrm>
            <a:custGeom>
              <a:rect b="b" l="l" r="r" t="t"/>
              <a:pathLst>
                <a:path extrusionOk="0" h="30353" w="38824">
                  <a:moveTo>
                    <a:pt x="22816" y="203"/>
                  </a:moveTo>
                  <a:cubicBezTo>
                    <a:pt x="23019" y="203"/>
                    <a:pt x="23226" y="211"/>
                    <a:pt x="23434" y="227"/>
                  </a:cubicBezTo>
                  <a:cubicBezTo>
                    <a:pt x="25891" y="403"/>
                    <a:pt x="28121" y="1731"/>
                    <a:pt x="30126" y="4162"/>
                  </a:cubicBezTo>
                  <a:lnTo>
                    <a:pt x="30176" y="4237"/>
                  </a:lnTo>
                  <a:lnTo>
                    <a:pt x="30252" y="4187"/>
                  </a:lnTo>
                  <a:cubicBezTo>
                    <a:pt x="30465" y="4105"/>
                    <a:pt x="30905" y="3948"/>
                    <a:pt x="31436" y="3948"/>
                  </a:cubicBezTo>
                  <a:cubicBezTo>
                    <a:pt x="31716" y="3948"/>
                    <a:pt x="32021" y="3991"/>
                    <a:pt x="32332" y="4112"/>
                  </a:cubicBezTo>
                  <a:cubicBezTo>
                    <a:pt x="33084" y="4388"/>
                    <a:pt x="33685" y="5064"/>
                    <a:pt x="34086" y="6092"/>
                  </a:cubicBezTo>
                  <a:lnTo>
                    <a:pt x="34086" y="6117"/>
                  </a:lnTo>
                  <a:lnTo>
                    <a:pt x="34111" y="6142"/>
                  </a:lnTo>
                  <a:cubicBezTo>
                    <a:pt x="34587" y="6468"/>
                    <a:pt x="38623" y="9601"/>
                    <a:pt x="35339" y="15491"/>
                  </a:cubicBezTo>
                  <a:lnTo>
                    <a:pt x="35314" y="15541"/>
                  </a:lnTo>
                  <a:lnTo>
                    <a:pt x="35339" y="15591"/>
                  </a:lnTo>
                  <a:cubicBezTo>
                    <a:pt x="35690" y="16117"/>
                    <a:pt x="36743" y="17922"/>
                    <a:pt x="35490" y="19877"/>
                  </a:cubicBezTo>
                  <a:cubicBezTo>
                    <a:pt x="35465" y="19877"/>
                    <a:pt x="35465" y="19877"/>
                    <a:pt x="35440" y="19852"/>
                  </a:cubicBezTo>
                  <a:cubicBezTo>
                    <a:pt x="35370" y="19828"/>
                    <a:pt x="35290" y="19817"/>
                    <a:pt x="35205" y="19817"/>
                  </a:cubicBezTo>
                  <a:cubicBezTo>
                    <a:pt x="35015" y="19817"/>
                    <a:pt x="34795" y="19873"/>
                    <a:pt x="34587" y="19977"/>
                  </a:cubicBezTo>
                  <a:cubicBezTo>
                    <a:pt x="34663" y="19250"/>
                    <a:pt x="34738" y="18373"/>
                    <a:pt x="34613" y="17897"/>
                  </a:cubicBezTo>
                  <a:cubicBezTo>
                    <a:pt x="34613" y="17897"/>
                    <a:pt x="34613" y="17872"/>
                    <a:pt x="34613" y="17846"/>
                  </a:cubicBezTo>
                  <a:cubicBezTo>
                    <a:pt x="34562" y="17671"/>
                    <a:pt x="34487" y="17546"/>
                    <a:pt x="34412" y="17420"/>
                  </a:cubicBezTo>
                  <a:cubicBezTo>
                    <a:pt x="34262" y="17220"/>
                    <a:pt x="34086" y="17095"/>
                    <a:pt x="33886" y="17044"/>
                  </a:cubicBezTo>
                  <a:cubicBezTo>
                    <a:pt x="33836" y="17044"/>
                    <a:pt x="33785" y="17019"/>
                    <a:pt x="33735" y="17019"/>
                  </a:cubicBezTo>
                  <a:cubicBezTo>
                    <a:pt x="33685" y="17019"/>
                    <a:pt x="33635" y="17019"/>
                    <a:pt x="33610" y="17044"/>
                  </a:cubicBezTo>
                  <a:cubicBezTo>
                    <a:pt x="33535" y="17044"/>
                    <a:pt x="33460" y="17070"/>
                    <a:pt x="33409" y="17120"/>
                  </a:cubicBezTo>
                  <a:cubicBezTo>
                    <a:pt x="33259" y="16869"/>
                    <a:pt x="33034" y="16618"/>
                    <a:pt x="32708" y="16518"/>
                  </a:cubicBezTo>
                  <a:cubicBezTo>
                    <a:pt x="32635" y="16500"/>
                    <a:pt x="32562" y="16491"/>
                    <a:pt x="32487" y="16491"/>
                  </a:cubicBezTo>
                  <a:cubicBezTo>
                    <a:pt x="32250" y="16491"/>
                    <a:pt x="32003" y="16584"/>
                    <a:pt x="31755" y="16794"/>
                  </a:cubicBezTo>
                  <a:cubicBezTo>
                    <a:pt x="31673" y="16766"/>
                    <a:pt x="31575" y="16746"/>
                    <a:pt x="31467" y="16746"/>
                  </a:cubicBezTo>
                  <a:cubicBezTo>
                    <a:pt x="31377" y="16746"/>
                    <a:pt x="31281" y="16760"/>
                    <a:pt x="31179" y="16794"/>
                  </a:cubicBezTo>
                  <a:cubicBezTo>
                    <a:pt x="31003" y="16869"/>
                    <a:pt x="30878" y="16944"/>
                    <a:pt x="30753" y="17095"/>
                  </a:cubicBezTo>
                  <a:cubicBezTo>
                    <a:pt x="30653" y="16418"/>
                    <a:pt x="30552" y="15766"/>
                    <a:pt x="30427" y="15190"/>
                  </a:cubicBezTo>
                  <a:cubicBezTo>
                    <a:pt x="30402" y="15065"/>
                    <a:pt x="30302" y="14989"/>
                    <a:pt x="30176" y="14989"/>
                  </a:cubicBezTo>
                  <a:cubicBezTo>
                    <a:pt x="27645" y="14789"/>
                    <a:pt x="26793" y="12934"/>
                    <a:pt x="26743" y="12859"/>
                  </a:cubicBezTo>
                  <a:cubicBezTo>
                    <a:pt x="26718" y="12759"/>
                    <a:pt x="26617" y="12684"/>
                    <a:pt x="26517" y="12684"/>
                  </a:cubicBezTo>
                  <a:cubicBezTo>
                    <a:pt x="26417" y="12684"/>
                    <a:pt x="26317" y="12734"/>
                    <a:pt x="26267" y="12809"/>
                  </a:cubicBezTo>
                  <a:cubicBezTo>
                    <a:pt x="25453" y="14008"/>
                    <a:pt x="24361" y="14356"/>
                    <a:pt x="23364" y="14356"/>
                  </a:cubicBezTo>
                  <a:cubicBezTo>
                    <a:pt x="22028" y="14356"/>
                    <a:pt x="20864" y="13729"/>
                    <a:pt x="20778" y="13686"/>
                  </a:cubicBezTo>
                  <a:cubicBezTo>
                    <a:pt x="20725" y="13668"/>
                    <a:pt x="20672" y="13651"/>
                    <a:pt x="20618" y="13651"/>
                  </a:cubicBezTo>
                  <a:cubicBezTo>
                    <a:pt x="20596" y="13651"/>
                    <a:pt x="20574" y="13654"/>
                    <a:pt x="20552" y="13661"/>
                  </a:cubicBezTo>
                  <a:cubicBezTo>
                    <a:pt x="20477" y="13711"/>
                    <a:pt x="20402" y="13761"/>
                    <a:pt x="20377" y="13836"/>
                  </a:cubicBezTo>
                  <a:cubicBezTo>
                    <a:pt x="19901" y="15190"/>
                    <a:pt x="19174" y="16117"/>
                    <a:pt x="18171" y="16568"/>
                  </a:cubicBezTo>
                  <a:cubicBezTo>
                    <a:pt x="17624" y="16823"/>
                    <a:pt x="17068" y="16901"/>
                    <a:pt x="16590" y="16901"/>
                  </a:cubicBezTo>
                  <a:cubicBezTo>
                    <a:pt x="15843" y="16901"/>
                    <a:pt x="15285" y="16709"/>
                    <a:pt x="15239" y="16694"/>
                  </a:cubicBezTo>
                  <a:cubicBezTo>
                    <a:pt x="15212" y="16683"/>
                    <a:pt x="15183" y="16678"/>
                    <a:pt x="15153" y="16678"/>
                  </a:cubicBezTo>
                  <a:cubicBezTo>
                    <a:pt x="15044" y="16678"/>
                    <a:pt x="14928" y="16745"/>
                    <a:pt x="14888" y="16844"/>
                  </a:cubicBezTo>
                  <a:cubicBezTo>
                    <a:pt x="14312" y="18147"/>
                    <a:pt x="13610" y="19075"/>
                    <a:pt x="12808" y="19626"/>
                  </a:cubicBezTo>
                  <a:cubicBezTo>
                    <a:pt x="12683" y="19200"/>
                    <a:pt x="12482" y="18949"/>
                    <a:pt x="12206" y="18874"/>
                  </a:cubicBezTo>
                  <a:cubicBezTo>
                    <a:pt x="12131" y="18849"/>
                    <a:pt x="12031" y="18849"/>
                    <a:pt x="11931" y="18849"/>
                  </a:cubicBezTo>
                  <a:cubicBezTo>
                    <a:pt x="11780" y="18648"/>
                    <a:pt x="11630" y="18498"/>
                    <a:pt x="11404" y="18398"/>
                  </a:cubicBezTo>
                  <a:cubicBezTo>
                    <a:pt x="11261" y="18350"/>
                    <a:pt x="11128" y="18333"/>
                    <a:pt x="11012" y="18333"/>
                  </a:cubicBezTo>
                  <a:cubicBezTo>
                    <a:pt x="10945" y="18333"/>
                    <a:pt x="10883" y="18339"/>
                    <a:pt x="10828" y="18348"/>
                  </a:cubicBezTo>
                  <a:lnTo>
                    <a:pt x="10803" y="18348"/>
                  </a:lnTo>
                  <a:cubicBezTo>
                    <a:pt x="10753" y="18273"/>
                    <a:pt x="10678" y="18222"/>
                    <a:pt x="10627" y="18197"/>
                  </a:cubicBezTo>
                  <a:cubicBezTo>
                    <a:pt x="10439" y="18085"/>
                    <a:pt x="10251" y="18028"/>
                    <a:pt x="10074" y="18028"/>
                  </a:cubicBezTo>
                  <a:cubicBezTo>
                    <a:pt x="10015" y="18028"/>
                    <a:pt x="9957" y="18034"/>
                    <a:pt x="9901" y="18047"/>
                  </a:cubicBezTo>
                  <a:cubicBezTo>
                    <a:pt x="9575" y="18122"/>
                    <a:pt x="9324" y="18373"/>
                    <a:pt x="9174" y="18598"/>
                  </a:cubicBezTo>
                  <a:cubicBezTo>
                    <a:pt x="9149" y="18573"/>
                    <a:pt x="9124" y="18573"/>
                    <a:pt x="9099" y="18548"/>
                  </a:cubicBezTo>
                  <a:cubicBezTo>
                    <a:pt x="9023" y="18523"/>
                    <a:pt x="8948" y="18498"/>
                    <a:pt x="8848" y="18498"/>
                  </a:cubicBezTo>
                  <a:lnTo>
                    <a:pt x="8823" y="18498"/>
                  </a:lnTo>
                  <a:cubicBezTo>
                    <a:pt x="8422" y="18498"/>
                    <a:pt x="8046" y="18824"/>
                    <a:pt x="7896" y="19325"/>
                  </a:cubicBezTo>
                  <a:cubicBezTo>
                    <a:pt x="7745" y="19776"/>
                    <a:pt x="7770" y="20654"/>
                    <a:pt x="7795" y="21405"/>
                  </a:cubicBezTo>
                  <a:cubicBezTo>
                    <a:pt x="7600" y="21263"/>
                    <a:pt x="7392" y="21197"/>
                    <a:pt x="7189" y="21197"/>
                  </a:cubicBezTo>
                  <a:cubicBezTo>
                    <a:pt x="7106" y="21197"/>
                    <a:pt x="7024" y="21208"/>
                    <a:pt x="6943" y="21230"/>
                  </a:cubicBezTo>
                  <a:cubicBezTo>
                    <a:pt x="6617" y="21330"/>
                    <a:pt x="6417" y="21631"/>
                    <a:pt x="6392" y="22082"/>
                  </a:cubicBezTo>
                  <a:cubicBezTo>
                    <a:pt x="6392" y="22608"/>
                    <a:pt x="6793" y="23235"/>
                    <a:pt x="7219" y="23887"/>
                  </a:cubicBezTo>
                  <a:cubicBezTo>
                    <a:pt x="7319" y="24062"/>
                    <a:pt x="7444" y="24237"/>
                    <a:pt x="7545" y="24413"/>
                  </a:cubicBezTo>
                  <a:cubicBezTo>
                    <a:pt x="7620" y="24714"/>
                    <a:pt x="7745" y="24989"/>
                    <a:pt x="7896" y="25215"/>
                  </a:cubicBezTo>
                  <a:cubicBezTo>
                    <a:pt x="7896" y="25265"/>
                    <a:pt x="7896" y="25290"/>
                    <a:pt x="7896" y="25315"/>
                  </a:cubicBezTo>
                  <a:cubicBezTo>
                    <a:pt x="7770" y="25616"/>
                    <a:pt x="6918" y="27671"/>
                    <a:pt x="6116" y="29827"/>
                  </a:cubicBezTo>
                  <a:lnTo>
                    <a:pt x="6041" y="30052"/>
                  </a:lnTo>
                  <a:cubicBezTo>
                    <a:pt x="5891" y="29952"/>
                    <a:pt x="5740" y="29827"/>
                    <a:pt x="5590" y="29726"/>
                  </a:cubicBezTo>
                  <a:cubicBezTo>
                    <a:pt x="4462" y="28749"/>
                    <a:pt x="3986" y="27245"/>
                    <a:pt x="4186" y="25190"/>
                  </a:cubicBezTo>
                  <a:lnTo>
                    <a:pt x="4211" y="25115"/>
                  </a:lnTo>
                  <a:lnTo>
                    <a:pt x="4136" y="25090"/>
                  </a:lnTo>
                  <a:cubicBezTo>
                    <a:pt x="3660" y="24889"/>
                    <a:pt x="2081" y="24037"/>
                    <a:pt x="1404" y="22182"/>
                  </a:cubicBezTo>
                  <a:cubicBezTo>
                    <a:pt x="753" y="20378"/>
                    <a:pt x="1129" y="18197"/>
                    <a:pt x="2507" y="15691"/>
                  </a:cubicBezTo>
                  <a:lnTo>
                    <a:pt x="2532" y="15641"/>
                  </a:lnTo>
                  <a:lnTo>
                    <a:pt x="2507" y="15616"/>
                  </a:lnTo>
                  <a:cubicBezTo>
                    <a:pt x="2256" y="14964"/>
                    <a:pt x="126" y="9225"/>
                    <a:pt x="6567" y="5716"/>
                  </a:cubicBezTo>
                  <a:lnTo>
                    <a:pt x="6592" y="5716"/>
                  </a:lnTo>
                  <a:lnTo>
                    <a:pt x="6617" y="5691"/>
                  </a:lnTo>
                  <a:cubicBezTo>
                    <a:pt x="6793" y="5265"/>
                    <a:pt x="8572" y="1581"/>
                    <a:pt x="11605" y="879"/>
                  </a:cubicBezTo>
                  <a:cubicBezTo>
                    <a:pt x="11931" y="804"/>
                    <a:pt x="12256" y="779"/>
                    <a:pt x="12582" y="779"/>
                  </a:cubicBezTo>
                  <a:cubicBezTo>
                    <a:pt x="13886" y="779"/>
                    <a:pt x="15239" y="1355"/>
                    <a:pt x="16592" y="2508"/>
                  </a:cubicBezTo>
                  <a:lnTo>
                    <a:pt x="16668" y="2558"/>
                  </a:lnTo>
                  <a:lnTo>
                    <a:pt x="16718" y="2508"/>
                  </a:lnTo>
                  <a:cubicBezTo>
                    <a:pt x="17212" y="2108"/>
                    <a:pt x="19654" y="203"/>
                    <a:pt x="22816" y="203"/>
                  </a:cubicBezTo>
                  <a:close/>
                  <a:moveTo>
                    <a:pt x="22812" y="1"/>
                  </a:moveTo>
                  <a:cubicBezTo>
                    <a:pt x="19689" y="1"/>
                    <a:pt x="17278" y="1791"/>
                    <a:pt x="16668" y="2308"/>
                  </a:cubicBezTo>
                  <a:cubicBezTo>
                    <a:pt x="15290" y="1149"/>
                    <a:pt x="13912" y="564"/>
                    <a:pt x="12572" y="564"/>
                  </a:cubicBezTo>
                  <a:cubicBezTo>
                    <a:pt x="12230" y="564"/>
                    <a:pt x="11891" y="602"/>
                    <a:pt x="11555" y="678"/>
                  </a:cubicBezTo>
                  <a:cubicBezTo>
                    <a:pt x="8497" y="1380"/>
                    <a:pt x="6693" y="5014"/>
                    <a:pt x="6442" y="5566"/>
                  </a:cubicBezTo>
                  <a:cubicBezTo>
                    <a:pt x="1" y="9075"/>
                    <a:pt x="1956" y="14789"/>
                    <a:pt x="2307" y="15641"/>
                  </a:cubicBezTo>
                  <a:cubicBezTo>
                    <a:pt x="903" y="18197"/>
                    <a:pt x="527" y="20403"/>
                    <a:pt x="1204" y="22258"/>
                  </a:cubicBezTo>
                  <a:cubicBezTo>
                    <a:pt x="1880" y="24112"/>
                    <a:pt x="3434" y="24989"/>
                    <a:pt x="3986" y="25240"/>
                  </a:cubicBezTo>
                  <a:cubicBezTo>
                    <a:pt x="3785" y="27320"/>
                    <a:pt x="4261" y="28874"/>
                    <a:pt x="5464" y="29877"/>
                  </a:cubicBezTo>
                  <a:cubicBezTo>
                    <a:pt x="5640" y="30027"/>
                    <a:pt x="5815" y="30152"/>
                    <a:pt x="6041" y="30303"/>
                  </a:cubicBezTo>
                  <a:lnTo>
                    <a:pt x="6166" y="30353"/>
                  </a:lnTo>
                  <a:lnTo>
                    <a:pt x="6317" y="29902"/>
                  </a:lnTo>
                  <a:cubicBezTo>
                    <a:pt x="7119" y="27696"/>
                    <a:pt x="7996" y="25616"/>
                    <a:pt x="8096" y="25365"/>
                  </a:cubicBezTo>
                  <a:lnTo>
                    <a:pt x="8096" y="25340"/>
                  </a:lnTo>
                  <a:cubicBezTo>
                    <a:pt x="8121" y="25290"/>
                    <a:pt x="8121" y="25240"/>
                    <a:pt x="8096" y="25165"/>
                  </a:cubicBezTo>
                  <a:lnTo>
                    <a:pt x="8071" y="25140"/>
                  </a:lnTo>
                  <a:cubicBezTo>
                    <a:pt x="7921" y="24889"/>
                    <a:pt x="7795" y="24639"/>
                    <a:pt x="7745" y="24338"/>
                  </a:cubicBezTo>
                  <a:lnTo>
                    <a:pt x="7720" y="24313"/>
                  </a:lnTo>
                  <a:cubicBezTo>
                    <a:pt x="7620" y="24137"/>
                    <a:pt x="7495" y="23962"/>
                    <a:pt x="7394" y="23786"/>
                  </a:cubicBezTo>
                  <a:cubicBezTo>
                    <a:pt x="6968" y="23135"/>
                    <a:pt x="6592" y="22533"/>
                    <a:pt x="6617" y="22082"/>
                  </a:cubicBezTo>
                  <a:cubicBezTo>
                    <a:pt x="6617" y="21731"/>
                    <a:pt x="6768" y="21506"/>
                    <a:pt x="7018" y="21430"/>
                  </a:cubicBezTo>
                  <a:cubicBezTo>
                    <a:pt x="7074" y="21414"/>
                    <a:pt x="7132" y="21406"/>
                    <a:pt x="7191" y="21406"/>
                  </a:cubicBezTo>
                  <a:cubicBezTo>
                    <a:pt x="7401" y="21406"/>
                    <a:pt x="7631" y="21505"/>
                    <a:pt x="7845" y="21681"/>
                  </a:cubicBezTo>
                  <a:lnTo>
                    <a:pt x="8046" y="21857"/>
                  </a:lnTo>
                  <a:lnTo>
                    <a:pt x="8021" y="21606"/>
                  </a:lnTo>
                  <a:cubicBezTo>
                    <a:pt x="7971" y="20979"/>
                    <a:pt x="7946" y="19877"/>
                    <a:pt x="8096" y="19375"/>
                  </a:cubicBezTo>
                  <a:cubicBezTo>
                    <a:pt x="8221" y="18974"/>
                    <a:pt x="8522" y="18699"/>
                    <a:pt x="8848" y="18699"/>
                  </a:cubicBezTo>
                  <a:cubicBezTo>
                    <a:pt x="8898" y="18699"/>
                    <a:pt x="8948" y="18724"/>
                    <a:pt x="8998" y="18749"/>
                  </a:cubicBezTo>
                  <a:cubicBezTo>
                    <a:pt x="9048" y="18749"/>
                    <a:pt x="9074" y="18799"/>
                    <a:pt x="9124" y="18824"/>
                  </a:cubicBezTo>
                  <a:lnTo>
                    <a:pt x="9199" y="18924"/>
                  </a:lnTo>
                  <a:lnTo>
                    <a:pt x="9274" y="18799"/>
                  </a:lnTo>
                  <a:cubicBezTo>
                    <a:pt x="9424" y="18573"/>
                    <a:pt x="9625" y="18323"/>
                    <a:pt x="9926" y="18247"/>
                  </a:cubicBezTo>
                  <a:cubicBezTo>
                    <a:pt x="9977" y="18235"/>
                    <a:pt x="10029" y="18228"/>
                    <a:pt x="10081" y="18228"/>
                  </a:cubicBezTo>
                  <a:cubicBezTo>
                    <a:pt x="10228" y="18228"/>
                    <a:pt x="10372" y="18280"/>
                    <a:pt x="10502" y="18373"/>
                  </a:cubicBezTo>
                  <a:cubicBezTo>
                    <a:pt x="10577" y="18398"/>
                    <a:pt x="10627" y="18448"/>
                    <a:pt x="10678" y="18498"/>
                  </a:cubicBezTo>
                  <a:lnTo>
                    <a:pt x="10778" y="18573"/>
                  </a:lnTo>
                  <a:lnTo>
                    <a:pt x="10828" y="18573"/>
                  </a:lnTo>
                  <a:cubicBezTo>
                    <a:pt x="10878" y="18561"/>
                    <a:pt x="10953" y="18548"/>
                    <a:pt x="11041" y="18548"/>
                  </a:cubicBezTo>
                  <a:cubicBezTo>
                    <a:pt x="11129" y="18548"/>
                    <a:pt x="11229" y="18561"/>
                    <a:pt x="11329" y="18598"/>
                  </a:cubicBezTo>
                  <a:cubicBezTo>
                    <a:pt x="11505" y="18674"/>
                    <a:pt x="11680" y="18824"/>
                    <a:pt x="11780" y="19024"/>
                  </a:cubicBezTo>
                  <a:lnTo>
                    <a:pt x="11830" y="19100"/>
                  </a:lnTo>
                  <a:lnTo>
                    <a:pt x="11906" y="19075"/>
                  </a:lnTo>
                  <a:cubicBezTo>
                    <a:pt x="11943" y="19062"/>
                    <a:pt x="11987" y="19056"/>
                    <a:pt x="12031" y="19056"/>
                  </a:cubicBezTo>
                  <a:cubicBezTo>
                    <a:pt x="12075" y="19056"/>
                    <a:pt x="12119" y="19062"/>
                    <a:pt x="12156" y="19075"/>
                  </a:cubicBezTo>
                  <a:cubicBezTo>
                    <a:pt x="12382" y="19150"/>
                    <a:pt x="12532" y="19400"/>
                    <a:pt x="12657" y="19826"/>
                  </a:cubicBezTo>
                  <a:lnTo>
                    <a:pt x="12708" y="19927"/>
                  </a:lnTo>
                  <a:lnTo>
                    <a:pt x="12808" y="19877"/>
                  </a:lnTo>
                  <a:cubicBezTo>
                    <a:pt x="13710" y="19300"/>
                    <a:pt x="14462" y="18323"/>
                    <a:pt x="15089" y="16944"/>
                  </a:cubicBezTo>
                  <a:cubicBezTo>
                    <a:pt x="15089" y="16908"/>
                    <a:pt x="15115" y="16884"/>
                    <a:pt x="15140" y="16884"/>
                  </a:cubicBezTo>
                  <a:cubicBezTo>
                    <a:pt x="15149" y="16884"/>
                    <a:pt x="15157" y="16887"/>
                    <a:pt x="15164" y="16894"/>
                  </a:cubicBezTo>
                  <a:cubicBezTo>
                    <a:pt x="15210" y="16909"/>
                    <a:pt x="15801" y="17113"/>
                    <a:pt x="16597" y="17113"/>
                  </a:cubicBezTo>
                  <a:cubicBezTo>
                    <a:pt x="17102" y="17113"/>
                    <a:pt x="17688" y="17031"/>
                    <a:pt x="18272" y="16769"/>
                  </a:cubicBezTo>
                  <a:cubicBezTo>
                    <a:pt x="19299" y="16268"/>
                    <a:pt x="20076" y="15315"/>
                    <a:pt x="20577" y="13912"/>
                  </a:cubicBezTo>
                  <a:cubicBezTo>
                    <a:pt x="20602" y="13887"/>
                    <a:pt x="20602" y="13887"/>
                    <a:pt x="20627" y="13862"/>
                  </a:cubicBezTo>
                  <a:lnTo>
                    <a:pt x="20678" y="13862"/>
                  </a:lnTo>
                  <a:cubicBezTo>
                    <a:pt x="20763" y="13919"/>
                    <a:pt x="21968" y="14572"/>
                    <a:pt x="23365" y="14572"/>
                  </a:cubicBezTo>
                  <a:cubicBezTo>
                    <a:pt x="24414" y="14572"/>
                    <a:pt x="25571" y="14203"/>
                    <a:pt x="26442" y="12934"/>
                  </a:cubicBezTo>
                  <a:cubicBezTo>
                    <a:pt x="26442" y="12909"/>
                    <a:pt x="26492" y="12884"/>
                    <a:pt x="26492" y="12884"/>
                  </a:cubicBezTo>
                  <a:cubicBezTo>
                    <a:pt x="26517" y="12884"/>
                    <a:pt x="26542" y="12909"/>
                    <a:pt x="26567" y="12934"/>
                  </a:cubicBezTo>
                  <a:cubicBezTo>
                    <a:pt x="26592" y="13009"/>
                    <a:pt x="27495" y="14989"/>
                    <a:pt x="30151" y="15190"/>
                  </a:cubicBezTo>
                  <a:cubicBezTo>
                    <a:pt x="30176" y="15190"/>
                    <a:pt x="30201" y="15215"/>
                    <a:pt x="30227" y="15240"/>
                  </a:cubicBezTo>
                  <a:cubicBezTo>
                    <a:pt x="30377" y="15867"/>
                    <a:pt x="30477" y="16593"/>
                    <a:pt x="30552" y="17370"/>
                  </a:cubicBezTo>
                  <a:lnTo>
                    <a:pt x="30577" y="17420"/>
                  </a:lnTo>
                  <a:lnTo>
                    <a:pt x="30728" y="17471"/>
                  </a:lnTo>
                  <a:lnTo>
                    <a:pt x="30753" y="17395"/>
                  </a:lnTo>
                  <a:cubicBezTo>
                    <a:pt x="30903" y="17195"/>
                    <a:pt x="31054" y="17070"/>
                    <a:pt x="31254" y="16994"/>
                  </a:cubicBezTo>
                  <a:cubicBezTo>
                    <a:pt x="31339" y="16973"/>
                    <a:pt x="31419" y="16965"/>
                    <a:pt x="31493" y="16965"/>
                  </a:cubicBezTo>
                  <a:cubicBezTo>
                    <a:pt x="31594" y="16965"/>
                    <a:pt x="31683" y="16980"/>
                    <a:pt x="31755" y="16994"/>
                  </a:cubicBezTo>
                  <a:lnTo>
                    <a:pt x="31805" y="17019"/>
                  </a:lnTo>
                  <a:lnTo>
                    <a:pt x="31856" y="16969"/>
                  </a:lnTo>
                  <a:cubicBezTo>
                    <a:pt x="32077" y="16788"/>
                    <a:pt x="32299" y="16704"/>
                    <a:pt x="32507" y="16704"/>
                  </a:cubicBezTo>
                  <a:cubicBezTo>
                    <a:pt x="32558" y="16704"/>
                    <a:pt x="32608" y="16709"/>
                    <a:pt x="32658" y="16719"/>
                  </a:cubicBezTo>
                  <a:cubicBezTo>
                    <a:pt x="32958" y="16819"/>
                    <a:pt x="33159" y="17095"/>
                    <a:pt x="33284" y="17320"/>
                  </a:cubicBezTo>
                  <a:lnTo>
                    <a:pt x="33334" y="17420"/>
                  </a:lnTo>
                  <a:lnTo>
                    <a:pt x="33435" y="17345"/>
                  </a:lnTo>
                  <a:cubicBezTo>
                    <a:pt x="33485" y="17295"/>
                    <a:pt x="33560" y="17270"/>
                    <a:pt x="33635" y="17245"/>
                  </a:cubicBezTo>
                  <a:cubicBezTo>
                    <a:pt x="33673" y="17232"/>
                    <a:pt x="33704" y="17226"/>
                    <a:pt x="33735" y="17226"/>
                  </a:cubicBezTo>
                  <a:cubicBezTo>
                    <a:pt x="33767" y="17226"/>
                    <a:pt x="33798" y="17232"/>
                    <a:pt x="33836" y="17245"/>
                  </a:cubicBezTo>
                  <a:cubicBezTo>
                    <a:pt x="33986" y="17295"/>
                    <a:pt x="34111" y="17395"/>
                    <a:pt x="34237" y="17546"/>
                  </a:cubicBezTo>
                  <a:cubicBezTo>
                    <a:pt x="34312" y="17646"/>
                    <a:pt x="34362" y="17771"/>
                    <a:pt x="34412" y="17897"/>
                  </a:cubicBezTo>
                  <a:lnTo>
                    <a:pt x="34412" y="17922"/>
                  </a:lnTo>
                  <a:cubicBezTo>
                    <a:pt x="34412" y="17947"/>
                    <a:pt x="34412" y="17947"/>
                    <a:pt x="34412" y="17947"/>
                  </a:cubicBezTo>
                  <a:cubicBezTo>
                    <a:pt x="34537" y="18448"/>
                    <a:pt x="34437" y="19551"/>
                    <a:pt x="34337" y="20177"/>
                  </a:cubicBezTo>
                  <a:lnTo>
                    <a:pt x="34312" y="20403"/>
                  </a:lnTo>
                  <a:lnTo>
                    <a:pt x="34512" y="20278"/>
                  </a:lnTo>
                  <a:cubicBezTo>
                    <a:pt x="34738" y="20108"/>
                    <a:pt x="34977" y="20024"/>
                    <a:pt x="35178" y="20024"/>
                  </a:cubicBezTo>
                  <a:cubicBezTo>
                    <a:pt x="35245" y="20024"/>
                    <a:pt x="35308" y="20033"/>
                    <a:pt x="35364" y="20052"/>
                  </a:cubicBezTo>
                  <a:cubicBezTo>
                    <a:pt x="35415" y="20077"/>
                    <a:pt x="35440" y="20077"/>
                    <a:pt x="35465" y="20102"/>
                  </a:cubicBezTo>
                  <a:lnTo>
                    <a:pt x="35565" y="20177"/>
                  </a:lnTo>
                  <a:lnTo>
                    <a:pt x="35615" y="20077"/>
                  </a:lnTo>
                  <a:cubicBezTo>
                    <a:pt x="36993" y="17997"/>
                    <a:pt x="35891" y="16042"/>
                    <a:pt x="35565" y="15541"/>
                  </a:cubicBezTo>
                  <a:cubicBezTo>
                    <a:pt x="38823" y="9601"/>
                    <a:pt x="34863" y="6418"/>
                    <a:pt x="34262" y="5992"/>
                  </a:cubicBezTo>
                  <a:cubicBezTo>
                    <a:pt x="33836" y="4914"/>
                    <a:pt x="33209" y="4212"/>
                    <a:pt x="32407" y="3912"/>
                  </a:cubicBezTo>
                  <a:cubicBezTo>
                    <a:pt x="32073" y="3791"/>
                    <a:pt x="31742" y="3746"/>
                    <a:pt x="31438" y="3746"/>
                  </a:cubicBezTo>
                  <a:cubicBezTo>
                    <a:pt x="30920" y="3746"/>
                    <a:pt x="30479" y="3876"/>
                    <a:pt x="30227" y="3987"/>
                  </a:cubicBezTo>
                  <a:cubicBezTo>
                    <a:pt x="28221" y="1531"/>
                    <a:pt x="25941" y="202"/>
                    <a:pt x="23460" y="27"/>
                  </a:cubicBezTo>
                  <a:cubicBezTo>
                    <a:pt x="23241" y="9"/>
                    <a:pt x="23025" y="1"/>
                    <a:pt x="2281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9" name="Google Shape;4889;p54"/>
            <p:cNvSpPr/>
            <p:nvPr/>
          </p:nvSpPr>
          <p:spPr>
            <a:xfrm>
              <a:off x="5342011" y="3889602"/>
              <a:ext cx="662481" cy="700075"/>
            </a:xfrm>
            <a:custGeom>
              <a:rect b="b" l="l" r="r" t="t"/>
              <a:pathLst>
                <a:path extrusionOk="0" h="22142" w="20953">
                  <a:moveTo>
                    <a:pt x="18797" y="1"/>
                  </a:moveTo>
                  <a:lnTo>
                    <a:pt x="18647" y="51"/>
                  </a:lnTo>
                  <a:cubicBezTo>
                    <a:pt x="18622" y="51"/>
                    <a:pt x="18096" y="201"/>
                    <a:pt x="14010" y="677"/>
                  </a:cubicBezTo>
                  <a:lnTo>
                    <a:pt x="13860" y="702"/>
                  </a:lnTo>
                  <a:lnTo>
                    <a:pt x="13860" y="878"/>
                  </a:lnTo>
                  <a:cubicBezTo>
                    <a:pt x="12732" y="1630"/>
                    <a:pt x="11529" y="2031"/>
                    <a:pt x="10276" y="2031"/>
                  </a:cubicBezTo>
                  <a:cubicBezTo>
                    <a:pt x="8271" y="2031"/>
                    <a:pt x="6842" y="978"/>
                    <a:pt x="6842" y="978"/>
                  </a:cubicBezTo>
                  <a:lnTo>
                    <a:pt x="6817" y="803"/>
                  </a:lnTo>
                  <a:lnTo>
                    <a:pt x="6667" y="803"/>
                  </a:lnTo>
                  <a:cubicBezTo>
                    <a:pt x="6357" y="826"/>
                    <a:pt x="5711" y="870"/>
                    <a:pt x="4949" y="870"/>
                  </a:cubicBezTo>
                  <a:cubicBezTo>
                    <a:pt x="4048" y="870"/>
                    <a:pt x="2986" y="808"/>
                    <a:pt x="2131" y="577"/>
                  </a:cubicBezTo>
                  <a:lnTo>
                    <a:pt x="1980" y="527"/>
                  </a:lnTo>
                  <a:lnTo>
                    <a:pt x="1930" y="652"/>
                  </a:lnTo>
                  <a:cubicBezTo>
                    <a:pt x="1905" y="677"/>
                    <a:pt x="1880" y="728"/>
                    <a:pt x="1855" y="803"/>
                  </a:cubicBezTo>
                  <a:cubicBezTo>
                    <a:pt x="1830" y="878"/>
                    <a:pt x="1780" y="978"/>
                    <a:pt x="1705" y="1103"/>
                  </a:cubicBezTo>
                  <a:cubicBezTo>
                    <a:pt x="1329" y="1981"/>
                    <a:pt x="477" y="3936"/>
                    <a:pt x="101" y="5540"/>
                  </a:cubicBezTo>
                  <a:cubicBezTo>
                    <a:pt x="76" y="5665"/>
                    <a:pt x="50" y="5790"/>
                    <a:pt x="25" y="5916"/>
                  </a:cubicBezTo>
                  <a:cubicBezTo>
                    <a:pt x="25" y="5966"/>
                    <a:pt x="0" y="6016"/>
                    <a:pt x="0" y="6041"/>
                  </a:cubicBezTo>
                  <a:lnTo>
                    <a:pt x="0" y="6116"/>
                  </a:lnTo>
                  <a:lnTo>
                    <a:pt x="25" y="6166"/>
                  </a:lnTo>
                  <a:cubicBezTo>
                    <a:pt x="50" y="6216"/>
                    <a:pt x="401" y="6843"/>
                    <a:pt x="3208" y="8447"/>
                  </a:cubicBezTo>
                  <a:cubicBezTo>
                    <a:pt x="3058" y="9575"/>
                    <a:pt x="1855" y="18497"/>
                    <a:pt x="1404" y="21204"/>
                  </a:cubicBezTo>
                  <a:cubicBezTo>
                    <a:pt x="1504" y="21229"/>
                    <a:pt x="1629" y="21254"/>
                    <a:pt x="1730" y="21279"/>
                  </a:cubicBezTo>
                  <a:cubicBezTo>
                    <a:pt x="2406" y="21454"/>
                    <a:pt x="3058" y="21580"/>
                    <a:pt x="3735" y="21705"/>
                  </a:cubicBezTo>
                  <a:cubicBezTo>
                    <a:pt x="5517" y="21999"/>
                    <a:pt x="7316" y="22141"/>
                    <a:pt x="9112" y="22141"/>
                  </a:cubicBezTo>
                  <a:cubicBezTo>
                    <a:pt x="12367" y="22141"/>
                    <a:pt x="15614" y="21675"/>
                    <a:pt x="18747" y="20803"/>
                  </a:cubicBezTo>
                  <a:cubicBezTo>
                    <a:pt x="18848" y="20753"/>
                    <a:pt x="18973" y="20728"/>
                    <a:pt x="19073" y="20703"/>
                  </a:cubicBezTo>
                  <a:cubicBezTo>
                    <a:pt x="18697" y="17319"/>
                    <a:pt x="18020" y="10728"/>
                    <a:pt x="18296" y="8597"/>
                  </a:cubicBezTo>
                  <a:cubicBezTo>
                    <a:pt x="20000" y="7319"/>
                    <a:pt x="20878" y="6442"/>
                    <a:pt x="20878" y="6417"/>
                  </a:cubicBezTo>
                  <a:lnTo>
                    <a:pt x="20953" y="6367"/>
                  </a:lnTo>
                  <a:lnTo>
                    <a:pt x="20928" y="6266"/>
                  </a:lnTo>
                  <a:cubicBezTo>
                    <a:pt x="20928" y="6241"/>
                    <a:pt x="20928" y="6191"/>
                    <a:pt x="20903" y="6166"/>
                  </a:cubicBezTo>
                  <a:cubicBezTo>
                    <a:pt x="20878" y="6041"/>
                    <a:pt x="20853" y="5916"/>
                    <a:pt x="20828" y="5790"/>
                  </a:cubicBezTo>
                  <a:cubicBezTo>
                    <a:pt x="20427" y="3936"/>
                    <a:pt x="19625" y="1906"/>
                    <a:pt x="19173" y="853"/>
                  </a:cubicBezTo>
                  <a:cubicBezTo>
                    <a:pt x="19123" y="728"/>
                    <a:pt x="19073" y="627"/>
                    <a:pt x="19023" y="527"/>
                  </a:cubicBezTo>
                  <a:cubicBezTo>
                    <a:pt x="18923" y="301"/>
                    <a:pt x="18873" y="151"/>
                    <a:pt x="18873" y="151"/>
                  </a:cubicBezTo>
                  <a:lnTo>
                    <a:pt x="1879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0" name="Google Shape;4890;p54"/>
            <p:cNvSpPr/>
            <p:nvPr/>
          </p:nvSpPr>
          <p:spPr>
            <a:xfrm>
              <a:off x="5338059" y="3885650"/>
              <a:ext cx="669627" cy="706872"/>
            </a:xfrm>
            <a:custGeom>
              <a:rect b="b" l="l" r="r" t="t"/>
              <a:pathLst>
                <a:path extrusionOk="0" h="22357" w="21179">
                  <a:moveTo>
                    <a:pt x="18872" y="251"/>
                  </a:moveTo>
                  <a:lnTo>
                    <a:pt x="18897" y="326"/>
                  </a:lnTo>
                  <a:cubicBezTo>
                    <a:pt x="18922" y="376"/>
                    <a:pt x="18973" y="502"/>
                    <a:pt x="19073" y="702"/>
                  </a:cubicBezTo>
                  <a:cubicBezTo>
                    <a:pt x="19098" y="802"/>
                    <a:pt x="19148" y="903"/>
                    <a:pt x="19198" y="1028"/>
                  </a:cubicBezTo>
                  <a:cubicBezTo>
                    <a:pt x="19649" y="2081"/>
                    <a:pt x="20451" y="4111"/>
                    <a:pt x="20852" y="5940"/>
                  </a:cubicBezTo>
                  <a:cubicBezTo>
                    <a:pt x="20877" y="6066"/>
                    <a:pt x="20902" y="6191"/>
                    <a:pt x="20927" y="6316"/>
                  </a:cubicBezTo>
                  <a:lnTo>
                    <a:pt x="20953" y="6442"/>
                  </a:lnTo>
                  <a:lnTo>
                    <a:pt x="20927" y="6467"/>
                  </a:lnTo>
                  <a:cubicBezTo>
                    <a:pt x="20927" y="6492"/>
                    <a:pt x="20050" y="7369"/>
                    <a:pt x="18346" y="8647"/>
                  </a:cubicBezTo>
                  <a:lnTo>
                    <a:pt x="18321" y="8672"/>
                  </a:lnTo>
                  <a:lnTo>
                    <a:pt x="18296" y="8697"/>
                  </a:lnTo>
                  <a:cubicBezTo>
                    <a:pt x="18045" y="10802"/>
                    <a:pt x="18697" y="17118"/>
                    <a:pt x="19098" y="20752"/>
                  </a:cubicBezTo>
                  <a:cubicBezTo>
                    <a:pt x="18998" y="20777"/>
                    <a:pt x="18922" y="20803"/>
                    <a:pt x="18822" y="20828"/>
                  </a:cubicBezTo>
                  <a:cubicBezTo>
                    <a:pt x="15668" y="21704"/>
                    <a:pt x="12434" y="22155"/>
                    <a:pt x="9259" y="22155"/>
                  </a:cubicBezTo>
                  <a:cubicBezTo>
                    <a:pt x="7439" y="22155"/>
                    <a:pt x="5639" y="22006"/>
                    <a:pt x="3885" y="21705"/>
                  </a:cubicBezTo>
                  <a:cubicBezTo>
                    <a:pt x="3208" y="21605"/>
                    <a:pt x="2556" y="21454"/>
                    <a:pt x="1880" y="21304"/>
                  </a:cubicBezTo>
                  <a:cubicBezTo>
                    <a:pt x="1805" y="21279"/>
                    <a:pt x="1729" y="21279"/>
                    <a:pt x="1629" y="21254"/>
                  </a:cubicBezTo>
                  <a:cubicBezTo>
                    <a:pt x="2130" y="18422"/>
                    <a:pt x="3308" y="9599"/>
                    <a:pt x="3434" y="8597"/>
                  </a:cubicBezTo>
                  <a:lnTo>
                    <a:pt x="3434" y="8522"/>
                  </a:lnTo>
                  <a:lnTo>
                    <a:pt x="3384" y="8472"/>
                  </a:lnTo>
                  <a:cubicBezTo>
                    <a:pt x="551" y="6868"/>
                    <a:pt x="251" y="6266"/>
                    <a:pt x="226" y="6241"/>
                  </a:cubicBezTo>
                  <a:lnTo>
                    <a:pt x="226" y="6216"/>
                  </a:lnTo>
                  <a:lnTo>
                    <a:pt x="251" y="6066"/>
                  </a:lnTo>
                  <a:cubicBezTo>
                    <a:pt x="276" y="5940"/>
                    <a:pt x="301" y="5815"/>
                    <a:pt x="326" y="5690"/>
                  </a:cubicBezTo>
                  <a:cubicBezTo>
                    <a:pt x="702" y="4086"/>
                    <a:pt x="1579" y="2081"/>
                    <a:pt x="1930" y="1279"/>
                  </a:cubicBezTo>
                  <a:cubicBezTo>
                    <a:pt x="1980" y="1153"/>
                    <a:pt x="2030" y="1028"/>
                    <a:pt x="2080" y="953"/>
                  </a:cubicBezTo>
                  <a:lnTo>
                    <a:pt x="2155" y="777"/>
                  </a:lnTo>
                  <a:lnTo>
                    <a:pt x="2231" y="802"/>
                  </a:lnTo>
                  <a:cubicBezTo>
                    <a:pt x="3118" y="1038"/>
                    <a:pt x="4213" y="1105"/>
                    <a:pt x="5133" y="1105"/>
                  </a:cubicBezTo>
                  <a:cubicBezTo>
                    <a:pt x="5875" y="1105"/>
                    <a:pt x="6504" y="1062"/>
                    <a:pt x="6817" y="1028"/>
                  </a:cubicBezTo>
                  <a:lnTo>
                    <a:pt x="6867" y="1028"/>
                  </a:lnTo>
                  <a:lnTo>
                    <a:pt x="6867" y="1128"/>
                  </a:lnTo>
                  <a:lnTo>
                    <a:pt x="6892" y="1153"/>
                  </a:lnTo>
                  <a:cubicBezTo>
                    <a:pt x="6892" y="1178"/>
                    <a:pt x="8321" y="2256"/>
                    <a:pt x="10401" y="2256"/>
                  </a:cubicBezTo>
                  <a:cubicBezTo>
                    <a:pt x="11679" y="2256"/>
                    <a:pt x="12907" y="1855"/>
                    <a:pt x="14060" y="1078"/>
                  </a:cubicBezTo>
                  <a:lnTo>
                    <a:pt x="14110" y="1053"/>
                  </a:lnTo>
                  <a:lnTo>
                    <a:pt x="14085" y="928"/>
                  </a:lnTo>
                  <a:lnTo>
                    <a:pt x="14161" y="903"/>
                  </a:lnTo>
                  <a:cubicBezTo>
                    <a:pt x="18145" y="452"/>
                    <a:pt x="18747" y="301"/>
                    <a:pt x="18797" y="276"/>
                  </a:cubicBezTo>
                  <a:lnTo>
                    <a:pt x="18872" y="251"/>
                  </a:lnTo>
                  <a:close/>
                  <a:moveTo>
                    <a:pt x="18973" y="0"/>
                  </a:moveTo>
                  <a:lnTo>
                    <a:pt x="18747" y="76"/>
                  </a:lnTo>
                  <a:cubicBezTo>
                    <a:pt x="18722" y="76"/>
                    <a:pt x="18171" y="226"/>
                    <a:pt x="14135" y="702"/>
                  </a:cubicBezTo>
                  <a:lnTo>
                    <a:pt x="13860" y="727"/>
                  </a:lnTo>
                  <a:lnTo>
                    <a:pt x="13885" y="953"/>
                  </a:lnTo>
                  <a:cubicBezTo>
                    <a:pt x="12782" y="1680"/>
                    <a:pt x="11604" y="2056"/>
                    <a:pt x="10401" y="2056"/>
                  </a:cubicBezTo>
                  <a:cubicBezTo>
                    <a:pt x="8572" y="2056"/>
                    <a:pt x="7243" y="1153"/>
                    <a:pt x="7068" y="1053"/>
                  </a:cubicBezTo>
                  <a:lnTo>
                    <a:pt x="7043" y="802"/>
                  </a:lnTo>
                  <a:lnTo>
                    <a:pt x="6767" y="827"/>
                  </a:lnTo>
                  <a:cubicBezTo>
                    <a:pt x="6469" y="850"/>
                    <a:pt x="5834" y="894"/>
                    <a:pt x="5081" y="894"/>
                  </a:cubicBezTo>
                  <a:cubicBezTo>
                    <a:pt x="4191" y="894"/>
                    <a:pt x="3137" y="833"/>
                    <a:pt x="2281" y="602"/>
                  </a:cubicBezTo>
                  <a:lnTo>
                    <a:pt x="2055" y="527"/>
                  </a:lnTo>
                  <a:lnTo>
                    <a:pt x="1880" y="878"/>
                  </a:lnTo>
                  <a:cubicBezTo>
                    <a:pt x="1855" y="953"/>
                    <a:pt x="1805" y="1053"/>
                    <a:pt x="1729" y="1203"/>
                  </a:cubicBezTo>
                  <a:cubicBezTo>
                    <a:pt x="1378" y="1980"/>
                    <a:pt x="501" y="4010"/>
                    <a:pt x="125" y="5640"/>
                  </a:cubicBezTo>
                  <a:cubicBezTo>
                    <a:pt x="100" y="5765"/>
                    <a:pt x="75" y="5890"/>
                    <a:pt x="50" y="6015"/>
                  </a:cubicBezTo>
                  <a:lnTo>
                    <a:pt x="0" y="6241"/>
                  </a:lnTo>
                  <a:lnTo>
                    <a:pt x="50" y="6341"/>
                  </a:lnTo>
                  <a:cubicBezTo>
                    <a:pt x="100" y="6442"/>
                    <a:pt x="501" y="7068"/>
                    <a:pt x="3208" y="8622"/>
                  </a:cubicBezTo>
                  <a:cubicBezTo>
                    <a:pt x="3058" y="9925"/>
                    <a:pt x="1880" y="18647"/>
                    <a:pt x="1429" y="21304"/>
                  </a:cubicBezTo>
                  <a:lnTo>
                    <a:pt x="1404" y="21404"/>
                  </a:lnTo>
                  <a:lnTo>
                    <a:pt x="1579" y="21454"/>
                  </a:lnTo>
                  <a:cubicBezTo>
                    <a:pt x="1679" y="21479"/>
                    <a:pt x="1754" y="21479"/>
                    <a:pt x="1830" y="21504"/>
                  </a:cubicBezTo>
                  <a:cubicBezTo>
                    <a:pt x="2506" y="21680"/>
                    <a:pt x="3183" y="21805"/>
                    <a:pt x="3835" y="21930"/>
                  </a:cubicBezTo>
                  <a:cubicBezTo>
                    <a:pt x="5614" y="22231"/>
                    <a:pt x="7419" y="22356"/>
                    <a:pt x="9248" y="22356"/>
                  </a:cubicBezTo>
                  <a:cubicBezTo>
                    <a:pt x="12456" y="22356"/>
                    <a:pt x="15714" y="21905"/>
                    <a:pt x="18897" y="21028"/>
                  </a:cubicBezTo>
                  <a:cubicBezTo>
                    <a:pt x="18973" y="21003"/>
                    <a:pt x="19073" y="20978"/>
                    <a:pt x="19173" y="20928"/>
                  </a:cubicBezTo>
                  <a:lnTo>
                    <a:pt x="19323" y="20903"/>
                  </a:lnTo>
                  <a:lnTo>
                    <a:pt x="19298" y="20803"/>
                  </a:lnTo>
                  <a:cubicBezTo>
                    <a:pt x="18897" y="17219"/>
                    <a:pt x="18271" y="10928"/>
                    <a:pt x="18521" y="8772"/>
                  </a:cubicBezTo>
                  <a:cubicBezTo>
                    <a:pt x="20176" y="7519"/>
                    <a:pt x="21053" y="6667"/>
                    <a:pt x="21078" y="6617"/>
                  </a:cubicBezTo>
                  <a:lnTo>
                    <a:pt x="21178" y="6517"/>
                  </a:lnTo>
                  <a:lnTo>
                    <a:pt x="21128" y="6266"/>
                  </a:lnTo>
                  <a:cubicBezTo>
                    <a:pt x="21103" y="6141"/>
                    <a:pt x="21078" y="6015"/>
                    <a:pt x="21053" y="5890"/>
                  </a:cubicBezTo>
                  <a:cubicBezTo>
                    <a:pt x="20652" y="4036"/>
                    <a:pt x="19825" y="2005"/>
                    <a:pt x="19399" y="953"/>
                  </a:cubicBezTo>
                  <a:cubicBezTo>
                    <a:pt x="19349" y="827"/>
                    <a:pt x="19298" y="702"/>
                    <a:pt x="19248" y="627"/>
                  </a:cubicBezTo>
                  <a:cubicBezTo>
                    <a:pt x="19173" y="426"/>
                    <a:pt x="19123" y="276"/>
                    <a:pt x="19098" y="226"/>
                  </a:cubicBezTo>
                  <a:lnTo>
                    <a:pt x="1897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1" name="Google Shape;4891;p54"/>
            <p:cNvSpPr/>
            <p:nvPr/>
          </p:nvSpPr>
          <p:spPr>
            <a:xfrm>
              <a:off x="5173199" y="3390564"/>
              <a:ext cx="256797" cy="686068"/>
            </a:xfrm>
            <a:custGeom>
              <a:rect b="b" l="l" r="r" t="t"/>
              <a:pathLst>
                <a:path extrusionOk="0" h="21699" w="8122">
                  <a:moveTo>
                    <a:pt x="5223" y="0"/>
                  </a:moveTo>
                  <a:cubicBezTo>
                    <a:pt x="5169" y="0"/>
                    <a:pt x="5115" y="6"/>
                    <a:pt x="5064" y="19"/>
                  </a:cubicBezTo>
                  <a:cubicBezTo>
                    <a:pt x="4713" y="94"/>
                    <a:pt x="4462" y="370"/>
                    <a:pt x="4337" y="621"/>
                  </a:cubicBezTo>
                  <a:cubicBezTo>
                    <a:pt x="4287" y="571"/>
                    <a:pt x="4237" y="546"/>
                    <a:pt x="4186" y="520"/>
                  </a:cubicBezTo>
                  <a:cubicBezTo>
                    <a:pt x="4111" y="495"/>
                    <a:pt x="4061" y="470"/>
                    <a:pt x="3986" y="470"/>
                  </a:cubicBezTo>
                  <a:lnTo>
                    <a:pt x="3961" y="470"/>
                  </a:lnTo>
                  <a:cubicBezTo>
                    <a:pt x="3610" y="470"/>
                    <a:pt x="3284" y="771"/>
                    <a:pt x="3134" y="1222"/>
                  </a:cubicBezTo>
                  <a:cubicBezTo>
                    <a:pt x="2958" y="1724"/>
                    <a:pt x="3009" y="2826"/>
                    <a:pt x="3059" y="3478"/>
                  </a:cubicBezTo>
                  <a:cubicBezTo>
                    <a:pt x="2823" y="3282"/>
                    <a:pt x="2557" y="3178"/>
                    <a:pt x="2321" y="3178"/>
                  </a:cubicBezTo>
                  <a:cubicBezTo>
                    <a:pt x="2255" y="3178"/>
                    <a:pt x="2191" y="3186"/>
                    <a:pt x="2131" y="3202"/>
                  </a:cubicBezTo>
                  <a:cubicBezTo>
                    <a:pt x="1831" y="3277"/>
                    <a:pt x="1655" y="3553"/>
                    <a:pt x="1630" y="3954"/>
                  </a:cubicBezTo>
                  <a:cubicBezTo>
                    <a:pt x="1630" y="4430"/>
                    <a:pt x="2006" y="5057"/>
                    <a:pt x="2432" y="5708"/>
                  </a:cubicBezTo>
                  <a:cubicBezTo>
                    <a:pt x="2557" y="5884"/>
                    <a:pt x="2658" y="6059"/>
                    <a:pt x="2783" y="6235"/>
                  </a:cubicBezTo>
                  <a:cubicBezTo>
                    <a:pt x="2958" y="6536"/>
                    <a:pt x="3109" y="6836"/>
                    <a:pt x="3134" y="7062"/>
                  </a:cubicBezTo>
                  <a:cubicBezTo>
                    <a:pt x="3134" y="7112"/>
                    <a:pt x="3159" y="7162"/>
                    <a:pt x="3134" y="7212"/>
                  </a:cubicBezTo>
                  <a:cubicBezTo>
                    <a:pt x="3034" y="7488"/>
                    <a:pt x="2156" y="9543"/>
                    <a:pt x="1354" y="11749"/>
                  </a:cubicBezTo>
                  <a:cubicBezTo>
                    <a:pt x="1329" y="11849"/>
                    <a:pt x="1279" y="11974"/>
                    <a:pt x="1229" y="12074"/>
                  </a:cubicBezTo>
                  <a:cubicBezTo>
                    <a:pt x="577" y="13904"/>
                    <a:pt x="26" y="15734"/>
                    <a:pt x="1" y="16636"/>
                  </a:cubicBezTo>
                  <a:cubicBezTo>
                    <a:pt x="1" y="16987"/>
                    <a:pt x="101" y="17338"/>
                    <a:pt x="327" y="17663"/>
                  </a:cubicBezTo>
                  <a:cubicBezTo>
                    <a:pt x="1229" y="19343"/>
                    <a:pt x="3936" y="21047"/>
                    <a:pt x="5364" y="21699"/>
                  </a:cubicBezTo>
                  <a:cubicBezTo>
                    <a:pt x="5389" y="21573"/>
                    <a:pt x="5415" y="21448"/>
                    <a:pt x="5440" y="21323"/>
                  </a:cubicBezTo>
                  <a:cubicBezTo>
                    <a:pt x="5816" y="19719"/>
                    <a:pt x="6668" y="17764"/>
                    <a:pt x="7044" y="16886"/>
                  </a:cubicBezTo>
                  <a:cubicBezTo>
                    <a:pt x="7119" y="16761"/>
                    <a:pt x="7169" y="16661"/>
                    <a:pt x="7194" y="16586"/>
                  </a:cubicBezTo>
                  <a:cubicBezTo>
                    <a:pt x="6918" y="16435"/>
                    <a:pt x="6592" y="16260"/>
                    <a:pt x="6267" y="16034"/>
                  </a:cubicBezTo>
                  <a:cubicBezTo>
                    <a:pt x="6442" y="15057"/>
                    <a:pt x="6542" y="13904"/>
                    <a:pt x="6618" y="12801"/>
                  </a:cubicBezTo>
                  <a:cubicBezTo>
                    <a:pt x="6643" y="12676"/>
                    <a:pt x="6643" y="12551"/>
                    <a:pt x="6643" y="12425"/>
                  </a:cubicBezTo>
                  <a:cubicBezTo>
                    <a:pt x="6718" y="11498"/>
                    <a:pt x="6743" y="10596"/>
                    <a:pt x="6768" y="9869"/>
                  </a:cubicBezTo>
                  <a:cubicBezTo>
                    <a:pt x="6793" y="9593"/>
                    <a:pt x="6793" y="9318"/>
                    <a:pt x="6793" y="9092"/>
                  </a:cubicBezTo>
                  <a:cubicBezTo>
                    <a:pt x="6818" y="8992"/>
                    <a:pt x="6818" y="8891"/>
                    <a:pt x="6818" y="8791"/>
                  </a:cubicBezTo>
                  <a:cubicBezTo>
                    <a:pt x="6818" y="8490"/>
                    <a:pt x="6818" y="8265"/>
                    <a:pt x="6843" y="8215"/>
                  </a:cubicBezTo>
                  <a:cubicBezTo>
                    <a:pt x="6918" y="7313"/>
                    <a:pt x="7044" y="6912"/>
                    <a:pt x="7219" y="6285"/>
                  </a:cubicBezTo>
                  <a:cubicBezTo>
                    <a:pt x="7294" y="6034"/>
                    <a:pt x="7394" y="5759"/>
                    <a:pt x="7470" y="5433"/>
                  </a:cubicBezTo>
                  <a:cubicBezTo>
                    <a:pt x="7745" y="4430"/>
                    <a:pt x="8121" y="3077"/>
                    <a:pt x="7971" y="2024"/>
                  </a:cubicBezTo>
                  <a:cubicBezTo>
                    <a:pt x="7946" y="1899"/>
                    <a:pt x="7921" y="1774"/>
                    <a:pt x="7896" y="1648"/>
                  </a:cubicBezTo>
                  <a:cubicBezTo>
                    <a:pt x="7770" y="1197"/>
                    <a:pt x="7570" y="922"/>
                    <a:pt x="7319" y="846"/>
                  </a:cubicBezTo>
                  <a:cubicBezTo>
                    <a:pt x="7257" y="834"/>
                    <a:pt x="7200" y="828"/>
                    <a:pt x="7150" y="828"/>
                  </a:cubicBezTo>
                  <a:cubicBezTo>
                    <a:pt x="7100" y="828"/>
                    <a:pt x="7056" y="834"/>
                    <a:pt x="7019" y="846"/>
                  </a:cubicBezTo>
                  <a:cubicBezTo>
                    <a:pt x="6893" y="621"/>
                    <a:pt x="6718" y="445"/>
                    <a:pt x="6517" y="370"/>
                  </a:cubicBezTo>
                  <a:cubicBezTo>
                    <a:pt x="6405" y="320"/>
                    <a:pt x="6292" y="301"/>
                    <a:pt x="6191" y="301"/>
                  </a:cubicBezTo>
                  <a:cubicBezTo>
                    <a:pt x="6091" y="301"/>
                    <a:pt x="6004" y="320"/>
                    <a:pt x="5941" y="345"/>
                  </a:cubicBezTo>
                  <a:cubicBezTo>
                    <a:pt x="5916" y="320"/>
                    <a:pt x="5891" y="295"/>
                    <a:pt x="5891" y="295"/>
                  </a:cubicBezTo>
                  <a:cubicBezTo>
                    <a:pt x="5816" y="245"/>
                    <a:pt x="5765" y="195"/>
                    <a:pt x="5690" y="145"/>
                  </a:cubicBezTo>
                  <a:cubicBezTo>
                    <a:pt x="5542" y="52"/>
                    <a:pt x="5379" y="0"/>
                    <a:pt x="5223" y="0"/>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2" name="Google Shape;4892;p54"/>
            <p:cNvSpPr/>
            <p:nvPr/>
          </p:nvSpPr>
          <p:spPr>
            <a:xfrm>
              <a:off x="5169246" y="3387402"/>
              <a:ext cx="263911" cy="693973"/>
            </a:xfrm>
            <a:custGeom>
              <a:rect b="b" l="l" r="r" t="t"/>
              <a:pathLst>
                <a:path extrusionOk="0" h="21949" w="8347">
                  <a:moveTo>
                    <a:pt x="5344" y="200"/>
                  </a:moveTo>
                  <a:cubicBezTo>
                    <a:pt x="5491" y="200"/>
                    <a:pt x="5635" y="252"/>
                    <a:pt x="5765" y="345"/>
                  </a:cubicBezTo>
                  <a:cubicBezTo>
                    <a:pt x="5840" y="370"/>
                    <a:pt x="5890" y="420"/>
                    <a:pt x="5941" y="470"/>
                  </a:cubicBezTo>
                  <a:lnTo>
                    <a:pt x="6041" y="545"/>
                  </a:lnTo>
                  <a:lnTo>
                    <a:pt x="6091" y="545"/>
                  </a:lnTo>
                  <a:cubicBezTo>
                    <a:pt x="6141" y="533"/>
                    <a:pt x="6216" y="520"/>
                    <a:pt x="6304" y="520"/>
                  </a:cubicBezTo>
                  <a:cubicBezTo>
                    <a:pt x="6392" y="520"/>
                    <a:pt x="6492" y="533"/>
                    <a:pt x="6592" y="570"/>
                  </a:cubicBezTo>
                  <a:cubicBezTo>
                    <a:pt x="6768" y="646"/>
                    <a:pt x="6943" y="796"/>
                    <a:pt x="7043" y="996"/>
                  </a:cubicBezTo>
                  <a:lnTo>
                    <a:pt x="7093" y="1072"/>
                  </a:lnTo>
                  <a:lnTo>
                    <a:pt x="7169" y="1047"/>
                  </a:lnTo>
                  <a:cubicBezTo>
                    <a:pt x="7206" y="1034"/>
                    <a:pt x="7250" y="1028"/>
                    <a:pt x="7294" y="1028"/>
                  </a:cubicBezTo>
                  <a:cubicBezTo>
                    <a:pt x="7338" y="1028"/>
                    <a:pt x="7382" y="1034"/>
                    <a:pt x="7419" y="1047"/>
                  </a:cubicBezTo>
                  <a:cubicBezTo>
                    <a:pt x="7645" y="1122"/>
                    <a:pt x="7795" y="1347"/>
                    <a:pt x="7920" y="1773"/>
                  </a:cubicBezTo>
                  <a:cubicBezTo>
                    <a:pt x="7946" y="1874"/>
                    <a:pt x="7971" y="1999"/>
                    <a:pt x="7996" y="2124"/>
                  </a:cubicBezTo>
                  <a:cubicBezTo>
                    <a:pt x="8146" y="3177"/>
                    <a:pt x="7770" y="4505"/>
                    <a:pt x="7494" y="5508"/>
                  </a:cubicBezTo>
                  <a:cubicBezTo>
                    <a:pt x="7419" y="5834"/>
                    <a:pt x="7319" y="6109"/>
                    <a:pt x="7244" y="6335"/>
                  </a:cubicBezTo>
                  <a:cubicBezTo>
                    <a:pt x="7068" y="6986"/>
                    <a:pt x="6943" y="7387"/>
                    <a:pt x="6868" y="8290"/>
                  </a:cubicBezTo>
                  <a:cubicBezTo>
                    <a:pt x="6843" y="8365"/>
                    <a:pt x="6843" y="8590"/>
                    <a:pt x="6843" y="8891"/>
                  </a:cubicBezTo>
                  <a:lnTo>
                    <a:pt x="6818" y="9192"/>
                  </a:lnTo>
                  <a:cubicBezTo>
                    <a:pt x="6818" y="9418"/>
                    <a:pt x="6818" y="9668"/>
                    <a:pt x="6793" y="9969"/>
                  </a:cubicBezTo>
                  <a:cubicBezTo>
                    <a:pt x="6768" y="10921"/>
                    <a:pt x="6717" y="11748"/>
                    <a:pt x="6667" y="12550"/>
                  </a:cubicBezTo>
                  <a:lnTo>
                    <a:pt x="6642" y="12901"/>
                  </a:lnTo>
                  <a:cubicBezTo>
                    <a:pt x="6567" y="14179"/>
                    <a:pt x="6442" y="15257"/>
                    <a:pt x="6291" y="16134"/>
                  </a:cubicBezTo>
                  <a:lnTo>
                    <a:pt x="6291" y="16184"/>
                  </a:lnTo>
                  <a:lnTo>
                    <a:pt x="6342" y="16235"/>
                  </a:lnTo>
                  <a:cubicBezTo>
                    <a:pt x="6592" y="16385"/>
                    <a:pt x="6893" y="16560"/>
                    <a:pt x="7194" y="16711"/>
                  </a:cubicBezTo>
                  <a:cubicBezTo>
                    <a:pt x="7144" y="16786"/>
                    <a:pt x="7118" y="16861"/>
                    <a:pt x="7068" y="16961"/>
                  </a:cubicBezTo>
                  <a:cubicBezTo>
                    <a:pt x="6717" y="17738"/>
                    <a:pt x="5840" y="19768"/>
                    <a:pt x="5464" y="21398"/>
                  </a:cubicBezTo>
                  <a:cubicBezTo>
                    <a:pt x="5439" y="21498"/>
                    <a:pt x="5439" y="21573"/>
                    <a:pt x="5414" y="21648"/>
                  </a:cubicBezTo>
                  <a:cubicBezTo>
                    <a:pt x="3860" y="20921"/>
                    <a:pt x="1379" y="19267"/>
                    <a:pt x="552" y="17688"/>
                  </a:cubicBezTo>
                  <a:cubicBezTo>
                    <a:pt x="326" y="17413"/>
                    <a:pt x="226" y="17062"/>
                    <a:pt x="226" y="16736"/>
                  </a:cubicBezTo>
                  <a:cubicBezTo>
                    <a:pt x="251" y="15984"/>
                    <a:pt x="652" y="14455"/>
                    <a:pt x="1454" y="12200"/>
                  </a:cubicBezTo>
                  <a:lnTo>
                    <a:pt x="1580" y="11874"/>
                  </a:lnTo>
                  <a:cubicBezTo>
                    <a:pt x="2382" y="9668"/>
                    <a:pt x="3259" y="7588"/>
                    <a:pt x="3359" y="7337"/>
                  </a:cubicBezTo>
                  <a:lnTo>
                    <a:pt x="3359" y="7312"/>
                  </a:lnTo>
                  <a:cubicBezTo>
                    <a:pt x="3384" y="7262"/>
                    <a:pt x="3384" y="7212"/>
                    <a:pt x="3359" y="7137"/>
                  </a:cubicBezTo>
                  <a:cubicBezTo>
                    <a:pt x="3334" y="6936"/>
                    <a:pt x="3209" y="6661"/>
                    <a:pt x="2983" y="6285"/>
                  </a:cubicBezTo>
                  <a:cubicBezTo>
                    <a:pt x="2883" y="6109"/>
                    <a:pt x="2758" y="5934"/>
                    <a:pt x="2657" y="5758"/>
                  </a:cubicBezTo>
                  <a:cubicBezTo>
                    <a:pt x="2231" y="5107"/>
                    <a:pt x="1855" y="4505"/>
                    <a:pt x="1880" y="4054"/>
                  </a:cubicBezTo>
                  <a:cubicBezTo>
                    <a:pt x="1880" y="3703"/>
                    <a:pt x="2031" y="3478"/>
                    <a:pt x="2281" y="3402"/>
                  </a:cubicBezTo>
                  <a:cubicBezTo>
                    <a:pt x="2331" y="3377"/>
                    <a:pt x="2382" y="3377"/>
                    <a:pt x="2432" y="3377"/>
                  </a:cubicBezTo>
                  <a:cubicBezTo>
                    <a:pt x="2657" y="3377"/>
                    <a:pt x="2908" y="3478"/>
                    <a:pt x="3108" y="3653"/>
                  </a:cubicBezTo>
                  <a:lnTo>
                    <a:pt x="3309" y="3829"/>
                  </a:lnTo>
                  <a:lnTo>
                    <a:pt x="3284" y="3578"/>
                  </a:lnTo>
                  <a:cubicBezTo>
                    <a:pt x="3234" y="2951"/>
                    <a:pt x="3209" y="1849"/>
                    <a:pt x="3359" y="1347"/>
                  </a:cubicBezTo>
                  <a:cubicBezTo>
                    <a:pt x="3484" y="946"/>
                    <a:pt x="3785" y="671"/>
                    <a:pt x="4111" y="671"/>
                  </a:cubicBezTo>
                  <a:cubicBezTo>
                    <a:pt x="4161" y="671"/>
                    <a:pt x="4211" y="696"/>
                    <a:pt x="4261" y="721"/>
                  </a:cubicBezTo>
                  <a:cubicBezTo>
                    <a:pt x="4311" y="721"/>
                    <a:pt x="4337" y="771"/>
                    <a:pt x="4387" y="796"/>
                  </a:cubicBezTo>
                  <a:lnTo>
                    <a:pt x="4462" y="896"/>
                  </a:lnTo>
                  <a:lnTo>
                    <a:pt x="4537" y="771"/>
                  </a:lnTo>
                  <a:cubicBezTo>
                    <a:pt x="4687" y="545"/>
                    <a:pt x="4888" y="295"/>
                    <a:pt x="5189" y="219"/>
                  </a:cubicBezTo>
                  <a:cubicBezTo>
                    <a:pt x="5240" y="207"/>
                    <a:pt x="5292" y="200"/>
                    <a:pt x="5344" y="200"/>
                  </a:cubicBezTo>
                  <a:close/>
                  <a:moveTo>
                    <a:pt x="5337" y="0"/>
                  </a:moveTo>
                  <a:cubicBezTo>
                    <a:pt x="5278" y="0"/>
                    <a:pt x="5220" y="6"/>
                    <a:pt x="5164" y="19"/>
                  </a:cubicBezTo>
                  <a:cubicBezTo>
                    <a:pt x="4838" y="94"/>
                    <a:pt x="4587" y="345"/>
                    <a:pt x="4437" y="570"/>
                  </a:cubicBezTo>
                  <a:cubicBezTo>
                    <a:pt x="4412" y="545"/>
                    <a:pt x="4387" y="545"/>
                    <a:pt x="4362" y="520"/>
                  </a:cubicBezTo>
                  <a:cubicBezTo>
                    <a:pt x="4286" y="495"/>
                    <a:pt x="4211" y="470"/>
                    <a:pt x="4111" y="470"/>
                  </a:cubicBezTo>
                  <a:lnTo>
                    <a:pt x="4086" y="470"/>
                  </a:lnTo>
                  <a:cubicBezTo>
                    <a:pt x="3685" y="470"/>
                    <a:pt x="3309" y="796"/>
                    <a:pt x="3159" y="1297"/>
                  </a:cubicBezTo>
                  <a:cubicBezTo>
                    <a:pt x="3008" y="1748"/>
                    <a:pt x="3033" y="2626"/>
                    <a:pt x="3058" y="3377"/>
                  </a:cubicBezTo>
                  <a:cubicBezTo>
                    <a:pt x="2863" y="3235"/>
                    <a:pt x="2655" y="3169"/>
                    <a:pt x="2452" y="3169"/>
                  </a:cubicBezTo>
                  <a:cubicBezTo>
                    <a:pt x="2369" y="3169"/>
                    <a:pt x="2287" y="3180"/>
                    <a:pt x="2206" y="3202"/>
                  </a:cubicBezTo>
                  <a:cubicBezTo>
                    <a:pt x="1880" y="3302"/>
                    <a:pt x="1680" y="3603"/>
                    <a:pt x="1655" y="4054"/>
                  </a:cubicBezTo>
                  <a:cubicBezTo>
                    <a:pt x="1655" y="4580"/>
                    <a:pt x="2056" y="5207"/>
                    <a:pt x="2482" y="5859"/>
                  </a:cubicBezTo>
                  <a:cubicBezTo>
                    <a:pt x="2582" y="6034"/>
                    <a:pt x="2707" y="6209"/>
                    <a:pt x="2808" y="6410"/>
                  </a:cubicBezTo>
                  <a:cubicBezTo>
                    <a:pt x="3008" y="6761"/>
                    <a:pt x="3134" y="6986"/>
                    <a:pt x="3159" y="7187"/>
                  </a:cubicBezTo>
                  <a:cubicBezTo>
                    <a:pt x="3159" y="7212"/>
                    <a:pt x="3159" y="7262"/>
                    <a:pt x="3159" y="7287"/>
                  </a:cubicBezTo>
                  <a:cubicBezTo>
                    <a:pt x="3033" y="7588"/>
                    <a:pt x="2181" y="9643"/>
                    <a:pt x="1379" y="11799"/>
                  </a:cubicBezTo>
                  <a:lnTo>
                    <a:pt x="1279" y="12149"/>
                  </a:lnTo>
                  <a:cubicBezTo>
                    <a:pt x="452" y="14405"/>
                    <a:pt x="26" y="15959"/>
                    <a:pt x="26" y="16736"/>
                  </a:cubicBezTo>
                  <a:cubicBezTo>
                    <a:pt x="1" y="17112"/>
                    <a:pt x="126" y="17488"/>
                    <a:pt x="352" y="17814"/>
                  </a:cubicBezTo>
                  <a:cubicBezTo>
                    <a:pt x="1279" y="19543"/>
                    <a:pt x="3986" y="21222"/>
                    <a:pt x="5439" y="21899"/>
                  </a:cubicBezTo>
                  <a:lnTo>
                    <a:pt x="5565" y="21949"/>
                  </a:lnTo>
                  <a:lnTo>
                    <a:pt x="5590" y="21824"/>
                  </a:lnTo>
                  <a:cubicBezTo>
                    <a:pt x="5615" y="21698"/>
                    <a:pt x="5640" y="21573"/>
                    <a:pt x="5665" y="21448"/>
                  </a:cubicBezTo>
                  <a:cubicBezTo>
                    <a:pt x="6041" y="19844"/>
                    <a:pt x="6918" y="17839"/>
                    <a:pt x="7269" y="17037"/>
                  </a:cubicBezTo>
                  <a:cubicBezTo>
                    <a:pt x="7319" y="16911"/>
                    <a:pt x="7369" y="16786"/>
                    <a:pt x="7419" y="16711"/>
                  </a:cubicBezTo>
                  <a:lnTo>
                    <a:pt x="7469" y="16636"/>
                  </a:lnTo>
                  <a:lnTo>
                    <a:pt x="7369" y="16585"/>
                  </a:lnTo>
                  <a:cubicBezTo>
                    <a:pt x="7068" y="16435"/>
                    <a:pt x="6768" y="16260"/>
                    <a:pt x="6517" y="16084"/>
                  </a:cubicBezTo>
                  <a:cubicBezTo>
                    <a:pt x="6642" y="15232"/>
                    <a:pt x="6768" y="14154"/>
                    <a:pt x="6868" y="12901"/>
                  </a:cubicBezTo>
                  <a:lnTo>
                    <a:pt x="6893" y="12550"/>
                  </a:lnTo>
                  <a:cubicBezTo>
                    <a:pt x="6943" y="11773"/>
                    <a:pt x="6968" y="10921"/>
                    <a:pt x="7018" y="9969"/>
                  </a:cubicBezTo>
                  <a:cubicBezTo>
                    <a:pt x="7018" y="9693"/>
                    <a:pt x="7018" y="9418"/>
                    <a:pt x="7043" y="9192"/>
                  </a:cubicBezTo>
                  <a:lnTo>
                    <a:pt x="7043" y="8891"/>
                  </a:lnTo>
                  <a:cubicBezTo>
                    <a:pt x="7043" y="8590"/>
                    <a:pt x="7068" y="8390"/>
                    <a:pt x="7068" y="8315"/>
                  </a:cubicBezTo>
                  <a:cubicBezTo>
                    <a:pt x="7144" y="7438"/>
                    <a:pt x="7269" y="7037"/>
                    <a:pt x="7444" y="6410"/>
                  </a:cubicBezTo>
                  <a:cubicBezTo>
                    <a:pt x="7519" y="6159"/>
                    <a:pt x="7620" y="5884"/>
                    <a:pt x="7695" y="5558"/>
                  </a:cubicBezTo>
                  <a:cubicBezTo>
                    <a:pt x="7971" y="4555"/>
                    <a:pt x="8347" y="3177"/>
                    <a:pt x="8196" y="2099"/>
                  </a:cubicBezTo>
                  <a:cubicBezTo>
                    <a:pt x="8171" y="1949"/>
                    <a:pt x="8146" y="1849"/>
                    <a:pt x="8121" y="1723"/>
                  </a:cubicBezTo>
                  <a:cubicBezTo>
                    <a:pt x="7996" y="1222"/>
                    <a:pt x="7770" y="946"/>
                    <a:pt x="7469" y="846"/>
                  </a:cubicBezTo>
                  <a:cubicBezTo>
                    <a:pt x="7394" y="821"/>
                    <a:pt x="7294" y="821"/>
                    <a:pt x="7194" y="821"/>
                  </a:cubicBezTo>
                  <a:cubicBezTo>
                    <a:pt x="7043" y="620"/>
                    <a:pt x="6893" y="470"/>
                    <a:pt x="6667" y="370"/>
                  </a:cubicBezTo>
                  <a:cubicBezTo>
                    <a:pt x="6524" y="322"/>
                    <a:pt x="6391" y="305"/>
                    <a:pt x="6275" y="305"/>
                  </a:cubicBezTo>
                  <a:cubicBezTo>
                    <a:pt x="6208" y="305"/>
                    <a:pt x="6146" y="311"/>
                    <a:pt x="6091" y="320"/>
                  </a:cubicBezTo>
                  <a:lnTo>
                    <a:pt x="6066" y="320"/>
                  </a:lnTo>
                  <a:cubicBezTo>
                    <a:pt x="6016" y="245"/>
                    <a:pt x="5941" y="194"/>
                    <a:pt x="5890" y="169"/>
                  </a:cubicBezTo>
                  <a:cubicBezTo>
                    <a:pt x="5702" y="57"/>
                    <a:pt x="5514" y="0"/>
                    <a:pt x="533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3" name="Google Shape;4893;p54"/>
            <p:cNvSpPr/>
            <p:nvPr/>
          </p:nvSpPr>
          <p:spPr>
            <a:xfrm>
              <a:off x="5943494" y="3342029"/>
              <a:ext cx="237732" cy="742537"/>
            </a:xfrm>
            <a:custGeom>
              <a:rect b="b" l="l" r="r" t="t"/>
              <a:pathLst>
                <a:path extrusionOk="0" h="23485" w="7519">
                  <a:moveTo>
                    <a:pt x="3275" y="1"/>
                  </a:moveTo>
                  <a:cubicBezTo>
                    <a:pt x="3051" y="1"/>
                    <a:pt x="2811" y="105"/>
                    <a:pt x="2556" y="301"/>
                  </a:cubicBezTo>
                  <a:cubicBezTo>
                    <a:pt x="2480" y="286"/>
                    <a:pt x="2367" y="261"/>
                    <a:pt x="2239" y="261"/>
                  </a:cubicBezTo>
                  <a:cubicBezTo>
                    <a:pt x="2157" y="261"/>
                    <a:pt x="2068" y="272"/>
                    <a:pt x="1980" y="301"/>
                  </a:cubicBezTo>
                  <a:cubicBezTo>
                    <a:pt x="1779" y="376"/>
                    <a:pt x="1604" y="527"/>
                    <a:pt x="1454" y="752"/>
                  </a:cubicBezTo>
                  <a:cubicBezTo>
                    <a:pt x="1396" y="738"/>
                    <a:pt x="1338" y="723"/>
                    <a:pt x="1280" y="723"/>
                  </a:cubicBezTo>
                  <a:cubicBezTo>
                    <a:pt x="1238" y="723"/>
                    <a:pt x="1195" y="731"/>
                    <a:pt x="1153" y="752"/>
                  </a:cubicBezTo>
                  <a:lnTo>
                    <a:pt x="1103" y="752"/>
                  </a:lnTo>
                  <a:cubicBezTo>
                    <a:pt x="852" y="852"/>
                    <a:pt x="652" y="1103"/>
                    <a:pt x="526" y="1504"/>
                  </a:cubicBezTo>
                  <a:cubicBezTo>
                    <a:pt x="125" y="2582"/>
                    <a:pt x="451" y="4161"/>
                    <a:pt x="677" y="5314"/>
                  </a:cubicBezTo>
                  <a:cubicBezTo>
                    <a:pt x="752" y="5639"/>
                    <a:pt x="827" y="5915"/>
                    <a:pt x="877" y="6166"/>
                  </a:cubicBezTo>
                  <a:cubicBezTo>
                    <a:pt x="1003" y="6667"/>
                    <a:pt x="1078" y="7043"/>
                    <a:pt x="1128" y="7594"/>
                  </a:cubicBezTo>
                  <a:cubicBezTo>
                    <a:pt x="1128" y="7670"/>
                    <a:pt x="1128" y="7745"/>
                    <a:pt x="1128" y="7845"/>
                  </a:cubicBezTo>
                  <a:cubicBezTo>
                    <a:pt x="1128" y="7920"/>
                    <a:pt x="1153" y="8020"/>
                    <a:pt x="1153" y="8121"/>
                  </a:cubicBezTo>
                  <a:cubicBezTo>
                    <a:pt x="1153" y="8171"/>
                    <a:pt x="1128" y="8396"/>
                    <a:pt x="1128" y="8697"/>
                  </a:cubicBezTo>
                  <a:cubicBezTo>
                    <a:pt x="1103" y="9048"/>
                    <a:pt x="1103" y="9524"/>
                    <a:pt x="1078" y="10051"/>
                  </a:cubicBezTo>
                  <a:cubicBezTo>
                    <a:pt x="1078" y="10176"/>
                    <a:pt x="1078" y="10301"/>
                    <a:pt x="1078" y="10426"/>
                  </a:cubicBezTo>
                  <a:cubicBezTo>
                    <a:pt x="1028" y="12507"/>
                    <a:pt x="1028" y="15489"/>
                    <a:pt x="1353" y="17218"/>
                  </a:cubicBezTo>
                  <a:cubicBezTo>
                    <a:pt x="852" y="17469"/>
                    <a:pt x="376" y="17695"/>
                    <a:pt x="0" y="17845"/>
                  </a:cubicBezTo>
                  <a:cubicBezTo>
                    <a:pt x="50" y="17945"/>
                    <a:pt x="100" y="18046"/>
                    <a:pt x="150" y="18171"/>
                  </a:cubicBezTo>
                  <a:cubicBezTo>
                    <a:pt x="602" y="19224"/>
                    <a:pt x="1404" y="21254"/>
                    <a:pt x="1805" y="23108"/>
                  </a:cubicBezTo>
                  <a:cubicBezTo>
                    <a:pt x="1830" y="23234"/>
                    <a:pt x="1855" y="23359"/>
                    <a:pt x="1880" y="23484"/>
                  </a:cubicBezTo>
                  <a:cubicBezTo>
                    <a:pt x="3484" y="22381"/>
                    <a:pt x="6541" y="19975"/>
                    <a:pt x="7293" y="17444"/>
                  </a:cubicBezTo>
                  <a:cubicBezTo>
                    <a:pt x="7368" y="17269"/>
                    <a:pt x="7419" y="17068"/>
                    <a:pt x="7419" y="16893"/>
                  </a:cubicBezTo>
                  <a:cubicBezTo>
                    <a:pt x="7519" y="14863"/>
                    <a:pt x="5088" y="7845"/>
                    <a:pt x="4887" y="7319"/>
                  </a:cubicBezTo>
                  <a:cubicBezTo>
                    <a:pt x="4887" y="6968"/>
                    <a:pt x="5313" y="6366"/>
                    <a:pt x="5689" y="5840"/>
                  </a:cubicBezTo>
                  <a:cubicBezTo>
                    <a:pt x="6165" y="5213"/>
                    <a:pt x="6592" y="4637"/>
                    <a:pt x="6617" y="4136"/>
                  </a:cubicBezTo>
                  <a:cubicBezTo>
                    <a:pt x="6617" y="3810"/>
                    <a:pt x="6516" y="3559"/>
                    <a:pt x="6316" y="3434"/>
                  </a:cubicBezTo>
                  <a:cubicBezTo>
                    <a:pt x="6266" y="3409"/>
                    <a:pt x="6216" y="3384"/>
                    <a:pt x="6191" y="3359"/>
                  </a:cubicBezTo>
                  <a:cubicBezTo>
                    <a:pt x="6115" y="3334"/>
                    <a:pt x="6040" y="3334"/>
                    <a:pt x="5940" y="3334"/>
                  </a:cubicBezTo>
                  <a:cubicBezTo>
                    <a:pt x="5714" y="3334"/>
                    <a:pt x="5464" y="3434"/>
                    <a:pt x="5213" y="3584"/>
                  </a:cubicBezTo>
                  <a:cubicBezTo>
                    <a:pt x="5313" y="2933"/>
                    <a:pt x="5439" y="1855"/>
                    <a:pt x="5288" y="1329"/>
                  </a:cubicBezTo>
                  <a:cubicBezTo>
                    <a:pt x="5288" y="1304"/>
                    <a:pt x="5288" y="1304"/>
                    <a:pt x="5288" y="1279"/>
                  </a:cubicBezTo>
                  <a:cubicBezTo>
                    <a:pt x="5238" y="1128"/>
                    <a:pt x="5163" y="1003"/>
                    <a:pt x="5088" y="878"/>
                  </a:cubicBezTo>
                  <a:cubicBezTo>
                    <a:pt x="4962" y="727"/>
                    <a:pt x="4812" y="602"/>
                    <a:pt x="4637" y="552"/>
                  </a:cubicBezTo>
                  <a:cubicBezTo>
                    <a:pt x="4586" y="552"/>
                    <a:pt x="4561" y="527"/>
                    <a:pt x="4511" y="527"/>
                  </a:cubicBezTo>
                  <a:cubicBezTo>
                    <a:pt x="4461" y="527"/>
                    <a:pt x="4436" y="552"/>
                    <a:pt x="4386" y="552"/>
                  </a:cubicBezTo>
                  <a:cubicBezTo>
                    <a:pt x="4311" y="577"/>
                    <a:pt x="4211" y="602"/>
                    <a:pt x="4135" y="677"/>
                  </a:cubicBezTo>
                  <a:cubicBezTo>
                    <a:pt x="4010" y="426"/>
                    <a:pt x="3784" y="126"/>
                    <a:pt x="3459" y="25"/>
                  </a:cubicBezTo>
                  <a:cubicBezTo>
                    <a:pt x="3399" y="9"/>
                    <a:pt x="3337" y="1"/>
                    <a:pt x="3275" y="1"/>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4" name="Google Shape;4894;p54"/>
            <p:cNvSpPr/>
            <p:nvPr/>
          </p:nvSpPr>
          <p:spPr>
            <a:xfrm>
              <a:off x="5939510" y="3338772"/>
              <a:ext cx="244909" cy="751327"/>
            </a:xfrm>
            <a:custGeom>
              <a:rect b="b" l="l" r="r" t="t"/>
              <a:pathLst>
                <a:path extrusionOk="0" h="23763" w="7746">
                  <a:moveTo>
                    <a:pt x="3409" y="214"/>
                  </a:moveTo>
                  <a:cubicBezTo>
                    <a:pt x="3460" y="214"/>
                    <a:pt x="3510" y="219"/>
                    <a:pt x="3560" y="229"/>
                  </a:cubicBezTo>
                  <a:cubicBezTo>
                    <a:pt x="3860" y="329"/>
                    <a:pt x="4061" y="605"/>
                    <a:pt x="4186" y="830"/>
                  </a:cubicBezTo>
                  <a:lnTo>
                    <a:pt x="4236" y="930"/>
                  </a:lnTo>
                  <a:lnTo>
                    <a:pt x="4337" y="855"/>
                  </a:lnTo>
                  <a:cubicBezTo>
                    <a:pt x="4387" y="805"/>
                    <a:pt x="4462" y="780"/>
                    <a:pt x="4537" y="755"/>
                  </a:cubicBezTo>
                  <a:cubicBezTo>
                    <a:pt x="4575" y="742"/>
                    <a:pt x="4606" y="736"/>
                    <a:pt x="4637" y="736"/>
                  </a:cubicBezTo>
                  <a:cubicBezTo>
                    <a:pt x="4669" y="736"/>
                    <a:pt x="4700" y="742"/>
                    <a:pt x="4738" y="755"/>
                  </a:cubicBezTo>
                  <a:cubicBezTo>
                    <a:pt x="4888" y="805"/>
                    <a:pt x="5013" y="905"/>
                    <a:pt x="5139" y="1056"/>
                  </a:cubicBezTo>
                  <a:cubicBezTo>
                    <a:pt x="5214" y="1156"/>
                    <a:pt x="5264" y="1281"/>
                    <a:pt x="5314" y="1407"/>
                  </a:cubicBezTo>
                  <a:lnTo>
                    <a:pt x="5314" y="1432"/>
                  </a:lnTo>
                  <a:cubicBezTo>
                    <a:pt x="5314" y="1457"/>
                    <a:pt x="5314" y="1457"/>
                    <a:pt x="5314" y="1457"/>
                  </a:cubicBezTo>
                  <a:cubicBezTo>
                    <a:pt x="5439" y="1958"/>
                    <a:pt x="5339" y="3061"/>
                    <a:pt x="5239" y="3687"/>
                  </a:cubicBezTo>
                  <a:lnTo>
                    <a:pt x="5214" y="3913"/>
                  </a:lnTo>
                  <a:lnTo>
                    <a:pt x="5414" y="3788"/>
                  </a:lnTo>
                  <a:cubicBezTo>
                    <a:pt x="5640" y="3618"/>
                    <a:pt x="5879" y="3534"/>
                    <a:pt x="6080" y="3534"/>
                  </a:cubicBezTo>
                  <a:cubicBezTo>
                    <a:pt x="6147" y="3534"/>
                    <a:pt x="6210" y="3543"/>
                    <a:pt x="6266" y="3562"/>
                  </a:cubicBezTo>
                  <a:cubicBezTo>
                    <a:pt x="6317" y="3587"/>
                    <a:pt x="6342" y="3587"/>
                    <a:pt x="6367" y="3612"/>
                  </a:cubicBezTo>
                  <a:cubicBezTo>
                    <a:pt x="6542" y="3737"/>
                    <a:pt x="6642" y="3938"/>
                    <a:pt x="6642" y="4239"/>
                  </a:cubicBezTo>
                  <a:cubicBezTo>
                    <a:pt x="6617" y="4690"/>
                    <a:pt x="6191" y="5266"/>
                    <a:pt x="5740" y="5893"/>
                  </a:cubicBezTo>
                  <a:cubicBezTo>
                    <a:pt x="5339" y="6444"/>
                    <a:pt x="4913" y="7046"/>
                    <a:pt x="4913" y="7422"/>
                  </a:cubicBezTo>
                  <a:lnTo>
                    <a:pt x="4913" y="7447"/>
                  </a:lnTo>
                  <a:cubicBezTo>
                    <a:pt x="5038" y="7747"/>
                    <a:pt x="7545" y="14966"/>
                    <a:pt x="7444" y="16996"/>
                  </a:cubicBezTo>
                  <a:cubicBezTo>
                    <a:pt x="7419" y="17171"/>
                    <a:pt x="7394" y="17347"/>
                    <a:pt x="7319" y="17522"/>
                  </a:cubicBezTo>
                  <a:cubicBezTo>
                    <a:pt x="6592" y="19928"/>
                    <a:pt x="3785" y="22209"/>
                    <a:pt x="2081" y="23412"/>
                  </a:cubicBezTo>
                  <a:cubicBezTo>
                    <a:pt x="2081" y="23337"/>
                    <a:pt x="2056" y="23261"/>
                    <a:pt x="2031" y="23186"/>
                  </a:cubicBezTo>
                  <a:cubicBezTo>
                    <a:pt x="1630" y="21332"/>
                    <a:pt x="803" y="19301"/>
                    <a:pt x="377" y="18249"/>
                  </a:cubicBezTo>
                  <a:cubicBezTo>
                    <a:pt x="327" y="18149"/>
                    <a:pt x="301" y="18073"/>
                    <a:pt x="276" y="17998"/>
                  </a:cubicBezTo>
                  <a:cubicBezTo>
                    <a:pt x="702" y="17823"/>
                    <a:pt x="1129" y="17622"/>
                    <a:pt x="1530" y="17422"/>
                  </a:cubicBezTo>
                  <a:lnTo>
                    <a:pt x="1605" y="17372"/>
                  </a:lnTo>
                  <a:lnTo>
                    <a:pt x="1580" y="17296"/>
                  </a:lnTo>
                  <a:cubicBezTo>
                    <a:pt x="1329" y="15968"/>
                    <a:pt x="1229" y="13687"/>
                    <a:pt x="1304" y="10529"/>
                  </a:cubicBezTo>
                  <a:lnTo>
                    <a:pt x="1304" y="10154"/>
                  </a:lnTo>
                  <a:cubicBezTo>
                    <a:pt x="1329" y="9627"/>
                    <a:pt x="1354" y="9151"/>
                    <a:pt x="1354" y="8800"/>
                  </a:cubicBezTo>
                  <a:lnTo>
                    <a:pt x="1354" y="8725"/>
                  </a:lnTo>
                  <a:cubicBezTo>
                    <a:pt x="1379" y="8449"/>
                    <a:pt x="1379" y="8274"/>
                    <a:pt x="1379" y="8224"/>
                  </a:cubicBezTo>
                  <a:cubicBezTo>
                    <a:pt x="1379" y="8123"/>
                    <a:pt x="1379" y="8023"/>
                    <a:pt x="1354" y="7948"/>
                  </a:cubicBezTo>
                  <a:cubicBezTo>
                    <a:pt x="1354" y="7848"/>
                    <a:pt x="1354" y="7773"/>
                    <a:pt x="1354" y="7697"/>
                  </a:cubicBezTo>
                  <a:cubicBezTo>
                    <a:pt x="1304" y="7121"/>
                    <a:pt x="1229" y="6745"/>
                    <a:pt x="1103" y="6244"/>
                  </a:cubicBezTo>
                  <a:cubicBezTo>
                    <a:pt x="1053" y="5993"/>
                    <a:pt x="978" y="5717"/>
                    <a:pt x="903" y="5392"/>
                  </a:cubicBezTo>
                  <a:cubicBezTo>
                    <a:pt x="677" y="4264"/>
                    <a:pt x="377" y="2710"/>
                    <a:pt x="753" y="1657"/>
                  </a:cubicBezTo>
                  <a:cubicBezTo>
                    <a:pt x="878" y="1256"/>
                    <a:pt x="1053" y="1031"/>
                    <a:pt x="1254" y="955"/>
                  </a:cubicBezTo>
                  <a:lnTo>
                    <a:pt x="1304" y="955"/>
                  </a:lnTo>
                  <a:cubicBezTo>
                    <a:pt x="1342" y="943"/>
                    <a:pt x="1379" y="937"/>
                    <a:pt x="1417" y="937"/>
                  </a:cubicBezTo>
                  <a:cubicBezTo>
                    <a:pt x="1454" y="937"/>
                    <a:pt x="1492" y="943"/>
                    <a:pt x="1530" y="955"/>
                  </a:cubicBezTo>
                  <a:lnTo>
                    <a:pt x="1630" y="981"/>
                  </a:lnTo>
                  <a:lnTo>
                    <a:pt x="1655" y="905"/>
                  </a:lnTo>
                  <a:cubicBezTo>
                    <a:pt x="1805" y="705"/>
                    <a:pt x="1956" y="580"/>
                    <a:pt x="2156" y="504"/>
                  </a:cubicBezTo>
                  <a:cubicBezTo>
                    <a:pt x="2241" y="483"/>
                    <a:pt x="2321" y="475"/>
                    <a:pt x="2395" y="475"/>
                  </a:cubicBezTo>
                  <a:cubicBezTo>
                    <a:pt x="2496" y="475"/>
                    <a:pt x="2585" y="490"/>
                    <a:pt x="2657" y="504"/>
                  </a:cubicBezTo>
                  <a:lnTo>
                    <a:pt x="2707" y="529"/>
                  </a:lnTo>
                  <a:lnTo>
                    <a:pt x="2758" y="479"/>
                  </a:lnTo>
                  <a:cubicBezTo>
                    <a:pt x="2979" y="298"/>
                    <a:pt x="3201" y="214"/>
                    <a:pt x="3409" y="214"/>
                  </a:cubicBezTo>
                  <a:close/>
                  <a:moveTo>
                    <a:pt x="3389" y="1"/>
                  </a:moveTo>
                  <a:cubicBezTo>
                    <a:pt x="3152" y="1"/>
                    <a:pt x="2905" y="94"/>
                    <a:pt x="2657" y="304"/>
                  </a:cubicBezTo>
                  <a:cubicBezTo>
                    <a:pt x="2575" y="276"/>
                    <a:pt x="2477" y="256"/>
                    <a:pt x="2369" y="256"/>
                  </a:cubicBezTo>
                  <a:cubicBezTo>
                    <a:pt x="2279" y="256"/>
                    <a:pt x="2183" y="270"/>
                    <a:pt x="2081" y="304"/>
                  </a:cubicBezTo>
                  <a:cubicBezTo>
                    <a:pt x="1855" y="379"/>
                    <a:pt x="1680" y="529"/>
                    <a:pt x="1530" y="730"/>
                  </a:cubicBezTo>
                  <a:cubicBezTo>
                    <a:pt x="1496" y="722"/>
                    <a:pt x="1463" y="719"/>
                    <a:pt x="1430" y="719"/>
                  </a:cubicBezTo>
                  <a:cubicBezTo>
                    <a:pt x="1365" y="719"/>
                    <a:pt x="1304" y="730"/>
                    <a:pt x="1254" y="730"/>
                  </a:cubicBezTo>
                  <a:cubicBezTo>
                    <a:pt x="1229" y="755"/>
                    <a:pt x="1204" y="755"/>
                    <a:pt x="1179" y="755"/>
                  </a:cubicBezTo>
                  <a:cubicBezTo>
                    <a:pt x="903" y="855"/>
                    <a:pt x="702" y="1131"/>
                    <a:pt x="552" y="1582"/>
                  </a:cubicBezTo>
                  <a:cubicBezTo>
                    <a:pt x="151" y="2685"/>
                    <a:pt x="477" y="4264"/>
                    <a:pt x="702" y="5442"/>
                  </a:cubicBezTo>
                  <a:cubicBezTo>
                    <a:pt x="778" y="5768"/>
                    <a:pt x="853" y="6043"/>
                    <a:pt x="903" y="6294"/>
                  </a:cubicBezTo>
                  <a:cubicBezTo>
                    <a:pt x="1028" y="6795"/>
                    <a:pt x="1103" y="7146"/>
                    <a:pt x="1154" y="7697"/>
                  </a:cubicBezTo>
                  <a:cubicBezTo>
                    <a:pt x="1154" y="7773"/>
                    <a:pt x="1154" y="7848"/>
                    <a:pt x="1154" y="7948"/>
                  </a:cubicBezTo>
                  <a:cubicBezTo>
                    <a:pt x="1154" y="8023"/>
                    <a:pt x="1154" y="8123"/>
                    <a:pt x="1179" y="8224"/>
                  </a:cubicBezTo>
                  <a:cubicBezTo>
                    <a:pt x="1179" y="8274"/>
                    <a:pt x="1154" y="8449"/>
                    <a:pt x="1154" y="8725"/>
                  </a:cubicBezTo>
                  <a:lnTo>
                    <a:pt x="1154" y="8800"/>
                  </a:lnTo>
                  <a:cubicBezTo>
                    <a:pt x="1129" y="9151"/>
                    <a:pt x="1129" y="9627"/>
                    <a:pt x="1103" y="10154"/>
                  </a:cubicBezTo>
                  <a:lnTo>
                    <a:pt x="1103" y="10504"/>
                  </a:lnTo>
                  <a:cubicBezTo>
                    <a:pt x="1028" y="13637"/>
                    <a:pt x="1103" y="15918"/>
                    <a:pt x="1379" y="17271"/>
                  </a:cubicBezTo>
                  <a:cubicBezTo>
                    <a:pt x="953" y="17472"/>
                    <a:pt x="527" y="17672"/>
                    <a:pt x="101" y="17848"/>
                  </a:cubicBezTo>
                  <a:lnTo>
                    <a:pt x="1" y="17898"/>
                  </a:lnTo>
                  <a:lnTo>
                    <a:pt x="51" y="17998"/>
                  </a:lnTo>
                  <a:cubicBezTo>
                    <a:pt x="76" y="18098"/>
                    <a:pt x="126" y="18199"/>
                    <a:pt x="176" y="18324"/>
                  </a:cubicBezTo>
                  <a:cubicBezTo>
                    <a:pt x="627" y="19377"/>
                    <a:pt x="1429" y="21407"/>
                    <a:pt x="1830" y="23236"/>
                  </a:cubicBezTo>
                  <a:cubicBezTo>
                    <a:pt x="1855" y="23362"/>
                    <a:pt x="1880" y="23487"/>
                    <a:pt x="1905" y="23612"/>
                  </a:cubicBezTo>
                  <a:lnTo>
                    <a:pt x="1931" y="23763"/>
                  </a:lnTo>
                  <a:lnTo>
                    <a:pt x="2081" y="23662"/>
                  </a:lnTo>
                  <a:cubicBezTo>
                    <a:pt x="3785" y="22484"/>
                    <a:pt x="6768" y="20129"/>
                    <a:pt x="7494" y="17597"/>
                  </a:cubicBezTo>
                  <a:cubicBezTo>
                    <a:pt x="7595" y="17397"/>
                    <a:pt x="7645" y="17196"/>
                    <a:pt x="7645" y="16996"/>
                  </a:cubicBezTo>
                  <a:cubicBezTo>
                    <a:pt x="7745" y="14991"/>
                    <a:pt x="5414" y="8249"/>
                    <a:pt x="5139" y="7397"/>
                  </a:cubicBezTo>
                  <a:cubicBezTo>
                    <a:pt x="5139" y="7096"/>
                    <a:pt x="5565" y="6494"/>
                    <a:pt x="5916" y="6018"/>
                  </a:cubicBezTo>
                  <a:cubicBezTo>
                    <a:pt x="6392" y="5367"/>
                    <a:pt x="6818" y="4765"/>
                    <a:pt x="6843" y="4239"/>
                  </a:cubicBezTo>
                  <a:cubicBezTo>
                    <a:pt x="6843" y="3888"/>
                    <a:pt x="6718" y="3587"/>
                    <a:pt x="6492" y="3437"/>
                  </a:cubicBezTo>
                  <a:cubicBezTo>
                    <a:pt x="6442" y="3412"/>
                    <a:pt x="6392" y="3387"/>
                    <a:pt x="6342" y="3362"/>
                  </a:cubicBezTo>
                  <a:cubicBezTo>
                    <a:pt x="6272" y="3338"/>
                    <a:pt x="6192" y="3327"/>
                    <a:pt x="6107" y="3327"/>
                  </a:cubicBezTo>
                  <a:cubicBezTo>
                    <a:pt x="5917" y="3327"/>
                    <a:pt x="5697" y="3383"/>
                    <a:pt x="5489" y="3487"/>
                  </a:cubicBezTo>
                  <a:cubicBezTo>
                    <a:pt x="5565" y="2760"/>
                    <a:pt x="5640" y="1883"/>
                    <a:pt x="5515" y="1407"/>
                  </a:cubicBezTo>
                  <a:cubicBezTo>
                    <a:pt x="5515" y="1407"/>
                    <a:pt x="5515" y="1382"/>
                    <a:pt x="5515" y="1356"/>
                  </a:cubicBezTo>
                  <a:cubicBezTo>
                    <a:pt x="5464" y="1181"/>
                    <a:pt x="5389" y="1056"/>
                    <a:pt x="5314" y="930"/>
                  </a:cubicBezTo>
                  <a:cubicBezTo>
                    <a:pt x="5164" y="730"/>
                    <a:pt x="4988" y="605"/>
                    <a:pt x="4788" y="554"/>
                  </a:cubicBezTo>
                  <a:cubicBezTo>
                    <a:pt x="4738" y="554"/>
                    <a:pt x="4687" y="529"/>
                    <a:pt x="4637" y="529"/>
                  </a:cubicBezTo>
                  <a:cubicBezTo>
                    <a:pt x="4587" y="529"/>
                    <a:pt x="4537" y="529"/>
                    <a:pt x="4512" y="554"/>
                  </a:cubicBezTo>
                  <a:cubicBezTo>
                    <a:pt x="4437" y="554"/>
                    <a:pt x="4362" y="580"/>
                    <a:pt x="4311" y="630"/>
                  </a:cubicBezTo>
                  <a:cubicBezTo>
                    <a:pt x="4161" y="379"/>
                    <a:pt x="3936" y="128"/>
                    <a:pt x="3610" y="28"/>
                  </a:cubicBezTo>
                  <a:cubicBezTo>
                    <a:pt x="3537" y="10"/>
                    <a:pt x="3464" y="1"/>
                    <a:pt x="3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5" name="Google Shape;4895;p54"/>
            <p:cNvSpPr/>
            <p:nvPr/>
          </p:nvSpPr>
          <p:spPr>
            <a:xfrm>
              <a:off x="5705468" y="4079568"/>
              <a:ext cx="90805" cy="27286"/>
            </a:xfrm>
            <a:custGeom>
              <a:rect b="b" l="l" r="r" t="t"/>
              <a:pathLst>
                <a:path extrusionOk="0" h="863" w="2872">
                  <a:moveTo>
                    <a:pt x="133" y="0"/>
                  </a:moveTo>
                  <a:cubicBezTo>
                    <a:pt x="69" y="0"/>
                    <a:pt x="0" y="74"/>
                    <a:pt x="34" y="158"/>
                  </a:cubicBezTo>
                  <a:cubicBezTo>
                    <a:pt x="134" y="359"/>
                    <a:pt x="210" y="584"/>
                    <a:pt x="310" y="810"/>
                  </a:cubicBezTo>
                  <a:cubicBezTo>
                    <a:pt x="321" y="844"/>
                    <a:pt x="353" y="857"/>
                    <a:pt x="387" y="857"/>
                  </a:cubicBezTo>
                  <a:cubicBezTo>
                    <a:pt x="428" y="857"/>
                    <a:pt x="472" y="837"/>
                    <a:pt x="485" y="810"/>
                  </a:cubicBezTo>
                  <a:cubicBezTo>
                    <a:pt x="535" y="710"/>
                    <a:pt x="611" y="609"/>
                    <a:pt x="661" y="509"/>
                  </a:cubicBezTo>
                  <a:cubicBezTo>
                    <a:pt x="685" y="485"/>
                    <a:pt x="776" y="282"/>
                    <a:pt x="828" y="282"/>
                  </a:cubicBezTo>
                  <a:cubicBezTo>
                    <a:pt x="831" y="282"/>
                    <a:pt x="834" y="282"/>
                    <a:pt x="836" y="283"/>
                  </a:cubicBezTo>
                  <a:cubicBezTo>
                    <a:pt x="886" y="283"/>
                    <a:pt x="962" y="509"/>
                    <a:pt x="987" y="534"/>
                  </a:cubicBezTo>
                  <a:cubicBezTo>
                    <a:pt x="1037" y="634"/>
                    <a:pt x="1087" y="710"/>
                    <a:pt x="1137" y="810"/>
                  </a:cubicBezTo>
                  <a:cubicBezTo>
                    <a:pt x="1150" y="835"/>
                    <a:pt x="1181" y="847"/>
                    <a:pt x="1215" y="847"/>
                  </a:cubicBezTo>
                  <a:cubicBezTo>
                    <a:pt x="1250" y="847"/>
                    <a:pt x="1287" y="835"/>
                    <a:pt x="1312" y="810"/>
                  </a:cubicBezTo>
                  <a:lnTo>
                    <a:pt x="1513" y="459"/>
                  </a:lnTo>
                  <a:cubicBezTo>
                    <a:pt x="1538" y="409"/>
                    <a:pt x="1538" y="384"/>
                    <a:pt x="1563" y="334"/>
                  </a:cubicBezTo>
                  <a:cubicBezTo>
                    <a:pt x="1595" y="285"/>
                    <a:pt x="1617" y="257"/>
                    <a:pt x="1649" y="257"/>
                  </a:cubicBezTo>
                  <a:cubicBezTo>
                    <a:pt x="1666" y="257"/>
                    <a:pt x="1687" y="266"/>
                    <a:pt x="1713" y="283"/>
                  </a:cubicBezTo>
                  <a:cubicBezTo>
                    <a:pt x="1789" y="359"/>
                    <a:pt x="1864" y="434"/>
                    <a:pt x="1939" y="509"/>
                  </a:cubicBezTo>
                  <a:cubicBezTo>
                    <a:pt x="2039" y="609"/>
                    <a:pt x="2114" y="710"/>
                    <a:pt x="2190" y="810"/>
                  </a:cubicBezTo>
                  <a:cubicBezTo>
                    <a:pt x="2205" y="841"/>
                    <a:pt x="2249" y="862"/>
                    <a:pt x="2287" y="862"/>
                  </a:cubicBezTo>
                  <a:cubicBezTo>
                    <a:pt x="2310" y="862"/>
                    <a:pt x="2330" y="854"/>
                    <a:pt x="2340" y="835"/>
                  </a:cubicBezTo>
                  <a:cubicBezTo>
                    <a:pt x="2490" y="634"/>
                    <a:pt x="2666" y="459"/>
                    <a:pt x="2816" y="258"/>
                  </a:cubicBezTo>
                  <a:cubicBezTo>
                    <a:pt x="2872" y="184"/>
                    <a:pt x="2804" y="96"/>
                    <a:pt x="2734" y="96"/>
                  </a:cubicBezTo>
                  <a:cubicBezTo>
                    <a:pt x="2710" y="96"/>
                    <a:pt x="2685" y="107"/>
                    <a:pt x="2666" y="133"/>
                  </a:cubicBezTo>
                  <a:cubicBezTo>
                    <a:pt x="2541" y="283"/>
                    <a:pt x="2415" y="434"/>
                    <a:pt x="2265" y="609"/>
                  </a:cubicBezTo>
                  <a:cubicBezTo>
                    <a:pt x="2190" y="509"/>
                    <a:pt x="2114" y="409"/>
                    <a:pt x="2014" y="309"/>
                  </a:cubicBezTo>
                  <a:cubicBezTo>
                    <a:pt x="1939" y="208"/>
                    <a:pt x="1814" y="58"/>
                    <a:pt x="1688" y="33"/>
                  </a:cubicBezTo>
                  <a:cubicBezTo>
                    <a:pt x="1672" y="30"/>
                    <a:pt x="1657" y="29"/>
                    <a:pt x="1643" y="29"/>
                  </a:cubicBezTo>
                  <a:cubicBezTo>
                    <a:pt x="1522" y="29"/>
                    <a:pt x="1458" y="119"/>
                    <a:pt x="1413" y="208"/>
                  </a:cubicBezTo>
                  <a:cubicBezTo>
                    <a:pt x="1337" y="309"/>
                    <a:pt x="1287" y="434"/>
                    <a:pt x="1212" y="534"/>
                  </a:cubicBezTo>
                  <a:cubicBezTo>
                    <a:pt x="1162" y="459"/>
                    <a:pt x="1112" y="359"/>
                    <a:pt x="1062" y="258"/>
                  </a:cubicBezTo>
                  <a:cubicBezTo>
                    <a:pt x="1012" y="183"/>
                    <a:pt x="936" y="83"/>
                    <a:pt x="811" y="58"/>
                  </a:cubicBezTo>
                  <a:cubicBezTo>
                    <a:pt x="686" y="58"/>
                    <a:pt x="636" y="183"/>
                    <a:pt x="561" y="283"/>
                  </a:cubicBezTo>
                  <a:cubicBezTo>
                    <a:pt x="510" y="359"/>
                    <a:pt x="460" y="459"/>
                    <a:pt x="410" y="534"/>
                  </a:cubicBezTo>
                  <a:cubicBezTo>
                    <a:pt x="335" y="384"/>
                    <a:pt x="285" y="208"/>
                    <a:pt x="210" y="58"/>
                  </a:cubicBezTo>
                  <a:cubicBezTo>
                    <a:pt x="193" y="17"/>
                    <a:pt x="164" y="0"/>
                    <a:pt x="133"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6" name="Google Shape;4896;p54"/>
            <p:cNvSpPr/>
            <p:nvPr/>
          </p:nvSpPr>
          <p:spPr>
            <a:xfrm>
              <a:off x="5501907" y="4207339"/>
              <a:ext cx="116858" cy="41798"/>
            </a:xfrm>
            <a:custGeom>
              <a:rect b="b" l="l" r="r" t="t"/>
              <a:pathLst>
                <a:path extrusionOk="0" h="1322" w="3696">
                  <a:moveTo>
                    <a:pt x="599" y="1"/>
                  </a:moveTo>
                  <a:cubicBezTo>
                    <a:pt x="574" y="1"/>
                    <a:pt x="550" y="9"/>
                    <a:pt x="532" y="27"/>
                  </a:cubicBezTo>
                  <a:cubicBezTo>
                    <a:pt x="382" y="227"/>
                    <a:pt x="232" y="428"/>
                    <a:pt x="56" y="628"/>
                  </a:cubicBezTo>
                  <a:cubicBezTo>
                    <a:pt x="0" y="703"/>
                    <a:pt x="68" y="791"/>
                    <a:pt x="138" y="791"/>
                  </a:cubicBezTo>
                  <a:cubicBezTo>
                    <a:pt x="162" y="791"/>
                    <a:pt x="187" y="780"/>
                    <a:pt x="207" y="754"/>
                  </a:cubicBezTo>
                  <a:lnTo>
                    <a:pt x="582" y="303"/>
                  </a:lnTo>
                  <a:cubicBezTo>
                    <a:pt x="633" y="428"/>
                    <a:pt x="658" y="528"/>
                    <a:pt x="708" y="628"/>
                  </a:cubicBezTo>
                  <a:cubicBezTo>
                    <a:pt x="758" y="754"/>
                    <a:pt x="783" y="929"/>
                    <a:pt x="908" y="979"/>
                  </a:cubicBezTo>
                  <a:cubicBezTo>
                    <a:pt x="928" y="987"/>
                    <a:pt x="948" y="991"/>
                    <a:pt x="966" y="991"/>
                  </a:cubicBezTo>
                  <a:cubicBezTo>
                    <a:pt x="1065" y="991"/>
                    <a:pt x="1146" y="892"/>
                    <a:pt x="1209" y="829"/>
                  </a:cubicBezTo>
                  <a:lnTo>
                    <a:pt x="1460" y="528"/>
                  </a:lnTo>
                  <a:cubicBezTo>
                    <a:pt x="1535" y="729"/>
                    <a:pt x="1610" y="954"/>
                    <a:pt x="1635" y="1180"/>
                  </a:cubicBezTo>
                  <a:cubicBezTo>
                    <a:pt x="1635" y="1234"/>
                    <a:pt x="1687" y="1275"/>
                    <a:pt x="1735" y="1275"/>
                  </a:cubicBezTo>
                  <a:cubicBezTo>
                    <a:pt x="1754" y="1275"/>
                    <a:pt x="1771" y="1269"/>
                    <a:pt x="1785" y="1255"/>
                  </a:cubicBezTo>
                  <a:cubicBezTo>
                    <a:pt x="1986" y="1080"/>
                    <a:pt x="2161" y="904"/>
                    <a:pt x="2312" y="729"/>
                  </a:cubicBezTo>
                  <a:cubicBezTo>
                    <a:pt x="2387" y="904"/>
                    <a:pt x="2487" y="1105"/>
                    <a:pt x="2613" y="1280"/>
                  </a:cubicBezTo>
                  <a:cubicBezTo>
                    <a:pt x="2627" y="1309"/>
                    <a:pt x="2659" y="1322"/>
                    <a:pt x="2693" y="1322"/>
                  </a:cubicBezTo>
                  <a:cubicBezTo>
                    <a:pt x="2717" y="1322"/>
                    <a:pt x="2742" y="1316"/>
                    <a:pt x="2763" y="1305"/>
                  </a:cubicBezTo>
                  <a:cubicBezTo>
                    <a:pt x="3089" y="1055"/>
                    <a:pt x="3364" y="779"/>
                    <a:pt x="3640" y="453"/>
                  </a:cubicBezTo>
                  <a:cubicBezTo>
                    <a:pt x="3696" y="379"/>
                    <a:pt x="3628" y="291"/>
                    <a:pt x="3558" y="291"/>
                  </a:cubicBezTo>
                  <a:cubicBezTo>
                    <a:pt x="3534" y="291"/>
                    <a:pt x="3509" y="302"/>
                    <a:pt x="3490" y="328"/>
                  </a:cubicBezTo>
                  <a:cubicBezTo>
                    <a:pt x="3264" y="603"/>
                    <a:pt x="2989" y="854"/>
                    <a:pt x="2713" y="1080"/>
                  </a:cubicBezTo>
                  <a:cubicBezTo>
                    <a:pt x="2613" y="879"/>
                    <a:pt x="2512" y="704"/>
                    <a:pt x="2437" y="503"/>
                  </a:cubicBezTo>
                  <a:cubicBezTo>
                    <a:pt x="2437" y="455"/>
                    <a:pt x="2395" y="427"/>
                    <a:pt x="2352" y="427"/>
                  </a:cubicBezTo>
                  <a:cubicBezTo>
                    <a:pt x="2329" y="427"/>
                    <a:pt x="2304" y="435"/>
                    <a:pt x="2287" y="453"/>
                  </a:cubicBezTo>
                  <a:cubicBezTo>
                    <a:pt x="2136" y="628"/>
                    <a:pt x="1961" y="804"/>
                    <a:pt x="1811" y="954"/>
                  </a:cubicBezTo>
                  <a:cubicBezTo>
                    <a:pt x="1760" y="729"/>
                    <a:pt x="1685" y="503"/>
                    <a:pt x="1560" y="278"/>
                  </a:cubicBezTo>
                  <a:cubicBezTo>
                    <a:pt x="1547" y="253"/>
                    <a:pt x="1522" y="240"/>
                    <a:pt x="1494" y="240"/>
                  </a:cubicBezTo>
                  <a:cubicBezTo>
                    <a:pt x="1466" y="240"/>
                    <a:pt x="1435" y="253"/>
                    <a:pt x="1410" y="278"/>
                  </a:cubicBezTo>
                  <a:cubicBezTo>
                    <a:pt x="1334" y="378"/>
                    <a:pt x="1234" y="478"/>
                    <a:pt x="1159" y="553"/>
                  </a:cubicBezTo>
                  <a:cubicBezTo>
                    <a:pt x="1134" y="603"/>
                    <a:pt x="983" y="779"/>
                    <a:pt x="983" y="779"/>
                  </a:cubicBezTo>
                  <a:cubicBezTo>
                    <a:pt x="958" y="754"/>
                    <a:pt x="908" y="603"/>
                    <a:pt x="908" y="578"/>
                  </a:cubicBezTo>
                  <a:cubicBezTo>
                    <a:pt x="883" y="528"/>
                    <a:pt x="858" y="503"/>
                    <a:pt x="858" y="453"/>
                  </a:cubicBezTo>
                  <a:cubicBezTo>
                    <a:pt x="808" y="328"/>
                    <a:pt x="758" y="202"/>
                    <a:pt x="708" y="77"/>
                  </a:cubicBezTo>
                  <a:cubicBezTo>
                    <a:pt x="692" y="29"/>
                    <a:pt x="644" y="1"/>
                    <a:pt x="5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7" name="Google Shape;4897;p54"/>
            <p:cNvSpPr/>
            <p:nvPr/>
          </p:nvSpPr>
          <p:spPr>
            <a:xfrm>
              <a:off x="5756469" y="4319586"/>
              <a:ext cx="130074" cy="37404"/>
            </a:xfrm>
            <a:custGeom>
              <a:rect b="b" l="l" r="r" t="t"/>
              <a:pathLst>
                <a:path extrusionOk="0" h="1183" w="4114">
                  <a:moveTo>
                    <a:pt x="1798" y="1"/>
                  </a:moveTo>
                  <a:cubicBezTo>
                    <a:pt x="1760" y="1"/>
                    <a:pt x="1720" y="12"/>
                    <a:pt x="1679" y="36"/>
                  </a:cubicBezTo>
                  <a:cubicBezTo>
                    <a:pt x="1554" y="111"/>
                    <a:pt x="1479" y="287"/>
                    <a:pt x="1379" y="387"/>
                  </a:cubicBezTo>
                  <a:cubicBezTo>
                    <a:pt x="1278" y="512"/>
                    <a:pt x="1103" y="688"/>
                    <a:pt x="953" y="738"/>
                  </a:cubicBezTo>
                  <a:cubicBezTo>
                    <a:pt x="924" y="752"/>
                    <a:pt x="911" y="767"/>
                    <a:pt x="897" y="767"/>
                  </a:cubicBezTo>
                  <a:cubicBezTo>
                    <a:pt x="886" y="767"/>
                    <a:pt x="874" y="759"/>
                    <a:pt x="852" y="738"/>
                  </a:cubicBezTo>
                  <a:cubicBezTo>
                    <a:pt x="827" y="688"/>
                    <a:pt x="827" y="637"/>
                    <a:pt x="802" y="587"/>
                  </a:cubicBezTo>
                  <a:lnTo>
                    <a:pt x="677" y="287"/>
                  </a:lnTo>
                  <a:cubicBezTo>
                    <a:pt x="630" y="169"/>
                    <a:pt x="583" y="8"/>
                    <a:pt x="434" y="8"/>
                  </a:cubicBezTo>
                  <a:cubicBezTo>
                    <a:pt x="424" y="8"/>
                    <a:pt x="413" y="9"/>
                    <a:pt x="401" y="11"/>
                  </a:cubicBezTo>
                  <a:cubicBezTo>
                    <a:pt x="351" y="36"/>
                    <a:pt x="326" y="61"/>
                    <a:pt x="276" y="111"/>
                  </a:cubicBezTo>
                  <a:cubicBezTo>
                    <a:pt x="251" y="136"/>
                    <a:pt x="226" y="186"/>
                    <a:pt x="201" y="211"/>
                  </a:cubicBezTo>
                  <a:cubicBezTo>
                    <a:pt x="191" y="182"/>
                    <a:pt x="161" y="168"/>
                    <a:pt x="129" y="168"/>
                  </a:cubicBezTo>
                  <a:cubicBezTo>
                    <a:pt x="80" y="168"/>
                    <a:pt x="25" y="201"/>
                    <a:pt x="25" y="261"/>
                  </a:cubicBezTo>
                  <a:cubicBezTo>
                    <a:pt x="0" y="362"/>
                    <a:pt x="50" y="437"/>
                    <a:pt x="100" y="512"/>
                  </a:cubicBezTo>
                  <a:cubicBezTo>
                    <a:pt x="120" y="531"/>
                    <a:pt x="142" y="539"/>
                    <a:pt x="165" y="539"/>
                  </a:cubicBezTo>
                  <a:cubicBezTo>
                    <a:pt x="201" y="539"/>
                    <a:pt x="235" y="518"/>
                    <a:pt x="251" y="487"/>
                  </a:cubicBezTo>
                  <a:cubicBezTo>
                    <a:pt x="326" y="412"/>
                    <a:pt x="376" y="337"/>
                    <a:pt x="426" y="261"/>
                  </a:cubicBezTo>
                  <a:cubicBezTo>
                    <a:pt x="426" y="261"/>
                    <a:pt x="426" y="261"/>
                    <a:pt x="426" y="236"/>
                  </a:cubicBezTo>
                  <a:cubicBezTo>
                    <a:pt x="451" y="261"/>
                    <a:pt x="451" y="261"/>
                    <a:pt x="451" y="261"/>
                  </a:cubicBezTo>
                  <a:cubicBezTo>
                    <a:pt x="476" y="312"/>
                    <a:pt x="501" y="362"/>
                    <a:pt x="501" y="412"/>
                  </a:cubicBezTo>
                  <a:cubicBezTo>
                    <a:pt x="577" y="562"/>
                    <a:pt x="627" y="713"/>
                    <a:pt x="702" y="863"/>
                  </a:cubicBezTo>
                  <a:cubicBezTo>
                    <a:pt x="753" y="937"/>
                    <a:pt x="816" y="965"/>
                    <a:pt x="882" y="965"/>
                  </a:cubicBezTo>
                  <a:cubicBezTo>
                    <a:pt x="1043" y="965"/>
                    <a:pt x="1230" y="801"/>
                    <a:pt x="1354" y="713"/>
                  </a:cubicBezTo>
                  <a:cubicBezTo>
                    <a:pt x="1454" y="612"/>
                    <a:pt x="1554" y="512"/>
                    <a:pt x="1654" y="387"/>
                  </a:cubicBezTo>
                  <a:cubicBezTo>
                    <a:pt x="1676" y="344"/>
                    <a:pt x="1735" y="226"/>
                    <a:pt x="1798" y="226"/>
                  </a:cubicBezTo>
                  <a:cubicBezTo>
                    <a:pt x="1809" y="226"/>
                    <a:pt x="1819" y="229"/>
                    <a:pt x="1830" y="236"/>
                  </a:cubicBezTo>
                  <a:cubicBezTo>
                    <a:pt x="1880" y="261"/>
                    <a:pt x="1905" y="362"/>
                    <a:pt x="1905" y="412"/>
                  </a:cubicBezTo>
                  <a:cubicBezTo>
                    <a:pt x="1980" y="688"/>
                    <a:pt x="1980" y="938"/>
                    <a:pt x="2181" y="1164"/>
                  </a:cubicBezTo>
                  <a:cubicBezTo>
                    <a:pt x="2193" y="1176"/>
                    <a:pt x="2218" y="1183"/>
                    <a:pt x="2243" y="1183"/>
                  </a:cubicBezTo>
                  <a:cubicBezTo>
                    <a:pt x="2268" y="1183"/>
                    <a:pt x="2293" y="1176"/>
                    <a:pt x="2306" y="1164"/>
                  </a:cubicBezTo>
                  <a:cubicBezTo>
                    <a:pt x="2532" y="938"/>
                    <a:pt x="2732" y="713"/>
                    <a:pt x="2958" y="487"/>
                  </a:cubicBezTo>
                  <a:cubicBezTo>
                    <a:pt x="2958" y="487"/>
                    <a:pt x="3008" y="437"/>
                    <a:pt x="3033" y="412"/>
                  </a:cubicBezTo>
                  <a:cubicBezTo>
                    <a:pt x="3033" y="412"/>
                    <a:pt x="3033" y="437"/>
                    <a:pt x="3058" y="437"/>
                  </a:cubicBezTo>
                  <a:cubicBezTo>
                    <a:pt x="3083" y="512"/>
                    <a:pt x="3133" y="587"/>
                    <a:pt x="3183" y="637"/>
                  </a:cubicBezTo>
                  <a:cubicBezTo>
                    <a:pt x="3283" y="788"/>
                    <a:pt x="3359" y="913"/>
                    <a:pt x="3434" y="1038"/>
                  </a:cubicBezTo>
                  <a:cubicBezTo>
                    <a:pt x="3459" y="1063"/>
                    <a:pt x="3490" y="1076"/>
                    <a:pt x="3522" y="1076"/>
                  </a:cubicBezTo>
                  <a:cubicBezTo>
                    <a:pt x="3553" y="1076"/>
                    <a:pt x="3584" y="1063"/>
                    <a:pt x="3609" y="1038"/>
                  </a:cubicBezTo>
                  <a:cubicBezTo>
                    <a:pt x="3760" y="838"/>
                    <a:pt x="3910" y="637"/>
                    <a:pt x="4060" y="437"/>
                  </a:cubicBezTo>
                  <a:cubicBezTo>
                    <a:pt x="4114" y="366"/>
                    <a:pt x="4041" y="295"/>
                    <a:pt x="3968" y="295"/>
                  </a:cubicBezTo>
                  <a:cubicBezTo>
                    <a:pt x="3938" y="295"/>
                    <a:pt x="3907" y="307"/>
                    <a:pt x="3885" y="337"/>
                  </a:cubicBezTo>
                  <a:cubicBezTo>
                    <a:pt x="3760" y="487"/>
                    <a:pt x="3659" y="637"/>
                    <a:pt x="3534" y="813"/>
                  </a:cubicBezTo>
                  <a:cubicBezTo>
                    <a:pt x="3459" y="662"/>
                    <a:pt x="3359" y="537"/>
                    <a:pt x="3283" y="412"/>
                  </a:cubicBezTo>
                  <a:cubicBezTo>
                    <a:pt x="3221" y="328"/>
                    <a:pt x="3158" y="193"/>
                    <a:pt x="3053" y="193"/>
                  </a:cubicBezTo>
                  <a:cubicBezTo>
                    <a:pt x="3031" y="193"/>
                    <a:pt x="3008" y="199"/>
                    <a:pt x="2983" y="211"/>
                  </a:cubicBezTo>
                  <a:cubicBezTo>
                    <a:pt x="2907" y="236"/>
                    <a:pt x="2857" y="312"/>
                    <a:pt x="2782" y="362"/>
                  </a:cubicBezTo>
                  <a:lnTo>
                    <a:pt x="2582" y="587"/>
                  </a:lnTo>
                  <a:cubicBezTo>
                    <a:pt x="2481" y="688"/>
                    <a:pt x="2356" y="813"/>
                    <a:pt x="2256" y="913"/>
                  </a:cubicBezTo>
                  <a:cubicBezTo>
                    <a:pt x="2105" y="688"/>
                    <a:pt x="2156" y="362"/>
                    <a:pt x="2005" y="136"/>
                  </a:cubicBezTo>
                  <a:cubicBezTo>
                    <a:pt x="1954" y="51"/>
                    <a:pt x="1880" y="1"/>
                    <a:pt x="179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8" name="Google Shape;4898;p54"/>
            <p:cNvSpPr/>
            <p:nvPr/>
          </p:nvSpPr>
          <p:spPr>
            <a:xfrm>
              <a:off x="5546742" y="4080137"/>
              <a:ext cx="15271" cy="38447"/>
            </a:xfrm>
            <a:custGeom>
              <a:rect b="b" l="l" r="r" t="t"/>
              <a:pathLst>
                <a:path extrusionOk="0" h="1216" w="483">
                  <a:moveTo>
                    <a:pt x="129" y="1"/>
                  </a:moveTo>
                  <a:cubicBezTo>
                    <a:pt x="66" y="1"/>
                    <a:pt x="1" y="60"/>
                    <a:pt x="17" y="140"/>
                  </a:cubicBezTo>
                  <a:cubicBezTo>
                    <a:pt x="92" y="466"/>
                    <a:pt x="192" y="817"/>
                    <a:pt x="267" y="1143"/>
                  </a:cubicBezTo>
                  <a:cubicBezTo>
                    <a:pt x="287" y="1193"/>
                    <a:pt x="328" y="1215"/>
                    <a:pt x="368" y="1215"/>
                  </a:cubicBezTo>
                  <a:cubicBezTo>
                    <a:pt x="426" y="1215"/>
                    <a:pt x="483" y="1167"/>
                    <a:pt x="468" y="1093"/>
                  </a:cubicBezTo>
                  <a:cubicBezTo>
                    <a:pt x="393" y="742"/>
                    <a:pt x="292" y="416"/>
                    <a:pt x="217" y="65"/>
                  </a:cubicBezTo>
                  <a:cubicBezTo>
                    <a:pt x="199" y="20"/>
                    <a:pt x="164" y="1"/>
                    <a:pt x="12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9" name="Google Shape;4899;p54"/>
            <p:cNvSpPr/>
            <p:nvPr/>
          </p:nvSpPr>
          <p:spPr>
            <a:xfrm>
              <a:off x="5536150" y="4088516"/>
              <a:ext cx="7968" cy="26179"/>
            </a:xfrm>
            <a:custGeom>
              <a:rect b="b" l="l" r="r" t="t"/>
              <a:pathLst>
                <a:path extrusionOk="0" h="828" w="252">
                  <a:moveTo>
                    <a:pt x="101" y="0"/>
                  </a:moveTo>
                  <a:cubicBezTo>
                    <a:pt x="51" y="0"/>
                    <a:pt x="1" y="51"/>
                    <a:pt x="1" y="101"/>
                  </a:cubicBezTo>
                  <a:cubicBezTo>
                    <a:pt x="1" y="301"/>
                    <a:pt x="1" y="527"/>
                    <a:pt x="51" y="752"/>
                  </a:cubicBezTo>
                  <a:cubicBezTo>
                    <a:pt x="76" y="803"/>
                    <a:pt x="126" y="828"/>
                    <a:pt x="176" y="828"/>
                  </a:cubicBezTo>
                  <a:cubicBezTo>
                    <a:pt x="226" y="803"/>
                    <a:pt x="251" y="752"/>
                    <a:pt x="251" y="702"/>
                  </a:cubicBezTo>
                  <a:cubicBezTo>
                    <a:pt x="201" y="502"/>
                    <a:pt x="201" y="301"/>
                    <a:pt x="201" y="101"/>
                  </a:cubicBezTo>
                  <a:cubicBezTo>
                    <a:pt x="226" y="26"/>
                    <a:pt x="151" y="0"/>
                    <a:pt x="1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0" name="Google Shape;4900;p54"/>
            <p:cNvSpPr/>
            <p:nvPr/>
          </p:nvSpPr>
          <p:spPr>
            <a:xfrm>
              <a:off x="5648681" y="4330209"/>
              <a:ext cx="9548" cy="23808"/>
            </a:xfrm>
            <a:custGeom>
              <a:rect b="b" l="l" r="r" t="t"/>
              <a:pathLst>
                <a:path extrusionOk="0" h="753" w="302">
                  <a:moveTo>
                    <a:pt x="101" y="1"/>
                  </a:moveTo>
                  <a:cubicBezTo>
                    <a:pt x="51" y="1"/>
                    <a:pt x="1" y="51"/>
                    <a:pt x="1" y="101"/>
                  </a:cubicBezTo>
                  <a:cubicBezTo>
                    <a:pt x="1" y="301"/>
                    <a:pt x="26" y="502"/>
                    <a:pt x="76" y="677"/>
                  </a:cubicBezTo>
                  <a:cubicBezTo>
                    <a:pt x="101" y="727"/>
                    <a:pt x="151" y="753"/>
                    <a:pt x="201" y="753"/>
                  </a:cubicBezTo>
                  <a:cubicBezTo>
                    <a:pt x="251" y="727"/>
                    <a:pt x="301" y="677"/>
                    <a:pt x="276" y="627"/>
                  </a:cubicBezTo>
                  <a:cubicBezTo>
                    <a:pt x="251" y="527"/>
                    <a:pt x="226" y="452"/>
                    <a:pt x="201" y="352"/>
                  </a:cubicBezTo>
                  <a:cubicBezTo>
                    <a:pt x="201" y="326"/>
                    <a:pt x="201" y="326"/>
                    <a:pt x="201" y="301"/>
                  </a:cubicBezTo>
                  <a:cubicBezTo>
                    <a:pt x="201" y="276"/>
                    <a:pt x="201" y="251"/>
                    <a:pt x="201" y="251"/>
                  </a:cubicBezTo>
                  <a:cubicBezTo>
                    <a:pt x="201" y="201"/>
                    <a:pt x="201" y="151"/>
                    <a:pt x="201" y="101"/>
                  </a:cubicBezTo>
                  <a:cubicBezTo>
                    <a:pt x="201" y="51"/>
                    <a:pt x="151" y="1"/>
                    <a:pt x="10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1" name="Google Shape;4901;p54"/>
            <p:cNvSpPr/>
            <p:nvPr/>
          </p:nvSpPr>
          <p:spPr>
            <a:xfrm>
              <a:off x="5633630" y="4338146"/>
              <a:ext cx="10339" cy="22512"/>
            </a:xfrm>
            <a:custGeom>
              <a:rect b="b" l="l" r="r" t="t"/>
              <a:pathLst>
                <a:path extrusionOk="0" h="712" w="327">
                  <a:moveTo>
                    <a:pt x="101" y="0"/>
                  </a:moveTo>
                  <a:cubicBezTo>
                    <a:pt x="51" y="0"/>
                    <a:pt x="0" y="50"/>
                    <a:pt x="0" y="101"/>
                  </a:cubicBezTo>
                  <a:cubicBezTo>
                    <a:pt x="0" y="276"/>
                    <a:pt x="26" y="476"/>
                    <a:pt x="101" y="627"/>
                  </a:cubicBezTo>
                  <a:cubicBezTo>
                    <a:pt x="119" y="683"/>
                    <a:pt x="152" y="711"/>
                    <a:pt x="189" y="711"/>
                  </a:cubicBezTo>
                  <a:cubicBezTo>
                    <a:pt x="201" y="711"/>
                    <a:pt x="213" y="708"/>
                    <a:pt x="226" y="702"/>
                  </a:cubicBezTo>
                  <a:cubicBezTo>
                    <a:pt x="276" y="702"/>
                    <a:pt x="326" y="627"/>
                    <a:pt x="301" y="577"/>
                  </a:cubicBezTo>
                  <a:cubicBezTo>
                    <a:pt x="276" y="502"/>
                    <a:pt x="251" y="426"/>
                    <a:pt x="226" y="351"/>
                  </a:cubicBezTo>
                  <a:cubicBezTo>
                    <a:pt x="226" y="326"/>
                    <a:pt x="226" y="326"/>
                    <a:pt x="226" y="301"/>
                  </a:cubicBezTo>
                  <a:cubicBezTo>
                    <a:pt x="226" y="276"/>
                    <a:pt x="226" y="251"/>
                    <a:pt x="226" y="226"/>
                  </a:cubicBezTo>
                  <a:cubicBezTo>
                    <a:pt x="201" y="201"/>
                    <a:pt x="201" y="151"/>
                    <a:pt x="201" y="101"/>
                  </a:cubicBezTo>
                  <a:cubicBezTo>
                    <a:pt x="226" y="50"/>
                    <a:pt x="176" y="0"/>
                    <a:pt x="101"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2" name="Google Shape;4902;p54"/>
            <p:cNvSpPr/>
            <p:nvPr/>
          </p:nvSpPr>
          <p:spPr>
            <a:xfrm>
              <a:off x="5479647" y="4396356"/>
              <a:ext cx="87454" cy="33356"/>
            </a:xfrm>
            <a:custGeom>
              <a:rect b="b" l="l" r="r" t="t"/>
              <a:pathLst>
                <a:path extrusionOk="0" h="1055" w="2766">
                  <a:moveTo>
                    <a:pt x="704" y="1"/>
                  </a:moveTo>
                  <a:cubicBezTo>
                    <a:pt x="678" y="1"/>
                    <a:pt x="653" y="11"/>
                    <a:pt x="635" y="39"/>
                  </a:cubicBezTo>
                  <a:cubicBezTo>
                    <a:pt x="434" y="265"/>
                    <a:pt x="259" y="490"/>
                    <a:pt x="58" y="716"/>
                  </a:cubicBezTo>
                  <a:cubicBezTo>
                    <a:pt x="1" y="793"/>
                    <a:pt x="61" y="899"/>
                    <a:pt x="138" y="899"/>
                  </a:cubicBezTo>
                  <a:cubicBezTo>
                    <a:pt x="161" y="899"/>
                    <a:pt x="185" y="889"/>
                    <a:pt x="209" y="866"/>
                  </a:cubicBezTo>
                  <a:cubicBezTo>
                    <a:pt x="359" y="666"/>
                    <a:pt x="510" y="490"/>
                    <a:pt x="660" y="315"/>
                  </a:cubicBezTo>
                  <a:cubicBezTo>
                    <a:pt x="710" y="490"/>
                    <a:pt x="760" y="666"/>
                    <a:pt x="810" y="841"/>
                  </a:cubicBezTo>
                  <a:cubicBezTo>
                    <a:pt x="825" y="885"/>
                    <a:pt x="865" y="911"/>
                    <a:pt x="906" y="911"/>
                  </a:cubicBezTo>
                  <a:cubicBezTo>
                    <a:pt x="935" y="911"/>
                    <a:pt x="965" y="898"/>
                    <a:pt x="986" y="866"/>
                  </a:cubicBezTo>
                  <a:cubicBezTo>
                    <a:pt x="1061" y="816"/>
                    <a:pt x="1136" y="741"/>
                    <a:pt x="1211" y="666"/>
                  </a:cubicBezTo>
                  <a:cubicBezTo>
                    <a:pt x="1236" y="640"/>
                    <a:pt x="1286" y="590"/>
                    <a:pt x="1312" y="565"/>
                  </a:cubicBezTo>
                  <a:cubicBezTo>
                    <a:pt x="1337" y="540"/>
                    <a:pt x="1387" y="515"/>
                    <a:pt x="1412" y="465"/>
                  </a:cubicBezTo>
                  <a:cubicBezTo>
                    <a:pt x="1412" y="490"/>
                    <a:pt x="1437" y="515"/>
                    <a:pt x="1437" y="515"/>
                  </a:cubicBezTo>
                  <a:lnTo>
                    <a:pt x="1512" y="640"/>
                  </a:lnTo>
                  <a:cubicBezTo>
                    <a:pt x="1587" y="741"/>
                    <a:pt x="1637" y="816"/>
                    <a:pt x="1687" y="891"/>
                  </a:cubicBezTo>
                  <a:cubicBezTo>
                    <a:pt x="1701" y="933"/>
                    <a:pt x="1730" y="951"/>
                    <a:pt x="1762" y="951"/>
                  </a:cubicBezTo>
                  <a:cubicBezTo>
                    <a:pt x="1788" y="951"/>
                    <a:pt x="1815" y="939"/>
                    <a:pt x="1838" y="916"/>
                  </a:cubicBezTo>
                  <a:cubicBezTo>
                    <a:pt x="1938" y="841"/>
                    <a:pt x="2013" y="766"/>
                    <a:pt x="2088" y="691"/>
                  </a:cubicBezTo>
                  <a:cubicBezTo>
                    <a:pt x="2164" y="640"/>
                    <a:pt x="2239" y="515"/>
                    <a:pt x="2339" y="515"/>
                  </a:cubicBezTo>
                  <a:cubicBezTo>
                    <a:pt x="2354" y="512"/>
                    <a:pt x="2368" y="510"/>
                    <a:pt x="2381" y="510"/>
                  </a:cubicBezTo>
                  <a:cubicBezTo>
                    <a:pt x="2565" y="510"/>
                    <a:pt x="2563" y="824"/>
                    <a:pt x="2540" y="941"/>
                  </a:cubicBezTo>
                  <a:cubicBezTo>
                    <a:pt x="2540" y="1016"/>
                    <a:pt x="2590" y="1054"/>
                    <a:pt x="2643" y="1054"/>
                  </a:cubicBezTo>
                  <a:cubicBezTo>
                    <a:pt x="2696" y="1054"/>
                    <a:pt x="2753" y="1016"/>
                    <a:pt x="2765" y="941"/>
                  </a:cubicBezTo>
                  <a:cubicBezTo>
                    <a:pt x="2765" y="691"/>
                    <a:pt x="2715" y="390"/>
                    <a:pt x="2439" y="315"/>
                  </a:cubicBezTo>
                  <a:cubicBezTo>
                    <a:pt x="2405" y="303"/>
                    <a:pt x="2374" y="298"/>
                    <a:pt x="2345" y="298"/>
                  </a:cubicBezTo>
                  <a:cubicBezTo>
                    <a:pt x="2244" y="298"/>
                    <a:pt x="2166" y="357"/>
                    <a:pt x="2088" y="415"/>
                  </a:cubicBezTo>
                  <a:cubicBezTo>
                    <a:pt x="1988" y="515"/>
                    <a:pt x="1888" y="590"/>
                    <a:pt x="1788" y="691"/>
                  </a:cubicBezTo>
                  <a:cubicBezTo>
                    <a:pt x="1738" y="590"/>
                    <a:pt x="1662" y="490"/>
                    <a:pt x="1612" y="415"/>
                  </a:cubicBezTo>
                  <a:cubicBezTo>
                    <a:pt x="1562" y="340"/>
                    <a:pt x="1512" y="239"/>
                    <a:pt x="1412" y="239"/>
                  </a:cubicBezTo>
                  <a:cubicBezTo>
                    <a:pt x="1312" y="239"/>
                    <a:pt x="1211" y="365"/>
                    <a:pt x="1161" y="440"/>
                  </a:cubicBezTo>
                  <a:cubicBezTo>
                    <a:pt x="1086" y="490"/>
                    <a:pt x="1036" y="565"/>
                    <a:pt x="961" y="615"/>
                  </a:cubicBezTo>
                  <a:cubicBezTo>
                    <a:pt x="911" y="440"/>
                    <a:pt x="860" y="265"/>
                    <a:pt x="810" y="64"/>
                  </a:cubicBezTo>
                  <a:cubicBezTo>
                    <a:pt x="794" y="32"/>
                    <a:pt x="749" y="1"/>
                    <a:pt x="70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3" name="Google Shape;4903;p54"/>
            <p:cNvSpPr/>
            <p:nvPr/>
          </p:nvSpPr>
          <p:spPr>
            <a:xfrm>
              <a:off x="5678814" y="2897470"/>
              <a:ext cx="32" cy="32"/>
            </a:xfrm>
            <a:custGeom>
              <a:rect b="b" l="l" r="r" t="t"/>
              <a:pathLst>
                <a:path extrusionOk="0" h="1" w="1">
                  <a:moveTo>
                    <a:pt x="0" y="0"/>
                  </a:moveTo>
                  <a:cubicBezTo>
                    <a:pt x="0" y="0"/>
                    <a:pt x="0" y="0"/>
                    <a:pt x="0" y="0"/>
                  </a:cubicBezTo>
                  <a:cubicBezTo>
                    <a:pt x="0" y="0"/>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4" name="Google Shape;4904;p54"/>
            <p:cNvSpPr/>
            <p:nvPr/>
          </p:nvSpPr>
          <p:spPr>
            <a:xfrm>
              <a:off x="5678814" y="2897470"/>
              <a:ext cx="32" cy="32"/>
            </a:xfrm>
            <a:custGeom>
              <a:rect b="b" l="l" r="r" t="t"/>
              <a:pathLst>
                <a:path extrusionOk="0" h="1" w="1">
                  <a:moveTo>
                    <a:pt x="0" y="0"/>
                  </a:moveTo>
                  <a:cubicBezTo>
                    <a:pt x="0" y="0"/>
                    <a:pt x="0" y="0"/>
                    <a:pt x="0" y="0"/>
                  </a:cubicBezTo>
                  <a:cubicBezTo>
                    <a:pt x="0" y="0"/>
                    <a:pt x="0" y="0"/>
                    <a:pt x="0" y="0"/>
                  </a:cubicBezTo>
                  <a:cubicBezTo>
                    <a:pt x="0" y="0"/>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5" name="Google Shape;4905;p54"/>
            <p:cNvSpPr/>
            <p:nvPr/>
          </p:nvSpPr>
          <p:spPr>
            <a:xfrm>
              <a:off x="5353109" y="3338804"/>
              <a:ext cx="32598" cy="61085"/>
            </a:xfrm>
            <a:custGeom>
              <a:rect b="b" l="l" r="r" t="t"/>
              <a:pathLst>
                <a:path extrusionOk="0" h="1932" w="1031">
                  <a:moveTo>
                    <a:pt x="874" y="0"/>
                  </a:moveTo>
                  <a:cubicBezTo>
                    <a:pt x="844" y="0"/>
                    <a:pt x="817" y="16"/>
                    <a:pt x="802" y="52"/>
                  </a:cubicBezTo>
                  <a:cubicBezTo>
                    <a:pt x="476" y="604"/>
                    <a:pt x="226" y="1205"/>
                    <a:pt x="0" y="1782"/>
                  </a:cubicBezTo>
                  <a:cubicBezTo>
                    <a:pt x="75" y="1832"/>
                    <a:pt x="126" y="1882"/>
                    <a:pt x="201" y="1932"/>
                  </a:cubicBezTo>
                  <a:cubicBezTo>
                    <a:pt x="401" y="1330"/>
                    <a:pt x="677" y="729"/>
                    <a:pt x="978" y="178"/>
                  </a:cubicBezTo>
                  <a:cubicBezTo>
                    <a:pt x="1031" y="89"/>
                    <a:pt x="946" y="0"/>
                    <a:pt x="87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6" name="Google Shape;4906;p54"/>
            <p:cNvSpPr/>
            <p:nvPr/>
          </p:nvSpPr>
          <p:spPr>
            <a:xfrm>
              <a:off x="5214429" y="3124619"/>
              <a:ext cx="108100" cy="307954"/>
            </a:xfrm>
            <a:custGeom>
              <a:rect b="b" l="l" r="r" t="t"/>
              <a:pathLst>
                <a:path extrusionOk="0" h="9740" w="3419">
                  <a:moveTo>
                    <a:pt x="3253" y="0"/>
                  </a:moveTo>
                  <a:cubicBezTo>
                    <a:pt x="3238" y="0"/>
                    <a:pt x="3224" y="3"/>
                    <a:pt x="3208" y="9"/>
                  </a:cubicBezTo>
                  <a:cubicBezTo>
                    <a:pt x="2030" y="661"/>
                    <a:pt x="1203" y="1764"/>
                    <a:pt x="727" y="2967"/>
                  </a:cubicBezTo>
                  <a:cubicBezTo>
                    <a:pt x="176" y="4295"/>
                    <a:pt x="0" y="5799"/>
                    <a:pt x="151" y="7202"/>
                  </a:cubicBezTo>
                  <a:cubicBezTo>
                    <a:pt x="251" y="8079"/>
                    <a:pt x="501" y="8931"/>
                    <a:pt x="953" y="9683"/>
                  </a:cubicBezTo>
                  <a:cubicBezTo>
                    <a:pt x="978" y="9721"/>
                    <a:pt x="1015" y="9740"/>
                    <a:pt x="1053" y="9740"/>
                  </a:cubicBezTo>
                  <a:cubicBezTo>
                    <a:pt x="1090" y="9740"/>
                    <a:pt x="1128" y="9721"/>
                    <a:pt x="1153" y="9683"/>
                  </a:cubicBezTo>
                  <a:cubicBezTo>
                    <a:pt x="1554" y="8931"/>
                    <a:pt x="2055" y="8255"/>
                    <a:pt x="2657" y="7653"/>
                  </a:cubicBezTo>
                  <a:lnTo>
                    <a:pt x="2657" y="7653"/>
                  </a:lnTo>
                  <a:cubicBezTo>
                    <a:pt x="2607" y="8054"/>
                    <a:pt x="2607" y="8480"/>
                    <a:pt x="2657" y="8881"/>
                  </a:cubicBezTo>
                  <a:lnTo>
                    <a:pt x="2682" y="8881"/>
                  </a:lnTo>
                  <a:cubicBezTo>
                    <a:pt x="2757" y="8881"/>
                    <a:pt x="2807" y="8906"/>
                    <a:pt x="2882" y="8931"/>
                  </a:cubicBezTo>
                  <a:cubicBezTo>
                    <a:pt x="2832" y="8405"/>
                    <a:pt x="2832" y="7879"/>
                    <a:pt x="2908" y="7353"/>
                  </a:cubicBezTo>
                  <a:cubicBezTo>
                    <a:pt x="2908" y="7286"/>
                    <a:pt x="2852" y="7252"/>
                    <a:pt x="2792" y="7252"/>
                  </a:cubicBezTo>
                  <a:cubicBezTo>
                    <a:pt x="2763" y="7252"/>
                    <a:pt x="2732" y="7261"/>
                    <a:pt x="2707" y="7277"/>
                  </a:cubicBezTo>
                  <a:cubicBezTo>
                    <a:pt x="2055" y="7904"/>
                    <a:pt x="1504" y="8606"/>
                    <a:pt x="1053" y="9408"/>
                  </a:cubicBezTo>
                  <a:cubicBezTo>
                    <a:pt x="376" y="8129"/>
                    <a:pt x="226" y="6651"/>
                    <a:pt x="376" y="5222"/>
                  </a:cubicBezTo>
                  <a:cubicBezTo>
                    <a:pt x="527" y="3944"/>
                    <a:pt x="953" y="2666"/>
                    <a:pt x="1705" y="1613"/>
                  </a:cubicBezTo>
                  <a:cubicBezTo>
                    <a:pt x="2131" y="1037"/>
                    <a:pt x="2682" y="561"/>
                    <a:pt x="3309" y="210"/>
                  </a:cubicBezTo>
                  <a:cubicBezTo>
                    <a:pt x="3419" y="144"/>
                    <a:pt x="3355" y="0"/>
                    <a:pt x="3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7" name="Google Shape;4907;p54"/>
            <p:cNvSpPr/>
            <p:nvPr/>
          </p:nvSpPr>
          <p:spPr>
            <a:xfrm>
              <a:off x="6053148" y="3296150"/>
              <a:ext cx="36961" cy="63330"/>
            </a:xfrm>
            <a:custGeom>
              <a:rect b="b" l="l" r="r" t="t"/>
              <a:pathLst>
                <a:path extrusionOk="0" h="2003" w="1169">
                  <a:moveTo>
                    <a:pt x="132" y="0"/>
                  </a:moveTo>
                  <a:cubicBezTo>
                    <a:pt x="66" y="0"/>
                    <a:pt x="1" y="48"/>
                    <a:pt x="16" y="123"/>
                  </a:cubicBezTo>
                  <a:cubicBezTo>
                    <a:pt x="191" y="800"/>
                    <a:pt x="592" y="1401"/>
                    <a:pt x="918" y="2003"/>
                  </a:cubicBezTo>
                  <a:cubicBezTo>
                    <a:pt x="968" y="2003"/>
                    <a:pt x="993" y="1978"/>
                    <a:pt x="1043" y="1978"/>
                  </a:cubicBezTo>
                  <a:cubicBezTo>
                    <a:pt x="1093" y="1978"/>
                    <a:pt x="1118" y="2003"/>
                    <a:pt x="1169" y="2003"/>
                  </a:cubicBezTo>
                  <a:cubicBezTo>
                    <a:pt x="818" y="1376"/>
                    <a:pt x="417" y="775"/>
                    <a:pt x="241" y="73"/>
                  </a:cubicBezTo>
                  <a:cubicBezTo>
                    <a:pt x="221" y="22"/>
                    <a:pt x="176" y="0"/>
                    <a:pt x="1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8" name="Google Shape;4908;p54"/>
            <p:cNvSpPr/>
            <p:nvPr/>
          </p:nvSpPr>
          <p:spPr>
            <a:xfrm>
              <a:off x="6087675" y="3304529"/>
              <a:ext cx="26211" cy="77937"/>
            </a:xfrm>
            <a:custGeom>
              <a:rect b="b" l="l" r="r" t="t"/>
              <a:pathLst>
                <a:path extrusionOk="0" h="2465" w="829">
                  <a:moveTo>
                    <a:pt x="134" y="1"/>
                  </a:moveTo>
                  <a:cubicBezTo>
                    <a:pt x="64" y="1"/>
                    <a:pt x="1" y="74"/>
                    <a:pt x="52" y="159"/>
                  </a:cubicBezTo>
                  <a:cubicBezTo>
                    <a:pt x="377" y="735"/>
                    <a:pt x="553" y="1412"/>
                    <a:pt x="528" y="2064"/>
                  </a:cubicBezTo>
                  <a:cubicBezTo>
                    <a:pt x="603" y="2189"/>
                    <a:pt x="678" y="2314"/>
                    <a:pt x="728" y="2465"/>
                  </a:cubicBezTo>
                  <a:cubicBezTo>
                    <a:pt x="829" y="1637"/>
                    <a:pt x="653" y="760"/>
                    <a:pt x="227" y="59"/>
                  </a:cubicBezTo>
                  <a:cubicBezTo>
                    <a:pt x="203" y="18"/>
                    <a:pt x="168"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9" name="Google Shape;4909;p54"/>
            <p:cNvSpPr/>
            <p:nvPr/>
          </p:nvSpPr>
          <p:spPr>
            <a:xfrm>
              <a:off x="5142623" y="3064448"/>
              <a:ext cx="149077" cy="171683"/>
            </a:xfrm>
            <a:custGeom>
              <a:rect b="b" l="l" r="r" t="t"/>
              <a:pathLst>
                <a:path extrusionOk="0" h="5430" w="4715">
                  <a:moveTo>
                    <a:pt x="4587" y="0"/>
                  </a:moveTo>
                  <a:cubicBezTo>
                    <a:pt x="4576" y="0"/>
                    <a:pt x="4564" y="2"/>
                    <a:pt x="4552" y="7"/>
                  </a:cubicBezTo>
                  <a:cubicBezTo>
                    <a:pt x="2772" y="659"/>
                    <a:pt x="1294" y="2037"/>
                    <a:pt x="517" y="3767"/>
                  </a:cubicBezTo>
                  <a:cubicBezTo>
                    <a:pt x="291" y="4243"/>
                    <a:pt x="116" y="4769"/>
                    <a:pt x="16" y="5296"/>
                  </a:cubicBezTo>
                  <a:cubicBezTo>
                    <a:pt x="0" y="5372"/>
                    <a:pt x="68" y="5429"/>
                    <a:pt x="129" y="5429"/>
                  </a:cubicBezTo>
                  <a:cubicBezTo>
                    <a:pt x="169" y="5429"/>
                    <a:pt x="206" y="5405"/>
                    <a:pt x="216" y="5346"/>
                  </a:cubicBezTo>
                  <a:cubicBezTo>
                    <a:pt x="567" y="3541"/>
                    <a:pt x="1695" y="1912"/>
                    <a:pt x="3224" y="910"/>
                  </a:cubicBezTo>
                  <a:cubicBezTo>
                    <a:pt x="3650" y="634"/>
                    <a:pt x="4126" y="408"/>
                    <a:pt x="4602" y="233"/>
                  </a:cubicBezTo>
                  <a:cubicBezTo>
                    <a:pt x="4715" y="188"/>
                    <a:pt x="4685" y="0"/>
                    <a:pt x="4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0" name="Google Shape;4910;p54"/>
            <p:cNvSpPr/>
            <p:nvPr/>
          </p:nvSpPr>
          <p:spPr>
            <a:xfrm>
              <a:off x="5175412" y="3138563"/>
              <a:ext cx="39838" cy="59536"/>
            </a:xfrm>
            <a:custGeom>
              <a:rect b="b" l="l" r="r" t="t"/>
              <a:pathLst>
                <a:path extrusionOk="0" h="1883" w="1260">
                  <a:moveTo>
                    <a:pt x="1112" y="1"/>
                  </a:moveTo>
                  <a:cubicBezTo>
                    <a:pt x="1086" y="1"/>
                    <a:pt x="1058" y="13"/>
                    <a:pt x="1034" y="44"/>
                  </a:cubicBezTo>
                  <a:cubicBezTo>
                    <a:pt x="583" y="521"/>
                    <a:pt x="232" y="1122"/>
                    <a:pt x="31" y="1749"/>
                  </a:cubicBezTo>
                  <a:cubicBezTo>
                    <a:pt x="1" y="1825"/>
                    <a:pt x="63" y="1882"/>
                    <a:pt x="127" y="1882"/>
                  </a:cubicBezTo>
                  <a:cubicBezTo>
                    <a:pt x="169" y="1882"/>
                    <a:pt x="212" y="1858"/>
                    <a:pt x="232" y="1799"/>
                  </a:cubicBezTo>
                  <a:cubicBezTo>
                    <a:pt x="432" y="1197"/>
                    <a:pt x="758" y="646"/>
                    <a:pt x="1184" y="195"/>
                  </a:cubicBezTo>
                  <a:cubicBezTo>
                    <a:pt x="1260" y="119"/>
                    <a:pt x="1193" y="1"/>
                    <a:pt x="111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1" name="Google Shape;4911;p54"/>
            <p:cNvSpPr/>
            <p:nvPr/>
          </p:nvSpPr>
          <p:spPr>
            <a:xfrm>
              <a:off x="5220753" y="3124113"/>
              <a:ext cx="8758" cy="6355"/>
            </a:xfrm>
            <a:custGeom>
              <a:rect b="b" l="l" r="r" t="t"/>
              <a:pathLst>
                <a:path extrusionOk="0" h="201" w="277">
                  <a:moveTo>
                    <a:pt x="151" y="0"/>
                  </a:moveTo>
                  <a:cubicBezTo>
                    <a:pt x="1" y="0"/>
                    <a:pt x="1" y="201"/>
                    <a:pt x="151" y="201"/>
                  </a:cubicBezTo>
                  <a:cubicBezTo>
                    <a:pt x="276" y="201"/>
                    <a:pt x="276" y="0"/>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2" name="Google Shape;4912;p54"/>
            <p:cNvSpPr/>
            <p:nvPr/>
          </p:nvSpPr>
          <p:spPr>
            <a:xfrm>
              <a:off x="5204912" y="3176410"/>
              <a:ext cx="15082" cy="23302"/>
            </a:xfrm>
            <a:custGeom>
              <a:rect b="b" l="l" r="r" t="t"/>
              <a:pathLst>
                <a:path extrusionOk="0" h="737" w="477">
                  <a:moveTo>
                    <a:pt x="376" y="0"/>
                  </a:moveTo>
                  <a:cubicBezTo>
                    <a:pt x="301" y="0"/>
                    <a:pt x="251" y="25"/>
                    <a:pt x="226" y="75"/>
                  </a:cubicBezTo>
                  <a:cubicBezTo>
                    <a:pt x="176" y="251"/>
                    <a:pt x="101" y="426"/>
                    <a:pt x="26" y="602"/>
                  </a:cubicBezTo>
                  <a:cubicBezTo>
                    <a:pt x="0" y="652"/>
                    <a:pt x="51" y="727"/>
                    <a:pt x="101" y="727"/>
                  </a:cubicBezTo>
                  <a:cubicBezTo>
                    <a:pt x="120" y="733"/>
                    <a:pt x="137" y="736"/>
                    <a:pt x="152" y="736"/>
                  </a:cubicBezTo>
                  <a:cubicBezTo>
                    <a:pt x="198" y="736"/>
                    <a:pt x="226" y="708"/>
                    <a:pt x="226" y="652"/>
                  </a:cubicBezTo>
                  <a:cubicBezTo>
                    <a:pt x="301" y="476"/>
                    <a:pt x="376" y="326"/>
                    <a:pt x="452" y="151"/>
                  </a:cubicBezTo>
                  <a:cubicBezTo>
                    <a:pt x="477" y="100"/>
                    <a:pt x="427" y="25"/>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3" name="Google Shape;4913;p54"/>
            <p:cNvSpPr/>
            <p:nvPr/>
          </p:nvSpPr>
          <p:spPr>
            <a:xfrm>
              <a:off x="5216801" y="3181438"/>
              <a:ext cx="15082" cy="23207"/>
            </a:xfrm>
            <a:custGeom>
              <a:rect b="b" l="l" r="r" t="t"/>
              <a:pathLst>
                <a:path extrusionOk="0" h="734" w="477">
                  <a:moveTo>
                    <a:pt x="357" y="0"/>
                  </a:moveTo>
                  <a:cubicBezTo>
                    <a:pt x="323" y="0"/>
                    <a:pt x="291" y="12"/>
                    <a:pt x="276" y="42"/>
                  </a:cubicBezTo>
                  <a:cubicBezTo>
                    <a:pt x="176" y="217"/>
                    <a:pt x="101" y="393"/>
                    <a:pt x="0" y="568"/>
                  </a:cubicBezTo>
                  <a:cubicBezTo>
                    <a:pt x="0" y="618"/>
                    <a:pt x="0" y="693"/>
                    <a:pt x="51" y="718"/>
                  </a:cubicBezTo>
                  <a:cubicBezTo>
                    <a:pt x="69" y="728"/>
                    <a:pt x="91" y="733"/>
                    <a:pt x="112" y="733"/>
                  </a:cubicBezTo>
                  <a:cubicBezTo>
                    <a:pt x="149" y="733"/>
                    <a:pt x="185" y="716"/>
                    <a:pt x="201" y="668"/>
                  </a:cubicBezTo>
                  <a:cubicBezTo>
                    <a:pt x="276" y="493"/>
                    <a:pt x="376" y="342"/>
                    <a:pt x="452" y="167"/>
                  </a:cubicBezTo>
                  <a:cubicBezTo>
                    <a:pt x="477" y="117"/>
                    <a:pt x="477" y="42"/>
                    <a:pt x="426" y="17"/>
                  </a:cubicBezTo>
                  <a:cubicBezTo>
                    <a:pt x="406" y="6"/>
                    <a:pt x="381" y="0"/>
                    <a:pt x="3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4" name="Google Shape;4914;p54"/>
            <p:cNvSpPr/>
            <p:nvPr/>
          </p:nvSpPr>
          <p:spPr>
            <a:xfrm>
              <a:off x="5186700" y="3293083"/>
              <a:ext cx="21595" cy="113412"/>
            </a:xfrm>
            <a:custGeom>
              <a:rect b="b" l="l" r="r" t="t"/>
              <a:pathLst>
                <a:path extrusionOk="0" h="3587" w="683">
                  <a:moveTo>
                    <a:pt x="188" y="1"/>
                  </a:moveTo>
                  <a:cubicBezTo>
                    <a:pt x="132" y="1"/>
                    <a:pt x="75" y="32"/>
                    <a:pt x="75" y="95"/>
                  </a:cubicBezTo>
                  <a:cubicBezTo>
                    <a:pt x="0" y="1248"/>
                    <a:pt x="125" y="2400"/>
                    <a:pt x="451" y="3503"/>
                  </a:cubicBezTo>
                  <a:cubicBezTo>
                    <a:pt x="461" y="3562"/>
                    <a:pt x="502" y="3587"/>
                    <a:pt x="545" y="3587"/>
                  </a:cubicBezTo>
                  <a:cubicBezTo>
                    <a:pt x="611" y="3587"/>
                    <a:pt x="682" y="3529"/>
                    <a:pt x="652" y="3453"/>
                  </a:cubicBezTo>
                  <a:cubicBezTo>
                    <a:pt x="351" y="2375"/>
                    <a:pt x="226" y="1223"/>
                    <a:pt x="301" y="95"/>
                  </a:cubicBezTo>
                  <a:cubicBezTo>
                    <a:pt x="301" y="32"/>
                    <a:pt x="244" y="1"/>
                    <a:pt x="18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5" name="Google Shape;4915;p54"/>
            <p:cNvSpPr/>
            <p:nvPr/>
          </p:nvSpPr>
          <p:spPr>
            <a:xfrm>
              <a:off x="5211236" y="3432364"/>
              <a:ext cx="8758" cy="7177"/>
            </a:xfrm>
            <a:custGeom>
              <a:rect b="b" l="l" r="r" t="t"/>
              <a:pathLst>
                <a:path extrusionOk="0" h="227" w="277">
                  <a:moveTo>
                    <a:pt x="126" y="1"/>
                  </a:moveTo>
                  <a:cubicBezTo>
                    <a:pt x="1" y="1"/>
                    <a:pt x="1" y="226"/>
                    <a:pt x="126" y="226"/>
                  </a:cubicBezTo>
                  <a:cubicBezTo>
                    <a:pt x="277" y="226"/>
                    <a:pt x="277" y="1"/>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6" name="Google Shape;4916;p54"/>
            <p:cNvSpPr/>
            <p:nvPr/>
          </p:nvSpPr>
          <p:spPr>
            <a:xfrm>
              <a:off x="5132790" y="3332702"/>
              <a:ext cx="25515" cy="62160"/>
            </a:xfrm>
            <a:custGeom>
              <a:rect b="b" l="l" r="r" t="t"/>
              <a:pathLst>
                <a:path extrusionOk="0" h="1966" w="807">
                  <a:moveTo>
                    <a:pt x="101" y="1"/>
                  </a:moveTo>
                  <a:cubicBezTo>
                    <a:pt x="51" y="1"/>
                    <a:pt x="1" y="32"/>
                    <a:pt x="1" y="95"/>
                  </a:cubicBezTo>
                  <a:cubicBezTo>
                    <a:pt x="26" y="746"/>
                    <a:pt x="201" y="1373"/>
                    <a:pt x="577" y="1924"/>
                  </a:cubicBezTo>
                  <a:cubicBezTo>
                    <a:pt x="599" y="1953"/>
                    <a:pt x="628" y="1965"/>
                    <a:pt x="658" y="1965"/>
                  </a:cubicBezTo>
                  <a:cubicBezTo>
                    <a:pt x="732" y="1965"/>
                    <a:pt x="806" y="1889"/>
                    <a:pt x="753" y="1799"/>
                  </a:cubicBezTo>
                  <a:cubicBezTo>
                    <a:pt x="427" y="1298"/>
                    <a:pt x="226" y="721"/>
                    <a:pt x="201" y="95"/>
                  </a:cubicBezTo>
                  <a:cubicBezTo>
                    <a:pt x="201" y="32"/>
                    <a:pt x="15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7" name="Google Shape;4917;p54"/>
            <p:cNvSpPr/>
            <p:nvPr/>
          </p:nvSpPr>
          <p:spPr>
            <a:xfrm>
              <a:off x="5143098" y="3460631"/>
              <a:ext cx="17959" cy="110250"/>
            </a:xfrm>
            <a:custGeom>
              <a:rect b="b" l="l" r="r" t="t"/>
              <a:pathLst>
                <a:path extrusionOk="0" h="3487" w="568">
                  <a:moveTo>
                    <a:pt x="422" y="1"/>
                  </a:moveTo>
                  <a:cubicBezTo>
                    <a:pt x="377" y="1"/>
                    <a:pt x="336" y="25"/>
                    <a:pt x="326" y="84"/>
                  </a:cubicBezTo>
                  <a:cubicBezTo>
                    <a:pt x="76" y="1162"/>
                    <a:pt x="1" y="2264"/>
                    <a:pt x="101" y="3392"/>
                  </a:cubicBezTo>
                  <a:cubicBezTo>
                    <a:pt x="101" y="3455"/>
                    <a:pt x="157" y="3486"/>
                    <a:pt x="214" y="3486"/>
                  </a:cubicBezTo>
                  <a:cubicBezTo>
                    <a:pt x="270" y="3486"/>
                    <a:pt x="326" y="3455"/>
                    <a:pt x="326" y="3392"/>
                  </a:cubicBezTo>
                  <a:cubicBezTo>
                    <a:pt x="226" y="2289"/>
                    <a:pt x="301" y="1212"/>
                    <a:pt x="552" y="134"/>
                  </a:cubicBezTo>
                  <a:cubicBezTo>
                    <a:pt x="567" y="58"/>
                    <a:pt x="49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8" name="Google Shape;4918;p54"/>
            <p:cNvSpPr/>
            <p:nvPr/>
          </p:nvSpPr>
          <p:spPr>
            <a:xfrm>
              <a:off x="5313934" y="2964217"/>
              <a:ext cx="264544" cy="283577"/>
            </a:xfrm>
            <a:custGeom>
              <a:rect b="b" l="l" r="r" t="t"/>
              <a:pathLst>
                <a:path extrusionOk="0" h="8969" w="8367">
                  <a:moveTo>
                    <a:pt x="5356" y="1"/>
                  </a:moveTo>
                  <a:cubicBezTo>
                    <a:pt x="4885" y="1"/>
                    <a:pt x="4413" y="48"/>
                    <a:pt x="3946" y="145"/>
                  </a:cubicBezTo>
                  <a:cubicBezTo>
                    <a:pt x="3846" y="170"/>
                    <a:pt x="3846" y="295"/>
                    <a:pt x="3921" y="345"/>
                  </a:cubicBezTo>
                  <a:cubicBezTo>
                    <a:pt x="4698" y="771"/>
                    <a:pt x="5475" y="1147"/>
                    <a:pt x="6277" y="1473"/>
                  </a:cubicBezTo>
                  <a:cubicBezTo>
                    <a:pt x="4848" y="1749"/>
                    <a:pt x="3495" y="2425"/>
                    <a:pt x="2417" y="3403"/>
                  </a:cubicBezTo>
                  <a:cubicBezTo>
                    <a:pt x="2348" y="3449"/>
                    <a:pt x="2385" y="3581"/>
                    <a:pt x="2470" y="3581"/>
                  </a:cubicBezTo>
                  <a:cubicBezTo>
                    <a:pt x="2477" y="3581"/>
                    <a:pt x="2485" y="3580"/>
                    <a:pt x="2492" y="3578"/>
                  </a:cubicBezTo>
                  <a:cubicBezTo>
                    <a:pt x="3269" y="3503"/>
                    <a:pt x="4046" y="3427"/>
                    <a:pt x="4823" y="3427"/>
                  </a:cubicBezTo>
                  <a:cubicBezTo>
                    <a:pt x="5073" y="3427"/>
                    <a:pt x="5324" y="3435"/>
                    <a:pt x="5575" y="3453"/>
                  </a:cubicBezTo>
                  <a:cubicBezTo>
                    <a:pt x="3796" y="4355"/>
                    <a:pt x="2242" y="5684"/>
                    <a:pt x="1039" y="7288"/>
                  </a:cubicBezTo>
                  <a:cubicBezTo>
                    <a:pt x="663" y="7764"/>
                    <a:pt x="337" y="8265"/>
                    <a:pt x="36" y="8791"/>
                  </a:cubicBezTo>
                  <a:cubicBezTo>
                    <a:pt x="1" y="8880"/>
                    <a:pt x="78" y="8969"/>
                    <a:pt x="153" y="8969"/>
                  </a:cubicBezTo>
                  <a:cubicBezTo>
                    <a:pt x="184" y="8969"/>
                    <a:pt x="215" y="8953"/>
                    <a:pt x="237" y="8917"/>
                  </a:cubicBezTo>
                  <a:cubicBezTo>
                    <a:pt x="1239" y="7087"/>
                    <a:pt x="2718" y="5508"/>
                    <a:pt x="4472" y="4355"/>
                  </a:cubicBezTo>
                  <a:cubicBezTo>
                    <a:pt x="4974" y="4030"/>
                    <a:pt x="5475" y="3729"/>
                    <a:pt x="6026" y="3478"/>
                  </a:cubicBezTo>
                  <a:cubicBezTo>
                    <a:pt x="6126" y="3428"/>
                    <a:pt x="6051" y="3303"/>
                    <a:pt x="5951" y="3278"/>
                  </a:cubicBezTo>
                  <a:cubicBezTo>
                    <a:pt x="5567" y="3231"/>
                    <a:pt x="5180" y="3212"/>
                    <a:pt x="4790" y="3212"/>
                  </a:cubicBezTo>
                  <a:cubicBezTo>
                    <a:pt x="4137" y="3212"/>
                    <a:pt x="3478" y="3265"/>
                    <a:pt x="2818" y="3328"/>
                  </a:cubicBezTo>
                  <a:cubicBezTo>
                    <a:pt x="3921" y="2425"/>
                    <a:pt x="5274" y="1849"/>
                    <a:pt x="6678" y="1623"/>
                  </a:cubicBezTo>
                  <a:cubicBezTo>
                    <a:pt x="6803" y="1623"/>
                    <a:pt x="6778" y="1448"/>
                    <a:pt x="6678" y="1423"/>
                  </a:cubicBezTo>
                  <a:cubicBezTo>
                    <a:pt x="5876" y="1097"/>
                    <a:pt x="5074" y="721"/>
                    <a:pt x="4297" y="295"/>
                  </a:cubicBezTo>
                  <a:cubicBezTo>
                    <a:pt x="4644" y="242"/>
                    <a:pt x="4996" y="215"/>
                    <a:pt x="5346" y="215"/>
                  </a:cubicBezTo>
                  <a:cubicBezTo>
                    <a:pt x="6309" y="215"/>
                    <a:pt x="7268" y="417"/>
                    <a:pt x="8131" y="821"/>
                  </a:cubicBezTo>
                  <a:cubicBezTo>
                    <a:pt x="8147" y="828"/>
                    <a:pt x="8162" y="830"/>
                    <a:pt x="8177" y="830"/>
                  </a:cubicBezTo>
                  <a:cubicBezTo>
                    <a:pt x="8284" y="830"/>
                    <a:pt x="8367" y="687"/>
                    <a:pt x="8257" y="621"/>
                  </a:cubicBezTo>
                  <a:cubicBezTo>
                    <a:pt x="7338" y="213"/>
                    <a:pt x="6350" y="1"/>
                    <a:pt x="53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9" name="Google Shape;4919;p54"/>
            <p:cNvSpPr/>
            <p:nvPr/>
          </p:nvSpPr>
          <p:spPr>
            <a:xfrm>
              <a:off x="5438701" y="3137677"/>
              <a:ext cx="72878" cy="214462"/>
            </a:xfrm>
            <a:custGeom>
              <a:rect b="b" l="l" r="r" t="t"/>
              <a:pathLst>
                <a:path extrusionOk="0" h="6783" w="2305">
                  <a:moveTo>
                    <a:pt x="2165" y="0"/>
                  </a:moveTo>
                  <a:cubicBezTo>
                    <a:pt x="2137" y="0"/>
                    <a:pt x="2107" y="14"/>
                    <a:pt x="2080" y="47"/>
                  </a:cubicBezTo>
                  <a:cubicBezTo>
                    <a:pt x="902" y="1451"/>
                    <a:pt x="175" y="3255"/>
                    <a:pt x="50" y="5085"/>
                  </a:cubicBezTo>
                  <a:cubicBezTo>
                    <a:pt x="0" y="5611"/>
                    <a:pt x="0" y="6163"/>
                    <a:pt x="50" y="6689"/>
                  </a:cubicBezTo>
                  <a:cubicBezTo>
                    <a:pt x="63" y="6752"/>
                    <a:pt x="125" y="6783"/>
                    <a:pt x="182" y="6783"/>
                  </a:cubicBezTo>
                  <a:cubicBezTo>
                    <a:pt x="238" y="6783"/>
                    <a:pt x="288" y="6752"/>
                    <a:pt x="276" y="6689"/>
                  </a:cubicBezTo>
                  <a:cubicBezTo>
                    <a:pt x="100" y="4884"/>
                    <a:pt x="476" y="3030"/>
                    <a:pt x="1353" y="1451"/>
                  </a:cubicBezTo>
                  <a:cubicBezTo>
                    <a:pt x="1604" y="1000"/>
                    <a:pt x="1905" y="574"/>
                    <a:pt x="2231" y="198"/>
                  </a:cubicBezTo>
                  <a:cubicBezTo>
                    <a:pt x="2304" y="106"/>
                    <a:pt x="2243" y="0"/>
                    <a:pt x="216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0" name="Google Shape;4920;p54"/>
            <p:cNvSpPr/>
            <p:nvPr/>
          </p:nvSpPr>
          <p:spPr>
            <a:xfrm>
              <a:off x="5738731" y="2933642"/>
              <a:ext cx="118408" cy="73353"/>
            </a:xfrm>
            <a:custGeom>
              <a:rect b="b" l="l" r="r" t="t"/>
              <a:pathLst>
                <a:path extrusionOk="0" h="2320" w="3745">
                  <a:moveTo>
                    <a:pt x="2158" y="0"/>
                  </a:moveTo>
                  <a:cubicBezTo>
                    <a:pt x="2145" y="0"/>
                    <a:pt x="2130" y="3"/>
                    <a:pt x="2115" y="9"/>
                  </a:cubicBezTo>
                  <a:cubicBezTo>
                    <a:pt x="1388" y="210"/>
                    <a:pt x="712" y="535"/>
                    <a:pt x="85" y="961"/>
                  </a:cubicBezTo>
                  <a:cubicBezTo>
                    <a:pt x="0" y="1025"/>
                    <a:pt x="59" y="1178"/>
                    <a:pt x="155" y="1178"/>
                  </a:cubicBezTo>
                  <a:cubicBezTo>
                    <a:pt x="172" y="1178"/>
                    <a:pt x="191" y="1173"/>
                    <a:pt x="210" y="1162"/>
                  </a:cubicBezTo>
                  <a:cubicBezTo>
                    <a:pt x="636" y="836"/>
                    <a:pt x="1113" y="585"/>
                    <a:pt x="1639" y="410"/>
                  </a:cubicBezTo>
                  <a:lnTo>
                    <a:pt x="1639" y="410"/>
                  </a:lnTo>
                  <a:cubicBezTo>
                    <a:pt x="1313" y="711"/>
                    <a:pt x="1088" y="1087"/>
                    <a:pt x="962" y="1488"/>
                  </a:cubicBezTo>
                  <a:cubicBezTo>
                    <a:pt x="937" y="1563"/>
                    <a:pt x="1012" y="1638"/>
                    <a:pt x="1088" y="1638"/>
                  </a:cubicBezTo>
                  <a:cubicBezTo>
                    <a:pt x="1522" y="1504"/>
                    <a:pt x="1967" y="1438"/>
                    <a:pt x="2417" y="1438"/>
                  </a:cubicBezTo>
                  <a:cubicBezTo>
                    <a:pt x="2641" y="1438"/>
                    <a:pt x="2867" y="1454"/>
                    <a:pt x="3093" y="1488"/>
                  </a:cubicBezTo>
                  <a:cubicBezTo>
                    <a:pt x="2692" y="1638"/>
                    <a:pt x="2316" y="1839"/>
                    <a:pt x="1990" y="2139"/>
                  </a:cubicBezTo>
                  <a:cubicBezTo>
                    <a:pt x="1911" y="2199"/>
                    <a:pt x="1987" y="2320"/>
                    <a:pt x="2072" y="2320"/>
                  </a:cubicBezTo>
                  <a:cubicBezTo>
                    <a:pt x="2095" y="2320"/>
                    <a:pt x="2119" y="2311"/>
                    <a:pt x="2140" y="2290"/>
                  </a:cubicBezTo>
                  <a:cubicBezTo>
                    <a:pt x="2566" y="1914"/>
                    <a:pt x="3067" y="1663"/>
                    <a:pt x="3619" y="1588"/>
                  </a:cubicBezTo>
                  <a:cubicBezTo>
                    <a:pt x="3744" y="1563"/>
                    <a:pt x="3719" y="1387"/>
                    <a:pt x="3619" y="1362"/>
                  </a:cubicBezTo>
                  <a:cubicBezTo>
                    <a:pt x="3230" y="1275"/>
                    <a:pt x="2829" y="1231"/>
                    <a:pt x="2428" y="1231"/>
                  </a:cubicBezTo>
                  <a:cubicBezTo>
                    <a:pt x="2027" y="1231"/>
                    <a:pt x="1626" y="1275"/>
                    <a:pt x="1238" y="1362"/>
                  </a:cubicBezTo>
                  <a:cubicBezTo>
                    <a:pt x="1438" y="886"/>
                    <a:pt x="1764" y="485"/>
                    <a:pt x="2215" y="210"/>
                  </a:cubicBezTo>
                  <a:cubicBezTo>
                    <a:pt x="2303" y="143"/>
                    <a:pt x="2256" y="0"/>
                    <a:pt x="215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1" name="Google Shape;4921;p54"/>
            <p:cNvSpPr/>
            <p:nvPr/>
          </p:nvSpPr>
          <p:spPr>
            <a:xfrm>
              <a:off x="5801652" y="3089965"/>
              <a:ext cx="306690" cy="194827"/>
            </a:xfrm>
            <a:custGeom>
              <a:rect b="b" l="l" r="r" t="t"/>
              <a:pathLst>
                <a:path extrusionOk="0" h="6162" w="9700">
                  <a:moveTo>
                    <a:pt x="128" y="0"/>
                  </a:moveTo>
                  <a:cubicBezTo>
                    <a:pt x="0" y="0"/>
                    <a:pt x="8" y="203"/>
                    <a:pt x="150" y="203"/>
                  </a:cubicBezTo>
                  <a:cubicBezTo>
                    <a:pt x="1829" y="278"/>
                    <a:pt x="3509" y="579"/>
                    <a:pt x="5088" y="1155"/>
                  </a:cubicBezTo>
                  <a:cubicBezTo>
                    <a:pt x="6491" y="1657"/>
                    <a:pt x="7895" y="2408"/>
                    <a:pt x="8722" y="3712"/>
                  </a:cubicBezTo>
                  <a:cubicBezTo>
                    <a:pt x="9173" y="4413"/>
                    <a:pt x="9423" y="5215"/>
                    <a:pt x="9348" y="6068"/>
                  </a:cubicBezTo>
                  <a:cubicBezTo>
                    <a:pt x="9336" y="6130"/>
                    <a:pt x="9386" y="6162"/>
                    <a:pt x="9439" y="6162"/>
                  </a:cubicBezTo>
                  <a:cubicBezTo>
                    <a:pt x="9492" y="6162"/>
                    <a:pt x="9549" y="6130"/>
                    <a:pt x="9549" y="6068"/>
                  </a:cubicBezTo>
                  <a:cubicBezTo>
                    <a:pt x="9699" y="4514"/>
                    <a:pt x="8797" y="3110"/>
                    <a:pt x="7594" y="2208"/>
                  </a:cubicBezTo>
                  <a:cubicBezTo>
                    <a:pt x="6967" y="1732"/>
                    <a:pt x="6265" y="1381"/>
                    <a:pt x="5539" y="1105"/>
                  </a:cubicBezTo>
                  <a:cubicBezTo>
                    <a:pt x="4737" y="779"/>
                    <a:pt x="3910" y="529"/>
                    <a:pt x="3082" y="353"/>
                  </a:cubicBezTo>
                  <a:cubicBezTo>
                    <a:pt x="2105" y="153"/>
                    <a:pt x="1128" y="27"/>
                    <a:pt x="150" y="2"/>
                  </a:cubicBezTo>
                  <a:cubicBezTo>
                    <a:pt x="142" y="1"/>
                    <a:pt x="135" y="0"/>
                    <a:pt x="1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2" name="Google Shape;4922;p54"/>
            <p:cNvSpPr/>
            <p:nvPr/>
          </p:nvSpPr>
          <p:spPr>
            <a:xfrm>
              <a:off x="6007269" y="3261528"/>
              <a:ext cx="64595" cy="15777"/>
            </a:xfrm>
            <a:custGeom>
              <a:rect b="b" l="l" r="r" t="t"/>
              <a:pathLst>
                <a:path extrusionOk="0" h="499" w="2043">
                  <a:moveTo>
                    <a:pt x="1539" y="0"/>
                  </a:moveTo>
                  <a:cubicBezTo>
                    <a:pt x="1056" y="0"/>
                    <a:pt x="577" y="84"/>
                    <a:pt x="113" y="266"/>
                  </a:cubicBezTo>
                  <a:cubicBezTo>
                    <a:pt x="0" y="311"/>
                    <a:pt x="30" y="498"/>
                    <a:pt x="129" y="498"/>
                  </a:cubicBezTo>
                  <a:cubicBezTo>
                    <a:pt x="139" y="498"/>
                    <a:pt x="151" y="496"/>
                    <a:pt x="163" y="491"/>
                  </a:cubicBezTo>
                  <a:cubicBezTo>
                    <a:pt x="648" y="293"/>
                    <a:pt x="1171" y="211"/>
                    <a:pt x="1682" y="211"/>
                  </a:cubicBezTo>
                  <a:cubicBezTo>
                    <a:pt x="1753" y="211"/>
                    <a:pt x="1823" y="212"/>
                    <a:pt x="1893" y="216"/>
                  </a:cubicBezTo>
                  <a:cubicBezTo>
                    <a:pt x="1901" y="217"/>
                    <a:pt x="1908" y="217"/>
                    <a:pt x="1915" y="217"/>
                  </a:cubicBezTo>
                  <a:cubicBezTo>
                    <a:pt x="2043" y="217"/>
                    <a:pt x="2035" y="15"/>
                    <a:pt x="1893" y="15"/>
                  </a:cubicBezTo>
                  <a:cubicBezTo>
                    <a:pt x="1775" y="5"/>
                    <a:pt x="1657" y="0"/>
                    <a:pt x="153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3" name="Google Shape;4923;p54"/>
            <p:cNvSpPr/>
            <p:nvPr/>
          </p:nvSpPr>
          <p:spPr>
            <a:xfrm>
              <a:off x="5524483" y="3085032"/>
              <a:ext cx="160807" cy="187840"/>
            </a:xfrm>
            <a:custGeom>
              <a:rect b="b" l="l" r="r" t="t"/>
              <a:pathLst>
                <a:path extrusionOk="0" h="5941" w="5086">
                  <a:moveTo>
                    <a:pt x="4446" y="1"/>
                  </a:moveTo>
                  <a:cubicBezTo>
                    <a:pt x="4434" y="1"/>
                    <a:pt x="4420" y="3"/>
                    <a:pt x="4405" y="8"/>
                  </a:cubicBezTo>
                  <a:cubicBezTo>
                    <a:pt x="2876" y="559"/>
                    <a:pt x="1397" y="1437"/>
                    <a:pt x="545" y="2865"/>
                  </a:cubicBezTo>
                  <a:cubicBezTo>
                    <a:pt x="320" y="3241"/>
                    <a:pt x="119" y="3642"/>
                    <a:pt x="19" y="4093"/>
                  </a:cubicBezTo>
                  <a:cubicBezTo>
                    <a:pt x="1" y="4165"/>
                    <a:pt x="60" y="4224"/>
                    <a:pt x="123" y="4224"/>
                  </a:cubicBezTo>
                  <a:cubicBezTo>
                    <a:pt x="148" y="4224"/>
                    <a:pt x="173" y="4215"/>
                    <a:pt x="194" y="4193"/>
                  </a:cubicBezTo>
                  <a:cubicBezTo>
                    <a:pt x="896" y="3492"/>
                    <a:pt x="1798" y="3016"/>
                    <a:pt x="2776" y="2790"/>
                  </a:cubicBezTo>
                  <a:lnTo>
                    <a:pt x="2776" y="2790"/>
                  </a:lnTo>
                  <a:cubicBezTo>
                    <a:pt x="2726" y="3818"/>
                    <a:pt x="2676" y="4820"/>
                    <a:pt x="2650" y="5823"/>
                  </a:cubicBezTo>
                  <a:cubicBezTo>
                    <a:pt x="2650" y="5901"/>
                    <a:pt x="2709" y="5940"/>
                    <a:pt x="2765" y="5940"/>
                  </a:cubicBezTo>
                  <a:cubicBezTo>
                    <a:pt x="2799" y="5940"/>
                    <a:pt x="2832" y="5926"/>
                    <a:pt x="2851" y="5898"/>
                  </a:cubicBezTo>
                  <a:cubicBezTo>
                    <a:pt x="3377" y="4995"/>
                    <a:pt x="4104" y="4269"/>
                    <a:pt x="4981" y="3717"/>
                  </a:cubicBezTo>
                  <a:cubicBezTo>
                    <a:pt x="5085" y="3655"/>
                    <a:pt x="5017" y="3524"/>
                    <a:pt x="4933" y="3524"/>
                  </a:cubicBezTo>
                  <a:cubicBezTo>
                    <a:pt x="4916" y="3524"/>
                    <a:pt x="4898" y="3529"/>
                    <a:pt x="4881" y="3542"/>
                  </a:cubicBezTo>
                  <a:cubicBezTo>
                    <a:pt x="4079" y="4018"/>
                    <a:pt x="3402" y="4670"/>
                    <a:pt x="2876" y="5422"/>
                  </a:cubicBezTo>
                  <a:cubicBezTo>
                    <a:pt x="2926" y="4494"/>
                    <a:pt x="2951" y="3567"/>
                    <a:pt x="3001" y="2665"/>
                  </a:cubicBezTo>
                  <a:cubicBezTo>
                    <a:pt x="3001" y="2589"/>
                    <a:pt x="2926" y="2539"/>
                    <a:pt x="2851" y="2539"/>
                  </a:cubicBezTo>
                  <a:cubicBezTo>
                    <a:pt x="1924" y="2740"/>
                    <a:pt x="1071" y="3141"/>
                    <a:pt x="345" y="3742"/>
                  </a:cubicBezTo>
                  <a:cubicBezTo>
                    <a:pt x="846" y="2439"/>
                    <a:pt x="1949" y="1412"/>
                    <a:pt x="3202" y="760"/>
                  </a:cubicBezTo>
                  <a:cubicBezTo>
                    <a:pt x="3603" y="559"/>
                    <a:pt x="4029" y="384"/>
                    <a:pt x="4480" y="234"/>
                  </a:cubicBezTo>
                  <a:cubicBezTo>
                    <a:pt x="4593" y="188"/>
                    <a:pt x="4563" y="1"/>
                    <a:pt x="44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4" name="Google Shape;4924;p54"/>
            <p:cNvSpPr/>
            <p:nvPr/>
          </p:nvSpPr>
          <p:spPr>
            <a:xfrm>
              <a:off x="5610770" y="3091546"/>
              <a:ext cx="112179" cy="58998"/>
            </a:xfrm>
            <a:custGeom>
              <a:rect b="b" l="l" r="r" t="t"/>
              <a:pathLst>
                <a:path extrusionOk="0" h="1866" w="3548">
                  <a:moveTo>
                    <a:pt x="3374" y="1"/>
                  </a:moveTo>
                  <a:cubicBezTo>
                    <a:pt x="3368" y="1"/>
                    <a:pt x="3362" y="1"/>
                    <a:pt x="3355" y="3"/>
                  </a:cubicBezTo>
                  <a:cubicBezTo>
                    <a:pt x="2127" y="253"/>
                    <a:pt x="999" y="830"/>
                    <a:pt x="97" y="1682"/>
                  </a:cubicBezTo>
                  <a:cubicBezTo>
                    <a:pt x="1" y="1759"/>
                    <a:pt x="82" y="1865"/>
                    <a:pt x="170" y="1865"/>
                  </a:cubicBezTo>
                  <a:cubicBezTo>
                    <a:pt x="197" y="1865"/>
                    <a:pt x="224" y="1855"/>
                    <a:pt x="247" y="1832"/>
                  </a:cubicBezTo>
                  <a:cubicBezTo>
                    <a:pt x="1124" y="1005"/>
                    <a:pt x="2227" y="454"/>
                    <a:pt x="3405" y="228"/>
                  </a:cubicBezTo>
                  <a:cubicBezTo>
                    <a:pt x="3548" y="204"/>
                    <a:pt x="3488" y="1"/>
                    <a:pt x="33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5" name="Google Shape;4925;p54"/>
            <p:cNvSpPr/>
            <p:nvPr/>
          </p:nvSpPr>
          <p:spPr>
            <a:xfrm>
              <a:off x="5743000" y="3082882"/>
              <a:ext cx="8726" cy="7177"/>
            </a:xfrm>
            <a:custGeom>
              <a:rect b="b" l="l" r="r" t="t"/>
              <a:pathLst>
                <a:path extrusionOk="0" h="227" w="276">
                  <a:moveTo>
                    <a:pt x="125" y="1"/>
                  </a:moveTo>
                  <a:cubicBezTo>
                    <a:pt x="0" y="1"/>
                    <a:pt x="0" y="226"/>
                    <a:pt x="125" y="226"/>
                  </a:cubicBezTo>
                  <a:cubicBezTo>
                    <a:pt x="276" y="226"/>
                    <a:pt x="276" y="1"/>
                    <a:pt x="1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6" name="Google Shape;4926;p54"/>
            <p:cNvSpPr/>
            <p:nvPr/>
          </p:nvSpPr>
          <p:spPr>
            <a:xfrm>
              <a:off x="5752485" y="3112224"/>
              <a:ext cx="8758" cy="20425"/>
            </a:xfrm>
            <a:custGeom>
              <a:rect b="b" l="l" r="r" t="t"/>
              <a:pathLst>
                <a:path extrusionOk="0" h="646" w="277">
                  <a:moveTo>
                    <a:pt x="126" y="0"/>
                  </a:moveTo>
                  <a:cubicBezTo>
                    <a:pt x="51" y="25"/>
                    <a:pt x="26" y="75"/>
                    <a:pt x="51" y="151"/>
                  </a:cubicBezTo>
                  <a:cubicBezTo>
                    <a:pt x="51" y="151"/>
                    <a:pt x="51" y="176"/>
                    <a:pt x="51" y="176"/>
                  </a:cubicBezTo>
                  <a:cubicBezTo>
                    <a:pt x="51" y="176"/>
                    <a:pt x="51" y="201"/>
                    <a:pt x="51" y="201"/>
                  </a:cubicBezTo>
                  <a:cubicBezTo>
                    <a:pt x="51" y="201"/>
                    <a:pt x="51" y="226"/>
                    <a:pt x="51" y="226"/>
                  </a:cubicBezTo>
                  <a:cubicBezTo>
                    <a:pt x="51" y="251"/>
                    <a:pt x="51" y="301"/>
                    <a:pt x="51" y="326"/>
                  </a:cubicBezTo>
                  <a:cubicBezTo>
                    <a:pt x="51" y="351"/>
                    <a:pt x="51" y="351"/>
                    <a:pt x="51" y="351"/>
                  </a:cubicBezTo>
                  <a:cubicBezTo>
                    <a:pt x="51" y="376"/>
                    <a:pt x="26" y="376"/>
                    <a:pt x="26" y="401"/>
                  </a:cubicBezTo>
                  <a:cubicBezTo>
                    <a:pt x="26" y="451"/>
                    <a:pt x="1" y="476"/>
                    <a:pt x="1" y="501"/>
                  </a:cubicBezTo>
                  <a:cubicBezTo>
                    <a:pt x="1" y="526"/>
                    <a:pt x="1" y="577"/>
                    <a:pt x="1" y="577"/>
                  </a:cubicBezTo>
                  <a:cubicBezTo>
                    <a:pt x="26" y="602"/>
                    <a:pt x="51" y="627"/>
                    <a:pt x="76" y="627"/>
                  </a:cubicBezTo>
                  <a:cubicBezTo>
                    <a:pt x="89" y="639"/>
                    <a:pt x="101" y="646"/>
                    <a:pt x="114" y="646"/>
                  </a:cubicBezTo>
                  <a:cubicBezTo>
                    <a:pt x="126" y="646"/>
                    <a:pt x="139" y="639"/>
                    <a:pt x="151" y="627"/>
                  </a:cubicBezTo>
                  <a:cubicBezTo>
                    <a:pt x="176" y="602"/>
                    <a:pt x="201" y="602"/>
                    <a:pt x="201" y="552"/>
                  </a:cubicBezTo>
                  <a:cubicBezTo>
                    <a:pt x="277" y="401"/>
                    <a:pt x="277" y="251"/>
                    <a:pt x="251" y="75"/>
                  </a:cubicBezTo>
                  <a:cubicBezTo>
                    <a:pt x="226" y="25"/>
                    <a:pt x="176" y="0"/>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7" name="Google Shape;4927;p54"/>
            <p:cNvSpPr/>
            <p:nvPr/>
          </p:nvSpPr>
          <p:spPr>
            <a:xfrm>
              <a:off x="5766777" y="3115386"/>
              <a:ext cx="7146" cy="19034"/>
            </a:xfrm>
            <a:custGeom>
              <a:rect b="b" l="l" r="r" t="t"/>
              <a:pathLst>
                <a:path extrusionOk="0" h="602" w="226">
                  <a:moveTo>
                    <a:pt x="100" y="0"/>
                  </a:moveTo>
                  <a:cubicBezTo>
                    <a:pt x="50" y="0"/>
                    <a:pt x="0" y="51"/>
                    <a:pt x="0" y="126"/>
                  </a:cubicBezTo>
                  <a:lnTo>
                    <a:pt x="0" y="477"/>
                  </a:lnTo>
                  <a:cubicBezTo>
                    <a:pt x="0" y="552"/>
                    <a:pt x="50" y="602"/>
                    <a:pt x="100" y="602"/>
                  </a:cubicBezTo>
                  <a:cubicBezTo>
                    <a:pt x="175" y="577"/>
                    <a:pt x="226" y="552"/>
                    <a:pt x="226" y="477"/>
                  </a:cubicBezTo>
                  <a:lnTo>
                    <a:pt x="226" y="126"/>
                  </a:lnTo>
                  <a:cubicBezTo>
                    <a:pt x="226" y="51"/>
                    <a:pt x="175" y="0"/>
                    <a:pt x="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8" name="Google Shape;4928;p54"/>
            <p:cNvSpPr/>
            <p:nvPr/>
          </p:nvSpPr>
          <p:spPr>
            <a:xfrm>
              <a:off x="5658925" y="3132524"/>
              <a:ext cx="59030" cy="40976"/>
            </a:xfrm>
            <a:custGeom>
              <a:rect b="b" l="l" r="r" t="t"/>
              <a:pathLst>
                <a:path extrusionOk="0" h="1296" w="1867">
                  <a:moveTo>
                    <a:pt x="1701" y="1"/>
                  </a:moveTo>
                  <a:cubicBezTo>
                    <a:pt x="1687" y="1"/>
                    <a:pt x="1672" y="4"/>
                    <a:pt x="1657" y="10"/>
                  </a:cubicBezTo>
                  <a:cubicBezTo>
                    <a:pt x="1080" y="285"/>
                    <a:pt x="529" y="661"/>
                    <a:pt x="78" y="1113"/>
                  </a:cubicBezTo>
                  <a:cubicBezTo>
                    <a:pt x="1" y="1189"/>
                    <a:pt x="71" y="1296"/>
                    <a:pt x="154" y="1296"/>
                  </a:cubicBezTo>
                  <a:cubicBezTo>
                    <a:pt x="179" y="1296"/>
                    <a:pt x="205" y="1286"/>
                    <a:pt x="228" y="1263"/>
                  </a:cubicBezTo>
                  <a:cubicBezTo>
                    <a:pt x="679" y="837"/>
                    <a:pt x="1205" y="461"/>
                    <a:pt x="1757" y="210"/>
                  </a:cubicBezTo>
                  <a:cubicBezTo>
                    <a:pt x="1867" y="144"/>
                    <a:pt x="1803"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9" name="Google Shape;4929;p54"/>
            <p:cNvSpPr/>
            <p:nvPr/>
          </p:nvSpPr>
          <p:spPr>
            <a:xfrm>
              <a:off x="5751695" y="3197785"/>
              <a:ext cx="11129" cy="27001"/>
            </a:xfrm>
            <a:custGeom>
              <a:rect b="b" l="l" r="r" t="t"/>
              <a:pathLst>
                <a:path extrusionOk="0" h="854" w="352">
                  <a:moveTo>
                    <a:pt x="251" y="1"/>
                  </a:moveTo>
                  <a:cubicBezTo>
                    <a:pt x="201" y="1"/>
                    <a:pt x="151" y="26"/>
                    <a:pt x="126" y="76"/>
                  </a:cubicBezTo>
                  <a:cubicBezTo>
                    <a:pt x="51" y="277"/>
                    <a:pt x="1" y="502"/>
                    <a:pt x="1" y="728"/>
                  </a:cubicBezTo>
                  <a:cubicBezTo>
                    <a:pt x="1" y="778"/>
                    <a:pt x="51" y="853"/>
                    <a:pt x="126" y="853"/>
                  </a:cubicBezTo>
                  <a:cubicBezTo>
                    <a:pt x="176" y="828"/>
                    <a:pt x="226" y="803"/>
                    <a:pt x="226" y="728"/>
                  </a:cubicBezTo>
                  <a:cubicBezTo>
                    <a:pt x="226" y="678"/>
                    <a:pt x="226" y="627"/>
                    <a:pt x="226" y="577"/>
                  </a:cubicBezTo>
                  <a:cubicBezTo>
                    <a:pt x="226" y="552"/>
                    <a:pt x="226" y="527"/>
                    <a:pt x="226" y="502"/>
                  </a:cubicBezTo>
                  <a:lnTo>
                    <a:pt x="251" y="477"/>
                  </a:lnTo>
                  <a:cubicBezTo>
                    <a:pt x="251" y="452"/>
                    <a:pt x="251" y="452"/>
                    <a:pt x="251" y="427"/>
                  </a:cubicBezTo>
                  <a:cubicBezTo>
                    <a:pt x="276" y="327"/>
                    <a:pt x="302" y="226"/>
                    <a:pt x="327" y="126"/>
                  </a:cubicBezTo>
                  <a:cubicBezTo>
                    <a:pt x="352" y="76"/>
                    <a:pt x="302" y="26"/>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0" name="Google Shape;4930;p54"/>
            <p:cNvSpPr/>
            <p:nvPr/>
          </p:nvSpPr>
          <p:spPr>
            <a:xfrm>
              <a:off x="5823469" y="3121457"/>
              <a:ext cx="147116" cy="147401"/>
            </a:xfrm>
            <a:custGeom>
              <a:rect b="b" l="l" r="r" t="t"/>
              <a:pathLst>
                <a:path extrusionOk="0" h="4662" w="4653">
                  <a:moveTo>
                    <a:pt x="124" y="1"/>
                  </a:moveTo>
                  <a:cubicBezTo>
                    <a:pt x="28" y="1"/>
                    <a:pt x="0" y="167"/>
                    <a:pt x="112" y="234"/>
                  </a:cubicBezTo>
                  <a:cubicBezTo>
                    <a:pt x="864" y="535"/>
                    <a:pt x="1565" y="936"/>
                    <a:pt x="2217" y="1412"/>
                  </a:cubicBezTo>
                  <a:cubicBezTo>
                    <a:pt x="2869" y="1914"/>
                    <a:pt x="3520" y="2490"/>
                    <a:pt x="3921" y="3242"/>
                  </a:cubicBezTo>
                  <a:cubicBezTo>
                    <a:pt x="4122" y="3668"/>
                    <a:pt x="4272" y="4119"/>
                    <a:pt x="4423" y="4570"/>
                  </a:cubicBezTo>
                  <a:cubicBezTo>
                    <a:pt x="4433" y="4633"/>
                    <a:pt x="4479" y="4661"/>
                    <a:pt x="4525" y="4661"/>
                  </a:cubicBezTo>
                  <a:cubicBezTo>
                    <a:pt x="4588" y="4661"/>
                    <a:pt x="4652" y="4608"/>
                    <a:pt x="4623" y="4520"/>
                  </a:cubicBezTo>
                  <a:cubicBezTo>
                    <a:pt x="4498" y="4119"/>
                    <a:pt x="4372" y="3693"/>
                    <a:pt x="4197" y="3292"/>
                  </a:cubicBezTo>
                  <a:cubicBezTo>
                    <a:pt x="3997" y="2891"/>
                    <a:pt x="3771" y="2540"/>
                    <a:pt x="3470" y="2239"/>
                  </a:cubicBezTo>
                  <a:cubicBezTo>
                    <a:pt x="2894" y="1613"/>
                    <a:pt x="2192" y="1087"/>
                    <a:pt x="1465" y="661"/>
                  </a:cubicBezTo>
                  <a:cubicBezTo>
                    <a:pt x="1039" y="410"/>
                    <a:pt x="613" y="209"/>
                    <a:pt x="162" y="9"/>
                  </a:cubicBezTo>
                  <a:cubicBezTo>
                    <a:pt x="148" y="3"/>
                    <a:pt x="135" y="1"/>
                    <a:pt x="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1" name="Google Shape;4931;p54"/>
            <p:cNvSpPr/>
            <p:nvPr/>
          </p:nvSpPr>
          <p:spPr>
            <a:xfrm>
              <a:off x="5833018" y="3157660"/>
              <a:ext cx="74206" cy="94726"/>
            </a:xfrm>
            <a:custGeom>
              <a:rect b="b" l="l" r="r" t="t"/>
              <a:pathLst>
                <a:path extrusionOk="0" h="2996" w="2347">
                  <a:moveTo>
                    <a:pt x="155" y="0"/>
                  </a:moveTo>
                  <a:cubicBezTo>
                    <a:pt x="59" y="0"/>
                    <a:pt x="1" y="154"/>
                    <a:pt x="85" y="217"/>
                  </a:cubicBezTo>
                  <a:cubicBezTo>
                    <a:pt x="1088" y="794"/>
                    <a:pt x="1840" y="1796"/>
                    <a:pt x="2116" y="2924"/>
                  </a:cubicBezTo>
                  <a:cubicBezTo>
                    <a:pt x="2125" y="2973"/>
                    <a:pt x="2166" y="2995"/>
                    <a:pt x="2208" y="2995"/>
                  </a:cubicBezTo>
                  <a:cubicBezTo>
                    <a:pt x="2275" y="2995"/>
                    <a:pt x="2347" y="2941"/>
                    <a:pt x="2316" y="2849"/>
                  </a:cubicBezTo>
                  <a:cubicBezTo>
                    <a:pt x="2015" y="1671"/>
                    <a:pt x="1263" y="643"/>
                    <a:pt x="211" y="17"/>
                  </a:cubicBezTo>
                  <a:cubicBezTo>
                    <a:pt x="192" y="5"/>
                    <a:pt x="173"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2" name="Google Shape;4932;p54"/>
            <p:cNvSpPr/>
            <p:nvPr/>
          </p:nvSpPr>
          <p:spPr>
            <a:xfrm>
              <a:off x="5797510" y="3176474"/>
              <a:ext cx="23334" cy="56089"/>
            </a:xfrm>
            <a:custGeom>
              <a:rect b="b" l="l" r="r" t="t"/>
              <a:pathLst>
                <a:path extrusionOk="0" h="1774" w="738">
                  <a:moveTo>
                    <a:pt x="139" y="1"/>
                  </a:moveTo>
                  <a:cubicBezTo>
                    <a:pt x="69" y="1"/>
                    <a:pt x="1" y="49"/>
                    <a:pt x="31" y="124"/>
                  </a:cubicBezTo>
                  <a:cubicBezTo>
                    <a:pt x="231" y="650"/>
                    <a:pt x="381" y="1151"/>
                    <a:pt x="507" y="1702"/>
                  </a:cubicBezTo>
                  <a:cubicBezTo>
                    <a:pt x="516" y="1751"/>
                    <a:pt x="557" y="1774"/>
                    <a:pt x="599" y="1774"/>
                  </a:cubicBezTo>
                  <a:cubicBezTo>
                    <a:pt x="666" y="1774"/>
                    <a:pt x="738" y="1719"/>
                    <a:pt x="707" y="1627"/>
                  </a:cubicBezTo>
                  <a:cubicBezTo>
                    <a:pt x="607" y="1101"/>
                    <a:pt x="457" y="575"/>
                    <a:pt x="256" y="73"/>
                  </a:cubicBezTo>
                  <a:cubicBezTo>
                    <a:pt x="236" y="23"/>
                    <a:pt x="187" y="1"/>
                    <a:pt x="13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3" name="Google Shape;4933;p54"/>
            <p:cNvSpPr/>
            <p:nvPr/>
          </p:nvSpPr>
          <p:spPr>
            <a:xfrm>
              <a:off x="5235013" y="3461169"/>
              <a:ext cx="10339" cy="21943"/>
            </a:xfrm>
            <a:custGeom>
              <a:rect b="b" l="l" r="r" t="t"/>
              <a:pathLst>
                <a:path extrusionOk="0" h="694" w="327">
                  <a:moveTo>
                    <a:pt x="207" y="0"/>
                  </a:moveTo>
                  <a:cubicBezTo>
                    <a:pt x="173" y="0"/>
                    <a:pt x="141" y="13"/>
                    <a:pt x="126" y="42"/>
                  </a:cubicBezTo>
                  <a:cubicBezTo>
                    <a:pt x="51" y="217"/>
                    <a:pt x="1" y="393"/>
                    <a:pt x="1" y="568"/>
                  </a:cubicBezTo>
                  <a:cubicBezTo>
                    <a:pt x="1" y="618"/>
                    <a:pt x="51" y="694"/>
                    <a:pt x="101" y="694"/>
                  </a:cubicBezTo>
                  <a:cubicBezTo>
                    <a:pt x="176" y="668"/>
                    <a:pt x="226" y="643"/>
                    <a:pt x="226" y="568"/>
                  </a:cubicBezTo>
                  <a:cubicBezTo>
                    <a:pt x="226" y="543"/>
                    <a:pt x="226" y="493"/>
                    <a:pt x="226" y="443"/>
                  </a:cubicBezTo>
                  <a:cubicBezTo>
                    <a:pt x="226" y="443"/>
                    <a:pt x="226" y="418"/>
                    <a:pt x="226" y="418"/>
                  </a:cubicBezTo>
                  <a:cubicBezTo>
                    <a:pt x="226" y="393"/>
                    <a:pt x="226" y="368"/>
                    <a:pt x="251" y="368"/>
                  </a:cubicBezTo>
                  <a:cubicBezTo>
                    <a:pt x="251" y="318"/>
                    <a:pt x="251" y="293"/>
                    <a:pt x="277" y="242"/>
                  </a:cubicBezTo>
                  <a:cubicBezTo>
                    <a:pt x="277" y="242"/>
                    <a:pt x="277" y="217"/>
                    <a:pt x="302" y="192"/>
                  </a:cubicBezTo>
                  <a:cubicBezTo>
                    <a:pt x="302" y="192"/>
                    <a:pt x="302" y="167"/>
                    <a:pt x="302" y="167"/>
                  </a:cubicBezTo>
                  <a:cubicBezTo>
                    <a:pt x="327" y="117"/>
                    <a:pt x="327" y="42"/>
                    <a:pt x="277" y="17"/>
                  </a:cubicBezTo>
                  <a:cubicBezTo>
                    <a:pt x="256" y="6"/>
                    <a:pt x="231" y="0"/>
                    <a:pt x="20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4" name="Google Shape;4934;p54"/>
            <p:cNvSpPr/>
            <p:nvPr/>
          </p:nvSpPr>
          <p:spPr>
            <a:xfrm>
              <a:off x="5248483" y="3464078"/>
              <a:ext cx="6387" cy="19034"/>
            </a:xfrm>
            <a:custGeom>
              <a:rect b="b" l="l" r="r" t="t"/>
              <a:pathLst>
                <a:path extrusionOk="0" h="602" w="202">
                  <a:moveTo>
                    <a:pt x="101" y="0"/>
                  </a:moveTo>
                  <a:cubicBezTo>
                    <a:pt x="51" y="0"/>
                    <a:pt x="1" y="50"/>
                    <a:pt x="1" y="125"/>
                  </a:cubicBezTo>
                  <a:lnTo>
                    <a:pt x="1" y="476"/>
                  </a:lnTo>
                  <a:cubicBezTo>
                    <a:pt x="1" y="526"/>
                    <a:pt x="51" y="602"/>
                    <a:pt x="101" y="602"/>
                  </a:cubicBezTo>
                  <a:cubicBezTo>
                    <a:pt x="151" y="576"/>
                    <a:pt x="201" y="551"/>
                    <a:pt x="201" y="476"/>
                  </a:cubicBezTo>
                  <a:lnTo>
                    <a:pt x="201" y="125"/>
                  </a:lnTo>
                  <a:cubicBezTo>
                    <a:pt x="201" y="50"/>
                    <a:pt x="15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5" name="Google Shape;4935;p54"/>
            <p:cNvSpPr/>
            <p:nvPr/>
          </p:nvSpPr>
          <p:spPr>
            <a:xfrm>
              <a:off x="5909694" y="3133535"/>
              <a:ext cx="110914" cy="92481"/>
            </a:xfrm>
            <a:custGeom>
              <a:rect b="b" l="l" r="r" t="t"/>
              <a:pathLst>
                <a:path extrusionOk="0" h="2925" w="3508">
                  <a:moveTo>
                    <a:pt x="170" y="1"/>
                  </a:moveTo>
                  <a:cubicBezTo>
                    <a:pt x="58" y="1"/>
                    <a:pt x="0" y="180"/>
                    <a:pt x="142" y="203"/>
                  </a:cubicBezTo>
                  <a:cubicBezTo>
                    <a:pt x="1520" y="529"/>
                    <a:pt x="2723" y="1532"/>
                    <a:pt x="3275" y="2860"/>
                  </a:cubicBezTo>
                  <a:cubicBezTo>
                    <a:pt x="3293" y="2905"/>
                    <a:pt x="3330" y="2924"/>
                    <a:pt x="3369" y="2924"/>
                  </a:cubicBezTo>
                  <a:cubicBezTo>
                    <a:pt x="3437" y="2924"/>
                    <a:pt x="3507" y="2865"/>
                    <a:pt x="3475" y="2785"/>
                  </a:cubicBezTo>
                  <a:cubicBezTo>
                    <a:pt x="2899" y="1406"/>
                    <a:pt x="1645" y="354"/>
                    <a:pt x="192" y="3"/>
                  </a:cubicBezTo>
                  <a:cubicBezTo>
                    <a:pt x="184" y="1"/>
                    <a:pt x="177" y="1"/>
                    <a:pt x="17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6" name="Google Shape;4936;p54"/>
            <p:cNvSpPr/>
            <p:nvPr/>
          </p:nvSpPr>
          <p:spPr>
            <a:xfrm>
              <a:off x="5326043" y="3165597"/>
              <a:ext cx="99880" cy="203111"/>
            </a:xfrm>
            <a:custGeom>
              <a:rect b="b" l="l" r="r" t="t"/>
              <a:pathLst>
                <a:path extrusionOk="0" h="6424" w="3159">
                  <a:moveTo>
                    <a:pt x="2997" y="1"/>
                  </a:moveTo>
                  <a:cubicBezTo>
                    <a:pt x="2965" y="1"/>
                    <a:pt x="2933" y="13"/>
                    <a:pt x="2911" y="41"/>
                  </a:cubicBezTo>
                  <a:cubicBezTo>
                    <a:pt x="1809" y="1470"/>
                    <a:pt x="956" y="3099"/>
                    <a:pt x="405" y="4803"/>
                  </a:cubicBezTo>
                  <a:cubicBezTo>
                    <a:pt x="255" y="5280"/>
                    <a:pt x="129" y="5781"/>
                    <a:pt x="29" y="6282"/>
                  </a:cubicBezTo>
                  <a:cubicBezTo>
                    <a:pt x="0" y="6369"/>
                    <a:pt x="64" y="6423"/>
                    <a:pt x="128" y="6423"/>
                  </a:cubicBezTo>
                  <a:cubicBezTo>
                    <a:pt x="173" y="6423"/>
                    <a:pt x="219" y="6395"/>
                    <a:pt x="230" y="6332"/>
                  </a:cubicBezTo>
                  <a:cubicBezTo>
                    <a:pt x="606" y="4603"/>
                    <a:pt x="1282" y="2924"/>
                    <a:pt x="2235" y="1395"/>
                  </a:cubicBezTo>
                  <a:cubicBezTo>
                    <a:pt x="2510" y="969"/>
                    <a:pt x="2786" y="568"/>
                    <a:pt x="3087" y="167"/>
                  </a:cubicBezTo>
                  <a:cubicBezTo>
                    <a:pt x="3158" y="77"/>
                    <a:pt x="3077" y="1"/>
                    <a:pt x="29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7" name="Google Shape;4937;p54"/>
            <p:cNvSpPr/>
            <p:nvPr/>
          </p:nvSpPr>
          <p:spPr>
            <a:xfrm>
              <a:off x="5357378" y="3284641"/>
              <a:ext cx="19540" cy="38257"/>
            </a:xfrm>
            <a:custGeom>
              <a:rect b="b" l="l" r="r" t="t"/>
              <a:pathLst>
                <a:path extrusionOk="0" h="1210" w="618">
                  <a:moveTo>
                    <a:pt x="498" y="1"/>
                  </a:moveTo>
                  <a:cubicBezTo>
                    <a:pt x="455" y="1"/>
                    <a:pt x="410" y="24"/>
                    <a:pt x="392" y="61"/>
                  </a:cubicBezTo>
                  <a:cubicBezTo>
                    <a:pt x="241" y="387"/>
                    <a:pt x="116" y="713"/>
                    <a:pt x="16" y="1063"/>
                  </a:cubicBezTo>
                  <a:cubicBezTo>
                    <a:pt x="0" y="1155"/>
                    <a:pt x="78" y="1210"/>
                    <a:pt x="147" y="1210"/>
                  </a:cubicBezTo>
                  <a:cubicBezTo>
                    <a:pt x="191" y="1210"/>
                    <a:pt x="231" y="1187"/>
                    <a:pt x="241" y="1139"/>
                  </a:cubicBezTo>
                  <a:cubicBezTo>
                    <a:pt x="316" y="788"/>
                    <a:pt x="442" y="487"/>
                    <a:pt x="592" y="161"/>
                  </a:cubicBezTo>
                  <a:cubicBezTo>
                    <a:pt x="617" y="111"/>
                    <a:pt x="617" y="61"/>
                    <a:pt x="542" y="11"/>
                  </a:cubicBezTo>
                  <a:cubicBezTo>
                    <a:pt x="528" y="4"/>
                    <a:pt x="513" y="1"/>
                    <a:pt x="4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8" name="Google Shape;4938;p54"/>
            <p:cNvSpPr/>
            <p:nvPr/>
          </p:nvSpPr>
          <p:spPr>
            <a:xfrm>
              <a:off x="5400632" y="3287930"/>
              <a:ext cx="12710" cy="21848"/>
            </a:xfrm>
            <a:custGeom>
              <a:rect b="b" l="l" r="r" t="t"/>
              <a:pathLst>
                <a:path extrusionOk="0" h="691" w="402">
                  <a:moveTo>
                    <a:pt x="263" y="0"/>
                  </a:moveTo>
                  <a:cubicBezTo>
                    <a:pt x="210" y="0"/>
                    <a:pt x="176" y="41"/>
                    <a:pt x="176" y="82"/>
                  </a:cubicBezTo>
                  <a:cubicBezTo>
                    <a:pt x="101" y="233"/>
                    <a:pt x="51" y="383"/>
                    <a:pt x="1" y="558"/>
                  </a:cubicBezTo>
                  <a:cubicBezTo>
                    <a:pt x="1" y="609"/>
                    <a:pt x="26" y="684"/>
                    <a:pt x="76" y="684"/>
                  </a:cubicBezTo>
                  <a:cubicBezTo>
                    <a:pt x="90" y="688"/>
                    <a:pt x="103" y="690"/>
                    <a:pt x="115" y="690"/>
                  </a:cubicBezTo>
                  <a:cubicBezTo>
                    <a:pt x="169" y="690"/>
                    <a:pt x="206" y="650"/>
                    <a:pt x="227" y="609"/>
                  </a:cubicBezTo>
                  <a:cubicBezTo>
                    <a:pt x="277" y="458"/>
                    <a:pt x="327" y="308"/>
                    <a:pt x="377" y="132"/>
                  </a:cubicBezTo>
                  <a:cubicBezTo>
                    <a:pt x="402" y="82"/>
                    <a:pt x="352" y="32"/>
                    <a:pt x="302" y="7"/>
                  </a:cubicBezTo>
                  <a:cubicBezTo>
                    <a:pt x="288" y="2"/>
                    <a:pt x="275" y="0"/>
                    <a:pt x="2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9" name="Google Shape;4939;p54"/>
            <p:cNvSpPr/>
            <p:nvPr/>
          </p:nvSpPr>
          <p:spPr>
            <a:xfrm>
              <a:off x="5419667" y="3294475"/>
              <a:ext cx="11129" cy="23302"/>
            </a:xfrm>
            <a:custGeom>
              <a:rect b="b" l="l" r="r" t="t"/>
              <a:pathLst>
                <a:path extrusionOk="0" h="737" w="352">
                  <a:moveTo>
                    <a:pt x="276" y="1"/>
                  </a:moveTo>
                  <a:cubicBezTo>
                    <a:pt x="201" y="1"/>
                    <a:pt x="151" y="26"/>
                    <a:pt x="126" y="76"/>
                  </a:cubicBezTo>
                  <a:cubicBezTo>
                    <a:pt x="101" y="251"/>
                    <a:pt x="51" y="427"/>
                    <a:pt x="26" y="602"/>
                  </a:cubicBezTo>
                  <a:cubicBezTo>
                    <a:pt x="0" y="652"/>
                    <a:pt x="26" y="727"/>
                    <a:pt x="101" y="727"/>
                  </a:cubicBezTo>
                  <a:cubicBezTo>
                    <a:pt x="113" y="734"/>
                    <a:pt x="127" y="737"/>
                    <a:pt x="141" y="737"/>
                  </a:cubicBezTo>
                  <a:cubicBezTo>
                    <a:pt x="184" y="737"/>
                    <a:pt x="226" y="709"/>
                    <a:pt x="226" y="652"/>
                  </a:cubicBezTo>
                  <a:cubicBezTo>
                    <a:pt x="276" y="477"/>
                    <a:pt x="301" y="326"/>
                    <a:pt x="351" y="151"/>
                  </a:cubicBezTo>
                  <a:cubicBezTo>
                    <a:pt x="351" y="76"/>
                    <a:pt x="326" y="26"/>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0" name="Google Shape;4940;p54"/>
            <p:cNvSpPr/>
            <p:nvPr/>
          </p:nvSpPr>
          <p:spPr>
            <a:xfrm>
              <a:off x="5252467" y="3210432"/>
              <a:ext cx="39174" cy="135196"/>
            </a:xfrm>
            <a:custGeom>
              <a:rect b="b" l="l" r="r" t="t"/>
              <a:pathLst>
                <a:path extrusionOk="0" h="4276" w="1239">
                  <a:moveTo>
                    <a:pt x="1086" y="0"/>
                  </a:moveTo>
                  <a:cubicBezTo>
                    <a:pt x="1055" y="0"/>
                    <a:pt x="1025" y="15"/>
                    <a:pt x="1003" y="52"/>
                  </a:cubicBezTo>
                  <a:cubicBezTo>
                    <a:pt x="326" y="1305"/>
                    <a:pt x="0" y="2759"/>
                    <a:pt x="75" y="4162"/>
                  </a:cubicBezTo>
                  <a:cubicBezTo>
                    <a:pt x="75" y="4238"/>
                    <a:pt x="132" y="4275"/>
                    <a:pt x="185" y="4275"/>
                  </a:cubicBezTo>
                  <a:cubicBezTo>
                    <a:pt x="238" y="4275"/>
                    <a:pt x="288" y="4238"/>
                    <a:pt x="276" y="4162"/>
                  </a:cubicBezTo>
                  <a:cubicBezTo>
                    <a:pt x="201" y="2784"/>
                    <a:pt x="527" y="1380"/>
                    <a:pt x="1203" y="177"/>
                  </a:cubicBezTo>
                  <a:cubicBezTo>
                    <a:pt x="1239" y="89"/>
                    <a:pt x="1161" y="0"/>
                    <a:pt x="10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1" name="Google Shape;4941;p54"/>
            <p:cNvSpPr/>
            <p:nvPr/>
          </p:nvSpPr>
          <p:spPr>
            <a:xfrm>
              <a:off x="5240578" y="3360242"/>
              <a:ext cx="8726" cy="7177"/>
            </a:xfrm>
            <a:custGeom>
              <a:rect b="b" l="l" r="r" t="t"/>
              <a:pathLst>
                <a:path extrusionOk="0" h="227" w="276">
                  <a:moveTo>
                    <a:pt x="151" y="1"/>
                  </a:moveTo>
                  <a:cubicBezTo>
                    <a:pt x="0" y="1"/>
                    <a:pt x="0" y="226"/>
                    <a:pt x="151" y="226"/>
                  </a:cubicBezTo>
                  <a:cubicBezTo>
                    <a:pt x="276" y="226"/>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2" name="Google Shape;4942;p54"/>
            <p:cNvSpPr/>
            <p:nvPr/>
          </p:nvSpPr>
          <p:spPr>
            <a:xfrm>
              <a:off x="5303910" y="3059674"/>
              <a:ext cx="62286" cy="40154"/>
            </a:xfrm>
            <a:custGeom>
              <a:rect b="b" l="l" r="r" t="t"/>
              <a:pathLst>
                <a:path extrusionOk="0" h="1270" w="1970">
                  <a:moveTo>
                    <a:pt x="1842" y="1"/>
                  </a:moveTo>
                  <a:cubicBezTo>
                    <a:pt x="1831" y="1"/>
                    <a:pt x="1819" y="3"/>
                    <a:pt x="1807" y="8"/>
                  </a:cubicBezTo>
                  <a:cubicBezTo>
                    <a:pt x="1155" y="234"/>
                    <a:pt x="554" y="584"/>
                    <a:pt x="78" y="1086"/>
                  </a:cubicBezTo>
                  <a:cubicBezTo>
                    <a:pt x="1" y="1163"/>
                    <a:pt x="86" y="1269"/>
                    <a:pt x="175" y="1269"/>
                  </a:cubicBezTo>
                  <a:cubicBezTo>
                    <a:pt x="202" y="1269"/>
                    <a:pt x="230" y="1259"/>
                    <a:pt x="253" y="1236"/>
                  </a:cubicBezTo>
                  <a:cubicBezTo>
                    <a:pt x="704" y="785"/>
                    <a:pt x="1255" y="434"/>
                    <a:pt x="1857" y="234"/>
                  </a:cubicBezTo>
                  <a:cubicBezTo>
                    <a:pt x="1970" y="188"/>
                    <a:pt x="1940"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3" name="Google Shape;4943;p54"/>
            <p:cNvSpPr/>
            <p:nvPr/>
          </p:nvSpPr>
          <p:spPr>
            <a:xfrm>
              <a:off x="5349125" y="3104035"/>
              <a:ext cx="37340" cy="38131"/>
            </a:xfrm>
            <a:custGeom>
              <a:rect b="b" l="l" r="r" t="t"/>
              <a:pathLst>
                <a:path extrusionOk="0" h="1206" w="1181">
                  <a:moveTo>
                    <a:pt x="1028" y="1"/>
                  </a:moveTo>
                  <a:cubicBezTo>
                    <a:pt x="1003" y="1"/>
                    <a:pt x="977" y="10"/>
                    <a:pt x="953" y="34"/>
                  </a:cubicBezTo>
                  <a:cubicBezTo>
                    <a:pt x="627" y="334"/>
                    <a:pt x="327" y="685"/>
                    <a:pt x="51" y="1011"/>
                  </a:cubicBezTo>
                  <a:cubicBezTo>
                    <a:pt x="26" y="1061"/>
                    <a:pt x="1" y="1136"/>
                    <a:pt x="51" y="1186"/>
                  </a:cubicBezTo>
                  <a:cubicBezTo>
                    <a:pt x="76" y="1199"/>
                    <a:pt x="107" y="1205"/>
                    <a:pt x="136" y="1205"/>
                  </a:cubicBezTo>
                  <a:cubicBezTo>
                    <a:pt x="164" y="1205"/>
                    <a:pt x="189" y="1199"/>
                    <a:pt x="201" y="1186"/>
                  </a:cubicBezTo>
                  <a:cubicBezTo>
                    <a:pt x="477" y="836"/>
                    <a:pt x="778" y="510"/>
                    <a:pt x="1104" y="184"/>
                  </a:cubicBezTo>
                  <a:cubicBezTo>
                    <a:pt x="1181" y="107"/>
                    <a:pt x="1110" y="1"/>
                    <a:pt x="10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4" name="Google Shape;4944;p54"/>
            <p:cNvSpPr/>
            <p:nvPr/>
          </p:nvSpPr>
          <p:spPr>
            <a:xfrm>
              <a:off x="5315862" y="2923650"/>
              <a:ext cx="144555" cy="91375"/>
            </a:xfrm>
            <a:custGeom>
              <a:rect b="b" l="l" r="r" t="t"/>
              <a:pathLst>
                <a:path extrusionOk="0" h="2890" w="4572">
                  <a:moveTo>
                    <a:pt x="3716" y="0"/>
                  </a:moveTo>
                  <a:cubicBezTo>
                    <a:pt x="3122" y="0"/>
                    <a:pt x="2526" y="143"/>
                    <a:pt x="1955" y="375"/>
                  </a:cubicBezTo>
                  <a:cubicBezTo>
                    <a:pt x="1579" y="551"/>
                    <a:pt x="1178" y="751"/>
                    <a:pt x="802" y="977"/>
                  </a:cubicBezTo>
                  <a:cubicBezTo>
                    <a:pt x="627" y="1077"/>
                    <a:pt x="426" y="1177"/>
                    <a:pt x="251" y="1302"/>
                  </a:cubicBezTo>
                  <a:cubicBezTo>
                    <a:pt x="126" y="1378"/>
                    <a:pt x="0" y="1478"/>
                    <a:pt x="0" y="1628"/>
                  </a:cubicBezTo>
                  <a:cubicBezTo>
                    <a:pt x="0" y="1672"/>
                    <a:pt x="38" y="1734"/>
                    <a:pt x="80" y="1734"/>
                  </a:cubicBezTo>
                  <a:cubicBezTo>
                    <a:pt x="87" y="1734"/>
                    <a:pt x="94" y="1732"/>
                    <a:pt x="101" y="1729"/>
                  </a:cubicBezTo>
                  <a:cubicBezTo>
                    <a:pt x="224" y="1718"/>
                    <a:pt x="348" y="1713"/>
                    <a:pt x="471" y="1713"/>
                  </a:cubicBezTo>
                  <a:cubicBezTo>
                    <a:pt x="1573" y="1713"/>
                    <a:pt x="2648" y="2113"/>
                    <a:pt x="3459" y="2856"/>
                  </a:cubicBezTo>
                  <a:cubicBezTo>
                    <a:pt x="3488" y="2880"/>
                    <a:pt x="3519" y="2889"/>
                    <a:pt x="3547" y="2889"/>
                  </a:cubicBezTo>
                  <a:cubicBezTo>
                    <a:pt x="3641" y="2889"/>
                    <a:pt x="3711" y="2783"/>
                    <a:pt x="3634" y="2706"/>
                  </a:cubicBezTo>
                  <a:cubicBezTo>
                    <a:pt x="2780" y="1923"/>
                    <a:pt x="1655" y="1499"/>
                    <a:pt x="517" y="1499"/>
                  </a:cubicBezTo>
                  <a:cubicBezTo>
                    <a:pt x="454" y="1499"/>
                    <a:pt x="392" y="1500"/>
                    <a:pt x="329" y="1503"/>
                  </a:cubicBezTo>
                  <a:lnTo>
                    <a:pt x="329" y="1503"/>
                  </a:lnTo>
                  <a:cubicBezTo>
                    <a:pt x="353" y="1501"/>
                    <a:pt x="377" y="1477"/>
                    <a:pt x="401" y="1453"/>
                  </a:cubicBezTo>
                  <a:cubicBezTo>
                    <a:pt x="476" y="1403"/>
                    <a:pt x="552" y="1378"/>
                    <a:pt x="652" y="1328"/>
                  </a:cubicBezTo>
                  <a:cubicBezTo>
                    <a:pt x="802" y="1227"/>
                    <a:pt x="953" y="1127"/>
                    <a:pt x="1128" y="1052"/>
                  </a:cubicBezTo>
                  <a:cubicBezTo>
                    <a:pt x="1454" y="851"/>
                    <a:pt x="1805" y="676"/>
                    <a:pt x="2156" y="551"/>
                  </a:cubicBezTo>
                  <a:cubicBezTo>
                    <a:pt x="2667" y="350"/>
                    <a:pt x="3218" y="215"/>
                    <a:pt x="3770" y="215"/>
                  </a:cubicBezTo>
                  <a:cubicBezTo>
                    <a:pt x="3976" y="215"/>
                    <a:pt x="4182" y="234"/>
                    <a:pt x="4386" y="275"/>
                  </a:cubicBezTo>
                  <a:cubicBezTo>
                    <a:pt x="4399" y="280"/>
                    <a:pt x="4411" y="282"/>
                    <a:pt x="4422" y="282"/>
                  </a:cubicBezTo>
                  <a:cubicBezTo>
                    <a:pt x="4524" y="282"/>
                    <a:pt x="4572" y="97"/>
                    <a:pt x="4436" y="74"/>
                  </a:cubicBezTo>
                  <a:cubicBezTo>
                    <a:pt x="4198" y="24"/>
                    <a:pt x="3957" y="0"/>
                    <a:pt x="37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5" name="Google Shape;4945;p54"/>
            <p:cNvSpPr/>
            <p:nvPr/>
          </p:nvSpPr>
          <p:spPr>
            <a:xfrm>
              <a:off x="5284908" y="2928108"/>
              <a:ext cx="67788" cy="37593"/>
            </a:xfrm>
            <a:custGeom>
              <a:rect b="b" l="l" r="r" t="t"/>
              <a:pathLst>
                <a:path extrusionOk="0" h="1189" w="2144">
                  <a:moveTo>
                    <a:pt x="2020" y="1"/>
                  </a:moveTo>
                  <a:cubicBezTo>
                    <a:pt x="2008" y="1"/>
                    <a:pt x="1996" y="3"/>
                    <a:pt x="1982" y="9"/>
                  </a:cubicBezTo>
                  <a:cubicBezTo>
                    <a:pt x="1305" y="259"/>
                    <a:pt x="679" y="585"/>
                    <a:pt x="102" y="986"/>
                  </a:cubicBezTo>
                  <a:cubicBezTo>
                    <a:pt x="1" y="1047"/>
                    <a:pt x="63" y="1189"/>
                    <a:pt x="143" y="1189"/>
                  </a:cubicBezTo>
                  <a:cubicBezTo>
                    <a:pt x="163" y="1189"/>
                    <a:pt x="183" y="1181"/>
                    <a:pt x="202" y="1161"/>
                  </a:cubicBezTo>
                  <a:cubicBezTo>
                    <a:pt x="779" y="786"/>
                    <a:pt x="1380" y="460"/>
                    <a:pt x="2032" y="209"/>
                  </a:cubicBezTo>
                  <a:cubicBezTo>
                    <a:pt x="2143" y="164"/>
                    <a:pt x="2116" y="1"/>
                    <a:pt x="20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6" name="Google Shape;4946;p54"/>
            <p:cNvSpPr/>
            <p:nvPr/>
          </p:nvSpPr>
          <p:spPr>
            <a:xfrm>
              <a:off x="5441072" y="2891115"/>
              <a:ext cx="8726" cy="6387"/>
            </a:xfrm>
            <a:custGeom>
              <a:rect b="b" l="l" r="r" t="t"/>
              <a:pathLst>
                <a:path extrusionOk="0" h="202" w="276">
                  <a:moveTo>
                    <a:pt x="151" y="1"/>
                  </a:moveTo>
                  <a:cubicBezTo>
                    <a:pt x="0" y="1"/>
                    <a:pt x="0" y="201"/>
                    <a:pt x="151" y="201"/>
                  </a:cubicBezTo>
                  <a:cubicBezTo>
                    <a:pt x="276" y="201"/>
                    <a:pt x="2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7" name="Google Shape;4947;p54"/>
            <p:cNvSpPr/>
            <p:nvPr/>
          </p:nvSpPr>
          <p:spPr>
            <a:xfrm>
              <a:off x="5190652" y="3573605"/>
              <a:ext cx="60358" cy="88434"/>
            </a:xfrm>
            <a:custGeom>
              <a:rect b="b" l="l" r="r" t="t"/>
              <a:pathLst>
                <a:path extrusionOk="0" h="2797" w="1909">
                  <a:moveTo>
                    <a:pt x="273" y="1"/>
                  </a:moveTo>
                  <a:cubicBezTo>
                    <a:pt x="220" y="1"/>
                    <a:pt x="163" y="32"/>
                    <a:pt x="151" y="95"/>
                  </a:cubicBezTo>
                  <a:cubicBezTo>
                    <a:pt x="0" y="1072"/>
                    <a:pt x="301" y="2175"/>
                    <a:pt x="1103" y="2777"/>
                  </a:cubicBezTo>
                  <a:cubicBezTo>
                    <a:pt x="1124" y="2791"/>
                    <a:pt x="1147" y="2797"/>
                    <a:pt x="1169" y="2797"/>
                  </a:cubicBezTo>
                  <a:cubicBezTo>
                    <a:pt x="1226" y="2797"/>
                    <a:pt x="1279" y="2756"/>
                    <a:pt x="1279" y="2701"/>
                  </a:cubicBezTo>
                  <a:cubicBezTo>
                    <a:pt x="1279" y="2000"/>
                    <a:pt x="1279" y="1198"/>
                    <a:pt x="1830" y="696"/>
                  </a:cubicBezTo>
                  <a:cubicBezTo>
                    <a:pt x="1909" y="637"/>
                    <a:pt x="1832" y="516"/>
                    <a:pt x="1747" y="516"/>
                  </a:cubicBezTo>
                  <a:cubicBezTo>
                    <a:pt x="1724" y="516"/>
                    <a:pt x="1701" y="525"/>
                    <a:pt x="1680" y="546"/>
                  </a:cubicBezTo>
                  <a:cubicBezTo>
                    <a:pt x="1128" y="1022"/>
                    <a:pt x="1078" y="1774"/>
                    <a:pt x="1053" y="2451"/>
                  </a:cubicBezTo>
                  <a:cubicBezTo>
                    <a:pt x="451" y="1874"/>
                    <a:pt x="251" y="922"/>
                    <a:pt x="376" y="95"/>
                  </a:cubicBezTo>
                  <a:cubicBezTo>
                    <a:pt x="376" y="32"/>
                    <a:pt x="326" y="1"/>
                    <a:pt x="2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8" name="Google Shape;4948;p54"/>
            <p:cNvSpPr/>
            <p:nvPr/>
          </p:nvSpPr>
          <p:spPr>
            <a:xfrm>
              <a:off x="5601917" y="2955301"/>
              <a:ext cx="14323" cy="13058"/>
            </a:xfrm>
            <a:custGeom>
              <a:rect b="b" l="l" r="r" t="t"/>
              <a:pathLst>
                <a:path extrusionOk="0" h="413" w="453">
                  <a:moveTo>
                    <a:pt x="302" y="1"/>
                  </a:moveTo>
                  <a:cubicBezTo>
                    <a:pt x="302" y="1"/>
                    <a:pt x="277" y="26"/>
                    <a:pt x="252" y="26"/>
                  </a:cubicBezTo>
                  <a:cubicBezTo>
                    <a:pt x="176" y="101"/>
                    <a:pt x="101" y="151"/>
                    <a:pt x="26" y="226"/>
                  </a:cubicBezTo>
                  <a:cubicBezTo>
                    <a:pt x="1" y="251"/>
                    <a:pt x="1" y="276"/>
                    <a:pt x="1" y="301"/>
                  </a:cubicBezTo>
                  <a:cubicBezTo>
                    <a:pt x="1" y="327"/>
                    <a:pt x="1" y="352"/>
                    <a:pt x="26" y="377"/>
                  </a:cubicBezTo>
                  <a:cubicBezTo>
                    <a:pt x="44" y="394"/>
                    <a:pt x="61" y="412"/>
                    <a:pt x="79" y="412"/>
                  </a:cubicBezTo>
                  <a:cubicBezTo>
                    <a:pt x="87" y="412"/>
                    <a:pt x="94" y="409"/>
                    <a:pt x="101" y="402"/>
                  </a:cubicBezTo>
                  <a:lnTo>
                    <a:pt x="126" y="402"/>
                  </a:lnTo>
                  <a:cubicBezTo>
                    <a:pt x="151" y="402"/>
                    <a:pt x="176" y="402"/>
                    <a:pt x="176" y="377"/>
                  </a:cubicBezTo>
                  <a:cubicBezTo>
                    <a:pt x="252" y="327"/>
                    <a:pt x="327" y="251"/>
                    <a:pt x="427" y="201"/>
                  </a:cubicBezTo>
                  <a:cubicBezTo>
                    <a:pt x="427" y="176"/>
                    <a:pt x="452" y="126"/>
                    <a:pt x="452" y="101"/>
                  </a:cubicBezTo>
                  <a:cubicBezTo>
                    <a:pt x="452" y="76"/>
                    <a:pt x="427" y="51"/>
                    <a:pt x="427" y="26"/>
                  </a:cubicBezTo>
                  <a:cubicBezTo>
                    <a:pt x="402" y="26"/>
                    <a:pt x="377" y="1"/>
                    <a:pt x="3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9" name="Google Shape;4949;p54"/>
            <p:cNvSpPr/>
            <p:nvPr/>
          </p:nvSpPr>
          <p:spPr>
            <a:xfrm>
              <a:off x="5613806" y="2957672"/>
              <a:ext cx="13501" cy="13501"/>
            </a:xfrm>
            <a:custGeom>
              <a:rect b="b" l="l" r="r" t="t"/>
              <a:pathLst>
                <a:path extrusionOk="0" h="427" w="427">
                  <a:moveTo>
                    <a:pt x="302" y="1"/>
                  </a:moveTo>
                  <a:cubicBezTo>
                    <a:pt x="277" y="1"/>
                    <a:pt x="252" y="26"/>
                    <a:pt x="226" y="26"/>
                  </a:cubicBezTo>
                  <a:cubicBezTo>
                    <a:pt x="176" y="101"/>
                    <a:pt x="101" y="176"/>
                    <a:pt x="26" y="226"/>
                  </a:cubicBezTo>
                  <a:cubicBezTo>
                    <a:pt x="26" y="252"/>
                    <a:pt x="1" y="277"/>
                    <a:pt x="1" y="302"/>
                  </a:cubicBezTo>
                  <a:cubicBezTo>
                    <a:pt x="1" y="327"/>
                    <a:pt x="26" y="377"/>
                    <a:pt x="26" y="377"/>
                  </a:cubicBezTo>
                  <a:cubicBezTo>
                    <a:pt x="51" y="402"/>
                    <a:pt x="76" y="427"/>
                    <a:pt x="126" y="427"/>
                  </a:cubicBezTo>
                  <a:cubicBezTo>
                    <a:pt x="151" y="402"/>
                    <a:pt x="176" y="402"/>
                    <a:pt x="201" y="377"/>
                  </a:cubicBezTo>
                  <a:lnTo>
                    <a:pt x="377" y="201"/>
                  </a:lnTo>
                  <a:cubicBezTo>
                    <a:pt x="402" y="176"/>
                    <a:pt x="427" y="151"/>
                    <a:pt x="427" y="101"/>
                  </a:cubicBezTo>
                  <a:cubicBezTo>
                    <a:pt x="427" y="76"/>
                    <a:pt x="402" y="51"/>
                    <a:pt x="377" y="26"/>
                  </a:cubicBezTo>
                  <a:cubicBezTo>
                    <a:pt x="352" y="26"/>
                    <a:pt x="327" y="1"/>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0" name="Google Shape;4950;p54"/>
            <p:cNvSpPr/>
            <p:nvPr/>
          </p:nvSpPr>
          <p:spPr>
            <a:xfrm>
              <a:off x="5536909" y="3007377"/>
              <a:ext cx="112211" cy="76578"/>
            </a:xfrm>
            <a:custGeom>
              <a:rect b="b" l="l" r="r" t="t"/>
              <a:pathLst>
                <a:path extrusionOk="0" h="2422" w="3549">
                  <a:moveTo>
                    <a:pt x="3402" y="1"/>
                  </a:moveTo>
                  <a:cubicBezTo>
                    <a:pt x="3389" y="1"/>
                    <a:pt x="3375" y="3"/>
                    <a:pt x="3360" y="8"/>
                  </a:cubicBezTo>
                  <a:cubicBezTo>
                    <a:pt x="2107" y="484"/>
                    <a:pt x="979" y="1236"/>
                    <a:pt x="77" y="2238"/>
                  </a:cubicBezTo>
                  <a:cubicBezTo>
                    <a:pt x="0" y="2315"/>
                    <a:pt x="71" y="2422"/>
                    <a:pt x="153" y="2422"/>
                  </a:cubicBezTo>
                  <a:cubicBezTo>
                    <a:pt x="178" y="2422"/>
                    <a:pt x="204" y="2412"/>
                    <a:pt x="227" y="2389"/>
                  </a:cubicBezTo>
                  <a:cubicBezTo>
                    <a:pt x="1105" y="1436"/>
                    <a:pt x="2207" y="685"/>
                    <a:pt x="3435" y="233"/>
                  </a:cubicBezTo>
                  <a:cubicBezTo>
                    <a:pt x="3548" y="188"/>
                    <a:pt x="3519" y="1"/>
                    <a:pt x="34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1" name="Google Shape;4951;p54"/>
            <p:cNvSpPr/>
            <p:nvPr/>
          </p:nvSpPr>
          <p:spPr>
            <a:xfrm>
              <a:off x="5616999" y="3029478"/>
              <a:ext cx="32503" cy="19666"/>
            </a:xfrm>
            <a:custGeom>
              <a:rect b="b" l="l" r="r" t="t"/>
              <a:pathLst>
                <a:path extrusionOk="0" h="622" w="1028">
                  <a:moveTo>
                    <a:pt x="893" y="1"/>
                  </a:moveTo>
                  <a:cubicBezTo>
                    <a:pt x="879" y="1"/>
                    <a:pt x="866" y="4"/>
                    <a:pt x="852" y="11"/>
                  </a:cubicBezTo>
                  <a:lnTo>
                    <a:pt x="75" y="412"/>
                  </a:lnTo>
                  <a:cubicBezTo>
                    <a:pt x="25" y="437"/>
                    <a:pt x="0" y="512"/>
                    <a:pt x="50" y="562"/>
                  </a:cubicBezTo>
                  <a:cubicBezTo>
                    <a:pt x="69" y="599"/>
                    <a:pt x="100" y="622"/>
                    <a:pt x="146" y="622"/>
                  </a:cubicBezTo>
                  <a:cubicBezTo>
                    <a:pt x="162" y="622"/>
                    <a:pt x="180" y="619"/>
                    <a:pt x="201" y="612"/>
                  </a:cubicBezTo>
                  <a:cubicBezTo>
                    <a:pt x="451" y="462"/>
                    <a:pt x="702" y="336"/>
                    <a:pt x="953" y="211"/>
                  </a:cubicBezTo>
                  <a:cubicBezTo>
                    <a:pt x="1003" y="186"/>
                    <a:pt x="1028" y="111"/>
                    <a:pt x="1003" y="61"/>
                  </a:cubicBezTo>
                  <a:cubicBezTo>
                    <a:pt x="966" y="24"/>
                    <a:pt x="929" y="1"/>
                    <a:pt x="89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2" name="Google Shape;4952;p54"/>
            <p:cNvSpPr/>
            <p:nvPr/>
          </p:nvSpPr>
          <p:spPr>
            <a:xfrm>
              <a:off x="5627275" y="3047026"/>
              <a:ext cx="36487" cy="22733"/>
            </a:xfrm>
            <a:custGeom>
              <a:rect b="b" l="l" r="r" t="t"/>
              <a:pathLst>
                <a:path extrusionOk="0" h="719" w="1154">
                  <a:moveTo>
                    <a:pt x="1042" y="0"/>
                  </a:moveTo>
                  <a:cubicBezTo>
                    <a:pt x="1030" y="0"/>
                    <a:pt x="1017" y="2"/>
                    <a:pt x="1003" y="7"/>
                  </a:cubicBezTo>
                  <a:cubicBezTo>
                    <a:pt x="678" y="132"/>
                    <a:pt x="352" y="308"/>
                    <a:pt x="51" y="508"/>
                  </a:cubicBezTo>
                  <a:cubicBezTo>
                    <a:pt x="1" y="533"/>
                    <a:pt x="1" y="608"/>
                    <a:pt x="26" y="659"/>
                  </a:cubicBezTo>
                  <a:cubicBezTo>
                    <a:pt x="44" y="695"/>
                    <a:pt x="90" y="719"/>
                    <a:pt x="132" y="719"/>
                  </a:cubicBezTo>
                  <a:cubicBezTo>
                    <a:pt x="148" y="719"/>
                    <a:pt x="163" y="715"/>
                    <a:pt x="176" y="709"/>
                  </a:cubicBezTo>
                  <a:cubicBezTo>
                    <a:pt x="452" y="508"/>
                    <a:pt x="753" y="333"/>
                    <a:pt x="1079" y="207"/>
                  </a:cubicBezTo>
                  <a:cubicBezTo>
                    <a:pt x="1129" y="182"/>
                    <a:pt x="1154" y="132"/>
                    <a:pt x="1154" y="82"/>
                  </a:cubicBezTo>
                  <a:cubicBezTo>
                    <a:pt x="1133" y="41"/>
                    <a:pt x="1096" y="0"/>
                    <a:pt x="10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3" name="Google Shape;4953;p54"/>
            <p:cNvSpPr/>
            <p:nvPr/>
          </p:nvSpPr>
          <p:spPr>
            <a:xfrm>
              <a:off x="5689880" y="2872618"/>
              <a:ext cx="13216" cy="70444"/>
            </a:xfrm>
            <a:custGeom>
              <a:rect b="b" l="l" r="r" t="t"/>
              <a:pathLst>
                <a:path extrusionOk="0" h="2228" w="418">
                  <a:moveTo>
                    <a:pt x="272" y="1"/>
                  </a:moveTo>
                  <a:cubicBezTo>
                    <a:pt x="227" y="1"/>
                    <a:pt x="186" y="25"/>
                    <a:pt x="176" y="84"/>
                  </a:cubicBezTo>
                  <a:cubicBezTo>
                    <a:pt x="51" y="736"/>
                    <a:pt x="1" y="1438"/>
                    <a:pt x="51" y="2114"/>
                  </a:cubicBezTo>
                  <a:cubicBezTo>
                    <a:pt x="51" y="2190"/>
                    <a:pt x="107" y="2227"/>
                    <a:pt x="164" y="2227"/>
                  </a:cubicBezTo>
                  <a:cubicBezTo>
                    <a:pt x="220" y="2227"/>
                    <a:pt x="277" y="2190"/>
                    <a:pt x="277" y="2114"/>
                  </a:cubicBezTo>
                  <a:cubicBezTo>
                    <a:pt x="226" y="1463"/>
                    <a:pt x="252" y="786"/>
                    <a:pt x="402" y="134"/>
                  </a:cubicBezTo>
                  <a:cubicBezTo>
                    <a:pt x="417" y="58"/>
                    <a:pt x="340" y="1"/>
                    <a:pt x="2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4" name="Google Shape;4954;p54"/>
            <p:cNvSpPr/>
            <p:nvPr/>
          </p:nvSpPr>
          <p:spPr>
            <a:xfrm>
              <a:off x="5668506" y="2888332"/>
              <a:ext cx="15082" cy="22638"/>
            </a:xfrm>
            <a:custGeom>
              <a:rect b="b" l="l" r="r" t="t"/>
              <a:pathLst>
                <a:path extrusionOk="0" h="716" w="477">
                  <a:moveTo>
                    <a:pt x="351" y="1"/>
                  </a:moveTo>
                  <a:cubicBezTo>
                    <a:pt x="326" y="1"/>
                    <a:pt x="301" y="13"/>
                    <a:pt x="276" y="38"/>
                  </a:cubicBezTo>
                  <a:cubicBezTo>
                    <a:pt x="100" y="164"/>
                    <a:pt x="0" y="389"/>
                    <a:pt x="25" y="615"/>
                  </a:cubicBezTo>
                  <a:cubicBezTo>
                    <a:pt x="25" y="665"/>
                    <a:pt x="50" y="715"/>
                    <a:pt x="126" y="715"/>
                  </a:cubicBezTo>
                  <a:cubicBezTo>
                    <a:pt x="176" y="715"/>
                    <a:pt x="226" y="665"/>
                    <a:pt x="226" y="615"/>
                  </a:cubicBezTo>
                  <a:cubicBezTo>
                    <a:pt x="226" y="590"/>
                    <a:pt x="226" y="565"/>
                    <a:pt x="226" y="540"/>
                  </a:cubicBezTo>
                  <a:cubicBezTo>
                    <a:pt x="226" y="540"/>
                    <a:pt x="226" y="515"/>
                    <a:pt x="226" y="515"/>
                  </a:cubicBezTo>
                  <a:cubicBezTo>
                    <a:pt x="226" y="515"/>
                    <a:pt x="226" y="515"/>
                    <a:pt x="251" y="490"/>
                  </a:cubicBezTo>
                  <a:cubicBezTo>
                    <a:pt x="251" y="490"/>
                    <a:pt x="251" y="465"/>
                    <a:pt x="251" y="439"/>
                  </a:cubicBezTo>
                  <a:cubicBezTo>
                    <a:pt x="251" y="414"/>
                    <a:pt x="276" y="414"/>
                    <a:pt x="276" y="389"/>
                  </a:cubicBezTo>
                  <a:cubicBezTo>
                    <a:pt x="276" y="364"/>
                    <a:pt x="301" y="339"/>
                    <a:pt x="301" y="339"/>
                  </a:cubicBezTo>
                  <a:cubicBezTo>
                    <a:pt x="301" y="314"/>
                    <a:pt x="326" y="314"/>
                    <a:pt x="326" y="289"/>
                  </a:cubicBezTo>
                  <a:cubicBezTo>
                    <a:pt x="351" y="264"/>
                    <a:pt x="351" y="264"/>
                    <a:pt x="351" y="264"/>
                  </a:cubicBezTo>
                  <a:cubicBezTo>
                    <a:pt x="351" y="264"/>
                    <a:pt x="376" y="239"/>
                    <a:pt x="376" y="239"/>
                  </a:cubicBezTo>
                  <a:cubicBezTo>
                    <a:pt x="401" y="214"/>
                    <a:pt x="401" y="214"/>
                    <a:pt x="426" y="189"/>
                  </a:cubicBezTo>
                  <a:cubicBezTo>
                    <a:pt x="476" y="164"/>
                    <a:pt x="476" y="64"/>
                    <a:pt x="426" y="38"/>
                  </a:cubicBezTo>
                  <a:cubicBezTo>
                    <a:pt x="401" y="13"/>
                    <a:pt x="376" y="1"/>
                    <a:pt x="3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5" name="Google Shape;4955;p54"/>
            <p:cNvSpPr/>
            <p:nvPr/>
          </p:nvSpPr>
          <p:spPr>
            <a:xfrm>
              <a:off x="5678814" y="2897470"/>
              <a:ext cx="822" cy="32"/>
            </a:xfrm>
            <a:custGeom>
              <a:rect b="b" l="l" r="r" t="t"/>
              <a:pathLst>
                <a:path extrusionOk="0" h="1" w="26">
                  <a:moveTo>
                    <a:pt x="0" y="0"/>
                  </a:moveTo>
                  <a:cubicBezTo>
                    <a:pt x="0" y="0"/>
                    <a:pt x="25" y="0"/>
                    <a:pt x="0" y="0"/>
                  </a:cubicBezTo>
                  <a:cubicBezTo>
                    <a:pt x="0" y="0"/>
                    <a:pt x="0" y="0"/>
                    <a:pt x="0" y="0"/>
                  </a:cubicBezTo>
                  <a:cubicBezTo>
                    <a:pt x="0" y="0"/>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6" name="Google Shape;4956;p54"/>
            <p:cNvSpPr/>
            <p:nvPr/>
          </p:nvSpPr>
          <p:spPr>
            <a:xfrm>
              <a:off x="5675620" y="2904584"/>
              <a:ext cx="32" cy="822"/>
            </a:xfrm>
            <a:custGeom>
              <a:rect b="b" l="l" r="r" t="t"/>
              <a:pathLst>
                <a:path extrusionOk="0" h="26" w="1">
                  <a:moveTo>
                    <a:pt x="1" y="1"/>
                  </a:moveTo>
                  <a:lnTo>
                    <a:pt x="1" y="1"/>
                  </a:lnTo>
                  <a:cubicBezTo>
                    <a:pt x="1" y="1"/>
                    <a:pt x="1" y="2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7" name="Google Shape;4957;p54"/>
            <p:cNvSpPr/>
            <p:nvPr/>
          </p:nvSpPr>
          <p:spPr>
            <a:xfrm>
              <a:off x="5707555" y="2999630"/>
              <a:ext cx="56058" cy="12837"/>
            </a:xfrm>
            <a:custGeom>
              <a:rect b="b" l="l" r="r" t="t"/>
              <a:pathLst>
                <a:path extrusionOk="0" h="406" w="1773">
                  <a:moveTo>
                    <a:pt x="1645" y="0"/>
                  </a:moveTo>
                  <a:cubicBezTo>
                    <a:pt x="1638" y="0"/>
                    <a:pt x="1630" y="1"/>
                    <a:pt x="1622" y="2"/>
                  </a:cubicBezTo>
                  <a:cubicBezTo>
                    <a:pt x="1121" y="2"/>
                    <a:pt x="620" y="77"/>
                    <a:pt x="119" y="178"/>
                  </a:cubicBezTo>
                  <a:cubicBezTo>
                    <a:pt x="1" y="225"/>
                    <a:pt x="38" y="405"/>
                    <a:pt x="168" y="405"/>
                  </a:cubicBezTo>
                  <a:cubicBezTo>
                    <a:pt x="177" y="405"/>
                    <a:pt x="185" y="405"/>
                    <a:pt x="194" y="403"/>
                  </a:cubicBezTo>
                  <a:cubicBezTo>
                    <a:pt x="670" y="278"/>
                    <a:pt x="1146" y="228"/>
                    <a:pt x="1622" y="203"/>
                  </a:cubicBezTo>
                  <a:cubicBezTo>
                    <a:pt x="1765" y="203"/>
                    <a:pt x="1772" y="0"/>
                    <a:pt x="16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8" name="Google Shape;4958;p54"/>
            <p:cNvSpPr/>
            <p:nvPr/>
          </p:nvSpPr>
          <p:spPr>
            <a:xfrm>
              <a:off x="5733482" y="3036940"/>
              <a:ext cx="241242" cy="58935"/>
            </a:xfrm>
            <a:custGeom>
              <a:rect b="b" l="l" r="r" t="t"/>
              <a:pathLst>
                <a:path extrusionOk="0" h="1864" w="7630">
                  <a:moveTo>
                    <a:pt x="151" y="0"/>
                  </a:moveTo>
                  <a:cubicBezTo>
                    <a:pt x="0" y="25"/>
                    <a:pt x="0" y="226"/>
                    <a:pt x="151" y="226"/>
                  </a:cubicBezTo>
                  <a:cubicBezTo>
                    <a:pt x="280" y="222"/>
                    <a:pt x="409" y="221"/>
                    <a:pt x="538" y="221"/>
                  </a:cubicBezTo>
                  <a:cubicBezTo>
                    <a:pt x="2341" y="221"/>
                    <a:pt x="4158" y="547"/>
                    <a:pt x="5865" y="1178"/>
                  </a:cubicBezTo>
                  <a:cubicBezTo>
                    <a:pt x="6391" y="1379"/>
                    <a:pt x="6893" y="1604"/>
                    <a:pt x="7394" y="1855"/>
                  </a:cubicBezTo>
                  <a:cubicBezTo>
                    <a:pt x="7409" y="1861"/>
                    <a:pt x="7424" y="1864"/>
                    <a:pt x="7439" y="1864"/>
                  </a:cubicBezTo>
                  <a:cubicBezTo>
                    <a:pt x="7546" y="1864"/>
                    <a:pt x="7629" y="1720"/>
                    <a:pt x="7519" y="1654"/>
                  </a:cubicBezTo>
                  <a:cubicBezTo>
                    <a:pt x="5740" y="752"/>
                    <a:pt x="3810" y="226"/>
                    <a:pt x="1830" y="50"/>
                  </a:cubicBezTo>
                  <a:cubicBezTo>
                    <a:pt x="1279" y="0"/>
                    <a:pt x="702" y="0"/>
                    <a:pt x="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9" name="Google Shape;4959;p54"/>
            <p:cNvSpPr/>
            <p:nvPr/>
          </p:nvSpPr>
          <p:spPr>
            <a:xfrm>
              <a:off x="5776737" y="2894308"/>
              <a:ext cx="116858" cy="50967"/>
            </a:xfrm>
            <a:custGeom>
              <a:rect b="b" l="l" r="r" t="t"/>
              <a:pathLst>
                <a:path extrusionOk="0" h="1612" w="3696">
                  <a:moveTo>
                    <a:pt x="2826" y="1"/>
                  </a:moveTo>
                  <a:cubicBezTo>
                    <a:pt x="1915" y="1"/>
                    <a:pt x="1003" y="109"/>
                    <a:pt x="136" y="326"/>
                  </a:cubicBezTo>
                  <a:cubicBezTo>
                    <a:pt x="1" y="348"/>
                    <a:pt x="48" y="533"/>
                    <a:pt x="151" y="533"/>
                  </a:cubicBezTo>
                  <a:cubicBezTo>
                    <a:pt x="162" y="533"/>
                    <a:pt x="174" y="531"/>
                    <a:pt x="186" y="526"/>
                  </a:cubicBezTo>
                  <a:cubicBezTo>
                    <a:pt x="1043" y="323"/>
                    <a:pt x="1921" y="222"/>
                    <a:pt x="2800" y="222"/>
                  </a:cubicBezTo>
                  <a:cubicBezTo>
                    <a:pt x="2898" y="222"/>
                    <a:pt x="2996" y="223"/>
                    <a:pt x="3094" y="225"/>
                  </a:cubicBezTo>
                  <a:cubicBezTo>
                    <a:pt x="2592" y="501"/>
                    <a:pt x="2191" y="927"/>
                    <a:pt x="1966" y="1454"/>
                  </a:cubicBezTo>
                  <a:cubicBezTo>
                    <a:pt x="1915" y="1538"/>
                    <a:pt x="1990" y="1611"/>
                    <a:pt x="2059" y="1611"/>
                  </a:cubicBezTo>
                  <a:cubicBezTo>
                    <a:pt x="2093" y="1611"/>
                    <a:pt x="2125" y="1594"/>
                    <a:pt x="2141" y="1554"/>
                  </a:cubicBezTo>
                  <a:cubicBezTo>
                    <a:pt x="2417" y="927"/>
                    <a:pt x="2943" y="451"/>
                    <a:pt x="3595" y="250"/>
                  </a:cubicBezTo>
                  <a:cubicBezTo>
                    <a:pt x="3695" y="200"/>
                    <a:pt x="3670" y="25"/>
                    <a:pt x="3570" y="25"/>
                  </a:cubicBezTo>
                  <a:cubicBezTo>
                    <a:pt x="3323" y="9"/>
                    <a:pt x="3074" y="1"/>
                    <a:pt x="28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0" name="Google Shape;4960;p54"/>
            <p:cNvSpPr/>
            <p:nvPr/>
          </p:nvSpPr>
          <p:spPr>
            <a:xfrm>
              <a:off x="5819865" y="2918844"/>
              <a:ext cx="13501" cy="9548"/>
            </a:xfrm>
            <a:custGeom>
              <a:rect b="b" l="l" r="r" t="t"/>
              <a:pathLst>
                <a:path extrusionOk="0" h="302" w="427">
                  <a:moveTo>
                    <a:pt x="276" y="1"/>
                  </a:moveTo>
                  <a:cubicBezTo>
                    <a:pt x="201" y="26"/>
                    <a:pt x="151" y="51"/>
                    <a:pt x="75" y="76"/>
                  </a:cubicBezTo>
                  <a:cubicBezTo>
                    <a:pt x="75" y="76"/>
                    <a:pt x="50" y="101"/>
                    <a:pt x="50" y="101"/>
                  </a:cubicBezTo>
                  <a:cubicBezTo>
                    <a:pt x="25" y="101"/>
                    <a:pt x="25" y="126"/>
                    <a:pt x="25" y="126"/>
                  </a:cubicBezTo>
                  <a:cubicBezTo>
                    <a:pt x="0" y="151"/>
                    <a:pt x="0" y="201"/>
                    <a:pt x="0" y="226"/>
                  </a:cubicBezTo>
                  <a:cubicBezTo>
                    <a:pt x="25" y="251"/>
                    <a:pt x="25" y="277"/>
                    <a:pt x="50" y="277"/>
                  </a:cubicBezTo>
                  <a:cubicBezTo>
                    <a:pt x="75" y="302"/>
                    <a:pt x="126" y="302"/>
                    <a:pt x="151" y="302"/>
                  </a:cubicBezTo>
                  <a:cubicBezTo>
                    <a:pt x="201" y="277"/>
                    <a:pt x="276" y="251"/>
                    <a:pt x="326" y="226"/>
                  </a:cubicBezTo>
                  <a:cubicBezTo>
                    <a:pt x="351" y="201"/>
                    <a:pt x="351" y="201"/>
                    <a:pt x="376" y="201"/>
                  </a:cubicBezTo>
                  <a:cubicBezTo>
                    <a:pt x="376" y="201"/>
                    <a:pt x="401" y="176"/>
                    <a:pt x="401" y="176"/>
                  </a:cubicBezTo>
                  <a:cubicBezTo>
                    <a:pt x="401" y="151"/>
                    <a:pt x="426" y="101"/>
                    <a:pt x="401" y="76"/>
                  </a:cubicBezTo>
                  <a:cubicBezTo>
                    <a:pt x="401" y="51"/>
                    <a:pt x="376" y="26"/>
                    <a:pt x="351" y="26"/>
                  </a:cubicBezTo>
                  <a:cubicBezTo>
                    <a:pt x="326" y="1"/>
                    <a:pt x="30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1" name="Google Shape;4961;p54"/>
            <p:cNvSpPr/>
            <p:nvPr/>
          </p:nvSpPr>
          <p:spPr>
            <a:xfrm>
              <a:off x="5897015" y="2986951"/>
              <a:ext cx="157993" cy="77463"/>
            </a:xfrm>
            <a:custGeom>
              <a:rect b="b" l="l" r="r" t="t"/>
              <a:pathLst>
                <a:path extrusionOk="0" h="2450" w="4997">
                  <a:moveTo>
                    <a:pt x="846" y="1"/>
                  </a:moveTo>
                  <a:cubicBezTo>
                    <a:pt x="612" y="1"/>
                    <a:pt x="377" y="17"/>
                    <a:pt x="142" y="52"/>
                  </a:cubicBezTo>
                  <a:cubicBezTo>
                    <a:pt x="0" y="76"/>
                    <a:pt x="58" y="255"/>
                    <a:pt x="170" y="255"/>
                  </a:cubicBezTo>
                  <a:cubicBezTo>
                    <a:pt x="177" y="255"/>
                    <a:pt x="184" y="254"/>
                    <a:pt x="192" y="253"/>
                  </a:cubicBezTo>
                  <a:cubicBezTo>
                    <a:pt x="401" y="224"/>
                    <a:pt x="609" y="211"/>
                    <a:pt x="816" y="211"/>
                  </a:cubicBezTo>
                  <a:cubicBezTo>
                    <a:pt x="2066" y="211"/>
                    <a:pt x="3259" y="700"/>
                    <a:pt x="4377" y="1280"/>
                  </a:cubicBezTo>
                  <a:cubicBezTo>
                    <a:pt x="3425" y="1305"/>
                    <a:pt x="2548" y="1782"/>
                    <a:pt x="1721" y="2258"/>
                  </a:cubicBezTo>
                  <a:cubicBezTo>
                    <a:pt x="1615" y="2300"/>
                    <a:pt x="1688" y="2450"/>
                    <a:pt x="1774" y="2450"/>
                  </a:cubicBezTo>
                  <a:cubicBezTo>
                    <a:pt x="1789" y="2450"/>
                    <a:pt x="1805" y="2445"/>
                    <a:pt x="1821" y="2433"/>
                  </a:cubicBezTo>
                  <a:cubicBezTo>
                    <a:pt x="2624" y="1987"/>
                    <a:pt x="3506" y="1482"/>
                    <a:pt x="4450" y="1482"/>
                  </a:cubicBezTo>
                  <a:cubicBezTo>
                    <a:pt x="4567" y="1482"/>
                    <a:pt x="4685" y="1489"/>
                    <a:pt x="4803" y="1506"/>
                  </a:cubicBezTo>
                  <a:cubicBezTo>
                    <a:pt x="4813" y="1508"/>
                    <a:pt x="4822" y="1509"/>
                    <a:pt x="4831" y="1509"/>
                  </a:cubicBezTo>
                  <a:cubicBezTo>
                    <a:pt x="4939" y="1509"/>
                    <a:pt x="4996" y="1375"/>
                    <a:pt x="4904" y="1305"/>
                  </a:cubicBezTo>
                  <a:cubicBezTo>
                    <a:pt x="3654" y="616"/>
                    <a:pt x="2275" y="1"/>
                    <a:pt x="8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2" name="Google Shape;4962;p54"/>
            <p:cNvSpPr/>
            <p:nvPr/>
          </p:nvSpPr>
          <p:spPr>
            <a:xfrm>
              <a:off x="5903844" y="3015218"/>
              <a:ext cx="15904" cy="14133"/>
            </a:xfrm>
            <a:custGeom>
              <a:rect b="b" l="l" r="r" t="t"/>
              <a:pathLst>
                <a:path extrusionOk="0" h="447" w="503">
                  <a:moveTo>
                    <a:pt x="414" y="0"/>
                  </a:moveTo>
                  <a:cubicBezTo>
                    <a:pt x="404" y="0"/>
                    <a:pt x="391" y="3"/>
                    <a:pt x="377" y="10"/>
                  </a:cubicBezTo>
                  <a:cubicBezTo>
                    <a:pt x="352" y="10"/>
                    <a:pt x="327" y="10"/>
                    <a:pt x="302" y="36"/>
                  </a:cubicBezTo>
                  <a:cubicBezTo>
                    <a:pt x="226" y="111"/>
                    <a:pt x="126" y="186"/>
                    <a:pt x="26" y="261"/>
                  </a:cubicBezTo>
                  <a:cubicBezTo>
                    <a:pt x="26" y="286"/>
                    <a:pt x="1" y="311"/>
                    <a:pt x="1" y="336"/>
                  </a:cubicBezTo>
                  <a:cubicBezTo>
                    <a:pt x="1" y="361"/>
                    <a:pt x="26" y="386"/>
                    <a:pt x="26" y="411"/>
                  </a:cubicBezTo>
                  <a:cubicBezTo>
                    <a:pt x="44" y="429"/>
                    <a:pt x="61" y="447"/>
                    <a:pt x="88" y="447"/>
                  </a:cubicBezTo>
                  <a:cubicBezTo>
                    <a:pt x="99" y="447"/>
                    <a:pt x="111" y="444"/>
                    <a:pt x="126" y="437"/>
                  </a:cubicBezTo>
                  <a:cubicBezTo>
                    <a:pt x="151" y="437"/>
                    <a:pt x="176" y="437"/>
                    <a:pt x="201" y="411"/>
                  </a:cubicBezTo>
                  <a:cubicBezTo>
                    <a:pt x="277" y="336"/>
                    <a:pt x="377" y="261"/>
                    <a:pt x="452" y="186"/>
                  </a:cubicBezTo>
                  <a:cubicBezTo>
                    <a:pt x="477" y="161"/>
                    <a:pt x="502" y="136"/>
                    <a:pt x="502" y="111"/>
                  </a:cubicBezTo>
                  <a:cubicBezTo>
                    <a:pt x="502" y="86"/>
                    <a:pt x="477" y="61"/>
                    <a:pt x="452" y="36"/>
                  </a:cubicBezTo>
                  <a:cubicBezTo>
                    <a:pt x="452" y="18"/>
                    <a:pt x="439"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3" name="Google Shape;4963;p54"/>
            <p:cNvSpPr/>
            <p:nvPr/>
          </p:nvSpPr>
          <p:spPr>
            <a:xfrm>
              <a:off x="5914152" y="3017589"/>
              <a:ext cx="23018" cy="20172"/>
            </a:xfrm>
            <a:custGeom>
              <a:rect b="b" l="l" r="r" t="t"/>
              <a:pathLst>
                <a:path extrusionOk="0" h="638" w="728">
                  <a:moveTo>
                    <a:pt x="608" y="1"/>
                  </a:moveTo>
                  <a:cubicBezTo>
                    <a:pt x="565" y="1"/>
                    <a:pt x="520" y="24"/>
                    <a:pt x="502" y="61"/>
                  </a:cubicBezTo>
                  <a:cubicBezTo>
                    <a:pt x="502" y="111"/>
                    <a:pt x="452" y="161"/>
                    <a:pt x="427" y="186"/>
                  </a:cubicBezTo>
                  <a:cubicBezTo>
                    <a:pt x="427" y="186"/>
                    <a:pt x="427" y="211"/>
                    <a:pt x="427" y="211"/>
                  </a:cubicBezTo>
                  <a:cubicBezTo>
                    <a:pt x="402" y="211"/>
                    <a:pt x="402" y="236"/>
                    <a:pt x="402" y="236"/>
                  </a:cubicBezTo>
                  <a:cubicBezTo>
                    <a:pt x="377" y="261"/>
                    <a:pt x="352" y="261"/>
                    <a:pt x="326" y="286"/>
                  </a:cubicBezTo>
                  <a:cubicBezTo>
                    <a:pt x="326" y="286"/>
                    <a:pt x="326" y="311"/>
                    <a:pt x="301" y="311"/>
                  </a:cubicBezTo>
                  <a:cubicBezTo>
                    <a:pt x="301" y="311"/>
                    <a:pt x="301" y="311"/>
                    <a:pt x="301" y="336"/>
                  </a:cubicBezTo>
                  <a:cubicBezTo>
                    <a:pt x="276" y="336"/>
                    <a:pt x="251" y="362"/>
                    <a:pt x="226" y="362"/>
                  </a:cubicBezTo>
                  <a:cubicBezTo>
                    <a:pt x="201" y="387"/>
                    <a:pt x="176" y="387"/>
                    <a:pt x="151" y="412"/>
                  </a:cubicBezTo>
                  <a:lnTo>
                    <a:pt x="101" y="412"/>
                  </a:lnTo>
                  <a:cubicBezTo>
                    <a:pt x="51" y="437"/>
                    <a:pt x="1" y="487"/>
                    <a:pt x="26" y="562"/>
                  </a:cubicBezTo>
                  <a:cubicBezTo>
                    <a:pt x="51" y="612"/>
                    <a:pt x="101" y="637"/>
                    <a:pt x="151" y="637"/>
                  </a:cubicBezTo>
                  <a:cubicBezTo>
                    <a:pt x="402" y="562"/>
                    <a:pt x="602" y="387"/>
                    <a:pt x="702" y="161"/>
                  </a:cubicBezTo>
                  <a:cubicBezTo>
                    <a:pt x="728" y="111"/>
                    <a:pt x="728" y="36"/>
                    <a:pt x="652" y="11"/>
                  </a:cubicBezTo>
                  <a:cubicBezTo>
                    <a:pt x="639" y="4"/>
                    <a:pt x="624" y="1"/>
                    <a:pt x="6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4" name="Google Shape;4964;p54"/>
            <p:cNvSpPr/>
            <p:nvPr/>
          </p:nvSpPr>
          <p:spPr>
            <a:xfrm>
              <a:off x="6019253" y="3122247"/>
              <a:ext cx="58998" cy="46035"/>
            </a:xfrm>
            <a:custGeom>
              <a:rect b="b" l="l" r="r" t="t"/>
              <a:pathLst>
                <a:path extrusionOk="0" h="1456" w="1866">
                  <a:moveTo>
                    <a:pt x="173" y="0"/>
                  </a:moveTo>
                  <a:cubicBezTo>
                    <a:pt x="83" y="0"/>
                    <a:pt x="0" y="143"/>
                    <a:pt x="110" y="209"/>
                  </a:cubicBezTo>
                  <a:cubicBezTo>
                    <a:pt x="687" y="535"/>
                    <a:pt x="1188" y="936"/>
                    <a:pt x="1639" y="1412"/>
                  </a:cubicBezTo>
                  <a:cubicBezTo>
                    <a:pt x="1658" y="1443"/>
                    <a:pt x="1682" y="1456"/>
                    <a:pt x="1707" y="1456"/>
                  </a:cubicBezTo>
                  <a:cubicBezTo>
                    <a:pt x="1784" y="1456"/>
                    <a:pt x="1865" y="1338"/>
                    <a:pt x="1789" y="1262"/>
                  </a:cubicBezTo>
                  <a:cubicBezTo>
                    <a:pt x="1338" y="786"/>
                    <a:pt x="812" y="360"/>
                    <a:pt x="211" y="9"/>
                  </a:cubicBezTo>
                  <a:cubicBezTo>
                    <a:pt x="198" y="3"/>
                    <a:pt x="186" y="0"/>
                    <a:pt x="1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5" name="Google Shape;4965;p54"/>
            <p:cNvSpPr/>
            <p:nvPr/>
          </p:nvSpPr>
          <p:spPr>
            <a:xfrm>
              <a:off x="6040152" y="3199176"/>
              <a:ext cx="14291" cy="28962"/>
            </a:xfrm>
            <a:custGeom>
              <a:rect b="b" l="l" r="r" t="t"/>
              <a:pathLst>
                <a:path extrusionOk="0" h="916" w="452">
                  <a:moveTo>
                    <a:pt x="130" y="0"/>
                  </a:moveTo>
                  <a:cubicBezTo>
                    <a:pt x="120" y="0"/>
                    <a:pt x="110" y="2"/>
                    <a:pt x="101" y="7"/>
                  </a:cubicBezTo>
                  <a:cubicBezTo>
                    <a:pt x="51" y="7"/>
                    <a:pt x="1" y="82"/>
                    <a:pt x="26" y="132"/>
                  </a:cubicBezTo>
                  <a:cubicBezTo>
                    <a:pt x="76" y="358"/>
                    <a:pt x="151" y="609"/>
                    <a:pt x="226" y="834"/>
                  </a:cubicBezTo>
                  <a:cubicBezTo>
                    <a:pt x="226" y="875"/>
                    <a:pt x="276" y="916"/>
                    <a:pt x="322" y="916"/>
                  </a:cubicBezTo>
                  <a:cubicBezTo>
                    <a:pt x="332" y="916"/>
                    <a:pt x="342" y="914"/>
                    <a:pt x="352" y="909"/>
                  </a:cubicBezTo>
                  <a:cubicBezTo>
                    <a:pt x="402" y="884"/>
                    <a:pt x="452" y="834"/>
                    <a:pt x="427" y="759"/>
                  </a:cubicBezTo>
                  <a:cubicBezTo>
                    <a:pt x="352" y="533"/>
                    <a:pt x="301" y="308"/>
                    <a:pt x="226" y="82"/>
                  </a:cubicBezTo>
                  <a:cubicBezTo>
                    <a:pt x="226" y="41"/>
                    <a:pt x="176" y="0"/>
                    <a:pt x="1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6" name="Google Shape;4966;p54"/>
            <p:cNvSpPr/>
            <p:nvPr/>
          </p:nvSpPr>
          <p:spPr>
            <a:xfrm>
              <a:off x="5723965" y="3490005"/>
              <a:ext cx="42020" cy="114519"/>
            </a:xfrm>
            <a:custGeom>
              <a:rect b="b" l="l" r="r" t="t"/>
              <a:pathLst>
                <a:path extrusionOk="0" h="3622" w="1329">
                  <a:moveTo>
                    <a:pt x="214" y="1"/>
                  </a:moveTo>
                  <a:cubicBezTo>
                    <a:pt x="182" y="1"/>
                    <a:pt x="151" y="20"/>
                    <a:pt x="151" y="57"/>
                  </a:cubicBezTo>
                  <a:cubicBezTo>
                    <a:pt x="126" y="533"/>
                    <a:pt x="126" y="1010"/>
                    <a:pt x="126" y="1486"/>
                  </a:cubicBezTo>
                  <a:cubicBezTo>
                    <a:pt x="126" y="1736"/>
                    <a:pt x="126" y="1987"/>
                    <a:pt x="351" y="2162"/>
                  </a:cubicBezTo>
                  <a:cubicBezTo>
                    <a:pt x="627" y="2388"/>
                    <a:pt x="1078" y="2363"/>
                    <a:pt x="1128" y="2789"/>
                  </a:cubicBezTo>
                  <a:cubicBezTo>
                    <a:pt x="1199" y="3326"/>
                    <a:pt x="616" y="3493"/>
                    <a:pt x="171" y="3493"/>
                  </a:cubicBezTo>
                  <a:cubicBezTo>
                    <a:pt x="138" y="3493"/>
                    <a:pt x="107" y="3493"/>
                    <a:pt x="76" y="3491"/>
                  </a:cubicBezTo>
                  <a:cubicBezTo>
                    <a:pt x="1" y="3491"/>
                    <a:pt x="1" y="3616"/>
                    <a:pt x="76" y="3616"/>
                  </a:cubicBezTo>
                  <a:cubicBezTo>
                    <a:pt x="129" y="3620"/>
                    <a:pt x="182" y="3622"/>
                    <a:pt x="236" y="3622"/>
                  </a:cubicBezTo>
                  <a:cubicBezTo>
                    <a:pt x="568" y="3622"/>
                    <a:pt x="913" y="3545"/>
                    <a:pt x="1128" y="3265"/>
                  </a:cubicBezTo>
                  <a:cubicBezTo>
                    <a:pt x="1279" y="3040"/>
                    <a:pt x="1329" y="2739"/>
                    <a:pt x="1179" y="2513"/>
                  </a:cubicBezTo>
                  <a:cubicBezTo>
                    <a:pt x="953" y="2188"/>
                    <a:pt x="402" y="2263"/>
                    <a:pt x="276" y="1837"/>
                  </a:cubicBezTo>
                  <a:cubicBezTo>
                    <a:pt x="176" y="1561"/>
                    <a:pt x="251" y="1235"/>
                    <a:pt x="251" y="959"/>
                  </a:cubicBezTo>
                  <a:cubicBezTo>
                    <a:pt x="251" y="659"/>
                    <a:pt x="251" y="358"/>
                    <a:pt x="276" y="57"/>
                  </a:cubicBezTo>
                  <a:cubicBezTo>
                    <a:pt x="276" y="20"/>
                    <a:pt x="245" y="1"/>
                    <a:pt x="21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7" name="Google Shape;4967;p54"/>
            <p:cNvSpPr/>
            <p:nvPr/>
          </p:nvSpPr>
          <p:spPr>
            <a:xfrm>
              <a:off x="5655258" y="3639878"/>
              <a:ext cx="98394" cy="30448"/>
            </a:xfrm>
            <a:custGeom>
              <a:rect b="b" l="l" r="r" t="t"/>
              <a:pathLst>
                <a:path extrusionOk="0" h="963" w="3112">
                  <a:moveTo>
                    <a:pt x="1578" y="0"/>
                  </a:moveTo>
                  <a:cubicBezTo>
                    <a:pt x="979" y="0"/>
                    <a:pt x="379" y="289"/>
                    <a:pt x="18" y="856"/>
                  </a:cubicBezTo>
                  <a:cubicBezTo>
                    <a:pt x="0" y="909"/>
                    <a:pt x="45" y="962"/>
                    <a:pt x="82" y="962"/>
                  </a:cubicBezTo>
                  <a:cubicBezTo>
                    <a:pt x="97" y="962"/>
                    <a:pt x="111" y="953"/>
                    <a:pt x="118" y="931"/>
                  </a:cubicBezTo>
                  <a:cubicBezTo>
                    <a:pt x="454" y="389"/>
                    <a:pt x="1009" y="113"/>
                    <a:pt x="1568" y="113"/>
                  </a:cubicBezTo>
                  <a:cubicBezTo>
                    <a:pt x="2094" y="113"/>
                    <a:pt x="2623" y="358"/>
                    <a:pt x="2976" y="856"/>
                  </a:cubicBezTo>
                  <a:cubicBezTo>
                    <a:pt x="2983" y="870"/>
                    <a:pt x="2997" y="876"/>
                    <a:pt x="3014" y="876"/>
                  </a:cubicBezTo>
                  <a:cubicBezTo>
                    <a:pt x="3057" y="876"/>
                    <a:pt x="3112" y="835"/>
                    <a:pt x="3076" y="781"/>
                  </a:cubicBezTo>
                  <a:cubicBezTo>
                    <a:pt x="2711" y="258"/>
                    <a:pt x="2145" y="0"/>
                    <a:pt x="15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8" name="Google Shape;4968;p54"/>
            <p:cNvSpPr/>
            <p:nvPr/>
          </p:nvSpPr>
          <p:spPr>
            <a:xfrm>
              <a:off x="5513163" y="3471982"/>
              <a:ext cx="107025" cy="111357"/>
            </a:xfrm>
            <a:custGeom>
              <a:rect b="b" l="l" r="r" t="t"/>
              <a:pathLst>
                <a:path extrusionOk="0" h="3522" w="3385">
                  <a:moveTo>
                    <a:pt x="2983" y="1"/>
                  </a:moveTo>
                  <a:cubicBezTo>
                    <a:pt x="2204" y="683"/>
                    <a:pt x="1116" y="1104"/>
                    <a:pt x="89" y="1104"/>
                  </a:cubicBezTo>
                  <a:cubicBezTo>
                    <a:pt x="60" y="1104"/>
                    <a:pt x="30" y="1104"/>
                    <a:pt x="1" y="1103"/>
                  </a:cubicBezTo>
                  <a:lnTo>
                    <a:pt x="1" y="1103"/>
                  </a:lnTo>
                  <a:cubicBezTo>
                    <a:pt x="26" y="1630"/>
                    <a:pt x="126" y="2131"/>
                    <a:pt x="402" y="2607"/>
                  </a:cubicBezTo>
                  <a:cubicBezTo>
                    <a:pt x="681" y="3101"/>
                    <a:pt x="1199" y="3521"/>
                    <a:pt x="1783" y="3521"/>
                  </a:cubicBezTo>
                  <a:cubicBezTo>
                    <a:pt x="1881" y="3521"/>
                    <a:pt x="1981" y="3510"/>
                    <a:pt x="2081" y="3484"/>
                  </a:cubicBezTo>
                  <a:cubicBezTo>
                    <a:pt x="2432" y="3409"/>
                    <a:pt x="2708" y="3209"/>
                    <a:pt x="2908" y="2933"/>
                  </a:cubicBezTo>
                  <a:lnTo>
                    <a:pt x="2908" y="2933"/>
                  </a:lnTo>
                  <a:cubicBezTo>
                    <a:pt x="2760" y="3063"/>
                    <a:pt x="2598" y="3137"/>
                    <a:pt x="2433" y="3137"/>
                  </a:cubicBezTo>
                  <a:cubicBezTo>
                    <a:pt x="2374" y="3137"/>
                    <a:pt x="2316" y="3128"/>
                    <a:pt x="2257" y="3108"/>
                  </a:cubicBezTo>
                  <a:cubicBezTo>
                    <a:pt x="1956" y="2983"/>
                    <a:pt x="1830" y="2532"/>
                    <a:pt x="2006" y="2106"/>
                  </a:cubicBezTo>
                  <a:cubicBezTo>
                    <a:pt x="2126" y="1785"/>
                    <a:pt x="2407" y="1561"/>
                    <a:pt x="2681" y="1561"/>
                  </a:cubicBezTo>
                  <a:cubicBezTo>
                    <a:pt x="2750" y="1561"/>
                    <a:pt x="2818" y="1575"/>
                    <a:pt x="2883" y="1605"/>
                  </a:cubicBezTo>
                  <a:cubicBezTo>
                    <a:pt x="3134" y="1705"/>
                    <a:pt x="3259" y="2006"/>
                    <a:pt x="3209" y="2331"/>
                  </a:cubicBezTo>
                  <a:cubicBezTo>
                    <a:pt x="3259" y="2181"/>
                    <a:pt x="3284" y="2031"/>
                    <a:pt x="3309" y="1905"/>
                  </a:cubicBezTo>
                  <a:cubicBezTo>
                    <a:pt x="3384" y="1254"/>
                    <a:pt x="3209" y="602"/>
                    <a:pt x="298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9" name="Google Shape;4969;p54"/>
            <p:cNvSpPr/>
            <p:nvPr/>
          </p:nvSpPr>
          <p:spPr>
            <a:xfrm>
              <a:off x="5509211" y="3469611"/>
              <a:ext cx="116510" cy="117838"/>
            </a:xfrm>
            <a:custGeom>
              <a:rect b="b" l="l" r="r" t="t"/>
              <a:pathLst>
                <a:path extrusionOk="0" h="3727" w="3685">
                  <a:moveTo>
                    <a:pt x="3209" y="0"/>
                  </a:moveTo>
                  <a:cubicBezTo>
                    <a:pt x="3184" y="26"/>
                    <a:pt x="3133" y="51"/>
                    <a:pt x="3108" y="76"/>
                  </a:cubicBezTo>
                  <a:cubicBezTo>
                    <a:pt x="3334" y="677"/>
                    <a:pt x="3509" y="1329"/>
                    <a:pt x="3434" y="1980"/>
                  </a:cubicBezTo>
                  <a:cubicBezTo>
                    <a:pt x="3409" y="2106"/>
                    <a:pt x="3384" y="2256"/>
                    <a:pt x="3334" y="2406"/>
                  </a:cubicBezTo>
                  <a:cubicBezTo>
                    <a:pt x="3334" y="2482"/>
                    <a:pt x="3309" y="2582"/>
                    <a:pt x="3284" y="2657"/>
                  </a:cubicBezTo>
                  <a:cubicBezTo>
                    <a:pt x="3209" y="2807"/>
                    <a:pt x="3133" y="2908"/>
                    <a:pt x="3033" y="3008"/>
                  </a:cubicBezTo>
                  <a:cubicBezTo>
                    <a:pt x="2833" y="3284"/>
                    <a:pt x="2557" y="3484"/>
                    <a:pt x="2206" y="3559"/>
                  </a:cubicBezTo>
                  <a:cubicBezTo>
                    <a:pt x="2106" y="3585"/>
                    <a:pt x="2006" y="3596"/>
                    <a:pt x="1908" y="3596"/>
                  </a:cubicBezTo>
                  <a:cubicBezTo>
                    <a:pt x="1324" y="3596"/>
                    <a:pt x="806" y="3176"/>
                    <a:pt x="527" y="2682"/>
                  </a:cubicBezTo>
                  <a:cubicBezTo>
                    <a:pt x="251" y="2206"/>
                    <a:pt x="151" y="1705"/>
                    <a:pt x="126" y="1178"/>
                  </a:cubicBezTo>
                  <a:lnTo>
                    <a:pt x="1" y="1178"/>
                  </a:lnTo>
                  <a:cubicBezTo>
                    <a:pt x="51" y="1830"/>
                    <a:pt x="151" y="2432"/>
                    <a:pt x="552" y="2958"/>
                  </a:cubicBezTo>
                  <a:cubicBezTo>
                    <a:pt x="884" y="3401"/>
                    <a:pt x="1393" y="3727"/>
                    <a:pt x="1940" y="3727"/>
                  </a:cubicBezTo>
                  <a:cubicBezTo>
                    <a:pt x="2012" y="3727"/>
                    <a:pt x="2084" y="3721"/>
                    <a:pt x="2156" y="3710"/>
                  </a:cubicBezTo>
                  <a:cubicBezTo>
                    <a:pt x="2858" y="3584"/>
                    <a:pt x="3359" y="2958"/>
                    <a:pt x="3509" y="2281"/>
                  </a:cubicBezTo>
                  <a:cubicBezTo>
                    <a:pt x="3685" y="1504"/>
                    <a:pt x="3459" y="727"/>
                    <a:pt x="320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0" name="Google Shape;4970;p54"/>
            <p:cNvSpPr/>
            <p:nvPr/>
          </p:nvSpPr>
          <p:spPr>
            <a:xfrm>
              <a:off x="5571025" y="3521307"/>
              <a:ext cx="45213" cy="49892"/>
            </a:xfrm>
            <a:custGeom>
              <a:rect b="b" l="l" r="r" t="t"/>
              <a:pathLst>
                <a:path extrusionOk="0" h="1578" w="1430">
                  <a:moveTo>
                    <a:pt x="851" y="1"/>
                  </a:moveTo>
                  <a:cubicBezTo>
                    <a:pt x="577" y="1"/>
                    <a:pt x="296" y="225"/>
                    <a:pt x="176" y="546"/>
                  </a:cubicBezTo>
                  <a:cubicBezTo>
                    <a:pt x="0" y="972"/>
                    <a:pt x="126" y="1423"/>
                    <a:pt x="427" y="1548"/>
                  </a:cubicBezTo>
                  <a:cubicBezTo>
                    <a:pt x="486" y="1568"/>
                    <a:pt x="544" y="1577"/>
                    <a:pt x="603" y="1577"/>
                  </a:cubicBezTo>
                  <a:cubicBezTo>
                    <a:pt x="768" y="1577"/>
                    <a:pt x="930" y="1503"/>
                    <a:pt x="1078" y="1373"/>
                  </a:cubicBezTo>
                  <a:cubicBezTo>
                    <a:pt x="1178" y="1273"/>
                    <a:pt x="1254" y="1172"/>
                    <a:pt x="1329" y="1022"/>
                  </a:cubicBezTo>
                  <a:cubicBezTo>
                    <a:pt x="1354" y="947"/>
                    <a:pt x="1379" y="847"/>
                    <a:pt x="1379" y="771"/>
                  </a:cubicBezTo>
                  <a:cubicBezTo>
                    <a:pt x="1429" y="446"/>
                    <a:pt x="1304" y="145"/>
                    <a:pt x="1053" y="45"/>
                  </a:cubicBezTo>
                  <a:cubicBezTo>
                    <a:pt x="988" y="15"/>
                    <a:pt x="920" y="1"/>
                    <a:pt x="85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1" name="Google Shape;4971;p54"/>
            <p:cNvSpPr/>
            <p:nvPr/>
          </p:nvSpPr>
          <p:spPr>
            <a:xfrm>
              <a:off x="5492579" y="3447414"/>
              <a:ext cx="131560" cy="56311"/>
            </a:xfrm>
            <a:custGeom>
              <a:rect b="b" l="l" r="r" t="t"/>
              <a:pathLst>
                <a:path extrusionOk="0" h="1781" w="4161">
                  <a:moveTo>
                    <a:pt x="4161" y="1"/>
                  </a:moveTo>
                  <a:lnTo>
                    <a:pt x="0" y="1705"/>
                  </a:lnTo>
                  <a:cubicBezTo>
                    <a:pt x="229" y="1756"/>
                    <a:pt x="469" y="1781"/>
                    <a:pt x="713" y="1781"/>
                  </a:cubicBezTo>
                  <a:cubicBezTo>
                    <a:pt x="2020" y="1781"/>
                    <a:pt x="3464" y="1078"/>
                    <a:pt x="4161" y="1"/>
                  </a:cubicBez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2" name="Google Shape;4972;p54"/>
            <p:cNvSpPr/>
            <p:nvPr/>
          </p:nvSpPr>
          <p:spPr>
            <a:xfrm>
              <a:off x="5486445" y="3444664"/>
              <a:ext cx="143480" cy="62255"/>
            </a:xfrm>
            <a:custGeom>
              <a:rect b="b" l="l" r="r" t="t"/>
              <a:pathLst>
                <a:path extrusionOk="0" h="1969" w="4538">
                  <a:moveTo>
                    <a:pt x="4467" y="0"/>
                  </a:moveTo>
                  <a:cubicBezTo>
                    <a:pt x="4446" y="0"/>
                    <a:pt x="4422" y="11"/>
                    <a:pt x="4405" y="38"/>
                  </a:cubicBezTo>
                  <a:cubicBezTo>
                    <a:pt x="4380" y="38"/>
                    <a:pt x="4380" y="63"/>
                    <a:pt x="4355" y="88"/>
                  </a:cubicBezTo>
                  <a:cubicBezTo>
                    <a:pt x="3658" y="1165"/>
                    <a:pt x="2214" y="1868"/>
                    <a:pt x="907" y="1868"/>
                  </a:cubicBezTo>
                  <a:cubicBezTo>
                    <a:pt x="663" y="1868"/>
                    <a:pt x="423" y="1843"/>
                    <a:pt x="194" y="1792"/>
                  </a:cubicBezTo>
                  <a:cubicBezTo>
                    <a:pt x="169" y="1767"/>
                    <a:pt x="144" y="1767"/>
                    <a:pt x="119" y="1767"/>
                  </a:cubicBezTo>
                  <a:cubicBezTo>
                    <a:pt x="112" y="1765"/>
                    <a:pt x="106" y="1764"/>
                    <a:pt x="99" y="1764"/>
                  </a:cubicBezTo>
                  <a:cubicBezTo>
                    <a:pt x="36" y="1764"/>
                    <a:pt x="1" y="1867"/>
                    <a:pt x="69" y="1867"/>
                  </a:cubicBezTo>
                  <a:cubicBezTo>
                    <a:pt x="295" y="1942"/>
                    <a:pt x="495" y="1967"/>
                    <a:pt x="721" y="1967"/>
                  </a:cubicBezTo>
                  <a:lnTo>
                    <a:pt x="846" y="1967"/>
                  </a:lnTo>
                  <a:cubicBezTo>
                    <a:pt x="875" y="1968"/>
                    <a:pt x="905" y="1968"/>
                    <a:pt x="934" y="1968"/>
                  </a:cubicBezTo>
                  <a:cubicBezTo>
                    <a:pt x="1961" y="1968"/>
                    <a:pt x="3049" y="1547"/>
                    <a:pt x="3828" y="865"/>
                  </a:cubicBezTo>
                  <a:cubicBezTo>
                    <a:pt x="3879" y="840"/>
                    <a:pt x="3904" y="815"/>
                    <a:pt x="3929" y="789"/>
                  </a:cubicBezTo>
                  <a:cubicBezTo>
                    <a:pt x="4154" y="564"/>
                    <a:pt x="4355" y="338"/>
                    <a:pt x="4505" y="88"/>
                  </a:cubicBezTo>
                  <a:cubicBezTo>
                    <a:pt x="4538" y="39"/>
                    <a:pt x="4507" y="0"/>
                    <a:pt x="4467"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3" name="Google Shape;4973;p54"/>
            <p:cNvSpPr/>
            <p:nvPr/>
          </p:nvSpPr>
          <p:spPr>
            <a:xfrm>
              <a:off x="5781827" y="3474354"/>
              <a:ext cx="94315" cy="98900"/>
            </a:xfrm>
            <a:custGeom>
              <a:rect b="b" l="l" r="r" t="t"/>
              <a:pathLst>
                <a:path extrusionOk="0" h="3128" w="2983">
                  <a:moveTo>
                    <a:pt x="326" y="1"/>
                  </a:moveTo>
                  <a:cubicBezTo>
                    <a:pt x="151" y="502"/>
                    <a:pt x="0" y="1053"/>
                    <a:pt x="50" y="1605"/>
                  </a:cubicBezTo>
                  <a:cubicBezTo>
                    <a:pt x="100" y="2256"/>
                    <a:pt x="451" y="2908"/>
                    <a:pt x="1078" y="3084"/>
                  </a:cubicBezTo>
                  <a:cubicBezTo>
                    <a:pt x="1187" y="3113"/>
                    <a:pt x="1295" y="3127"/>
                    <a:pt x="1401" y="3127"/>
                  </a:cubicBezTo>
                  <a:cubicBezTo>
                    <a:pt x="1563" y="3127"/>
                    <a:pt x="1718" y="3094"/>
                    <a:pt x="1855" y="3033"/>
                  </a:cubicBezTo>
                  <a:cubicBezTo>
                    <a:pt x="1780" y="3033"/>
                    <a:pt x="1704" y="3033"/>
                    <a:pt x="1629" y="3008"/>
                  </a:cubicBezTo>
                  <a:cubicBezTo>
                    <a:pt x="1354" y="2883"/>
                    <a:pt x="1253" y="2482"/>
                    <a:pt x="1404" y="2106"/>
                  </a:cubicBezTo>
                  <a:cubicBezTo>
                    <a:pt x="1524" y="1806"/>
                    <a:pt x="1772" y="1618"/>
                    <a:pt x="2007" y="1618"/>
                  </a:cubicBezTo>
                  <a:cubicBezTo>
                    <a:pt x="2066" y="1618"/>
                    <a:pt x="2125" y="1630"/>
                    <a:pt x="2181" y="1655"/>
                  </a:cubicBezTo>
                  <a:cubicBezTo>
                    <a:pt x="2481" y="1755"/>
                    <a:pt x="2582" y="2156"/>
                    <a:pt x="2431" y="2532"/>
                  </a:cubicBezTo>
                  <a:cubicBezTo>
                    <a:pt x="2406" y="2582"/>
                    <a:pt x="2381" y="2632"/>
                    <a:pt x="2331" y="2683"/>
                  </a:cubicBezTo>
                  <a:cubicBezTo>
                    <a:pt x="2431" y="2607"/>
                    <a:pt x="2532" y="2507"/>
                    <a:pt x="2607" y="2382"/>
                  </a:cubicBezTo>
                  <a:cubicBezTo>
                    <a:pt x="2882" y="1956"/>
                    <a:pt x="2958" y="1480"/>
                    <a:pt x="2983" y="978"/>
                  </a:cubicBezTo>
                  <a:lnTo>
                    <a:pt x="2983" y="978"/>
                  </a:lnTo>
                  <a:cubicBezTo>
                    <a:pt x="2954" y="979"/>
                    <a:pt x="2924" y="979"/>
                    <a:pt x="2895" y="979"/>
                  </a:cubicBezTo>
                  <a:cubicBezTo>
                    <a:pt x="1993" y="979"/>
                    <a:pt x="1030" y="608"/>
                    <a:pt x="3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4" name="Google Shape;4974;p54"/>
            <p:cNvSpPr/>
            <p:nvPr/>
          </p:nvSpPr>
          <p:spPr>
            <a:xfrm>
              <a:off x="5775472" y="3471192"/>
              <a:ext cx="104622" cy="106235"/>
            </a:xfrm>
            <a:custGeom>
              <a:rect b="b" l="l" r="r" t="t"/>
              <a:pathLst>
                <a:path extrusionOk="0" h="3360" w="3309">
                  <a:moveTo>
                    <a:pt x="427" y="1"/>
                  </a:moveTo>
                  <a:cubicBezTo>
                    <a:pt x="201" y="677"/>
                    <a:pt x="1" y="1404"/>
                    <a:pt x="176" y="2131"/>
                  </a:cubicBezTo>
                  <a:cubicBezTo>
                    <a:pt x="327" y="2682"/>
                    <a:pt x="753" y="3184"/>
                    <a:pt x="1329" y="3334"/>
                  </a:cubicBezTo>
                  <a:cubicBezTo>
                    <a:pt x="1413" y="3351"/>
                    <a:pt x="1496" y="3360"/>
                    <a:pt x="1577" y="3360"/>
                  </a:cubicBezTo>
                  <a:cubicBezTo>
                    <a:pt x="2080" y="3360"/>
                    <a:pt x="2531" y="3046"/>
                    <a:pt x="2833" y="2657"/>
                  </a:cubicBezTo>
                  <a:cubicBezTo>
                    <a:pt x="3184" y="2181"/>
                    <a:pt x="3284" y="1655"/>
                    <a:pt x="3309" y="1078"/>
                  </a:cubicBezTo>
                  <a:lnTo>
                    <a:pt x="3184" y="1078"/>
                  </a:lnTo>
                  <a:cubicBezTo>
                    <a:pt x="3159" y="1580"/>
                    <a:pt x="3083" y="2056"/>
                    <a:pt x="2808" y="2482"/>
                  </a:cubicBezTo>
                  <a:cubicBezTo>
                    <a:pt x="2733" y="2607"/>
                    <a:pt x="2632" y="2707"/>
                    <a:pt x="2532" y="2783"/>
                  </a:cubicBezTo>
                  <a:cubicBezTo>
                    <a:pt x="2432" y="2983"/>
                    <a:pt x="2231" y="3108"/>
                    <a:pt x="2056" y="3133"/>
                  </a:cubicBezTo>
                  <a:cubicBezTo>
                    <a:pt x="1919" y="3194"/>
                    <a:pt x="1764" y="3227"/>
                    <a:pt x="1602" y="3227"/>
                  </a:cubicBezTo>
                  <a:cubicBezTo>
                    <a:pt x="1496" y="3227"/>
                    <a:pt x="1388" y="3213"/>
                    <a:pt x="1279" y="3184"/>
                  </a:cubicBezTo>
                  <a:cubicBezTo>
                    <a:pt x="652" y="3008"/>
                    <a:pt x="301" y="2356"/>
                    <a:pt x="251" y="1705"/>
                  </a:cubicBezTo>
                  <a:cubicBezTo>
                    <a:pt x="201" y="1153"/>
                    <a:pt x="352" y="602"/>
                    <a:pt x="527" y="101"/>
                  </a:cubicBezTo>
                  <a:cubicBezTo>
                    <a:pt x="502" y="51"/>
                    <a:pt x="452" y="26"/>
                    <a:pt x="427"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5" name="Google Shape;4975;p54"/>
            <p:cNvSpPr/>
            <p:nvPr/>
          </p:nvSpPr>
          <p:spPr>
            <a:xfrm>
              <a:off x="5821446" y="3525481"/>
              <a:ext cx="42020" cy="44802"/>
            </a:xfrm>
            <a:custGeom>
              <a:rect b="b" l="l" r="r" t="t"/>
              <a:pathLst>
                <a:path extrusionOk="0" h="1417" w="1329">
                  <a:moveTo>
                    <a:pt x="754" y="1"/>
                  </a:moveTo>
                  <a:cubicBezTo>
                    <a:pt x="519" y="1"/>
                    <a:pt x="271" y="189"/>
                    <a:pt x="151" y="489"/>
                  </a:cubicBezTo>
                  <a:cubicBezTo>
                    <a:pt x="0" y="865"/>
                    <a:pt x="101" y="1266"/>
                    <a:pt x="376" y="1391"/>
                  </a:cubicBezTo>
                  <a:cubicBezTo>
                    <a:pt x="451" y="1416"/>
                    <a:pt x="527" y="1416"/>
                    <a:pt x="602" y="1416"/>
                  </a:cubicBezTo>
                  <a:cubicBezTo>
                    <a:pt x="777" y="1391"/>
                    <a:pt x="978" y="1266"/>
                    <a:pt x="1078" y="1066"/>
                  </a:cubicBezTo>
                  <a:cubicBezTo>
                    <a:pt x="1128" y="1015"/>
                    <a:pt x="1153" y="965"/>
                    <a:pt x="1178" y="915"/>
                  </a:cubicBezTo>
                  <a:cubicBezTo>
                    <a:pt x="1329" y="539"/>
                    <a:pt x="1228" y="138"/>
                    <a:pt x="928" y="38"/>
                  </a:cubicBezTo>
                  <a:cubicBezTo>
                    <a:pt x="872" y="13"/>
                    <a:pt x="813" y="1"/>
                    <a:pt x="75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6" name="Google Shape;4976;p54"/>
            <p:cNvSpPr/>
            <p:nvPr/>
          </p:nvSpPr>
          <p:spPr>
            <a:xfrm>
              <a:off x="5777844" y="3452189"/>
              <a:ext cx="117333" cy="49513"/>
            </a:xfrm>
            <a:custGeom>
              <a:rect b="b" l="l" r="r" t="t"/>
              <a:pathLst>
                <a:path extrusionOk="0" h="1566" w="3711">
                  <a:moveTo>
                    <a:pt x="1" y="0"/>
                  </a:moveTo>
                  <a:cubicBezTo>
                    <a:pt x="618" y="936"/>
                    <a:pt x="1921" y="1565"/>
                    <a:pt x="3098" y="1565"/>
                  </a:cubicBezTo>
                  <a:cubicBezTo>
                    <a:pt x="3308" y="1565"/>
                    <a:pt x="3513" y="1545"/>
                    <a:pt x="3710" y="1504"/>
                  </a:cubicBezTo>
                  <a:lnTo>
                    <a:pt x="1" y="0"/>
                  </a:lnTo>
                  <a:close/>
                </a:path>
              </a:pathLst>
            </a:custGeom>
            <a:solidFill>
              <a:srgbClr val="B86C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7" name="Google Shape;4977;p54"/>
            <p:cNvSpPr/>
            <p:nvPr/>
          </p:nvSpPr>
          <p:spPr>
            <a:xfrm>
              <a:off x="5771994" y="3448806"/>
              <a:ext cx="128494" cy="56532"/>
            </a:xfrm>
            <a:custGeom>
              <a:rect b="b" l="l" r="r" t="t"/>
              <a:pathLst>
                <a:path extrusionOk="0" h="1788" w="4064">
                  <a:moveTo>
                    <a:pt x="82" y="0"/>
                  </a:moveTo>
                  <a:cubicBezTo>
                    <a:pt x="39" y="0"/>
                    <a:pt x="1" y="47"/>
                    <a:pt x="36" y="82"/>
                  </a:cubicBezTo>
                  <a:cubicBezTo>
                    <a:pt x="161" y="308"/>
                    <a:pt x="336" y="533"/>
                    <a:pt x="537" y="709"/>
                  </a:cubicBezTo>
                  <a:cubicBezTo>
                    <a:pt x="562" y="734"/>
                    <a:pt x="612" y="759"/>
                    <a:pt x="637" y="809"/>
                  </a:cubicBezTo>
                  <a:cubicBezTo>
                    <a:pt x="1341" y="1416"/>
                    <a:pt x="2304" y="1787"/>
                    <a:pt x="3206" y="1787"/>
                  </a:cubicBezTo>
                  <a:cubicBezTo>
                    <a:pt x="3235" y="1787"/>
                    <a:pt x="3265" y="1787"/>
                    <a:pt x="3294" y="1786"/>
                  </a:cubicBezTo>
                  <a:lnTo>
                    <a:pt x="3419" y="1786"/>
                  </a:lnTo>
                  <a:cubicBezTo>
                    <a:pt x="3619" y="1761"/>
                    <a:pt x="3820" y="1736"/>
                    <a:pt x="3995" y="1686"/>
                  </a:cubicBezTo>
                  <a:cubicBezTo>
                    <a:pt x="4064" y="1686"/>
                    <a:pt x="4049" y="1582"/>
                    <a:pt x="3990" y="1582"/>
                  </a:cubicBezTo>
                  <a:cubicBezTo>
                    <a:pt x="3984" y="1582"/>
                    <a:pt x="3977" y="1584"/>
                    <a:pt x="3970" y="1586"/>
                  </a:cubicBezTo>
                  <a:cubicBezTo>
                    <a:pt x="3945" y="1586"/>
                    <a:pt x="3920" y="1586"/>
                    <a:pt x="3895" y="1611"/>
                  </a:cubicBezTo>
                  <a:cubicBezTo>
                    <a:pt x="3698" y="1652"/>
                    <a:pt x="3493" y="1672"/>
                    <a:pt x="3283" y="1672"/>
                  </a:cubicBezTo>
                  <a:cubicBezTo>
                    <a:pt x="2106" y="1672"/>
                    <a:pt x="803" y="1043"/>
                    <a:pt x="186" y="107"/>
                  </a:cubicBezTo>
                  <a:cubicBezTo>
                    <a:pt x="161" y="82"/>
                    <a:pt x="136" y="57"/>
                    <a:pt x="136" y="32"/>
                  </a:cubicBezTo>
                  <a:cubicBezTo>
                    <a:pt x="121" y="9"/>
                    <a:pt x="101" y="0"/>
                    <a:pt x="8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8" name="Google Shape;4978;p54"/>
            <p:cNvSpPr/>
            <p:nvPr/>
          </p:nvSpPr>
          <p:spPr>
            <a:xfrm>
              <a:off x="5805605" y="3589730"/>
              <a:ext cx="95105" cy="85589"/>
            </a:xfrm>
            <a:custGeom>
              <a:rect b="b" l="l" r="r" t="t"/>
              <a:pathLst>
                <a:path extrusionOk="0" h="2707" w="3008">
                  <a:moveTo>
                    <a:pt x="1445" y="0"/>
                  </a:moveTo>
                  <a:cubicBezTo>
                    <a:pt x="1314" y="0"/>
                    <a:pt x="1181" y="20"/>
                    <a:pt x="1053" y="61"/>
                  </a:cubicBezTo>
                  <a:cubicBezTo>
                    <a:pt x="401" y="262"/>
                    <a:pt x="0" y="988"/>
                    <a:pt x="150" y="1665"/>
                  </a:cubicBezTo>
                  <a:cubicBezTo>
                    <a:pt x="299" y="2303"/>
                    <a:pt x="900" y="2707"/>
                    <a:pt x="1523" y="2707"/>
                  </a:cubicBezTo>
                  <a:cubicBezTo>
                    <a:pt x="1633" y="2707"/>
                    <a:pt x="1745" y="2694"/>
                    <a:pt x="1855" y="2668"/>
                  </a:cubicBezTo>
                  <a:cubicBezTo>
                    <a:pt x="2531" y="2442"/>
                    <a:pt x="3008" y="1665"/>
                    <a:pt x="2782" y="938"/>
                  </a:cubicBezTo>
                  <a:cubicBezTo>
                    <a:pt x="2598" y="386"/>
                    <a:pt x="2029" y="0"/>
                    <a:pt x="144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9" name="Google Shape;4979;p54"/>
            <p:cNvSpPr/>
            <p:nvPr/>
          </p:nvSpPr>
          <p:spPr>
            <a:xfrm>
              <a:off x="5802411" y="3586031"/>
              <a:ext cx="99089" cy="92703"/>
            </a:xfrm>
            <a:custGeom>
              <a:rect b="b" l="l" r="r" t="t"/>
              <a:pathLst>
                <a:path extrusionOk="0" h="2932" w="3134">
                  <a:moveTo>
                    <a:pt x="1546" y="117"/>
                  </a:moveTo>
                  <a:cubicBezTo>
                    <a:pt x="2130" y="117"/>
                    <a:pt x="2699" y="503"/>
                    <a:pt x="2883" y="1055"/>
                  </a:cubicBezTo>
                  <a:cubicBezTo>
                    <a:pt x="3109" y="1782"/>
                    <a:pt x="2632" y="2559"/>
                    <a:pt x="1956" y="2785"/>
                  </a:cubicBezTo>
                  <a:cubicBezTo>
                    <a:pt x="1846" y="2811"/>
                    <a:pt x="1734" y="2824"/>
                    <a:pt x="1624" y="2824"/>
                  </a:cubicBezTo>
                  <a:cubicBezTo>
                    <a:pt x="1001" y="2824"/>
                    <a:pt x="400" y="2420"/>
                    <a:pt x="251" y="1782"/>
                  </a:cubicBezTo>
                  <a:cubicBezTo>
                    <a:pt x="101" y="1105"/>
                    <a:pt x="502" y="379"/>
                    <a:pt x="1154" y="178"/>
                  </a:cubicBezTo>
                  <a:cubicBezTo>
                    <a:pt x="1282" y="137"/>
                    <a:pt x="1415" y="117"/>
                    <a:pt x="1546" y="117"/>
                  </a:cubicBezTo>
                  <a:close/>
                  <a:moveTo>
                    <a:pt x="1543" y="1"/>
                  </a:moveTo>
                  <a:cubicBezTo>
                    <a:pt x="1105" y="1"/>
                    <a:pt x="666" y="189"/>
                    <a:pt x="377" y="604"/>
                  </a:cubicBezTo>
                  <a:cubicBezTo>
                    <a:pt x="26" y="1131"/>
                    <a:pt x="1" y="1832"/>
                    <a:pt x="377" y="2334"/>
                  </a:cubicBezTo>
                  <a:cubicBezTo>
                    <a:pt x="675" y="2711"/>
                    <a:pt x="1130" y="2931"/>
                    <a:pt x="1606" y="2931"/>
                  </a:cubicBezTo>
                  <a:cubicBezTo>
                    <a:pt x="1731" y="2931"/>
                    <a:pt x="1856" y="2916"/>
                    <a:pt x="1981" y="2885"/>
                  </a:cubicBezTo>
                  <a:cubicBezTo>
                    <a:pt x="2657" y="2684"/>
                    <a:pt x="3134" y="1983"/>
                    <a:pt x="3033" y="1281"/>
                  </a:cubicBezTo>
                  <a:cubicBezTo>
                    <a:pt x="2941" y="480"/>
                    <a:pt x="2243" y="1"/>
                    <a:pt x="154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0" name="Google Shape;4980;p54"/>
            <p:cNvSpPr/>
            <p:nvPr/>
          </p:nvSpPr>
          <p:spPr>
            <a:xfrm>
              <a:off x="5509211" y="3604275"/>
              <a:ext cx="95137" cy="85336"/>
            </a:xfrm>
            <a:custGeom>
              <a:rect b="b" l="l" r="r" t="t"/>
              <a:pathLst>
                <a:path extrusionOk="0" h="2699" w="3009">
                  <a:moveTo>
                    <a:pt x="1440" y="1"/>
                  </a:moveTo>
                  <a:cubicBezTo>
                    <a:pt x="1318" y="1"/>
                    <a:pt x="1196" y="17"/>
                    <a:pt x="1078" y="52"/>
                  </a:cubicBezTo>
                  <a:cubicBezTo>
                    <a:pt x="402" y="253"/>
                    <a:pt x="1" y="1005"/>
                    <a:pt x="151" y="1681"/>
                  </a:cubicBezTo>
                  <a:cubicBezTo>
                    <a:pt x="300" y="2298"/>
                    <a:pt x="900" y="2698"/>
                    <a:pt x="1522" y="2698"/>
                  </a:cubicBezTo>
                  <a:cubicBezTo>
                    <a:pt x="1633" y="2698"/>
                    <a:pt x="1745" y="2685"/>
                    <a:pt x="1855" y="2659"/>
                  </a:cubicBezTo>
                  <a:cubicBezTo>
                    <a:pt x="2532" y="2433"/>
                    <a:pt x="3008" y="1656"/>
                    <a:pt x="2783" y="955"/>
                  </a:cubicBezTo>
                  <a:cubicBezTo>
                    <a:pt x="2596" y="375"/>
                    <a:pt x="2017" y="1"/>
                    <a:pt x="144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1" name="Google Shape;4981;p54"/>
            <p:cNvSpPr/>
            <p:nvPr/>
          </p:nvSpPr>
          <p:spPr>
            <a:xfrm>
              <a:off x="5506049" y="3601050"/>
              <a:ext cx="99089" cy="92734"/>
            </a:xfrm>
            <a:custGeom>
              <a:rect b="b" l="l" r="r" t="t"/>
              <a:pathLst>
                <a:path extrusionOk="0" h="2933" w="3134">
                  <a:moveTo>
                    <a:pt x="1540" y="103"/>
                  </a:moveTo>
                  <a:cubicBezTo>
                    <a:pt x="2117" y="103"/>
                    <a:pt x="2696" y="477"/>
                    <a:pt x="2883" y="1057"/>
                  </a:cubicBezTo>
                  <a:cubicBezTo>
                    <a:pt x="3108" y="1758"/>
                    <a:pt x="2632" y="2535"/>
                    <a:pt x="1955" y="2761"/>
                  </a:cubicBezTo>
                  <a:cubicBezTo>
                    <a:pt x="1845" y="2787"/>
                    <a:pt x="1733" y="2800"/>
                    <a:pt x="1622" y="2800"/>
                  </a:cubicBezTo>
                  <a:cubicBezTo>
                    <a:pt x="1000" y="2800"/>
                    <a:pt x="400" y="2400"/>
                    <a:pt x="251" y="1783"/>
                  </a:cubicBezTo>
                  <a:cubicBezTo>
                    <a:pt x="101" y="1107"/>
                    <a:pt x="502" y="355"/>
                    <a:pt x="1178" y="154"/>
                  </a:cubicBezTo>
                  <a:cubicBezTo>
                    <a:pt x="1296" y="119"/>
                    <a:pt x="1418" y="103"/>
                    <a:pt x="1540" y="103"/>
                  </a:cubicBezTo>
                  <a:close/>
                  <a:moveTo>
                    <a:pt x="1549" y="0"/>
                  </a:moveTo>
                  <a:cubicBezTo>
                    <a:pt x="1108" y="0"/>
                    <a:pt x="667" y="189"/>
                    <a:pt x="376" y="605"/>
                  </a:cubicBezTo>
                  <a:cubicBezTo>
                    <a:pt x="25" y="1107"/>
                    <a:pt x="0" y="1808"/>
                    <a:pt x="376" y="2310"/>
                  </a:cubicBezTo>
                  <a:cubicBezTo>
                    <a:pt x="675" y="2708"/>
                    <a:pt x="1132" y="2932"/>
                    <a:pt x="1608" y="2932"/>
                  </a:cubicBezTo>
                  <a:cubicBezTo>
                    <a:pt x="1732" y="2932"/>
                    <a:pt x="1857" y="2917"/>
                    <a:pt x="1980" y="2886"/>
                  </a:cubicBezTo>
                  <a:cubicBezTo>
                    <a:pt x="2657" y="2661"/>
                    <a:pt x="3133" y="1984"/>
                    <a:pt x="3058" y="1257"/>
                  </a:cubicBezTo>
                  <a:cubicBezTo>
                    <a:pt x="2950" y="473"/>
                    <a:pt x="2249" y="0"/>
                    <a:pt x="15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2" name="Google Shape;4982;p54"/>
            <p:cNvSpPr/>
            <p:nvPr/>
          </p:nvSpPr>
          <p:spPr>
            <a:xfrm>
              <a:off x="5295247" y="3482290"/>
              <a:ext cx="6387" cy="4774"/>
            </a:xfrm>
            <a:custGeom>
              <a:rect b="b" l="l" r="r" t="t"/>
              <a:pathLst>
                <a:path extrusionOk="0" h="151" w="202">
                  <a:moveTo>
                    <a:pt x="101" y="0"/>
                  </a:moveTo>
                  <a:cubicBezTo>
                    <a:pt x="76" y="0"/>
                    <a:pt x="76" y="0"/>
                    <a:pt x="51" y="26"/>
                  </a:cubicBezTo>
                  <a:lnTo>
                    <a:pt x="26" y="26"/>
                  </a:lnTo>
                  <a:cubicBezTo>
                    <a:pt x="26" y="51"/>
                    <a:pt x="26" y="51"/>
                    <a:pt x="26" y="51"/>
                  </a:cubicBezTo>
                  <a:cubicBezTo>
                    <a:pt x="26" y="76"/>
                    <a:pt x="1" y="76"/>
                    <a:pt x="26" y="76"/>
                  </a:cubicBezTo>
                  <a:cubicBezTo>
                    <a:pt x="1" y="101"/>
                    <a:pt x="26" y="101"/>
                    <a:pt x="26" y="101"/>
                  </a:cubicBezTo>
                  <a:cubicBezTo>
                    <a:pt x="26" y="101"/>
                    <a:pt x="26" y="126"/>
                    <a:pt x="26" y="126"/>
                  </a:cubicBezTo>
                  <a:cubicBezTo>
                    <a:pt x="26" y="126"/>
                    <a:pt x="51" y="151"/>
                    <a:pt x="51" y="151"/>
                  </a:cubicBezTo>
                  <a:lnTo>
                    <a:pt x="101" y="151"/>
                  </a:lnTo>
                  <a:cubicBezTo>
                    <a:pt x="126" y="126"/>
                    <a:pt x="126" y="126"/>
                    <a:pt x="151" y="126"/>
                  </a:cubicBezTo>
                  <a:cubicBezTo>
                    <a:pt x="151" y="126"/>
                    <a:pt x="176" y="126"/>
                    <a:pt x="176" y="101"/>
                  </a:cubicBezTo>
                  <a:cubicBezTo>
                    <a:pt x="176" y="101"/>
                    <a:pt x="176" y="101"/>
                    <a:pt x="176" y="76"/>
                  </a:cubicBezTo>
                  <a:cubicBezTo>
                    <a:pt x="201" y="76"/>
                    <a:pt x="201" y="76"/>
                    <a:pt x="201" y="51"/>
                  </a:cubicBezTo>
                  <a:cubicBezTo>
                    <a:pt x="201" y="51"/>
                    <a:pt x="201" y="51"/>
                    <a:pt x="176" y="26"/>
                  </a:cubicBezTo>
                  <a:cubicBezTo>
                    <a:pt x="176" y="0"/>
                    <a:pt x="151"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3" name="Google Shape;4983;p54"/>
            <p:cNvSpPr/>
            <p:nvPr/>
          </p:nvSpPr>
          <p:spPr>
            <a:xfrm>
              <a:off x="5341220" y="3447414"/>
              <a:ext cx="5565" cy="10339"/>
            </a:xfrm>
            <a:custGeom>
              <a:rect b="b" l="l" r="r" t="t"/>
              <a:pathLst>
                <a:path extrusionOk="0" h="327" w="176">
                  <a:moveTo>
                    <a:pt x="126" y="1"/>
                  </a:moveTo>
                  <a:cubicBezTo>
                    <a:pt x="101" y="1"/>
                    <a:pt x="50" y="26"/>
                    <a:pt x="50" y="51"/>
                  </a:cubicBezTo>
                  <a:cubicBezTo>
                    <a:pt x="25" y="126"/>
                    <a:pt x="25" y="176"/>
                    <a:pt x="0" y="251"/>
                  </a:cubicBezTo>
                  <a:cubicBezTo>
                    <a:pt x="0" y="276"/>
                    <a:pt x="0" y="301"/>
                    <a:pt x="50" y="327"/>
                  </a:cubicBezTo>
                  <a:cubicBezTo>
                    <a:pt x="75" y="327"/>
                    <a:pt x="126" y="301"/>
                    <a:pt x="126" y="276"/>
                  </a:cubicBezTo>
                  <a:cubicBezTo>
                    <a:pt x="151" y="201"/>
                    <a:pt x="151" y="151"/>
                    <a:pt x="176" y="76"/>
                  </a:cubicBezTo>
                  <a:cubicBezTo>
                    <a:pt x="176" y="51"/>
                    <a:pt x="1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4" name="Google Shape;4984;p54"/>
            <p:cNvSpPr/>
            <p:nvPr/>
          </p:nvSpPr>
          <p:spPr>
            <a:xfrm>
              <a:off x="5333284" y="3445834"/>
              <a:ext cx="5596" cy="13501"/>
            </a:xfrm>
            <a:custGeom>
              <a:rect b="b" l="l" r="r" t="t"/>
              <a:pathLst>
                <a:path extrusionOk="0" h="427" w="177">
                  <a:moveTo>
                    <a:pt x="76" y="1"/>
                  </a:moveTo>
                  <a:cubicBezTo>
                    <a:pt x="51" y="26"/>
                    <a:pt x="26" y="51"/>
                    <a:pt x="26" y="101"/>
                  </a:cubicBezTo>
                  <a:cubicBezTo>
                    <a:pt x="26" y="101"/>
                    <a:pt x="26" y="126"/>
                    <a:pt x="26" y="126"/>
                  </a:cubicBezTo>
                  <a:cubicBezTo>
                    <a:pt x="51" y="126"/>
                    <a:pt x="51" y="151"/>
                    <a:pt x="51" y="151"/>
                  </a:cubicBezTo>
                  <a:cubicBezTo>
                    <a:pt x="51" y="176"/>
                    <a:pt x="51" y="201"/>
                    <a:pt x="51" y="226"/>
                  </a:cubicBezTo>
                  <a:lnTo>
                    <a:pt x="51" y="251"/>
                  </a:lnTo>
                  <a:cubicBezTo>
                    <a:pt x="51" y="251"/>
                    <a:pt x="26" y="276"/>
                    <a:pt x="26" y="276"/>
                  </a:cubicBezTo>
                  <a:cubicBezTo>
                    <a:pt x="26" y="301"/>
                    <a:pt x="26" y="326"/>
                    <a:pt x="26" y="351"/>
                  </a:cubicBezTo>
                  <a:cubicBezTo>
                    <a:pt x="1" y="377"/>
                    <a:pt x="26" y="427"/>
                    <a:pt x="76" y="427"/>
                  </a:cubicBezTo>
                  <a:cubicBezTo>
                    <a:pt x="101" y="427"/>
                    <a:pt x="126" y="402"/>
                    <a:pt x="151" y="377"/>
                  </a:cubicBezTo>
                  <a:cubicBezTo>
                    <a:pt x="176" y="276"/>
                    <a:pt x="176" y="151"/>
                    <a:pt x="151" y="51"/>
                  </a:cubicBez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5" name="Google Shape;4985;p54"/>
            <p:cNvSpPr/>
            <p:nvPr/>
          </p:nvSpPr>
          <p:spPr>
            <a:xfrm>
              <a:off x="5368950" y="3526651"/>
              <a:ext cx="6355" cy="10339"/>
            </a:xfrm>
            <a:custGeom>
              <a:rect b="b" l="l" r="r" t="t"/>
              <a:pathLst>
                <a:path extrusionOk="0" h="327" w="201">
                  <a:moveTo>
                    <a:pt x="126" y="1"/>
                  </a:moveTo>
                  <a:cubicBezTo>
                    <a:pt x="101" y="1"/>
                    <a:pt x="51" y="26"/>
                    <a:pt x="51" y="51"/>
                  </a:cubicBezTo>
                  <a:cubicBezTo>
                    <a:pt x="26" y="101"/>
                    <a:pt x="26" y="176"/>
                    <a:pt x="0" y="227"/>
                  </a:cubicBezTo>
                  <a:cubicBezTo>
                    <a:pt x="0" y="277"/>
                    <a:pt x="26" y="302"/>
                    <a:pt x="51" y="327"/>
                  </a:cubicBezTo>
                  <a:cubicBezTo>
                    <a:pt x="101" y="327"/>
                    <a:pt x="126" y="302"/>
                    <a:pt x="126" y="277"/>
                  </a:cubicBezTo>
                  <a:cubicBezTo>
                    <a:pt x="151" y="201"/>
                    <a:pt x="176" y="151"/>
                    <a:pt x="176" y="76"/>
                  </a:cubicBezTo>
                  <a:cubicBezTo>
                    <a:pt x="201" y="51"/>
                    <a:pt x="17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6" name="Google Shape;4986;p54"/>
            <p:cNvSpPr/>
            <p:nvPr/>
          </p:nvSpPr>
          <p:spPr>
            <a:xfrm>
              <a:off x="5361804" y="3525070"/>
              <a:ext cx="5596" cy="13501"/>
            </a:xfrm>
            <a:custGeom>
              <a:rect b="b" l="l" r="r" t="t"/>
              <a:pathLst>
                <a:path extrusionOk="0" h="427" w="177">
                  <a:moveTo>
                    <a:pt x="51" y="1"/>
                  </a:moveTo>
                  <a:cubicBezTo>
                    <a:pt x="26" y="26"/>
                    <a:pt x="1" y="51"/>
                    <a:pt x="26" y="76"/>
                  </a:cubicBezTo>
                  <a:cubicBezTo>
                    <a:pt x="26" y="101"/>
                    <a:pt x="26" y="101"/>
                    <a:pt x="26" y="101"/>
                  </a:cubicBezTo>
                  <a:cubicBezTo>
                    <a:pt x="26" y="126"/>
                    <a:pt x="26" y="126"/>
                    <a:pt x="26" y="151"/>
                  </a:cubicBezTo>
                  <a:cubicBezTo>
                    <a:pt x="26" y="176"/>
                    <a:pt x="26" y="201"/>
                    <a:pt x="26" y="226"/>
                  </a:cubicBezTo>
                  <a:cubicBezTo>
                    <a:pt x="26" y="251"/>
                    <a:pt x="26" y="251"/>
                    <a:pt x="26" y="277"/>
                  </a:cubicBezTo>
                  <a:cubicBezTo>
                    <a:pt x="26" y="302"/>
                    <a:pt x="1" y="327"/>
                    <a:pt x="1" y="352"/>
                  </a:cubicBezTo>
                  <a:cubicBezTo>
                    <a:pt x="1" y="377"/>
                    <a:pt x="26" y="427"/>
                    <a:pt x="51" y="427"/>
                  </a:cubicBezTo>
                  <a:cubicBezTo>
                    <a:pt x="76" y="427"/>
                    <a:pt x="126" y="402"/>
                    <a:pt x="126" y="377"/>
                  </a:cubicBezTo>
                  <a:cubicBezTo>
                    <a:pt x="176" y="277"/>
                    <a:pt x="176" y="151"/>
                    <a:pt x="151" y="51"/>
                  </a:cubicBezTo>
                  <a:cubicBezTo>
                    <a:pt x="126" y="26"/>
                    <a:pt x="101" y="1"/>
                    <a:pt x="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7" name="Google Shape;4987;p54"/>
            <p:cNvSpPr/>
            <p:nvPr/>
          </p:nvSpPr>
          <p:spPr>
            <a:xfrm>
              <a:off x="5300021" y="3543314"/>
              <a:ext cx="6355" cy="10339"/>
            </a:xfrm>
            <a:custGeom>
              <a:rect b="b" l="l" r="r" t="t"/>
              <a:pathLst>
                <a:path extrusionOk="0" h="327" w="201">
                  <a:moveTo>
                    <a:pt x="150" y="0"/>
                  </a:moveTo>
                  <a:cubicBezTo>
                    <a:pt x="100" y="0"/>
                    <a:pt x="75" y="25"/>
                    <a:pt x="75" y="50"/>
                  </a:cubicBezTo>
                  <a:cubicBezTo>
                    <a:pt x="50" y="126"/>
                    <a:pt x="25" y="176"/>
                    <a:pt x="25" y="251"/>
                  </a:cubicBezTo>
                  <a:cubicBezTo>
                    <a:pt x="0" y="276"/>
                    <a:pt x="25" y="326"/>
                    <a:pt x="75" y="326"/>
                  </a:cubicBezTo>
                  <a:cubicBezTo>
                    <a:pt x="100" y="326"/>
                    <a:pt x="150" y="301"/>
                    <a:pt x="150" y="276"/>
                  </a:cubicBezTo>
                  <a:cubicBezTo>
                    <a:pt x="175" y="226"/>
                    <a:pt x="175" y="151"/>
                    <a:pt x="201" y="101"/>
                  </a:cubicBezTo>
                  <a:cubicBezTo>
                    <a:pt x="201" y="50"/>
                    <a:pt x="175" y="25"/>
                    <a:pt x="1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8" name="Google Shape;4988;p54"/>
            <p:cNvSpPr/>
            <p:nvPr/>
          </p:nvSpPr>
          <p:spPr>
            <a:xfrm>
              <a:off x="5292875" y="3542176"/>
              <a:ext cx="5565" cy="13374"/>
            </a:xfrm>
            <a:custGeom>
              <a:rect b="b" l="l" r="r" t="t"/>
              <a:pathLst>
                <a:path extrusionOk="0" h="423" w="176">
                  <a:moveTo>
                    <a:pt x="102" y="1"/>
                  </a:moveTo>
                  <a:cubicBezTo>
                    <a:pt x="92" y="1"/>
                    <a:pt x="83" y="4"/>
                    <a:pt x="76" y="11"/>
                  </a:cubicBezTo>
                  <a:cubicBezTo>
                    <a:pt x="26" y="11"/>
                    <a:pt x="26" y="36"/>
                    <a:pt x="26" y="86"/>
                  </a:cubicBezTo>
                  <a:cubicBezTo>
                    <a:pt x="26" y="86"/>
                    <a:pt x="26" y="86"/>
                    <a:pt x="26" y="111"/>
                  </a:cubicBezTo>
                  <a:cubicBezTo>
                    <a:pt x="26" y="111"/>
                    <a:pt x="26" y="137"/>
                    <a:pt x="26" y="137"/>
                  </a:cubicBezTo>
                  <a:cubicBezTo>
                    <a:pt x="51" y="162"/>
                    <a:pt x="51" y="187"/>
                    <a:pt x="26" y="212"/>
                  </a:cubicBezTo>
                  <a:cubicBezTo>
                    <a:pt x="26" y="212"/>
                    <a:pt x="26" y="212"/>
                    <a:pt x="26" y="237"/>
                  </a:cubicBezTo>
                  <a:cubicBezTo>
                    <a:pt x="26" y="237"/>
                    <a:pt x="26" y="262"/>
                    <a:pt x="26" y="262"/>
                  </a:cubicBezTo>
                  <a:cubicBezTo>
                    <a:pt x="26" y="287"/>
                    <a:pt x="26" y="312"/>
                    <a:pt x="26" y="337"/>
                  </a:cubicBezTo>
                  <a:cubicBezTo>
                    <a:pt x="0" y="362"/>
                    <a:pt x="26" y="412"/>
                    <a:pt x="51" y="412"/>
                  </a:cubicBezTo>
                  <a:cubicBezTo>
                    <a:pt x="64" y="419"/>
                    <a:pt x="76" y="422"/>
                    <a:pt x="86" y="422"/>
                  </a:cubicBezTo>
                  <a:cubicBezTo>
                    <a:pt x="114" y="422"/>
                    <a:pt x="132" y="399"/>
                    <a:pt x="151" y="362"/>
                  </a:cubicBezTo>
                  <a:cubicBezTo>
                    <a:pt x="176" y="262"/>
                    <a:pt x="176" y="162"/>
                    <a:pt x="151" y="36"/>
                  </a:cubicBezTo>
                  <a:cubicBezTo>
                    <a:pt x="151" y="19"/>
                    <a:pt x="126" y="1"/>
                    <a:pt x="1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9" name="Google Shape;4989;p54"/>
            <p:cNvSpPr/>
            <p:nvPr/>
          </p:nvSpPr>
          <p:spPr>
            <a:xfrm>
              <a:off x="6000534" y="3437107"/>
              <a:ext cx="5565" cy="4806"/>
            </a:xfrm>
            <a:custGeom>
              <a:rect b="b" l="l" r="r" t="t"/>
              <a:pathLst>
                <a:path extrusionOk="0" h="152" w="176">
                  <a:moveTo>
                    <a:pt x="101" y="1"/>
                  </a:moveTo>
                  <a:cubicBezTo>
                    <a:pt x="76" y="1"/>
                    <a:pt x="76" y="1"/>
                    <a:pt x="51" y="26"/>
                  </a:cubicBezTo>
                  <a:lnTo>
                    <a:pt x="26" y="26"/>
                  </a:lnTo>
                  <a:cubicBezTo>
                    <a:pt x="26" y="26"/>
                    <a:pt x="26" y="51"/>
                    <a:pt x="26" y="51"/>
                  </a:cubicBezTo>
                  <a:cubicBezTo>
                    <a:pt x="1" y="51"/>
                    <a:pt x="1" y="76"/>
                    <a:pt x="1" y="76"/>
                  </a:cubicBezTo>
                  <a:cubicBezTo>
                    <a:pt x="1" y="76"/>
                    <a:pt x="1" y="101"/>
                    <a:pt x="1" y="101"/>
                  </a:cubicBezTo>
                  <a:cubicBezTo>
                    <a:pt x="26" y="101"/>
                    <a:pt x="26" y="126"/>
                    <a:pt x="26" y="126"/>
                  </a:cubicBezTo>
                  <a:cubicBezTo>
                    <a:pt x="26" y="126"/>
                    <a:pt x="26" y="126"/>
                    <a:pt x="51" y="151"/>
                  </a:cubicBezTo>
                  <a:lnTo>
                    <a:pt x="101" y="151"/>
                  </a:lnTo>
                  <a:lnTo>
                    <a:pt x="151" y="126"/>
                  </a:lnTo>
                  <a:cubicBezTo>
                    <a:pt x="151" y="126"/>
                    <a:pt x="151" y="101"/>
                    <a:pt x="176" y="101"/>
                  </a:cubicBezTo>
                  <a:cubicBezTo>
                    <a:pt x="176" y="101"/>
                    <a:pt x="176" y="101"/>
                    <a:pt x="176" y="76"/>
                  </a:cubicBezTo>
                  <a:cubicBezTo>
                    <a:pt x="176" y="76"/>
                    <a:pt x="176" y="76"/>
                    <a:pt x="176" y="51"/>
                  </a:cubicBezTo>
                  <a:cubicBezTo>
                    <a:pt x="176" y="51"/>
                    <a:pt x="176" y="51"/>
                    <a:pt x="176" y="26"/>
                  </a:cubicBezTo>
                  <a:cubicBezTo>
                    <a:pt x="176" y="1"/>
                    <a:pt x="151"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0" name="Google Shape;4990;p54"/>
            <p:cNvSpPr/>
            <p:nvPr/>
          </p:nvSpPr>
          <p:spPr>
            <a:xfrm>
              <a:off x="6045717" y="3402263"/>
              <a:ext cx="6355" cy="10307"/>
            </a:xfrm>
            <a:custGeom>
              <a:rect b="b" l="l" r="r" t="t"/>
              <a:pathLst>
                <a:path extrusionOk="0" h="326" w="201">
                  <a:moveTo>
                    <a:pt x="150" y="0"/>
                  </a:moveTo>
                  <a:cubicBezTo>
                    <a:pt x="100" y="0"/>
                    <a:pt x="75" y="25"/>
                    <a:pt x="75" y="50"/>
                  </a:cubicBezTo>
                  <a:cubicBezTo>
                    <a:pt x="50" y="100"/>
                    <a:pt x="25" y="176"/>
                    <a:pt x="25" y="226"/>
                  </a:cubicBezTo>
                  <a:cubicBezTo>
                    <a:pt x="0" y="276"/>
                    <a:pt x="25" y="301"/>
                    <a:pt x="75" y="326"/>
                  </a:cubicBezTo>
                  <a:cubicBezTo>
                    <a:pt x="100" y="326"/>
                    <a:pt x="125" y="301"/>
                    <a:pt x="150" y="276"/>
                  </a:cubicBezTo>
                  <a:cubicBezTo>
                    <a:pt x="150" y="201"/>
                    <a:pt x="176" y="150"/>
                    <a:pt x="201" y="75"/>
                  </a:cubicBezTo>
                  <a:cubicBezTo>
                    <a:pt x="201" y="50"/>
                    <a:pt x="176" y="0"/>
                    <a:pt x="1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1" name="Google Shape;4991;p54"/>
            <p:cNvSpPr/>
            <p:nvPr/>
          </p:nvSpPr>
          <p:spPr>
            <a:xfrm>
              <a:off x="6038572" y="3400650"/>
              <a:ext cx="5565" cy="13532"/>
            </a:xfrm>
            <a:custGeom>
              <a:rect b="b" l="l" r="r" t="t"/>
              <a:pathLst>
                <a:path extrusionOk="0" h="428" w="176">
                  <a:moveTo>
                    <a:pt x="76" y="1"/>
                  </a:moveTo>
                  <a:cubicBezTo>
                    <a:pt x="26" y="26"/>
                    <a:pt x="26" y="51"/>
                    <a:pt x="26" y="76"/>
                  </a:cubicBezTo>
                  <a:cubicBezTo>
                    <a:pt x="26" y="101"/>
                    <a:pt x="26" y="101"/>
                    <a:pt x="26" y="101"/>
                  </a:cubicBezTo>
                  <a:cubicBezTo>
                    <a:pt x="26" y="126"/>
                    <a:pt x="26" y="126"/>
                    <a:pt x="26" y="151"/>
                  </a:cubicBezTo>
                  <a:cubicBezTo>
                    <a:pt x="26" y="176"/>
                    <a:pt x="26" y="201"/>
                    <a:pt x="26" y="227"/>
                  </a:cubicBezTo>
                  <a:lnTo>
                    <a:pt x="26" y="252"/>
                  </a:lnTo>
                  <a:cubicBezTo>
                    <a:pt x="26" y="252"/>
                    <a:pt x="26" y="252"/>
                    <a:pt x="26" y="277"/>
                  </a:cubicBezTo>
                  <a:cubicBezTo>
                    <a:pt x="26" y="302"/>
                    <a:pt x="26" y="327"/>
                    <a:pt x="1" y="352"/>
                  </a:cubicBezTo>
                  <a:cubicBezTo>
                    <a:pt x="1" y="377"/>
                    <a:pt x="26" y="427"/>
                    <a:pt x="51" y="427"/>
                  </a:cubicBezTo>
                  <a:cubicBezTo>
                    <a:pt x="101" y="427"/>
                    <a:pt x="126" y="402"/>
                    <a:pt x="151" y="377"/>
                  </a:cubicBezTo>
                  <a:cubicBezTo>
                    <a:pt x="176" y="277"/>
                    <a:pt x="176" y="151"/>
                    <a:pt x="151" y="51"/>
                  </a:cubicBez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2" name="Google Shape;4992;p54"/>
            <p:cNvSpPr/>
            <p:nvPr/>
          </p:nvSpPr>
          <p:spPr>
            <a:xfrm>
              <a:off x="6074237" y="3481499"/>
              <a:ext cx="5565" cy="9833"/>
            </a:xfrm>
            <a:custGeom>
              <a:rect b="b" l="l" r="r" t="t"/>
              <a:pathLst>
                <a:path extrusionOk="0" h="311" w="176">
                  <a:moveTo>
                    <a:pt x="126" y="0"/>
                  </a:moveTo>
                  <a:cubicBezTo>
                    <a:pt x="101" y="0"/>
                    <a:pt x="50" y="0"/>
                    <a:pt x="50" y="51"/>
                  </a:cubicBezTo>
                  <a:cubicBezTo>
                    <a:pt x="25" y="101"/>
                    <a:pt x="25" y="176"/>
                    <a:pt x="0" y="226"/>
                  </a:cubicBezTo>
                  <a:cubicBezTo>
                    <a:pt x="0" y="276"/>
                    <a:pt x="25" y="301"/>
                    <a:pt x="50" y="301"/>
                  </a:cubicBezTo>
                  <a:cubicBezTo>
                    <a:pt x="57" y="308"/>
                    <a:pt x="66" y="311"/>
                    <a:pt x="75" y="311"/>
                  </a:cubicBezTo>
                  <a:cubicBezTo>
                    <a:pt x="99" y="311"/>
                    <a:pt x="126" y="288"/>
                    <a:pt x="126" y="251"/>
                  </a:cubicBezTo>
                  <a:cubicBezTo>
                    <a:pt x="151" y="201"/>
                    <a:pt x="151" y="151"/>
                    <a:pt x="176" y="76"/>
                  </a:cubicBezTo>
                  <a:cubicBezTo>
                    <a:pt x="176" y="51"/>
                    <a:pt x="1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3" name="Google Shape;4993;p54"/>
            <p:cNvSpPr/>
            <p:nvPr/>
          </p:nvSpPr>
          <p:spPr>
            <a:xfrm>
              <a:off x="6066301" y="3479918"/>
              <a:ext cx="5596" cy="13501"/>
            </a:xfrm>
            <a:custGeom>
              <a:rect b="b" l="l" r="r" t="t"/>
              <a:pathLst>
                <a:path extrusionOk="0" h="427" w="177">
                  <a:moveTo>
                    <a:pt x="76" y="0"/>
                  </a:moveTo>
                  <a:cubicBezTo>
                    <a:pt x="51" y="25"/>
                    <a:pt x="26" y="50"/>
                    <a:pt x="26" y="75"/>
                  </a:cubicBezTo>
                  <a:cubicBezTo>
                    <a:pt x="26" y="101"/>
                    <a:pt x="26" y="101"/>
                    <a:pt x="26" y="101"/>
                  </a:cubicBezTo>
                  <a:lnTo>
                    <a:pt x="51" y="101"/>
                  </a:lnTo>
                  <a:cubicBezTo>
                    <a:pt x="51" y="126"/>
                    <a:pt x="51" y="126"/>
                    <a:pt x="51" y="151"/>
                  </a:cubicBezTo>
                  <a:cubicBezTo>
                    <a:pt x="51" y="176"/>
                    <a:pt x="51" y="201"/>
                    <a:pt x="51" y="201"/>
                  </a:cubicBezTo>
                  <a:cubicBezTo>
                    <a:pt x="51" y="226"/>
                    <a:pt x="51" y="226"/>
                    <a:pt x="51" y="226"/>
                  </a:cubicBezTo>
                  <a:cubicBezTo>
                    <a:pt x="51" y="251"/>
                    <a:pt x="51" y="251"/>
                    <a:pt x="51" y="276"/>
                  </a:cubicBezTo>
                  <a:cubicBezTo>
                    <a:pt x="26" y="301"/>
                    <a:pt x="26" y="326"/>
                    <a:pt x="26" y="351"/>
                  </a:cubicBezTo>
                  <a:cubicBezTo>
                    <a:pt x="1" y="376"/>
                    <a:pt x="26" y="426"/>
                    <a:pt x="76" y="426"/>
                  </a:cubicBezTo>
                  <a:cubicBezTo>
                    <a:pt x="101" y="426"/>
                    <a:pt x="126" y="401"/>
                    <a:pt x="151" y="376"/>
                  </a:cubicBezTo>
                  <a:cubicBezTo>
                    <a:pt x="176" y="276"/>
                    <a:pt x="176" y="151"/>
                    <a:pt x="151" y="50"/>
                  </a:cubicBezTo>
                  <a:cubicBezTo>
                    <a:pt x="151" y="0"/>
                    <a:pt x="101" y="0"/>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4" name="Google Shape;4994;p54"/>
            <p:cNvSpPr/>
            <p:nvPr/>
          </p:nvSpPr>
          <p:spPr>
            <a:xfrm>
              <a:off x="6005277" y="3498131"/>
              <a:ext cx="6387" cy="10339"/>
            </a:xfrm>
            <a:custGeom>
              <a:rect b="b" l="l" r="r" t="t"/>
              <a:pathLst>
                <a:path extrusionOk="0" h="327" w="202">
                  <a:moveTo>
                    <a:pt x="151" y="1"/>
                  </a:moveTo>
                  <a:cubicBezTo>
                    <a:pt x="101" y="1"/>
                    <a:pt x="76" y="26"/>
                    <a:pt x="51" y="51"/>
                  </a:cubicBezTo>
                  <a:cubicBezTo>
                    <a:pt x="51" y="126"/>
                    <a:pt x="26" y="176"/>
                    <a:pt x="26" y="251"/>
                  </a:cubicBezTo>
                  <a:cubicBezTo>
                    <a:pt x="1" y="276"/>
                    <a:pt x="26" y="327"/>
                    <a:pt x="76" y="327"/>
                  </a:cubicBezTo>
                  <a:cubicBezTo>
                    <a:pt x="101" y="327"/>
                    <a:pt x="126" y="301"/>
                    <a:pt x="151" y="276"/>
                  </a:cubicBezTo>
                  <a:cubicBezTo>
                    <a:pt x="151" y="201"/>
                    <a:pt x="176" y="151"/>
                    <a:pt x="201" y="101"/>
                  </a:cubicBezTo>
                  <a:cubicBezTo>
                    <a:pt x="201" y="51"/>
                    <a:pt x="176" y="26"/>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5" name="Google Shape;4995;p54"/>
            <p:cNvSpPr/>
            <p:nvPr/>
          </p:nvSpPr>
          <p:spPr>
            <a:xfrm>
              <a:off x="5998163" y="3496550"/>
              <a:ext cx="5565" cy="13501"/>
            </a:xfrm>
            <a:custGeom>
              <a:rect b="b" l="l" r="r" t="t"/>
              <a:pathLst>
                <a:path extrusionOk="0" h="427" w="176">
                  <a:moveTo>
                    <a:pt x="76" y="1"/>
                  </a:moveTo>
                  <a:cubicBezTo>
                    <a:pt x="25" y="26"/>
                    <a:pt x="0" y="51"/>
                    <a:pt x="25" y="101"/>
                  </a:cubicBezTo>
                  <a:cubicBezTo>
                    <a:pt x="25" y="101"/>
                    <a:pt x="25" y="101"/>
                    <a:pt x="25" y="126"/>
                  </a:cubicBezTo>
                  <a:cubicBezTo>
                    <a:pt x="25" y="126"/>
                    <a:pt x="25" y="151"/>
                    <a:pt x="25" y="151"/>
                  </a:cubicBezTo>
                  <a:cubicBezTo>
                    <a:pt x="25" y="176"/>
                    <a:pt x="25" y="201"/>
                    <a:pt x="25" y="226"/>
                  </a:cubicBezTo>
                  <a:cubicBezTo>
                    <a:pt x="25" y="226"/>
                    <a:pt x="25" y="226"/>
                    <a:pt x="25" y="251"/>
                  </a:cubicBezTo>
                  <a:cubicBezTo>
                    <a:pt x="25" y="251"/>
                    <a:pt x="25" y="276"/>
                    <a:pt x="25" y="276"/>
                  </a:cubicBezTo>
                  <a:cubicBezTo>
                    <a:pt x="25" y="301"/>
                    <a:pt x="25" y="326"/>
                    <a:pt x="0" y="351"/>
                  </a:cubicBezTo>
                  <a:cubicBezTo>
                    <a:pt x="0" y="377"/>
                    <a:pt x="25" y="427"/>
                    <a:pt x="50" y="427"/>
                  </a:cubicBezTo>
                  <a:cubicBezTo>
                    <a:pt x="101" y="427"/>
                    <a:pt x="126" y="427"/>
                    <a:pt x="126" y="377"/>
                  </a:cubicBezTo>
                  <a:cubicBezTo>
                    <a:pt x="176" y="276"/>
                    <a:pt x="176" y="151"/>
                    <a:pt x="151" y="51"/>
                  </a:cubicBez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96" name="Google Shape;4996;p54"/>
            <p:cNvGrpSpPr/>
            <p:nvPr/>
          </p:nvGrpSpPr>
          <p:grpSpPr>
            <a:xfrm>
              <a:off x="5535924" y="4024306"/>
              <a:ext cx="304808" cy="238599"/>
              <a:chOff x="-149213" y="2426231"/>
              <a:chExt cx="304808" cy="238599"/>
            </a:xfrm>
          </p:grpSpPr>
          <p:sp>
            <p:nvSpPr>
              <p:cNvPr id="4997" name="Google Shape;4997;p54"/>
              <p:cNvSpPr/>
              <p:nvPr/>
            </p:nvSpPr>
            <p:spPr>
              <a:xfrm>
                <a:off x="-146398" y="2429609"/>
                <a:ext cx="298474" cy="232491"/>
              </a:xfrm>
              <a:custGeom>
                <a:rect b="b" l="l" r="r" t="t"/>
                <a:pathLst>
                  <a:path extrusionOk="0" h="8259" w="10603">
                    <a:moveTo>
                      <a:pt x="2550" y="0"/>
                    </a:moveTo>
                    <a:cubicBezTo>
                      <a:pt x="2008" y="0"/>
                      <a:pt x="1469" y="166"/>
                      <a:pt x="1053" y="507"/>
                    </a:cubicBezTo>
                    <a:cubicBezTo>
                      <a:pt x="552" y="959"/>
                      <a:pt x="276" y="1585"/>
                      <a:pt x="176" y="2237"/>
                    </a:cubicBezTo>
                    <a:cubicBezTo>
                      <a:pt x="1" y="3264"/>
                      <a:pt x="176" y="4342"/>
                      <a:pt x="677" y="5269"/>
                    </a:cubicBezTo>
                    <a:cubicBezTo>
                      <a:pt x="1154" y="6096"/>
                      <a:pt x="1855" y="6773"/>
                      <a:pt x="2682" y="7299"/>
                    </a:cubicBezTo>
                    <a:cubicBezTo>
                      <a:pt x="3008" y="7525"/>
                      <a:pt x="3384" y="7726"/>
                      <a:pt x="3735" y="7901"/>
                    </a:cubicBezTo>
                    <a:cubicBezTo>
                      <a:pt x="4224" y="8139"/>
                      <a:pt x="4756" y="8258"/>
                      <a:pt x="5289" y="8258"/>
                    </a:cubicBezTo>
                    <a:cubicBezTo>
                      <a:pt x="5821" y="8258"/>
                      <a:pt x="6354" y="8139"/>
                      <a:pt x="6843" y="7901"/>
                    </a:cubicBezTo>
                    <a:cubicBezTo>
                      <a:pt x="7219" y="7726"/>
                      <a:pt x="7570" y="7525"/>
                      <a:pt x="7920" y="7299"/>
                    </a:cubicBezTo>
                    <a:cubicBezTo>
                      <a:pt x="8722" y="6773"/>
                      <a:pt x="9449" y="6096"/>
                      <a:pt x="9900" y="5269"/>
                    </a:cubicBezTo>
                    <a:cubicBezTo>
                      <a:pt x="10402" y="4342"/>
                      <a:pt x="10602" y="3264"/>
                      <a:pt x="10402" y="2237"/>
                    </a:cubicBezTo>
                    <a:cubicBezTo>
                      <a:pt x="10301" y="1585"/>
                      <a:pt x="10026" y="959"/>
                      <a:pt x="9524" y="507"/>
                    </a:cubicBezTo>
                    <a:cubicBezTo>
                      <a:pt x="9123" y="166"/>
                      <a:pt x="8591" y="0"/>
                      <a:pt x="8045" y="0"/>
                    </a:cubicBezTo>
                    <a:cubicBezTo>
                      <a:pt x="7671" y="0"/>
                      <a:pt x="7290" y="79"/>
                      <a:pt x="6943" y="232"/>
                    </a:cubicBezTo>
                    <a:cubicBezTo>
                      <a:pt x="6216" y="558"/>
                      <a:pt x="5640" y="1209"/>
                      <a:pt x="5289" y="1961"/>
                    </a:cubicBezTo>
                    <a:cubicBezTo>
                      <a:pt x="4963" y="1209"/>
                      <a:pt x="4387" y="558"/>
                      <a:pt x="3635" y="232"/>
                    </a:cubicBezTo>
                    <a:cubicBezTo>
                      <a:pt x="3298" y="79"/>
                      <a:pt x="2923" y="0"/>
                      <a:pt x="25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8" name="Google Shape;4998;p54"/>
              <p:cNvSpPr/>
              <p:nvPr/>
            </p:nvSpPr>
            <p:spPr>
              <a:xfrm>
                <a:off x="-149213" y="2426231"/>
                <a:ext cx="304808" cy="238599"/>
              </a:xfrm>
              <a:custGeom>
                <a:rect b="b" l="l" r="r" t="t"/>
                <a:pathLst>
                  <a:path extrusionOk="0" h="8476" w="10828">
                    <a:moveTo>
                      <a:pt x="8090" y="210"/>
                    </a:moveTo>
                    <a:cubicBezTo>
                      <a:pt x="8852" y="210"/>
                      <a:pt x="9579" y="567"/>
                      <a:pt x="10000" y="1229"/>
                    </a:cubicBezTo>
                    <a:cubicBezTo>
                      <a:pt x="10552" y="2131"/>
                      <a:pt x="10577" y="3284"/>
                      <a:pt x="10326" y="4287"/>
                    </a:cubicBezTo>
                    <a:cubicBezTo>
                      <a:pt x="10076" y="5289"/>
                      <a:pt x="9449" y="6166"/>
                      <a:pt x="8647" y="6818"/>
                    </a:cubicBezTo>
                    <a:cubicBezTo>
                      <a:pt x="8246" y="7169"/>
                      <a:pt x="7795" y="7470"/>
                      <a:pt x="7319" y="7720"/>
                    </a:cubicBezTo>
                    <a:cubicBezTo>
                      <a:pt x="6843" y="7971"/>
                      <a:pt x="6341" y="8196"/>
                      <a:pt x="5790" y="8247"/>
                    </a:cubicBezTo>
                    <a:cubicBezTo>
                      <a:pt x="5652" y="8266"/>
                      <a:pt x="5513" y="8276"/>
                      <a:pt x="5373" y="8276"/>
                    </a:cubicBezTo>
                    <a:cubicBezTo>
                      <a:pt x="4979" y="8276"/>
                      <a:pt x="4581" y="8201"/>
                      <a:pt x="4211" y="8071"/>
                    </a:cubicBezTo>
                    <a:cubicBezTo>
                      <a:pt x="3685" y="7871"/>
                      <a:pt x="3183" y="7570"/>
                      <a:pt x="2732" y="7269"/>
                    </a:cubicBezTo>
                    <a:cubicBezTo>
                      <a:pt x="1880" y="6693"/>
                      <a:pt x="1128" y="5941"/>
                      <a:pt x="702" y="5013"/>
                    </a:cubicBezTo>
                    <a:cubicBezTo>
                      <a:pt x="276" y="4061"/>
                      <a:pt x="176" y="2933"/>
                      <a:pt x="477" y="1931"/>
                    </a:cubicBezTo>
                    <a:cubicBezTo>
                      <a:pt x="627" y="1454"/>
                      <a:pt x="878" y="978"/>
                      <a:pt x="1279" y="678"/>
                    </a:cubicBezTo>
                    <a:cubicBezTo>
                      <a:pt x="1655" y="377"/>
                      <a:pt x="2106" y="226"/>
                      <a:pt x="2582" y="226"/>
                    </a:cubicBezTo>
                    <a:cubicBezTo>
                      <a:pt x="2623" y="224"/>
                      <a:pt x="2664" y="223"/>
                      <a:pt x="2705" y="223"/>
                    </a:cubicBezTo>
                    <a:cubicBezTo>
                      <a:pt x="3631" y="223"/>
                      <a:pt x="4435" y="762"/>
                      <a:pt x="4963" y="1530"/>
                    </a:cubicBezTo>
                    <a:cubicBezTo>
                      <a:pt x="5088" y="1705"/>
                      <a:pt x="5213" y="1931"/>
                      <a:pt x="5314" y="2131"/>
                    </a:cubicBezTo>
                    <a:cubicBezTo>
                      <a:pt x="5330" y="2172"/>
                      <a:pt x="5359" y="2189"/>
                      <a:pt x="5390" y="2189"/>
                    </a:cubicBezTo>
                    <a:cubicBezTo>
                      <a:pt x="5394" y="2189"/>
                      <a:pt x="5398" y="2189"/>
                      <a:pt x="5401" y="2188"/>
                    </a:cubicBezTo>
                    <a:lnTo>
                      <a:pt x="5401" y="2188"/>
                    </a:lnTo>
                    <a:cubicBezTo>
                      <a:pt x="5405" y="2189"/>
                      <a:pt x="5409" y="2189"/>
                      <a:pt x="5413" y="2189"/>
                    </a:cubicBezTo>
                    <a:cubicBezTo>
                      <a:pt x="5443" y="2189"/>
                      <a:pt x="5473" y="2172"/>
                      <a:pt x="5489" y="2131"/>
                    </a:cubicBezTo>
                    <a:cubicBezTo>
                      <a:pt x="5865" y="1279"/>
                      <a:pt x="6592" y="502"/>
                      <a:pt x="7519" y="277"/>
                    </a:cubicBezTo>
                    <a:cubicBezTo>
                      <a:pt x="7709" y="232"/>
                      <a:pt x="7900" y="210"/>
                      <a:pt x="8090" y="210"/>
                    </a:cubicBezTo>
                    <a:close/>
                    <a:moveTo>
                      <a:pt x="8131" y="0"/>
                    </a:moveTo>
                    <a:cubicBezTo>
                      <a:pt x="7131" y="0"/>
                      <a:pt x="6253" y="570"/>
                      <a:pt x="5665" y="1379"/>
                    </a:cubicBezTo>
                    <a:cubicBezTo>
                      <a:pt x="5573" y="1526"/>
                      <a:pt x="5481" y="1687"/>
                      <a:pt x="5399" y="1851"/>
                    </a:cubicBezTo>
                    <a:lnTo>
                      <a:pt x="5399" y="1851"/>
                    </a:lnTo>
                    <a:cubicBezTo>
                      <a:pt x="4958" y="1024"/>
                      <a:pt x="4219" y="310"/>
                      <a:pt x="3284" y="76"/>
                    </a:cubicBezTo>
                    <a:cubicBezTo>
                      <a:pt x="3083" y="30"/>
                      <a:pt x="2880" y="7"/>
                      <a:pt x="2679" y="7"/>
                    </a:cubicBezTo>
                    <a:cubicBezTo>
                      <a:pt x="1902" y="7"/>
                      <a:pt x="1155" y="351"/>
                      <a:pt x="677" y="1028"/>
                    </a:cubicBezTo>
                    <a:cubicBezTo>
                      <a:pt x="76" y="1906"/>
                      <a:pt x="0" y="3134"/>
                      <a:pt x="226" y="4186"/>
                    </a:cubicBezTo>
                    <a:cubicBezTo>
                      <a:pt x="477" y="5289"/>
                      <a:pt x="1103" y="6216"/>
                      <a:pt x="1955" y="6943"/>
                    </a:cubicBezTo>
                    <a:cubicBezTo>
                      <a:pt x="2406" y="7319"/>
                      <a:pt x="2883" y="7620"/>
                      <a:pt x="3359" y="7896"/>
                    </a:cubicBezTo>
                    <a:cubicBezTo>
                      <a:pt x="3885" y="8171"/>
                      <a:pt x="4411" y="8397"/>
                      <a:pt x="4988" y="8447"/>
                    </a:cubicBezTo>
                    <a:cubicBezTo>
                      <a:pt x="5129" y="8466"/>
                      <a:pt x="5271" y="8476"/>
                      <a:pt x="5414" y="8476"/>
                    </a:cubicBezTo>
                    <a:cubicBezTo>
                      <a:pt x="5830" y="8476"/>
                      <a:pt x="6250" y="8396"/>
                      <a:pt x="6642" y="8247"/>
                    </a:cubicBezTo>
                    <a:cubicBezTo>
                      <a:pt x="7193" y="8046"/>
                      <a:pt x="7720" y="7745"/>
                      <a:pt x="8196" y="7419"/>
                    </a:cubicBezTo>
                    <a:cubicBezTo>
                      <a:pt x="9098" y="6793"/>
                      <a:pt x="9900" y="5991"/>
                      <a:pt x="10326" y="4963"/>
                    </a:cubicBezTo>
                    <a:cubicBezTo>
                      <a:pt x="10727" y="3961"/>
                      <a:pt x="10827" y="2758"/>
                      <a:pt x="10452" y="1705"/>
                    </a:cubicBezTo>
                    <a:cubicBezTo>
                      <a:pt x="10276" y="1229"/>
                      <a:pt x="9975" y="778"/>
                      <a:pt x="9549" y="452"/>
                    </a:cubicBezTo>
                    <a:cubicBezTo>
                      <a:pt x="9173" y="176"/>
                      <a:pt x="8672" y="26"/>
                      <a:pt x="8196" y="1"/>
                    </a:cubicBezTo>
                    <a:cubicBezTo>
                      <a:pt x="8174" y="0"/>
                      <a:pt x="8153" y="0"/>
                      <a:pt x="813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9" name="Google Shape;4999;p54"/>
              <p:cNvSpPr/>
              <p:nvPr/>
            </p:nvSpPr>
            <p:spPr>
              <a:xfrm>
                <a:off x="58173" y="2463559"/>
                <a:ext cx="65674" cy="42253"/>
              </a:xfrm>
              <a:custGeom>
                <a:rect b="b" l="l" r="r" t="t"/>
                <a:pathLst>
                  <a:path extrusionOk="0" h="1501" w="2333">
                    <a:moveTo>
                      <a:pt x="987" y="0"/>
                    </a:moveTo>
                    <a:cubicBezTo>
                      <a:pt x="662" y="0"/>
                      <a:pt x="341" y="112"/>
                      <a:pt x="77" y="329"/>
                    </a:cubicBezTo>
                    <a:cubicBezTo>
                      <a:pt x="0" y="386"/>
                      <a:pt x="70" y="488"/>
                      <a:pt x="152" y="488"/>
                    </a:cubicBezTo>
                    <a:cubicBezTo>
                      <a:pt x="177" y="488"/>
                      <a:pt x="204" y="478"/>
                      <a:pt x="227" y="454"/>
                    </a:cubicBezTo>
                    <a:cubicBezTo>
                      <a:pt x="437" y="289"/>
                      <a:pt x="710" y="196"/>
                      <a:pt x="981" y="196"/>
                    </a:cubicBezTo>
                    <a:cubicBezTo>
                      <a:pt x="1163" y="196"/>
                      <a:pt x="1344" y="238"/>
                      <a:pt x="1506" y="329"/>
                    </a:cubicBezTo>
                    <a:cubicBezTo>
                      <a:pt x="1882" y="529"/>
                      <a:pt x="2132" y="981"/>
                      <a:pt x="2107" y="1407"/>
                    </a:cubicBezTo>
                    <a:cubicBezTo>
                      <a:pt x="2107" y="1469"/>
                      <a:pt x="2157" y="1501"/>
                      <a:pt x="2207" y="1501"/>
                    </a:cubicBezTo>
                    <a:cubicBezTo>
                      <a:pt x="2257" y="1501"/>
                      <a:pt x="2308" y="1469"/>
                      <a:pt x="2308" y="1407"/>
                    </a:cubicBezTo>
                    <a:cubicBezTo>
                      <a:pt x="2333" y="880"/>
                      <a:pt x="2032" y="354"/>
                      <a:pt x="1581" y="128"/>
                    </a:cubicBezTo>
                    <a:cubicBezTo>
                      <a:pt x="1390" y="43"/>
                      <a:pt x="1188" y="0"/>
                      <a:pt x="98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0" name="Google Shape;5000;p54"/>
              <p:cNvSpPr/>
              <p:nvPr/>
            </p:nvSpPr>
            <p:spPr>
              <a:xfrm>
                <a:off x="104762" y="2532781"/>
                <a:ext cx="7094" cy="5658"/>
              </a:xfrm>
              <a:custGeom>
                <a:rect b="b" l="l" r="r" t="t"/>
                <a:pathLst>
                  <a:path extrusionOk="0" h="201" w="252">
                    <a:moveTo>
                      <a:pt x="126" y="0"/>
                    </a:moveTo>
                    <a:cubicBezTo>
                      <a:pt x="1" y="0"/>
                      <a:pt x="1" y="201"/>
                      <a:pt x="126" y="201"/>
                    </a:cubicBezTo>
                    <a:cubicBezTo>
                      <a:pt x="252" y="201"/>
                      <a:pt x="252"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1" name="Google Shape;5001;p54"/>
              <p:cNvSpPr/>
              <p:nvPr/>
            </p:nvSpPr>
            <p:spPr>
              <a:xfrm>
                <a:off x="-115348" y="2517552"/>
                <a:ext cx="87828" cy="104380"/>
              </a:xfrm>
              <a:custGeom>
                <a:rect b="b" l="l" r="r" t="t"/>
                <a:pathLst>
                  <a:path extrusionOk="0" h="3708" w="3120">
                    <a:moveTo>
                      <a:pt x="130" y="1"/>
                    </a:moveTo>
                    <a:cubicBezTo>
                      <a:pt x="72" y="1"/>
                      <a:pt x="0" y="60"/>
                      <a:pt x="0" y="140"/>
                    </a:cubicBezTo>
                    <a:cubicBezTo>
                      <a:pt x="201" y="1368"/>
                      <a:pt x="953" y="2521"/>
                      <a:pt x="2005" y="3223"/>
                    </a:cubicBezTo>
                    <a:cubicBezTo>
                      <a:pt x="2306" y="3424"/>
                      <a:pt x="2632" y="3574"/>
                      <a:pt x="2958" y="3699"/>
                    </a:cubicBezTo>
                    <a:cubicBezTo>
                      <a:pt x="2972" y="3705"/>
                      <a:pt x="2985" y="3707"/>
                      <a:pt x="2996" y="3707"/>
                    </a:cubicBezTo>
                    <a:cubicBezTo>
                      <a:pt x="3092" y="3707"/>
                      <a:pt x="3119" y="3546"/>
                      <a:pt x="3008" y="3524"/>
                    </a:cubicBezTo>
                    <a:cubicBezTo>
                      <a:pt x="1554" y="2972"/>
                      <a:pt x="452" y="1619"/>
                      <a:pt x="201" y="65"/>
                    </a:cubicBezTo>
                    <a:cubicBezTo>
                      <a:pt x="192" y="20"/>
                      <a:pt x="163" y="1"/>
                      <a:pt x="13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2" name="Google Shape;5002;p54"/>
              <p:cNvSpPr/>
              <p:nvPr/>
            </p:nvSpPr>
            <p:spPr>
              <a:xfrm>
                <a:off x="-7418" y="2623089"/>
                <a:ext cx="7798" cy="5658"/>
              </a:xfrm>
              <a:custGeom>
                <a:rect b="b" l="l" r="r" t="t"/>
                <a:pathLst>
                  <a:path extrusionOk="0" h="201" w="277">
                    <a:moveTo>
                      <a:pt x="126" y="0"/>
                    </a:moveTo>
                    <a:cubicBezTo>
                      <a:pt x="1" y="0"/>
                      <a:pt x="1" y="201"/>
                      <a:pt x="126" y="201"/>
                    </a:cubicBezTo>
                    <a:cubicBezTo>
                      <a:pt x="277" y="201"/>
                      <a:pt x="277"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3" name="Google Shape;5003;p54"/>
              <p:cNvSpPr/>
              <p:nvPr/>
            </p:nvSpPr>
            <p:spPr>
              <a:xfrm>
                <a:off x="45505" y="2545280"/>
                <a:ext cx="14131" cy="22801"/>
              </a:xfrm>
              <a:custGeom>
                <a:rect b="b" l="l" r="r" t="t"/>
                <a:pathLst>
                  <a:path extrusionOk="0" h="810" w="502">
                    <a:moveTo>
                      <a:pt x="374" y="1"/>
                    </a:moveTo>
                    <a:cubicBezTo>
                      <a:pt x="334" y="1"/>
                      <a:pt x="297" y="42"/>
                      <a:pt x="276" y="83"/>
                    </a:cubicBezTo>
                    <a:cubicBezTo>
                      <a:pt x="201" y="283"/>
                      <a:pt x="126" y="484"/>
                      <a:pt x="26" y="684"/>
                    </a:cubicBezTo>
                    <a:cubicBezTo>
                      <a:pt x="1" y="734"/>
                      <a:pt x="51" y="784"/>
                      <a:pt x="101" y="809"/>
                    </a:cubicBezTo>
                    <a:cubicBezTo>
                      <a:pt x="176" y="809"/>
                      <a:pt x="201" y="784"/>
                      <a:pt x="226" y="734"/>
                    </a:cubicBezTo>
                    <a:lnTo>
                      <a:pt x="477" y="133"/>
                    </a:lnTo>
                    <a:cubicBezTo>
                      <a:pt x="502" y="83"/>
                      <a:pt x="452" y="7"/>
                      <a:pt x="402" y="7"/>
                    </a:cubicBezTo>
                    <a:cubicBezTo>
                      <a:pt x="393" y="3"/>
                      <a:pt x="383" y="1"/>
                      <a:pt x="37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4" name="Google Shape;5004;p54"/>
              <p:cNvSpPr/>
              <p:nvPr/>
            </p:nvSpPr>
            <p:spPr>
              <a:xfrm>
                <a:off x="60341" y="2549700"/>
                <a:ext cx="9177" cy="18129"/>
              </a:xfrm>
              <a:custGeom>
                <a:rect b="b" l="l" r="r" t="t"/>
                <a:pathLst>
                  <a:path extrusionOk="0" h="644" w="326">
                    <a:moveTo>
                      <a:pt x="175" y="1"/>
                    </a:moveTo>
                    <a:cubicBezTo>
                      <a:pt x="150" y="1"/>
                      <a:pt x="125" y="26"/>
                      <a:pt x="125" y="51"/>
                    </a:cubicBezTo>
                    <a:cubicBezTo>
                      <a:pt x="100" y="76"/>
                      <a:pt x="100" y="101"/>
                      <a:pt x="100" y="126"/>
                    </a:cubicBezTo>
                    <a:cubicBezTo>
                      <a:pt x="100" y="133"/>
                      <a:pt x="100" y="142"/>
                      <a:pt x="100" y="151"/>
                    </a:cubicBezTo>
                    <a:cubicBezTo>
                      <a:pt x="100" y="151"/>
                      <a:pt x="125" y="151"/>
                      <a:pt x="125" y="176"/>
                    </a:cubicBezTo>
                    <a:cubicBezTo>
                      <a:pt x="125" y="176"/>
                      <a:pt x="125" y="201"/>
                      <a:pt x="125" y="226"/>
                    </a:cubicBezTo>
                    <a:cubicBezTo>
                      <a:pt x="100" y="251"/>
                      <a:pt x="100" y="251"/>
                      <a:pt x="100" y="277"/>
                    </a:cubicBezTo>
                    <a:cubicBezTo>
                      <a:pt x="100" y="302"/>
                      <a:pt x="100" y="302"/>
                      <a:pt x="100" y="302"/>
                    </a:cubicBezTo>
                    <a:cubicBezTo>
                      <a:pt x="100" y="352"/>
                      <a:pt x="75" y="377"/>
                      <a:pt x="75" y="402"/>
                    </a:cubicBezTo>
                    <a:cubicBezTo>
                      <a:pt x="75" y="402"/>
                      <a:pt x="75" y="427"/>
                      <a:pt x="75" y="427"/>
                    </a:cubicBezTo>
                    <a:lnTo>
                      <a:pt x="50" y="452"/>
                    </a:lnTo>
                    <a:cubicBezTo>
                      <a:pt x="50" y="452"/>
                      <a:pt x="25" y="477"/>
                      <a:pt x="25" y="502"/>
                    </a:cubicBezTo>
                    <a:cubicBezTo>
                      <a:pt x="0" y="552"/>
                      <a:pt x="25" y="602"/>
                      <a:pt x="50" y="627"/>
                    </a:cubicBezTo>
                    <a:cubicBezTo>
                      <a:pt x="71" y="638"/>
                      <a:pt x="96" y="644"/>
                      <a:pt x="120" y="644"/>
                    </a:cubicBezTo>
                    <a:cubicBezTo>
                      <a:pt x="154" y="644"/>
                      <a:pt x="186" y="632"/>
                      <a:pt x="201" y="602"/>
                    </a:cubicBezTo>
                    <a:cubicBezTo>
                      <a:pt x="251" y="527"/>
                      <a:pt x="276" y="452"/>
                      <a:pt x="301" y="352"/>
                    </a:cubicBezTo>
                    <a:cubicBezTo>
                      <a:pt x="326" y="251"/>
                      <a:pt x="326" y="176"/>
                      <a:pt x="301" y="76"/>
                    </a:cubicBezTo>
                    <a:cubicBezTo>
                      <a:pt x="301" y="51"/>
                      <a:pt x="276" y="26"/>
                      <a:pt x="251" y="26"/>
                    </a:cubicBezTo>
                    <a:cubicBezTo>
                      <a:pt x="251" y="1"/>
                      <a:pt x="201" y="1"/>
                      <a:pt x="1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5" name="Google Shape;5005;p54"/>
              <p:cNvSpPr/>
              <p:nvPr/>
            </p:nvSpPr>
            <p:spPr>
              <a:xfrm>
                <a:off x="-97726" y="2454691"/>
                <a:ext cx="14863" cy="20015"/>
              </a:xfrm>
              <a:custGeom>
                <a:rect b="b" l="l" r="r" t="t"/>
                <a:pathLst>
                  <a:path extrusionOk="0" h="711" w="528">
                    <a:moveTo>
                      <a:pt x="392" y="1"/>
                    </a:moveTo>
                    <a:cubicBezTo>
                      <a:pt x="365" y="1"/>
                      <a:pt x="341" y="13"/>
                      <a:pt x="327" y="42"/>
                    </a:cubicBezTo>
                    <a:cubicBezTo>
                      <a:pt x="227" y="218"/>
                      <a:pt x="126" y="393"/>
                      <a:pt x="26" y="569"/>
                    </a:cubicBezTo>
                    <a:cubicBezTo>
                      <a:pt x="1" y="594"/>
                      <a:pt x="26" y="669"/>
                      <a:pt x="76" y="694"/>
                    </a:cubicBezTo>
                    <a:cubicBezTo>
                      <a:pt x="97" y="705"/>
                      <a:pt x="118" y="711"/>
                      <a:pt x="137" y="711"/>
                    </a:cubicBezTo>
                    <a:cubicBezTo>
                      <a:pt x="163" y="711"/>
                      <a:pt x="187" y="698"/>
                      <a:pt x="201" y="669"/>
                    </a:cubicBezTo>
                    <a:cubicBezTo>
                      <a:pt x="302" y="494"/>
                      <a:pt x="402" y="318"/>
                      <a:pt x="502" y="143"/>
                    </a:cubicBezTo>
                    <a:cubicBezTo>
                      <a:pt x="527" y="118"/>
                      <a:pt x="502" y="42"/>
                      <a:pt x="452" y="17"/>
                    </a:cubicBezTo>
                    <a:cubicBezTo>
                      <a:pt x="431" y="7"/>
                      <a:pt x="411" y="1"/>
                      <a:pt x="39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6" name="Google Shape;5006;p54"/>
              <p:cNvSpPr/>
              <p:nvPr/>
            </p:nvSpPr>
            <p:spPr>
              <a:xfrm>
                <a:off x="-82890" y="2459111"/>
                <a:ext cx="12724" cy="19114"/>
              </a:xfrm>
              <a:custGeom>
                <a:rect b="b" l="l" r="r" t="t"/>
                <a:pathLst>
                  <a:path extrusionOk="0" h="679" w="452">
                    <a:moveTo>
                      <a:pt x="347" y="1"/>
                    </a:moveTo>
                    <a:cubicBezTo>
                      <a:pt x="314" y="1"/>
                      <a:pt x="269" y="24"/>
                      <a:pt x="251" y="61"/>
                    </a:cubicBezTo>
                    <a:cubicBezTo>
                      <a:pt x="176" y="211"/>
                      <a:pt x="101" y="362"/>
                      <a:pt x="25" y="537"/>
                    </a:cubicBezTo>
                    <a:cubicBezTo>
                      <a:pt x="0" y="587"/>
                      <a:pt x="0" y="637"/>
                      <a:pt x="50" y="662"/>
                    </a:cubicBezTo>
                    <a:cubicBezTo>
                      <a:pt x="71" y="673"/>
                      <a:pt x="96" y="679"/>
                      <a:pt x="120" y="679"/>
                    </a:cubicBezTo>
                    <a:cubicBezTo>
                      <a:pt x="154" y="679"/>
                      <a:pt x="186" y="667"/>
                      <a:pt x="201" y="637"/>
                    </a:cubicBezTo>
                    <a:lnTo>
                      <a:pt x="426" y="161"/>
                    </a:lnTo>
                    <a:cubicBezTo>
                      <a:pt x="451" y="111"/>
                      <a:pt x="426" y="36"/>
                      <a:pt x="376" y="11"/>
                    </a:cubicBezTo>
                    <a:cubicBezTo>
                      <a:pt x="369" y="4"/>
                      <a:pt x="359" y="1"/>
                      <a:pt x="34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7" name="Google Shape;5007;p54"/>
              <p:cNvSpPr/>
              <p:nvPr/>
            </p:nvSpPr>
            <p:spPr>
              <a:xfrm>
                <a:off x="62452" y="2604397"/>
                <a:ext cx="24012" cy="20409"/>
              </a:xfrm>
              <a:custGeom>
                <a:rect b="b" l="l" r="r" t="t"/>
                <a:pathLst>
                  <a:path extrusionOk="0" h="725" w="853">
                    <a:moveTo>
                      <a:pt x="736" y="0"/>
                    </a:moveTo>
                    <a:cubicBezTo>
                      <a:pt x="708" y="0"/>
                      <a:pt x="677" y="13"/>
                      <a:pt x="652" y="38"/>
                    </a:cubicBezTo>
                    <a:cubicBezTo>
                      <a:pt x="476" y="238"/>
                      <a:pt x="301" y="389"/>
                      <a:pt x="50" y="539"/>
                    </a:cubicBezTo>
                    <a:cubicBezTo>
                      <a:pt x="0" y="564"/>
                      <a:pt x="0" y="639"/>
                      <a:pt x="25" y="664"/>
                    </a:cubicBezTo>
                    <a:cubicBezTo>
                      <a:pt x="44" y="701"/>
                      <a:pt x="75" y="724"/>
                      <a:pt x="111" y="724"/>
                    </a:cubicBezTo>
                    <a:cubicBezTo>
                      <a:pt x="124" y="724"/>
                      <a:pt x="137" y="721"/>
                      <a:pt x="151" y="714"/>
                    </a:cubicBezTo>
                    <a:cubicBezTo>
                      <a:pt x="401" y="564"/>
                      <a:pt x="627" y="389"/>
                      <a:pt x="802" y="163"/>
                    </a:cubicBezTo>
                    <a:cubicBezTo>
                      <a:pt x="852" y="138"/>
                      <a:pt x="852" y="63"/>
                      <a:pt x="802" y="38"/>
                    </a:cubicBezTo>
                    <a:cubicBezTo>
                      <a:pt x="790" y="13"/>
                      <a:pt x="765" y="0"/>
                      <a:pt x="73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8" name="Google Shape;5008;p54"/>
              <p:cNvSpPr/>
              <p:nvPr/>
            </p:nvSpPr>
            <p:spPr>
              <a:xfrm>
                <a:off x="73740" y="2443881"/>
                <a:ext cx="28938" cy="10247"/>
              </a:xfrm>
              <a:custGeom>
                <a:rect b="b" l="l" r="r" t="t"/>
                <a:pathLst>
                  <a:path extrusionOk="0" h="364" w="1028">
                    <a:moveTo>
                      <a:pt x="442" y="1"/>
                    </a:moveTo>
                    <a:cubicBezTo>
                      <a:pt x="318" y="1"/>
                      <a:pt x="193" y="27"/>
                      <a:pt x="75" y="76"/>
                    </a:cubicBezTo>
                    <a:cubicBezTo>
                      <a:pt x="25" y="101"/>
                      <a:pt x="0" y="176"/>
                      <a:pt x="25" y="226"/>
                    </a:cubicBezTo>
                    <a:cubicBezTo>
                      <a:pt x="40" y="255"/>
                      <a:pt x="72" y="268"/>
                      <a:pt x="106" y="268"/>
                    </a:cubicBezTo>
                    <a:cubicBezTo>
                      <a:pt x="130" y="268"/>
                      <a:pt x="155" y="261"/>
                      <a:pt x="176" y="251"/>
                    </a:cubicBezTo>
                    <a:cubicBezTo>
                      <a:pt x="249" y="214"/>
                      <a:pt x="333" y="198"/>
                      <a:pt x="418" y="198"/>
                    </a:cubicBezTo>
                    <a:cubicBezTo>
                      <a:pt x="565" y="198"/>
                      <a:pt x="716" y="247"/>
                      <a:pt x="827" y="326"/>
                    </a:cubicBezTo>
                    <a:cubicBezTo>
                      <a:pt x="852" y="351"/>
                      <a:pt x="884" y="364"/>
                      <a:pt x="912" y="364"/>
                    </a:cubicBezTo>
                    <a:cubicBezTo>
                      <a:pt x="940" y="364"/>
                      <a:pt x="965" y="351"/>
                      <a:pt x="978" y="326"/>
                    </a:cubicBezTo>
                    <a:cubicBezTo>
                      <a:pt x="1028" y="301"/>
                      <a:pt x="1028" y="226"/>
                      <a:pt x="978" y="201"/>
                    </a:cubicBezTo>
                    <a:cubicBezTo>
                      <a:pt x="825" y="64"/>
                      <a:pt x="635" y="1"/>
                      <a:pt x="44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9" name="Google Shape;5009;p54"/>
              <p:cNvSpPr/>
              <p:nvPr/>
            </p:nvSpPr>
            <p:spPr>
              <a:xfrm>
                <a:off x="55386" y="2452355"/>
                <a:ext cx="7094" cy="5658"/>
              </a:xfrm>
              <a:custGeom>
                <a:rect b="b" l="l" r="r" t="t"/>
                <a:pathLst>
                  <a:path extrusionOk="0" h="201" w="252">
                    <a:moveTo>
                      <a:pt x="126" y="0"/>
                    </a:moveTo>
                    <a:cubicBezTo>
                      <a:pt x="1" y="0"/>
                      <a:pt x="1" y="201"/>
                      <a:pt x="126" y="201"/>
                    </a:cubicBezTo>
                    <a:cubicBezTo>
                      <a:pt x="251" y="201"/>
                      <a:pt x="2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0" name="Google Shape;5010;p54"/>
              <p:cNvSpPr/>
              <p:nvPr/>
            </p:nvSpPr>
            <p:spPr>
              <a:xfrm>
                <a:off x="-89252" y="2602623"/>
                <a:ext cx="7798" cy="5686"/>
              </a:xfrm>
              <a:custGeom>
                <a:rect b="b" l="l" r="r" t="t"/>
                <a:pathLst>
                  <a:path extrusionOk="0" h="202" w="277">
                    <a:moveTo>
                      <a:pt x="151" y="1"/>
                    </a:moveTo>
                    <a:cubicBezTo>
                      <a:pt x="1" y="1"/>
                      <a:pt x="1" y="201"/>
                      <a:pt x="151" y="201"/>
                    </a:cubicBezTo>
                    <a:cubicBezTo>
                      <a:pt x="276" y="201"/>
                      <a:pt x="2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11" name="Google Shape;5011;p54"/>
            <p:cNvGrpSpPr/>
            <p:nvPr/>
          </p:nvGrpSpPr>
          <p:grpSpPr>
            <a:xfrm flipH="1" rot="2318996">
              <a:off x="6305984" y="2741667"/>
              <a:ext cx="487342" cy="462637"/>
              <a:chOff x="4741369" y="4178435"/>
              <a:chExt cx="896803" cy="851340"/>
            </a:xfrm>
          </p:grpSpPr>
          <p:grpSp>
            <p:nvGrpSpPr>
              <p:cNvPr id="5012" name="Google Shape;5012;p54"/>
              <p:cNvGrpSpPr/>
              <p:nvPr/>
            </p:nvGrpSpPr>
            <p:grpSpPr>
              <a:xfrm>
                <a:off x="4741369" y="4178435"/>
                <a:ext cx="896803" cy="851340"/>
                <a:chOff x="1503750" y="154675"/>
                <a:chExt cx="733341" cy="696165"/>
              </a:xfrm>
            </p:grpSpPr>
            <p:sp>
              <p:nvSpPr>
                <p:cNvPr id="5013" name="Google Shape;5013;p54"/>
                <p:cNvSpPr/>
                <p:nvPr/>
              </p:nvSpPr>
              <p:spPr>
                <a:xfrm>
                  <a:off x="1517429" y="159220"/>
                  <a:ext cx="713071" cy="686894"/>
                </a:xfrm>
                <a:custGeom>
                  <a:rect b="b" l="l" r="r" t="t"/>
                  <a:pathLst>
                    <a:path extrusionOk="0" h="15114" w="15690">
                      <a:moveTo>
                        <a:pt x="7268" y="0"/>
                      </a:moveTo>
                      <a:cubicBezTo>
                        <a:pt x="3258" y="0"/>
                        <a:pt x="0" y="3259"/>
                        <a:pt x="0" y="7294"/>
                      </a:cubicBezTo>
                      <a:lnTo>
                        <a:pt x="0" y="7344"/>
                      </a:lnTo>
                      <a:cubicBezTo>
                        <a:pt x="0" y="11379"/>
                        <a:pt x="3258" y="14637"/>
                        <a:pt x="7268" y="14637"/>
                      </a:cubicBezTo>
                      <a:cubicBezTo>
                        <a:pt x="8522" y="14637"/>
                        <a:pt x="9700" y="14311"/>
                        <a:pt x="10702" y="13760"/>
                      </a:cubicBezTo>
                      <a:lnTo>
                        <a:pt x="15690" y="15113"/>
                      </a:lnTo>
                      <a:cubicBezTo>
                        <a:pt x="14988" y="13885"/>
                        <a:pt x="14111" y="12632"/>
                        <a:pt x="13334" y="11379"/>
                      </a:cubicBezTo>
                      <a:cubicBezTo>
                        <a:pt x="14111" y="10226"/>
                        <a:pt x="14537" y="8848"/>
                        <a:pt x="14537" y="7344"/>
                      </a:cubicBezTo>
                      <a:lnTo>
                        <a:pt x="14537" y="7294"/>
                      </a:lnTo>
                      <a:cubicBezTo>
                        <a:pt x="14537" y="3259"/>
                        <a:pt x="11279" y="0"/>
                        <a:pt x="726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4" name="Google Shape;5014;p54"/>
                <p:cNvSpPr/>
                <p:nvPr/>
              </p:nvSpPr>
              <p:spPr>
                <a:xfrm>
                  <a:off x="1503750" y="154675"/>
                  <a:ext cx="733341" cy="696165"/>
                </a:xfrm>
                <a:custGeom>
                  <a:rect b="b" l="l" r="r" t="t"/>
                  <a:pathLst>
                    <a:path extrusionOk="0" h="15318" w="16136">
                      <a:moveTo>
                        <a:pt x="7569" y="201"/>
                      </a:moveTo>
                      <a:cubicBezTo>
                        <a:pt x="9499" y="201"/>
                        <a:pt x="11354" y="1003"/>
                        <a:pt x="12707" y="2381"/>
                      </a:cubicBezTo>
                      <a:cubicBezTo>
                        <a:pt x="14061" y="3760"/>
                        <a:pt x="14762" y="5614"/>
                        <a:pt x="14737" y="7544"/>
                      </a:cubicBezTo>
                      <a:cubicBezTo>
                        <a:pt x="14737" y="8923"/>
                        <a:pt x="14311" y="10276"/>
                        <a:pt x="13534" y="11429"/>
                      </a:cubicBezTo>
                      <a:cubicBezTo>
                        <a:pt x="13534" y="11454"/>
                        <a:pt x="13534" y="11504"/>
                        <a:pt x="13534" y="11529"/>
                      </a:cubicBezTo>
                      <a:cubicBezTo>
                        <a:pt x="14291" y="12711"/>
                        <a:pt x="15070" y="13849"/>
                        <a:pt x="15787" y="15047"/>
                      </a:cubicBezTo>
                      <a:lnTo>
                        <a:pt x="15787" y="15047"/>
                      </a:lnTo>
                      <a:cubicBezTo>
                        <a:pt x="15430" y="14944"/>
                        <a:pt x="15063" y="14845"/>
                        <a:pt x="14712" y="14762"/>
                      </a:cubicBezTo>
                      <a:cubicBezTo>
                        <a:pt x="13910" y="14537"/>
                        <a:pt x="13083" y="14311"/>
                        <a:pt x="12281" y="14111"/>
                      </a:cubicBezTo>
                      <a:cubicBezTo>
                        <a:pt x="11981" y="14010"/>
                        <a:pt x="11680" y="13935"/>
                        <a:pt x="11379" y="13860"/>
                      </a:cubicBezTo>
                      <a:cubicBezTo>
                        <a:pt x="11298" y="13840"/>
                        <a:pt x="11153" y="13771"/>
                        <a:pt x="11034" y="13771"/>
                      </a:cubicBezTo>
                      <a:cubicBezTo>
                        <a:pt x="11005" y="13771"/>
                        <a:pt x="10977" y="13775"/>
                        <a:pt x="10953" y="13785"/>
                      </a:cubicBezTo>
                      <a:cubicBezTo>
                        <a:pt x="10803" y="13835"/>
                        <a:pt x="10627" y="13935"/>
                        <a:pt x="10452" y="14010"/>
                      </a:cubicBezTo>
                      <a:cubicBezTo>
                        <a:pt x="10276" y="14111"/>
                        <a:pt x="10101" y="14161"/>
                        <a:pt x="9925" y="14236"/>
                      </a:cubicBezTo>
                      <a:cubicBezTo>
                        <a:pt x="9549" y="14361"/>
                        <a:pt x="9199" y="14461"/>
                        <a:pt x="8823" y="14512"/>
                      </a:cubicBezTo>
                      <a:cubicBezTo>
                        <a:pt x="8400" y="14590"/>
                        <a:pt x="7967" y="14629"/>
                        <a:pt x="7537" y="14629"/>
                      </a:cubicBezTo>
                      <a:cubicBezTo>
                        <a:pt x="7278" y="14629"/>
                        <a:pt x="7021" y="14615"/>
                        <a:pt x="6767" y="14587"/>
                      </a:cubicBezTo>
                      <a:cubicBezTo>
                        <a:pt x="5615" y="14461"/>
                        <a:pt x="4487" y="14035"/>
                        <a:pt x="3509" y="13384"/>
                      </a:cubicBezTo>
                      <a:cubicBezTo>
                        <a:pt x="2557" y="12732"/>
                        <a:pt x="1780" y="11855"/>
                        <a:pt x="1229" y="10827"/>
                      </a:cubicBezTo>
                      <a:cubicBezTo>
                        <a:pt x="677" y="9800"/>
                        <a:pt x="401" y="8622"/>
                        <a:pt x="401" y="7444"/>
                      </a:cubicBezTo>
                      <a:cubicBezTo>
                        <a:pt x="401" y="6266"/>
                        <a:pt x="652" y="5113"/>
                        <a:pt x="1204" y="4085"/>
                      </a:cubicBezTo>
                      <a:cubicBezTo>
                        <a:pt x="1730" y="3058"/>
                        <a:pt x="2507" y="2181"/>
                        <a:pt x="3434" y="1504"/>
                      </a:cubicBezTo>
                      <a:cubicBezTo>
                        <a:pt x="4412" y="852"/>
                        <a:pt x="5514" y="401"/>
                        <a:pt x="6692" y="251"/>
                      </a:cubicBezTo>
                      <a:cubicBezTo>
                        <a:pt x="6968" y="226"/>
                        <a:pt x="7269" y="201"/>
                        <a:pt x="7569" y="201"/>
                      </a:cubicBezTo>
                      <a:close/>
                      <a:moveTo>
                        <a:pt x="7569" y="0"/>
                      </a:moveTo>
                      <a:cubicBezTo>
                        <a:pt x="5840" y="0"/>
                        <a:pt x="4161" y="627"/>
                        <a:pt x="2833" y="1705"/>
                      </a:cubicBezTo>
                      <a:cubicBezTo>
                        <a:pt x="1554" y="2807"/>
                        <a:pt x="627" y="4336"/>
                        <a:pt x="326" y="5990"/>
                      </a:cubicBezTo>
                      <a:cubicBezTo>
                        <a:pt x="0" y="7669"/>
                        <a:pt x="251" y="9449"/>
                        <a:pt x="1078" y="10953"/>
                      </a:cubicBezTo>
                      <a:cubicBezTo>
                        <a:pt x="1855" y="12431"/>
                        <a:pt x="3158" y="13609"/>
                        <a:pt x="4712" y="14261"/>
                      </a:cubicBezTo>
                      <a:cubicBezTo>
                        <a:pt x="5610" y="14640"/>
                        <a:pt x="6583" y="14828"/>
                        <a:pt x="7556" y="14828"/>
                      </a:cubicBezTo>
                      <a:cubicBezTo>
                        <a:pt x="8513" y="14828"/>
                        <a:pt x="9469" y="14646"/>
                        <a:pt x="10351" y="14286"/>
                      </a:cubicBezTo>
                      <a:cubicBezTo>
                        <a:pt x="10590" y="14190"/>
                        <a:pt x="10807" y="14095"/>
                        <a:pt x="11044" y="13977"/>
                      </a:cubicBezTo>
                      <a:lnTo>
                        <a:pt x="11044" y="13977"/>
                      </a:lnTo>
                      <a:cubicBezTo>
                        <a:pt x="11596" y="14122"/>
                        <a:pt x="12127" y="14267"/>
                        <a:pt x="12657" y="14411"/>
                      </a:cubicBezTo>
                      <a:cubicBezTo>
                        <a:pt x="13559" y="14662"/>
                        <a:pt x="14462" y="14888"/>
                        <a:pt x="15364" y="15138"/>
                      </a:cubicBezTo>
                      <a:cubicBezTo>
                        <a:pt x="15564" y="15188"/>
                        <a:pt x="15765" y="15263"/>
                        <a:pt x="15965" y="15314"/>
                      </a:cubicBezTo>
                      <a:cubicBezTo>
                        <a:pt x="15976" y="15316"/>
                        <a:pt x="15987" y="15318"/>
                        <a:pt x="15997" y="15318"/>
                      </a:cubicBezTo>
                      <a:cubicBezTo>
                        <a:pt x="16080" y="15318"/>
                        <a:pt x="16136" y="15230"/>
                        <a:pt x="16091" y="15163"/>
                      </a:cubicBezTo>
                      <a:cubicBezTo>
                        <a:pt x="15349" y="13902"/>
                        <a:pt x="14534" y="12715"/>
                        <a:pt x="13743" y="11480"/>
                      </a:cubicBezTo>
                      <a:lnTo>
                        <a:pt x="13743" y="11480"/>
                      </a:lnTo>
                      <a:cubicBezTo>
                        <a:pt x="14993" y="9582"/>
                        <a:pt x="15283" y="7149"/>
                        <a:pt x="14562" y="4988"/>
                      </a:cubicBezTo>
                      <a:cubicBezTo>
                        <a:pt x="13910" y="3158"/>
                        <a:pt x="12557" y="1604"/>
                        <a:pt x="10803" y="752"/>
                      </a:cubicBezTo>
                      <a:cubicBezTo>
                        <a:pt x="9800" y="251"/>
                        <a:pt x="8697" y="0"/>
                        <a:pt x="756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15" name="Google Shape;5015;p54"/>
              <p:cNvGrpSpPr/>
              <p:nvPr/>
            </p:nvGrpSpPr>
            <p:grpSpPr>
              <a:xfrm rot="728027">
                <a:off x="4896064" y="4371944"/>
                <a:ext cx="522241" cy="452053"/>
                <a:chOff x="-3687125" y="3130813"/>
                <a:chExt cx="848975" cy="734875"/>
              </a:xfrm>
            </p:grpSpPr>
            <p:sp>
              <p:nvSpPr>
                <p:cNvPr id="5016" name="Google Shape;5016;p54"/>
                <p:cNvSpPr/>
                <p:nvPr/>
              </p:nvSpPr>
              <p:spPr>
                <a:xfrm>
                  <a:off x="-3636375" y="3135738"/>
                  <a:ext cx="181100" cy="298900"/>
                </a:xfrm>
                <a:custGeom>
                  <a:rect b="b" l="l" r="r" t="t"/>
                  <a:pathLst>
                    <a:path extrusionOk="0" h="11956" w="7244">
                      <a:moveTo>
                        <a:pt x="3835" y="1"/>
                      </a:moveTo>
                      <a:cubicBezTo>
                        <a:pt x="1580" y="1054"/>
                        <a:pt x="51" y="3485"/>
                        <a:pt x="26" y="5966"/>
                      </a:cubicBezTo>
                      <a:cubicBezTo>
                        <a:pt x="1" y="8447"/>
                        <a:pt x="1505" y="10878"/>
                        <a:pt x="3735" y="11956"/>
                      </a:cubicBezTo>
                      <a:lnTo>
                        <a:pt x="7244" y="6643"/>
                      </a:lnTo>
                      <a:cubicBezTo>
                        <a:pt x="5840" y="6417"/>
                        <a:pt x="4637" y="5414"/>
                        <a:pt x="4036" y="4136"/>
                      </a:cubicBezTo>
                      <a:cubicBezTo>
                        <a:pt x="3434" y="2858"/>
                        <a:pt x="3409" y="1354"/>
                        <a:pt x="38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7" name="Google Shape;5017;p54"/>
                <p:cNvSpPr/>
                <p:nvPr/>
              </p:nvSpPr>
              <p:spPr>
                <a:xfrm>
                  <a:off x="-3648275" y="3130813"/>
                  <a:ext cx="198525" cy="309475"/>
                </a:xfrm>
                <a:custGeom>
                  <a:rect b="b" l="l" r="r" t="t"/>
                  <a:pathLst>
                    <a:path extrusionOk="0" h="12379" w="7941">
                      <a:moveTo>
                        <a:pt x="3992" y="600"/>
                      </a:moveTo>
                      <a:cubicBezTo>
                        <a:pt x="3677" y="1982"/>
                        <a:pt x="3785" y="3468"/>
                        <a:pt x="4462" y="4709"/>
                      </a:cubicBezTo>
                      <a:cubicBezTo>
                        <a:pt x="5090" y="5803"/>
                        <a:pt x="6150" y="6680"/>
                        <a:pt x="7361" y="6981"/>
                      </a:cubicBezTo>
                      <a:lnTo>
                        <a:pt x="7361" y="6981"/>
                      </a:lnTo>
                      <a:lnTo>
                        <a:pt x="4462" y="11401"/>
                      </a:lnTo>
                      <a:cubicBezTo>
                        <a:pt x="4369" y="11569"/>
                        <a:pt x="4261" y="11723"/>
                        <a:pt x="4151" y="11883"/>
                      </a:cubicBezTo>
                      <a:lnTo>
                        <a:pt x="4151" y="11883"/>
                      </a:lnTo>
                      <a:cubicBezTo>
                        <a:pt x="2540" y="11032"/>
                        <a:pt x="1337" y="9479"/>
                        <a:pt x="903" y="7717"/>
                      </a:cubicBezTo>
                      <a:cubicBezTo>
                        <a:pt x="427" y="5862"/>
                        <a:pt x="878" y="3932"/>
                        <a:pt x="1981" y="2403"/>
                      </a:cubicBezTo>
                      <a:cubicBezTo>
                        <a:pt x="2513" y="1657"/>
                        <a:pt x="3209" y="1056"/>
                        <a:pt x="3992" y="600"/>
                      </a:cubicBezTo>
                      <a:close/>
                      <a:moveTo>
                        <a:pt x="4306" y="0"/>
                      </a:moveTo>
                      <a:cubicBezTo>
                        <a:pt x="4274" y="0"/>
                        <a:pt x="4242" y="7"/>
                        <a:pt x="4211" y="22"/>
                      </a:cubicBezTo>
                      <a:cubicBezTo>
                        <a:pt x="2407" y="875"/>
                        <a:pt x="1053" y="2554"/>
                        <a:pt x="527" y="4484"/>
                      </a:cubicBezTo>
                      <a:cubicBezTo>
                        <a:pt x="1" y="6413"/>
                        <a:pt x="427" y="8544"/>
                        <a:pt x="1605" y="10173"/>
                      </a:cubicBezTo>
                      <a:cubicBezTo>
                        <a:pt x="2256" y="11100"/>
                        <a:pt x="3108" y="11852"/>
                        <a:pt x="4111" y="12353"/>
                      </a:cubicBezTo>
                      <a:cubicBezTo>
                        <a:pt x="4144" y="12370"/>
                        <a:pt x="4181" y="12378"/>
                        <a:pt x="4217" y="12378"/>
                      </a:cubicBezTo>
                      <a:cubicBezTo>
                        <a:pt x="4289" y="12378"/>
                        <a:pt x="4362" y="12345"/>
                        <a:pt x="4412" y="12278"/>
                      </a:cubicBezTo>
                      <a:cubicBezTo>
                        <a:pt x="5414" y="10724"/>
                        <a:pt x="6442" y="9145"/>
                        <a:pt x="7469" y="7591"/>
                      </a:cubicBezTo>
                      <a:cubicBezTo>
                        <a:pt x="7595" y="7391"/>
                        <a:pt x="7745" y="7165"/>
                        <a:pt x="7895" y="6940"/>
                      </a:cubicBezTo>
                      <a:cubicBezTo>
                        <a:pt x="7940" y="6872"/>
                        <a:pt x="7938" y="6807"/>
                        <a:pt x="7909" y="6755"/>
                      </a:cubicBezTo>
                      <a:lnTo>
                        <a:pt x="7909" y="6755"/>
                      </a:lnTo>
                      <a:cubicBezTo>
                        <a:pt x="7896" y="6695"/>
                        <a:pt x="7851" y="6647"/>
                        <a:pt x="7770" y="6639"/>
                      </a:cubicBezTo>
                      <a:cubicBezTo>
                        <a:pt x="6517" y="6413"/>
                        <a:pt x="5439" y="5611"/>
                        <a:pt x="4838" y="4509"/>
                      </a:cubicBezTo>
                      <a:cubicBezTo>
                        <a:pt x="4111" y="3205"/>
                        <a:pt x="4086" y="1652"/>
                        <a:pt x="4512" y="248"/>
                      </a:cubicBezTo>
                      <a:cubicBezTo>
                        <a:pt x="4552" y="108"/>
                        <a:pt x="4433" y="0"/>
                        <a:pt x="4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8" name="Google Shape;5018;p54"/>
                <p:cNvSpPr/>
                <p:nvPr/>
              </p:nvSpPr>
              <p:spPr>
                <a:xfrm>
                  <a:off x="-3613700" y="3253713"/>
                  <a:ext cx="96025" cy="129375"/>
                </a:xfrm>
                <a:custGeom>
                  <a:rect b="b" l="l" r="r" t="t"/>
                  <a:pathLst>
                    <a:path extrusionOk="0" h="5175" w="3841">
                      <a:moveTo>
                        <a:pt x="3508" y="1"/>
                      </a:moveTo>
                      <a:cubicBezTo>
                        <a:pt x="3464" y="1"/>
                        <a:pt x="3420" y="14"/>
                        <a:pt x="3380" y="44"/>
                      </a:cubicBezTo>
                      <a:cubicBezTo>
                        <a:pt x="1801" y="1297"/>
                        <a:pt x="648" y="3001"/>
                        <a:pt x="46" y="4906"/>
                      </a:cubicBezTo>
                      <a:cubicBezTo>
                        <a:pt x="1" y="5072"/>
                        <a:pt x="129" y="5175"/>
                        <a:pt x="254" y="5175"/>
                      </a:cubicBezTo>
                      <a:cubicBezTo>
                        <a:pt x="336" y="5175"/>
                        <a:pt x="417" y="5131"/>
                        <a:pt x="447" y="5031"/>
                      </a:cubicBezTo>
                      <a:cubicBezTo>
                        <a:pt x="1024" y="3177"/>
                        <a:pt x="2151" y="1548"/>
                        <a:pt x="3680" y="345"/>
                      </a:cubicBezTo>
                      <a:cubicBezTo>
                        <a:pt x="3840" y="205"/>
                        <a:pt x="3681" y="1"/>
                        <a:pt x="3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9" name="Google Shape;5019;p54"/>
                <p:cNvSpPr/>
                <p:nvPr/>
              </p:nvSpPr>
              <p:spPr>
                <a:xfrm>
                  <a:off x="-3637900" y="3224088"/>
                  <a:ext cx="101650" cy="95500"/>
                </a:xfrm>
                <a:custGeom>
                  <a:rect b="b" l="l" r="r" t="t"/>
                  <a:pathLst>
                    <a:path extrusionOk="0" h="3820" w="4066">
                      <a:moveTo>
                        <a:pt x="3747" y="1"/>
                      </a:moveTo>
                      <a:cubicBezTo>
                        <a:pt x="3715" y="1"/>
                        <a:pt x="3681" y="8"/>
                        <a:pt x="3646" y="26"/>
                      </a:cubicBezTo>
                      <a:cubicBezTo>
                        <a:pt x="2192" y="828"/>
                        <a:pt x="764" y="1931"/>
                        <a:pt x="87" y="3484"/>
                      </a:cubicBezTo>
                      <a:cubicBezTo>
                        <a:pt x="0" y="3658"/>
                        <a:pt x="153" y="3819"/>
                        <a:pt x="289" y="3819"/>
                      </a:cubicBezTo>
                      <a:cubicBezTo>
                        <a:pt x="350" y="3819"/>
                        <a:pt x="407" y="3787"/>
                        <a:pt x="438" y="3710"/>
                      </a:cubicBezTo>
                      <a:cubicBezTo>
                        <a:pt x="1089" y="2181"/>
                        <a:pt x="2443" y="1154"/>
                        <a:pt x="3871" y="402"/>
                      </a:cubicBezTo>
                      <a:cubicBezTo>
                        <a:pt x="4065" y="294"/>
                        <a:pt x="3944" y="1"/>
                        <a:pt x="37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0" name="Google Shape;5020;p54"/>
                <p:cNvSpPr/>
                <p:nvPr/>
              </p:nvSpPr>
              <p:spPr>
                <a:xfrm>
                  <a:off x="-3636450" y="3193613"/>
                  <a:ext cx="92775" cy="54725"/>
                </a:xfrm>
                <a:custGeom>
                  <a:rect b="b" l="l" r="r" t="t"/>
                  <a:pathLst>
                    <a:path extrusionOk="0" h="2189" w="3711">
                      <a:moveTo>
                        <a:pt x="3440" y="1"/>
                      </a:moveTo>
                      <a:cubicBezTo>
                        <a:pt x="3416" y="1"/>
                        <a:pt x="3390" y="6"/>
                        <a:pt x="3362" y="17"/>
                      </a:cubicBezTo>
                      <a:cubicBezTo>
                        <a:pt x="2209" y="468"/>
                        <a:pt x="1031" y="944"/>
                        <a:pt x="154" y="1821"/>
                      </a:cubicBezTo>
                      <a:cubicBezTo>
                        <a:pt x="0" y="1975"/>
                        <a:pt x="142" y="2188"/>
                        <a:pt x="306" y="2188"/>
                      </a:cubicBezTo>
                      <a:cubicBezTo>
                        <a:pt x="356" y="2188"/>
                        <a:pt x="408" y="2169"/>
                        <a:pt x="455" y="2122"/>
                      </a:cubicBezTo>
                      <a:cubicBezTo>
                        <a:pt x="1282" y="1295"/>
                        <a:pt x="2410" y="844"/>
                        <a:pt x="3488" y="418"/>
                      </a:cubicBezTo>
                      <a:cubicBezTo>
                        <a:pt x="3711" y="328"/>
                        <a:pt x="3636" y="1"/>
                        <a:pt x="34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1" name="Google Shape;5021;p54"/>
                <p:cNvSpPr/>
                <p:nvPr/>
              </p:nvSpPr>
              <p:spPr>
                <a:xfrm>
                  <a:off x="-3601275" y="3165188"/>
                  <a:ext cx="58300" cy="19800"/>
                </a:xfrm>
                <a:custGeom>
                  <a:rect b="b" l="l" r="r" t="t"/>
                  <a:pathLst>
                    <a:path extrusionOk="0" h="792" w="2332">
                      <a:moveTo>
                        <a:pt x="2055" y="1"/>
                      </a:moveTo>
                      <a:cubicBezTo>
                        <a:pt x="1404" y="1"/>
                        <a:pt x="752" y="151"/>
                        <a:pt x="126" y="402"/>
                      </a:cubicBezTo>
                      <a:cubicBezTo>
                        <a:pt x="25" y="452"/>
                        <a:pt x="0" y="602"/>
                        <a:pt x="50" y="703"/>
                      </a:cubicBezTo>
                      <a:cubicBezTo>
                        <a:pt x="101" y="769"/>
                        <a:pt x="162" y="792"/>
                        <a:pt x="234" y="792"/>
                      </a:cubicBezTo>
                      <a:cubicBezTo>
                        <a:pt x="270" y="792"/>
                        <a:pt x="309" y="786"/>
                        <a:pt x="351" y="778"/>
                      </a:cubicBezTo>
                      <a:cubicBezTo>
                        <a:pt x="878" y="527"/>
                        <a:pt x="1479" y="427"/>
                        <a:pt x="2055" y="427"/>
                      </a:cubicBezTo>
                      <a:cubicBezTo>
                        <a:pt x="2331" y="427"/>
                        <a:pt x="2331" y="26"/>
                        <a:pt x="20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2" name="Google Shape;5022;p54"/>
                <p:cNvSpPr/>
                <p:nvPr/>
              </p:nvSpPr>
              <p:spPr>
                <a:xfrm>
                  <a:off x="-3053650" y="3135738"/>
                  <a:ext cx="180475" cy="298900"/>
                </a:xfrm>
                <a:custGeom>
                  <a:rect b="b" l="l" r="r" t="t"/>
                  <a:pathLst>
                    <a:path extrusionOk="0" h="11956" w="7219">
                      <a:moveTo>
                        <a:pt x="3384" y="1"/>
                      </a:moveTo>
                      <a:cubicBezTo>
                        <a:pt x="3810" y="1354"/>
                        <a:pt x="3785" y="2858"/>
                        <a:pt x="3183" y="4136"/>
                      </a:cubicBezTo>
                      <a:cubicBezTo>
                        <a:pt x="2582" y="5414"/>
                        <a:pt x="1379" y="6417"/>
                        <a:pt x="0" y="6643"/>
                      </a:cubicBezTo>
                      <a:lnTo>
                        <a:pt x="3484" y="11956"/>
                      </a:lnTo>
                      <a:cubicBezTo>
                        <a:pt x="5715" y="10878"/>
                        <a:pt x="7218" y="8447"/>
                        <a:pt x="7193" y="5966"/>
                      </a:cubicBezTo>
                      <a:cubicBezTo>
                        <a:pt x="7193" y="3485"/>
                        <a:pt x="5639" y="1054"/>
                        <a:pt x="33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3" name="Google Shape;5023;p54"/>
                <p:cNvSpPr/>
                <p:nvPr/>
              </p:nvSpPr>
              <p:spPr>
                <a:xfrm>
                  <a:off x="-3059800" y="3130813"/>
                  <a:ext cx="198525" cy="309475"/>
                </a:xfrm>
                <a:custGeom>
                  <a:rect b="b" l="l" r="r" t="t"/>
                  <a:pathLst>
                    <a:path extrusionOk="0" h="12379" w="7941">
                      <a:moveTo>
                        <a:pt x="3948" y="596"/>
                      </a:moveTo>
                      <a:lnTo>
                        <a:pt x="3948" y="596"/>
                      </a:lnTo>
                      <a:cubicBezTo>
                        <a:pt x="5442" y="1458"/>
                        <a:pt x="6554" y="2880"/>
                        <a:pt x="7013" y="4534"/>
                      </a:cubicBezTo>
                      <a:cubicBezTo>
                        <a:pt x="7514" y="6388"/>
                        <a:pt x="7138" y="8343"/>
                        <a:pt x="6036" y="9897"/>
                      </a:cubicBezTo>
                      <a:cubicBezTo>
                        <a:pt x="5446" y="10722"/>
                        <a:pt x="4680" y="11414"/>
                        <a:pt x="3798" y="11890"/>
                      </a:cubicBezTo>
                      <a:lnTo>
                        <a:pt x="3798" y="11890"/>
                      </a:lnTo>
                      <a:cubicBezTo>
                        <a:pt x="2808" y="10390"/>
                        <a:pt x="1839" y="8891"/>
                        <a:pt x="848" y="7391"/>
                      </a:cubicBezTo>
                      <a:cubicBezTo>
                        <a:pt x="755" y="7252"/>
                        <a:pt x="672" y="7113"/>
                        <a:pt x="587" y="6980"/>
                      </a:cubicBezTo>
                      <a:lnTo>
                        <a:pt x="587" y="6980"/>
                      </a:lnTo>
                      <a:cubicBezTo>
                        <a:pt x="1817" y="6679"/>
                        <a:pt x="2875" y="5802"/>
                        <a:pt x="3479" y="4709"/>
                      </a:cubicBezTo>
                      <a:cubicBezTo>
                        <a:pt x="4157" y="3466"/>
                        <a:pt x="4265" y="1979"/>
                        <a:pt x="3948" y="596"/>
                      </a:cubicBezTo>
                      <a:close/>
                      <a:moveTo>
                        <a:pt x="3647" y="0"/>
                      </a:moveTo>
                      <a:cubicBezTo>
                        <a:pt x="3508" y="0"/>
                        <a:pt x="3389" y="108"/>
                        <a:pt x="3429" y="248"/>
                      </a:cubicBezTo>
                      <a:cubicBezTo>
                        <a:pt x="3855" y="1652"/>
                        <a:pt x="3830" y="3205"/>
                        <a:pt x="3103" y="4509"/>
                      </a:cubicBezTo>
                      <a:cubicBezTo>
                        <a:pt x="2502" y="5611"/>
                        <a:pt x="1424" y="6413"/>
                        <a:pt x="171" y="6639"/>
                      </a:cubicBezTo>
                      <a:cubicBezTo>
                        <a:pt x="90" y="6647"/>
                        <a:pt x="45" y="6695"/>
                        <a:pt x="32" y="6755"/>
                      </a:cubicBezTo>
                      <a:lnTo>
                        <a:pt x="32" y="6755"/>
                      </a:lnTo>
                      <a:cubicBezTo>
                        <a:pt x="3" y="6807"/>
                        <a:pt x="1" y="6872"/>
                        <a:pt x="46" y="6940"/>
                      </a:cubicBezTo>
                      <a:cubicBezTo>
                        <a:pt x="1073" y="8494"/>
                        <a:pt x="2101" y="10048"/>
                        <a:pt x="3103" y="11601"/>
                      </a:cubicBezTo>
                      <a:cubicBezTo>
                        <a:pt x="3254" y="11827"/>
                        <a:pt x="3404" y="12053"/>
                        <a:pt x="3554" y="12278"/>
                      </a:cubicBezTo>
                      <a:cubicBezTo>
                        <a:pt x="3588" y="12345"/>
                        <a:pt x="3655" y="12378"/>
                        <a:pt x="3725" y="12378"/>
                      </a:cubicBezTo>
                      <a:cubicBezTo>
                        <a:pt x="3761" y="12378"/>
                        <a:pt x="3797" y="12370"/>
                        <a:pt x="3830" y="12353"/>
                      </a:cubicBezTo>
                      <a:cubicBezTo>
                        <a:pt x="5635" y="11451"/>
                        <a:pt x="6988" y="9722"/>
                        <a:pt x="7464" y="7792"/>
                      </a:cubicBezTo>
                      <a:cubicBezTo>
                        <a:pt x="7940" y="5837"/>
                        <a:pt x="7489" y="3732"/>
                        <a:pt x="6286" y="2128"/>
                      </a:cubicBezTo>
                      <a:cubicBezTo>
                        <a:pt x="5610" y="1225"/>
                        <a:pt x="4757" y="499"/>
                        <a:pt x="3755" y="22"/>
                      </a:cubicBezTo>
                      <a:cubicBezTo>
                        <a:pt x="3719" y="7"/>
                        <a:pt x="3683" y="0"/>
                        <a:pt x="36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4" name="Google Shape;5024;p54"/>
                <p:cNvSpPr/>
                <p:nvPr/>
              </p:nvSpPr>
              <p:spPr>
                <a:xfrm>
                  <a:off x="-2991750" y="3253713"/>
                  <a:ext cx="95900" cy="129375"/>
                </a:xfrm>
                <a:custGeom>
                  <a:rect b="b" l="l" r="r" t="t"/>
                  <a:pathLst>
                    <a:path extrusionOk="0" h="5175" w="3836">
                      <a:moveTo>
                        <a:pt x="328" y="1"/>
                      </a:moveTo>
                      <a:cubicBezTo>
                        <a:pt x="156" y="1"/>
                        <a:pt x="1" y="205"/>
                        <a:pt x="181" y="345"/>
                      </a:cubicBezTo>
                      <a:cubicBezTo>
                        <a:pt x="1685" y="1548"/>
                        <a:pt x="2812" y="3177"/>
                        <a:pt x="3389" y="5031"/>
                      </a:cubicBezTo>
                      <a:cubicBezTo>
                        <a:pt x="3419" y="5131"/>
                        <a:pt x="3500" y="5175"/>
                        <a:pt x="3582" y="5175"/>
                      </a:cubicBezTo>
                      <a:cubicBezTo>
                        <a:pt x="3707" y="5175"/>
                        <a:pt x="3835" y="5072"/>
                        <a:pt x="3790" y="4906"/>
                      </a:cubicBezTo>
                      <a:cubicBezTo>
                        <a:pt x="3188" y="3001"/>
                        <a:pt x="2035" y="1297"/>
                        <a:pt x="457" y="44"/>
                      </a:cubicBezTo>
                      <a:cubicBezTo>
                        <a:pt x="416" y="14"/>
                        <a:pt x="372" y="1"/>
                        <a:pt x="3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5" name="Google Shape;5025;p54"/>
                <p:cNvSpPr/>
                <p:nvPr/>
              </p:nvSpPr>
              <p:spPr>
                <a:xfrm>
                  <a:off x="-2973300" y="3224088"/>
                  <a:ext cx="101850" cy="95500"/>
                </a:xfrm>
                <a:custGeom>
                  <a:rect b="b" l="l" r="r" t="t"/>
                  <a:pathLst>
                    <a:path extrusionOk="0" h="3820" w="4074">
                      <a:moveTo>
                        <a:pt x="319" y="1"/>
                      </a:moveTo>
                      <a:cubicBezTo>
                        <a:pt x="122" y="1"/>
                        <a:pt x="1" y="294"/>
                        <a:pt x="195" y="402"/>
                      </a:cubicBezTo>
                      <a:cubicBezTo>
                        <a:pt x="1623" y="1154"/>
                        <a:pt x="2977" y="2181"/>
                        <a:pt x="3628" y="3710"/>
                      </a:cubicBezTo>
                      <a:cubicBezTo>
                        <a:pt x="3667" y="3787"/>
                        <a:pt x="3727" y="3819"/>
                        <a:pt x="3789" y="3819"/>
                      </a:cubicBezTo>
                      <a:cubicBezTo>
                        <a:pt x="3927" y="3819"/>
                        <a:pt x="4074" y="3658"/>
                        <a:pt x="4004" y="3484"/>
                      </a:cubicBezTo>
                      <a:cubicBezTo>
                        <a:pt x="3303" y="1931"/>
                        <a:pt x="1899" y="828"/>
                        <a:pt x="420" y="26"/>
                      </a:cubicBezTo>
                      <a:cubicBezTo>
                        <a:pt x="385" y="8"/>
                        <a:pt x="351" y="1"/>
                        <a:pt x="3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6" name="Google Shape;5026;p54"/>
                <p:cNvSpPr/>
                <p:nvPr/>
              </p:nvSpPr>
              <p:spPr>
                <a:xfrm>
                  <a:off x="-2965325" y="3193613"/>
                  <a:ext cx="92225" cy="54725"/>
                </a:xfrm>
                <a:custGeom>
                  <a:rect b="b" l="l" r="r" t="t"/>
                  <a:pathLst>
                    <a:path extrusionOk="0" h="2189" w="3689">
                      <a:moveTo>
                        <a:pt x="250" y="1"/>
                      </a:moveTo>
                      <a:cubicBezTo>
                        <a:pt x="58" y="1"/>
                        <a:pt x="1" y="328"/>
                        <a:pt x="202" y="418"/>
                      </a:cubicBezTo>
                      <a:cubicBezTo>
                        <a:pt x="1304" y="844"/>
                        <a:pt x="2407" y="1295"/>
                        <a:pt x="3259" y="2122"/>
                      </a:cubicBezTo>
                      <a:cubicBezTo>
                        <a:pt x="3300" y="2169"/>
                        <a:pt x="3348" y="2188"/>
                        <a:pt x="3394" y="2188"/>
                      </a:cubicBezTo>
                      <a:cubicBezTo>
                        <a:pt x="3547" y="2188"/>
                        <a:pt x="3689" y="1975"/>
                        <a:pt x="3535" y="1821"/>
                      </a:cubicBezTo>
                      <a:cubicBezTo>
                        <a:pt x="2658" y="944"/>
                        <a:pt x="1480" y="468"/>
                        <a:pt x="327" y="17"/>
                      </a:cubicBezTo>
                      <a:cubicBezTo>
                        <a:pt x="299" y="6"/>
                        <a:pt x="274"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7" name="Google Shape;5027;p54"/>
                <p:cNvSpPr/>
                <p:nvPr/>
              </p:nvSpPr>
              <p:spPr>
                <a:xfrm>
                  <a:off x="-2966575" y="3165188"/>
                  <a:ext cx="58300" cy="19650"/>
                </a:xfrm>
                <a:custGeom>
                  <a:rect b="b" l="l" r="r" t="t"/>
                  <a:pathLst>
                    <a:path extrusionOk="0" h="786" w="2332">
                      <a:moveTo>
                        <a:pt x="277" y="1"/>
                      </a:moveTo>
                      <a:cubicBezTo>
                        <a:pt x="1" y="1"/>
                        <a:pt x="1" y="427"/>
                        <a:pt x="277" y="427"/>
                      </a:cubicBezTo>
                      <a:cubicBezTo>
                        <a:pt x="853" y="427"/>
                        <a:pt x="1455" y="527"/>
                        <a:pt x="2006" y="753"/>
                      </a:cubicBezTo>
                      <a:cubicBezTo>
                        <a:pt x="2047" y="773"/>
                        <a:pt x="2093" y="786"/>
                        <a:pt x="2136" y="786"/>
                      </a:cubicBezTo>
                      <a:cubicBezTo>
                        <a:pt x="2197" y="786"/>
                        <a:pt x="2252" y="761"/>
                        <a:pt x="2282" y="703"/>
                      </a:cubicBezTo>
                      <a:cubicBezTo>
                        <a:pt x="2332" y="602"/>
                        <a:pt x="2307" y="452"/>
                        <a:pt x="2206" y="402"/>
                      </a:cubicBezTo>
                      <a:cubicBezTo>
                        <a:pt x="1605" y="151"/>
                        <a:pt x="953"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8" name="Google Shape;5028;p54"/>
                <p:cNvSpPr/>
                <p:nvPr/>
              </p:nvSpPr>
              <p:spPr>
                <a:xfrm>
                  <a:off x="-3613800" y="3174713"/>
                  <a:ext cx="736850" cy="685925"/>
                </a:xfrm>
                <a:custGeom>
                  <a:rect b="b" l="l" r="r" t="t"/>
                  <a:pathLst>
                    <a:path extrusionOk="0" h="27437" w="29474">
                      <a:moveTo>
                        <a:pt x="14633" y="0"/>
                      </a:moveTo>
                      <a:cubicBezTo>
                        <a:pt x="8012" y="0"/>
                        <a:pt x="1689" y="5399"/>
                        <a:pt x="852" y="12001"/>
                      </a:cubicBezTo>
                      <a:cubicBezTo>
                        <a:pt x="0" y="18943"/>
                        <a:pt x="5288" y="26086"/>
                        <a:pt x="12181" y="27264"/>
                      </a:cubicBezTo>
                      <a:cubicBezTo>
                        <a:pt x="12863" y="27381"/>
                        <a:pt x="13550" y="27437"/>
                        <a:pt x="14235" y="27437"/>
                      </a:cubicBezTo>
                      <a:cubicBezTo>
                        <a:pt x="20474" y="27437"/>
                        <a:pt x="26588" y="22780"/>
                        <a:pt x="27920" y="16637"/>
                      </a:cubicBezTo>
                      <a:cubicBezTo>
                        <a:pt x="29474" y="9394"/>
                        <a:pt x="24186" y="1349"/>
                        <a:pt x="16792" y="196"/>
                      </a:cubicBezTo>
                      <a:cubicBezTo>
                        <a:pt x="16073" y="64"/>
                        <a:pt x="15351" y="0"/>
                        <a:pt x="146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9" name="Google Shape;5029;p54"/>
                <p:cNvSpPr/>
                <p:nvPr/>
              </p:nvSpPr>
              <p:spPr>
                <a:xfrm>
                  <a:off x="-3601275" y="3169688"/>
                  <a:ext cx="703650" cy="696000"/>
                </a:xfrm>
                <a:custGeom>
                  <a:rect b="b" l="l" r="r" t="t"/>
                  <a:pathLst>
                    <a:path extrusionOk="0" h="27840" w="28146">
                      <a:moveTo>
                        <a:pt x="14194" y="404"/>
                      </a:moveTo>
                      <a:cubicBezTo>
                        <a:pt x="14693" y="404"/>
                        <a:pt x="15193" y="434"/>
                        <a:pt x="15690" y="498"/>
                      </a:cubicBezTo>
                      <a:cubicBezTo>
                        <a:pt x="18396" y="873"/>
                        <a:pt x="20878" y="2026"/>
                        <a:pt x="22883" y="3906"/>
                      </a:cubicBezTo>
                      <a:cubicBezTo>
                        <a:pt x="24838" y="5736"/>
                        <a:pt x="26266" y="8092"/>
                        <a:pt x="26993" y="10673"/>
                      </a:cubicBezTo>
                      <a:cubicBezTo>
                        <a:pt x="27720" y="13280"/>
                        <a:pt x="27645" y="16062"/>
                        <a:pt x="26667" y="18593"/>
                      </a:cubicBezTo>
                      <a:cubicBezTo>
                        <a:pt x="25665" y="21174"/>
                        <a:pt x="23785" y="23405"/>
                        <a:pt x="21504" y="24959"/>
                      </a:cubicBezTo>
                      <a:cubicBezTo>
                        <a:pt x="19223" y="26488"/>
                        <a:pt x="16517" y="27415"/>
                        <a:pt x="13760" y="27440"/>
                      </a:cubicBezTo>
                      <a:cubicBezTo>
                        <a:pt x="13084" y="27440"/>
                        <a:pt x="12408" y="27390"/>
                        <a:pt x="11731" y="27265"/>
                      </a:cubicBezTo>
                      <a:lnTo>
                        <a:pt x="11731" y="27265"/>
                      </a:lnTo>
                      <a:cubicBezTo>
                        <a:pt x="11731" y="27265"/>
                        <a:pt x="11730" y="27265"/>
                        <a:pt x="11730" y="27265"/>
                      </a:cubicBezTo>
                      <a:cubicBezTo>
                        <a:pt x="11726" y="27264"/>
                        <a:pt x="11722" y="27263"/>
                        <a:pt x="11718" y="27263"/>
                      </a:cubicBezTo>
                      <a:lnTo>
                        <a:pt x="11718" y="27263"/>
                      </a:lnTo>
                      <a:cubicBezTo>
                        <a:pt x="8966" y="26784"/>
                        <a:pt x="6439" y="25332"/>
                        <a:pt x="4512" y="23330"/>
                      </a:cubicBezTo>
                      <a:cubicBezTo>
                        <a:pt x="2582" y="21325"/>
                        <a:pt x="1203" y="18768"/>
                        <a:pt x="702" y="16036"/>
                      </a:cubicBezTo>
                      <a:cubicBezTo>
                        <a:pt x="176" y="13280"/>
                        <a:pt x="627" y="10422"/>
                        <a:pt x="1955" y="7941"/>
                      </a:cubicBezTo>
                      <a:cubicBezTo>
                        <a:pt x="3258" y="5510"/>
                        <a:pt x="5289" y="3480"/>
                        <a:pt x="7695" y="2127"/>
                      </a:cubicBezTo>
                      <a:cubicBezTo>
                        <a:pt x="9667" y="1038"/>
                        <a:pt x="11925" y="404"/>
                        <a:pt x="14194" y="404"/>
                      </a:cubicBezTo>
                      <a:close/>
                      <a:moveTo>
                        <a:pt x="14133" y="0"/>
                      </a:moveTo>
                      <a:cubicBezTo>
                        <a:pt x="12534" y="0"/>
                        <a:pt x="10939" y="293"/>
                        <a:pt x="9424" y="873"/>
                      </a:cubicBezTo>
                      <a:cubicBezTo>
                        <a:pt x="6767" y="1876"/>
                        <a:pt x="4411" y="3681"/>
                        <a:pt x="2707" y="5961"/>
                      </a:cubicBezTo>
                      <a:cubicBezTo>
                        <a:pt x="1003" y="8267"/>
                        <a:pt x="0" y="11074"/>
                        <a:pt x="50" y="13956"/>
                      </a:cubicBezTo>
                      <a:cubicBezTo>
                        <a:pt x="126" y="16838"/>
                        <a:pt x="1153" y="19671"/>
                        <a:pt x="2832" y="21976"/>
                      </a:cubicBezTo>
                      <a:cubicBezTo>
                        <a:pt x="4537" y="24307"/>
                        <a:pt x="6868" y="26162"/>
                        <a:pt x="9574" y="27139"/>
                      </a:cubicBezTo>
                      <a:cubicBezTo>
                        <a:pt x="10251" y="27365"/>
                        <a:pt x="10928" y="27540"/>
                        <a:pt x="11629" y="27666"/>
                      </a:cubicBezTo>
                      <a:cubicBezTo>
                        <a:pt x="11629" y="27666"/>
                        <a:pt x="11629" y="27666"/>
                        <a:pt x="11629" y="27666"/>
                      </a:cubicBezTo>
                      <a:lnTo>
                        <a:pt x="11629" y="27666"/>
                      </a:lnTo>
                      <a:cubicBezTo>
                        <a:pt x="11634" y="27667"/>
                        <a:pt x="11639" y="27667"/>
                        <a:pt x="11643" y="27668"/>
                      </a:cubicBezTo>
                      <a:lnTo>
                        <a:pt x="11643" y="27668"/>
                      </a:lnTo>
                      <a:cubicBezTo>
                        <a:pt x="12329" y="27783"/>
                        <a:pt x="13020" y="27839"/>
                        <a:pt x="13711" y="27839"/>
                      </a:cubicBezTo>
                      <a:cubicBezTo>
                        <a:pt x="15845" y="27839"/>
                        <a:pt x="17972" y="27307"/>
                        <a:pt x="19900" y="26362"/>
                      </a:cubicBezTo>
                      <a:cubicBezTo>
                        <a:pt x="22457" y="25109"/>
                        <a:pt x="24662" y="23129"/>
                        <a:pt x="26116" y="20673"/>
                      </a:cubicBezTo>
                      <a:cubicBezTo>
                        <a:pt x="27569" y="18242"/>
                        <a:pt x="28146" y="15410"/>
                        <a:pt x="27795" y="12603"/>
                      </a:cubicBezTo>
                      <a:cubicBezTo>
                        <a:pt x="27444" y="9846"/>
                        <a:pt x="26291" y="7239"/>
                        <a:pt x="24562" y="5084"/>
                      </a:cubicBezTo>
                      <a:cubicBezTo>
                        <a:pt x="22807" y="2954"/>
                        <a:pt x="20477" y="1274"/>
                        <a:pt x="17795" y="523"/>
                      </a:cubicBezTo>
                      <a:cubicBezTo>
                        <a:pt x="16596" y="174"/>
                        <a:pt x="15363" y="0"/>
                        <a:pt x="141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0" name="Google Shape;5030;p54"/>
                <p:cNvSpPr/>
                <p:nvPr/>
              </p:nvSpPr>
              <p:spPr>
                <a:xfrm>
                  <a:off x="-3490800" y="3378188"/>
                  <a:ext cx="142675" cy="142975"/>
                </a:xfrm>
                <a:custGeom>
                  <a:rect b="b" l="l" r="r" t="t"/>
                  <a:pathLst>
                    <a:path extrusionOk="0" h="5719" w="5707">
                      <a:moveTo>
                        <a:pt x="296" y="1"/>
                      </a:moveTo>
                      <a:cubicBezTo>
                        <a:pt x="118" y="1"/>
                        <a:pt x="1" y="271"/>
                        <a:pt x="193" y="378"/>
                      </a:cubicBezTo>
                      <a:cubicBezTo>
                        <a:pt x="1808" y="1291"/>
                        <a:pt x="3401" y="2182"/>
                        <a:pt x="5014" y="3072"/>
                      </a:cubicBezTo>
                      <a:lnTo>
                        <a:pt x="5014" y="3072"/>
                      </a:lnTo>
                      <a:cubicBezTo>
                        <a:pt x="3646" y="3720"/>
                        <a:pt x="2259" y="4369"/>
                        <a:pt x="895" y="5040"/>
                      </a:cubicBezTo>
                      <a:cubicBezTo>
                        <a:pt x="694" y="5140"/>
                        <a:pt x="469" y="5240"/>
                        <a:pt x="268" y="5341"/>
                      </a:cubicBezTo>
                      <a:cubicBezTo>
                        <a:pt x="54" y="5447"/>
                        <a:pt x="187" y="5718"/>
                        <a:pt x="370" y="5718"/>
                      </a:cubicBezTo>
                      <a:cubicBezTo>
                        <a:pt x="402" y="5718"/>
                        <a:pt x="435" y="5710"/>
                        <a:pt x="469" y="5691"/>
                      </a:cubicBezTo>
                      <a:lnTo>
                        <a:pt x="4930" y="3561"/>
                      </a:lnTo>
                      <a:cubicBezTo>
                        <a:pt x="5130" y="3461"/>
                        <a:pt x="5356" y="3361"/>
                        <a:pt x="5556" y="3260"/>
                      </a:cubicBezTo>
                      <a:cubicBezTo>
                        <a:pt x="5707" y="3185"/>
                        <a:pt x="5682" y="2985"/>
                        <a:pt x="5556" y="2909"/>
                      </a:cubicBezTo>
                      <a:lnTo>
                        <a:pt x="393" y="27"/>
                      </a:lnTo>
                      <a:cubicBezTo>
                        <a:pt x="360" y="9"/>
                        <a:pt x="327" y="1"/>
                        <a:pt x="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1" name="Google Shape;5031;p54"/>
                <p:cNvSpPr/>
                <p:nvPr/>
              </p:nvSpPr>
              <p:spPr>
                <a:xfrm>
                  <a:off x="-3156425" y="3378188"/>
                  <a:ext cx="142675" cy="142975"/>
                </a:xfrm>
                <a:custGeom>
                  <a:rect b="b" l="l" r="r" t="t"/>
                  <a:pathLst>
                    <a:path extrusionOk="0" h="5719" w="5707">
                      <a:moveTo>
                        <a:pt x="5396" y="1"/>
                      </a:moveTo>
                      <a:cubicBezTo>
                        <a:pt x="5362" y="1"/>
                        <a:pt x="5326" y="9"/>
                        <a:pt x="5289" y="27"/>
                      </a:cubicBezTo>
                      <a:cubicBezTo>
                        <a:pt x="3585" y="980"/>
                        <a:pt x="1856" y="1932"/>
                        <a:pt x="126" y="2909"/>
                      </a:cubicBezTo>
                      <a:cubicBezTo>
                        <a:pt x="1" y="2985"/>
                        <a:pt x="1" y="3185"/>
                        <a:pt x="126" y="3260"/>
                      </a:cubicBezTo>
                      <a:cubicBezTo>
                        <a:pt x="1630" y="3962"/>
                        <a:pt x="3109" y="4689"/>
                        <a:pt x="4587" y="5391"/>
                      </a:cubicBezTo>
                      <a:cubicBezTo>
                        <a:pt x="4813" y="5491"/>
                        <a:pt x="5013" y="5591"/>
                        <a:pt x="5239" y="5691"/>
                      </a:cubicBezTo>
                      <a:cubicBezTo>
                        <a:pt x="5272" y="5710"/>
                        <a:pt x="5306" y="5718"/>
                        <a:pt x="5337" y="5718"/>
                      </a:cubicBezTo>
                      <a:cubicBezTo>
                        <a:pt x="5521" y="5718"/>
                        <a:pt x="5653" y="5447"/>
                        <a:pt x="5440" y="5341"/>
                      </a:cubicBezTo>
                      <a:cubicBezTo>
                        <a:pt x="3961" y="4639"/>
                        <a:pt x="2457" y="3912"/>
                        <a:pt x="978" y="3210"/>
                      </a:cubicBezTo>
                      <a:cubicBezTo>
                        <a:pt x="886" y="3164"/>
                        <a:pt x="788" y="3118"/>
                        <a:pt x="690" y="3072"/>
                      </a:cubicBezTo>
                      <a:lnTo>
                        <a:pt x="690" y="3072"/>
                      </a:lnTo>
                      <a:lnTo>
                        <a:pt x="5515" y="378"/>
                      </a:lnTo>
                      <a:cubicBezTo>
                        <a:pt x="5707" y="271"/>
                        <a:pt x="5590" y="1"/>
                        <a:pt x="5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2" name="Google Shape;5032;p54"/>
                <p:cNvSpPr/>
                <p:nvPr/>
              </p:nvSpPr>
              <p:spPr>
                <a:xfrm>
                  <a:off x="-3308600" y="3208738"/>
                  <a:ext cx="212700" cy="41950"/>
                </a:xfrm>
                <a:custGeom>
                  <a:rect b="b" l="l" r="r" t="t"/>
                  <a:pathLst>
                    <a:path extrusionOk="0" h="1678" w="8508">
                      <a:moveTo>
                        <a:pt x="3375" y="0"/>
                      </a:moveTo>
                      <a:cubicBezTo>
                        <a:pt x="2308" y="0"/>
                        <a:pt x="1240" y="169"/>
                        <a:pt x="223" y="515"/>
                      </a:cubicBezTo>
                      <a:cubicBezTo>
                        <a:pt x="0" y="604"/>
                        <a:pt x="75" y="931"/>
                        <a:pt x="271" y="931"/>
                      </a:cubicBezTo>
                      <a:cubicBezTo>
                        <a:pt x="295" y="931"/>
                        <a:pt x="321" y="926"/>
                        <a:pt x="349" y="916"/>
                      </a:cubicBezTo>
                      <a:cubicBezTo>
                        <a:pt x="1341" y="585"/>
                        <a:pt x="2378" y="420"/>
                        <a:pt x="3412" y="420"/>
                      </a:cubicBezTo>
                      <a:cubicBezTo>
                        <a:pt x="5043" y="420"/>
                        <a:pt x="6667" y="829"/>
                        <a:pt x="8093" y="1642"/>
                      </a:cubicBezTo>
                      <a:cubicBezTo>
                        <a:pt x="8134" y="1667"/>
                        <a:pt x="8173" y="1677"/>
                        <a:pt x="8209" y="1677"/>
                      </a:cubicBezTo>
                      <a:cubicBezTo>
                        <a:pt x="8397" y="1677"/>
                        <a:pt x="8507" y="1396"/>
                        <a:pt x="8318" y="1291"/>
                      </a:cubicBezTo>
                      <a:cubicBezTo>
                        <a:pt x="6818" y="440"/>
                        <a:pt x="5097" y="0"/>
                        <a:pt x="33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3" name="Google Shape;5033;p54"/>
                <p:cNvSpPr/>
                <p:nvPr/>
              </p:nvSpPr>
              <p:spPr>
                <a:xfrm>
                  <a:off x="-3086875" y="3252288"/>
                  <a:ext cx="13825" cy="10050"/>
                </a:xfrm>
                <a:custGeom>
                  <a:rect b="b" l="l" r="r" t="t"/>
                  <a:pathLst>
                    <a:path extrusionOk="0" h="402" w="553">
                      <a:moveTo>
                        <a:pt x="277" y="1"/>
                      </a:moveTo>
                      <a:cubicBezTo>
                        <a:pt x="1" y="1"/>
                        <a:pt x="1" y="402"/>
                        <a:pt x="277" y="402"/>
                      </a:cubicBezTo>
                      <a:cubicBezTo>
                        <a:pt x="552" y="402"/>
                        <a:pt x="552"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4" name="Google Shape;5034;p54"/>
                <p:cNvSpPr/>
                <p:nvPr/>
              </p:nvSpPr>
              <p:spPr>
                <a:xfrm>
                  <a:off x="-3418325" y="3266538"/>
                  <a:ext cx="24475" cy="31050"/>
                </a:xfrm>
                <a:custGeom>
                  <a:rect b="b" l="l" r="r" t="t"/>
                  <a:pathLst>
                    <a:path extrusionOk="0" h="1242" w="979">
                      <a:moveTo>
                        <a:pt x="746" y="522"/>
                      </a:moveTo>
                      <a:lnTo>
                        <a:pt x="746" y="522"/>
                      </a:lnTo>
                      <a:cubicBezTo>
                        <a:pt x="743" y="531"/>
                        <a:pt x="739" y="540"/>
                        <a:pt x="743" y="540"/>
                      </a:cubicBezTo>
                      <a:cubicBezTo>
                        <a:pt x="745" y="540"/>
                        <a:pt x="748" y="538"/>
                        <a:pt x="753" y="533"/>
                      </a:cubicBezTo>
                      <a:cubicBezTo>
                        <a:pt x="753" y="525"/>
                        <a:pt x="750" y="522"/>
                        <a:pt x="746" y="522"/>
                      </a:cubicBezTo>
                      <a:close/>
                      <a:moveTo>
                        <a:pt x="740" y="1"/>
                      </a:moveTo>
                      <a:cubicBezTo>
                        <a:pt x="690" y="1"/>
                        <a:pt x="640" y="20"/>
                        <a:pt x="602" y="57"/>
                      </a:cubicBezTo>
                      <a:cubicBezTo>
                        <a:pt x="352" y="333"/>
                        <a:pt x="151" y="634"/>
                        <a:pt x="26" y="984"/>
                      </a:cubicBezTo>
                      <a:cubicBezTo>
                        <a:pt x="1" y="1085"/>
                        <a:pt x="76" y="1210"/>
                        <a:pt x="176" y="1235"/>
                      </a:cubicBezTo>
                      <a:cubicBezTo>
                        <a:pt x="197" y="1239"/>
                        <a:pt x="217" y="1241"/>
                        <a:pt x="236" y="1241"/>
                      </a:cubicBezTo>
                      <a:cubicBezTo>
                        <a:pt x="333" y="1241"/>
                        <a:pt x="406" y="1189"/>
                        <a:pt x="427" y="1085"/>
                      </a:cubicBezTo>
                      <a:cubicBezTo>
                        <a:pt x="452" y="1060"/>
                        <a:pt x="452" y="1010"/>
                        <a:pt x="477" y="984"/>
                      </a:cubicBezTo>
                      <a:cubicBezTo>
                        <a:pt x="477" y="984"/>
                        <a:pt x="477" y="984"/>
                        <a:pt x="477" y="959"/>
                      </a:cubicBezTo>
                      <a:cubicBezTo>
                        <a:pt x="502" y="934"/>
                        <a:pt x="502" y="934"/>
                        <a:pt x="502" y="909"/>
                      </a:cubicBezTo>
                      <a:cubicBezTo>
                        <a:pt x="552" y="834"/>
                        <a:pt x="577" y="759"/>
                        <a:pt x="627" y="709"/>
                      </a:cubicBezTo>
                      <a:cubicBezTo>
                        <a:pt x="652" y="659"/>
                        <a:pt x="652" y="634"/>
                        <a:pt x="677" y="609"/>
                      </a:cubicBezTo>
                      <a:cubicBezTo>
                        <a:pt x="702" y="583"/>
                        <a:pt x="702" y="583"/>
                        <a:pt x="727" y="558"/>
                      </a:cubicBezTo>
                      <a:cubicBezTo>
                        <a:pt x="727" y="558"/>
                        <a:pt x="727" y="533"/>
                        <a:pt x="727" y="533"/>
                      </a:cubicBezTo>
                      <a:cubicBezTo>
                        <a:pt x="727" y="533"/>
                        <a:pt x="739" y="522"/>
                        <a:pt x="746" y="522"/>
                      </a:cubicBezTo>
                      <a:cubicBezTo>
                        <a:pt x="746" y="522"/>
                        <a:pt x="746" y="522"/>
                        <a:pt x="746" y="522"/>
                      </a:cubicBezTo>
                      <a:lnTo>
                        <a:pt x="746" y="522"/>
                      </a:lnTo>
                      <a:cubicBezTo>
                        <a:pt x="749" y="515"/>
                        <a:pt x="753" y="508"/>
                        <a:pt x="753" y="508"/>
                      </a:cubicBezTo>
                      <a:cubicBezTo>
                        <a:pt x="753" y="508"/>
                        <a:pt x="753" y="508"/>
                        <a:pt x="778" y="483"/>
                      </a:cubicBezTo>
                      <a:cubicBezTo>
                        <a:pt x="778" y="483"/>
                        <a:pt x="803" y="458"/>
                        <a:pt x="803" y="458"/>
                      </a:cubicBezTo>
                      <a:cubicBezTo>
                        <a:pt x="828" y="408"/>
                        <a:pt x="853" y="383"/>
                        <a:pt x="878" y="358"/>
                      </a:cubicBezTo>
                      <a:cubicBezTo>
                        <a:pt x="953" y="283"/>
                        <a:pt x="978" y="132"/>
                        <a:pt x="878" y="57"/>
                      </a:cubicBezTo>
                      <a:cubicBezTo>
                        <a:pt x="840" y="20"/>
                        <a:pt x="790"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5" name="Google Shape;5035;p54"/>
                <p:cNvSpPr/>
                <p:nvPr/>
              </p:nvSpPr>
              <p:spPr>
                <a:xfrm>
                  <a:off x="-3395775" y="3272813"/>
                  <a:ext cx="19450" cy="24625"/>
                </a:xfrm>
                <a:custGeom>
                  <a:rect b="b" l="l" r="r" t="t"/>
                  <a:pathLst>
                    <a:path extrusionOk="0" h="985" w="778">
                      <a:moveTo>
                        <a:pt x="542" y="0"/>
                      </a:moveTo>
                      <a:cubicBezTo>
                        <a:pt x="445" y="0"/>
                        <a:pt x="368" y="53"/>
                        <a:pt x="327" y="157"/>
                      </a:cubicBezTo>
                      <a:cubicBezTo>
                        <a:pt x="327" y="190"/>
                        <a:pt x="316" y="212"/>
                        <a:pt x="302" y="237"/>
                      </a:cubicBezTo>
                      <a:lnTo>
                        <a:pt x="302" y="237"/>
                      </a:lnTo>
                      <a:cubicBezTo>
                        <a:pt x="302" y="236"/>
                        <a:pt x="302" y="234"/>
                        <a:pt x="302" y="232"/>
                      </a:cubicBezTo>
                      <a:lnTo>
                        <a:pt x="302" y="232"/>
                      </a:lnTo>
                      <a:cubicBezTo>
                        <a:pt x="299" y="238"/>
                        <a:pt x="297" y="243"/>
                        <a:pt x="295" y="249"/>
                      </a:cubicBezTo>
                      <a:lnTo>
                        <a:pt x="295" y="249"/>
                      </a:lnTo>
                      <a:cubicBezTo>
                        <a:pt x="289" y="259"/>
                        <a:pt x="283" y="270"/>
                        <a:pt x="277" y="282"/>
                      </a:cubicBezTo>
                      <a:cubicBezTo>
                        <a:pt x="279" y="280"/>
                        <a:pt x="281" y="278"/>
                        <a:pt x="283" y="276"/>
                      </a:cubicBezTo>
                      <a:lnTo>
                        <a:pt x="283" y="276"/>
                      </a:lnTo>
                      <a:cubicBezTo>
                        <a:pt x="234" y="386"/>
                        <a:pt x="168" y="497"/>
                        <a:pt x="101" y="608"/>
                      </a:cubicBezTo>
                      <a:lnTo>
                        <a:pt x="126" y="558"/>
                      </a:lnTo>
                      <a:lnTo>
                        <a:pt x="126" y="558"/>
                      </a:lnTo>
                      <a:cubicBezTo>
                        <a:pt x="101" y="583"/>
                        <a:pt x="76" y="608"/>
                        <a:pt x="76" y="633"/>
                      </a:cubicBezTo>
                      <a:cubicBezTo>
                        <a:pt x="26" y="683"/>
                        <a:pt x="1" y="733"/>
                        <a:pt x="1" y="784"/>
                      </a:cubicBezTo>
                      <a:cubicBezTo>
                        <a:pt x="1" y="834"/>
                        <a:pt x="26" y="884"/>
                        <a:pt x="76" y="934"/>
                      </a:cubicBezTo>
                      <a:cubicBezTo>
                        <a:pt x="101" y="959"/>
                        <a:pt x="151" y="984"/>
                        <a:pt x="201" y="984"/>
                      </a:cubicBezTo>
                      <a:cubicBezTo>
                        <a:pt x="277" y="984"/>
                        <a:pt x="327" y="959"/>
                        <a:pt x="352" y="934"/>
                      </a:cubicBezTo>
                      <a:cubicBezTo>
                        <a:pt x="527" y="733"/>
                        <a:pt x="653" y="508"/>
                        <a:pt x="728" y="257"/>
                      </a:cubicBezTo>
                      <a:cubicBezTo>
                        <a:pt x="778" y="157"/>
                        <a:pt x="703" y="32"/>
                        <a:pt x="602" y="7"/>
                      </a:cubicBezTo>
                      <a:cubicBezTo>
                        <a:pt x="582" y="2"/>
                        <a:pt x="561" y="0"/>
                        <a:pt x="5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6" name="Google Shape;5036;p54"/>
                <p:cNvSpPr/>
                <p:nvPr/>
              </p:nvSpPr>
              <p:spPr>
                <a:xfrm>
                  <a:off x="-3564300" y="3463913"/>
                  <a:ext cx="35350" cy="142275"/>
                </a:xfrm>
                <a:custGeom>
                  <a:rect b="b" l="l" r="r" t="t"/>
                  <a:pathLst>
                    <a:path extrusionOk="0" h="5691" w="1414">
                      <a:moveTo>
                        <a:pt x="442" y="1"/>
                      </a:moveTo>
                      <a:cubicBezTo>
                        <a:pt x="338" y="1"/>
                        <a:pt x="226" y="69"/>
                        <a:pt x="201" y="207"/>
                      </a:cubicBezTo>
                      <a:cubicBezTo>
                        <a:pt x="0" y="2012"/>
                        <a:pt x="276" y="3866"/>
                        <a:pt x="952" y="5546"/>
                      </a:cubicBezTo>
                      <a:cubicBezTo>
                        <a:pt x="993" y="5647"/>
                        <a:pt x="1082" y="5691"/>
                        <a:pt x="1168" y="5691"/>
                      </a:cubicBezTo>
                      <a:cubicBezTo>
                        <a:pt x="1295" y="5691"/>
                        <a:pt x="1413" y="5595"/>
                        <a:pt x="1353" y="5445"/>
                      </a:cubicBezTo>
                      <a:cubicBezTo>
                        <a:pt x="677" y="3791"/>
                        <a:pt x="426" y="1987"/>
                        <a:pt x="627" y="207"/>
                      </a:cubicBezTo>
                      <a:cubicBezTo>
                        <a:pt x="639" y="69"/>
                        <a:pt x="545"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7" name="Google Shape;5037;p54"/>
                <p:cNvSpPr/>
                <p:nvPr/>
              </p:nvSpPr>
              <p:spPr>
                <a:xfrm>
                  <a:off x="-3522950" y="3630738"/>
                  <a:ext cx="13800" cy="10675"/>
                </a:xfrm>
                <a:custGeom>
                  <a:rect b="b" l="l" r="r" t="t"/>
                  <a:pathLst>
                    <a:path extrusionOk="0" h="427" w="552">
                      <a:moveTo>
                        <a:pt x="276" y="1"/>
                      </a:moveTo>
                      <a:cubicBezTo>
                        <a:pt x="0" y="1"/>
                        <a:pt x="0" y="427"/>
                        <a:pt x="276" y="427"/>
                      </a:cubicBezTo>
                      <a:cubicBezTo>
                        <a:pt x="526"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8" name="Google Shape;5038;p54"/>
                <p:cNvSpPr/>
                <p:nvPr/>
              </p:nvSpPr>
              <p:spPr>
                <a:xfrm>
                  <a:off x="-3247900" y="3809313"/>
                  <a:ext cx="17575" cy="24625"/>
                </a:xfrm>
                <a:custGeom>
                  <a:rect b="b" l="l" r="r" t="t"/>
                  <a:pathLst>
                    <a:path extrusionOk="0" h="985" w="703">
                      <a:moveTo>
                        <a:pt x="552" y="0"/>
                      </a:moveTo>
                      <a:cubicBezTo>
                        <a:pt x="502" y="0"/>
                        <a:pt x="427" y="0"/>
                        <a:pt x="377" y="25"/>
                      </a:cubicBezTo>
                      <a:cubicBezTo>
                        <a:pt x="352" y="51"/>
                        <a:pt x="301" y="101"/>
                        <a:pt x="301" y="151"/>
                      </a:cubicBezTo>
                      <a:cubicBezTo>
                        <a:pt x="277" y="224"/>
                        <a:pt x="252" y="298"/>
                        <a:pt x="228" y="371"/>
                      </a:cubicBezTo>
                      <a:lnTo>
                        <a:pt x="228" y="371"/>
                      </a:lnTo>
                      <a:cubicBezTo>
                        <a:pt x="186" y="450"/>
                        <a:pt x="143" y="513"/>
                        <a:pt x="101" y="577"/>
                      </a:cubicBezTo>
                      <a:lnTo>
                        <a:pt x="101" y="577"/>
                      </a:lnTo>
                      <a:cubicBezTo>
                        <a:pt x="84" y="594"/>
                        <a:pt x="68" y="610"/>
                        <a:pt x="51" y="627"/>
                      </a:cubicBezTo>
                      <a:cubicBezTo>
                        <a:pt x="26" y="652"/>
                        <a:pt x="1" y="727"/>
                        <a:pt x="1" y="777"/>
                      </a:cubicBezTo>
                      <a:cubicBezTo>
                        <a:pt x="1" y="827"/>
                        <a:pt x="26" y="878"/>
                        <a:pt x="51" y="928"/>
                      </a:cubicBezTo>
                      <a:cubicBezTo>
                        <a:pt x="101" y="965"/>
                        <a:pt x="157" y="984"/>
                        <a:pt x="211" y="984"/>
                      </a:cubicBezTo>
                      <a:cubicBezTo>
                        <a:pt x="264" y="984"/>
                        <a:pt x="314" y="965"/>
                        <a:pt x="352" y="928"/>
                      </a:cubicBezTo>
                      <a:cubicBezTo>
                        <a:pt x="527" y="727"/>
                        <a:pt x="652" y="502"/>
                        <a:pt x="702" y="276"/>
                      </a:cubicBezTo>
                      <a:cubicBezTo>
                        <a:pt x="702" y="201"/>
                        <a:pt x="702" y="151"/>
                        <a:pt x="677" y="101"/>
                      </a:cubicBezTo>
                      <a:cubicBezTo>
                        <a:pt x="652" y="76"/>
                        <a:pt x="602" y="25"/>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9" name="Google Shape;5039;p54"/>
                <p:cNvSpPr/>
                <p:nvPr/>
              </p:nvSpPr>
              <p:spPr>
                <a:xfrm>
                  <a:off x="-3219075" y="3804463"/>
                  <a:ext cx="16325" cy="28050"/>
                </a:xfrm>
                <a:custGeom>
                  <a:rect b="b" l="l" r="r" t="t"/>
                  <a:pathLst>
                    <a:path extrusionOk="0" h="1122" w="653">
                      <a:moveTo>
                        <a:pt x="101" y="696"/>
                      </a:moveTo>
                      <a:cubicBezTo>
                        <a:pt x="96" y="706"/>
                        <a:pt x="92" y="714"/>
                        <a:pt x="89" y="720"/>
                      </a:cubicBezTo>
                      <a:lnTo>
                        <a:pt x="89" y="720"/>
                      </a:lnTo>
                      <a:cubicBezTo>
                        <a:pt x="101" y="720"/>
                        <a:pt x="101" y="715"/>
                        <a:pt x="101" y="696"/>
                      </a:cubicBezTo>
                      <a:close/>
                      <a:moveTo>
                        <a:pt x="417" y="0"/>
                      </a:moveTo>
                      <a:cubicBezTo>
                        <a:pt x="389" y="0"/>
                        <a:pt x="364" y="6"/>
                        <a:pt x="351" y="19"/>
                      </a:cubicBezTo>
                      <a:cubicBezTo>
                        <a:pt x="301" y="44"/>
                        <a:pt x="251" y="94"/>
                        <a:pt x="251" y="144"/>
                      </a:cubicBezTo>
                      <a:cubicBezTo>
                        <a:pt x="226" y="270"/>
                        <a:pt x="201" y="395"/>
                        <a:pt x="176" y="520"/>
                      </a:cubicBezTo>
                      <a:cubicBezTo>
                        <a:pt x="151" y="570"/>
                        <a:pt x="126" y="620"/>
                        <a:pt x="101" y="696"/>
                      </a:cubicBezTo>
                      <a:cubicBezTo>
                        <a:pt x="101" y="696"/>
                        <a:pt x="101" y="721"/>
                        <a:pt x="101" y="721"/>
                      </a:cubicBezTo>
                      <a:cubicBezTo>
                        <a:pt x="90" y="731"/>
                        <a:pt x="84" y="737"/>
                        <a:pt x="83" y="737"/>
                      </a:cubicBezTo>
                      <a:cubicBezTo>
                        <a:pt x="81" y="737"/>
                        <a:pt x="83" y="732"/>
                        <a:pt x="89" y="720"/>
                      </a:cubicBezTo>
                      <a:lnTo>
                        <a:pt x="89" y="720"/>
                      </a:lnTo>
                      <a:cubicBezTo>
                        <a:pt x="85" y="721"/>
                        <a:pt x="81" y="721"/>
                        <a:pt x="76" y="721"/>
                      </a:cubicBezTo>
                      <a:cubicBezTo>
                        <a:pt x="76" y="771"/>
                        <a:pt x="51" y="796"/>
                        <a:pt x="51" y="821"/>
                      </a:cubicBezTo>
                      <a:cubicBezTo>
                        <a:pt x="26" y="871"/>
                        <a:pt x="1" y="921"/>
                        <a:pt x="26" y="971"/>
                      </a:cubicBezTo>
                      <a:cubicBezTo>
                        <a:pt x="51" y="1021"/>
                        <a:pt x="76" y="1072"/>
                        <a:pt x="126" y="1097"/>
                      </a:cubicBezTo>
                      <a:cubicBezTo>
                        <a:pt x="159" y="1113"/>
                        <a:pt x="196" y="1122"/>
                        <a:pt x="231" y="1122"/>
                      </a:cubicBezTo>
                      <a:cubicBezTo>
                        <a:pt x="301" y="1122"/>
                        <a:pt x="368" y="1088"/>
                        <a:pt x="402" y="1021"/>
                      </a:cubicBezTo>
                      <a:cubicBezTo>
                        <a:pt x="527" y="796"/>
                        <a:pt x="602" y="520"/>
                        <a:pt x="652" y="270"/>
                      </a:cubicBezTo>
                      <a:cubicBezTo>
                        <a:pt x="652" y="194"/>
                        <a:pt x="652" y="144"/>
                        <a:pt x="627" y="94"/>
                      </a:cubicBezTo>
                      <a:cubicBezTo>
                        <a:pt x="602" y="69"/>
                        <a:pt x="552" y="19"/>
                        <a:pt x="502" y="19"/>
                      </a:cubicBezTo>
                      <a:cubicBezTo>
                        <a:pt x="477" y="6"/>
                        <a:pt x="445" y="0"/>
                        <a:pt x="4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0" name="Google Shape;5040;p54"/>
                <p:cNvSpPr/>
                <p:nvPr/>
              </p:nvSpPr>
              <p:spPr>
                <a:xfrm>
                  <a:off x="-2954775" y="3494138"/>
                  <a:ext cx="16425" cy="74100"/>
                </a:xfrm>
                <a:custGeom>
                  <a:rect b="b" l="l" r="r" t="t"/>
                  <a:pathLst>
                    <a:path extrusionOk="0" h="2964" w="657">
                      <a:moveTo>
                        <a:pt x="331" y="1"/>
                      </a:moveTo>
                      <a:cubicBezTo>
                        <a:pt x="231" y="1"/>
                        <a:pt x="105" y="101"/>
                        <a:pt x="130" y="201"/>
                      </a:cubicBezTo>
                      <a:cubicBezTo>
                        <a:pt x="231" y="1028"/>
                        <a:pt x="206" y="1881"/>
                        <a:pt x="30" y="2708"/>
                      </a:cubicBezTo>
                      <a:cubicBezTo>
                        <a:pt x="0" y="2858"/>
                        <a:pt x="133" y="2964"/>
                        <a:pt x="255" y="2964"/>
                      </a:cubicBezTo>
                      <a:cubicBezTo>
                        <a:pt x="336" y="2964"/>
                        <a:pt x="411" y="2918"/>
                        <a:pt x="431" y="2808"/>
                      </a:cubicBezTo>
                      <a:cubicBezTo>
                        <a:pt x="607" y="1956"/>
                        <a:pt x="657" y="1079"/>
                        <a:pt x="531" y="201"/>
                      </a:cubicBezTo>
                      <a:cubicBezTo>
                        <a:pt x="531" y="101"/>
                        <a:pt x="456" y="1"/>
                        <a:pt x="3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1" name="Google Shape;5041;p54"/>
                <p:cNvSpPr/>
                <p:nvPr/>
              </p:nvSpPr>
              <p:spPr>
                <a:xfrm>
                  <a:off x="-2951525" y="3455913"/>
                  <a:ext cx="13800" cy="10700"/>
                </a:xfrm>
                <a:custGeom>
                  <a:rect b="b" l="l" r="r" t="t"/>
                  <a:pathLst>
                    <a:path extrusionOk="0" h="428" w="552">
                      <a:moveTo>
                        <a:pt x="276" y="1"/>
                      </a:moveTo>
                      <a:cubicBezTo>
                        <a:pt x="0" y="1"/>
                        <a:pt x="0" y="427"/>
                        <a:pt x="276" y="427"/>
                      </a:cubicBezTo>
                      <a:cubicBezTo>
                        <a:pt x="552" y="427"/>
                        <a:pt x="552"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2" name="Google Shape;5042;p54"/>
                <p:cNvSpPr/>
                <p:nvPr/>
              </p:nvSpPr>
              <p:spPr>
                <a:xfrm>
                  <a:off x="-3473450" y="3558688"/>
                  <a:ext cx="449275" cy="200525"/>
                </a:xfrm>
                <a:custGeom>
                  <a:rect b="b" l="l" r="r" t="t"/>
                  <a:pathLst>
                    <a:path extrusionOk="0" h="8021" w="17971">
                      <a:moveTo>
                        <a:pt x="176" y="0"/>
                      </a:moveTo>
                      <a:lnTo>
                        <a:pt x="176" y="0"/>
                      </a:lnTo>
                      <a:cubicBezTo>
                        <a:pt x="176" y="0"/>
                        <a:pt x="0" y="8020"/>
                        <a:pt x="8973" y="8020"/>
                      </a:cubicBezTo>
                      <a:cubicBezTo>
                        <a:pt x="17970" y="8020"/>
                        <a:pt x="16842" y="25"/>
                        <a:pt x="16842" y="25"/>
                      </a:cubicBezTo>
                      <a:lnTo>
                        <a:pt x="16842" y="25"/>
                      </a:lnTo>
                      <a:cubicBezTo>
                        <a:pt x="14548" y="36"/>
                        <a:pt x="12249" y="42"/>
                        <a:pt x="9948" y="42"/>
                      </a:cubicBezTo>
                      <a:cubicBezTo>
                        <a:pt x="6694" y="42"/>
                        <a:pt x="3435" y="3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3" name="Google Shape;5043;p54"/>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4" name="Google Shape;5044;p54"/>
                <p:cNvSpPr/>
                <p:nvPr/>
              </p:nvSpPr>
              <p:spPr>
                <a:xfrm>
                  <a:off x="-3418825" y="3621863"/>
                  <a:ext cx="332099" cy="134751"/>
                </a:xfrm>
                <a:custGeom>
                  <a:rect b="b" l="l" r="r" t="t"/>
                  <a:pathLst>
                    <a:path extrusionOk="0" h="6954" w="14212">
                      <a:moveTo>
                        <a:pt x="9619" y="1"/>
                      </a:moveTo>
                      <a:cubicBezTo>
                        <a:pt x="9115" y="1"/>
                        <a:pt x="8627" y="203"/>
                        <a:pt x="8221" y="487"/>
                      </a:cubicBezTo>
                      <a:cubicBezTo>
                        <a:pt x="7695" y="838"/>
                        <a:pt x="7294" y="1339"/>
                        <a:pt x="6893" y="1815"/>
                      </a:cubicBezTo>
                      <a:cubicBezTo>
                        <a:pt x="6066" y="988"/>
                        <a:pt x="5113" y="111"/>
                        <a:pt x="3935" y="111"/>
                      </a:cubicBezTo>
                      <a:cubicBezTo>
                        <a:pt x="2808" y="111"/>
                        <a:pt x="1855" y="938"/>
                        <a:pt x="1153" y="1815"/>
                      </a:cubicBezTo>
                      <a:cubicBezTo>
                        <a:pt x="727" y="2417"/>
                        <a:pt x="326" y="3043"/>
                        <a:pt x="1" y="3695"/>
                      </a:cubicBezTo>
                      <a:cubicBezTo>
                        <a:pt x="1" y="3695"/>
                        <a:pt x="2482" y="6953"/>
                        <a:pt x="6642" y="6953"/>
                      </a:cubicBezTo>
                      <a:cubicBezTo>
                        <a:pt x="10803" y="6953"/>
                        <a:pt x="14211" y="4146"/>
                        <a:pt x="14211" y="4146"/>
                      </a:cubicBezTo>
                      <a:cubicBezTo>
                        <a:pt x="13459" y="2793"/>
                        <a:pt x="12457" y="1615"/>
                        <a:pt x="11229" y="687"/>
                      </a:cubicBezTo>
                      <a:cubicBezTo>
                        <a:pt x="10853" y="387"/>
                        <a:pt x="10452" y="111"/>
                        <a:pt x="9976" y="36"/>
                      </a:cubicBezTo>
                      <a:cubicBezTo>
                        <a:pt x="9856" y="12"/>
                        <a:pt x="9737" y="1"/>
                        <a:pt x="96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5" name="Google Shape;5045;p54"/>
                <p:cNvSpPr/>
                <p:nvPr/>
              </p:nvSpPr>
              <p:spPr>
                <a:xfrm>
                  <a:off x="-3354700" y="3649963"/>
                  <a:ext cx="65475" cy="26700"/>
                </a:xfrm>
                <a:custGeom>
                  <a:rect b="b" l="l" r="r" t="t"/>
                  <a:pathLst>
                    <a:path extrusionOk="0" h="1068" w="2619">
                      <a:moveTo>
                        <a:pt x="1071" y="0"/>
                      </a:moveTo>
                      <a:cubicBezTo>
                        <a:pt x="686" y="0"/>
                        <a:pt x="288" y="176"/>
                        <a:pt x="87" y="510"/>
                      </a:cubicBezTo>
                      <a:cubicBezTo>
                        <a:pt x="0" y="684"/>
                        <a:pt x="143" y="833"/>
                        <a:pt x="288" y="833"/>
                      </a:cubicBezTo>
                      <a:cubicBezTo>
                        <a:pt x="352" y="833"/>
                        <a:pt x="417" y="804"/>
                        <a:pt x="463" y="735"/>
                      </a:cubicBezTo>
                      <a:cubicBezTo>
                        <a:pt x="588" y="526"/>
                        <a:pt x="836" y="422"/>
                        <a:pt x="1074" y="422"/>
                      </a:cubicBezTo>
                      <a:cubicBezTo>
                        <a:pt x="1122" y="422"/>
                        <a:pt x="1169" y="426"/>
                        <a:pt x="1215" y="435"/>
                      </a:cubicBezTo>
                      <a:cubicBezTo>
                        <a:pt x="1616" y="485"/>
                        <a:pt x="1942" y="760"/>
                        <a:pt x="2243" y="1011"/>
                      </a:cubicBezTo>
                      <a:cubicBezTo>
                        <a:pt x="2293" y="1049"/>
                        <a:pt x="2349" y="1067"/>
                        <a:pt x="2402" y="1067"/>
                      </a:cubicBezTo>
                      <a:cubicBezTo>
                        <a:pt x="2456" y="1067"/>
                        <a:pt x="2506" y="1049"/>
                        <a:pt x="2543" y="1011"/>
                      </a:cubicBezTo>
                      <a:cubicBezTo>
                        <a:pt x="2619" y="936"/>
                        <a:pt x="2619" y="785"/>
                        <a:pt x="2543" y="710"/>
                      </a:cubicBezTo>
                      <a:cubicBezTo>
                        <a:pt x="2167" y="384"/>
                        <a:pt x="1741" y="59"/>
                        <a:pt x="1215" y="8"/>
                      </a:cubicBezTo>
                      <a:cubicBezTo>
                        <a:pt x="1167" y="3"/>
                        <a:pt x="1119"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6" name="Google Shape;5046;p54"/>
                <p:cNvSpPr/>
                <p:nvPr/>
              </p:nvSpPr>
              <p:spPr>
                <a:xfrm>
                  <a:off x="-3291750" y="3690888"/>
                  <a:ext cx="13175" cy="10050"/>
                </a:xfrm>
                <a:custGeom>
                  <a:rect b="b" l="l" r="r" t="t"/>
                  <a:pathLst>
                    <a:path extrusionOk="0" h="402" w="527">
                      <a:moveTo>
                        <a:pt x="251" y="1"/>
                      </a:moveTo>
                      <a:cubicBezTo>
                        <a:pt x="0" y="1"/>
                        <a:pt x="0" y="402"/>
                        <a:pt x="251" y="402"/>
                      </a:cubicBezTo>
                      <a:cubicBezTo>
                        <a:pt x="527" y="402"/>
                        <a:pt x="527"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7" name="Google Shape;5047;p54"/>
                <p:cNvSpPr/>
                <p:nvPr/>
              </p:nvSpPr>
              <p:spPr>
                <a:xfrm>
                  <a:off x="-3191500" y="3646238"/>
                  <a:ext cx="40125" cy="30550"/>
                </a:xfrm>
                <a:custGeom>
                  <a:rect b="b" l="l" r="r" t="t"/>
                  <a:pathLst>
                    <a:path extrusionOk="0" h="1222" w="1605">
                      <a:moveTo>
                        <a:pt x="223" y="1"/>
                      </a:moveTo>
                      <a:cubicBezTo>
                        <a:pt x="136" y="1"/>
                        <a:pt x="46" y="49"/>
                        <a:pt x="25" y="132"/>
                      </a:cubicBezTo>
                      <a:cubicBezTo>
                        <a:pt x="0" y="233"/>
                        <a:pt x="50" y="383"/>
                        <a:pt x="176" y="408"/>
                      </a:cubicBezTo>
                      <a:cubicBezTo>
                        <a:pt x="276" y="408"/>
                        <a:pt x="401" y="458"/>
                        <a:pt x="502" y="483"/>
                      </a:cubicBezTo>
                      <a:cubicBezTo>
                        <a:pt x="452" y="483"/>
                        <a:pt x="502" y="508"/>
                        <a:pt x="502" y="508"/>
                      </a:cubicBezTo>
                      <a:lnTo>
                        <a:pt x="552" y="508"/>
                      </a:lnTo>
                      <a:cubicBezTo>
                        <a:pt x="577" y="533"/>
                        <a:pt x="602" y="533"/>
                        <a:pt x="627" y="558"/>
                      </a:cubicBezTo>
                      <a:cubicBezTo>
                        <a:pt x="677" y="584"/>
                        <a:pt x="727" y="609"/>
                        <a:pt x="777" y="659"/>
                      </a:cubicBezTo>
                      <a:cubicBezTo>
                        <a:pt x="777" y="659"/>
                        <a:pt x="802" y="659"/>
                        <a:pt x="802" y="684"/>
                      </a:cubicBezTo>
                      <a:cubicBezTo>
                        <a:pt x="827" y="709"/>
                        <a:pt x="853" y="709"/>
                        <a:pt x="878" y="734"/>
                      </a:cubicBezTo>
                      <a:cubicBezTo>
                        <a:pt x="928" y="784"/>
                        <a:pt x="953" y="809"/>
                        <a:pt x="1003" y="859"/>
                      </a:cubicBezTo>
                      <a:cubicBezTo>
                        <a:pt x="1028" y="884"/>
                        <a:pt x="1028" y="909"/>
                        <a:pt x="1053" y="934"/>
                      </a:cubicBezTo>
                      <a:cubicBezTo>
                        <a:pt x="1078" y="934"/>
                        <a:pt x="1078" y="959"/>
                        <a:pt x="1078" y="959"/>
                      </a:cubicBezTo>
                      <a:cubicBezTo>
                        <a:pt x="1128" y="1010"/>
                        <a:pt x="1153" y="1060"/>
                        <a:pt x="1178" y="1110"/>
                      </a:cubicBezTo>
                      <a:cubicBezTo>
                        <a:pt x="1212" y="1177"/>
                        <a:pt x="1290" y="1221"/>
                        <a:pt x="1360" y="1221"/>
                      </a:cubicBezTo>
                      <a:cubicBezTo>
                        <a:pt x="1396" y="1221"/>
                        <a:pt x="1429" y="1210"/>
                        <a:pt x="1454" y="1185"/>
                      </a:cubicBezTo>
                      <a:cubicBezTo>
                        <a:pt x="1554" y="1135"/>
                        <a:pt x="1604" y="1010"/>
                        <a:pt x="1529" y="909"/>
                      </a:cubicBezTo>
                      <a:cubicBezTo>
                        <a:pt x="1279" y="433"/>
                        <a:pt x="802" y="82"/>
                        <a:pt x="276" y="7"/>
                      </a:cubicBezTo>
                      <a:cubicBezTo>
                        <a:pt x="259" y="3"/>
                        <a:pt x="241" y="1"/>
                        <a:pt x="2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8" name="Google Shape;5048;p54"/>
                <p:cNvSpPr/>
                <p:nvPr/>
              </p:nvSpPr>
              <p:spPr>
                <a:xfrm>
                  <a:off x="-3474725" y="3553663"/>
                  <a:ext cx="431125" cy="211000"/>
                </a:xfrm>
                <a:custGeom>
                  <a:rect b="b" l="l" r="r" t="t"/>
                  <a:pathLst>
                    <a:path extrusionOk="0" h="8440" w="17245">
                      <a:moveTo>
                        <a:pt x="463" y="404"/>
                      </a:moveTo>
                      <a:cubicBezTo>
                        <a:pt x="4719" y="452"/>
                        <a:pt x="8952" y="452"/>
                        <a:pt x="13209" y="452"/>
                      </a:cubicBezTo>
                      <a:cubicBezTo>
                        <a:pt x="14379" y="452"/>
                        <a:pt x="15548" y="452"/>
                        <a:pt x="16718" y="430"/>
                      </a:cubicBezTo>
                      <a:lnTo>
                        <a:pt x="16718" y="430"/>
                      </a:lnTo>
                      <a:cubicBezTo>
                        <a:pt x="16718" y="437"/>
                        <a:pt x="16718" y="445"/>
                        <a:pt x="16718" y="452"/>
                      </a:cubicBezTo>
                      <a:cubicBezTo>
                        <a:pt x="16718" y="627"/>
                        <a:pt x="16743" y="828"/>
                        <a:pt x="16743" y="1028"/>
                      </a:cubicBezTo>
                      <a:cubicBezTo>
                        <a:pt x="16743" y="1630"/>
                        <a:pt x="16668" y="2256"/>
                        <a:pt x="16542" y="2858"/>
                      </a:cubicBezTo>
                      <a:cubicBezTo>
                        <a:pt x="16166" y="4637"/>
                        <a:pt x="15139" y="6191"/>
                        <a:pt x="13510" y="7068"/>
                      </a:cubicBezTo>
                      <a:cubicBezTo>
                        <a:pt x="12307" y="7695"/>
                        <a:pt x="10953" y="7946"/>
                        <a:pt x="9600" y="7996"/>
                      </a:cubicBezTo>
                      <a:cubicBezTo>
                        <a:pt x="9366" y="8008"/>
                        <a:pt x="9131" y="8014"/>
                        <a:pt x="8896" y="8014"/>
                      </a:cubicBezTo>
                      <a:cubicBezTo>
                        <a:pt x="7648" y="8014"/>
                        <a:pt x="6395" y="7837"/>
                        <a:pt x="5214" y="7394"/>
                      </a:cubicBezTo>
                      <a:cubicBezTo>
                        <a:pt x="3334" y="6693"/>
                        <a:pt x="1856" y="5239"/>
                        <a:pt x="1104" y="3359"/>
                      </a:cubicBezTo>
                      <a:cubicBezTo>
                        <a:pt x="828" y="2708"/>
                        <a:pt x="653" y="2031"/>
                        <a:pt x="527" y="1329"/>
                      </a:cubicBezTo>
                      <a:cubicBezTo>
                        <a:pt x="502" y="1104"/>
                        <a:pt x="477" y="878"/>
                        <a:pt x="452" y="652"/>
                      </a:cubicBezTo>
                      <a:cubicBezTo>
                        <a:pt x="452" y="575"/>
                        <a:pt x="462" y="489"/>
                        <a:pt x="463" y="404"/>
                      </a:cubicBezTo>
                      <a:close/>
                      <a:moveTo>
                        <a:pt x="227" y="1"/>
                      </a:moveTo>
                      <a:cubicBezTo>
                        <a:pt x="126" y="1"/>
                        <a:pt x="26" y="101"/>
                        <a:pt x="26" y="201"/>
                      </a:cubicBezTo>
                      <a:cubicBezTo>
                        <a:pt x="1" y="1154"/>
                        <a:pt x="227" y="2156"/>
                        <a:pt x="527" y="3033"/>
                      </a:cubicBezTo>
                      <a:cubicBezTo>
                        <a:pt x="1179" y="4938"/>
                        <a:pt x="2482" y="6542"/>
                        <a:pt x="4287" y="7444"/>
                      </a:cubicBezTo>
                      <a:cubicBezTo>
                        <a:pt x="5565" y="8071"/>
                        <a:pt x="6994" y="8372"/>
                        <a:pt x="8422" y="8422"/>
                      </a:cubicBezTo>
                      <a:cubicBezTo>
                        <a:pt x="8658" y="8434"/>
                        <a:pt x="8896" y="8440"/>
                        <a:pt x="9135" y="8440"/>
                      </a:cubicBezTo>
                      <a:cubicBezTo>
                        <a:pt x="10418" y="8440"/>
                        <a:pt x="11725" y="8260"/>
                        <a:pt x="12908" y="7795"/>
                      </a:cubicBezTo>
                      <a:cubicBezTo>
                        <a:pt x="14813" y="7043"/>
                        <a:pt x="16192" y="5540"/>
                        <a:pt x="16793" y="3585"/>
                      </a:cubicBezTo>
                      <a:cubicBezTo>
                        <a:pt x="17119" y="2532"/>
                        <a:pt x="17244" y="1379"/>
                        <a:pt x="17119" y="276"/>
                      </a:cubicBezTo>
                      <a:cubicBezTo>
                        <a:pt x="17119" y="252"/>
                        <a:pt x="17119" y="202"/>
                        <a:pt x="17094" y="177"/>
                      </a:cubicBezTo>
                      <a:lnTo>
                        <a:pt x="17094" y="177"/>
                      </a:lnTo>
                      <a:cubicBezTo>
                        <a:pt x="17094" y="176"/>
                        <a:pt x="17094" y="175"/>
                        <a:pt x="17094" y="173"/>
                      </a:cubicBezTo>
                      <a:lnTo>
                        <a:pt x="17094" y="173"/>
                      </a:lnTo>
                      <a:cubicBezTo>
                        <a:pt x="17083" y="66"/>
                        <a:pt x="17014" y="20"/>
                        <a:pt x="16936" y="20"/>
                      </a:cubicBezTo>
                      <a:cubicBezTo>
                        <a:pt x="16920" y="20"/>
                        <a:pt x="16903" y="22"/>
                        <a:pt x="16887" y="26"/>
                      </a:cubicBezTo>
                      <a:lnTo>
                        <a:pt x="16887" y="26"/>
                      </a:lnTo>
                      <a:cubicBezTo>
                        <a:pt x="14733" y="38"/>
                        <a:pt x="12574" y="45"/>
                        <a:pt x="10415" y="45"/>
                      </a:cubicBezTo>
                      <a:cubicBezTo>
                        <a:pt x="8253" y="45"/>
                        <a:pt x="6091" y="38"/>
                        <a:pt x="3936" y="26"/>
                      </a:cubicBezTo>
                      <a:cubicBezTo>
                        <a:pt x="2708" y="1"/>
                        <a:pt x="1480" y="1"/>
                        <a:pt x="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9" name="Google Shape;5049;p54"/>
                <p:cNvSpPr/>
                <p:nvPr/>
              </p:nvSpPr>
              <p:spPr>
                <a:xfrm>
                  <a:off x="-3682725" y="3590013"/>
                  <a:ext cx="156025" cy="205375"/>
                </a:xfrm>
                <a:custGeom>
                  <a:rect b="b" l="l" r="r" t="t"/>
                  <a:pathLst>
                    <a:path extrusionOk="0" h="8215" w="6241">
                      <a:moveTo>
                        <a:pt x="5965" y="0"/>
                      </a:moveTo>
                      <a:lnTo>
                        <a:pt x="5965" y="0"/>
                      </a:lnTo>
                      <a:cubicBezTo>
                        <a:pt x="4988" y="853"/>
                        <a:pt x="3810" y="1404"/>
                        <a:pt x="2732" y="2106"/>
                      </a:cubicBezTo>
                      <a:cubicBezTo>
                        <a:pt x="1704" y="2782"/>
                        <a:pt x="727" y="3685"/>
                        <a:pt x="351" y="4863"/>
                      </a:cubicBezTo>
                      <a:cubicBezTo>
                        <a:pt x="0" y="5940"/>
                        <a:pt x="326" y="7269"/>
                        <a:pt x="1228" y="7870"/>
                      </a:cubicBezTo>
                      <a:cubicBezTo>
                        <a:pt x="1328" y="7945"/>
                        <a:pt x="1429" y="7995"/>
                        <a:pt x="1529" y="8046"/>
                      </a:cubicBezTo>
                      <a:cubicBezTo>
                        <a:pt x="1795" y="8161"/>
                        <a:pt x="2075" y="8214"/>
                        <a:pt x="2357" y="8214"/>
                      </a:cubicBezTo>
                      <a:cubicBezTo>
                        <a:pt x="3113" y="8214"/>
                        <a:pt x="3882" y="7834"/>
                        <a:pt x="4411" y="7269"/>
                      </a:cubicBezTo>
                      <a:cubicBezTo>
                        <a:pt x="5138" y="6492"/>
                        <a:pt x="5489" y="5439"/>
                        <a:pt x="5740" y="4411"/>
                      </a:cubicBezTo>
                      <a:cubicBezTo>
                        <a:pt x="6065" y="2958"/>
                        <a:pt x="6241" y="1454"/>
                        <a:pt x="59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0" name="Google Shape;5050;p54"/>
                <p:cNvSpPr/>
                <p:nvPr/>
              </p:nvSpPr>
              <p:spPr>
                <a:xfrm>
                  <a:off x="-3687125" y="3585363"/>
                  <a:ext cx="162950" cy="215000"/>
                </a:xfrm>
                <a:custGeom>
                  <a:rect b="b" l="l" r="r" t="t"/>
                  <a:pathLst>
                    <a:path extrusionOk="0" h="8600" w="6518">
                      <a:moveTo>
                        <a:pt x="5991" y="578"/>
                      </a:moveTo>
                      <a:lnTo>
                        <a:pt x="5991" y="578"/>
                      </a:lnTo>
                      <a:cubicBezTo>
                        <a:pt x="6114" y="1460"/>
                        <a:pt x="6097" y="2374"/>
                        <a:pt x="5941" y="3269"/>
                      </a:cubicBezTo>
                      <a:cubicBezTo>
                        <a:pt x="5815" y="4146"/>
                        <a:pt x="5640" y="5024"/>
                        <a:pt x="5314" y="5851"/>
                      </a:cubicBezTo>
                      <a:cubicBezTo>
                        <a:pt x="5013" y="6628"/>
                        <a:pt x="4537" y="7379"/>
                        <a:pt x="3810" y="7806"/>
                      </a:cubicBezTo>
                      <a:cubicBezTo>
                        <a:pt x="3421" y="8042"/>
                        <a:pt x="2978" y="8186"/>
                        <a:pt x="2536" y="8186"/>
                      </a:cubicBezTo>
                      <a:cubicBezTo>
                        <a:pt x="2182" y="8186"/>
                        <a:pt x="1828" y="8093"/>
                        <a:pt x="1504" y="7881"/>
                      </a:cubicBezTo>
                      <a:lnTo>
                        <a:pt x="1504" y="7881"/>
                      </a:lnTo>
                      <a:cubicBezTo>
                        <a:pt x="1504" y="7881"/>
                        <a:pt x="1504" y="7881"/>
                        <a:pt x="1504" y="7881"/>
                      </a:cubicBezTo>
                      <a:cubicBezTo>
                        <a:pt x="853" y="7430"/>
                        <a:pt x="577" y="6602"/>
                        <a:pt x="602" y="5826"/>
                      </a:cubicBezTo>
                      <a:cubicBezTo>
                        <a:pt x="627" y="4948"/>
                        <a:pt x="1078" y="4171"/>
                        <a:pt x="1680" y="3570"/>
                      </a:cubicBezTo>
                      <a:cubicBezTo>
                        <a:pt x="2895" y="2285"/>
                        <a:pt x="4589" y="1653"/>
                        <a:pt x="5991" y="578"/>
                      </a:cubicBezTo>
                      <a:close/>
                      <a:moveTo>
                        <a:pt x="6150" y="1"/>
                      </a:moveTo>
                      <a:cubicBezTo>
                        <a:pt x="6091" y="1"/>
                        <a:pt x="6031" y="21"/>
                        <a:pt x="5991" y="61"/>
                      </a:cubicBezTo>
                      <a:cubicBezTo>
                        <a:pt x="4713" y="1114"/>
                        <a:pt x="3134" y="1715"/>
                        <a:pt x="1880" y="2793"/>
                      </a:cubicBezTo>
                      <a:cubicBezTo>
                        <a:pt x="803" y="3695"/>
                        <a:pt x="1" y="4973"/>
                        <a:pt x="201" y="6427"/>
                      </a:cubicBezTo>
                      <a:cubicBezTo>
                        <a:pt x="326" y="7152"/>
                        <a:pt x="676" y="7827"/>
                        <a:pt x="1300" y="8254"/>
                      </a:cubicBezTo>
                      <a:lnTo>
                        <a:pt x="1300" y="8254"/>
                      </a:lnTo>
                      <a:cubicBezTo>
                        <a:pt x="1301" y="8255"/>
                        <a:pt x="1302" y="8256"/>
                        <a:pt x="1304" y="8257"/>
                      </a:cubicBezTo>
                      <a:cubicBezTo>
                        <a:pt x="1304" y="8257"/>
                        <a:pt x="1304" y="8257"/>
                        <a:pt x="1304" y="8257"/>
                      </a:cubicBezTo>
                      <a:lnTo>
                        <a:pt x="1304" y="8257"/>
                      </a:lnTo>
                      <a:cubicBezTo>
                        <a:pt x="1309" y="8260"/>
                        <a:pt x="1313" y="8263"/>
                        <a:pt x="1318" y="8265"/>
                      </a:cubicBezTo>
                      <a:lnTo>
                        <a:pt x="1318" y="8265"/>
                      </a:lnTo>
                      <a:cubicBezTo>
                        <a:pt x="1694" y="8497"/>
                        <a:pt x="2104" y="8599"/>
                        <a:pt x="2516" y="8599"/>
                      </a:cubicBezTo>
                      <a:cubicBezTo>
                        <a:pt x="3419" y="8599"/>
                        <a:pt x="4330" y="8107"/>
                        <a:pt x="4913" y="7405"/>
                      </a:cubicBezTo>
                      <a:cubicBezTo>
                        <a:pt x="5865" y="6201"/>
                        <a:pt x="6216" y="4522"/>
                        <a:pt x="6392" y="3044"/>
                      </a:cubicBezTo>
                      <a:cubicBezTo>
                        <a:pt x="6517" y="2066"/>
                        <a:pt x="6517" y="1089"/>
                        <a:pt x="6342" y="136"/>
                      </a:cubicBezTo>
                      <a:cubicBezTo>
                        <a:pt x="6327" y="46"/>
                        <a:pt x="6239"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1" name="Google Shape;5051;p54"/>
                <p:cNvSpPr/>
                <p:nvPr/>
              </p:nvSpPr>
              <p:spPr>
                <a:xfrm>
                  <a:off x="-3657050" y="3696563"/>
                  <a:ext cx="47650" cy="69900"/>
                </a:xfrm>
                <a:custGeom>
                  <a:rect b="b" l="l" r="r" t="t"/>
                  <a:pathLst>
                    <a:path extrusionOk="0" h="2796" w="1906">
                      <a:moveTo>
                        <a:pt x="785" y="0"/>
                      </a:moveTo>
                      <a:cubicBezTo>
                        <a:pt x="717" y="0"/>
                        <a:pt x="649" y="29"/>
                        <a:pt x="602" y="99"/>
                      </a:cubicBezTo>
                      <a:cubicBezTo>
                        <a:pt x="251" y="676"/>
                        <a:pt x="1" y="1403"/>
                        <a:pt x="301" y="2054"/>
                      </a:cubicBezTo>
                      <a:cubicBezTo>
                        <a:pt x="483" y="2457"/>
                        <a:pt x="939" y="2795"/>
                        <a:pt x="1398" y="2795"/>
                      </a:cubicBezTo>
                      <a:cubicBezTo>
                        <a:pt x="1510" y="2795"/>
                        <a:pt x="1622" y="2775"/>
                        <a:pt x="1730" y="2731"/>
                      </a:cubicBezTo>
                      <a:cubicBezTo>
                        <a:pt x="1830" y="2681"/>
                        <a:pt x="1905" y="2581"/>
                        <a:pt x="1855" y="2455"/>
                      </a:cubicBezTo>
                      <a:cubicBezTo>
                        <a:pt x="1835" y="2394"/>
                        <a:pt x="1748" y="2316"/>
                        <a:pt x="1663" y="2316"/>
                      </a:cubicBezTo>
                      <a:cubicBezTo>
                        <a:pt x="1643" y="2316"/>
                        <a:pt x="1623" y="2321"/>
                        <a:pt x="1605" y="2330"/>
                      </a:cubicBezTo>
                      <a:cubicBezTo>
                        <a:pt x="1533" y="2359"/>
                        <a:pt x="1460" y="2372"/>
                        <a:pt x="1387" y="2372"/>
                      </a:cubicBezTo>
                      <a:cubicBezTo>
                        <a:pt x="1077" y="2372"/>
                        <a:pt x="774" y="2133"/>
                        <a:pt x="652" y="1829"/>
                      </a:cubicBezTo>
                      <a:cubicBezTo>
                        <a:pt x="452" y="1327"/>
                        <a:pt x="702" y="751"/>
                        <a:pt x="978" y="300"/>
                      </a:cubicBezTo>
                      <a:cubicBezTo>
                        <a:pt x="1082" y="144"/>
                        <a:pt x="935" y="0"/>
                        <a:pt x="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2" name="Google Shape;5052;p54"/>
                <p:cNvSpPr/>
                <p:nvPr/>
              </p:nvSpPr>
              <p:spPr>
                <a:xfrm>
                  <a:off x="-3615700" y="3675213"/>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3" name="Google Shape;5053;p54"/>
                <p:cNvSpPr/>
                <p:nvPr/>
              </p:nvSpPr>
              <p:spPr>
                <a:xfrm>
                  <a:off x="-3574325" y="3704663"/>
                  <a:ext cx="17550" cy="25875"/>
                </a:xfrm>
                <a:custGeom>
                  <a:rect b="b" l="l" r="r" t="t"/>
                  <a:pathLst>
                    <a:path extrusionOk="0" h="1035" w="702">
                      <a:moveTo>
                        <a:pt x="476" y="1"/>
                      </a:moveTo>
                      <a:cubicBezTo>
                        <a:pt x="351" y="1"/>
                        <a:pt x="251" y="76"/>
                        <a:pt x="276" y="201"/>
                      </a:cubicBezTo>
                      <a:cubicBezTo>
                        <a:pt x="276" y="228"/>
                        <a:pt x="276" y="254"/>
                        <a:pt x="272" y="280"/>
                      </a:cubicBezTo>
                      <a:lnTo>
                        <a:pt x="272" y="280"/>
                      </a:lnTo>
                      <a:cubicBezTo>
                        <a:pt x="273" y="279"/>
                        <a:pt x="274" y="278"/>
                        <a:pt x="276" y="277"/>
                      </a:cubicBezTo>
                      <a:lnTo>
                        <a:pt x="276" y="277"/>
                      </a:lnTo>
                      <a:cubicBezTo>
                        <a:pt x="274" y="283"/>
                        <a:pt x="272" y="288"/>
                        <a:pt x="270" y="294"/>
                      </a:cubicBezTo>
                      <a:lnTo>
                        <a:pt x="270" y="294"/>
                      </a:lnTo>
                      <a:cubicBezTo>
                        <a:pt x="271" y="290"/>
                        <a:pt x="271" y="285"/>
                        <a:pt x="272" y="280"/>
                      </a:cubicBezTo>
                      <a:lnTo>
                        <a:pt x="272" y="280"/>
                      </a:lnTo>
                      <a:cubicBezTo>
                        <a:pt x="251" y="304"/>
                        <a:pt x="251" y="328"/>
                        <a:pt x="251" y="352"/>
                      </a:cubicBezTo>
                      <a:cubicBezTo>
                        <a:pt x="257" y="333"/>
                        <a:pt x="263" y="313"/>
                        <a:pt x="270" y="294"/>
                      </a:cubicBezTo>
                      <a:lnTo>
                        <a:pt x="270" y="294"/>
                      </a:lnTo>
                      <a:cubicBezTo>
                        <a:pt x="266" y="313"/>
                        <a:pt x="260" y="333"/>
                        <a:pt x="251" y="352"/>
                      </a:cubicBezTo>
                      <a:lnTo>
                        <a:pt x="251" y="352"/>
                      </a:lnTo>
                      <a:cubicBezTo>
                        <a:pt x="251" y="352"/>
                        <a:pt x="251" y="352"/>
                        <a:pt x="251" y="352"/>
                      </a:cubicBezTo>
                      <a:lnTo>
                        <a:pt x="251" y="352"/>
                      </a:lnTo>
                      <a:cubicBezTo>
                        <a:pt x="235" y="398"/>
                        <a:pt x="220" y="445"/>
                        <a:pt x="204" y="491"/>
                      </a:cubicBezTo>
                      <a:lnTo>
                        <a:pt x="204" y="491"/>
                      </a:lnTo>
                      <a:cubicBezTo>
                        <a:pt x="178" y="537"/>
                        <a:pt x="144" y="589"/>
                        <a:pt x="125" y="627"/>
                      </a:cubicBezTo>
                      <a:lnTo>
                        <a:pt x="125" y="627"/>
                      </a:lnTo>
                      <a:cubicBezTo>
                        <a:pt x="109" y="644"/>
                        <a:pt x="92" y="661"/>
                        <a:pt x="75" y="678"/>
                      </a:cubicBezTo>
                      <a:cubicBezTo>
                        <a:pt x="0" y="753"/>
                        <a:pt x="0" y="903"/>
                        <a:pt x="75" y="978"/>
                      </a:cubicBezTo>
                      <a:cubicBezTo>
                        <a:pt x="113" y="1016"/>
                        <a:pt x="169" y="1035"/>
                        <a:pt x="226" y="1035"/>
                      </a:cubicBezTo>
                      <a:cubicBezTo>
                        <a:pt x="282" y="1035"/>
                        <a:pt x="338" y="1016"/>
                        <a:pt x="376" y="978"/>
                      </a:cubicBezTo>
                      <a:cubicBezTo>
                        <a:pt x="576" y="778"/>
                        <a:pt x="702" y="477"/>
                        <a:pt x="677" y="201"/>
                      </a:cubicBezTo>
                      <a:cubicBezTo>
                        <a:pt x="677" y="101"/>
                        <a:pt x="576"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4" name="Google Shape;5054;p54"/>
                <p:cNvSpPr/>
                <p:nvPr/>
              </p:nvSpPr>
              <p:spPr>
                <a:xfrm>
                  <a:off x="-3001025" y="3590013"/>
                  <a:ext cx="156675" cy="205375"/>
                </a:xfrm>
                <a:custGeom>
                  <a:rect b="b" l="l" r="r" t="t"/>
                  <a:pathLst>
                    <a:path extrusionOk="0" h="8215" w="6267">
                      <a:moveTo>
                        <a:pt x="301" y="0"/>
                      </a:moveTo>
                      <a:lnTo>
                        <a:pt x="301" y="0"/>
                      </a:lnTo>
                      <a:cubicBezTo>
                        <a:pt x="0" y="1454"/>
                        <a:pt x="201" y="2958"/>
                        <a:pt x="527" y="4411"/>
                      </a:cubicBezTo>
                      <a:cubicBezTo>
                        <a:pt x="777" y="5439"/>
                        <a:pt x="1128" y="6492"/>
                        <a:pt x="1855" y="7269"/>
                      </a:cubicBezTo>
                      <a:cubicBezTo>
                        <a:pt x="2384" y="7834"/>
                        <a:pt x="3153" y="8214"/>
                        <a:pt x="3909" y="8214"/>
                      </a:cubicBezTo>
                      <a:cubicBezTo>
                        <a:pt x="4191" y="8214"/>
                        <a:pt x="4472" y="8161"/>
                        <a:pt x="4737" y="8046"/>
                      </a:cubicBezTo>
                      <a:cubicBezTo>
                        <a:pt x="4838" y="7995"/>
                        <a:pt x="4938" y="7945"/>
                        <a:pt x="5038" y="7870"/>
                      </a:cubicBezTo>
                      <a:cubicBezTo>
                        <a:pt x="5940" y="7269"/>
                        <a:pt x="6266" y="5940"/>
                        <a:pt x="5915" y="4863"/>
                      </a:cubicBezTo>
                      <a:cubicBezTo>
                        <a:pt x="5539" y="3685"/>
                        <a:pt x="4562" y="2782"/>
                        <a:pt x="3534" y="2106"/>
                      </a:cubicBezTo>
                      <a:cubicBezTo>
                        <a:pt x="2457" y="1404"/>
                        <a:pt x="1279" y="853"/>
                        <a:pt x="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5" name="Google Shape;5055;p54"/>
                <p:cNvSpPr/>
                <p:nvPr/>
              </p:nvSpPr>
              <p:spPr>
                <a:xfrm>
                  <a:off x="-3006675" y="3585363"/>
                  <a:ext cx="168525" cy="215150"/>
                </a:xfrm>
                <a:custGeom>
                  <a:rect b="b" l="l" r="r" t="t"/>
                  <a:pathLst>
                    <a:path extrusionOk="0" h="8606" w="6741">
                      <a:moveTo>
                        <a:pt x="671" y="577"/>
                      </a:moveTo>
                      <a:cubicBezTo>
                        <a:pt x="2056" y="1653"/>
                        <a:pt x="3773" y="2284"/>
                        <a:pt x="4988" y="3570"/>
                      </a:cubicBezTo>
                      <a:cubicBezTo>
                        <a:pt x="5565" y="4171"/>
                        <a:pt x="6041" y="4948"/>
                        <a:pt x="6066" y="5826"/>
                      </a:cubicBezTo>
                      <a:cubicBezTo>
                        <a:pt x="6091" y="6602"/>
                        <a:pt x="5815" y="7430"/>
                        <a:pt x="5164" y="7881"/>
                      </a:cubicBezTo>
                      <a:cubicBezTo>
                        <a:pt x="5164" y="7881"/>
                        <a:pt x="5164" y="7881"/>
                        <a:pt x="5164" y="7881"/>
                      </a:cubicBezTo>
                      <a:lnTo>
                        <a:pt x="5164" y="7881"/>
                      </a:lnTo>
                      <a:cubicBezTo>
                        <a:pt x="4836" y="8084"/>
                        <a:pt x="4478" y="8175"/>
                        <a:pt x="4119" y="8175"/>
                      </a:cubicBezTo>
                      <a:cubicBezTo>
                        <a:pt x="3682" y="8175"/>
                        <a:pt x="3244" y="8040"/>
                        <a:pt x="2858" y="7806"/>
                      </a:cubicBezTo>
                      <a:cubicBezTo>
                        <a:pt x="2131" y="7379"/>
                        <a:pt x="1655" y="6628"/>
                        <a:pt x="1354" y="5851"/>
                      </a:cubicBezTo>
                      <a:cubicBezTo>
                        <a:pt x="1028" y="5024"/>
                        <a:pt x="853" y="4146"/>
                        <a:pt x="703" y="3269"/>
                      </a:cubicBezTo>
                      <a:cubicBezTo>
                        <a:pt x="568" y="2374"/>
                        <a:pt x="534" y="1459"/>
                        <a:pt x="671" y="577"/>
                      </a:cubicBezTo>
                      <a:close/>
                      <a:moveTo>
                        <a:pt x="507" y="1"/>
                      </a:moveTo>
                      <a:cubicBezTo>
                        <a:pt x="420" y="1"/>
                        <a:pt x="342" y="46"/>
                        <a:pt x="327" y="136"/>
                      </a:cubicBezTo>
                      <a:cubicBezTo>
                        <a:pt x="1" y="1816"/>
                        <a:pt x="226" y="3520"/>
                        <a:pt x="678" y="5149"/>
                      </a:cubicBezTo>
                      <a:cubicBezTo>
                        <a:pt x="1054" y="6527"/>
                        <a:pt x="1780" y="7906"/>
                        <a:pt x="3184" y="8432"/>
                      </a:cubicBezTo>
                      <a:cubicBezTo>
                        <a:pt x="3487" y="8547"/>
                        <a:pt x="3802" y="8605"/>
                        <a:pt x="4115" y="8605"/>
                      </a:cubicBezTo>
                      <a:cubicBezTo>
                        <a:pt x="4546" y="8605"/>
                        <a:pt x="4971" y="8494"/>
                        <a:pt x="5347" y="8267"/>
                      </a:cubicBezTo>
                      <a:lnTo>
                        <a:pt x="5347" y="8267"/>
                      </a:lnTo>
                      <a:cubicBezTo>
                        <a:pt x="5353" y="8264"/>
                        <a:pt x="5359" y="8261"/>
                        <a:pt x="5364" y="8257"/>
                      </a:cubicBezTo>
                      <a:lnTo>
                        <a:pt x="5364" y="8257"/>
                      </a:lnTo>
                      <a:cubicBezTo>
                        <a:pt x="5364" y="8257"/>
                        <a:pt x="5364" y="8257"/>
                        <a:pt x="5364" y="8257"/>
                      </a:cubicBezTo>
                      <a:cubicBezTo>
                        <a:pt x="5368" y="8254"/>
                        <a:pt x="5372" y="8251"/>
                        <a:pt x="5376" y="8248"/>
                      </a:cubicBezTo>
                      <a:lnTo>
                        <a:pt x="5376" y="8248"/>
                      </a:lnTo>
                      <a:cubicBezTo>
                        <a:pt x="6469" y="7468"/>
                        <a:pt x="6741" y="5921"/>
                        <a:pt x="6242" y="4723"/>
                      </a:cubicBezTo>
                      <a:cubicBezTo>
                        <a:pt x="5690" y="3319"/>
                        <a:pt x="4387" y="2392"/>
                        <a:pt x="3109" y="1640"/>
                      </a:cubicBezTo>
                      <a:cubicBezTo>
                        <a:pt x="2282" y="1139"/>
                        <a:pt x="1429" y="688"/>
                        <a:pt x="678" y="61"/>
                      </a:cubicBezTo>
                      <a:cubicBezTo>
                        <a:pt x="627" y="21"/>
                        <a:pt x="565" y="1"/>
                        <a:pt x="5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6" name="Google Shape;5056;p54"/>
                <p:cNvSpPr/>
                <p:nvPr/>
              </p:nvSpPr>
              <p:spPr>
                <a:xfrm>
                  <a:off x="-2917700" y="3696563"/>
                  <a:ext cx="47650" cy="69900"/>
                </a:xfrm>
                <a:custGeom>
                  <a:rect b="b" l="l" r="r" t="t"/>
                  <a:pathLst>
                    <a:path extrusionOk="0" h="2796" w="1906">
                      <a:moveTo>
                        <a:pt x="1113" y="0"/>
                      </a:moveTo>
                      <a:cubicBezTo>
                        <a:pt x="971" y="0"/>
                        <a:pt x="824" y="144"/>
                        <a:pt x="928" y="300"/>
                      </a:cubicBezTo>
                      <a:cubicBezTo>
                        <a:pt x="1204" y="751"/>
                        <a:pt x="1454" y="1327"/>
                        <a:pt x="1254" y="1829"/>
                      </a:cubicBezTo>
                      <a:cubicBezTo>
                        <a:pt x="1132" y="2133"/>
                        <a:pt x="830" y="2372"/>
                        <a:pt x="519" y="2372"/>
                      </a:cubicBezTo>
                      <a:cubicBezTo>
                        <a:pt x="446" y="2372"/>
                        <a:pt x="373" y="2359"/>
                        <a:pt x="302" y="2330"/>
                      </a:cubicBezTo>
                      <a:cubicBezTo>
                        <a:pt x="274" y="2319"/>
                        <a:pt x="247" y="2314"/>
                        <a:pt x="220" y="2314"/>
                      </a:cubicBezTo>
                      <a:cubicBezTo>
                        <a:pt x="126" y="2314"/>
                        <a:pt x="45" y="2377"/>
                        <a:pt x="26" y="2455"/>
                      </a:cubicBezTo>
                      <a:cubicBezTo>
                        <a:pt x="1" y="2581"/>
                        <a:pt x="76" y="2681"/>
                        <a:pt x="176" y="2731"/>
                      </a:cubicBezTo>
                      <a:cubicBezTo>
                        <a:pt x="284" y="2775"/>
                        <a:pt x="395" y="2795"/>
                        <a:pt x="506" y="2795"/>
                      </a:cubicBezTo>
                      <a:cubicBezTo>
                        <a:pt x="959" y="2795"/>
                        <a:pt x="1403" y="2457"/>
                        <a:pt x="1605" y="2054"/>
                      </a:cubicBezTo>
                      <a:cubicBezTo>
                        <a:pt x="1906" y="1403"/>
                        <a:pt x="1630" y="676"/>
                        <a:pt x="1279" y="99"/>
                      </a:cubicBezTo>
                      <a:cubicBezTo>
                        <a:pt x="1240" y="29"/>
                        <a:pt x="1177" y="0"/>
                        <a:pt x="11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7" name="Google Shape;5057;p54"/>
                <p:cNvSpPr/>
                <p:nvPr/>
              </p:nvSpPr>
              <p:spPr>
                <a:xfrm>
                  <a:off x="-2925200" y="3675213"/>
                  <a:ext cx="13800" cy="10050"/>
                </a:xfrm>
                <a:custGeom>
                  <a:rect b="b" l="l" r="r" t="t"/>
                  <a:pathLst>
                    <a:path extrusionOk="0" h="402" w="552">
                      <a:moveTo>
                        <a:pt x="276" y="1"/>
                      </a:moveTo>
                      <a:cubicBezTo>
                        <a:pt x="0" y="1"/>
                        <a:pt x="0" y="402"/>
                        <a:pt x="276" y="402"/>
                      </a:cubicBezTo>
                      <a:cubicBezTo>
                        <a:pt x="551" y="402"/>
                        <a:pt x="551" y="1"/>
                        <a:pt x="2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8" name="Google Shape;5058;p54"/>
                <p:cNvSpPr/>
                <p:nvPr/>
              </p:nvSpPr>
              <p:spPr>
                <a:xfrm>
                  <a:off x="-2970325" y="3704663"/>
                  <a:ext cx="17575" cy="25875"/>
                </a:xfrm>
                <a:custGeom>
                  <a:rect b="b" l="l" r="r" t="t"/>
                  <a:pathLst>
                    <a:path extrusionOk="0" h="1035" w="703">
                      <a:moveTo>
                        <a:pt x="226" y="1"/>
                      </a:moveTo>
                      <a:cubicBezTo>
                        <a:pt x="101" y="1"/>
                        <a:pt x="26" y="76"/>
                        <a:pt x="26" y="201"/>
                      </a:cubicBezTo>
                      <a:cubicBezTo>
                        <a:pt x="1" y="477"/>
                        <a:pt x="126" y="778"/>
                        <a:pt x="326" y="978"/>
                      </a:cubicBezTo>
                      <a:cubicBezTo>
                        <a:pt x="364" y="1016"/>
                        <a:pt x="420" y="1035"/>
                        <a:pt x="477" y="1035"/>
                      </a:cubicBezTo>
                      <a:cubicBezTo>
                        <a:pt x="533" y="1035"/>
                        <a:pt x="590" y="1016"/>
                        <a:pt x="627" y="978"/>
                      </a:cubicBezTo>
                      <a:cubicBezTo>
                        <a:pt x="702" y="878"/>
                        <a:pt x="702" y="753"/>
                        <a:pt x="627" y="678"/>
                      </a:cubicBezTo>
                      <a:cubicBezTo>
                        <a:pt x="610" y="661"/>
                        <a:pt x="594" y="644"/>
                        <a:pt x="577" y="627"/>
                      </a:cubicBezTo>
                      <a:cubicBezTo>
                        <a:pt x="541" y="591"/>
                        <a:pt x="518" y="542"/>
                        <a:pt x="498" y="498"/>
                      </a:cubicBezTo>
                      <a:lnTo>
                        <a:pt x="498" y="498"/>
                      </a:lnTo>
                      <a:cubicBezTo>
                        <a:pt x="499" y="499"/>
                        <a:pt x="500" y="501"/>
                        <a:pt x="502" y="502"/>
                      </a:cubicBezTo>
                      <a:cubicBezTo>
                        <a:pt x="499" y="499"/>
                        <a:pt x="497" y="495"/>
                        <a:pt x="495" y="491"/>
                      </a:cubicBezTo>
                      <a:lnTo>
                        <a:pt x="495" y="491"/>
                      </a:lnTo>
                      <a:cubicBezTo>
                        <a:pt x="489" y="477"/>
                        <a:pt x="483" y="464"/>
                        <a:pt x="477" y="452"/>
                      </a:cubicBezTo>
                      <a:lnTo>
                        <a:pt x="477" y="452"/>
                      </a:lnTo>
                      <a:cubicBezTo>
                        <a:pt x="477" y="452"/>
                        <a:pt x="477" y="454"/>
                        <a:pt x="477" y="457"/>
                      </a:cubicBezTo>
                      <a:lnTo>
                        <a:pt x="477" y="457"/>
                      </a:lnTo>
                      <a:cubicBezTo>
                        <a:pt x="461" y="419"/>
                        <a:pt x="453" y="381"/>
                        <a:pt x="444" y="343"/>
                      </a:cubicBezTo>
                      <a:lnTo>
                        <a:pt x="444" y="343"/>
                      </a:lnTo>
                      <a:cubicBezTo>
                        <a:pt x="446" y="346"/>
                        <a:pt x="449" y="349"/>
                        <a:pt x="452" y="352"/>
                      </a:cubicBezTo>
                      <a:cubicBezTo>
                        <a:pt x="446" y="341"/>
                        <a:pt x="442" y="330"/>
                        <a:pt x="439" y="319"/>
                      </a:cubicBezTo>
                      <a:lnTo>
                        <a:pt x="439" y="319"/>
                      </a:lnTo>
                      <a:cubicBezTo>
                        <a:pt x="437" y="313"/>
                        <a:pt x="435" y="306"/>
                        <a:pt x="434" y="300"/>
                      </a:cubicBezTo>
                      <a:lnTo>
                        <a:pt x="434" y="300"/>
                      </a:lnTo>
                      <a:cubicBezTo>
                        <a:pt x="427" y="267"/>
                        <a:pt x="427" y="234"/>
                        <a:pt x="427" y="201"/>
                      </a:cubicBezTo>
                      <a:cubicBezTo>
                        <a:pt x="427" y="101"/>
                        <a:pt x="326" y="1"/>
                        <a:pt x="2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059" name="Google Shape;5059;p54"/>
            <p:cNvGrpSpPr/>
            <p:nvPr/>
          </p:nvGrpSpPr>
          <p:grpSpPr>
            <a:xfrm flipH="1" rot="575067">
              <a:off x="4781155" y="2082003"/>
              <a:ext cx="754575" cy="588678"/>
              <a:chOff x="3845050" y="297847"/>
              <a:chExt cx="914393" cy="713360"/>
            </a:xfrm>
          </p:grpSpPr>
          <p:sp>
            <p:nvSpPr>
              <p:cNvPr id="5060" name="Google Shape;5060;p54"/>
              <p:cNvSpPr/>
              <p:nvPr/>
            </p:nvSpPr>
            <p:spPr>
              <a:xfrm flipH="1">
                <a:off x="3850953" y="302862"/>
                <a:ext cx="898968" cy="703267"/>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1" name="Google Shape;5061;p54"/>
              <p:cNvSpPr/>
              <p:nvPr/>
            </p:nvSpPr>
            <p:spPr>
              <a:xfrm flipH="1">
                <a:off x="3845050" y="297847"/>
                <a:ext cx="914393" cy="71336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2" name="Google Shape;5062;p54"/>
              <p:cNvSpPr/>
              <p:nvPr/>
            </p:nvSpPr>
            <p:spPr>
              <a:xfrm flipH="1">
                <a:off x="4143711" y="433436"/>
                <a:ext cx="463005" cy="408287"/>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3" name="Google Shape;5063;p54"/>
              <p:cNvSpPr/>
              <p:nvPr/>
            </p:nvSpPr>
            <p:spPr>
              <a:xfrm flipH="1">
                <a:off x="4161230" y="429374"/>
                <a:ext cx="435963" cy="416920"/>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4" name="Google Shape;5064;p54"/>
              <p:cNvSpPr/>
              <p:nvPr/>
            </p:nvSpPr>
            <p:spPr>
              <a:xfrm flipH="1">
                <a:off x="4208963" y="681508"/>
                <a:ext cx="17520" cy="39293"/>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5" name="Google Shape;5065;p54"/>
              <p:cNvSpPr/>
              <p:nvPr/>
            </p:nvSpPr>
            <p:spPr>
              <a:xfrm flipH="1">
                <a:off x="4197790" y="636946"/>
                <a:ext cx="9649" cy="9649"/>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6" name="Google Shape;5066;p54"/>
              <p:cNvSpPr/>
              <p:nvPr/>
            </p:nvSpPr>
            <p:spPr>
              <a:xfrm flipH="1">
                <a:off x="4543047" y="615110"/>
                <a:ext cx="19170" cy="29898"/>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7" name="Google Shape;5067;p54"/>
              <p:cNvSpPr/>
              <p:nvPr/>
            </p:nvSpPr>
            <p:spPr>
              <a:xfrm flipH="1">
                <a:off x="4527114" y="622664"/>
                <a:ext cx="15996" cy="23042"/>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8" name="Google Shape;5068;p54"/>
              <p:cNvSpPr/>
              <p:nvPr/>
            </p:nvSpPr>
            <p:spPr>
              <a:xfrm flipH="1">
                <a:off x="4320811" y="457558"/>
                <a:ext cx="103786" cy="21138"/>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9" name="Google Shape;5069;p54"/>
              <p:cNvSpPr/>
              <p:nvPr/>
            </p:nvSpPr>
            <p:spPr>
              <a:xfrm flipH="1">
                <a:off x="4434817" y="479458"/>
                <a:ext cx="12822" cy="9585"/>
              </a:xfrm>
              <a:custGeom>
                <a:rect b="b" l="l" r="r" t="t"/>
                <a:pathLst>
                  <a:path extrusionOk="0" h="151"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0" name="Google Shape;5070;p54"/>
              <p:cNvSpPr/>
              <p:nvPr/>
            </p:nvSpPr>
            <p:spPr>
              <a:xfrm flipH="1">
                <a:off x="4353693" y="793737"/>
                <a:ext cx="94772" cy="23868"/>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1" name="Google Shape;5071;p54"/>
              <p:cNvSpPr/>
              <p:nvPr/>
            </p:nvSpPr>
            <p:spPr>
              <a:xfrm flipH="1">
                <a:off x="4228008" y="600383"/>
                <a:ext cx="289648" cy="186180"/>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2" name="Google Shape;5072;p54"/>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3" name="Google Shape;5073;p54"/>
              <p:cNvSpPr/>
              <p:nvPr/>
            </p:nvSpPr>
            <p:spPr>
              <a:xfrm flipH="1">
                <a:off x="4267808" y="693251"/>
                <a:ext cx="216395" cy="97946"/>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4" name="Google Shape;5074;p54"/>
              <p:cNvSpPr/>
              <p:nvPr/>
            </p:nvSpPr>
            <p:spPr>
              <a:xfrm flipH="1">
                <a:off x="4237593" y="595495"/>
                <a:ext cx="275302" cy="194241"/>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5" name="Google Shape;5075;p54"/>
              <p:cNvSpPr/>
              <p:nvPr/>
            </p:nvSpPr>
            <p:spPr>
              <a:xfrm flipH="1">
                <a:off x="4422122" y="517417"/>
                <a:ext cx="74840" cy="78712"/>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6" name="Google Shape;5076;p54"/>
              <p:cNvSpPr/>
              <p:nvPr/>
            </p:nvSpPr>
            <p:spPr>
              <a:xfrm flipH="1">
                <a:off x="4255429" y="511704"/>
                <a:ext cx="68111" cy="79347"/>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7" name="Google Shape;5077;p54"/>
              <p:cNvSpPr/>
              <p:nvPr/>
            </p:nvSpPr>
            <p:spPr>
              <a:xfrm flipH="1">
                <a:off x="4263047" y="683920"/>
                <a:ext cx="227567" cy="51734"/>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8" name="Google Shape;5078;p54"/>
              <p:cNvSpPr/>
              <p:nvPr/>
            </p:nvSpPr>
            <p:spPr>
              <a:xfrm flipH="1">
                <a:off x="4396286" y="716230"/>
                <a:ext cx="46592" cy="21138"/>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9" name="Google Shape;5079;p54"/>
              <p:cNvSpPr/>
              <p:nvPr/>
            </p:nvSpPr>
            <p:spPr>
              <a:xfrm flipH="1">
                <a:off x="4382321" y="734004"/>
                <a:ext cx="12822" cy="9649"/>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0" name="Google Shape;5080;p54"/>
              <p:cNvSpPr/>
              <p:nvPr/>
            </p:nvSpPr>
            <p:spPr>
              <a:xfrm flipH="1">
                <a:off x="4307544" y="709184"/>
                <a:ext cx="36690" cy="195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81" name="Google Shape;5081;p54"/>
            <p:cNvGrpSpPr/>
            <p:nvPr/>
          </p:nvGrpSpPr>
          <p:grpSpPr>
            <a:xfrm rot="698351">
              <a:off x="6164301" y="3577329"/>
              <a:ext cx="523680" cy="986038"/>
              <a:chOff x="15707400" y="-1187712"/>
              <a:chExt cx="734200" cy="1382425"/>
            </a:xfrm>
          </p:grpSpPr>
          <p:sp>
            <p:nvSpPr>
              <p:cNvPr id="5082" name="Google Shape;5082;p54"/>
              <p:cNvSpPr/>
              <p:nvPr/>
            </p:nvSpPr>
            <p:spPr>
              <a:xfrm>
                <a:off x="15713500" y="-1182687"/>
                <a:ext cx="728100" cy="1372200"/>
              </a:xfrm>
              <a:custGeom>
                <a:rect b="b" l="l" r="r" t="t"/>
                <a:pathLst>
                  <a:path extrusionOk="0" h="54888" w="29124">
                    <a:moveTo>
                      <a:pt x="16742" y="0"/>
                    </a:moveTo>
                    <a:lnTo>
                      <a:pt x="16742" y="0"/>
                    </a:lnTo>
                    <a:cubicBezTo>
                      <a:pt x="16416" y="1254"/>
                      <a:pt x="15314" y="2131"/>
                      <a:pt x="14236" y="2833"/>
                    </a:cubicBezTo>
                    <a:cubicBezTo>
                      <a:pt x="10852" y="5138"/>
                      <a:pt x="6893" y="6918"/>
                      <a:pt x="4662" y="10351"/>
                    </a:cubicBezTo>
                    <a:cubicBezTo>
                      <a:pt x="3409" y="12306"/>
                      <a:pt x="2882" y="14587"/>
                      <a:pt x="2657" y="16868"/>
                    </a:cubicBezTo>
                    <a:cubicBezTo>
                      <a:pt x="2406" y="19249"/>
                      <a:pt x="2181" y="22081"/>
                      <a:pt x="3559" y="24186"/>
                    </a:cubicBezTo>
                    <a:cubicBezTo>
                      <a:pt x="3654" y="24351"/>
                      <a:pt x="3815" y="24539"/>
                      <a:pt x="4022" y="24539"/>
                    </a:cubicBezTo>
                    <a:cubicBezTo>
                      <a:pt x="4035" y="24539"/>
                      <a:pt x="4047" y="24538"/>
                      <a:pt x="4060" y="24537"/>
                    </a:cubicBezTo>
                    <a:cubicBezTo>
                      <a:pt x="4211" y="24512"/>
                      <a:pt x="4336" y="24361"/>
                      <a:pt x="4411" y="24236"/>
                    </a:cubicBezTo>
                    <a:cubicBezTo>
                      <a:pt x="4963" y="23409"/>
                      <a:pt x="5263" y="22482"/>
                      <a:pt x="5339" y="21504"/>
                    </a:cubicBezTo>
                    <a:cubicBezTo>
                      <a:pt x="5539" y="22607"/>
                      <a:pt x="5840" y="23660"/>
                      <a:pt x="6241" y="24687"/>
                    </a:cubicBezTo>
                    <a:cubicBezTo>
                      <a:pt x="6391" y="25013"/>
                      <a:pt x="6592" y="25389"/>
                      <a:pt x="6943" y="25439"/>
                    </a:cubicBezTo>
                    <a:cubicBezTo>
                      <a:pt x="6966" y="25442"/>
                      <a:pt x="6988" y="25444"/>
                      <a:pt x="7010" y="25444"/>
                    </a:cubicBezTo>
                    <a:cubicBezTo>
                      <a:pt x="7355" y="25444"/>
                      <a:pt x="7630" y="25094"/>
                      <a:pt x="7795" y="24788"/>
                    </a:cubicBezTo>
                    <a:cubicBezTo>
                      <a:pt x="8221" y="24036"/>
                      <a:pt x="8522" y="23234"/>
                      <a:pt x="8697" y="22382"/>
                    </a:cubicBezTo>
                    <a:cubicBezTo>
                      <a:pt x="8772" y="23309"/>
                      <a:pt x="9023" y="24211"/>
                      <a:pt x="9424" y="25013"/>
                    </a:cubicBezTo>
                    <a:cubicBezTo>
                      <a:pt x="9524" y="25239"/>
                      <a:pt x="9674" y="25464"/>
                      <a:pt x="9900" y="25489"/>
                    </a:cubicBezTo>
                    <a:cubicBezTo>
                      <a:pt x="9921" y="25493"/>
                      <a:pt x="9942" y="25494"/>
                      <a:pt x="9962" y="25494"/>
                    </a:cubicBezTo>
                    <a:cubicBezTo>
                      <a:pt x="10232" y="25494"/>
                      <a:pt x="10435" y="25196"/>
                      <a:pt x="10552" y="24963"/>
                    </a:cubicBezTo>
                    <a:cubicBezTo>
                      <a:pt x="10928" y="24136"/>
                      <a:pt x="11128" y="23259"/>
                      <a:pt x="11178" y="22356"/>
                    </a:cubicBezTo>
                    <a:lnTo>
                      <a:pt x="11980" y="24311"/>
                    </a:lnTo>
                    <a:cubicBezTo>
                      <a:pt x="12144" y="24709"/>
                      <a:pt x="12438" y="25171"/>
                      <a:pt x="12822" y="25171"/>
                    </a:cubicBezTo>
                    <a:cubicBezTo>
                      <a:pt x="12850" y="25171"/>
                      <a:pt x="12879" y="25169"/>
                      <a:pt x="12908" y="25164"/>
                    </a:cubicBezTo>
                    <a:cubicBezTo>
                      <a:pt x="13183" y="25113"/>
                      <a:pt x="13359" y="24863"/>
                      <a:pt x="13484" y="24637"/>
                    </a:cubicBezTo>
                    <a:cubicBezTo>
                      <a:pt x="13860" y="23910"/>
                      <a:pt x="14060" y="23108"/>
                      <a:pt x="14010" y="22306"/>
                    </a:cubicBezTo>
                    <a:cubicBezTo>
                      <a:pt x="16567" y="22031"/>
                      <a:pt x="18847" y="20026"/>
                      <a:pt x="19449" y="17519"/>
                    </a:cubicBezTo>
                    <a:cubicBezTo>
                      <a:pt x="20076" y="19123"/>
                      <a:pt x="20126" y="20928"/>
                      <a:pt x="19750" y="22607"/>
                    </a:cubicBezTo>
                    <a:cubicBezTo>
                      <a:pt x="19349" y="24311"/>
                      <a:pt x="18547" y="25865"/>
                      <a:pt x="17569" y="27269"/>
                    </a:cubicBezTo>
                    <a:cubicBezTo>
                      <a:pt x="16968" y="28121"/>
                      <a:pt x="16316" y="28898"/>
                      <a:pt x="15464" y="29499"/>
                    </a:cubicBezTo>
                    <a:cubicBezTo>
                      <a:pt x="14687" y="30051"/>
                      <a:pt x="13760" y="30402"/>
                      <a:pt x="12832" y="30677"/>
                    </a:cubicBezTo>
                    <a:cubicBezTo>
                      <a:pt x="11335" y="31125"/>
                      <a:pt x="9761" y="31364"/>
                      <a:pt x="8188" y="31364"/>
                    </a:cubicBezTo>
                    <a:cubicBezTo>
                      <a:pt x="7207" y="31364"/>
                      <a:pt x="6226" y="31271"/>
                      <a:pt x="5263" y="31078"/>
                    </a:cubicBezTo>
                    <a:lnTo>
                      <a:pt x="5238" y="31003"/>
                    </a:lnTo>
                    <a:lnTo>
                      <a:pt x="5238" y="31003"/>
                    </a:lnTo>
                    <a:cubicBezTo>
                      <a:pt x="5639" y="36567"/>
                      <a:pt x="4963" y="42231"/>
                      <a:pt x="3083" y="47494"/>
                    </a:cubicBezTo>
                    <a:cubicBezTo>
                      <a:pt x="2507" y="49098"/>
                      <a:pt x="1830" y="50652"/>
                      <a:pt x="1153" y="52206"/>
                    </a:cubicBezTo>
                    <a:cubicBezTo>
                      <a:pt x="777" y="53109"/>
                      <a:pt x="376" y="53986"/>
                      <a:pt x="0" y="54888"/>
                    </a:cubicBezTo>
                    <a:cubicBezTo>
                      <a:pt x="0" y="54888"/>
                      <a:pt x="24286" y="45941"/>
                      <a:pt x="27895" y="19850"/>
                    </a:cubicBezTo>
                    <a:cubicBezTo>
                      <a:pt x="28672" y="14186"/>
                      <a:pt x="29123" y="8422"/>
                      <a:pt x="28020" y="2782"/>
                    </a:cubicBezTo>
                    <a:lnTo>
                      <a:pt x="28020" y="2782"/>
                    </a:lnTo>
                    <a:cubicBezTo>
                      <a:pt x="27394" y="4336"/>
                      <a:pt x="26792" y="5915"/>
                      <a:pt x="25915" y="7344"/>
                    </a:cubicBezTo>
                    <a:cubicBezTo>
                      <a:pt x="25038" y="8772"/>
                      <a:pt x="23910" y="10076"/>
                      <a:pt x="22456" y="10903"/>
                    </a:cubicBezTo>
                    <a:cubicBezTo>
                      <a:pt x="23559" y="7594"/>
                      <a:pt x="23033" y="3810"/>
                      <a:pt x="21078" y="928"/>
                    </a:cubicBezTo>
                    <a:cubicBezTo>
                      <a:pt x="20050" y="3785"/>
                      <a:pt x="18296" y="6366"/>
                      <a:pt x="16040" y="8396"/>
                    </a:cubicBezTo>
                    <a:cubicBezTo>
                      <a:pt x="17494" y="5915"/>
                      <a:pt x="17143" y="2833"/>
                      <a:pt x="1674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3" name="Google Shape;5083;p54"/>
              <p:cNvSpPr/>
              <p:nvPr/>
            </p:nvSpPr>
            <p:spPr>
              <a:xfrm>
                <a:off x="15707400" y="-1187712"/>
                <a:ext cx="732950" cy="1382425"/>
              </a:xfrm>
              <a:custGeom>
                <a:rect b="b" l="l" r="r" t="t"/>
                <a:pathLst>
                  <a:path extrusionOk="0" h="55297" w="29318">
                    <a:moveTo>
                      <a:pt x="16885" y="991"/>
                    </a:moveTo>
                    <a:cubicBezTo>
                      <a:pt x="17214" y="3518"/>
                      <a:pt x="17410" y="6213"/>
                      <a:pt x="16109" y="8472"/>
                    </a:cubicBezTo>
                    <a:cubicBezTo>
                      <a:pt x="16014" y="8643"/>
                      <a:pt x="16150" y="8800"/>
                      <a:pt x="16297" y="8800"/>
                    </a:cubicBezTo>
                    <a:cubicBezTo>
                      <a:pt x="16344" y="8800"/>
                      <a:pt x="16392" y="8784"/>
                      <a:pt x="16435" y="8748"/>
                    </a:cubicBezTo>
                    <a:cubicBezTo>
                      <a:pt x="18610" y="6764"/>
                      <a:pt x="20307" y="4301"/>
                      <a:pt x="21372" y="1577"/>
                    </a:cubicBezTo>
                    <a:lnTo>
                      <a:pt x="21372" y="1577"/>
                    </a:lnTo>
                    <a:cubicBezTo>
                      <a:pt x="23114" y="4381"/>
                      <a:pt x="23534" y="7902"/>
                      <a:pt x="22500" y="11054"/>
                    </a:cubicBezTo>
                    <a:cubicBezTo>
                      <a:pt x="22461" y="11190"/>
                      <a:pt x="22574" y="11311"/>
                      <a:pt x="22696" y="11311"/>
                    </a:cubicBezTo>
                    <a:cubicBezTo>
                      <a:pt x="22731" y="11311"/>
                      <a:pt x="22767" y="11301"/>
                      <a:pt x="22801" y="11279"/>
                    </a:cubicBezTo>
                    <a:cubicBezTo>
                      <a:pt x="25610" y="9654"/>
                      <a:pt x="27021" y="6652"/>
                      <a:pt x="28190" y="3748"/>
                    </a:cubicBezTo>
                    <a:lnTo>
                      <a:pt x="28190" y="3748"/>
                    </a:lnTo>
                    <a:cubicBezTo>
                      <a:pt x="28818" y="7389"/>
                      <a:pt x="28822" y="11112"/>
                      <a:pt x="28515" y="14813"/>
                    </a:cubicBezTo>
                    <a:cubicBezTo>
                      <a:pt x="28239" y="18146"/>
                      <a:pt x="27838" y="21480"/>
                      <a:pt x="27011" y="24738"/>
                    </a:cubicBezTo>
                    <a:cubicBezTo>
                      <a:pt x="26360" y="27319"/>
                      <a:pt x="25457" y="29851"/>
                      <a:pt x="24330" y="32257"/>
                    </a:cubicBezTo>
                    <a:cubicBezTo>
                      <a:pt x="23302" y="34462"/>
                      <a:pt x="22074" y="36568"/>
                      <a:pt x="20670" y="38548"/>
                    </a:cubicBezTo>
                    <a:cubicBezTo>
                      <a:pt x="19392" y="40352"/>
                      <a:pt x="17964" y="42081"/>
                      <a:pt x="16435" y="43710"/>
                    </a:cubicBezTo>
                    <a:cubicBezTo>
                      <a:pt x="15031" y="45164"/>
                      <a:pt x="13553" y="46518"/>
                      <a:pt x="11974" y="47796"/>
                    </a:cubicBezTo>
                    <a:cubicBezTo>
                      <a:pt x="10645" y="48873"/>
                      <a:pt x="9217" y="49901"/>
                      <a:pt x="7763" y="50853"/>
                    </a:cubicBezTo>
                    <a:cubicBezTo>
                      <a:pt x="6585" y="51630"/>
                      <a:pt x="5357" y="52357"/>
                      <a:pt x="4129" y="53034"/>
                    </a:cubicBezTo>
                    <a:cubicBezTo>
                      <a:pt x="3252" y="53485"/>
                      <a:pt x="2375" y="53936"/>
                      <a:pt x="1472" y="54337"/>
                    </a:cubicBezTo>
                    <a:cubicBezTo>
                      <a:pt x="1322" y="54412"/>
                      <a:pt x="1172" y="54487"/>
                      <a:pt x="996" y="54538"/>
                    </a:cubicBezTo>
                    <a:cubicBezTo>
                      <a:pt x="846" y="54613"/>
                      <a:pt x="821" y="54638"/>
                      <a:pt x="670" y="54688"/>
                    </a:cubicBezTo>
                    <a:cubicBezTo>
                      <a:pt x="657" y="54693"/>
                      <a:pt x="644" y="54698"/>
                      <a:pt x="629" y="54704"/>
                    </a:cubicBezTo>
                    <a:lnTo>
                      <a:pt x="629" y="54704"/>
                    </a:lnTo>
                    <a:cubicBezTo>
                      <a:pt x="1874" y="51837"/>
                      <a:pt x="3202" y="49004"/>
                      <a:pt x="4104" y="45991"/>
                    </a:cubicBezTo>
                    <a:cubicBezTo>
                      <a:pt x="5006" y="42959"/>
                      <a:pt x="5558" y="39801"/>
                      <a:pt x="5733" y="36618"/>
                    </a:cubicBezTo>
                    <a:cubicBezTo>
                      <a:pt x="5827" y="34922"/>
                      <a:pt x="5811" y="33226"/>
                      <a:pt x="5725" y="31530"/>
                    </a:cubicBezTo>
                    <a:lnTo>
                      <a:pt x="5725" y="31530"/>
                    </a:lnTo>
                    <a:cubicBezTo>
                      <a:pt x="6616" y="31689"/>
                      <a:pt x="7521" y="31769"/>
                      <a:pt x="8427" y="31769"/>
                    </a:cubicBezTo>
                    <a:cubicBezTo>
                      <a:pt x="9117" y="31769"/>
                      <a:pt x="9808" y="31722"/>
                      <a:pt x="10495" y="31630"/>
                    </a:cubicBezTo>
                    <a:cubicBezTo>
                      <a:pt x="12049" y="31430"/>
                      <a:pt x="13678" y="31054"/>
                      <a:pt x="15081" y="30327"/>
                    </a:cubicBezTo>
                    <a:cubicBezTo>
                      <a:pt x="16435" y="29600"/>
                      <a:pt x="17412" y="28447"/>
                      <a:pt x="18264" y="27194"/>
                    </a:cubicBezTo>
                    <a:cubicBezTo>
                      <a:pt x="19117" y="25891"/>
                      <a:pt x="19818" y="24487"/>
                      <a:pt x="20169" y="22958"/>
                    </a:cubicBezTo>
                    <a:cubicBezTo>
                      <a:pt x="20595" y="21229"/>
                      <a:pt x="20545" y="19349"/>
                      <a:pt x="19893" y="17670"/>
                    </a:cubicBezTo>
                    <a:cubicBezTo>
                      <a:pt x="19854" y="17577"/>
                      <a:pt x="19757" y="17519"/>
                      <a:pt x="19668" y="17519"/>
                    </a:cubicBezTo>
                    <a:cubicBezTo>
                      <a:pt x="19589" y="17519"/>
                      <a:pt x="19516" y="17564"/>
                      <a:pt x="19492" y="17670"/>
                    </a:cubicBezTo>
                    <a:cubicBezTo>
                      <a:pt x="18891" y="20076"/>
                      <a:pt x="16736" y="22006"/>
                      <a:pt x="14254" y="22282"/>
                    </a:cubicBezTo>
                    <a:cubicBezTo>
                      <a:pt x="14154" y="22307"/>
                      <a:pt x="14054" y="22382"/>
                      <a:pt x="14054" y="22507"/>
                    </a:cubicBezTo>
                    <a:cubicBezTo>
                      <a:pt x="14079" y="23034"/>
                      <a:pt x="14004" y="23560"/>
                      <a:pt x="13828" y="24061"/>
                    </a:cubicBezTo>
                    <a:cubicBezTo>
                      <a:pt x="13735" y="24366"/>
                      <a:pt x="13488" y="25151"/>
                      <a:pt x="13068" y="25151"/>
                    </a:cubicBezTo>
                    <a:cubicBezTo>
                      <a:pt x="13038" y="25151"/>
                      <a:pt x="13007" y="25147"/>
                      <a:pt x="12976" y="25139"/>
                    </a:cubicBezTo>
                    <a:cubicBezTo>
                      <a:pt x="12575" y="25039"/>
                      <a:pt x="12400" y="24387"/>
                      <a:pt x="12274" y="24061"/>
                    </a:cubicBezTo>
                    <a:lnTo>
                      <a:pt x="11623" y="22507"/>
                    </a:lnTo>
                    <a:cubicBezTo>
                      <a:pt x="11575" y="22413"/>
                      <a:pt x="11483" y="22363"/>
                      <a:pt x="11397" y="22363"/>
                    </a:cubicBezTo>
                    <a:cubicBezTo>
                      <a:pt x="11300" y="22363"/>
                      <a:pt x="11210" y="22425"/>
                      <a:pt x="11197" y="22557"/>
                    </a:cubicBezTo>
                    <a:cubicBezTo>
                      <a:pt x="11172" y="23109"/>
                      <a:pt x="11096" y="23635"/>
                      <a:pt x="10946" y="24161"/>
                    </a:cubicBezTo>
                    <a:cubicBezTo>
                      <a:pt x="10871" y="24437"/>
                      <a:pt x="10771" y="24688"/>
                      <a:pt x="10670" y="24963"/>
                    </a:cubicBezTo>
                    <a:cubicBezTo>
                      <a:pt x="10595" y="25114"/>
                      <a:pt x="10470" y="25465"/>
                      <a:pt x="10244" y="25490"/>
                    </a:cubicBezTo>
                    <a:cubicBezTo>
                      <a:pt x="10237" y="25491"/>
                      <a:pt x="10229" y="25491"/>
                      <a:pt x="10222" y="25491"/>
                    </a:cubicBezTo>
                    <a:cubicBezTo>
                      <a:pt x="9985" y="25491"/>
                      <a:pt x="9841" y="25109"/>
                      <a:pt x="9768" y="24938"/>
                    </a:cubicBezTo>
                    <a:cubicBezTo>
                      <a:pt x="9643" y="24688"/>
                      <a:pt x="9543" y="24437"/>
                      <a:pt x="9467" y="24161"/>
                    </a:cubicBezTo>
                    <a:cubicBezTo>
                      <a:pt x="9292" y="23660"/>
                      <a:pt x="9192" y="23134"/>
                      <a:pt x="9142" y="22583"/>
                    </a:cubicBezTo>
                    <a:cubicBezTo>
                      <a:pt x="9127" y="22455"/>
                      <a:pt x="9010" y="22376"/>
                      <a:pt x="8900" y="22376"/>
                    </a:cubicBezTo>
                    <a:cubicBezTo>
                      <a:pt x="8816" y="22376"/>
                      <a:pt x="8737" y="22423"/>
                      <a:pt x="8715" y="22532"/>
                    </a:cubicBezTo>
                    <a:cubicBezTo>
                      <a:pt x="8648" y="22935"/>
                      <a:pt x="7963" y="25432"/>
                      <a:pt x="7246" y="25432"/>
                    </a:cubicBezTo>
                    <a:cubicBezTo>
                      <a:pt x="7160" y="25432"/>
                      <a:pt x="7073" y="25395"/>
                      <a:pt x="6986" y="25314"/>
                    </a:cubicBezTo>
                    <a:cubicBezTo>
                      <a:pt x="6786" y="25114"/>
                      <a:pt x="6685" y="24813"/>
                      <a:pt x="6585" y="24537"/>
                    </a:cubicBezTo>
                    <a:cubicBezTo>
                      <a:pt x="6460" y="24237"/>
                      <a:pt x="6360" y="23936"/>
                      <a:pt x="6259" y="23610"/>
                    </a:cubicBezTo>
                    <a:cubicBezTo>
                      <a:pt x="6059" y="22984"/>
                      <a:pt x="5908" y="22332"/>
                      <a:pt x="5783" y="21655"/>
                    </a:cubicBezTo>
                    <a:cubicBezTo>
                      <a:pt x="5762" y="21550"/>
                      <a:pt x="5688" y="21507"/>
                      <a:pt x="5607" y="21507"/>
                    </a:cubicBezTo>
                    <a:cubicBezTo>
                      <a:pt x="5496" y="21507"/>
                      <a:pt x="5372" y="21589"/>
                      <a:pt x="5357" y="21705"/>
                    </a:cubicBezTo>
                    <a:cubicBezTo>
                      <a:pt x="5332" y="22357"/>
                      <a:pt x="5157" y="22984"/>
                      <a:pt x="4906" y="23560"/>
                    </a:cubicBezTo>
                    <a:cubicBezTo>
                      <a:pt x="4781" y="23811"/>
                      <a:pt x="4655" y="24086"/>
                      <a:pt x="4480" y="24312"/>
                    </a:cubicBezTo>
                    <a:cubicBezTo>
                      <a:pt x="4420" y="24411"/>
                      <a:pt x="4361" y="24510"/>
                      <a:pt x="4264" y="24510"/>
                    </a:cubicBezTo>
                    <a:cubicBezTo>
                      <a:pt x="4239" y="24510"/>
                      <a:pt x="4211" y="24503"/>
                      <a:pt x="4179" y="24487"/>
                    </a:cubicBezTo>
                    <a:cubicBezTo>
                      <a:pt x="4054" y="24437"/>
                      <a:pt x="3928" y="24212"/>
                      <a:pt x="3853" y="24086"/>
                    </a:cubicBezTo>
                    <a:cubicBezTo>
                      <a:pt x="3302" y="23159"/>
                      <a:pt x="3051" y="22081"/>
                      <a:pt x="2976" y="21004"/>
                    </a:cubicBezTo>
                    <a:cubicBezTo>
                      <a:pt x="2876" y="19926"/>
                      <a:pt x="2951" y="18823"/>
                      <a:pt x="3051" y="17745"/>
                    </a:cubicBezTo>
                    <a:cubicBezTo>
                      <a:pt x="3152" y="16593"/>
                      <a:pt x="3302" y="15440"/>
                      <a:pt x="3578" y="14312"/>
                    </a:cubicBezTo>
                    <a:cubicBezTo>
                      <a:pt x="3853" y="13134"/>
                      <a:pt x="4279" y="12006"/>
                      <a:pt x="4881" y="10978"/>
                    </a:cubicBezTo>
                    <a:cubicBezTo>
                      <a:pt x="5432" y="10076"/>
                      <a:pt x="6134" y="9249"/>
                      <a:pt x="6886" y="8522"/>
                    </a:cubicBezTo>
                    <a:cubicBezTo>
                      <a:pt x="8440" y="7044"/>
                      <a:pt x="10244" y="5941"/>
                      <a:pt x="12049" y="4838"/>
                    </a:cubicBezTo>
                    <a:cubicBezTo>
                      <a:pt x="13076" y="4212"/>
                      <a:pt x="14104" y="3585"/>
                      <a:pt x="15081" y="2883"/>
                    </a:cubicBezTo>
                    <a:cubicBezTo>
                      <a:pt x="15796" y="2361"/>
                      <a:pt x="16467" y="1765"/>
                      <a:pt x="16885" y="991"/>
                    </a:cubicBezTo>
                    <a:close/>
                    <a:moveTo>
                      <a:pt x="17012" y="0"/>
                    </a:moveTo>
                    <a:cubicBezTo>
                      <a:pt x="16917" y="0"/>
                      <a:pt x="16812" y="58"/>
                      <a:pt x="16786" y="151"/>
                    </a:cubicBezTo>
                    <a:cubicBezTo>
                      <a:pt x="16460" y="1279"/>
                      <a:pt x="15533" y="2081"/>
                      <a:pt x="14605" y="2733"/>
                    </a:cubicBezTo>
                    <a:cubicBezTo>
                      <a:pt x="13653" y="3384"/>
                      <a:pt x="12675" y="3961"/>
                      <a:pt x="11698" y="4562"/>
                    </a:cubicBezTo>
                    <a:cubicBezTo>
                      <a:pt x="9793" y="5740"/>
                      <a:pt x="7863" y="6918"/>
                      <a:pt x="6309" y="8522"/>
                    </a:cubicBezTo>
                    <a:cubicBezTo>
                      <a:pt x="5482" y="9324"/>
                      <a:pt x="4781" y="10252"/>
                      <a:pt x="4254" y="11279"/>
                    </a:cubicBezTo>
                    <a:cubicBezTo>
                      <a:pt x="3678" y="12357"/>
                      <a:pt x="3302" y="13560"/>
                      <a:pt x="3051" y="14763"/>
                    </a:cubicBezTo>
                    <a:cubicBezTo>
                      <a:pt x="2801" y="15941"/>
                      <a:pt x="2675" y="17144"/>
                      <a:pt x="2575" y="18347"/>
                    </a:cubicBezTo>
                    <a:cubicBezTo>
                      <a:pt x="2475" y="19500"/>
                      <a:pt x="2475" y="20653"/>
                      <a:pt x="2650" y="21806"/>
                    </a:cubicBezTo>
                    <a:cubicBezTo>
                      <a:pt x="2751" y="22407"/>
                      <a:pt x="2901" y="23009"/>
                      <a:pt x="3152" y="23585"/>
                    </a:cubicBezTo>
                    <a:cubicBezTo>
                      <a:pt x="3252" y="23861"/>
                      <a:pt x="3402" y="24161"/>
                      <a:pt x="3578" y="24412"/>
                    </a:cubicBezTo>
                    <a:cubicBezTo>
                      <a:pt x="3703" y="24638"/>
                      <a:pt x="3878" y="24888"/>
                      <a:pt x="4154" y="24938"/>
                    </a:cubicBezTo>
                    <a:cubicBezTo>
                      <a:pt x="4186" y="24944"/>
                      <a:pt x="4217" y="24947"/>
                      <a:pt x="4247" y="24947"/>
                    </a:cubicBezTo>
                    <a:cubicBezTo>
                      <a:pt x="4768" y="24947"/>
                      <a:pt x="5091" y="24163"/>
                      <a:pt x="5257" y="23760"/>
                    </a:cubicBezTo>
                    <a:cubicBezTo>
                      <a:pt x="5401" y="23448"/>
                      <a:pt x="5517" y="23129"/>
                      <a:pt x="5603" y="22802"/>
                    </a:cubicBezTo>
                    <a:lnTo>
                      <a:pt x="5603" y="22802"/>
                    </a:lnTo>
                    <a:cubicBezTo>
                      <a:pt x="5717" y="23260"/>
                      <a:pt x="5850" y="23715"/>
                      <a:pt x="6009" y="24161"/>
                    </a:cubicBezTo>
                    <a:cubicBezTo>
                      <a:pt x="6184" y="24713"/>
                      <a:pt x="6410" y="25615"/>
                      <a:pt x="7011" y="25816"/>
                    </a:cubicBezTo>
                    <a:cubicBezTo>
                      <a:pt x="7094" y="25841"/>
                      <a:pt x="7173" y="25853"/>
                      <a:pt x="7249" y="25853"/>
                    </a:cubicBezTo>
                    <a:cubicBezTo>
                      <a:pt x="7768" y="25853"/>
                      <a:pt x="8121" y="25301"/>
                      <a:pt x="8340" y="24863"/>
                    </a:cubicBezTo>
                    <a:cubicBezTo>
                      <a:pt x="8559" y="24454"/>
                      <a:pt x="8735" y="24028"/>
                      <a:pt x="8879" y="23590"/>
                    </a:cubicBezTo>
                    <a:lnTo>
                      <a:pt x="8879" y="23590"/>
                    </a:lnTo>
                    <a:cubicBezTo>
                      <a:pt x="8959" y="23948"/>
                      <a:pt x="9062" y="24300"/>
                      <a:pt x="9192" y="24638"/>
                    </a:cubicBezTo>
                    <a:cubicBezTo>
                      <a:pt x="9367" y="25114"/>
                      <a:pt x="9618" y="25916"/>
                      <a:pt x="10219" y="25916"/>
                    </a:cubicBezTo>
                    <a:cubicBezTo>
                      <a:pt x="10821" y="25891"/>
                      <a:pt x="11071" y="25114"/>
                      <a:pt x="11222" y="24663"/>
                    </a:cubicBezTo>
                    <a:cubicBezTo>
                      <a:pt x="11374" y="24252"/>
                      <a:pt x="11480" y="23831"/>
                      <a:pt x="11545" y="23402"/>
                    </a:cubicBezTo>
                    <a:lnTo>
                      <a:pt x="11545" y="23402"/>
                    </a:lnTo>
                    <a:cubicBezTo>
                      <a:pt x="11713" y="23814"/>
                      <a:pt x="11881" y="24226"/>
                      <a:pt x="12049" y="24638"/>
                    </a:cubicBezTo>
                    <a:cubicBezTo>
                      <a:pt x="12224" y="25039"/>
                      <a:pt x="12550" y="25565"/>
                      <a:pt x="13051" y="25565"/>
                    </a:cubicBezTo>
                    <a:cubicBezTo>
                      <a:pt x="13062" y="25565"/>
                      <a:pt x="13073" y="25566"/>
                      <a:pt x="13083" y="25566"/>
                    </a:cubicBezTo>
                    <a:cubicBezTo>
                      <a:pt x="13639" y="25566"/>
                      <a:pt x="13932" y="24930"/>
                      <a:pt x="14129" y="24487"/>
                    </a:cubicBezTo>
                    <a:cubicBezTo>
                      <a:pt x="14359" y="23913"/>
                      <a:pt x="14483" y="23297"/>
                      <a:pt x="14483" y="22678"/>
                    </a:cubicBezTo>
                    <a:lnTo>
                      <a:pt x="14483" y="22678"/>
                    </a:lnTo>
                    <a:cubicBezTo>
                      <a:pt x="16849" y="22325"/>
                      <a:pt x="18907" y="20648"/>
                      <a:pt x="19705" y="18405"/>
                    </a:cubicBezTo>
                    <a:lnTo>
                      <a:pt x="19705" y="18405"/>
                    </a:lnTo>
                    <a:cubicBezTo>
                      <a:pt x="20498" y="21160"/>
                      <a:pt x="19680" y="24096"/>
                      <a:pt x="18214" y="26492"/>
                    </a:cubicBezTo>
                    <a:cubicBezTo>
                      <a:pt x="17437" y="27720"/>
                      <a:pt x="16535" y="28948"/>
                      <a:pt x="15282" y="29725"/>
                    </a:cubicBezTo>
                    <a:cubicBezTo>
                      <a:pt x="14004" y="30527"/>
                      <a:pt x="12425" y="30928"/>
                      <a:pt x="10946" y="31154"/>
                    </a:cubicBezTo>
                    <a:cubicBezTo>
                      <a:pt x="10125" y="31293"/>
                      <a:pt x="9293" y="31362"/>
                      <a:pt x="8460" y="31362"/>
                    </a:cubicBezTo>
                    <a:cubicBezTo>
                      <a:pt x="7528" y="31362"/>
                      <a:pt x="6595" y="31275"/>
                      <a:pt x="5674" y="31101"/>
                    </a:cubicBezTo>
                    <a:lnTo>
                      <a:pt x="5674" y="31101"/>
                    </a:lnTo>
                    <a:cubicBezTo>
                      <a:pt x="5630" y="31032"/>
                      <a:pt x="5552" y="30997"/>
                      <a:pt x="5476" y="30997"/>
                    </a:cubicBezTo>
                    <a:cubicBezTo>
                      <a:pt x="5370" y="30997"/>
                      <a:pt x="5269" y="31066"/>
                      <a:pt x="5282" y="31204"/>
                    </a:cubicBezTo>
                    <a:cubicBezTo>
                      <a:pt x="5507" y="34387"/>
                      <a:pt x="5382" y="37570"/>
                      <a:pt x="4881" y="40728"/>
                    </a:cubicBezTo>
                    <a:cubicBezTo>
                      <a:pt x="4380" y="43861"/>
                      <a:pt x="3477" y="46893"/>
                      <a:pt x="2274" y="49826"/>
                    </a:cubicBezTo>
                    <a:cubicBezTo>
                      <a:pt x="1573" y="51555"/>
                      <a:pt x="796" y="53259"/>
                      <a:pt x="69" y="54964"/>
                    </a:cubicBezTo>
                    <a:cubicBezTo>
                      <a:pt x="1" y="55099"/>
                      <a:pt x="97" y="55297"/>
                      <a:pt x="245" y="55297"/>
                    </a:cubicBezTo>
                    <a:cubicBezTo>
                      <a:pt x="261" y="55297"/>
                      <a:pt x="277" y="55294"/>
                      <a:pt x="294" y="55289"/>
                    </a:cubicBezTo>
                    <a:cubicBezTo>
                      <a:pt x="620" y="55164"/>
                      <a:pt x="921" y="55039"/>
                      <a:pt x="1222" y="54914"/>
                    </a:cubicBezTo>
                    <a:cubicBezTo>
                      <a:pt x="2024" y="54563"/>
                      <a:pt x="2826" y="54187"/>
                      <a:pt x="3603" y="53786"/>
                    </a:cubicBezTo>
                    <a:cubicBezTo>
                      <a:pt x="4781" y="53159"/>
                      <a:pt x="5933" y="52508"/>
                      <a:pt x="7061" y="51806"/>
                    </a:cubicBezTo>
                    <a:cubicBezTo>
                      <a:pt x="8515" y="50903"/>
                      <a:pt x="9893" y="49926"/>
                      <a:pt x="11247" y="48898"/>
                    </a:cubicBezTo>
                    <a:cubicBezTo>
                      <a:pt x="12801" y="47695"/>
                      <a:pt x="14304" y="46392"/>
                      <a:pt x="15708" y="45014"/>
                    </a:cubicBezTo>
                    <a:cubicBezTo>
                      <a:pt x="17287" y="43460"/>
                      <a:pt x="18741" y="41806"/>
                      <a:pt x="20069" y="40051"/>
                    </a:cubicBezTo>
                    <a:cubicBezTo>
                      <a:pt x="21548" y="38147"/>
                      <a:pt x="22826" y="36116"/>
                      <a:pt x="23954" y="33986"/>
                    </a:cubicBezTo>
                    <a:cubicBezTo>
                      <a:pt x="25157" y="31655"/>
                      <a:pt x="26159" y="29199"/>
                      <a:pt x="26911" y="26693"/>
                    </a:cubicBezTo>
                    <a:cubicBezTo>
                      <a:pt x="27788" y="23735"/>
                      <a:pt x="28289" y="20703"/>
                      <a:pt x="28640" y="17620"/>
                    </a:cubicBezTo>
                    <a:cubicBezTo>
                      <a:pt x="29117" y="13685"/>
                      <a:pt x="29317" y="9675"/>
                      <a:pt x="28891" y="5715"/>
                    </a:cubicBezTo>
                    <a:cubicBezTo>
                      <a:pt x="28791" y="4788"/>
                      <a:pt x="28640" y="3861"/>
                      <a:pt x="28465" y="2933"/>
                    </a:cubicBezTo>
                    <a:cubicBezTo>
                      <a:pt x="28441" y="2827"/>
                      <a:pt x="28363" y="2782"/>
                      <a:pt x="28281" y="2782"/>
                    </a:cubicBezTo>
                    <a:cubicBezTo>
                      <a:pt x="28188" y="2782"/>
                      <a:pt x="28091" y="2840"/>
                      <a:pt x="28064" y="2933"/>
                    </a:cubicBezTo>
                    <a:cubicBezTo>
                      <a:pt x="26949" y="5779"/>
                      <a:pt x="25678" y="8872"/>
                      <a:pt x="23059" y="10640"/>
                    </a:cubicBezTo>
                    <a:lnTo>
                      <a:pt x="23059" y="10640"/>
                    </a:lnTo>
                    <a:cubicBezTo>
                      <a:pt x="23969" y="7409"/>
                      <a:pt x="23377" y="3812"/>
                      <a:pt x="21497" y="1029"/>
                    </a:cubicBezTo>
                    <a:cubicBezTo>
                      <a:pt x="21453" y="962"/>
                      <a:pt x="21384" y="930"/>
                      <a:pt x="21317" y="930"/>
                    </a:cubicBezTo>
                    <a:cubicBezTo>
                      <a:pt x="21232" y="930"/>
                      <a:pt x="21149" y="981"/>
                      <a:pt x="21122" y="1079"/>
                    </a:cubicBezTo>
                    <a:cubicBezTo>
                      <a:pt x="20229" y="3516"/>
                      <a:pt x="18808" y="5746"/>
                      <a:pt x="16989" y="7620"/>
                    </a:cubicBezTo>
                    <a:lnTo>
                      <a:pt x="16989" y="7620"/>
                    </a:lnTo>
                    <a:cubicBezTo>
                      <a:pt x="17861" y="5272"/>
                      <a:pt x="17533" y="2600"/>
                      <a:pt x="17187" y="151"/>
                    </a:cubicBezTo>
                    <a:cubicBezTo>
                      <a:pt x="17175" y="46"/>
                      <a:pt x="17097" y="0"/>
                      <a:pt x="170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4" name="Google Shape;5084;p54"/>
              <p:cNvSpPr/>
              <p:nvPr/>
            </p:nvSpPr>
            <p:spPr>
              <a:xfrm>
                <a:off x="15912125" y="-817262"/>
                <a:ext cx="117800" cy="139925"/>
              </a:xfrm>
              <a:custGeom>
                <a:rect b="b" l="l" r="r" t="t"/>
                <a:pathLst>
                  <a:path extrusionOk="0" h="5597" w="4712">
                    <a:moveTo>
                      <a:pt x="2068" y="0"/>
                    </a:moveTo>
                    <a:cubicBezTo>
                      <a:pt x="1947" y="0"/>
                      <a:pt x="1825" y="15"/>
                      <a:pt x="1704" y="45"/>
                    </a:cubicBezTo>
                    <a:cubicBezTo>
                      <a:pt x="602" y="296"/>
                      <a:pt x="0" y="1749"/>
                      <a:pt x="351" y="3278"/>
                    </a:cubicBezTo>
                    <a:cubicBezTo>
                      <a:pt x="689" y="4630"/>
                      <a:pt x="1675" y="5597"/>
                      <a:pt x="2671" y="5597"/>
                    </a:cubicBezTo>
                    <a:cubicBezTo>
                      <a:pt x="2784" y="5597"/>
                      <a:pt x="2896" y="5584"/>
                      <a:pt x="3008" y="5559"/>
                    </a:cubicBezTo>
                    <a:cubicBezTo>
                      <a:pt x="4110" y="5283"/>
                      <a:pt x="4712" y="3855"/>
                      <a:pt x="4336" y="2326"/>
                    </a:cubicBezTo>
                    <a:cubicBezTo>
                      <a:pt x="4024" y="964"/>
                      <a:pt x="3055" y="0"/>
                      <a:pt x="20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5" name="Google Shape;5085;p54"/>
              <p:cNvSpPr/>
              <p:nvPr/>
            </p:nvSpPr>
            <p:spPr>
              <a:xfrm>
                <a:off x="15901800" y="-875962"/>
                <a:ext cx="141075" cy="94600"/>
              </a:xfrm>
              <a:custGeom>
                <a:rect b="b" l="l" r="r" t="t"/>
                <a:pathLst>
                  <a:path extrusionOk="0" h="3784" w="5643">
                    <a:moveTo>
                      <a:pt x="5361" y="1"/>
                    </a:moveTo>
                    <a:cubicBezTo>
                      <a:pt x="5326" y="1"/>
                      <a:pt x="5288" y="12"/>
                      <a:pt x="5250" y="37"/>
                    </a:cubicBezTo>
                    <a:cubicBezTo>
                      <a:pt x="3621" y="1240"/>
                      <a:pt x="1942" y="2368"/>
                      <a:pt x="188" y="3396"/>
                    </a:cubicBezTo>
                    <a:cubicBezTo>
                      <a:pt x="0" y="3520"/>
                      <a:pt x="107" y="3783"/>
                      <a:pt x="277" y="3783"/>
                    </a:cubicBezTo>
                    <a:cubicBezTo>
                      <a:pt x="312" y="3783"/>
                      <a:pt x="350" y="3772"/>
                      <a:pt x="388" y="3747"/>
                    </a:cubicBezTo>
                    <a:cubicBezTo>
                      <a:pt x="2142" y="2719"/>
                      <a:pt x="3847" y="1616"/>
                      <a:pt x="5476" y="413"/>
                    </a:cubicBezTo>
                    <a:cubicBezTo>
                      <a:pt x="5642" y="268"/>
                      <a:pt x="5532" y="1"/>
                      <a:pt x="5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6" name="Google Shape;5086;p54"/>
              <p:cNvSpPr/>
              <p:nvPr/>
            </p:nvSpPr>
            <p:spPr>
              <a:xfrm>
                <a:off x="15822875" y="-322962"/>
                <a:ext cx="84875" cy="366750"/>
              </a:xfrm>
              <a:custGeom>
                <a:rect b="b" l="l" r="r" t="t"/>
                <a:pathLst>
                  <a:path extrusionOk="0" h="14670" w="3395">
                    <a:moveTo>
                      <a:pt x="3149" y="1"/>
                    </a:moveTo>
                    <a:cubicBezTo>
                      <a:pt x="3045" y="1"/>
                      <a:pt x="2944" y="64"/>
                      <a:pt x="2944" y="198"/>
                    </a:cubicBezTo>
                    <a:cubicBezTo>
                      <a:pt x="3019" y="3983"/>
                      <a:pt x="2417" y="7767"/>
                      <a:pt x="1239" y="11351"/>
                    </a:cubicBezTo>
                    <a:cubicBezTo>
                      <a:pt x="888" y="12354"/>
                      <a:pt x="512" y="13356"/>
                      <a:pt x="86" y="14359"/>
                    </a:cubicBezTo>
                    <a:cubicBezTo>
                      <a:pt x="0" y="14514"/>
                      <a:pt x="151" y="14669"/>
                      <a:pt x="287" y="14669"/>
                    </a:cubicBezTo>
                    <a:cubicBezTo>
                      <a:pt x="348" y="14669"/>
                      <a:pt x="406" y="14637"/>
                      <a:pt x="437" y="14559"/>
                    </a:cubicBezTo>
                    <a:cubicBezTo>
                      <a:pt x="1991" y="11050"/>
                      <a:pt x="2944" y="7291"/>
                      <a:pt x="3269" y="3481"/>
                    </a:cubicBezTo>
                    <a:cubicBezTo>
                      <a:pt x="3345" y="2379"/>
                      <a:pt x="3395" y="1301"/>
                      <a:pt x="3370" y="198"/>
                    </a:cubicBezTo>
                    <a:cubicBezTo>
                      <a:pt x="3370" y="70"/>
                      <a:pt x="3258" y="1"/>
                      <a:pt x="314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7" name="Google Shape;5087;p54"/>
              <p:cNvSpPr/>
              <p:nvPr/>
            </p:nvSpPr>
            <p:spPr>
              <a:xfrm>
                <a:off x="15955975" y="-292787"/>
                <a:ext cx="25850" cy="93375"/>
              </a:xfrm>
              <a:custGeom>
                <a:rect b="b" l="l" r="r" t="t"/>
                <a:pathLst>
                  <a:path extrusionOk="0" h="3735" w="1034">
                    <a:moveTo>
                      <a:pt x="777" y="0"/>
                    </a:moveTo>
                    <a:cubicBezTo>
                      <a:pt x="697" y="0"/>
                      <a:pt x="622" y="45"/>
                      <a:pt x="602" y="144"/>
                    </a:cubicBezTo>
                    <a:cubicBezTo>
                      <a:pt x="326" y="1272"/>
                      <a:pt x="126" y="2400"/>
                      <a:pt x="26" y="3527"/>
                    </a:cubicBezTo>
                    <a:cubicBezTo>
                      <a:pt x="1" y="3665"/>
                      <a:pt x="95" y="3734"/>
                      <a:pt x="198" y="3734"/>
                    </a:cubicBezTo>
                    <a:cubicBezTo>
                      <a:pt x="301" y="3734"/>
                      <a:pt x="414" y="3665"/>
                      <a:pt x="427" y="3527"/>
                    </a:cubicBezTo>
                    <a:cubicBezTo>
                      <a:pt x="552" y="2425"/>
                      <a:pt x="727" y="1347"/>
                      <a:pt x="1003" y="269"/>
                    </a:cubicBezTo>
                    <a:cubicBezTo>
                      <a:pt x="1033" y="103"/>
                      <a:pt x="899"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8" name="Google Shape;5088;p54"/>
              <p:cNvSpPr/>
              <p:nvPr/>
            </p:nvSpPr>
            <p:spPr>
              <a:xfrm>
                <a:off x="15925600" y="-362387"/>
                <a:ext cx="190050" cy="355925"/>
              </a:xfrm>
              <a:custGeom>
                <a:rect b="b" l="l" r="r" t="t"/>
                <a:pathLst>
                  <a:path extrusionOk="0" h="14237" w="7602">
                    <a:moveTo>
                      <a:pt x="7353" y="1"/>
                    </a:moveTo>
                    <a:cubicBezTo>
                      <a:pt x="7269" y="1"/>
                      <a:pt x="7186" y="45"/>
                      <a:pt x="7155" y="146"/>
                    </a:cubicBezTo>
                    <a:cubicBezTo>
                      <a:pt x="6003" y="4006"/>
                      <a:pt x="4298" y="7715"/>
                      <a:pt x="2093" y="11098"/>
                    </a:cubicBezTo>
                    <a:cubicBezTo>
                      <a:pt x="1466" y="12051"/>
                      <a:pt x="815" y="12978"/>
                      <a:pt x="113" y="13880"/>
                    </a:cubicBezTo>
                    <a:cubicBezTo>
                      <a:pt x="0" y="14030"/>
                      <a:pt x="126" y="14236"/>
                      <a:pt x="270" y="14236"/>
                    </a:cubicBezTo>
                    <a:cubicBezTo>
                      <a:pt x="319" y="14236"/>
                      <a:pt x="369" y="14213"/>
                      <a:pt x="414" y="14156"/>
                    </a:cubicBezTo>
                    <a:cubicBezTo>
                      <a:pt x="2920" y="10923"/>
                      <a:pt x="4950" y="7364"/>
                      <a:pt x="6429" y="3530"/>
                    </a:cubicBezTo>
                    <a:cubicBezTo>
                      <a:pt x="6855" y="2452"/>
                      <a:pt x="7231" y="1374"/>
                      <a:pt x="7556" y="246"/>
                    </a:cubicBezTo>
                    <a:cubicBezTo>
                      <a:pt x="7601" y="97"/>
                      <a:pt x="7477" y="1"/>
                      <a:pt x="73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9" name="Google Shape;5089;p54"/>
              <p:cNvSpPr/>
              <p:nvPr/>
            </p:nvSpPr>
            <p:spPr>
              <a:xfrm>
                <a:off x="16042350" y="-207362"/>
                <a:ext cx="81225" cy="134950"/>
              </a:xfrm>
              <a:custGeom>
                <a:rect b="b" l="l" r="r" t="t"/>
                <a:pathLst>
                  <a:path extrusionOk="0" h="5398" w="3249">
                    <a:moveTo>
                      <a:pt x="2962" y="0"/>
                    </a:moveTo>
                    <a:cubicBezTo>
                      <a:pt x="2901" y="0"/>
                      <a:pt x="2842" y="32"/>
                      <a:pt x="2811" y="110"/>
                    </a:cubicBezTo>
                    <a:cubicBezTo>
                      <a:pt x="2034" y="1840"/>
                      <a:pt x="1132" y="3494"/>
                      <a:pt x="104" y="5098"/>
                    </a:cubicBezTo>
                    <a:cubicBezTo>
                      <a:pt x="1" y="5254"/>
                      <a:pt x="148" y="5397"/>
                      <a:pt x="298" y="5397"/>
                    </a:cubicBezTo>
                    <a:cubicBezTo>
                      <a:pt x="366" y="5397"/>
                      <a:pt x="434" y="5368"/>
                      <a:pt x="480" y="5298"/>
                    </a:cubicBezTo>
                    <a:cubicBezTo>
                      <a:pt x="1483" y="3720"/>
                      <a:pt x="2385" y="2040"/>
                      <a:pt x="3162" y="311"/>
                    </a:cubicBezTo>
                    <a:cubicBezTo>
                      <a:pt x="3248" y="156"/>
                      <a:pt x="3097"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0" name="Google Shape;5090;p54"/>
              <p:cNvSpPr/>
              <p:nvPr/>
            </p:nvSpPr>
            <p:spPr>
              <a:xfrm>
                <a:off x="16143950" y="-258487"/>
                <a:ext cx="10675" cy="13175"/>
              </a:xfrm>
              <a:custGeom>
                <a:rect b="b" l="l" r="r" t="t"/>
                <a:pathLst>
                  <a:path extrusionOk="0" h="527" w="427">
                    <a:moveTo>
                      <a:pt x="226" y="0"/>
                    </a:moveTo>
                    <a:cubicBezTo>
                      <a:pt x="201" y="0"/>
                      <a:pt x="176" y="25"/>
                      <a:pt x="151" y="25"/>
                    </a:cubicBezTo>
                    <a:cubicBezTo>
                      <a:pt x="126" y="25"/>
                      <a:pt x="101" y="50"/>
                      <a:pt x="76" y="75"/>
                    </a:cubicBezTo>
                    <a:lnTo>
                      <a:pt x="25" y="100"/>
                    </a:lnTo>
                    <a:cubicBezTo>
                      <a:pt x="25" y="150"/>
                      <a:pt x="0" y="176"/>
                      <a:pt x="0" y="226"/>
                    </a:cubicBezTo>
                    <a:lnTo>
                      <a:pt x="0" y="301"/>
                    </a:lnTo>
                    <a:cubicBezTo>
                      <a:pt x="0" y="351"/>
                      <a:pt x="0" y="376"/>
                      <a:pt x="25" y="401"/>
                    </a:cubicBezTo>
                    <a:cubicBezTo>
                      <a:pt x="25" y="426"/>
                      <a:pt x="50" y="451"/>
                      <a:pt x="76" y="451"/>
                    </a:cubicBezTo>
                    <a:cubicBezTo>
                      <a:pt x="76" y="476"/>
                      <a:pt x="101" y="501"/>
                      <a:pt x="126" y="501"/>
                    </a:cubicBezTo>
                    <a:cubicBezTo>
                      <a:pt x="151" y="526"/>
                      <a:pt x="176" y="526"/>
                      <a:pt x="226" y="526"/>
                    </a:cubicBezTo>
                    <a:cubicBezTo>
                      <a:pt x="226" y="526"/>
                      <a:pt x="251" y="526"/>
                      <a:pt x="276" y="501"/>
                    </a:cubicBezTo>
                    <a:cubicBezTo>
                      <a:pt x="301" y="501"/>
                      <a:pt x="326" y="476"/>
                      <a:pt x="351" y="451"/>
                    </a:cubicBezTo>
                    <a:cubicBezTo>
                      <a:pt x="376" y="451"/>
                      <a:pt x="376" y="426"/>
                      <a:pt x="401" y="426"/>
                    </a:cubicBezTo>
                    <a:cubicBezTo>
                      <a:pt x="426" y="376"/>
                      <a:pt x="426" y="351"/>
                      <a:pt x="426" y="301"/>
                    </a:cubicBezTo>
                    <a:lnTo>
                      <a:pt x="426" y="226"/>
                    </a:lnTo>
                    <a:cubicBezTo>
                      <a:pt x="426" y="201"/>
                      <a:pt x="426" y="150"/>
                      <a:pt x="401" y="125"/>
                    </a:cubicBezTo>
                    <a:cubicBezTo>
                      <a:pt x="401" y="100"/>
                      <a:pt x="376" y="100"/>
                      <a:pt x="351" y="75"/>
                    </a:cubicBezTo>
                    <a:cubicBezTo>
                      <a:pt x="351" y="50"/>
                      <a:pt x="326" y="25"/>
                      <a:pt x="301" y="25"/>
                    </a:cubicBezTo>
                    <a:cubicBezTo>
                      <a:pt x="276" y="25"/>
                      <a:pt x="251" y="0"/>
                      <a:pt x="2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1" name="Google Shape;5091;p54"/>
              <p:cNvSpPr/>
              <p:nvPr/>
            </p:nvSpPr>
            <p:spPr>
              <a:xfrm>
                <a:off x="15937175" y="-165762"/>
                <a:ext cx="25725" cy="35725"/>
              </a:xfrm>
              <a:custGeom>
                <a:rect b="b" l="l" r="r" t="t"/>
                <a:pathLst>
                  <a:path extrusionOk="0" h="1429" w="1029">
                    <a:moveTo>
                      <a:pt x="797" y="0"/>
                    </a:moveTo>
                    <a:cubicBezTo>
                      <a:pt x="725" y="0"/>
                      <a:pt x="652" y="34"/>
                      <a:pt x="602" y="101"/>
                    </a:cubicBezTo>
                    <a:cubicBezTo>
                      <a:pt x="427" y="452"/>
                      <a:pt x="226" y="777"/>
                      <a:pt x="51" y="1128"/>
                    </a:cubicBezTo>
                    <a:cubicBezTo>
                      <a:pt x="1" y="1203"/>
                      <a:pt x="26" y="1354"/>
                      <a:pt x="126" y="1404"/>
                    </a:cubicBezTo>
                    <a:cubicBezTo>
                      <a:pt x="159" y="1421"/>
                      <a:pt x="196" y="1429"/>
                      <a:pt x="231" y="1429"/>
                    </a:cubicBezTo>
                    <a:cubicBezTo>
                      <a:pt x="301" y="1429"/>
                      <a:pt x="368" y="1396"/>
                      <a:pt x="402" y="1329"/>
                    </a:cubicBezTo>
                    <a:lnTo>
                      <a:pt x="978" y="301"/>
                    </a:lnTo>
                    <a:cubicBezTo>
                      <a:pt x="1028" y="226"/>
                      <a:pt x="1003" y="76"/>
                      <a:pt x="903" y="25"/>
                    </a:cubicBezTo>
                    <a:cubicBezTo>
                      <a:pt x="869" y="9"/>
                      <a:pt x="833" y="0"/>
                      <a:pt x="7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2" name="Google Shape;5092;p54"/>
              <p:cNvSpPr/>
              <p:nvPr/>
            </p:nvSpPr>
            <p:spPr>
              <a:xfrm>
                <a:off x="15955975" y="-156362"/>
                <a:ext cx="20700" cy="31350"/>
              </a:xfrm>
              <a:custGeom>
                <a:rect b="b" l="l" r="r" t="t"/>
                <a:pathLst>
                  <a:path extrusionOk="0" h="1254" w="828">
                    <a:moveTo>
                      <a:pt x="609" y="0"/>
                    </a:moveTo>
                    <a:cubicBezTo>
                      <a:pt x="538" y="0"/>
                      <a:pt x="460" y="34"/>
                      <a:pt x="427" y="101"/>
                    </a:cubicBezTo>
                    <a:lnTo>
                      <a:pt x="51" y="928"/>
                    </a:lnTo>
                    <a:cubicBezTo>
                      <a:pt x="26" y="978"/>
                      <a:pt x="1" y="1028"/>
                      <a:pt x="26" y="1103"/>
                    </a:cubicBezTo>
                    <a:cubicBezTo>
                      <a:pt x="51" y="1153"/>
                      <a:pt x="76" y="1203"/>
                      <a:pt x="126" y="1228"/>
                    </a:cubicBezTo>
                    <a:cubicBezTo>
                      <a:pt x="151" y="1245"/>
                      <a:pt x="184" y="1253"/>
                      <a:pt x="220" y="1253"/>
                    </a:cubicBezTo>
                    <a:cubicBezTo>
                      <a:pt x="290" y="1253"/>
                      <a:pt x="368" y="1220"/>
                      <a:pt x="402" y="1153"/>
                    </a:cubicBezTo>
                    <a:cubicBezTo>
                      <a:pt x="527" y="878"/>
                      <a:pt x="652" y="602"/>
                      <a:pt x="777" y="301"/>
                    </a:cubicBezTo>
                    <a:cubicBezTo>
                      <a:pt x="803" y="251"/>
                      <a:pt x="828" y="201"/>
                      <a:pt x="803" y="151"/>
                    </a:cubicBezTo>
                    <a:cubicBezTo>
                      <a:pt x="803" y="101"/>
                      <a:pt x="752" y="50"/>
                      <a:pt x="702" y="25"/>
                    </a:cubicBezTo>
                    <a:cubicBezTo>
                      <a:pt x="677" y="9"/>
                      <a:pt x="644"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3" name="Google Shape;5093;p54"/>
              <p:cNvSpPr/>
              <p:nvPr/>
            </p:nvSpPr>
            <p:spPr>
              <a:xfrm>
                <a:off x="15796200" y="79838"/>
                <a:ext cx="23200" cy="31375"/>
              </a:xfrm>
              <a:custGeom>
                <a:rect b="b" l="l" r="r" t="t"/>
                <a:pathLst>
                  <a:path extrusionOk="0" h="1255" w="928">
                    <a:moveTo>
                      <a:pt x="697" y="1"/>
                    </a:moveTo>
                    <a:cubicBezTo>
                      <a:pt x="624" y="1"/>
                      <a:pt x="552" y="34"/>
                      <a:pt x="502" y="101"/>
                    </a:cubicBezTo>
                    <a:cubicBezTo>
                      <a:pt x="351" y="377"/>
                      <a:pt x="201" y="653"/>
                      <a:pt x="51" y="928"/>
                    </a:cubicBezTo>
                    <a:cubicBezTo>
                      <a:pt x="1" y="1029"/>
                      <a:pt x="26" y="1154"/>
                      <a:pt x="126" y="1229"/>
                    </a:cubicBezTo>
                    <a:cubicBezTo>
                      <a:pt x="159" y="1246"/>
                      <a:pt x="195" y="1254"/>
                      <a:pt x="232" y="1254"/>
                    </a:cubicBezTo>
                    <a:cubicBezTo>
                      <a:pt x="304" y="1254"/>
                      <a:pt x="376" y="1221"/>
                      <a:pt x="427" y="1154"/>
                    </a:cubicBezTo>
                    <a:cubicBezTo>
                      <a:pt x="577" y="853"/>
                      <a:pt x="727" y="577"/>
                      <a:pt x="878" y="302"/>
                    </a:cubicBezTo>
                    <a:cubicBezTo>
                      <a:pt x="928" y="201"/>
                      <a:pt x="903" y="76"/>
                      <a:pt x="803" y="26"/>
                    </a:cubicBezTo>
                    <a:cubicBezTo>
                      <a:pt x="769" y="9"/>
                      <a:pt x="733" y="1"/>
                      <a:pt x="6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4" name="Google Shape;5094;p54"/>
              <p:cNvSpPr/>
              <p:nvPr/>
            </p:nvSpPr>
            <p:spPr>
              <a:xfrm>
                <a:off x="16029275" y="-360012"/>
                <a:ext cx="13200" cy="10050"/>
              </a:xfrm>
              <a:custGeom>
                <a:rect b="b" l="l" r="r" t="t"/>
                <a:pathLst>
                  <a:path extrusionOk="0" h="402" w="528">
                    <a:moveTo>
                      <a:pt x="277" y="1"/>
                    </a:moveTo>
                    <a:cubicBezTo>
                      <a:pt x="1" y="1"/>
                      <a:pt x="1" y="402"/>
                      <a:pt x="277" y="402"/>
                    </a:cubicBezTo>
                    <a:cubicBezTo>
                      <a:pt x="527" y="402"/>
                      <a:pt x="527" y="1"/>
                      <a:pt x="2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5" name="Google Shape;5095;p54"/>
              <p:cNvSpPr/>
              <p:nvPr/>
            </p:nvSpPr>
            <p:spPr>
              <a:xfrm>
                <a:off x="16235775" y="-901512"/>
                <a:ext cx="155700" cy="524225"/>
              </a:xfrm>
              <a:custGeom>
                <a:rect b="b" l="l" r="r" t="t"/>
                <a:pathLst>
                  <a:path extrusionOk="0" h="20969" w="6228">
                    <a:moveTo>
                      <a:pt x="6024" y="0"/>
                    </a:moveTo>
                    <a:cubicBezTo>
                      <a:pt x="5920" y="0"/>
                      <a:pt x="5814" y="69"/>
                      <a:pt x="5801" y="207"/>
                    </a:cubicBezTo>
                    <a:cubicBezTo>
                      <a:pt x="5475" y="5746"/>
                      <a:pt x="4222" y="11210"/>
                      <a:pt x="2117" y="16348"/>
                    </a:cubicBezTo>
                    <a:cubicBezTo>
                      <a:pt x="1490" y="17826"/>
                      <a:pt x="814" y="19255"/>
                      <a:pt x="87" y="20658"/>
                    </a:cubicBezTo>
                    <a:cubicBezTo>
                      <a:pt x="1" y="20814"/>
                      <a:pt x="140" y="20969"/>
                      <a:pt x="276" y="20969"/>
                    </a:cubicBezTo>
                    <a:cubicBezTo>
                      <a:pt x="338" y="20969"/>
                      <a:pt x="399" y="20937"/>
                      <a:pt x="438" y="20859"/>
                    </a:cubicBezTo>
                    <a:cubicBezTo>
                      <a:pt x="3069" y="15896"/>
                      <a:pt x="4874" y="10508"/>
                      <a:pt x="5726" y="4944"/>
                    </a:cubicBezTo>
                    <a:cubicBezTo>
                      <a:pt x="5951" y="3365"/>
                      <a:pt x="6127" y="1786"/>
                      <a:pt x="6227" y="207"/>
                    </a:cubicBezTo>
                    <a:cubicBezTo>
                      <a:pt x="6227" y="69"/>
                      <a:pt x="6127" y="0"/>
                      <a:pt x="6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6" name="Google Shape;5096;p54"/>
              <p:cNvSpPr/>
              <p:nvPr/>
            </p:nvSpPr>
            <p:spPr>
              <a:xfrm>
                <a:off x="16220925" y="-343687"/>
                <a:ext cx="46575" cy="63250"/>
              </a:xfrm>
              <a:custGeom>
                <a:rect b="b" l="l" r="r" t="t"/>
                <a:pathLst>
                  <a:path extrusionOk="0" h="2530" w="1863">
                    <a:moveTo>
                      <a:pt x="1584" y="1"/>
                    </a:moveTo>
                    <a:cubicBezTo>
                      <a:pt x="1520" y="1"/>
                      <a:pt x="1454" y="30"/>
                      <a:pt x="1408" y="100"/>
                    </a:cubicBezTo>
                    <a:cubicBezTo>
                      <a:pt x="982" y="802"/>
                      <a:pt x="530" y="1503"/>
                      <a:pt x="104" y="2230"/>
                    </a:cubicBezTo>
                    <a:cubicBezTo>
                      <a:pt x="1" y="2386"/>
                      <a:pt x="147" y="2530"/>
                      <a:pt x="290" y="2530"/>
                    </a:cubicBezTo>
                    <a:cubicBezTo>
                      <a:pt x="353" y="2530"/>
                      <a:pt x="416" y="2501"/>
                      <a:pt x="455" y="2431"/>
                    </a:cubicBezTo>
                    <a:cubicBezTo>
                      <a:pt x="906" y="1729"/>
                      <a:pt x="1332" y="1027"/>
                      <a:pt x="1758" y="300"/>
                    </a:cubicBezTo>
                    <a:cubicBezTo>
                      <a:pt x="1862" y="145"/>
                      <a:pt x="1727" y="1"/>
                      <a:pt x="15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7" name="Google Shape;5097;p54"/>
              <p:cNvSpPr/>
              <p:nvPr/>
            </p:nvSpPr>
            <p:spPr>
              <a:xfrm>
                <a:off x="16288675" y="-399487"/>
                <a:ext cx="13200" cy="10700"/>
              </a:xfrm>
              <a:custGeom>
                <a:rect b="b" l="l" r="r" t="t"/>
                <a:pathLst>
                  <a:path extrusionOk="0" h="428" w="528">
                    <a:moveTo>
                      <a:pt x="252" y="1"/>
                    </a:moveTo>
                    <a:cubicBezTo>
                      <a:pt x="1" y="1"/>
                      <a:pt x="1" y="427"/>
                      <a:pt x="252" y="427"/>
                    </a:cubicBezTo>
                    <a:cubicBezTo>
                      <a:pt x="527" y="427"/>
                      <a:pt x="527"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8" name="Google Shape;5098;p54"/>
              <p:cNvSpPr/>
              <p:nvPr/>
            </p:nvSpPr>
            <p:spPr>
              <a:xfrm>
                <a:off x="16164000" y="-482812"/>
                <a:ext cx="35100" cy="42625"/>
              </a:xfrm>
              <a:custGeom>
                <a:rect b="b" l="l" r="r" t="t"/>
                <a:pathLst>
                  <a:path extrusionOk="0" h="1705" w="1404">
                    <a:moveTo>
                      <a:pt x="1162" y="1"/>
                    </a:moveTo>
                    <a:cubicBezTo>
                      <a:pt x="1089" y="1"/>
                      <a:pt x="1028" y="34"/>
                      <a:pt x="978" y="101"/>
                    </a:cubicBezTo>
                    <a:cubicBezTo>
                      <a:pt x="677" y="527"/>
                      <a:pt x="376" y="953"/>
                      <a:pt x="51" y="1404"/>
                    </a:cubicBezTo>
                    <a:cubicBezTo>
                      <a:pt x="0" y="1479"/>
                      <a:pt x="51" y="1630"/>
                      <a:pt x="126" y="1680"/>
                    </a:cubicBezTo>
                    <a:cubicBezTo>
                      <a:pt x="167" y="1697"/>
                      <a:pt x="206" y="1705"/>
                      <a:pt x="243" y="1705"/>
                    </a:cubicBezTo>
                    <a:cubicBezTo>
                      <a:pt x="315" y="1705"/>
                      <a:pt x="376" y="1671"/>
                      <a:pt x="426" y="1605"/>
                    </a:cubicBezTo>
                    <a:cubicBezTo>
                      <a:pt x="727" y="1179"/>
                      <a:pt x="1028" y="752"/>
                      <a:pt x="1354" y="301"/>
                    </a:cubicBezTo>
                    <a:cubicBezTo>
                      <a:pt x="1404" y="226"/>
                      <a:pt x="1379" y="76"/>
                      <a:pt x="1279" y="26"/>
                    </a:cubicBezTo>
                    <a:cubicBezTo>
                      <a:pt x="1237" y="9"/>
                      <a:pt x="1198" y="1"/>
                      <a:pt x="1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9" name="Google Shape;5099;p54"/>
              <p:cNvSpPr/>
              <p:nvPr/>
            </p:nvSpPr>
            <p:spPr>
              <a:xfrm>
                <a:off x="16236675" y="-594187"/>
                <a:ext cx="24475" cy="29175"/>
              </a:xfrm>
              <a:custGeom>
                <a:rect b="b" l="l" r="r" t="t"/>
                <a:pathLst>
                  <a:path extrusionOk="0" h="1167" w="979">
                    <a:moveTo>
                      <a:pt x="778" y="1"/>
                    </a:moveTo>
                    <a:cubicBezTo>
                      <a:pt x="753" y="1"/>
                      <a:pt x="727" y="7"/>
                      <a:pt x="702" y="19"/>
                    </a:cubicBezTo>
                    <a:cubicBezTo>
                      <a:pt x="652" y="19"/>
                      <a:pt x="602" y="70"/>
                      <a:pt x="577" y="95"/>
                    </a:cubicBezTo>
                    <a:cubicBezTo>
                      <a:pt x="402" y="345"/>
                      <a:pt x="201" y="596"/>
                      <a:pt x="26" y="847"/>
                    </a:cubicBezTo>
                    <a:cubicBezTo>
                      <a:pt x="1" y="897"/>
                      <a:pt x="1" y="972"/>
                      <a:pt x="1" y="1022"/>
                    </a:cubicBezTo>
                    <a:cubicBezTo>
                      <a:pt x="26" y="1072"/>
                      <a:pt x="51" y="1122"/>
                      <a:pt x="101" y="1147"/>
                    </a:cubicBezTo>
                    <a:cubicBezTo>
                      <a:pt x="126" y="1160"/>
                      <a:pt x="151" y="1166"/>
                      <a:pt x="176" y="1166"/>
                    </a:cubicBezTo>
                    <a:cubicBezTo>
                      <a:pt x="201" y="1166"/>
                      <a:pt x="226" y="1160"/>
                      <a:pt x="251" y="1147"/>
                    </a:cubicBezTo>
                    <a:cubicBezTo>
                      <a:pt x="326" y="1147"/>
                      <a:pt x="352" y="1097"/>
                      <a:pt x="377" y="1072"/>
                    </a:cubicBezTo>
                    <a:cubicBezTo>
                      <a:pt x="577" y="821"/>
                      <a:pt x="753" y="571"/>
                      <a:pt x="928" y="320"/>
                    </a:cubicBezTo>
                    <a:cubicBezTo>
                      <a:pt x="953" y="270"/>
                      <a:pt x="978" y="195"/>
                      <a:pt x="953" y="145"/>
                    </a:cubicBezTo>
                    <a:cubicBezTo>
                      <a:pt x="953" y="95"/>
                      <a:pt x="903" y="45"/>
                      <a:pt x="853" y="19"/>
                    </a:cubicBezTo>
                    <a:cubicBezTo>
                      <a:pt x="828" y="7"/>
                      <a:pt x="803"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0" name="Google Shape;5100;p54"/>
              <p:cNvSpPr/>
              <p:nvPr/>
            </p:nvSpPr>
            <p:spPr>
              <a:xfrm>
                <a:off x="16250475" y="-573037"/>
                <a:ext cx="22575" cy="26850"/>
              </a:xfrm>
              <a:custGeom>
                <a:rect b="b" l="l" r="r" t="t"/>
                <a:pathLst>
                  <a:path extrusionOk="0" h="1074" w="903">
                    <a:moveTo>
                      <a:pt x="678" y="1"/>
                    </a:moveTo>
                    <a:cubicBezTo>
                      <a:pt x="613" y="1"/>
                      <a:pt x="551" y="34"/>
                      <a:pt x="501" y="101"/>
                    </a:cubicBezTo>
                    <a:cubicBezTo>
                      <a:pt x="351" y="326"/>
                      <a:pt x="201" y="527"/>
                      <a:pt x="50" y="752"/>
                    </a:cubicBezTo>
                    <a:cubicBezTo>
                      <a:pt x="25" y="803"/>
                      <a:pt x="0" y="878"/>
                      <a:pt x="25" y="928"/>
                    </a:cubicBezTo>
                    <a:cubicBezTo>
                      <a:pt x="25" y="978"/>
                      <a:pt x="75" y="1028"/>
                      <a:pt x="125" y="1053"/>
                    </a:cubicBezTo>
                    <a:cubicBezTo>
                      <a:pt x="153" y="1067"/>
                      <a:pt x="181" y="1073"/>
                      <a:pt x="209" y="1073"/>
                    </a:cubicBezTo>
                    <a:cubicBezTo>
                      <a:pt x="280" y="1073"/>
                      <a:pt x="347" y="1032"/>
                      <a:pt x="401" y="978"/>
                    </a:cubicBezTo>
                    <a:cubicBezTo>
                      <a:pt x="551" y="752"/>
                      <a:pt x="702" y="527"/>
                      <a:pt x="852" y="301"/>
                    </a:cubicBezTo>
                    <a:cubicBezTo>
                      <a:pt x="902" y="276"/>
                      <a:pt x="902" y="201"/>
                      <a:pt x="877" y="151"/>
                    </a:cubicBezTo>
                    <a:cubicBezTo>
                      <a:pt x="877" y="101"/>
                      <a:pt x="827" y="51"/>
                      <a:pt x="777" y="26"/>
                    </a:cubicBezTo>
                    <a:cubicBezTo>
                      <a:pt x="744" y="9"/>
                      <a:pt x="710" y="1"/>
                      <a:pt x="6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1" name="Google Shape;5101;p54"/>
              <p:cNvSpPr/>
              <p:nvPr/>
            </p:nvSpPr>
            <p:spPr>
              <a:xfrm>
                <a:off x="16286175" y="-615012"/>
                <a:ext cx="13175" cy="10675"/>
              </a:xfrm>
              <a:custGeom>
                <a:rect b="b" l="l" r="r" t="t"/>
                <a:pathLst>
                  <a:path extrusionOk="0" h="427" w="527">
                    <a:moveTo>
                      <a:pt x="276" y="0"/>
                    </a:moveTo>
                    <a:cubicBezTo>
                      <a:pt x="1" y="0"/>
                      <a:pt x="1" y="426"/>
                      <a:pt x="276" y="426"/>
                    </a:cubicBezTo>
                    <a:cubicBezTo>
                      <a:pt x="527" y="426"/>
                      <a:pt x="527" y="0"/>
                      <a:pt x="2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2" name="Google Shape;5102;p54"/>
              <p:cNvSpPr/>
              <p:nvPr/>
            </p:nvSpPr>
            <p:spPr>
              <a:xfrm>
                <a:off x="16264075" y="-936287"/>
                <a:ext cx="96400" cy="99575"/>
              </a:xfrm>
              <a:custGeom>
                <a:rect b="b" l="l" r="r" t="t"/>
                <a:pathLst>
                  <a:path extrusionOk="0" h="3983" w="3856">
                    <a:moveTo>
                      <a:pt x="3558" y="1"/>
                    </a:moveTo>
                    <a:cubicBezTo>
                      <a:pt x="3496" y="1"/>
                      <a:pt x="3435" y="28"/>
                      <a:pt x="3391" y="94"/>
                    </a:cubicBezTo>
                    <a:cubicBezTo>
                      <a:pt x="2514" y="1448"/>
                      <a:pt x="1436" y="2651"/>
                      <a:pt x="158" y="3653"/>
                    </a:cubicBezTo>
                    <a:cubicBezTo>
                      <a:pt x="0" y="3771"/>
                      <a:pt x="137" y="3982"/>
                      <a:pt x="312" y="3982"/>
                    </a:cubicBezTo>
                    <a:cubicBezTo>
                      <a:pt x="359" y="3982"/>
                      <a:pt x="410" y="3967"/>
                      <a:pt x="459" y="3929"/>
                    </a:cubicBezTo>
                    <a:cubicBezTo>
                      <a:pt x="1737" y="2926"/>
                      <a:pt x="2865" y="1698"/>
                      <a:pt x="3767" y="320"/>
                    </a:cubicBezTo>
                    <a:cubicBezTo>
                      <a:pt x="3855" y="160"/>
                      <a:pt x="3706" y="1"/>
                      <a:pt x="35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3" name="Google Shape;5103;p54"/>
              <p:cNvSpPr/>
              <p:nvPr/>
            </p:nvSpPr>
            <p:spPr>
              <a:xfrm>
                <a:off x="16372650" y="-975912"/>
                <a:ext cx="15675" cy="21950"/>
              </a:xfrm>
              <a:custGeom>
                <a:rect b="b" l="l" r="r" t="t"/>
                <a:pathLst>
                  <a:path extrusionOk="0" h="878" w="627">
                    <a:moveTo>
                      <a:pt x="476" y="0"/>
                    </a:moveTo>
                    <a:cubicBezTo>
                      <a:pt x="426" y="0"/>
                      <a:pt x="351" y="0"/>
                      <a:pt x="301" y="25"/>
                    </a:cubicBezTo>
                    <a:cubicBezTo>
                      <a:pt x="301" y="25"/>
                      <a:pt x="276" y="50"/>
                      <a:pt x="276" y="50"/>
                    </a:cubicBezTo>
                    <a:cubicBezTo>
                      <a:pt x="251" y="75"/>
                      <a:pt x="226" y="125"/>
                      <a:pt x="201" y="151"/>
                    </a:cubicBezTo>
                    <a:cubicBezTo>
                      <a:pt x="151" y="301"/>
                      <a:pt x="75" y="451"/>
                      <a:pt x="25" y="602"/>
                    </a:cubicBezTo>
                    <a:cubicBezTo>
                      <a:pt x="0" y="652"/>
                      <a:pt x="25" y="727"/>
                      <a:pt x="50" y="777"/>
                    </a:cubicBezTo>
                    <a:cubicBezTo>
                      <a:pt x="75" y="827"/>
                      <a:pt x="126" y="852"/>
                      <a:pt x="176" y="877"/>
                    </a:cubicBezTo>
                    <a:cubicBezTo>
                      <a:pt x="226" y="877"/>
                      <a:pt x="276" y="877"/>
                      <a:pt x="326" y="852"/>
                    </a:cubicBezTo>
                    <a:cubicBezTo>
                      <a:pt x="351" y="827"/>
                      <a:pt x="351" y="827"/>
                      <a:pt x="376" y="827"/>
                    </a:cubicBezTo>
                    <a:cubicBezTo>
                      <a:pt x="401" y="777"/>
                      <a:pt x="426" y="752"/>
                      <a:pt x="426" y="727"/>
                    </a:cubicBezTo>
                    <a:cubicBezTo>
                      <a:pt x="502" y="577"/>
                      <a:pt x="552" y="426"/>
                      <a:pt x="627" y="251"/>
                    </a:cubicBezTo>
                    <a:cubicBezTo>
                      <a:pt x="627" y="226"/>
                      <a:pt x="627" y="151"/>
                      <a:pt x="602" y="100"/>
                    </a:cubicBezTo>
                    <a:cubicBezTo>
                      <a:pt x="577" y="50"/>
                      <a:pt x="527" y="25"/>
                      <a:pt x="4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4" name="Google Shape;5104;p54"/>
              <p:cNvSpPr/>
              <p:nvPr/>
            </p:nvSpPr>
            <p:spPr>
              <a:xfrm>
                <a:off x="16388925" y="-962012"/>
                <a:ext cx="18200" cy="21825"/>
              </a:xfrm>
              <a:custGeom>
                <a:rect b="b" l="l" r="r" t="t"/>
                <a:pathLst>
                  <a:path extrusionOk="0" h="873" w="728">
                    <a:moveTo>
                      <a:pt x="490" y="0"/>
                    </a:moveTo>
                    <a:cubicBezTo>
                      <a:pt x="460" y="0"/>
                      <a:pt x="430" y="7"/>
                      <a:pt x="402" y="21"/>
                    </a:cubicBezTo>
                    <a:cubicBezTo>
                      <a:pt x="302" y="96"/>
                      <a:pt x="201" y="196"/>
                      <a:pt x="126" y="296"/>
                    </a:cubicBezTo>
                    <a:cubicBezTo>
                      <a:pt x="51" y="422"/>
                      <a:pt x="26" y="547"/>
                      <a:pt x="1" y="672"/>
                    </a:cubicBezTo>
                    <a:cubicBezTo>
                      <a:pt x="1" y="722"/>
                      <a:pt x="51" y="773"/>
                      <a:pt x="76" y="823"/>
                    </a:cubicBezTo>
                    <a:cubicBezTo>
                      <a:pt x="101" y="848"/>
                      <a:pt x="176" y="873"/>
                      <a:pt x="226" y="873"/>
                    </a:cubicBezTo>
                    <a:cubicBezTo>
                      <a:pt x="277" y="873"/>
                      <a:pt x="327" y="848"/>
                      <a:pt x="377" y="823"/>
                    </a:cubicBezTo>
                    <a:cubicBezTo>
                      <a:pt x="377" y="798"/>
                      <a:pt x="402" y="798"/>
                      <a:pt x="402" y="773"/>
                    </a:cubicBezTo>
                    <a:cubicBezTo>
                      <a:pt x="427" y="747"/>
                      <a:pt x="427" y="697"/>
                      <a:pt x="427" y="672"/>
                    </a:cubicBezTo>
                    <a:cubicBezTo>
                      <a:pt x="427" y="687"/>
                      <a:pt x="427" y="697"/>
                      <a:pt x="427" y="697"/>
                    </a:cubicBezTo>
                    <a:cubicBezTo>
                      <a:pt x="427" y="655"/>
                      <a:pt x="445" y="612"/>
                      <a:pt x="466" y="569"/>
                    </a:cubicBezTo>
                    <a:lnTo>
                      <a:pt x="466" y="569"/>
                    </a:lnTo>
                    <a:cubicBezTo>
                      <a:pt x="486" y="529"/>
                      <a:pt x="507" y="492"/>
                      <a:pt x="527" y="472"/>
                    </a:cubicBezTo>
                    <a:cubicBezTo>
                      <a:pt x="526" y="472"/>
                      <a:pt x="524" y="472"/>
                      <a:pt x="523" y="472"/>
                    </a:cubicBezTo>
                    <a:lnTo>
                      <a:pt x="523" y="472"/>
                    </a:lnTo>
                    <a:cubicBezTo>
                      <a:pt x="543" y="447"/>
                      <a:pt x="566" y="415"/>
                      <a:pt x="602" y="397"/>
                    </a:cubicBezTo>
                    <a:lnTo>
                      <a:pt x="602" y="397"/>
                    </a:lnTo>
                    <a:cubicBezTo>
                      <a:pt x="577" y="422"/>
                      <a:pt x="577" y="422"/>
                      <a:pt x="552" y="447"/>
                    </a:cubicBezTo>
                    <a:cubicBezTo>
                      <a:pt x="577" y="422"/>
                      <a:pt x="602" y="397"/>
                      <a:pt x="627" y="397"/>
                    </a:cubicBezTo>
                    <a:cubicBezTo>
                      <a:pt x="653" y="372"/>
                      <a:pt x="703" y="321"/>
                      <a:pt x="703" y="271"/>
                    </a:cubicBezTo>
                    <a:cubicBezTo>
                      <a:pt x="728" y="221"/>
                      <a:pt x="728" y="146"/>
                      <a:pt x="703" y="96"/>
                    </a:cubicBezTo>
                    <a:cubicBezTo>
                      <a:pt x="648" y="42"/>
                      <a:pt x="568" y="0"/>
                      <a:pt x="4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5" name="Google Shape;5105;p54"/>
              <p:cNvSpPr/>
              <p:nvPr/>
            </p:nvSpPr>
            <p:spPr>
              <a:xfrm>
                <a:off x="16250850" y="-846162"/>
                <a:ext cx="88275" cy="158225"/>
              </a:xfrm>
              <a:custGeom>
                <a:rect b="b" l="l" r="r" t="t"/>
                <a:pathLst>
                  <a:path extrusionOk="0" h="6329" w="3531">
                    <a:moveTo>
                      <a:pt x="3251" y="0"/>
                    </a:moveTo>
                    <a:cubicBezTo>
                      <a:pt x="3191" y="0"/>
                      <a:pt x="3131" y="29"/>
                      <a:pt x="3093" y="98"/>
                    </a:cubicBezTo>
                    <a:cubicBezTo>
                      <a:pt x="2090" y="2078"/>
                      <a:pt x="1088" y="4033"/>
                      <a:pt x="85" y="6013"/>
                    </a:cubicBezTo>
                    <a:cubicBezTo>
                      <a:pt x="1" y="6183"/>
                      <a:pt x="145" y="6329"/>
                      <a:pt x="286" y="6329"/>
                    </a:cubicBezTo>
                    <a:cubicBezTo>
                      <a:pt x="353" y="6329"/>
                      <a:pt x="421" y="6295"/>
                      <a:pt x="461" y="6214"/>
                    </a:cubicBezTo>
                    <a:cubicBezTo>
                      <a:pt x="1464" y="4259"/>
                      <a:pt x="2441" y="2279"/>
                      <a:pt x="3444" y="324"/>
                    </a:cubicBezTo>
                    <a:cubicBezTo>
                      <a:pt x="3531" y="150"/>
                      <a:pt x="3388" y="0"/>
                      <a:pt x="3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6" name="Google Shape;5106;p54"/>
              <p:cNvSpPr/>
              <p:nvPr/>
            </p:nvSpPr>
            <p:spPr>
              <a:xfrm>
                <a:off x="16254850" y="-788412"/>
                <a:ext cx="13175" cy="14900"/>
              </a:xfrm>
              <a:custGeom>
                <a:rect b="b" l="l" r="r" t="t"/>
                <a:pathLst>
                  <a:path extrusionOk="0" h="596" w="527">
                    <a:moveTo>
                      <a:pt x="314" y="0"/>
                    </a:moveTo>
                    <a:cubicBezTo>
                      <a:pt x="295" y="0"/>
                      <a:pt x="276" y="6"/>
                      <a:pt x="251" y="19"/>
                    </a:cubicBezTo>
                    <a:lnTo>
                      <a:pt x="201" y="19"/>
                    </a:lnTo>
                    <a:cubicBezTo>
                      <a:pt x="176" y="44"/>
                      <a:pt x="151" y="69"/>
                      <a:pt x="126" y="94"/>
                    </a:cubicBezTo>
                    <a:cubicBezTo>
                      <a:pt x="101" y="169"/>
                      <a:pt x="76" y="220"/>
                      <a:pt x="51" y="295"/>
                    </a:cubicBezTo>
                    <a:cubicBezTo>
                      <a:pt x="26" y="320"/>
                      <a:pt x="26" y="345"/>
                      <a:pt x="26" y="370"/>
                    </a:cubicBezTo>
                    <a:cubicBezTo>
                      <a:pt x="0" y="395"/>
                      <a:pt x="26" y="420"/>
                      <a:pt x="26" y="445"/>
                    </a:cubicBezTo>
                    <a:cubicBezTo>
                      <a:pt x="26" y="470"/>
                      <a:pt x="51" y="495"/>
                      <a:pt x="51" y="520"/>
                    </a:cubicBezTo>
                    <a:cubicBezTo>
                      <a:pt x="76" y="545"/>
                      <a:pt x="101" y="570"/>
                      <a:pt x="126" y="570"/>
                    </a:cubicBezTo>
                    <a:cubicBezTo>
                      <a:pt x="126" y="570"/>
                      <a:pt x="151" y="595"/>
                      <a:pt x="176" y="595"/>
                    </a:cubicBezTo>
                    <a:lnTo>
                      <a:pt x="276" y="595"/>
                    </a:lnTo>
                    <a:cubicBezTo>
                      <a:pt x="301" y="595"/>
                      <a:pt x="301" y="570"/>
                      <a:pt x="326" y="570"/>
                    </a:cubicBezTo>
                    <a:cubicBezTo>
                      <a:pt x="351" y="545"/>
                      <a:pt x="376" y="520"/>
                      <a:pt x="401" y="495"/>
                    </a:cubicBezTo>
                    <a:cubicBezTo>
                      <a:pt x="427" y="445"/>
                      <a:pt x="477" y="370"/>
                      <a:pt x="502" y="320"/>
                    </a:cubicBezTo>
                    <a:cubicBezTo>
                      <a:pt x="502" y="295"/>
                      <a:pt x="527" y="270"/>
                      <a:pt x="527" y="245"/>
                    </a:cubicBezTo>
                    <a:cubicBezTo>
                      <a:pt x="527" y="220"/>
                      <a:pt x="527" y="169"/>
                      <a:pt x="527" y="144"/>
                    </a:cubicBezTo>
                    <a:cubicBezTo>
                      <a:pt x="502" y="119"/>
                      <a:pt x="502" y="94"/>
                      <a:pt x="477" y="94"/>
                    </a:cubicBezTo>
                    <a:cubicBezTo>
                      <a:pt x="477" y="69"/>
                      <a:pt x="452" y="44"/>
                      <a:pt x="427" y="19"/>
                    </a:cubicBezTo>
                    <a:lnTo>
                      <a:pt x="376" y="19"/>
                    </a:lnTo>
                    <a:cubicBezTo>
                      <a:pt x="351" y="6"/>
                      <a:pt x="333" y="0"/>
                      <a:pt x="3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7" name="Google Shape;5107;p54"/>
              <p:cNvSpPr/>
              <p:nvPr/>
            </p:nvSpPr>
            <p:spPr>
              <a:xfrm>
                <a:off x="15859825" y="-1101187"/>
                <a:ext cx="235575" cy="218625"/>
              </a:xfrm>
              <a:custGeom>
                <a:rect b="b" l="l" r="r" t="t"/>
                <a:pathLst>
                  <a:path extrusionOk="0" h="8745" w="9423">
                    <a:moveTo>
                      <a:pt x="9143" y="1"/>
                    </a:moveTo>
                    <a:cubicBezTo>
                      <a:pt x="9082" y="1"/>
                      <a:pt x="9023" y="30"/>
                      <a:pt x="8984" y="99"/>
                    </a:cubicBezTo>
                    <a:cubicBezTo>
                      <a:pt x="8308" y="1502"/>
                      <a:pt x="6954" y="2355"/>
                      <a:pt x="5676" y="3157"/>
                    </a:cubicBezTo>
                    <a:cubicBezTo>
                      <a:pt x="4273" y="4009"/>
                      <a:pt x="2944" y="4936"/>
                      <a:pt x="1791" y="6164"/>
                    </a:cubicBezTo>
                    <a:cubicBezTo>
                      <a:pt x="1165" y="6866"/>
                      <a:pt x="588" y="7618"/>
                      <a:pt x="87" y="8445"/>
                    </a:cubicBezTo>
                    <a:cubicBezTo>
                      <a:pt x="1" y="8600"/>
                      <a:pt x="141" y="8744"/>
                      <a:pt x="277" y="8744"/>
                    </a:cubicBezTo>
                    <a:cubicBezTo>
                      <a:pt x="339" y="8744"/>
                      <a:pt x="399" y="8715"/>
                      <a:pt x="438" y="8645"/>
                    </a:cubicBezTo>
                    <a:cubicBezTo>
                      <a:pt x="1340" y="7167"/>
                      <a:pt x="2493" y="5863"/>
                      <a:pt x="3872" y="4836"/>
                    </a:cubicBezTo>
                    <a:cubicBezTo>
                      <a:pt x="5125" y="3883"/>
                      <a:pt x="6553" y="3207"/>
                      <a:pt x="7756" y="2229"/>
                    </a:cubicBezTo>
                    <a:cubicBezTo>
                      <a:pt x="8408" y="1703"/>
                      <a:pt x="8984" y="1076"/>
                      <a:pt x="9335" y="324"/>
                    </a:cubicBezTo>
                    <a:cubicBezTo>
                      <a:pt x="9422" y="151"/>
                      <a:pt x="9280" y="1"/>
                      <a:pt x="91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8" name="Google Shape;5108;p54"/>
              <p:cNvSpPr/>
              <p:nvPr/>
            </p:nvSpPr>
            <p:spPr>
              <a:xfrm>
                <a:off x="15932800" y="-955012"/>
                <a:ext cx="48900" cy="45075"/>
              </a:xfrm>
              <a:custGeom>
                <a:rect b="b" l="l" r="r" t="t"/>
                <a:pathLst>
                  <a:path extrusionOk="0" h="1803" w="1956">
                    <a:moveTo>
                      <a:pt x="1728" y="0"/>
                    </a:moveTo>
                    <a:cubicBezTo>
                      <a:pt x="1674" y="0"/>
                      <a:pt x="1619" y="26"/>
                      <a:pt x="1579" y="66"/>
                    </a:cubicBezTo>
                    <a:cubicBezTo>
                      <a:pt x="1028" y="467"/>
                      <a:pt x="527" y="944"/>
                      <a:pt x="75" y="1445"/>
                    </a:cubicBezTo>
                    <a:cubicBezTo>
                      <a:pt x="0" y="1520"/>
                      <a:pt x="0" y="1670"/>
                      <a:pt x="75" y="1746"/>
                    </a:cubicBezTo>
                    <a:cubicBezTo>
                      <a:pt x="113" y="1783"/>
                      <a:pt x="169" y="1802"/>
                      <a:pt x="226" y="1802"/>
                    </a:cubicBezTo>
                    <a:cubicBezTo>
                      <a:pt x="282" y="1802"/>
                      <a:pt x="339" y="1783"/>
                      <a:pt x="376" y="1746"/>
                    </a:cubicBezTo>
                    <a:cubicBezTo>
                      <a:pt x="827" y="1244"/>
                      <a:pt x="1329" y="768"/>
                      <a:pt x="1855" y="342"/>
                    </a:cubicBezTo>
                    <a:cubicBezTo>
                      <a:pt x="1955" y="292"/>
                      <a:pt x="1930" y="142"/>
                      <a:pt x="1855" y="66"/>
                    </a:cubicBezTo>
                    <a:cubicBezTo>
                      <a:pt x="1820" y="20"/>
                      <a:pt x="1774" y="0"/>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9" name="Google Shape;5109;p54"/>
              <p:cNvSpPr/>
              <p:nvPr/>
            </p:nvSpPr>
            <p:spPr>
              <a:xfrm>
                <a:off x="16019600" y="-1001387"/>
                <a:ext cx="53800" cy="61175"/>
              </a:xfrm>
              <a:custGeom>
                <a:rect b="b" l="l" r="r" t="t"/>
                <a:pathLst>
                  <a:path extrusionOk="0" h="2447" w="2152">
                    <a:moveTo>
                      <a:pt x="1851" y="1"/>
                    </a:moveTo>
                    <a:cubicBezTo>
                      <a:pt x="1805" y="1"/>
                      <a:pt x="1757" y="20"/>
                      <a:pt x="1716" y="67"/>
                    </a:cubicBezTo>
                    <a:cubicBezTo>
                      <a:pt x="1090" y="693"/>
                      <a:pt x="563" y="1395"/>
                      <a:pt x="87" y="2147"/>
                    </a:cubicBezTo>
                    <a:cubicBezTo>
                      <a:pt x="1" y="2303"/>
                      <a:pt x="141" y="2446"/>
                      <a:pt x="286" y="2446"/>
                    </a:cubicBezTo>
                    <a:cubicBezTo>
                      <a:pt x="351" y="2446"/>
                      <a:pt x="416" y="2417"/>
                      <a:pt x="463" y="2348"/>
                    </a:cubicBezTo>
                    <a:cubicBezTo>
                      <a:pt x="914" y="1621"/>
                      <a:pt x="1415" y="969"/>
                      <a:pt x="2017" y="368"/>
                    </a:cubicBezTo>
                    <a:cubicBezTo>
                      <a:pt x="2152" y="214"/>
                      <a:pt x="2006" y="1"/>
                      <a:pt x="18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0" name="Google Shape;5110;p54"/>
              <p:cNvSpPr/>
              <p:nvPr/>
            </p:nvSpPr>
            <p:spPr>
              <a:xfrm>
                <a:off x="16103675" y="-1077662"/>
                <a:ext cx="147900" cy="182150"/>
              </a:xfrm>
              <a:custGeom>
                <a:rect b="b" l="l" r="r" t="t"/>
                <a:pathLst>
                  <a:path extrusionOk="0" h="7286" w="5916">
                    <a:moveTo>
                      <a:pt x="5642" y="0"/>
                    </a:moveTo>
                    <a:cubicBezTo>
                      <a:pt x="5583" y="0"/>
                      <a:pt x="5527" y="32"/>
                      <a:pt x="5496" y="110"/>
                    </a:cubicBezTo>
                    <a:cubicBezTo>
                      <a:pt x="4293" y="2817"/>
                      <a:pt x="1862" y="4647"/>
                      <a:pt x="108" y="6977"/>
                    </a:cubicBezTo>
                    <a:cubicBezTo>
                      <a:pt x="1" y="7138"/>
                      <a:pt x="147" y="7285"/>
                      <a:pt x="304" y="7285"/>
                    </a:cubicBezTo>
                    <a:cubicBezTo>
                      <a:pt x="367" y="7285"/>
                      <a:pt x="433" y="7261"/>
                      <a:pt x="484" y="7203"/>
                    </a:cubicBezTo>
                    <a:cubicBezTo>
                      <a:pt x="2213" y="4872"/>
                      <a:pt x="4644" y="3043"/>
                      <a:pt x="5847" y="311"/>
                    </a:cubicBezTo>
                    <a:cubicBezTo>
                      <a:pt x="5916" y="156"/>
                      <a:pt x="5771" y="0"/>
                      <a:pt x="56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1" name="Google Shape;5111;p54"/>
              <p:cNvSpPr/>
              <p:nvPr/>
            </p:nvSpPr>
            <p:spPr>
              <a:xfrm>
                <a:off x="16190700" y="-996562"/>
                <a:ext cx="58000" cy="63675"/>
              </a:xfrm>
              <a:custGeom>
                <a:rect b="b" l="l" r="r" t="t"/>
                <a:pathLst>
                  <a:path extrusionOk="0" h="2547" w="2320">
                    <a:moveTo>
                      <a:pt x="2041" y="0"/>
                    </a:moveTo>
                    <a:cubicBezTo>
                      <a:pt x="1977" y="0"/>
                      <a:pt x="1911" y="29"/>
                      <a:pt x="1865" y="99"/>
                    </a:cubicBezTo>
                    <a:cubicBezTo>
                      <a:pt x="1363" y="851"/>
                      <a:pt x="787" y="1553"/>
                      <a:pt x="135" y="2180"/>
                    </a:cubicBezTo>
                    <a:cubicBezTo>
                      <a:pt x="1" y="2333"/>
                      <a:pt x="147" y="2546"/>
                      <a:pt x="301" y="2546"/>
                    </a:cubicBezTo>
                    <a:cubicBezTo>
                      <a:pt x="348" y="2546"/>
                      <a:pt x="395" y="2527"/>
                      <a:pt x="436" y="2480"/>
                    </a:cubicBezTo>
                    <a:cubicBezTo>
                      <a:pt x="1113" y="1804"/>
                      <a:pt x="1689" y="1077"/>
                      <a:pt x="2216" y="300"/>
                    </a:cubicBezTo>
                    <a:cubicBezTo>
                      <a:pt x="2319" y="144"/>
                      <a:pt x="2184" y="0"/>
                      <a:pt x="20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2" name="Google Shape;5112;p54"/>
              <p:cNvSpPr/>
              <p:nvPr/>
            </p:nvSpPr>
            <p:spPr>
              <a:xfrm>
                <a:off x="16185925" y="-896962"/>
                <a:ext cx="20075" cy="21950"/>
              </a:xfrm>
              <a:custGeom>
                <a:rect b="b" l="l" r="r" t="t"/>
                <a:pathLst>
                  <a:path extrusionOk="0" h="878" w="803">
                    <a:moveTo>
                      <a:pt x="577" y="0"/>
                    </a:moveTo>
                    <a:cubicBezTo>
                      <a:pt x="527" y="0"/>
                      <a:pt x="477" y="25"/>
                      <a:pt x="427" y="50"/>
                    </a:cubicBezTo>
                    <a:cubicBezTo>
                      <a:pt x="301" y="226"/>
                      <a:pt x="201" y="376"/>
                      <a:pt x="76" y="526"/>
                    </a:cubicBezTo>
                    <a:cubicBezTo>
                      <a:pt x="26" y="577"/>
                      <a:pt x="1" y="602"/>
                      <a:pt x="1" y="677"/>
                    </a:cubicBezTo>
                    <a:cubicBezTo>
                      <a:pt x="1" y="727"/>
                      <a:pt x="26" y="777"/>
                      <a:pt x="76" y="827"/>
                    </a:cubicBezTo>
                    <a:cubicBezTo>
                      <a:pt x="101" y="852"/>
                      <a:pt x="151" y="877"/>
                      <a:pt x="201" y="877"/>
                    </a:cubicBezTo>
                    <a:cubicBezTo>
                      <a:pt x="276" y="877"/>
                      <a:pt x="326" y="852"/>
                      <a:pt x="351" y="827"/>
                    </a:cubicBezTo>
                    <a:cubicBezTo>
                      <a:pt x="477" y="652"/>
                      <a:pt x="602" y="501"/>
                      <a:pt x="727" y="351"/>
                    </a:cubicBezTo>
                    <a:cubicBezTo>
                      <a:pt x="778" y="301"/>
                      <a:pt x="803" y="276"/>
                      <a:pt x="803" y="201"/>
                    </a:cubicBezTo>
                    <a:cubicBezTo>
                      <a:pt x="803" y="150"/>
                      <a:pt x="778" y="100"/>
                      <a:pt x="727" y="50"/>
                    </a:cubicBezTo>
                    <a:cubicBezTo>
                      <a:pt x="702" y="25"/>
                      <a:pt x="652" y="0"/>
                      <a:pt x="5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3" name="Google Shape;5113;p54"/>
              <p:cNvSpPr/>
              <p:nvPr/>
            </p:nvSpPr>
            <p:spPr>
              <a:xfrm>
                <a:off x="16199700" y="-885537"/>
                <a:ext cx="24475" cy="28950"/>
              </a:xfrm>
              <a:custGeom>
                <a:rect b="b" l="l" r="r" t="t"/>
                <a:pathLst>
                  <a:path extrusionOk="0" h="1158" w="979">
                    <a:moveTo>
                      <a:pt x="803" y="0"/>
                    </a:moveTo>
                    <a:cubicBezTo>
                      <a:pt x="778" y="0"/>
                      <a:pt x="753" y="7"/>
                      <a:pt x="728" y="19"/>
                    </a:cubicBezTo>
                    <a:cubicBezTo>
                      <a:pt x="653" y="19"/>
                      <a:pt x="628" y="69"/>
                      <a:pt x="602" y="94"/>
                    </a:cubicBezTo>
                    <a:lnTo>
                      <a:pt x="26" y="846"/>
                    </a:lnTo>
                    <a:cubicBezTo>
                      <a:pt x="1" y="871"/>
                      <a:pt x="1" y="947"/>
                      <a:pt x="1" y="997"/>
                    </a:cubicBezTo>
                    <a:cubicBezTo>
                      <a:pt x="26" y="1047"/>
                      <a:pt x="51" y="1097"/>
                      <a:pt x="101" y="1122"/>
                    </a:cubicBezTo>
                    <a:cubicBezTo>
                      <a:pt x="137" y="1140"/>
                      <a:pt x="172" y="1157"/>
                      <a:pt x="208" y="1157"/>
                    </a:cubicBezTo>
                    <a:cubicBezTo>
                      <a:pt x="222" y="1157"/>
                      <a:pt x="237" y="1154"/>
                      <a:pt x="252" y="1147"/>
                    </a:cubicBezTo>
                    <a:cubicBezTo>
                      <a:pt x="327" y="1122"/>
                      <a:pt x="352" y="1097"/>
                      <a:pt x="377" y="1047"/>
                    </a:cubicBezTo>
                    <a:lnTo>
                      <a:pt x="953" y="320"/>
                    </a:lnTo>
                    <a:cubicBezTo>
                      <a:pt x="978" y="270"/>
                      <a:pt x="978" y="195"/>
                      <a:pt x="978" y="145"/>
                    </a:cubicBezTo>
                    <a:cubicBezTo>
                      <a:pt x="953" y="94"/>
                      <a:pt x="928" y="44"/>
                      <a:pt x="878" y="19"/>
                    </a:cubicBezTo>
                    <a:cubicBezTo>
                      <a:pt x="853" y="7"/>
                      <a:pt x="828" y="0"/>
                      <a:pt x="80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4" name="Google Shape;5114;p54"/>
              <p:cNvSpPr/>
              <p:nvPr/>
            </p:nvSpPr>
            <p:spPr>
              <a:xfrm>
                <a:off x="15799325" y="-719037"/>
                <a:ext cx="10050" cy="40775"/>
              </a:xfrm>
              <a:custGeom>
                <a:rect b="b" l="l" r="r" t="t"/>
                <a:pathLst>
                  <a:path extrusionOk="0" h="1631" w="402">
                    <a:moveTo>
                      <a:pt x="201" y="1"/>
                    </a:moveTo>
                    <a:cubicBezTo>
                      <a:pt x="76" y="1"/>
                      <a:pt x="1" y="101"/>
                      <a:pt x="1" y="201"/>
                    </a:cubicBezTo>
                    <a:lnTo>
                      <a:pt x="1" y="1404"/>
                    </a:lnTo>
                    <a:cubicBezTo>
                      <a:pt x="1" y="1530"/>
                      <a:pt x="101" y="1630"/>
                      <a:pt x="201" y="1630"/>
                    </a:cubicBezTo>
                    <a:cubicBezTo>
                      <a:pt x="327" y="1630"/>
                      <a:pt x="402" y="1530"/>
                      <a:pt x="402" y="1404"/>
                    </a:cubicBezTo>
                    <a:lnTo>
                      <a:pt x="402" y="201"/>
                    </a:lnTo>
                    <a:cubicBezTo>
                      <a:pt x="402" y="101"/>
                      <a:pt x="327"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5" name="Google Shape;5115;p54"/>
              <p:cNvSpPr/>
              <p:nvPr/>
            </p:nvSpPr>
            <p:spPr>
              <a:xfrm>
                <a:off x="16085675" y="-737337"/>
                <a:ext cx="63175" cy="66075"/>
              </a:xfrm>
              <a:custGeom>
                <a:rect b="b" l="l" r="r" t="t"/>
                <a:pathLst>
                  <a:path extrusionOk="0" h="2643" w="2527">
                    <a:moveTo>
                      <a:pt x="2264" y="0"/>
                    </a:moveTo>
                    <a:cubicBezTo>
                      <a:pt x="2180" y="0"/>
                      <a:pt x="2101" y="47"/>
                      <a:pt x="2081" y="156"/>
                    </a:cubicBezTo>
                    <a:cubicBezTo>
                      <a:pt x="1805" y="1084"/>
                      <a:pt x="1103" y="1886"/>
                      <a:pt x="176" y="2237"/>
                    </a:cubicBezTo>
                    <a:cubicBezTo>
                      <a:pt x="76" y="2262"/>
                      <a:pt x="1" y="2362"/>
                      <a:pt x="26" y="2487"/>
                    </a:cubicBezTo>
                    <a:cubicBezTo>
                      <a:pt x="47" y="2574"/>
                      <a:pt x="145" y="2643"/>
                      <a:pt x="236" y="2643"/>
                    </a:cubicBezTo>
                    <a:cubicBezTo>
                      <a:pt x="249" y="2643"/>
                      <a:pt x="263" y="2641"/>
                      <a:pt x="276" y="2638"/>
                    </a:cubicBezTo>
                    <a:cubicBezTo>
                      <a:pt x="1354" y="2237"/>
                      <a:pt x="2181" y="1359"/>
                      <a:pt x="2482" y="257"/>
                    </a:cubicBezTo>
                    <a:cubicBezTo>
                      <a:pt x="2527" y="106"/>
                      <a:pt x="2391" y="0"/>
                      <a:pt x="2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16" name="Google Shape;5116;p54"/>
            <p:cNvGrpSpPr/>
            <p:nvPr/>
          </p:nvGrpSpPr>
          <p:grpSpPr>
            <a:xfrm rot="-307216">
              <a:off x="4290114" y="2990826"/>
              <a:ext cx="560803" cy="823898"/>
              <a:chOff x="2316550" y="1172425"/>
              <a:chExt cx="1293275" cy="1900000"/>
            </a:xfrm>
          </p:grpSpPr>
          <p:sp>
            <p:nvSpPr>
              <p:cNvPr id="5117" name="Google Shape;5117;p54"/>
              <p:cNvSpPr/>
              <p:nvPr/>
            </p:nvSpPr>
            <p:spPr>
              <a:xfrm>
                <a:off x="2316550" y="1176725"/>
                <a:ext cx="1293275" cy="1890375"/>
              </a:xfrm>
              <a:custGeom>
                <a:rect b="b" l="l" r="r" t="t"/>
                <a:pathLst>
                  <a:path extrusionOk="0" h="75615" w="51731">
                    <a:moveTo>
                      <a:pt x="30345" y="1"/>
                    </a:moveTo>
                    <a:cubicBezTo>
                      <a:pt x="28448" y="1"/>
                      <a:pt x="26542" y="342"/>
                      <a:pt x="24688" y="1103"/>
                    </a:cubicBezTo>
                    <a:cubicBezTo>
                      <a:pt x="1" y="11228"/>
                      <a:pt x="12908" y="48747"/>
                      <a:pt x="27470" y="61680"/>
                    </a:cubicBezTo>
                    <a:cubicBezTo>
                      <a:pt x="27846" y="62005"/>
                      <a:pt x="28222" y="62356"/>
                      <a:pt x="28597" y="62657"/>
                    </a:cubicBezTo>
                    <a:cubicBezTo>
                      <a:pt x="35239" y="68146"/>
                      <a:pt x="42833" y="72331"/>
                      <a:pt x="50778" y="75615"/>
                    </a:cubicBezTo>
                    <a:cubicBezTo>
                      <a:pt x="46317" y="71429"/>
                      <a:pt x="44387" y="65113"/>
                      <a:pt x="44287" y="59023"/>
                    </a:cubicBezTo>
                    <a:cubicBezTo>
                      <a:pt x="44111" y="48923"/>
                      <a:pt x="47620" y="39449"/>
                      <a:pt x="49901" y="29775"/>
                    </a:cubicBezTo>
                    <a:cubicBezTo>
                      <a:pt x="51730" y="21980"/>
                      <a:pt x="51555" y="13058"/>
                      <a:pt x="45565" y="7043"/>
                    </a:cubicBezTo>
                    <a:cubicBezTo>
                      <a:pt x="41603" y="3044"/>
                      <a:pt x="36010" y="1"/>
                      <a:pt x="30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8" name="Google Shape;5118;p54"/>
              <p:cNvSpPr/>
              <p:nvPr/>
            </p:nvSpPr>
            <p:spPr>
              <a:xfrm>
                <a:off x="2572200" y="1172425"/>
                <a:ext cx="1037000" cy="1900000"/>
              </a:xfrm>
              <a:custGeom>
                <a:rect b="b" l="l" r="r" t="t"/>
                <a:pathLst>
                  <a:path extrusionOk="0" h="76000" w="41480">
                    <a:moveTo>
                      <a:pt x="20095" y="423"/>
                    </a:moveTo>
                    <a:cubicBezTo>
                      <a:pt x="24243" y="423"/>
                      <a:pt x="28351" y="2031"/>
                      <a:pt x="31805" y="4483"/>
                    </a:cubicBezTo>
                    <a:cubicBezTo>
                      <a:pt x="34336" y="6262"/>
                      <a:pt x="36592" y="8493"/>
                      <a:pt x="38071" y="11225"/>
                    </a:cubicBezTo>
                    <a:cubicBezTo>
                      <a:pt x="39474" y="13781"/>
                      <a:pt x="40201" y="16688"/>
                      <a:pt x="40402" y="19596"/>
                    </a:cubicBezTo>
                    <a:cubicBezTo>
                      <a:pt x="40878" y="25886"/>
                      <a:pt x="38998" y="31952"/>
                      <a:pt x="37394" y="37967"/>
                    </a:cubicBezTo>
                    <a:cubicBezTo>
                      <a:pt x="35590" y="44659"/>
                      <a:pt x="33860" y="51451"/>
                      <a:pt x="33860" y="58418"/>
                    </a:cubicBezTo>
                    <a:cubicBezTo>
                      <a:pt x="33837" y="64466"/>
                      <a:pt x="35474" y="70717"/>
                      <a:pt x="39665" y="75193"/>
                    </a:cubicBezTo>
                    <a:lnTo>
                      <a:pt x="39665" y="75193"/>
                    </a:lnTo>
                    <a:cubicBezTo>
                      <a:pt x="31503" y="71738"/>
                      <a:pt x="23336" y="67284"/>
                      <a:pt x="16843" y="61225"/>
                    </a:cubicBezTo>
                    <a:cubicBezTo>
                      <a:pt x="12958" y="57591"/>
                      <a:pt x="9900" y="53080"/>
                      <a:pt x="7444" y="48393"/>
                    </a:cubicBezTo>
                    <a:cubicBezTo>
                      <a:pt x="4687" y="43130"/>
                      <a:pt x="2607" y="37440"/>
                      <a:pt x="1529" y="31601"/>
                    </a:cubicBezTo>
                    <a:cubicBezTo>
                      <a:pt x="527" y="26087"/>
                      <a:pt x="376" y="20247"/>
                      <a:pt x="2056" y="14859"/>
                    </a:cubicBezTo>
                    <a:cubicBezTo>
                      <a:pt x="4011" y="8643"/>
                      <a:pt x="8547" y="3957"/>
                      <a:pt x="14512" y="1475"/>
                    </a:cubicBezTo>
                    <a:cubicBezTo>
                      <a:pt x="16343" y="751"/>
                      <a:pt x="18223" y="423"/>
                      <a:pt x="20095" y="423"/>
                    </a:cubicBezTo>
                    <a:close/>
                    <a:moveTo>
                      <a:pt x="20099" y="1"/>
                    </a:moveTo>
                    <a:cubicBezTo>
                      <a:pt x="18193" y="1"/>
                      <a:pt x="16278" y="334"/>
                      <a:pt x="14413" y="1074"/>
                    </a:cubicBezTo>
                    <a:lnTo>
                      <a:pt x="14413" y="1074"/>
                    </a:lnTo>
                    <a:cubicBezTo>
                      <a:pt x="14412" y="1074"/>
                      <a:pt x="14412" y="1074"/>
                      <a:pt x="14412" y="1074"/>
                    </a:cubicBezTo>
                    <a:cubicBezTo>
                      <a:pt x="14412" y="1074"/>
                      <a:pt x="14412" y="1074"/>
                      <a:pt x="14412" y="1074"/>
                    </a:cubicBezTo>
                    <a:lnTo>
                      <a:pt x="14412" y="1074"/>
                    </a:lnTo>
                    <a:cubicBezTo>
                      <a:pt x="14409" y="1075"/>
                      <a:pt x="14406" y="1077"/>
                      <a:pt x="14403" y="1078"/>
                    </a:cubicBezTo>
                    <a:lnTo>
                      <a:pt x="14403" y="1078"/>
                    </a:lnTo>
                    <a:cubicBezTo>
                      <a:pt x="9144" y="3284"/>
                      <a:pt x="4836" y="7117"/>
                      <a:pt x="2557" y="12378"/>
                    </a:cubicBezTo>
                    <a:cubicBezTo>
                      <a:pt x="301" y="17516"/>
                      <a:pt x="0" y="23305"/>
                      <a:pt x="677" y="28794"/>
                    </a:cubicBezTo>
                    <a:cubicBezTo>
                      <a:pt x="1404" y="34809"/>
                      <a:pt x="3284" y="40674"/>
                      <a:pt x="5840" y="46112"/>
                    </a:cubicBezTo>
                    <a:cubicBezTo>
                      <a:pt x="8271" y="51275"/>
                      <a:pt x="11379" y="56212"/>
                      <a:pt x="15339" y="60323"/>
                    </a:cubicBezTo>
                    <a:cubicBezTo>
                      <a:pt x="18472" y="63556"/>
                      <a:pt x="22231" y="66213"/>
                      <a:pt x="26016" y="68619"/>
                    </a:cubicBezTo>
                    <a:cubicBezTo>
                      <a:pt x="30602" y="71501"/>
                      <a:pt x="35489" y="73907"/>
                      <a:pt x="40477" y="75987"/>
                    </a:cubicBezTo>
                    <a:cubicBezTo>
                      <a:pt x="40500" y="75996"/>
                      <a:pt x="40523" y="76000"/>
                      <a:pt x="40544" y="76000"/>
                    </a:cubicBezTo>
                    <a:cubicBezTo>
                      <a:pt x="40708" y="76000"/>
                      <a:pt x="40810" y="75769"/>
                      <a:pt x="40677" y="75636"/>
                    </a:cubicBezTo>
                    <a:cubicBezTo>
                      <a:pt x="35915" y="71100"/>
                      <a:pt x="34211" y="64433"/>
                      <a:pt x="34261" y="58017"/>
                    </a:cubicBezTo>
                    <a:cubicBezTo>
                      <a:pt x="34336" y="50699"/>
                      <a:pt x="36316" y="43581"/>
                      <a:pt x="38196" y="36563"/>
                    </a:cubicBezTo>
                    <a:cubicBezTo>
                      <a:pt x="39775" y="30623"/>
                      <a:pt x="41479" y="24583"/>
                      <a:pt x="40702" y="18368"/>
                    </a:cubicBezTo>
                    <a:cubicBezTo>
                      <a:pt x="40026" y="12754"/>
                      <a:pt x="37269" y="8117"/>
                      <a:pt x="32808" y="4708"/>
                    </a:cubicBezTo>
                    <a:cubicBezTo>
                      <a:pt x="29152" y="1900"/>
                      <a:pt x="24649" y="1"/>
                      <a:pt x="200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9" name="Google Shape;5119;p54"/>
              <p:cNvSpPr/>
              <p:nvPr/>
            </p:nvSpPr>
            <p:spPr>
              <a:xfrm>
                <a:off x="2911800" y="1276650"/>
                <a:ext cx="120325" cy="109150"/>
              </a:xfrm>
              <a:custGeom>
                <a:rect b="b" l="l" r="r" t="t"/>
                <a:pathLst>
                  <a:path extrusionOk="0" h="4366" w="4813">
                    <a:moveTo>
                      <a:pt x="2362" y="0"/>
                    </a:moveTo>
                    <a:cubicBezTo>
                      <a:pt x="1353" y="0"/>
                      <a:pt x="370" y="781"/>
                      <a:pt x="201" y="1793"/>
                    </a:cubicBezTo>
                    <a:cubicBezTo>
                      <a:pt x="0" y="2845"/>
                      <a:pt x="702" y="3998"/>
                      <a:pt x="1730" y="4299"/>
                    </a:cubicBezTo>
                    <a:cubicBezTo>
                      <a:pt x="1899" y="4344"/>
                      <a:pt x="2073" y="4366"/>
                      <a:pt x="2248" y="4366"/>
                    </a:cubicBezTo>
                    <a:cubicBezTo>
                      <a:pt x="3138" y="4366"/>
                      <a:pt x="4047" y="3808"/>
                      <a:pt x="4361" y="2971"/>
                    </a:cubicBezTo>
                    <a:cubicBezTo>
                      <a:pt x="4813" y="1843"/>
                      <a:pt x="4136" y="389"/>
                      <a:pt x="2933" y="88"/>
                    </a:cubicBezTo>
                    <a:cubicBezTo>
                      <a:pt x="2745" y="28"/>
                      <a:pt x="2553" y="0"/>
                      <a:pt x="2362"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0" name="Google Shape;5120;p54"/>
              <p:cNvSpPr/>
              <p:nvPr/>
            </p:nvSpPr>
            <p:spPr>
              <a:xfrm>
                <a:off x="2901300" y="1272025"/>
                <a:ext cx="139475" cy="118525"/>
              </a:xfrm>
              <a:custGeom>
                <a:rect b="b" l="l" r="r" t="t"/>
                <a:pathLst>
                  <a:path extrusionOk="0" h="4741" w="5579">
                    <a:moveTo>
                      <a:pt x="2797" y="417"/>
                    </a:moveTo>
                    <a:cubicBezTo>
                      <a:pt x="3084" y="417"/>
                      <a:pt x="3376" y="482"/>
                      <a:pt x="3654" y="624"/>
                    </a:cubicBezTo>
                    <a:cubicBezTo>
                      <a:pt x="5578" y="1621"/>
                      <a:pt x="4607" y="4313"/>
                      <a:pt x="2684" y="4313"/>
                    </a:cubicBezTo>
                    <a:cubicBezTo>
                      <a:pt x="2528" y="4313"/>
                      <a:pt x="2367" y="4296"/>
                      <a:pt x="2200" y="4258"/>
                    </a:cubicBezTo>
                    <a:lnTo>
                      <a:pt x="2200" y="4258"/>
                    </a:lnTo>
                    <a:cubicBezTo>
                      <a:pt x="2200" y="4258"/>
                      <a:pt x="2200" y="4258"/>
                      <a:pt x="2200" y="4258"/>
                    </a:cubicBezTo>
                    <a:cubicBezTo>
                      <a:pt x="1147" y="3907"/>
                      <a:pt x="471" y="2704"/>
                      <a:pt x="947" y="1627"/>
                    </a:cubicBezTo>
                    <a:cubicBezTo>
                      <a:pt x="1276" y="895"/>
                      <a:pt x="2020" y="417"/>
                      <a:pt x="2797" y="417"/>
                    </a:cubicBezTo>
                    <a:close/>
                    <a:moveTo>
                      <a:pt x="2799" y="1"/>
                    </a:moveTo>
                    <a:cubicBezTo>
                      <a:pt x="1848" y="1"/>
                      <a:pt x="916" y="579"/>
                      <a:pt x="546" y="1476"/>
                    </a:cubicBezTo>
                    <a:cubicBezTo>
                      <a:pt x="0" y="2790"/>
                      <a:pt x="804" y="4202"/>
                      <a:pt x="2058" y="4669"/>
                    </a:cubicBezTo>
                    <a:lnTo>
                      <a:pt x="2058" y="4669"/>
                    </a:lnTo>
                    <a:cubicBezTo>
                      <a:pt x="2071" y="4675"/>
                      <a:pt x="2085" y="4680"/>
                      <a:pt x="2100" y="4684"/>
                    </a:cubicBezTo>
                    <a:cubicBezTo>
                      <a:pt x="2100" y="4684"/>
                      <a:pt x="2100" y="4684"/>
                      <a:pt x="2100" y="4684"/>
                    </a:cubicBezTo>
                    <a:lnTo>
                      <a:pt x="2100" y="4684"/>
                    </a:lnTo>
                    <a:cubicBezTo>
                      <a:pt x="2114" y="4689"/>
                      <a:pt x="2128" y="4692"/>
                      <a:pt x="2142" y="4693"/>
                    </a:cubicBezTo>
                    <a:lnTo>
                      <a:pt x="2142" y="4693"/>
                    </a:lnTo>
                    <a:cubicBezTo>
                      <a:pt x="2309" y="4725"/>
                      <a:pt x="2479" y="4740"/>
                      <a:pt x="2647" y="4740"/>
                    </a:cubicBezTo>
                    <a:cubicBezTo>
                      <a:pt x="3681" y="4740"/>
                      <a:pt x="4691" y="4153"/>
                      <a:pt x="5032" y="3130"/>
                    </a:cubicBezTo>
                    <a:cubicBezTo>
                      <a:pt x="5408" y="1953"/>
                      <a:pt x="4756" y="599"/>
                      <a:pt x="3603" y="148"/>
                    </a:cubicBezTo>
                    <a:cubicBezTo>
                      <a:pt x="3342" y="48"/>
                      <a:pt x="3070" y="1"/>
                      <a:pt x="279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1" name="Google Shape;5121;p54"/>
              <p:cNvSpPr/>
              <p:nvPr/>
            </p:nvSpPr>
            <p:spPr>
              <a:xfrm>
                <a:off x="3102900" y="1450475"/>
                <a:ext cx="120950" cy="108925"/>
              </a:xfrm>
              <a:custGeom>
                <a:rect b="b" l="l" r="r" t="t"/>
                <a:pathLst>
                  <a:path extrusionOk="0" h="4357" w="4838">
                    <a:moveTo>
                      <a:pt x="2409" y="0"/>
                    </a:moveTo>
                    <a:cubicBezTo>
                      <a:pt x="1417" y="0"/>
                      <a:pt x="454" y="734"/>
                      <a:pt x="226" y="1707"/>
                    </a:cubicBezTo>
                    <a:cubicBezTo>
                      <a:pt x="1" y="2759"/>
                      <a:pt x="677" y="3937"/>
                      <a:pt x="1705" y="4263"/>
                    </a:cubicBezTo>
                    <a:cubicBezTo>
                      <a:pt x="1905" y="4327"/>
                      <a:pt x="2113" y="4357"/>
                      <a:pt x="2321" y="4357"/>
                    </a:cubicBezTo>
                    <a:cubicBezTo>
                      <a:pt x="3181" y="4357"/>
                      <a:pt x="4044" y="3842"/>
                      <a:pt x="4387" y="3035"/>
                    </a:cubicBezTo>
                    <a:cubicBezTo>
                      <a:pt x="4838" y="1932"/>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2" name="Google Shape;5122;p54"/>
              <p:cNvSpPr/>
              <p:nvPr/>
            </p:nvSpPr>
            <p:spPr>
              <a:xfrm>
                <a:off x="3094300" y="1445925"/>
                <a:ext cx="133950" cy="118275"/>
              </a:xfrm>
              <a:custGeom>
                <a:rect b="b" l="l" r="r" t="t"/>
                <a:pathLst>
                  <a:path extrusionOk="0" h="4731" w="5358">
                    <a:moveTo>
                      <a:pt x="2743" y="416"/>
                    </a:moveTo>
                    <a:cubicBezTo>
                      <a:pt x="2991" y="416"/>
                      <a:pt x="3240" y="462"/>
                      <a:pt x="3477" y="560"/>
                    </a:cubicBezTo>
                    <a:cubicBezTo>
                      <a:pt x="4355" y="936"/>
                      <a:pt x="4856" y="1964"/>
                      <a:pt x="4605" y="2866"/>
                    </a:cubicBezTo>
                    <a:cubicBezTo>
                      <a:pt x="4377" y="3780"/>
                      <a:pt x="3529" y="4315"/>
                      <a:pt x="2647" y="4315"/>
                    </a:cubicBezTo>
                    <a:cubicBezTo>
                      <a:pt x="2464" y="4315"/>
                      <a:pt x="2280" y="4292"/>
                      <a:pt x="2099" y="4245"/>
                    </a:cubicBezTo>
                    <a:lnTo>
                      <a:pt x="2099" y="4245"/>
                    </a:lnTo>
                    <a:cubicBezTo>
                      <a:pt x="2099" y="4245"/>
                      <a:pt x="2099" y="4245"/>
                      <a:pt x="2099" y="4245"/>
                    </a:cubicBezTo>
                    <a:cubicBezTo>
                      <a:pt x="1122" y="3869"/>
                      <a:pt x="495" y="2791"/>
                      <a:pt x="846" y="1738"/>
                    </a:cubicBezTo>
                    <a:cubicBezTo>
                      <a:pt x="1116" y="929"/>
                      <a:pt x="1919" y="416"/>
                      <a:pt x="2743" y="416"/>
                    </a:cubicBezTo>
                    <a:close/>
                    <a:moveTo>
                      <a:pt x="2744" y="1"/>
                    </a:moveTo>
                    <a:cubicBezTo>
                      <a:pt x="1771" y="1"/>
                      <a:pt x="825" y="591"/>
                      <a:pt x="470" y="1538"/>
                    </a:cubicBezTo>
                    <a:cubicBezTo>
                      <a:pt x="0" y="2799"/>
                      <a:pt x="751" y="4158"/>
                      <a:pt x="1951" y="4627"/>
                    </a:cubicBezTo>
                    <a:lnTo>
                      <a:pt x="1951" y="4627"/>
                    </a:lnTo>
                    <a:cubicBezTo>
                      <a:pt x="1965" y="4635"/>
                      <a:pt x="1981" y="4641"/>
                      <a:pt x="1999" y="4646"/>
                    </a:cubicBezTo>
                    <a:cubicBezTo>
                      <a:pt x="1999" y="4646"/>
                      <a:pt x="1999" y="4646"/>
                      <a:pt x="1999" y="4646"/>
                    </a:cubicBezTo>
                    <a:lnTo>
                      <a:pt x="1999" y="4646"/>
                    </a:lnTo>
                    <a:cubicBezTo>
                      <a:pt x="2019" y="4654"/>
                      <a:pt x="2039" y="4659"/>
                      <a:pt x="2057" y="4661"/>
                    </a:cubicBezTo>
                    <a:lnTo>
                      <a:pt x="2057" y="4661"/>
                    </a:lnTo>
                    <a:cubicBezTo>
                      <a:pt x="2251" y="4708"/>
                      <a:pt x="2449" y="4731"/>
                      <a:pt x="2647" y="4731"/>
                    </a:cubicBezTo>
                    <a:cubicBezTo>
                      <a:pt x="3665" y="4731"/>
                      <a:pt x="4672" y="4124"/>
                      <a:pt x="4981" y="3092"/>
                    </a:cubicBezTo>
                    <a:cubicBezTo>
                      <a:pt x="5357" y="1914"/>
                      <a:pt x="4681" y="535"/>
                      <a:pt x="3528" y="134"/>
                    </a:cubicBezTo>
                    <a:cubicBezTo>
                      <a:pt x="3272" y="44"/>
                      <a:pt x="3007" y="1"/>
                      <a:pt x="27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3" name="Google Shape;5123;p54"/>
              <p:cNvSpPr/>
              <p:nvPr/>
            </p:nvSpPr>
            <p:spPr>
              <a:xfrm>
                <a:off x="3183100" y="1685450"/>
                <a:ext cx="120950" cy="108925"/>
              </a:xfrm>
              <a:custGeom>
                <a:rect b="b" l="l" r="r" t="t"/>
                <a:pathLst>
                  <a:path extrusionOk="0" h="4357" w="4838">
                    <a:moveTo>
                      <a:pt x="2394" y="0"/>
                    </a:moveTo>
                    <a:cubicBezTo>
                      <a:pt x="1410" y="0"/>
                      <a:pt x="433" y="737"/>
                      <a:pt x="226" y="1731"/>
                    </a:cubicBezTo>
                    <a:cubicBezTo>
                      <a:pt x="1" y="2759"/>
                      <a:pt x="677" y="3937"/>
                      <a:pt x="1705" y="4263"/>
                    </a:cubicBezTo>
                    <a:cubicBezTo>
                      <a:pt x="1900" y="4326"/>
                      <a:pt x="2104" y="4356"/>
                      <a:pt x="2309" y="4356"/>
                    </a:cubicBezTo>
                    <a:cubicBezTo>
                      <a:pt x="3156" y="4356"/>
                      <a:pt x="4019" y="3842"/>
                      <a:pt x="4362" y="3035"/>
                    </a:cubicBezTo>
                    <a:cubicBezTo>
                      <a:pt x="4838" y="1932"/>
                      <a:pt x="4211" y="453"/>
                      <a:pt x="3008" y="102"/>
                    </a:cubicBezTo>
                    <a:cubicBezTo>
                      <a:pt x="2808" y="33"/>
                      <a:pt x="2601" y="0"/>
                      <a:pt x="2394"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4" name="Google Shape;5124;p54"/>
              <p:cNvSpPr/>
              <p:nvPr/>
            </p:nvSpPr>
            <p:spPr>
              <a:xfrm>
                <a:off x="3173925" y="1680900"/>
                <a:ext cx="133900" cy="118275"/>
              </a:xfrm>
              <a:custGeom>
                <a:rect b="b" l="l" r="r" t="t"/>
                <a:pathLst>
                  <a:path extrusionOk="0" h="4731" w="5356">
                    <a:moveTo>
                      <a:pt x="2765" y="416"/>
                    </a:moveTo>
                    <a:cubicBezTo>
                      <a:pt x="3014" y="416"/>
                      <a:pt x="3264" y="462"/>
                      <a:pt x="3501" y="560"/>
                    </a:cubicBezTo>
                    <a:cubicBezTo>
                      <a:pt x="4353" y="936"/>
                      <a:pt x="4854" y="1964"/>
                      <a:pt x="4628" y="2891"/>
                    </a:cubicBezTo>
                    <a:cubicBezTo>
                      <a:pt x="4400" y="3783"/>
                      <a:pt x="3536" y="4315"/>
                      <a:pt x="2662" y="4315"/>
                    </a:cubicBezTo>
                    <a:cubicBezTo>
                      <a:pt x="2481" y="4315"/>
                      <a:pt x="2299" y="4292"/>
                      <a:pt x="2122" y="4244"/>
                    </a:cubicBezTo>
                    <a:lnTo>
                      <a:pt x="2122" y="4244"/>
                    </a:lnTo>
                    <a:cubicBezTo>
                      <a:pt x="2122" y="4244"/>
                      <a:pt x="2122" y="4244"/>
                      <a:pt x="2122" y="4244"/>
                    </a:cubicBezTo>
                    <a:cubicBezTo>
                      <a:pt x="1145" y="3868"/>
                      <a:pt x="518" y="2791"/>
                      <a:pt x="844" y="1763"/>
                    </a:cubicBezTo>
                    <a:cubicBezTo>
                      <a:pt x="1114" y="933"/>
                      <a:pt x="1934" y="416"/>
                      <a:pt x="2765" y="416"/>
                    </a:cubicBezTo>
                    <a:close/>
                    <a:moveTo>
                      <a:pt x="2755" y="0"/>
                    </a:moveTo>
                    <a:cubicBezTo>
                      <a:pt x="1794" y="0"/>
                      <a:pt x="848" y="590"/>
                      <a:pt x="493" y="1537"/>
                    </a:cubicBezTo>
                    <a:cubicBezTo>
                      <a:pt x="1" y="2793"/>
                      <a:pt x="741" y="4145"/>
                      <a:pt x="1932" y="4620"/>
                    </a:cubicBezTo>
                    <a:lnTo>
                      <a:pt x="1932" y="4620"/>
                    </a:lnTo>
                    <a:cubicBezTo>
                      <a:pt x="1950" y="4632"/>
                      <a:pt x="1972" y="4640"/>
                      <a:pt x="1997" y="4645"/>
                    </a:cubicBezTo>
                    <a:cubicBezTo>
                      <a:pt x="1997" y="4645"/>
                      <a:pt x="1997" y="4645"/>
                      <a:pt x="1997" y="4645"/>
                    </a:cubicBezTo>
                    <a:lnTo>
                      <a:pt x="1997" y="4645"/>
                    </a:lnTo>
                    <a:cubicBezTo>
                      <a:pt x="2018" y="4654"/>
                      <a:pt x="2038" y="4658"/>
                      <a:pt x="2057" y="4660"/>
                    </a:cubicBezTo>
                    <a:lnTo>
                      <a:pt x="2057" y="4660"/>
                    </a:lnTo>
                    <a:cubicBezTo>
                      <a:pt x="2254" y="4708"/>
                      <a:pt x="2456" y="4731"/>
                      <a:pt x="2656" y="4731"/>
                    </a:cubicBezTo>
                    <a:cubicBezTo>
                      <a:pt x="3688" y="4731"/>
                      <a:pt x="4695" y="4123"/>
                      <a:pt x="5004" y="3091"/>
                    </a:cubicBezTo>
                    <a:cubicBezTo>
                      <a:pt x="5355" y="1913"/>
                      <a:pt x="4704" y="535"/>
                      <a:pt x="3526" y="134"/>
                    </a:cubicBezTo>
                    <a:cubicBezTo>
                      <a:pt x="3275" y="43"/>
                      <a:pt x="3015" y="0"/>
                      <a:pt x="275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5" name="Google Shape;5125;p54"/>
              <p:cNvSpPr/>
              <p:nvPr/>
            </p:nvSpPr>
            <p:spPr>
              <a:xfrm>
                <a:off x="3396775" y="1493700"/>
                <a:ext cx="120950" cy="108950"/>
              </a:xfrm>
              <a:custGeom>
                <a:rect b="b" l="l" r="r" t="t"/>
                <a:pathLst>
                  <a:path extrusionOk="0" h="4358" w="4838">
                    <a:moveTo>
                      <a:pt x="2383" y="1"/>
                    </a:moveTo>
                    <a:cubicBezTo>
                      <a:pt x="1392" y="1"/>
                      <a:pt x="433" y="734"/>
                      <a:pt x="226" y="1707"/>
                    </a:cubicBezTo>
                    <a:cubicBezTo>
                      <a:pt x="0" y="2760"/>
                      <a:pt x="677" y="3938"/>
                      <a:pt x="1679" y="4264"/>
                    </a:cubicBezTo>
                    <a:cubicBezTo>
                      <a:pt x="1880" y="4327"/>
                      <a:pt x="2088" y="4357"/>
                      <a:pt x="2296" y="4357"/>
                    </a:cubicBezTo>
                    <a:cubicBezTo>
                      <a:pt x="3155" y="4357"/>
                      <a:pt x="4018" y="3843"/>
                      <a:pt x="4361" y="3035"/>
                    </a:cubicBezTo>
                    <a:cubicBezTo>
                      <a:pt x="4837" y="1933"/>
                      <a:pt x="4211" y="454"/>
                      <a:pt x="3008" y="103"/>
                    </a:cubicBezTo>
                    <a:cubicBezTo>
                      <a:pt x="2803" y="33"/>
                      <a:pt x="2592" y="1"/>
                      <a:pt x="2383"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6" name="Google Shape;5126;p54"/>
              <p:cNvSpPr/>
              <p:nvPr/>
            </p:nvSpPr>
            <p:spPr>
              <a:xfrm>
                <a:off x="3387500" y="1489175"/>
                <a:ext cx="133975" cy="118275"/>
              </a:xfrm>
              <a:custGeom>
                <a:rect b="b" l="l" r="r" t="t"/>
                <a:pathLst>
                  <a:path extrusionOk="0" h="4731" w="5359">
                    <a:moveTo>
                      <a:pt x="2766" y="415"/>
                    </a:moveTo>
                    <a:cubicBezTo>
                      <a:pt x="3016" y="415"/>
                      <a:pt x="3267" y="461"/>
                      <a:pt x="3504" y="560"/>
                    </a:cubicBezTo>
                    <a:cubicBezTo>
                      <a:pt x="4356" y="936"/>
                      <a:pt x="4857" y="1963"/>
                      <a:pt x="4632" y="2866"/>
                    </a:cubicBezTo>
                    <a:cubicBezTo>
                      <a:pt x="4403" y="3779"/>
                      <a:pt x="3539" y="4314"/>
                      <a:pt x="2664" y="4314"/>
                    </a:cubicBezTo>
                    <a:cubicBezTo>
                      <a:pt x="2483" y="4314"/>
                      <a:pt x="2302" y="4291"/>
                      <a:pt x="2125" y="4244"/>
                    </a:cubicBezTo>
                    <a:lnTo>
                      <a:pt x="2125" y="4244"/>
                    </a:lnTo>
                    <a:cubicBezTo>
                      <a:pt x="2125" y="4244"/>
                      <a:pt x="2125" y="4244"/>
                      <a:pt x="2125" y="4244"/>
                    </a:cubicBezTo>
                    <a:cubicBezTo>
                      <a:pt x="1148" y="3868"/>
                      <a:pt x="521" y="2765"/>
                      <a:pt x="847" y="1738"/>
                    </a:cubicBezTo>
                    <a:cubicBezTo>
                      <a:pt x="1117" y="928"/>
                      <a:pt x="1935" y="415"/>
                      <a:pt x="2766" y="415"/>
                    </a:cubicBezTo>
                    <a:close/>
                    <a:moveTo>
                      <a:pt x="2749" y="0"/>
                    </a:moveTo>
                    <a:cubicBezTo>
                      <a:pt x="1782" y="0"/>
                      <a:pt x="852" y="590"/>
                      <a:pt x="496" y="1537"/>
                    </a:cubicBezTo>
                    <a:cubicBezTo>
                      <a:pt x="0" y="2802"/>
                      <a:pt x="756" y="4141"/>
                      <a:pt x="1963" y="4630"/>
                    </a:cubicBezTo>
                    <a:lnTo>
                      <a:pt x="1963" y="4630"/>
                    </a:lnTo>
                    <a:cubicBezTo>
                      <a:pt x="1974" y="4636"/>
                      <a:pt x="1987" y="4641"/>
                      <a:pt x="2000" y="4645"/>
                    </a:cubicBezTo>
                    <a:cubicBezTo>
                      <a:pt x="2000" y="4645"/>
                      <a:pt x="2000" y="4645"/>
                      <a:pt x="2000" y="4645"/>
                    </a:cubicBezTo>
                    <a:lnTo>
                      <a:pt x="2000" y="4645"/>
                    </a:lnTo>
                    <a:cubicBezTo>
                      <a:pt x="2021" y="4653"/>
                      <a:pt x="2041" y="4658"/>
                      <a:pt x="2060" y="4660"/>
                    </a:cubicBezTo>
                    <a:lnTo>
                      <a:pt x="2060" y="4660"/>
                    </a:lnTo>
                    <a:cubicBezTo>
                      <a:pt x="2258" y="4707"/>
                      <a:pt x="2459" y="4730"/>
                      <a:pt x="2660" y="4730"/>
                    </a:cubicBezTo>
                    <a:cubicBezTo>
                      <a:pt x="3691" y="4730"/>
                      <a:pt x="4698" y="4123"/>
                      <a:pt x="5008" y="3091"/>
                    </a:cubicBezTo>
                    <a:cubicBezTo>
                      <a:pt x="5359" y="1913"/>
                      <a:pt x="4707" y="535"/>
                      <a:pt x="3529" y="134"/>
                    </a:cubicBezTo>
                    <a:cubicBezTo>
                      <a:pt x="3273" y="43"/>
                      <a:pt x="3010" y="0"/>
                      <a:pt x="274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7" name="Google Shape;5127;p54"/>
              <p:cNvSpPr/>
              <p:nvPr/>
            </p:nvSpPr>
            <p:spPr>
              <a:xfrm>
                <a:off x="2735725" y="1434175"/>
                <a:ext cx="120950" cy="108875"/>
              </a:xfrm>
              <a:custGeom>
                <a:rect b="b" l="l" r="r" t="t"/>
                <a:pathLst>
                  <a:path extrusionOk="0" h="4355" w="4838">
                    <a:moveTo>
                      <a:pt x="2409" y="1"/>
                    </a:moveTo>
                    <a:cubicBezTo>
                      <a:pt x="1417" y="1"/>
                      <a:pt x="454" y="734"/>
                      <a:pt x="226" y="1707"/>
                    </a:cubicBezTo>
                    <a:cubicBezTo>
                      <a:pt x="1" y="2760"/>
                      <a:pt x="678" y="3938"/>
                      <a:pt x="1705" y="4264"/>
                    </a:cubicBezTo>
                    <a:cubicBezTo>
                      <a:pt x="1901" y="4326"/>
                      <a:pt x="2104" y="4355"/>
                      <a:pt x="2308" y="4355"/>
                    </a:cubicBezTo>
                    <a:cubicBezTo>
                      <a:pt x="3171" y="4355"/>
                      <a:pt x="4037" y="3827"/>
                      <a:pt x="4362" y="3035"/>
                    </a:cubicBezTo>
                    <a:cubicBezTo>
                      <a:pt x="4838" y="1908"/>
                      <a:pt x="4211" y="454"/>
                      <a:pt x="3033"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8" name="Google Shape;5128;p54"/>
              <p:cNvSpPr/>
              <p:nvPr/>
            </p:nvSpPr>
            <p:spPr>
              <a:xfrm>
                <a:off x="2727150" y="1429075"/>
                <a:ext cx="133925" cy="118625"/>
              </a:xfrm>
              <a:custGeom>
                <a:rect b="b" l="l" r="r" t="t"/>
                <a:pathLst>
                  <a:path extrusionOk="0" h="4745" w="5357">
                    <a:moveTo>
                      <a:pt x="2742" y="438"/>
                    </a:moveTo>
                    <a:cubicBezTo>
                      <a:pt x="2990" y="438"/>
                      <a:pt x="3239" y="484"/>
                      <a:pt x="3477" y="583"/>
                    </a:cubicBezTo>
                    <a:cubicBezTo>
                      <a:pt x="4354" y="934"/>
                      <a:pt x="4830" y="1961"/>
                      <a:pt x="4605" y="2889"/>
                    </a:cubicBezTo>
                    <a:cubicBezTo>
                      <a:pt x="4374" y="3810"/>
                      <a:pt x="3497" y="4329"/>
                      <a:pt x="2616" y="4329"/>
                    </a:cubicBezTo>
                    <a:cubicBezTo>
                      <a:pt x="2442" y="4329"/>
                      <a:pt x="2268" y="4308"/>
                      <a:pt x="2098" y="4267"/>
                    </a:cubicBezTo>
                    <a:lnTo>
                      <a:pt x="2098" y="4267"/>
                    </a:lnTo>
                    <a:cubicBezTo>
                      <a:pt x="2098" y="4267"/>
                      <a:pt x="2098" y="4267"/>
                      <a:pt x="2098" y="4267"/>
                    </a:cubicBezTo>
                    <a:cubicBezTo>
                      <a:pt x="1121" y="3891"/>
                      <a:pt x="494" y="2788"/>
                      <a:pt x="820" y="1761"/>
                    </a:cubicBezTo>
                    <a:cubicBezTo>
                      <a:pt x="1109" y="951"/>
                      <a:pt x="1917" y="438"/>
                      <a:pt x="2742" y="438"/>
                    </a:cubicBezTo>
                    <a:close/>
                    <a:moveTo>
                      <a:pt x="2760" y="1"/>
                    </a:moveTo>
                    <a:cubicBezTo>
                      <a:pt x="1781" y="1"/>
                      <a:pt x="826" y="608"/>
                      <a:pt x="469" y="1560"/>
                    </a:cubicBezTo>
                    <a:cubicBezTo>
                      <a:pt x="0" y="2819"/>
                      <a:pt x="746" y="4150"/>
                      <a:pt x="1942" y="4646"/>
                    </a:cubicBezTo>
                    <a:lnTo>
                      <a:pt x="1942" y="4646"/>
                    </a:lnTo>
                    <a:cubicBezTo>
                      <a:pt x="1958" y="4655"/>
                      <a:pt x="1977" y="4662"/>
                      <a:pt x="1998" y="4668"/>
                    </a:cubicBezTo>
                    <a:cubicBezTo>
                      <a:pt x="1998" y="4668"/>
                      <a:pt x="1998" y="4668"/>
                      <a:pt x="1998" y="4668"/>
                    </a:cubicBezTo>
                    <a:lnTo>
                      <a:pt x="1998" y="4668"/>
                    </a:lnTo>
                    <a:cubicBezTo>
                      <a:pt x="2022" y="4677"/>
                      <a:pt x="2044" y="4682"/>
                      <a:pt x="2064" y="4684"/>
                    </a:cubicBezTo>
                    <a:lnTo>
                      <a:pt x="2064" y="4684"/>
                    </a:lnTo>
                    <a:cubicBezTo>
                      <a:pt x="2248" y="4724"/>
                      <a:pt x="2436" y="4744"/>
                      <a:pt x="2624" y="4744"/>
                    </a:cubicBezTo>
                    <a:cubicBezTo>
                      <a:pt x="3649" y="4744"/>
                      <a:pt x="4669" y="4150"/>
                      <a:pt x="4980" y="3089"/>
                    </a:cubicBezTo>
                    <a:cubicBezTo>
                      <a:pt x="5356" y="1911"/>
                      <a:pt x="4680" y="558"/>
                      <a:pt x="3527" y="132"/>
                    </a:cubicBezTo>
                    <a:cubicBezTo>
                      <a:pt x="3276" y="43"/>
                      <a:pt x="3017" y="1"/>
                      <a:pt x="2760"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9" name="Google Shape;5129;p54"/>
              <p:cNvSpPr/>
              <p:nvPr/>
            </p:nvSpPr>
            <p:spPr>
              <a:xfrm>
                <a:off x="2666800" y="1694825"/>
                <a:ext cx="120975" cy="108900"/>
              </a:xfrm>
              <a:custGeom>
                <a:rect b="b" l="l" r="r" t="t"/>
                <a:pathLst>
                  <a:path extrusionOk="0" h="4356" w="4839">
                    <a:moveTo>
                      <a:pt x="2409" y="1"/>
                    </a:moveTo>
                    <a:cubicBezTo>
                      <a:pt x="1417" y="1"/>
                      <a:pt x="454" y="734"/>
                      <a:pt x="227" y="1707"/>
                    </a:cubicBezTo>
                    <a:cubicBezTo>
                      <a:pt x="1" y="2760"/>
                      <a:pt x="678" y="3938"/>
                      <a:pt x="1705" y="4264"/>
                    </a:cubicBezTo>
                    <a:cubicBezTo>
                      <a:pt x="1901" y="4326"/>
                      <a:pt x="2104" y="4355"/>
                      <a:pt x="2308" y="4355"/>
                    </a:cubicBezTo>
                    <a:cubicBezTo>
                      <a:pt x="3172" y="4355"/>
                      <a:pt x="4042" y="3827"/>
                      <a:pt x="4387" y="3036"/>
                    </a:cubicBezTo>
                    <a:cubicBezTo>
                      <a:pt x="4838" y="1908"/>
                      <a:pt x="4237" y="454"/>
                      <a:pt x="3034" y="103"/>
                    </a:cubicBezTo>
                    <a:cubicBezTo>
                      <a:pt x="2828" y="33"/>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0" name="Google Shape;5130;p54"/>
              <p:cNvSpPr/>
              <p:nvPr/>
            </p:nvSpPr>
            <p:spPr>
              <a:xfrm>
                <a:off x="2658225" y="1689750"/>
                <a:ext cx="133925" cy="118600"/>
              </a:xfrm>
              <a:custGeom>
                <a:rect b="b" l="l" r="r" t="t"/>
                <a:pathLst>
                  <a:path extrusionOk="0" h="4744" w="5357">
                    <a:moveTo>
                      <a:pt x="2753" y="437"/>
                    </a:moveTo>
                    <a:cubicBezTo>
                      <a:pt x="2999" y="437"/>
                      <a:pt x="3245" y="484"/>
                      <a:pt x="3477" y="582"/>
                    </a:cubicBezTo>
                    <a:cubicBezTo>
                      <a:pt x="4354" y="933"/>
                      <a:pt x="4855" y="1960"/>
                      <a:pt x="4605" y="2888"/>
                    </a:cubicBezTo>
                    <a:cubicBezTo>
                      <a:pt x="4374" y="3809"/>
                      <a:pt x="3515" y="4328"/>
                      <a:pt x="2624" y="4328"/>
                    </a:cubicBezTo>
                    <a:cubicBezTo>
                      <a:pt x="2449" y="4328"/>
                      <a:pt x="2272" y="4307"/>
                      <a:pt x="2098" y="4266"/>
                    </a:cubicBezTo>
                    <a:lnTo>
                      <a:pt x="2098" y="4266"/>
                    </a:lnTo>
                    <a:cubicBezTo>
                      <a:pt x="2098" y="4266"/>
                      <a:pt x="2098" y="4266"/>
                      <a:pt x="2098" y="4266"/>
                    </a:cubicBezTo>
                    <a:cubicBezTo>
                      <a:pt x="1121" y="3890"/>
                      <a:pt x="494" y="2787"/>
                      <a:pt x="845" y="1760"/>
                    </a:cubicBezTo>
                    <a:cubicBezTo>
                      <a:pt x="1115" y="950"/>
                      <a:pt x="1933" y="437"/>
                      <a:pt x="2753" y="437"/>
                    </a:cubicBezTo>
                    <a:close/>
                    <a:moveTo>
                      <a:pt x="2760" y="0"/>
                    </a:moveTo>
                    <a:cubicBezTo>
                      <a:pt x="1781" y="0"/>
                      <a:pt x="826" y="607"/>
                      <a:pt x="469" y="1559"/>
                    </a:cubicBezTo>
                    <a:cubicBezTo>
                      <a:pt x="0" y="2818"/>
                      <a:pt x="746" y="4149"/>
                      <a:pt x="1942" y="4645"/>
                    </a:cubicBezTo>
                    <a:lnTo>
                      <a:pt x="1942" y="4645"/>
                    </a:lnTo>
                    <a:cubicBezTo>
                      <a:pt x="1958" y="4654"/>
                      <a:pt x="1977" y="4661"/>
                      <a:pt x="1998" y="4667"/>
                    </a:cubicBezTo>
                    <a:cubicBezTo>
                      <a:pt x="1998" y="4667"/>
                      <a:pt x="1998" y="4667"/>
                      <a:pt x="1998" y="4667"/>
                    </a:cubicBezTo>
                    <a:lnTo>
                      <a:pt x="1998" y="4667"/>
                    </a:lnTo>
                    <a:cubicBezTo>
                      <a:pt x="2022" y="4677"/>
                      <a:pt x="2045" y="4682"/>
                      <a:pt x="2066" y="4683"/>
                    </a:cubicBezTo>
                    <a:lnTo>
                      <a:pt x="2066" y="4683"/>
                    </a:lnTo>
                    <a:cubicBezTo>
                      <a:pt x="2254" y="4724"/>
                      <a:pt x="2444" y="4743"/>
                      <a:pt x="2633" y="4743"/>
                    </a:cubicBezTo>
                    <a:cubicBezTo>
                      <a:pt x="3667" y="4743"/>
                      <a:pt x="4669" y="4149"/>
                      <a:pt x="4981" y="3088"/>
                    </a:cubicBezTo>
                    <a:cubicBezTo>
                      <a:pt x="5356" y="1910"/>
                      <a:pt x="4680" y="557"/>
                      <a:pt x="3527" y="131"/>
                    </a:cubicBezTo>
                    <a:cubicBezTo>
                      <a:pt x="3276" y="42"/>
                      <a:pt x="3017"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1" name="Google Shape;5131;p54"/>
              <p:cNvSpPr/>
              <p:nvPr/>
            </p:nvSpPr>
            <p:spPr>
              <a:xfrm>
                <a:off x="2802775" y="1895750"/>
                <a:ext cx="120950" cy="108525"/>
              </a:xfrm>
              <a:custGeom>
                <a:rect b="b" l="l" r="r" t="t"/>
                <a:pathLst>
                  <a:path extrusionOk="0" h="4341" w="4838">
                    <a:moveTo>
                      <a:pt x="2393" y="0"/>
                    </a:moveTo>
                    <a:cubicBezTo>
                      <a:pt x="1406" y="0"/>
                      <a:pt x="453" y="748"/>
                      <a:pt x="226" y="1715"/>
                    </a:cubicBezTo>
                    <a:cubicBezTo>
                      <a:pt x="1" y="2768"/>
                      <a:pt x="677" y="3921"/>
                      <a:pt x="1705" y="4247"/>
                    </a:cubicBezTo>
                    <a:cubicBezTo>
                      <a:pt x="1905" y="4310"/>
                      <a:pt x="2113" y="4340"/>
                      <a:pt x="2321" y="4340"/>
                    </a:cubicBezTo>
                    <a:cubicBezTo>
                      <a:pt x="3181" y="4340"/>
                      <a:pt x="4044" y="3826"/>
                      <a:pt x="4387" y="3019"/>
                    </a:cubicBezTo>
                    <a:cubicBezTo>
                      <a:pt x="4838" y="1916"/>
                      <a:pt x="4211" y="437"/>
                      <a:pt x="3033" y="111"/>
                    </a:cubicBezTo>
                    <a:cubicBezTo>
                      <a:pt x="2823" y="35"/>
                      <a:pt x="2607" y="0"/>
                      <a:pt x="239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2" name="Google Shape;5132;p54"/>
              <p:cNvSpPr/>
              <p:nvPr/>
            </p:nvSpPr>
            <p:spPr>
              <a:xfrm>
                <a:off x="2794275" y="1890875"/>
                <a:ext cx="133850" cy="118200"/>
              </a:xfrm>
              <a:custGeom>
                <a:rect b="b" l="l" r="r" t="t"/>
                <a:pathLst>
                  <a:path extrusionOk="0" h="4728" w="5354">
                    <a:moveTo>
                      <a:pt x="2752" y="413"/>
                    </a:moveTo>
                    <a:cubicBezTo>
                      <a:pt x="2997" y="413"/>
                      <a:pt x="3243" y="459"/>
                      <a:pt x="3473" y="557"/>
                    </a:cubicBezTo>
                    <a:cubicBezTo>
                      <a:pt x="4351" y="933"/>
                      <a:pt x="4852" y="1961"/>
                      <a:pt x="4601" y="2888"/>
                    </a:cubicBezTo>
                    <a:cubicBezTo>
                      <a:pt x="4373" y="3780"/>
                      <a:pt x="3526" y="4312"/>
                      <a:pt x="2644" y="4312"/>
                    </a:cubicBezTo>
                    <a:cubicBezTo>
                      <a:pt x="2461" y="4312"/>
                      <a:pt x="2276" y="4289"/>
                      <a:pt x="2095" y="4241"/>
                    </a:cubicBezTo>
                    <a:lnTo>
                      <a:pt x="2095" y="4241"/>
                    </a:lnTo>
                    <a:cubicBezTo>
                      <a:pt x="2095" y="4241"/>
                      <a:pt x="2095" y="4241"/>
                      <a:pt x="2095" y="4241"/>
                    </a:cubicBezTo>
                    <a:cubicBezTo>
                      <a:pt x="1118" y="3865"/>
                      <a:pt x="491" y="2788"/>
                      <a:pt x="842" y="1760"/>
                    </a:cubicBezTo>
                    <a:cubicBezTo>
                      <a:pt x="1112" y="930"/>
                      <a:pt x="1932" y="413"/>
                      <a:pt x="2752" y="413"/>
                    </a:cubicBezTo>
                    <a:close/>
                    <a:moveTo>
                      <a:pt x="2754" y="0"/>
                    </a:moveTo>
                    <a:cubicBezTo>
                      <a:pt x="1776" y="0"/>
                      <a:pt x="823" y="603"/>
                      <a:pt x="466" y="1534"/>
                    </a:cubicBezTo>
                    <a:cubicBezTo>
                      <a:pt x="0" y="2784"/>
                      <a:pt x="732" y="4129"/>
                      <a:pt x="1912" y="4610"/>
                    </a:cubicBezTo>
                    <a:lnTo>
                      <a:pt x="1912" y="4610"/>
                    </a:lnTo>
                    <a:cubicBezTo>
                      <a:pt x="1934" y="4625"/>
                      <a:pt x="1961" y="4636"/>
                      <a:pt x="1995" y="4642"/>
                    </a:cubicBezTo>
                    <a:cubicBezTo>
                      <a:pt x="1995" y="4642"/>
                      <a:pt x="1995" y="4642"/>
                      <a:pt x="1995" y="4642"/>
                    </a:cubicBezTo>
                    <a:lnTo>
                      <a:pt x="1995" y="4642"/>
                    </a:lnTo>
                    <a:cubicBezTo>
                      <a:pt x="2015" y="4650"/>
                      <a:pt x="2034" y="4655"/>
                      <a:pt x="2053" y="4657"/>
                    </a:cubicBezTo>
                    <a:lnTo>
                      <a:pt x="2053" y="4657"/>
                    </a:lnTo>
                    <a:cubicBezTo>
                      <a:pt x="2247" y="4705"/>
                      <a:pt x="2445" y="4728"/>
                      <a:pt x="2643" y="4728"/>
                    </a:cubicBezTo>
                    <a:cubicBezTo>
                      <a:pt x="3661" y="4728"/>
                      <a:pt x="4668" y="4120"/>
                      <a:pt x="4977" y="3088"/>
                    </a:cubicBezTo>
                    <a:cubicBezTo>
                      <a:pt x="5353" y="1910"/>
                      <a:pt x="4676" y="532"/>
                      <a:pt x="3524" y="131"/>
                    </a:cubicBezTo>
                    <a:cubicBezTo>
                      <a:pt x="3272" y="42"/>
                      <a:pt x="3012" y="0"/>
                      <a:pt x="275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3" name="Google Shape;5133;p54"/>
              <p:cNvSpPr/>
              <p:nvPr/>
            </p:nvSpPr>
            <p:spPr>
              <a:xfrm>
                <a:off x="3257050" y="2194200"/>
                <a:ext cx="120950" cy="108950"/>
              </a:xfrm>
              <a:custGeom>
                <a:rect b="b" l="l" r="r" t="t"/>
                <a:pathLst>
                  <a:path extrusionOk="0" h="4358" w="4838">
                    <a:moveTo>
                      <a:pt x="2408" y="1"/>
                    </a:moveTo>
                    <a:cubicBezTo>
                      <a:pt x="1416" y="1"/>
                      <a:pt x="453" y="734"/>
                      <a:pt x="226" y="1707"/>
                    </a:cubicBezTo>
                    <a:cubicBezTo>
                      <a:pt x="0" y="2760"/>
                      <a:pt x="677" y="3938"/>
                      <a:pt x="1704" y="4264"/>
                    </a:cubicBezTo>
                    <a:cubicBezTo>
                      <a:pt x="1905" y="4327"/>
                      <a:pt x="2113" y="4357"/>
                      <a:pt x="2321" y="4357"/>
                    </a:cubicBezTo>
                    <a:cubicBezTo>
                      <a:pt x="3179" y="4357"/>
                      <a:pt x="4038" y="3843"/>
                      <a:pt x="4361" y="3036"/>
                    </a:cubicBezTo>
                    <a:cubicBezTo>
                      <a:pt x="4837" y="1933"/>
                      <a:pt x="4211" y="454"/>
                      <a:pt x="3033" y="103"/>
                    </a:cubicBezTo>
                    <a:cubicBezTo>
                      <a:pt x="2828" y="33"/>
                      <a:pt x="2617" y="1"/>
                      <a:pt x="2408"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4" name="Google Shape;5134;p54"/>
              <p:cNvSpPr/>
              <p:nvPr/>
            </p:nvSpPr>
            <p:spPr>
              <a:xfrm>
                <a:off x="3248450" y="2189675"/>
                <a:ext cx="133925" cy="118275"/>
              </a:xfrm>
              <a:custGeom>
                <a:rect b="b" l="l" r="r" t="t"/>
                <a:pathLst>
                  <a:path extrusionOk="0" h="4731" w="5357">
                    <a:moveTo>
                      <a:pt x="2743" y="415"/>
                    </a:moveTo>
                    <a:cubicBezTo>
                      <a:pt x="2990" y="415"/>
                      <a:pt x="3240" y="462"/>
                      <a:pt x="3477" y="560"/>
                    </a:cubicBezTo>
                    <a:cubicBezTo>
                      <a:pt x="4354" y="936"/>
                      <a:pt x="4830" y="1963"/>
                      <a:pt x="4605" y="2866"/>
                    </a:cubicBezTo>
                    <a:cubicBezTo>
                      <a:pt x="4376" y="3779"/>
                      <a:pt x="3512" y="4314"/>
                      <a:pt x="2637" y="4314"/>
                    </a:cubicBezTo>
                    <a:cubicBezTo>
                      <a:pt x="2456" y="4314"/>
                      <a:pt x="2275" y="4292"/>
                      <a:pt x="2098" y="4244"/>
                    </a:cubicBezTo>
                    <a:lnTo>
                      <a:pt x="2098" y="4244"/>
                    </a:lnTo>
                    <a:cubicBezTo>
                      <a:pt x="2098" y="4244"/>
                      <a:pt x="2098" y="4244"/>
                      <a:pt x="2098" y="4244"/>
                    </a:cubicBezTo>
                    <a:cubicBezTo>
                      <a:pt x="1121" y="3868"/>
                      <a:pt x="494" y="2766"/>
                      <a:pt x="820" y="1738"/>
                    </a:cubicBezTo>
                    <a:cubicBezTo>
                      <a:pt x="1109" y="928"/>
                      <a:pt x="1917" y="415"/>
                      <a:pt x="2743" y="415"/>
                    </a:cubicBezTo>
                    <a:close/>
                    <a:moveTo>
                      <a:pt x="2744" y="0"/>
                    </a:moveTo>
                    <a:cubicBezTo>
                      <a:pt x="1770" y="0"/>
                      <a:pt x="825" y="590"/>
                      <a:pt x="469" y="1537"/>
                    </a:cubicBezTo>
                    <a:cubicBezTo>
                      <a:pt x="1" y="2796"/>
                      <a:pt x="747" y="4128"/>
                      <a:pt x="1942" y="4623"/>
                    </a:cubicBezTo>
                    <a:lnTo>
                      <a:pt x="1942" y="4623"/>
                    </a:lnTo>
                    <a:cubicBezTo>
                      <a:pt x="1959" y="4632"/>
                      <a:pt x="1977" y="4639"/>
                      <a:pt x="1998" y="4645"/>
                    </a:cubicBezTo>
                    <a:cubicBezTo>
                      <a:pt x="1998" y="4645"/>
                      <a:pt x="1998" y="4645"/>
                      <a:pt x="1998" y="4645"/>
                    </a:cubicBezTo>
                    <a:lnTo>
                      <a:pt x="1998" y="4645"/>
                    </a:lnTo>
                    <a:cubicBezTo>
                      <a:pt x="2019" y="4653"/>
                      <a:pt x="2038" y="4658"/>
                      <a:pt x="2056" y="4660"/>
                    </a:cubicBezTo>
                    <a:lnTo>
                      <a:pt x="2056" y="4660"/>
                    </a:lnTo>
                    <a:cubicBezTo>
                      <a:pt x="2250" y="4708"/>
                      <a:pt x="2449" y="4731"/>
                      <a:pt x="2647" y="4731"/>
                    </a:cubicBezTo>
                    <a:cubicBezTo>
                      <a:pt x="3664" y="4731"/>
                      <a:pt x="4671" y="4123"/>
                      <a:pt x="4981" y="3091"/>
                    </a:cubicBezTo>
                    <a:cubicBezTo>
                      <a:pt x="5357" y="1913"/>
                      <a:pt x="4680" y="535"/>
                      <a:pt x="3527" y="134"/>
                    </a:cubicBezTo>
                    <a:cubicBezTo>
                      <a:pt x="3271" y="43"/>
                      <a:pt x="3006" y="0"/>
                      <a:pt x="2744"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5" name="Google Shape;5135;p54"/>
              <p:cNvSpPr/>
              <p:nvPr/>
            </p:nvSpPr>
            <p:spPr>
              <a:xfrm>
                <a:off x="2731975" y="2085825"/>
                <a:ext cx="120950" cy="108875"/>
              </a:xfrm>
              <a:custGeom>
                <a:rect b="b" l="l" r="r" t="t"/>
                <a:pathLst>
                  <a:path extrusionOk="0" h="4355" w="4838">
                    <a:moveTo>
                      <a:pt x="2409" y="0"/>
                    </a:moveTo>
                    <a:cubicBezTo>
                      <a:pt x="1417" y="0"/>
                      <a:pt x="454" y="734"/>
                      <a:pt x="226" y="1706"/>
                    </a:cubicBezTo>
                    <a:cubicBezTo>
                      <a:pt x="0" y="2759"/>
                      <a:pt x="677" y="3937"/>
                      <a:pt x="1705" y="4263"/>
                    </a:cubicBezTo>
                    <a:cubicBezTo>
                      <a:pt x="1901" y="4325"/>
                      <a:pt x="2104" y="4354"/>
                      <a:pt x="2307" y="4354"/>
                    </a:cubicBezTo>
                    <a:cubicBezTo>
                      <a:pt x="3171" y="4354"/>
                      <a:pt x="4042" y="3826"/>
                      <a:pt x="4386" y="3035"/>
                    </a:cubicBezTo>
                    <a:cubicBezTo>
                      <a:pt x="4838" y="1907"/>
                      <a:pt x="4236" y="453"/>
                      <a:pt x="3033" y="102"/>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6" name="Google Shape;5136;p54"/>
              <p:cNvSpPr/>
              <p:nvPr/>
            </p:nvSpPr>
            <p:spPr>
              <a:xfrm>
                <a:off x="2723375" y="2080725"/>
                <a:ext cx="133950" cy="118600"/>
              </a:xfrm>
              <a:custGeom>
                <a:rect b="b" l="l" r="r" t="t"/>
                <a:pathLst>
                  <a:path extrusionOk="0" h="4744" w="5358">
                    <a:moveTo>
                      <a:pt x="2743" y="427"/>
                    </a:moveTo>
                    <a:cubicBezTo>
                      <a:pt x="2993" y="427"/>
                      <a:pt x="3242" y="476"/>
                      <a:pt x="3477" y="582"/>
                    </a:cubicBezTo>
                    <a:cubicBezTo>
                      <a:pt x="4355" y="933"/>
                      <a:pt x="4856" y="1961"/>
                      <a:pt x="4605" y="2888"/>
                    </a:cubicBezTo>
                    <a:cubicBezTo>
                      <a:pt x="4375" y="3809"/>
                      <a:pt x="3515" y="4328"/>
                      <a:pt x="2625" y="4328"/>
                    </a:cubicBezTo>
                    <a:cubicBezTo>
                      <a:pt x="2449" y="4328"/>
                      <a:pt x="2272" y="4308"/>
                      <a:pt x="2099" y="4266"/>
                    </a:cubicBezTo>
                    <a:lnTo>
                      <a:pt x="2099" y="4266"/>
                    </a:lnTo>
                    <a:cubicBezTo>
                      <a:pt x="2099" y="4266"/>
                      <a:pt x="2099" y="4266"/>
                      <a:pt x="2099" y="4266"/>
                    </a:cubicBezTo>
                    <a:cubicBezTo>
                      <a:pt x="1121" y="3890"/>
                      <a:pt x="495" y="2788"/>
                      <a:pt x="846" y="1760"/>
                    </a:cubicBezTo>
                    <a:cubicBezTo>
                      <a:pt x="1114" y="954"/>
                      <a:pt x="1927" y="427"/>
                      <a:pt x="2743" y="427"/>
                    </a:cubicBezTo>
                    <a:close/>
                    <a:moveTo>
                      <a:pt x="2760" y="0"/>
                    </a:moveTo>
                    <a:cubicBezTo>
                      <a:pt x="1781" y="0"/>
                      <a:pt x="827" y="607"/>
                      <a:pt x="470" y="1560"/>
                    </a:cubicBezTo>
                    <a:cubicBezTo>
                      <a:pt x="1" y="2818"/>
                      <a:pt x="747" y="4150"/>
                      <a:pt x="1942" y="4645"/>
                    </a:cubicBezTo>
                    <a:lnTo>
                      <a:pt x="1942" y="4645"/>
                    </a:lnTo>
                    <a:cubicBezTo>
                      <a:pt x="1959" y="4654"/>
                      <a:pt x="1978" y="4662"/>
                      <a:pt x="1999" y="4667"/>
                    </a:cubicBezTo>
                    <a:cubicBezTo>
                      <a:pt x="1999" y="4667"/>
                      <a:pt x="1999" y="4667"/>
                      <a:pt x="1999" y="4667"/>
                    </a:cubicBezTo>
                    <a:lnTo>
                      <a:pt x="1999" y="4667"/>
                    </a:lnTo>
                    <a:cubicBezTo>
                      <a:pt x="2023" y="4677"/>
                      <a:pt x="2046" y="4682"/>
                      <a:pt x="2067" y="4683"/>
                    </a:cubicBezTo>
                    <a:lnTo>
                      <a:pt x="2067" y="4683"/>
                    </a:lnTo>
                    <a:cubicBezTo>
                      <a:pt x="2254" y="4724"/>
                      <a:pt x="2444" y="4744"/>
                      <a:pt x="2633" y="4744"/>
                    </a:cubicBezTo>
                    <a:cubicBezTo>
                      <a:pt x="3667" y="4744"/>
                      <a:pt x="4669" y="4149"/>
                      <a:pt x="4981" y="3088"/>
                    </a:cubicBezTo>
                    <a:cubicBezTo>
                      <a:pt x="5357" y="1910"/>
                      <a:pt x="4680" y="557"/>
                      <a:pt x="3527" y="131"/>
                    </a:cubicBezTo>
                    <a:cubicBezTo>
                      <a:pt x="3277" y="42"/>
                      <a:pt x="3018" y="0"/>
                      <a:pt x="2760"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7" name="Google Shape;5137;p54"/>
              <p:cNvSpPr/>
              <p:nvPr/>
            </p:nvSpPr>
            <p:spPr>
              <a:xfrm>
                <a:off x="2963800" y="2197975"/>
                <a:ext cx="120950" cy="108875"/>
              </a:xfrm>
              <a:custGeom>
                <a:rect b="b" l="l" r="r" t="t"/>
                <a:pathLst>
                  <a:path extrusionOk="0" h="4355" w="4838">
                    <a:moveTo>
                      <a:pt x="2409" y="0"/>
                    </a:moveTo>
                    <a:cubicBezTo>
                      <a:pt x="1417" y="0"/>
                      <a:pt x="454" y="734"/>
                      <a:pt x="226" y="1707"/>
                    </a:cubicBezTo>
                    <a:cubicBezTo>
                      <a:pt x="1" y="2759"/>
                      <a:pt x="677" y="3937"/>
                      <a:pt x="1705" y="4263"/>
                    </a:cubicBezTo>
                    <a:cubicBezTo>
                      <a:pt x="1901" y="4325"/>
                      <a:pt x="2104" y="4355"/>
                      <a:pt x="2307" y="4355"/>
                    </a:cubicBezTo>
                    <a:cubicBezTo>
                      <a:pt x="3171" y="4355"/>
                      <a:pt x="4037" y="3826"/>
                      <a:pt x="4362" y="3035"/>
                    </a:cubicBezTo>
                    <a:cubicBezTo>
                      <a:pt x="4838" y="1907"/>
                      <a:pt x="4211" y="454"/>
                      <a:pt x="3033" y="103"/>
                    </a:cubicBezTo>
                    <a:cubicBezTo>
                      <a:pt x="2828" y="33"/>
                      <a:pt x="2618" y="0"/>
                      <a:pt x="2409"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8" name="Google Shape;5138;p54"/>
              <p:cNvSpPr/>
              <p:nvPr/>
            </p:nvSpPr>
            <p:spPr>
              <a:xfrm>
                <a:off x="2955225" y="2192875"/>
                <a:ext cx="133925" cy="118600"/>
              </a:xfrm>
              <a:custGeom>
                <a:rect b="b" l="l" r="r" t="t"/>
                <a:pathLst>
                  <a:path extrusionOk="0" h="4744" w="5357">
                    <a:moveTo>
                      <a:pt x="2742" y="438"/>
                    </a:moveTo>
                    <a:cubicBezTo>
                      <a:pt x="2990" y="438"/>
                      <a:pt x="3239" y="484"/>
                      <a:pt x="3477" y="582"/>
                    </a:cubicBezTo>
                    <a:cubicBezTo>
                      <a:pt x="4354" y="958"/>
                      <a:pt x="4830" y="1986"/>
                      <a:pt x="4604" y="2888"/>
                    </a:cubicBezTo>
                    <a:cubicBezTo>
                      <a:pt x="4376" y="3802"/>
                      <a:pt x="3511" y="4337"/>
                      <a:pt x="2637" y="4337"/>
                    </a:cubicBezTo>
                    <a:cubicBezTo>
                      <a:pt x="2456" y="4337"/>
                      <a:pt x="2274" y="4314"/>
                      <a:pt x="2098" y="4267"/>
                    </a:cubicBezTo>
                    <a:lnTo>
                      <a:pt x="2098" y="4267"/>
                    </a:lnTo>
                    <a:cubicBezTo>
                      <a:pt x="2098" y="4267"/>
                      <a:pt x="2098" y="4267"/>
                      <a:pt x="2098" y="4267"/>
                    </a:cubicBezTo>
                    <a:cubicBezTo>
                      <a:pt x="1121" y="3891"/>
                      <a:pt x="494" y="2788"/>
                      <a:pt x="820" y="1760"/>
                    </a:cubicBezTo>
                    <a:cubicBezTo>
                      <a:pt x="1109" y="951"/>
                      <a:pt x="1917" y="438"/>
                      <a:pt x="2742" y="438"/>
                    </a:cubicBezTo>
                    <a:close/>
                    <a:moveTo>
                      <a:pt x="2759" y="1"/>
                    </a:moveTo>
                    <a:cubicBezTo>
                      <a:pt x="1780" y="1"/>
                      <a:pt x="826" y="607"/>
                      <a:pt x="469" y="1560"/>
                    </a:cubicBezTo>
                    <a:cubicBezTo>
                      <a:pt x="0" y="2818"/>
                      <a:pt x="746" y="4150"/>
                      <a:pt x="1942" y="4645"/>
                    </a:cubicBezTo>
                    <a:lnTo>
                      <a:pt x="1942" y="4645"/>
                    </a:lnTo>
                    <a:cubicBezTo>
                      <a:pt x="1958" y="4654"/>
                      <a:pt x="1977" y="4662"/>
                      <a:pt x="1998" y="4668"/>
                    </a:cubicBezTo>
                    <a:cubicBezTo>
                      <a:pt x="1998" y="4668"/>
                      <a:pt x="1998" y="4668"/>
                      <a:pt x="1998" y="4668"/>
                    </a:cubicBezTo>
                    <a:lnTo>
                      <a:pt x="1998" y="4668"/>
                    </a:lnTo>
                    <a:cubicBezTo>
                      <a:pt x="2021" y="4677"/>
                      <a:pt x="2044" y="4682"/>
                      <a:pt x="2064" y="4683"/>
                    </a:cubicBezTo>
                    <a:lnTo>
                      <a:pt x="2064" y="4683"/>
                    </a:lnTo>
                    <a:cubicBezTo>
                      <a:pt x="2249" y="4724"/>
                      <a:pt x="2437" y="4744"/>
                      <a:pt x="2625" y="4744"/>
                    </a:cubicBezTo>
                    <a:cubicBezTo>
                      <a:pt x="3650" y="4744"/>
                      <a:pt x="4669" y="4153"/>
                      <a:pt x="4980" y="3114"/>
                    </a:cubicBezTo>
                    <a:cubicBezTo>
                      <a:pt x="5356" y="1911"/>
                      <a:pt x="4680" y="557"/>
                      <a:pt x="3527" y="131"/>
                    </a:cubicBezTo>
                    <a:cubicBezTo>
                      <a:pt x="3276" y="42"/>
                      <a:pt x="3017" y="1"/>
                      <a:pt x="275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9" name="Google Shape;5139;p54"/>
              <p:cNvSpPr/>
              <p:nvPr/>
            </p:nvSpPr>
            <p:spPr>
              <a:xfrm>
                <a:off x="3089125" y="2605250"/>
                <a:ext cx="120950" cy="108875"/>
              </a:xfrm>
              <a:custGeom>
                <a:rect b="b" l="l" r="r" t="t"/>
                <a:pathLst>
                  <a:path extrusionOk="0" h="4355" w="4838">
                    <a:moveTo>
                      <a:pt x="2383" y="0"/>
                    </a:moveTo>
                    <a:cubicBezTo>
                      <a:pt x="1392" y="0"/>
                      <a:pt x="433" y="734"/>
                      <a:pt x="226" y="1707"/>
                    </a:cubicBezTo>
                    <a:cubicBezTo>
                      <a:pt x="0" y="2759"/>
                      <a:pt x="652" y="3937"/>
                      <a:pt x="1679" y="4263"/>
                    </a:cubicBezTo>
                    <a:cubicBezTo>
                      <a:pt x="1875" y="4325"/>
                      <a:pt x="2079" y="4354"/>
                      <a:pt x="2282" y="4354"/>
                    </a:cubicBezTo>
                    <a:cubicBezTo>
                      <a:pt x="3146" y="4354"/>
                      <a:pt x="4016" y="3826"/>
                      <a:pt x="4361" y="3035"/>
                    </a:cubicBezTo>
                    <a:cubicBezTo>
                      <a:pt x="4837" y="1907"/>
                      <a:pt x="4211" y="453"/>
                      <a:pt x="3008" y="102"/>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0" name="Google Shape;5140;p54"/>
              <p:cNvSpPr/>
              <p:nvPr/>
            </p:nvSpPr>
            <p:spPr>
              <a:xfrm>
                <a:off x="3079850" y="2600150"/>
                <a:ext cx="133975" cy="118600"/>
              </a:xfrm>
              <a:custGeom>
                <a:rect b="b" l="l" r="r" t="t"/>
                <a:pathLst>
                  <a:path extrusionOk="0" h="4744" w="5359">
                    <a:moveTo>
                      <a:pt x="2745" y="427"/>
                    </a:moveTo>
                    <a:cubicBezTo>
                      <a:pt x="2994" y="427"/>
                      <a:pt x="3244" y="477"/>
                      <a:pt x="3479" y="582"/>
                    </a:cubicBezTo>
                    <a:cubicBezTo>
                      <a:pt x="4356" y="933"/>
                      <a:pt x="4858" y="1961"/>
                      <a:pt x="4632" y="2888"/>
                    </a:cubicBezTo>
                    <a:cubicBezTo>
                      <a:pt x="4402" y="3809"/>
                      <a:pt x="3525" y="4328"/>
                      <a:pt x="2643" y="4328"/>
                    </a:cubicBezTo>
                    <a:cubicBezTo>
                      <a:pt x="2469" y="4328"/>
                      <a:pt x="2295" y="4308"/>
                      <a:pt x="2126" y="4266"/>
                    </a:cubicBezTo>
                    <a:lnTo>
                      <a:pt x="2126" y="4266"/>
                    </a:lnTo>
                    <a:cubicBezTo>
                      <a:pt x="2126" y="4266"/>
                      <a:pt x="2126" y="4266"/>
                      <a:pt x="2126" y="4266"/>
                    </a:cubicBezTo>
                    <a:cubicBezTo>
                      <a:pt x="1148" y="3890"/>
                      <a:pt x="497" y="2788"/>
                      <a:pt x="847" y="1760"/>
                    </a:cubicBezTo>
                    <a:cubicBezTo>
                      <a:pt x="1116" y="954"/>
                      <a:pt x="1929" y="427"/>
                      <a:pt x="2745" y="427"/>
                    </a:cubicBezTo>
                    <a:close/>
                    <a:moveTo>
                      <a:pt x="2765" y="0"/>
                    </a:moveTo>
                    <a:cubicBezTo>
                      <a:pt x="1792" y="0"/>
                      <a:pt x="854" y="607"/>
                      <a:pt x="497" y="1560"/>
                    </a:cubicBezTo>
                    <a:cubicBezTo>
                      <a:pt x="0" y="2825"/>
                      <a:pt x="757" y="4164"/>
                      <a:pt x="1963" y="4653"/>
                    </a:cubicBezTo>
                    <a:lnTo>
                      <a:pt x="1963" y="4653"/>
                    </a:lnTo>
                    <a:cubicBezTo>
                      <a:pt x="1974" y="4658"/>
                      <a:pt x="1987" y="4663"/>
                      <a:pt x="2000" y="4667"/>
                    </a:cubicBezTo>
                    <a:cubicBezTo>
                      <a:pt x="2000" y="4667"/>
                      <a:pt x="2000" y="4667"/>
                      <a:pt x="2000" y="4667"/>
                    </a:cubicBezTo>
                    <a:lnTo>
                      <a:pt x="2000" y="4667"/>
                    </a:lnTo>
                    <a:cubicBezTo>
                      <a:pt x="2024" y="4677"/>
                      <a:pt x="2047" y="4682"/>
                      <a:pt x="2068" y="4683"/>
                    </a:cubicBezTo>
                    <a:lnTo>
                      <a:pt x="2068" y="4683"/>
                    </a:lnTo>
                    <a:cubicBezTo>
                      <a:pt x="2256" y="4724"/>
                      <a:pt x="2446" y="4744"/>
                      <a:pt x="2635" y="4744"/>
                    </a:cubicBezTo>
                    <a:cubicBezTo>
                      <a:pt x="3670" y="4744"/>
                      <a:pt x="4675" y="4149"/>
                      <a:pt x="5008" y="3088"/>
                    </a:cubicBezTo>
                    <a:cubicBezTo>
                      <a:pt x="5359" y="1911"/>
                      <a:pt x="4707" y="557"/>
                      <a:pt x="3529" y="131"/>
                    </a:cubicBezTo>
                    <a:cubicBezTo>
                      <a:pt x="3279" y="42"/>
                      <a:pt x="3020" y="0"/>
                      <a:pt x="276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1" name="Google Shape;5141;p54"/>
              <p:cNvSpPr/>
              <p:nvPr/>
            </p:nvSpPr>
            <p:spPr>
              <a:xfrm>
                <a:off x="2888000" y="2389700"/>
                <a:ext cx="120950" cy="108925"/>
              </a:xfrm>
              <a:custGeom>
                <a:rect b="b" l="l" r="r" t="t"/>
                <a:pathLst>
                  <a:path extrusionOk="0" h="4357" w="4838">
                    <a:moveTo>
                      <a:pt x="2383" y="0"/>
                    </a:moveTo>
                    <a:cubicBezTo>
                      <a:pt x="1392" y="0"/>
                      <a:pt x="433" y="734"/>
                      <a:pt x="226" y="1707"/>
                    </a:cubicBezTo>
                    <a:cubicBezTo>
                      <a:pt x="0" y="2760"/>
                      <a:pt x="677" y="3937"/>
                      <a:pt x="1679" y="4263"/>
                    </a:cubicBezTo>
                    <a:cubicBezTo>
                      <a:pt x="1880" y="4327"/>
                      <a:pt x="2088" y="4357"/>
                      <a:pt x="2296" y="4357"/>
                    </a:cubicBezTo>
                    <a:cubicBezTo>
                      <a:pt x="3155" y="4357"/>
                      <a:pt x="4018" y="3842"/>
                      <a:pt x="4361" y="3035"/>
                    </a:cubicBezTo>
                    <a:cubicBezTo>
                      <a:pt x="4837" y="1932"/>
                      <a:pt x="4211" y="454"/>
                      <a:pt x="3008" y="103"/>
                    </a:cubicBezTo>
                    <a:cubicBezTo>
                      <a:pt x="2803" y="33"/>
                      <a:pt x="2592" y="0"/>
                      <a:pt x="2383" y="0"/>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2" name="Google Shape;5142;p54"/>
              <p:cNvSpPr/>
              <p:nvPr/>
            </p:nvSpPr>
            <p:spPr>
              <a:xfrm>
                <a:off x="2878725" y="2385150"/>
                <a:ext cx="133975" cy="118300"/>
              </a:xfrm>
              <a:custGeom>
                <a:rect b="b" l="l" r="r" t="t"/>
                <a:pathLst>
                  <a:path extrusionOk="0" h="4732" w="5359">
                    <a:moveTo>
                      <a:pt x="2766" y="416"/>
                    </a:moveTo>
                    <a:cubicBezTo>
                      <a:pt x="3016" y="416"/>
                      <a:pt x="3267" y="462"/>
                      <a:pt x="3504" y="561"/>
                    </a:cubicBezTo>
                    <a:cubicBezTo>
                      <a:pt x="4356" y="937"/>
                      <a:pt x="4857" y="1964"/>
                      <a:pt x="4632" y="2866"/>
                    </a:cubicBezTo>
                    <a:cubicBezTo>
                      <a:pt x="4403" y="3780"/>
                      <a:pt x="3539" y="4315"/>
                      <a:pt x="2664" y="4315"/>
                    </a:cubicBezTo>
                    <a:cubicBezTo>
                      <a:pt x="2483" y="4315"/>
                      <a:pt x="2302" y="4292"/>
                      <a:pt x="2126" y="4245"/>
                    </a:cubicBezTo>
                    <a:lnTo>
                      <a:pt x="2126" y="4245"/>
                    </a:lnTo>
                    <a:cubicBezTo>
                      <a:pt x="2126" y="4245"/>
                      <a:pt x="2126" y="4245"/>
                      <a:pt x="2126" y="4245"/>
                    </a:cubicBezTo>
                    <a:cubicBezTo>
                      <a:pt x="1148" y="3869"/>
                      <a:pt x="521" y="2766"/>
                      <a:pt x="847" y="1739"/>
                    </a:cubicBezTo>
                    <a:cubicBezTo>
                      <a:pt x="1117" y="929"/>
                      <a:pt x="1935" y="416"/>
                      <a:pt x="2766" y="416"/>
                    </a:cubicBezTo>
                    <a:close/>
                    <a:moveTo>
                      <a:pt x="2749" y="1"/>
                    </a:moveTo>
                    <a:cubicBezTo>
                      <a:pt x="1782" y="1"/>
                      <a:pt x="852" y="591"/>
                      <a:pt x="496" y="1538"/>
                    </a:cubicBezTo>
                    <a:cubicBezTo>
                      <a:pt x="0" y="2803"/>
                      <a:pt x="756" y="4142"/>
                      <a:pt x="1963" y="4631"/>
                    </a:cubicBezTo>
                    <a:lnTo>
                      <a:pt x="1963" y="4631"/>
                    </a:lnTo>
                    <a:cubicBezTo>
                      <a:pt x="1974" y="4637"/>
                      <a:pt x="1987" y="4642"/>
                      <a:pt x="2000" y="4646"/>
                    </a:cubicBezTo>
                    <a:cubicBezTo>
                      <a:pt x="2000" y="4646"/>
                      <a:pt x="2000" y="4646"/>
                      <a:pt x="2000" y="4646"/>
                    </a:cubicBezTo>
                    <a:lnTo>
                      <a:pt x="2000" y="4646"/>
                    </a:lnTo>
                    <a:cubicBezTo>
                      <a:pt x="2021" y="4654"/>
                      <a:pt x="2041" y="4659"/>
                      <a:pt x="2060" y="4661"/>
                    </a:cubicBezTo>
                    <a:lnTo>
                      <a:pt x="2060" y="4661"/>
                    </a:lnTo>
                    <a:cubicBezTo>
                      <a:pt x="2258" y="4708"/>
                      <a:pt x="2459" y="4731"/>
                      <a:pt x="2660" y="4731"/>
                    </a:cubicBezTo>
                    <a:cubicBezTo>
                      <a:pt x="3691" y="4731"/>
                      <a:pt x="4698" y="4124"/>
                      <a:pt x="5008" y="3092"/>
                    </a:cubicBezTo>
                    <a:cubicBezTo>
                      <a:pt x="5359" y="1914"/>
                      <a:pt x="4707" y="536"/>
                      <a:pt x="3529" y="135"/>
                    </a:cubicBezTo>
                    <a:cubicBezTo>
                      <a:pt x="3273" y="44"/>
                      <a:pt x="3010" y="1"/>
                      <a:pt x="274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3" name="Google Shape;5143;p54"/>
              <p:cNvSpPr/>
              <p:nvPr/>
            </p:nvSpPr>
            <p:spPr>
              <a:xfrm>
                <a:off x="3150525" y="2391575"/>
                <a:ext cx="120950" cy="108875"/>
              </a:xfrm>
              <a:custGeom>
                <a:rect b="b" l="l" r="r" t="t"/>
                <a:pathLst>
                  <a:path extrusionOk="0" h="4355" w="4838">
                    <a:moveTo>
                      <a:pt x="2392" y="1"/>
                    </a:moveTo>
                    <a:cubicBezTo>
                      <a:pt x="1409" y="1"/>
                      <a:pt x="433" y="734"/>
                      <a:pt x="226" y="1707"/>
                    </a:cubicBezTo>
                    <a:cubicBezTo>
                      <a:pt x="0" y="2760"/>
                      <a:pt x="677" y="3938"/>
                      <a:pt x="1705" y="4263"/>
                    </a:cubicBezTo>
                    <a:cubicBezTo>
                      <a:pt x="1896" y="4326"/>
                      <a:pt x="2095" y="4355"/>
                      <a:pt x="2296" y="4355"/>
                    </a:cubicBezTo>
                    <a:cubicBezTo>
                      <a:pt x="3146" y="4355"/>
                      <a:pt x="4017" y="3827"/>
                      <a:pt x="4361" y="3035"/>
                    </a:cubicBezTo>
                    <a:cubicBezTo>
                      <a:pt x="4838" y="1908"/>
                      <a:pt x="4211" y="454"/>
                      <a:pt x="3008" y="103"/>
                    </a:cubicBezTo>
                    <a:cubicBezTo>
                      <a:pt x="2807" y="33"/>
                      <a:pt x="2600" y="1"/>
                      <a:pt x="2392"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4" name="Google Shape;5144;p54"/>
              <p:cNvSpPr/>
              <p:nvPr/>
            </p:nvSpPr>
            <p:spPr>
              <a:xfrm>
                <a:off x="3141250" y="2386475"/>
                <a:ext cx="133975" cy="118625"/>
              </a:xfrm>
              <a:custGeom>
                <a:rect b="b" l="l" r="r" t="t"/>
                <a:pathLst>
                  <a:path extrusionOk="0" h="4745" w="5359">
                    <a:moveTo>
                      <a:pt x="2767" y="438"/>
                    </a:moveTo>
                    <a:cubicBezTo>
                      <a:pt x="3016" y="438"/>
                      <a:pt x="3267" y="484"/>
                      <a:pt x="3504" y="583"/>
                    </a:cubicBezTo>
                    <a:cubicBezTo>
                      <a:pt x="4356" y="959"/>
                      <a:pt x="4858" y="1986"/>
                      <a:pt x="4632" y="2889"/>
                    </a:cubicBezTo>
                    <a:cubicBezTo>
                      <a:pt x="4404" y="3802"/>
                      <a:pt x="3539" y="4337"/>
                      <a:pt x="2665" y="4337"/>
                    </a:cubicBezTo>
                    <a:cubicBezTo>
                      <a:pt x="2484" y="4337"/>
                      <a:pt x="2302" y="4314"/>
                      <a:pt x="2126" y="4267"/>
                    </a:cubicBezTo>
                    <a:lnTo>
                      <a:pt x="2126" y="4267"/>
                    </a:lnTo>
                    <a:cubicBezTo>
                      <a:pt x="2126" y="4267"/>
                      <a:pt x="2126" y="4267"/>
                      <a:pt x="2126" y="4267"/>
                    </a:cubicBezTo>
                    <a:cubicBezTo>
                      <a:pt x="1148" y="3891"/>
                      <a:pt x="522" y="2788"/>
                      <a:pt x="848" y="1761"/>
                    </a:cubicBezTo>
                    <a:cubicBezTo>
                      <a:pt x="1117" y="951"/>
                      <a:pt x="1936" y="438"/>
                      <a:pt x="2767" y="438"/>
                    </a:cubicBezTo>
                    <a:close/>
                    <a:moveTo>
                      <a:pt x="2775" y="1"/>
                    </a:moveTo>
                    <a:cubicBezTo>
                      <a:pt x="1808" y="1"/>
                      <a:pt x="854" y="608"/>
                      <a:pt x="497" y="1560"/>
                    </a:cubicBezTo>
                    <a:cubicBezTo>
                      <a:pt x="1" y="2825"/>
                      <a:pt x="757" y="4164"/>
                      <a:pt x="1963" y="4653"/>
                    </a:cubicBezTo>
                    <a:lnTo>
                      <a:pt x="1963" y="4653"/>
                    </a:lnTo>
                    <a:cubicBezTo>
                      <a:pt x="1975" y="4659"/>
                      <a:pt x="1987" y="4664"/>
                      <a:pt x="2000" y="4668"/>
                    </a:cubicBezTo>
                    <a:cubicBezTo>
                      <a:pt x="2000" y="4668"/>
                      <a:pt x="2000" y="4668"/>
                      <a:pt x="2000" y="4668"/>
                    </a:cubicBezTo>
                    <a:lnTo>
                      <a:pt x="2000" y="4668"/>
                    </a:lnTo>
                    <a:cubicBezTo>
                      <a:pt x="2024" y="4678"/>
                      <a:pt x="2047" y="4683"/>
                      <a:pt x="2069" y="4684"/>
                    </a:cubicBezTo>
                    <a:lnTo>
                      <a:pt x="2069" y="4684"/>
                    </a:lnTo>
                    <a:cubicBezTo>
                      <a:pt x="2256" y="4724"/>
                      <a:pt x="2448" y="4744"/>
                      <a:pt x="2639" y="4744"/>
                    </a:cubicBezTo>
                    <a:cubicBezTo>
                      <a:pt x="3678" y="4744"/>
                      <a:pt x="4696" y="4153"/>
                      <a:pt x="5008" y="3114"/>
                    </a:cubicBezTo>
                    <a:cubicBezTo>
                      <a:pt x="5359" y="1911"/>
                      <a:pt x="4707" y="558"/>
                      <a:pt x="3529" y="132"/>
                    </a:cubicBezTo>
                    <a:cubicBezTo>
                      <a:pt x="3284" y="43"/>
                      <a:pt x="3029" y="1"/>
                      <a:pt x="2775"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5" name="Google Shape;5145;p54"/>
              <p:cNvSpPr/>
              <p:nvPr/>
            </p:nvSpPr>
            <p:spPr>
              <a:xfrm>
                <a:off x="3266450" y="2739100"/>
                <a:ext cx="120950" cy="109100"/>
              </a:xfrm>
              <a:custGeom>
                <a:rect b="b" l="l" r="r" t="t"/>
                <a:pathLst>
                  <a:path extrusionOk="0" h="4364" w="4838">
                    <a:moveTo>
                      <a:pt x="2367" y="1"/>
                    </a:moveTo>
                    <a:cubicBezTo>
                      <a:pt x="1381" y="1"/>
                      <a:pt x="431" y="748"/>
                      <a:pt x="226" y="1716"/>
                    </a:cubicBezTo>
                    <a:cubicBezTo>
                      <a:pt x="0" y="2769"/>
                      <a:pt x="677" y="3921"/>
                      <a:pt x="1679" y="4272"/>
                    </a:cubicBezTo>
                    <a:cubicBezTo>
                      <a:pt x="1875" y="4334"/>
                      <a:pt x="2078" y="4364"/>
                      <a:pt x="2282" y="4364"/>
                    </a:cubicBezTo>
                    <a:cubicBezTo>
                      <a:pt x="3146" y="4364"/>
                      <a:pt x="4016" y="3835"/>
                      <a:pt x="4361" y="3044"/>
                    </a:cubicBezTo>
                    <a:cubicBezTo>
                      <a:pt x="4837" y="1916"/>
                      <a:pt x="4211" y="438"/>
                      <a:pt x="3008" y="112"/>
                    </a:cubicBezTo>
                    <a:cubicBezTo>
                      <a:pt x="2797" y="36"/>
                      <a:pt x="2581" y="1"/>
                      <a:pt x="2367"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6" name="Google Shape;5146;p54"/>
              <p:cNvSpPr/>
              <p:nvPr/>
            </p:nvSpPr>
            <p:spPr>
              <a:xfrm>
                <a:off x="3257175" y="2734225"/>
                <a:ext cx="133975" cy="118575"/>
              </a:xfrm>
              <a:custGeom>
                <a:rect b="b" l="l" r="r" t="t"/>
                <a:pathLst>
                  <a:path extrusionOk="0" h="4743" w="5359">
                    <a:moveTo>
                      <a:pt x="2769" y="413"/>
                    </a:moveTo>
                    <a:cubicBezTo>
                      <a:pt x="3018" y="413"/>
                      <a:pt x="3267" y="459"/>
                      <a:pt x="3504" y="558"/>
                    </a:cubicBezTo>
                    <a:cubicBezTo>
                      <a:pt x="4356" y="933"/>
                      <a:pt x="4857" y="1961"/>
                      <a:pt x="4632" y="2888"/>
                    </a:cubicBezTo>
                    <a:cubicBezTo>
                      <a:pt x="4405" y="3797"/>
                      <a:pt x="3548" y="4314"/>
                      <a:pt x="2679" y="4314"/>
                    </a:cubicBezTo>
                    <a:cubicBezTo>
                      <a:pt x="2493" y="4314"/>
                      <a:pt x="2307" y="4290"/>
                      <a:pt x="2125" y="4242"/>
                    </a:cubicBezTo>
                    <a:lnTo>
                      <a:pt x="2125" y="4242"/>
                    </a:lnTo>
                    <a:cubicBezTo>
                      <a:pt x="2125" y="4242"/>
                      <a:pt x="2125" y="4242"/>
                      <a:pt x="2125" y="4242"/>
                    </a:cubicBezTo>
                    <a:cubicBezTo>
                      <a:pt x="1148" y="3891"/>
                      <a:pt x="521" y="2788"/>
                      <a:pt x="847" y="1761"/>
                    </a:cubicBezTo>
                    <a:cubicBezTo>
                      <a:pt x="1117" y="931"/>
                      <a:pt x="1937" y="413"/>
                      <a:pt x="2769" y="413"/>
                    </a:cubicBezTo>
                    <a:close/>
                    <a:moveTo>
                      <a:pt x="2764" y="1"/>
                    </a:moveTo>
                    <a:cubicBezTo>
                      <a:pt x="1792" y="1"/>
                      <a:pt x="854" y="608"/>
                      <a:pt x="496" y="1560"/>
                    </a:cubicBezTo>
                    <a:cubicBezTo>
                      <a:pt x="0" y="2825"/>
                      <a:pt x="756" y="4164"/>
                      <a:pt x="1963" y="4653"/>
                    </a:cubicBezTo>
                    <a:lnTo>
                      <a:pt x="1963" y="4653"/>
                    </a:lnTo>
                    <a:cubicBezTo>
                      <a:pt x="1974" y="4659"/>
                      <a:pt x="1987" y="4664"/>
                      <a:pt x="2000" y="4668"/>
                    </a:cubicBezTo>
                    <a:cubicBezTo>
                      <a:pt x="2000" y="4668"/>
                      <a:pt x="2000" y="4668"/>
                      <a:pt x="2000" y="4668"/>
                    </a:cubicBezTo>
                    <a:lnTo>
                      <a:pt x="2000" y="4668"/>
                    </a:lnTo>
                    <a:cubicBezTo>
                      <a:pt x="2009" y="4670"/>
                      <a:pt x="2017" y="4673"/>
                      <a:pt x="2026" y="4674"/>
                    </a:cubicBezTo>
                    <a:lnTo>
                      <a:pt x="2026" y="4674"/>
                    </a:lnTo>
                    <a:cubicBezTo>
                      <a:pt x="2222" y="4720"/>
                      <a:pt x="2423" y="4742"/>
                      <a:pt x="2623" y="4742"/>
                    </a:cubicBezTo>
                    <a:cubicBezTo>
                      <a:pt x="3667" y="4742"/>
                      <a:pt x="4694" y="4133"/>
                      <a:pt x="5008" y="3089"/>
                    </a:cubicBezTo>
                    <a:cubicBezTo>
                      <a:pt x="5359" y="1911"/>
                      <a:pt x="4707" y="558"/>
                      <a:pt x="3529" y="131"/>
                    </a:cubicBezTo>
                    <a:cubicBezTo>
                      <a:pt x="3278" y="43"/>
                      <a:pt x="3020" y="1"/>
                      <a:pt x="27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7" name="Google Shape;5147;p54"/>
              <p:cNvSpPr/>
              <p:nvPr/>
            </p:nvSpPr>
            <p:spPr>
              <a:xfrm>
                <a:off x="3273325" y="1316375"/>
                <a:ext cx="120950" cy="108900"/>
              </a:xfrm>
              <a:custGeom>
                <a:rect b="b" l="l" r="r" t="t"/>
                <a:pathLst>
                  <a:path extrusionOk="0" h="4356" w="4838">
                    <a:moveTo>
                      <a:pt x="2409" y="1"/>
                    </a:moveTo>
                    <a:cubicBezTo>
                      <a:pt x="1417" y="1"/>
                      <a:pt x="454" y="734"/>
                      <a:pt x="226" y="1707"/>
                    </a:cubicBezTo>
                    <a:cubicBezTo>
                      <a:pt x="1" y="2760"/>
                      <a:pt x="677" y="3938"/>
                      <a:pt x="1705" y="4264"/>
                    </a:cubicBezTo>
                    <a:cubicBezTo>
                      <a:pt x="1901" y="4326"/>
                      <a:pt x="2104" y="4355"/>
                      <a:pt x="2308" y="4355"/>
                    </a:cubicBezTo>
                    <a:cubicBezTo>
                      <a:pt x="3172" y="4355"/>
                      <a:pt x="4042" y="3827"/>
                      <a:pt x="4387" y="3036"/>
                    </a:cubicBezTo>
                    <a:cubicBezTo>
                      <a:pt x="4838" y="1933"/>
                      <a:pt x="4236" y="454"/>
                      <a:pt x="3033" y="103"/>
                    </a:cubicBezTo>
                    <a:cubicBezTo>
                      <a:pt x="2828" y="34"/>
                      <a:pt x="2618" y="1"/>
                      <a:pt x="2409" y="1"/>
                    </a:cubicBezTo>
                    <a:close/>
                  </a:path>
                </a:pathLst>
              </a:custGeom>
              <a:solidFill>
                <a:srgbClr val="D0BD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8" name="Google Shape;5148;p54"/>
              <p:cNvSpPr/>
              <p:nvPr/>
            </p:nvSpPr>
            <p:spPr>
              <a:xfrm>
                <a:off x="3264750" y="1311300"/>
                <a:ext cx="133925" cy="118825"/>
              </a:xfrm>
              <a:custGeom>
                <a:rect b="b" l="l" r="r" t="t"/>
                <a:pathLst>
                  <a:path extrusionOk="0" h="4753" w="5357">
                    <a:moveTo>
                      <a:pt x="2753" y="437"/>
                    </a:moveTo>
                    <a:cubicBezTo>
                      <a:pt x="2999" y="437"/>
                      <a:pt x="3245" y="484"/>
                      <a:pt x="3477" y="582"/>
                    </a:cubicBezTo>
                    <a:cubicBezTo>
                      <a:pt x="4354" y="958"/>
                      <a:pt x="4855" y="1986"/>
                      <a:pt x="4604" y="2888"/>
                    </a:cubicBezTo>
                    <a:cubicBezTo>
                      <a:pt x="4376" y="3801"/>
                      <a:pt x="3528" y="4336"/>
                      <a:pt x="2646" y="4336"/>
                    </a:cubicBezTo>
                    <a:cubicBezTo>
                      <a:pt x="2463" y="4336"/>
                      <a:pt x="2279" y="4314"/>
                      <a:pt x="2098" y="4266"/>
                    </a:cubicBezTo>
                    <a:lnTo>
                      <a:pt x="2098" y="4266"/>
                    </a:lnTo>
                    <a:cubicBezTo>
                      <a:pt x="2098" y="4266"/>
                      <a:pt x="2098" y="4266"/>
                      <a:pt x="2098" y="4266"/>
                    </a:cubicBezTo>
                    <a:cubicBezTo>
                      <a:pt x="1121" y="3890"/>
                      <a:pt x="494" y="2788"/>
                      <a:pt x="845" y="1760"/>
                    </a:cubicBezTo>
                    <a:cubicBezTo>
                      <a:pt x="1115" y="950"/>
                      <a:pt x="1933" y="437"/>
                      <a:pt x="2753" y="437"/>
                    </a:cubicBezTo>
                    <a:close/>
                    <a:moveTo>
                      <a:pt x="2759" y="0"/>
                    </a:moveTo>
                    <a:cubicBezTo>
                      <a:pt x="1780" y="0"/>
                      <a:pt x="826" y="607"/>
                      <a:pt x="469" y="1559"/>
                    </a:cubicBezTo>
                    <a:cubicBezTo>
                      <a:pt x="0" y="2818"/>
                      <a:pt x="746" y="4150"/>
                      <a:pt x="1942" y="4645"/>
                    </a:cubicBezTo>
                    <a:lnTo>
                      <a:pt x="1942" y="4645"/>
                    </a:lnTo>
                    <a:cubicBezTo>
                      <a:pt x="1958" y="4654"/>
                      <a:pt x="1977" y="4662"/>
                      <a:pt x="1998" y="4667"/>
                    </a:cubicBezTo>
                    <a:cubicBezTo>
                      <a:pt x="1998" y="4667"/>
                      <a:pt x="1998" y="4667"/>
                      <a:pt x="1998" y="4667"/>
                    </a:cubicBezTo>
                    <a:lnTo>
                      <a:pt x="1998" y="4667"/>
                    </a:lnTo>
                    <a:cubicBezTo>
                      <a:pt x="2019" y="4676"/>
                      <a:pt x="2039" y="4681"/>
                      <a:pt x="2058" y="4682"/>
                    </a:cubicBezTo>
                    <a:lnTo>
                      <a:pt x="2058" y="4682"/>
                    </a:lnTo>
                    <a:cubicBezTo>
                      <a:pt x="2255" y="4730"/>
                      <a:pt x="2456" y="4753"/>
                      <a:pt x="2655" y="4753"/>
                    </a:cubicBezTo>
                    <a:cubicBezTo>
                      <a:pt x="3681" y="4753"/>
                      <a:pt x="4671" y="4145"/>
                      <a:pt x="4980" y="3113"/>
                    </a:cubicBezTo>
                    <a:cubicBezTo>
                      <a:pt x="5356" y="1935"/>
                      <a:pt x="4680" y="557"/>
                      <a:pt x="3527" y="131"/>
                    </a:cubicBezTo>
                    <a:cubicBezTo>
                      <a:pt x="3276" y="42"/>
                      <a:pt x="3017" y="0"/>
                      <a:pt x="27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9" name="Google Shape;5149;p54"/>
              <p:cNvSpPr/>
              <p:nvPr/>
            </p:nvSpPr>
            <p:spPr>
              <a:xfrm>
                <a:off x="2903650" y="1615950"/>
                <a:ext cx="154800" cy="216275"/>
              </a:xfrm>
              <a:custGeom>
                <a:rect b="b" l="l" r="r" t="t"/>
                <a:pathLst>
                  <a:path extrusionOk="0" h="8651" w="6192">
                    <a:moveTo>
                      <a:pt x="3569" y="1"/>
                    </a:moveTo>
                    <a:cubicBezTo>
                      <a:pt x="2183" y="1"/>
                      <a:pt x="801" y="1635"/>
                      <a:pt x="427" y="3860"/>
                    </a:cubicBezTo>
                    <a:cubicBezTo>
                      <a:pt x="1" y="6241"/>
                      <a:pt x="878" y="8371"/>
                      <a:pt x="2357" y="8622"/>
                    </a:cubicBezTo>
                    <a:cubicBezTo>
                      <a:pt x="2461" y="8641"/>
                      <a:pt x="2565" y="8651"/>
                      <a:pt x="2669" y="8651"/>
                    </a:cubicBezTo>
                    <a:cubicBezTo>
                      <a:pt x="4045" y="8651"/>
                      <a:pt x="5394" y="7000"/>
                      <a:pt x="5790" y="4787"/>
                    </a:cubicBezTo>
                    <a:cubicBezTo>
                      <a:pt x="6191" y="2431"/>
                      <a:pt x="5339" y="301"/>
                      <a:pt x="3860" y="25"/>
                    </a:cubicBezTo>
                    <a:cubicBezTo>
                      <a:pt x="3763" y="9"/>
                      <a:pt x="3666" y="1"/>
                      <a:pt x="3569"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0" name="Google Shape;5150;p54"/>
              <p:cNvSpPr/>
              <p:nvPr/>
            </p:nvSpPr>
            <p:spPr>
              <a:xfrm>
                <a:off x="2894025" y="1542750"/>
                <a:ext cx="176650" cy="119825"/>
              </a:xfrm>
              <a:custGeom>
                <a:rect b="b" l="l" r="r" t="t"/>
                <a:pathLst>
                  <a:path extrusionOk="0" h="4793" w="7066">
                    <a:moveTo>
                      <a:pt x="276" y="0"/>
                    </a:moveTo>
                    <a:cubicBezTo>
                      <a:pt x="118" y="0"/>
                      <a:pt x="1" y="274"/>
                      <a:pt x="185" y="397"/>
                    </a:cubicBezTo>
                    <a:cubicBezTo>
                      <a:pt x="2265" y="1976"/>
                      <a:pt x="4421" y="3429"/>
                      <a:pt x="6651" y="4758"/>
                    </a:cubicBezTo>
                    <a:cubicBezTo>
                      <a:pt x="6692" y="4782"/>
                      <a:pt x="6731" y="4793"/>
                      <a:pt x="6768" y="4793"/>
                    </a:cubicBezTo>
                    <a:cubicBezTo>
                      <a:pt x="6956" y="4793"/>
                      <a:pt x="7066" y="4512"/>
                      <a:pt x="6877" y="4407"/>
                    </a:cubicBezTo>
                    <a:cubicBezTo>
                      <a:pt x="4621" y="3078"/>
                      <a:pt x="2466" y="1625"/>
                      <a:pt x="386" y="46"/>
                    </a:cubicBezTo>
                    <a:cubicBezTo>
                      <a:pt x="349" y="14"/>
                      <a:pt x="31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1" name="Google Shape;5151;p54"/>
              <p:cNvSpPr/>
              <p:nvPr/>
            </p:nvSpPr>
            <p:spPr>
              <a:xfrm>
                <a:off x="3384225" y="1677200"/>
                <a:ext cx="146650" cy="217800"/>
              </a:xfrm>
              <a:custGeom>
                <a:rect b="b" l="l" r="r" t="t"/>
                <a:pathLst>
                  <a:path extrusionOk="0" h="8712" w="5866">
                    <a:moveTo>
                      <a:pt x="2678" y="0"/>
                    </a:moveTo>
                    <a:cubicBezTo>
                      <a:pt x="2630" y="0"/>
                      <a:pt x="2581" y="2"/>
                      <a:pt x="2532" y="6"/>
                    </a:cubicBezTo>
                    <a:cubicBezTo>
                      <a:pt x="1028" y="157"/>
                      <a:pt x="1" y="2212"/>
                      <a:pt x="226" y="4618"/>
                    </a:cubicBezTo>
                    <a:cubicBezTo>
                      <a:pt x="443" y="6931"/>
                      <a:pt x="1749" y="8712"/>
                      <a:pt x="3186" y="8712"/>
                    </a:cubicBezTo>
                    <a:cubicBezTo>
                      <a:pt x="3244" y="8712"/>
                      <a:pt x="3301" y="8709"/>
                      <a:pt x="3359" y="8703"/>
                    </a:cubicBezTo>
                    <a:cubicBezTo>
                      <a:pt x="4838" y="8553"/>
                      <a:pt x="5866" y="6497"/>
                      <a:pt x="5640" y="4091"/>
                    </a:cubicBezTo>
                    <a:cubicBezTo>
                      <a:pt x="5422" y="1788"/>
                      <a:pt x="4124" y="0"/>
                      <a:pt x="267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2" name="Google Shape;5152;p54"/>
              <p:cNvSpPr/>
              <p:nvPr/>
            </p:nvSpPr>
            <p:spPr>
              <a:xfrm>
                <a:off x="3373250" y="1611900"/>
                <a:ext cx="185475" cy="106225"/>
              </a:xfrm>
              <a:custGeom>
                <a:rect b="b" l="l" r="r" t="t"/>
                <a:pathLst>
                  <a:path extrusionOk="0" h="4249" w="7419">
                    <a:moveTo>
                      <a:pt x="7119" y="0"/>
                    </a:moveTo>
                    <a:cubicBezTo>
                      <a:pt x="7083" y="0"/>
                      <a:pt x="7045" y="11"/>
                      <a:pt x="7006" y="37"/>
                    </a:cubicBezTo>
                    <a:cubicBezTo>
                      <a:pt x="4826" y="1440"/>
                      <a:pt x="2545" y="2718"/>
                      <a:pt x="214" y="3871"/>
                    </a:cubicBezTo>
                    <a:cubicBezTo>
                      <a:pt x="1" y="3978"/>
                      <a:pt x="133" y="4249"/>
                      <a:pt x="316" y="4249"/>
                    </a:cubicBezTo>
                    <a:cubicBezTo>
                      <a:pt x="348" y="4249"/>
                      <a:pt x="381" y="4241"/>
                      <a:pt x="415" y="4222"/>
                    </a:cubicBezTo>
                    <a:cubicBezTo>
                      <a:pt x="2771" y="3069"/>
                      <a:pt x="5026" y="1791"/>
                      <a:pt x="7232" y="388"/>
                    </a:cubicBezTo>
                    <a:cubicBezTo>
                      <a:pt x="7419" y="263"/>
                      <a:pt x="7296" y="0"/>
                      <a:pt x="711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3" name="Google Shape;5153;p54"/>
              <p:cNvSpPr/>
              <p:nvPr/>
            </p:nvSpPr>
            <p:spPr>
              <a:xfrm>
                <a:off x="2989500" y="1860300"/>
                <a:ext cx="436750" cy="298475"/>
              </a:xfrm>
              <a:custGeom>
                <a:rect b="b" l="l" r="r" t="t"/>
                <a:pathLst>
                  <a:path extrusionOk="0" h="11939" w="17470">
                    <a:moveTo>
                      <a:pt x="3852" y="0"/>
                    </a:moveTo>
                    <a:cubicBezTo>
                      <a:pt x="3838" y="0"/>
                      <a:pt x="3824" y="0"/>
                      <a:pt x="3810" y="1"/>
                    </a:cubicBezTo>
                    <a:cubicBezTo>
                      <a:pt x="3359" y="1"/>
                      <a:pt x="2908" y="151"/>
                      <a:pt x="2507" y="351"/>
                    </a:cubicBezTo>
                    <a:cubicBezTo>
                      <a:pt x="802" y="1254"/>
                      <a:pt x="0" y="3359"/>
                      <a:pt x="276" y="5264"/>
                    </a:cubicBezTo>
                    <a:cubicBezTo>
                      <a:pt x="577" y="7143"/>
                      <a:pt x="1805" y="8798"/>
                      <a:pt x="3309" y="9950"/>
                    </a:cubicBezTo>
                    <a:cubicBezTo>
                      <a:pt x="5010" y="11257"/>
                      <a:pt x="7113" y="11939"/>
                      <a:pt x="9221" y="11939"/>
                    </a:cubicBezTo>
                    <a:cubicBezTo>
                      <a:pt x="10186" y="11939"/>
                      <a:pt x="11152" y="11796"/>
                      <a:pt x="12081" y="11504"/>
                    </a:cubicBezTo>
                    <a:cubicBezTo>
                      <a:pt x="13910" y="10928"/>
                      <a:pt x="15639" y="9825"/>
                      <a:pt x="16542" y="8146"/>
                    </a:cubicBezTo>
                    <a:cubicBezTo>
                      <a:pt x="17469" y="6467"/>
                      <a:pt x="17419" y="4186"/>
                      <a:pt x="16141" y="2783"/>
                    </a:cubicBezTo>
                    <a:cubicBezTo>
                      <a:pt x="15840" y="2432"/>
                      <a:pt x="15464" y="2156"/>
                      <a:pt x="15038" y="1981"/>
                    </a:cubicBezTo>
                    <a:cubicBezTo>
                      <a:pt x="14737" y="1865"/>
                      <a:pt x="14428" y="1817"/>
                      <a:pt x="14116" y="1817"/>
                    </a:cubicBezTo>
                    <a:cubicBezTo>
                      <a:pt x="13203" y="1817"/>
                      <a:pt x="12256" y="2227"/>
                      <a:pt x="11379" y="2582"/>
                    </a:cubicBezTo>
                    <a:cubicBezTo>
                      <a:pt x="10804" y="2805"/>
                      <a:pt x="10229" y="2931"/>
                      <a:pt x="9664" y="2931"/>
                    </a:cubicBezTo>
                    <a:cubicBezTo>
                      <a:pt x="9466" y="2931"/>
                      <a:pt x="9269" y="2915"/>
                      <a:pt x="9073" y="2883"/>
                    </a:cubicBezTo>
                    <a:cubicBezTo>
                      <a:pt x="8522" y="2808"/>
                      <a:pt x="7970" y="2582"/>
                      <a:pt x="7444" y="2156"/>
                    </a:cubicBezTo>
                    <a:cubicBezTo>
                      <a:pt x="6376" y="1312"/>
                      <a:pt x="5358" y="0"/>
                      <a:pt x="3852"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4" name="Google Shape;5154;p54"/>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5" name="Google Shape;5155;p54"/>
              <p:cNvSpPr/>
              <p:nvPr/>
            </p:nvSpPr>
            <p:spPr>
              <a:xfrm>
                <a:off x="2968200" y="1855500"/>
                <a:ext cx="456150" cy="308525"/>
              </a:xfrm>
              <a:custGeom>
                <a:rect b="b" l="l" r="r" t="t"/>
                <a:pathLst>
                  <a:path extrusionOk="0" h="12341" w="18246">
                    <a:moveTo>
                      <a:pt x="4723" y="438"/>
                    </a:moveTo>
                    <a:cubicBezTo>
                      <a:pt x="5199" y="438"/>
                      <a:pt x="5695" y="570"/>
                      <a:pt x="6191" y="869"/>
                    </a:cubicBezTo>
                    <a:cubicBezTo>
                      <a:pt x="7507" y="1664"/>
                      <a:pt x="8282" y="2951"/>
                      <a:pt x="9832" y="3267"/>
                    </a:cubicBezTo>
                    <a:lnTo>
                      <a:pt x="9832" y="3267"/>
                    </a:lnTo>
                    <a:cubicBezTo>
                      <a:pt x="9858" y="3285"/>
                      <a:pt x="9889" y="3297"/>
                      <a:pt x="9925" y="3300"/>
                    </a:cubicBezTo>
                    <a:cubicBezTo>
                      <a:pt x="10038" y="3312"/>
                      <a:pt x="10149" y="3317"/>
                      <a:pt x="10260" y="3317"/>
                    </a:cubicBezTo>
                    <a:cubicBezTo>
                      <a:pt x="11858" y="3317"/>
                      <a:pt x="13317" y="2202"/>
                      <a:pt x="14864" y="2202"/>
                    </a:cubicBezTo>
                    <a:cubicBezTo>
                      <a:pt x="15079" y="2202"/>
                      <a:pt x="15295" y="2224"/>
                      <a:pt x="15514" y="2273"/>
                    </a:cubicBezTo>
                    <a:cubicBezTo>
                      <a:pt x="17694" y="2774"/>
                      <a:pt x="18171" y="5631"/>
                      <a:pt x="17569" y="7436"/>
                    </a:cubicBezTo>
                    <a:cubicBezTo>
                      <a:pt x="16544" y="10491"/>
                      <a:pt x="13177" y="11903"/>
                      <a:pt x="10055" y="11903"/>
                    </a:cubicBezTo>
                    <a:cubicBezTo>
                      <a:pt x="9208" y="11903"/>
                      <a:pt x="8379" y="11799"/>
                      <a:pt x="7619" y="11596"/>
                    </a:cubicBezTo>
                    <a:cubicBezTo>
                      <a:pt x="4186" y="10694"/>
                      <a:pt x="376" y="7260"/>
                      <a:pt x="1454" y="3350"/>
                    </a:cubicBezTo>
                    <a:cubicBezTo>
                      <a:pt x="1893" y="1785"/>
                      <a:pt x="3204" y="438"/>
                      <a:pt x="4723" y="438"/>
                    </a:cubicBezTo>
                    <a:close/>
                    <a:moveTo>
                      <a:pt x="4735" y="0"/>
                    </a:moveTo>
                    <a:cubicBezTo>
                      <a:pt x="3740" y="0"/>
                      <a:pt x="2782" y="502"/>
                      <a:pt x="2105" y="1270"/>
                    </a:cubicBezTo>
                    <a:cubicBezTo>
                      <a:pt x="0" y="3651"/>
                      <a:pt x="852" y="7085"/>
                      <a:pt x="2832" y="9215"/>
                    </a:cubicBezTo>
                    <a:cubicBezTo>
                      <a:pt x="4695" y="11220"/>
                      <a:pt x="7376" y="12341"/>
                      <a:pt x="10095" y="12341"/>
                    </a:cubicBezTo>
                    <a:cubicBezTo>
                      <a:pt x="10741" y="12341"/>
                      <a:pt x="11390" y="12278"/>
                      <a:pt x="12030" y="12148"/>
                    </a:cubicBezTo>
                    <a:cubicBezTo>
                      <a:pt x="15088" y="11521"/>
                      <a:pt x="18246" y="9265"/>
                      <a:pt x="18246" y="5857"/>
                    </a:cubicBezTo>
                    <a:cubicBezTo>
                      <a:pt x="18246" y="4328"/>
                      <a:pt x="17494" y="2574"/>
                      <a:pt x="15965" y="1997"/>
                    </a:cubicBezTo>
                    <a:cubicBezTo>
                      <a:pt x="15614" y="1863"/>
                      <a:pt x="15265" y="1808"/>
                      <a:pt x="14919" y="1808"/>
                    </a:cubicBezTo>
                    <a:cubicBezTo>
                      <a:pt x="13377" y="1808"/>
                      <a:pt x="11869" y="2893"/>
                      <a:pt x="10281" y="2893"/>
                    </a:cubicBezTo>
                    <a:cubicBezTo>
                      <a:pt x="10196" y="2893"/>
                      <a:pt x="10111" y="2890"/>
                      <a:pt x="10026" y="2884"/>
                    </a:cubicBezTo>
                    <a:lnTo>
                      <a:pt x="10026" y="2884"/>
                    </a:lnTo>
                    <a:cubicBezTo>
                      <a:pt x="10018" y="2880"/>
                      <a:pt x="10009" y="2877"/>
                      <a:pt x="10000" y="2874"/>
                    </a:cubicBezTo>
                    <a:cubicBezTo>
                      <a:pt x="8246" y="2548"/>
                      <a:pt x="7419" y="894"/>
                      <a:pt x="5840" y="218"/>
                    </a:cubicBezTo>
                    <a:cubicBezTo>
                      <a:pt x="5475" y="69"/>
                      <a:pt x="5102" y="0"/>
                      <a:pt x="47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6" name="Google Shape;5156;p54"/>
              <p:cNvSpPr/>
              <p:nvPr/>
            </p:nvSpPr>
            <p:spPr>
              <a:xfrm>
                <a:off x="2696575" y="1862850"/>
                <a:ext cx="29250" cy="57775"/>
              </a:xfrm>
              <a:custGeom>
                <a:rect b="b" l="l" r="r" t="t"/>
                <a:pathLst>
                  <a:path extrusionOk="0" h="2311" w="1170">
                    <a:moveTo>
                      <a:pt x="878" y="1"/>
                    </a:moveTo>
                    <a:cubicBezTo>
                      <a:pt x="815" y="1"/>
                      <a:pt x="753" y="30"/>
                      <a:pt x="715" y="99"/>
                    </a:cubicBezTo>
                    <a:cubicBezTo>
                      <a:pt x="314" y="726"/>
                      <a:pt x="113" y="1402"/>
                      <a:pt x="13" y="2104"/>
                    </a:cubicBezTo>
                    <a:cubicBezTo>
                      <a:pt x="0" y="2242"/>
                      <a:pt x="101" y="2311"/>
                      <a:pt x="207" y="2311"/>
                    </a:cubicBezTo>
                    <a:cubicBezTo>
                      <a:pt x="314" y="2311"/>
                      <a:pt x="426" y="2242"/>
                      <a:pt x="439" y="2104"/>
                    </a:cubicBezTo>
                    <a:cubicBezTo>
                      <a:pt x="514" y="1478"/>
                      <a:pt x="715" y="876"/>
                      <a:pt x="1066" y="325"/>
                    </a:cubicBezTo>
                    <a:cubicBezTo>
                      <a:pt x="1170" y="151"/>
                      <a:pt x="1021" y="1"/>
                      <a:pt x="878"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7" name="Google Shape;5157;p54"/>
              <p:cNvSpPr/>
              <p:nvPr/>
            </p:nvSpPr>
            <p:spPr>
              <a:xfrm>
                <a:off x="2730600" y="1876725"/>
                <a:ext cx="17175" cy="32625"/>
              </a:xfrm>
              <a:custGeom>
                <a:rect b="b" l="l" r="r" t="t"/>
                <a:pathLst>
                  <a:path extrusionOk="0" h="1305" w="687">
                    <a:moveTo>
                      <a:pt x="435" y="0"/>
                    </a:moveTo>
                    <a:cubicBezTo>
                      <a:pt x="354" y="0"/>
                      <a:pt x="276" y="44"/>
                      <a:pt x="256" y="146"/>
                    </a:cubicBezTo>
                    <a:cubicBezTo>
                      <a:pt x="181" y="446"/>
                      <a:pt x="106" y="747"/>
                      <a:pt x="30" y="1048"/>
                    </a:cubicBezTo>
                    <a:cubicBezTo>
                      <a:pt x="0" y="1199"/>
                      <a:pt x="133" y="1304"/>
                      <a:pt x="255" y="1304"/>
                    </a:cubicBezTo>
                    <a:cubicBezTo>
                      <a:pt x="336" y="1304"/>
                      <a:pt x="411" y="1258"/>
                      <a:pt x="431" y="1148"/>
                    </a:cubicBezTo>
                    <a:cubicBezTo>
                      <a:pt x="507" y="847"/>
                      <a:pt x="582" y="547"/>
                      <a:pt x="657" y="246"/>
                    </a:cubicBezTo>
                    <a:cubicBezTo>
                      <a:pt x="687" y="96"/>
                      <a:pt x="556" y="0"/>
                      <a:pt x="435"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8" name="Google Shape;5158;p54"/>
              <p:cNvSpPr/>
              <p:nvPr/>
            </p:nvSpPr>
            <p:spPr>
              <a:xfrm>
                <a:off x="3356050" y="2370200"/>
                <a:ext cx="37100" cy="224000"/>
              </a:xfrm>
              <a:custGeom>
                <a:rect b="b" l="l" r="r" t="t"/>
                <a:pathLst>
                  <a:path extrusionOk="0" h="8960" w="1484">
                    <a:moveTo>
                      <a:pt x="1229" y="0"/>
                    </a:moveTo>
                    <a:cubicBezTo>
                      <a:pt x="1148" y="0"/>
                      <a:pt x="1073" y="46"/>
                      <a:pt x="1053" y="156"/>
                    </a:cubicBezTo>
                    <a:cubicBezTo>
                      <a:pt x="326" y="2963"/>
                      <a:pt x="0" y="5845"/>
                      <a:pt x="50" y="8753"/>
                    </a:cubicBezTo>
                    <a:cubicBezTo>
                      <a:pt x="50" y="8890"/>
                      <a:pt x="157" y="8959"/>
                      <a:pt x="263" y="8959"/>
                    </a:cubicBezTo>
                    <a:cubicBezTo>
                      <a:pt x="370" y="8959"/>
                      <a:pt x="476" y="8890"/>
                      <a:pt x="476" y="8753"/>
                    </a:cubicBezTo>
                    <a:cubicBezTo>
                      <a:pt x="401" y="5895"/>
                      <a:pt x="727" y="3038"/>
                      <a:pt x="1454" y="256"/>
                    </a:cubicBezTo>
                    <a:cubicBezTo>
                      <a:pt x="1484" y="106"/>
                      <a:pt x="1351" y="0"/>
                      <a:pt x="122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9" name="Google Shape;5159;p54"/>
              <p:cNvSpPr/>
              <p:nvPr/>
            </p:nvSpPr>
            <p:spPr>
              <a:xfrm>
                <a:off x="3391750" y="2327100"/>
                <a:ext cx="13800" cy="10050"/>
              </a:xfrm>
              <a:custGeom>
                <a:rect b="b" l="l" r="r" t="t"/>
                <a:pathLst>
                  <a:path extrusionOk="0" h="402" w="552">
                    <a:moveTo>
                      <a:pt x="276" y="0"/>
                    </a:moveTo>
                    <a:cubicBezTo>
                      <a:pt x="1" y="0"/>
                      <a:pt x="1" y="401"/>
                      <a:pt x="276" y="401"/>
                    </a:cubicBezTo>
                    <a:cubicBezTo>
                      <a:pt x="552" y="401"/>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0" name="Google Shape;5160;p54"/>
              <p:cNvSpPr/>
              <p:nvPr/>
            </p:nvSpPr>
            <p:spPr>
              <a:xfrm>
                <a:off x="3335350" y="2393050"/>
                <a:ext cx="14950" cy="51075"/>
              </a:xfrm>
              <a:custGeom>
                <a:rect b="b" l="l" r="r" t="t"/>
                <a:pathLst>
                  <a:path extrusionOk="0" h="2043" w="598">
                    <a:moveTo>
                      <a:pt x="344" y="1"/>
                    </a:moveTo>
                    <a:cubicBezTo>
                      <a:pt x="262" y="1"/>
                      <a:pt x="181" y="45"/>
                      <a:pt x="151" y="144"/>
                    </a:cubicBezTo>
                    <a:cubicBezTo>
                      <a:pt x="26" y="721"/>
                      <a:pt x="1" y="1322"/>
                      <a:pt x="151" y="1899"/>
                    </a:cubicBezTo>
                    <a:cubicBezTo>
                      <a:pt x="171" y="1998"/>
                      <a:pt x="246" y="2042"/>
                      <a:pt x="326" y="2042"/>
                    </a:cubicBezTo>
                    <a:cubicBezTo>
                      <a:pt x="448" y="2042"/>
                      <a:pt x="583" y="1940"/>
                      <a:pt x="552" y="1773"/>
                    </a:cubicBezTo>
                    <a:cubicBezTo>
                      <a:pt x="427" y="1272"/>
                      <a:pt x="427" y="771"/>
                      <a:pt x="552" y="270"/>
                    </a:cubicBezTo>
                    <a:cubicBezTo>
                      <a:pt x="598" y="103"/>
                      <a:pt x="470" y="1"/>
                      <a:pt x="34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1" name="Google Shape;5161;p54"/>
              <p:cNvSpPr/>
              <p:nvPr/>
            </p:nvSpPr>
            <p:spPr>
              <a:xfrm>
                <a:off x="3434225" y="2106400"/>
                <a:ext cx="15950" cy="35400"/>
              </a:xfrm>
              <a:custGeom>
                <a:rect b="b" l="l" r="r" t="t"/>
                <a:pathLst>
                  <a:path extrusionOk="0" h="1416" w="638">
                    <a:moveTo>
                      <a:pt x="383" y="1"/>
                    </a:moveTo>
                    <a:cubicBezTo>
                      <a:pt x="302" y="1"/>
                      <a:pt x="226" y="47"/>
                      <a:pt x="206" y="157"/>
                    </a:cubicBezTo>
                    <a:cubicBezTo>
                      <a:pt x="156" y="482"/>
                      <a:pt x="106" y="808"/>
                      <a:pt x="31" y="1159"/>
                    </a:cubicBezTo>
                    <a:cubicBezTo>
                      <a:pt x="1" y="1310"/>
                      <a:pt x="143" y="1415"/>
                      <a:pt x="267" y="1415"/>
                    </a:cubicBezTo>
                    <a:cubicBezTo>
                      <a:pt x="348" y="1415"/>
                      <a:pt x="422" y="1369"/>
                      <a:pt x="432" y="1259"/>
                    </a:cubicBezTo>
                    <a:cubicBezTo>
                      <a:pt x="507" y="934"/>
                      <a:pt x="557" y="583"/>
                      <a:pt x="607" y="257"/>
                    </a:cubicBezTo>
                    <a:cubicBezTo>
                      <a:pt x="638" y="106"/>
                      <a:pt x="504" y="1"/>
                      <a:pt x="383"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2" name="Google Shape;5162;p54"/>
              <p:cNvSpPr/>
              <p:nvPr/>
            </p:nvSpPr>
            <p:spPr>
              <a:xfrm>
                <a:off x="3452650" y="2112975"/>
                <a:ext cx="17950" cy="31025"/>
              </a:xfrm>
              <a:custGeom>
                <a:rect b="b" l="l" r="r" t="t"/>
                <a:pathLst>
                  <a:path extrusionOk="0" h="1241" w="718">
                    <a:moveTo>
                      <a:pt x="464" y="1"/>
                    </a:moveTo>
                    <a:cubicBezTo>
                      <a:pt x="382" y="1"/>
                      <a:pt x="301" y="45"/>
                      <a:pt x="271" y="144"/>
                    </a:cubicBezTo>
                    <a:cubicBezTo>
                      <a:pt x="196" y="420"/>
                      <a:pt x="121" y="696"/>
                      <a:pt x="46" y="971"/>
                    </a:cubicBezTo>
                    <a:cubicBezTo>
                      <a:pt x="0" y="1138"/>
                      <a:pt x="129" y="1240"/>
                      <a:pt x="254" y="1240"/>
                    </a:cubicBezTo>
                    <a:cubicBezTo>
                      <a:pt x="336" y="1240"/>
                      <a:pt x="417" y="1196"/>
                      <a:pt x="447" y="1097"/>
                    </a:cubicBezTo>
                    <a:lnTo>
                      <a:pt x="672" y="270"/>
                    </a:lnTo>
                    <a:cubicBezTo>
                      <a:pt x="718" y="103"/>
                      <a:pt x="590" y="1"/>
                      <a:pt x="46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3" name="Google Shape;5163;p54"/>
              <p:cNvSpPr/>
              <p:nvPr/>
            </p:nvSpPr>
            <p:spPr>
              <a:xfrm>
                <a:off x="3034600" y="1224175"/>
                <a:ext cx="184050" cy="43450"/>
              </a:xfrm>
              <a:custGeom>
                <a:rect b="b" l="l" r="r" t="t"/>
                <a:pathLst>
                  <a:path extrusionOk="0" h="1738" w="7362">
                    <a:moveTo>
                      <a:pt x="2388" y="0"/>
                    </a:moveTo>
                    <a:cubicBezTo>
                      <a:pt x="2293" y="0"/>
                      <a:pt x="2199" y="2"/>
                      <a:pt x="2106" y="7"/>
                    </a:cubicBezTo>
                    <a:cubicBezTo>
                      <a:pt x="1682" y="7"/>
                      <a:pt x="1042" y="204"/>
                      <a:pt x="552" y="204"/>
                    </a:cubicBezTo>
                    <a:cubicBezTo>
                      <a:pt x="518" y="204"/>
                      <a:pt x="484" y="203"/>
                      <a:pt x="452" y="201"/>
                    </a:cubicBezTo>
                    <a:lnTo>
                      <a:pt x="452" y="201"/>
                    </a:lnTo>
                    <a:cubicBezTo>
                      <a:pt x="444" y="195"/>
                      <a:pt x="436" y="188"/>
                      <a:pt x="427" y="182"/>
                    </a:cubicBezTo>
                    <a:lnTo>
                      <a:pt x="377" y="182"/>
                    </a:lnTo>
                    <a:cubicBezTo>
                      <a:pt x="352" y="157"/>
                      <a:pt x="318" y="146"/>
                      <a:pt x="283" y="146"/>
                    </a:cubicBezTo>
                    <a:cubicBezTo>
                      <a:pt x="212" y="146"/>
                      <a:pt x="134" y="191"/>
                      <a:pt x="101" y="257"/>
                    </a:cubicBezTo>
                    <a:cubicBezTo>
                      <a:pt x="101" y="257"/>
                      <a:pt x="76" y="283"/>
                      <a:pt x="76" y="283"/>
                    </a:cubicBezTo>
                    <a:cubicBezTo>
                      <a:pt x="1" y="408"/>
                      <a:pt x="76" y="558"/>
                      <a:pt x="201" y="608"/>
                    </a:cubicBezTo>
                    <a:cubicBezTo>
                      <a:pt x="270" y="621"/>
                      <a:pt x="339" y="627"/>
                      <a:pt x="409" y="627"/>
                    </a:cubicBezTo>
                    <a:cubicBezTo>
                      <a:pt x="740" y="627"/>
                      <a:pt x="1072" y="499"/>
                      <a:pt x="1404" y="458"/>
                    </a:cubicBezTo>
                    <a:cubicBezTo>
                      <a:pt x="1693" y="433"/>
                      <a:pt x="1981" y="420"/>
                      <a:pt x="2269" y="420"/>
                    </a:cubicBezTo>
                    <a:cubicBezTo>
                      <a:pt x="2557" y="420"/>
                      <a:pt x="2845" y="433"/>
                      <a:pt x="3134" y="458"/>
                    </a:cubicBezTo>
                    <a:cubicBezTo>
                      <a:pt x="4487" y="583"/>
                      <a:pt x="5790" y="1034"/>
                      <a:pt x="6943" y="1711"/>
                    </a:cubicBezTo>
                    <a:cubicBezTo>
                      <a:pt x="6976" y="1730"/>
                      <a:pt x="7010" y="1738"/>
                      <a:pt x="7042" y="1738"/>
                    </a:cubicBezTo>
                    <a:cubicBezTo>
                      <a:pt x="7226" y="1738"/>
                      <a:pt x="7361" y="1467"/>
                      <a:pt x="7169" y="1360"/>
                    </a:cubicBezTo>
                    <a:cubicBezTo>
                      <a:pt x="6091" y="709"/>
                      <a:pt x="4938" y="283"/>
                      <a:pt x="3710" y="107"/>
                    </a:cubicBezTo>
                    <a:cubicBezTo>
                      <a:pt x="3277" y="45"/>
                      <a:pt x="2827" y="0"/>
                      <a:pt x="238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4" name="Google Shape;5164;p54"/>
              <p:cNvSpPr/>
              <p:nvPr/>
            </p:nvSpPr>
            <p:spPr>
              <a:xfrm>
                <a:off x="3239500" y="1264425"/>
                <a:ext cx="13800" cy="10050"/>
              </a:xfrm>
              <a:custGeom>
                <a:rect b="b" l="l" r="r" t="t"/>
                <a:pathLst>
                  <a:path extrusionOk="0" h="402" w="552">
                    <a:moveTo>
                      <a:pt x="276" y="1"/>
                    </a:moveTo>
                    <a:cubicBezTo>
                      <a:pt x="0" y="1"/>
                      <a:pt x="0" y="402"/>
                      <a:pt x="276" y="402"/>
                    </a:cubicBezTo>
                    <a:cubicBezTo>
                      <a:pt x="552" y="402"/>
                      <a:pt x="552"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5" name="Google Shape;5165;p54"/>
              <p:cNvSpPr/>
              <p:nvPr/>
            </p:nvSpPr>
            <p:spPr>
              <a:xfrm>
                <a:off x="3119200" y="1273000"/>
                <a:ext cx="86500" cy="21300"/>
              </a:xfrm>
              <a:custGeom>
                <a:rect b="b" l="l" r="r" t="t"/>
                <a:pathLst>
                  <a:path extrusionOk="0" h="852" w="3460">
                    <a:moveTo>
                      <a:pt x="924" y="1"/>
                    </a:moveTo>
                    <a:cubicBezTo>
                      <a:pt x="701" y="1"/>
                      <a:pt x="477" y="12"/>
                      <a:pt x="251" y="34"/>
                    </a:cubicBezTo>
                    <a:cubicBezTo>
                      <a:pt x="8" y="58"/>
                      <a:pt x="1" y="436"/>
                      <a:pt x="229" y="436"/>
                    </a:cubicBezTo>
                    <a:cubicBezTo>
                      <a:pt x="236" y="436"/>
                      <a:pt x="243" y="436"/>
                      <a:pt x="251" y="435"/>
                    </a:cubicBezTo>
                    <a:cubicBezTo>
                      <a:pt x="437" y="421"/>
                      <a:pt x="621" y="414"/>
                      <a:pt x="803" y="414"/>
                    </a:cubicBezTo>
                    <a:cubicBezTo>
                      <a:pt x="1606" y="414"/>
                      <a:pt x="2378" y="550"/>
                      <a:pt x="3133" y="836"/>
                    </a:cubicBezTo>
                    <a:cubicBezTo>
                      <a:pt x="3161" y="847"/>
                      <a:pt x="3186" y="852"/>
                      <a:pt x="3210" y="852"/>
                    </a:cubicBezTo>
                    <a:cubicBezTo>
                      <a:pt x="3402" y="852"/>
                      <a:pt x="3459" y="524"/>
                      <a:pt x="3258" y="435"/>
                    </a:cubicBezTo>
                    <a:cubicBezTo>
                      <a:pt x="2496" y="141"/>
                      <a:pt x="1717" y="1"/>
                      <a:pt x="924"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6" name="Google Shape;5166;p54"/>
              <p:cNvSpPr/>
              <p:nvPr/>
            </p:nvSpPr>
            <p:spPr>
              <a:xfrm>
                <a:off x="2796275" y="1318550"/>
                <a:ext cx="31350" cy="42275"/>
              </a:xfrm>
              <a:custGeom>
                <a:rect b="b" l="l" r="r" t="t"/>
                <a:pathLst>
                  <a:path extrusionOk="0" h="1691" w="1254">
                    <a:moveTo>
                      <a:pt x="959" y="0"/>
                    </a:moveTo>
                    <a:cubicBezTo>
                      <a:pt x="915" y="0"/>
                      <a:pt x="872" y="20"/>
                      <a:pt x="837" y="66"/>
                    </a:cubicBezTo>
                    <a:cubicBezTo>
                      <a:pt x="511" y="493"/>
                      <a:pt x="261" y="944"/>
                      <a:pt x="60" y="1445"/>
                    </a:cubicBezTo>
                    <a:cubicBezTo>
                      <a:pt x="0" y="1594"/>
                      <a:pt x="119" y="1690"/>
                      <a:pt x="245" y="1690"/>
                    </a:cubicBezTo>
                    <a:cubicBezTo>
                      <a:pt x="331" y="1690"/>
                      <a:pt x="421" y="1646"/>
                      <a:pt x="461" y="1545"/>
                    </a:cubicBezTo>
                    <a:cubicBezTo>
                      <a:pt x="611" y="1119"/>
                      <a:pt x="837" y="718"/>
                      <a:pt x="1138" y="367"/>
                    </a:cubicBezTo>
                    <a:cubicBezTo>
                      <a:pt x="1253" y="213"/>
                      <a:pt x="1103" y="0"/>
                      <a:pt x="95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7" name="Google Shape;5167;p54"/>
              <p:cNvSpPr/>
              <p:nvPr/>
            </p:nvSpPr>
            <p:spPr>
              <a:xfrm>
                <a:off x="2832400" y="1321075"/>
                <a:ext cx="19725" cy="26475"/>
              </a:xfrm>
              <a:custGeom>
                <a:rect b="b" l="l" r="r" t="t"/>
                <a:pathLst>
                  <a:path extrusionOk="0" h="1059" w="789">
                    <a:moveTo>
                      <a:pt x="522" y="1"/>
                    </a:moveTo>
                    <a:cubicBezTo>
                      <a:pt x="461" y="1"/>
                      <a:pt x="402" y="34"/>
                      <a:pt x="369" y="116"/>
                    </a:cubicBezTo>
                    <a:cubicBezTo>
                      <a:pt x="269" y="316"/>
                      <a:pt x="169" y="542"/>
                      <a:pt x="69" y="742"/>
                    </a:cubicBezTo>
                    <a:cubicBezTo>
                      <a:pt x="1" y="912"/>
                      <a:pt x="139" y="1058"/>
                      <a:pt x="274" y="1058"/>
                    </a:cubicBezTo>
                    <a:cubicBezTo>
                      <a:pt x="340" y="1058"/>
                      <a:pt x="404" y="1024"/>
                      <a:pt x="445" y="943"/>
                    </a:cubicBezTo>
                    <a:cubicBezTo>
                      <a:pt x="520" y="742"/>
                      <a:pt x="620" y="542"/>
                      <a:pt x="720" y="316"/>
                    </a:cubicBezTo>
                    <a:cubicBezTo>
                      <a:pt x="788" y="147"/>
                      <a:pt x="650" y="1"/>
                      <a:pt x="522"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8" name="Google Shape;5168;p54"/>
              <p:cNvSpPr/>
              <p:nvPr/>
            </p:nvSpPr>
            <p:spPr>
              <a:xfrm>
                <a:off x="2758050" y="2242650"/>
                <a:ext cx="82000" cy="161150"/>
              </a:xfrm>
              <a:custGeom>
                <a:rect b="b" l="l" r="r" t="t"/>
                <a:pathLst>
                  <a:path extrusionOk="0" h="6446" w="3280">
                    <a:moveTo>
                      <a:pt x="246" y="0"/>
                    </a:moveTo>
                    <a:cubicBezTo>
                      <a:pt x="119" y="0"/>
                      <a:pt x="0" y="96"/>
                      <a:pt x="60" y="246"/>
                    </a:cubicBezTo>
                    <a:cubicBezTo>
                      <a:pt x="912" y="2326"/>
                      <a:pt x="1840" y="4356"/>
                      <a:pt x="2842" y="6336"/>
                    </a:cubicBezTo>
                    <a:cubicBezTo>
                      <a:pt x="2881" y="6414"/>
                      <a:pt x="2942" y="6446"/>
                      <a:pt x="3004" y="6446"/>
                    </a:cubicBezTo>
                    <a:cubicBezTo>
                      <a:pt x="3140" y="6446"/>
                      <a:pt x="3279" y="6291"/>
                      <a:pt x="3193" y="6135"/>
                    </a:cubicBezTo>
                    <a:cubicBezTo>
                      <a:pt x="2216" y="4180"/>
                      <a:pt x="1313" y="2175"/>
                      <a:pt x="461" y="145"/>
                    </a:cubicBezTo>
                    <a:cubicBezTo>
                      <a:pt x="421" y="44"/>
                      <a:pt x="331" y="0"/>
                      <a:pt x="24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9" name="Google Shape;5169;p54"/>
              <p:cNvSpPr/>
              <p:nvPr/>
            </p:nvSpPr>
            <p:spPr>
              <a:xfrm>
                <a:off x="2820675" y="2326850"/>
                <a:ext cx="31275" cy="45000"/>
              </a:xfrm>
              <a:custGeom>
                <a:rect b="b" l="l" r="r" t="t"/>
                <a:pathLst>
                  <a:path extrusionOk="0" h="1800" w="1251">
                    <a:moveTo>
                      <a:pt x="276" y="1"/>
                    </a:moveTo>
                    <a:cubicBezTo>
                      <a:pt x="140" y="1"/>
                      <a:pt x="0" y="156"/>
                      <a:pt x="87" y="311"/>
                    </a:cubicBezTo>
                    <a:cubicBezTo>
                      <a:pt x="337" y="787"/>
                      <a:pt x="563" y="1238"/>
                      <a:pt x="813" y="1690"/>
                    </a:cubicBezTo>
                    <a:cubicBezTo>
                      <a:pt x="852" y="1768"/>
                      <a:pt x="913" y="1800"/>
                      <a:pt x="975" y="1800"/>
                    </a:cubicBezTo>
                    <a:cubicBezTo>
                      <a:pt x="1111" y="1800"/>
                      <a:pt x="1251" y="1644"/>
                      <a:pt x="1164" y="1489"/>
                    </a:cubicBezTo>
                    <a:cubicBezTo>
                      <a:pt x="939" y="1013"/>
                      <a:pt x="688" y="562"/>
                      <a:pt x="437" y="111"/>
                    </a:cubicBezTo>
                    <a:cubicBezTo>
                      <a:pt x="398" y="32"/>
                      <a:pt x="337" y="1"/>
                      <a:pt x="276"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0" name="Google Shape;5170;p54"/>
              <p:cNvSpPr/>
              <p:nvPr/>
            </p:nvSpPr>
            <p:spPr>
              <a:xfrm>
                <a:off x="2959275" y="2584150"/>
                <a:ext cx="276275" cy="254300"/>
              </a:xfrm>
              <a:custGeom>
                <a:rect b="b" l="l" r="r" t="t"/>
                <a:pathLst>
                  <a:path extrusionOk="0" h="10172" w="11051">
                    <a:moveTo>
                      <a:pt x="291" y="1"/>
                    </a:moveTo>
                    <a:cubicBezTo>
                      <a:pt x="144" y="1"/>
                      <a:pt x="0" y="160"/>
                      <a:pt x="107" y="320"/>
                    </a:cubicBezTo>
                    <a:cubicBezTo>
                      <a:pt x="2838" y="4355"/>
                      <a:pt x="6422" y="7688"/>
                      <a:pt x="10633" y="10145"/>
                    </a:cubicBezTo>
                    <a:cubicBezTo>
                      <a:pt x="10666" y="10163"/>
                      <a:pt x="10699" y="10171"/>
                      <a:pt x="10731" y="10171"/>
                    </a:cubicBezTo>
                    <a:cubicBezTo>
                      <a:pt x="10915" y="10171"/>
                      <a:pt x="11051" y="9897"/>
                      <a:pt x="10858" y="9769"/>
                    </a:cubicBezTo>
                    <a:cubicBezTo>
                      <a:pt x="6698" y="7363"/>
                      <a:pt x="3139" y="4079"/>
                      <a:pt x="457" y="94"/>
                    </a:cubicBezTo>
                    <a:cubicBezTo>
                      <a:pt x="413" y="28"/>
                      <a:pt x="352"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1" name="Google Shape;5171;p54"/>
              <p:cNvSpPr/>
              <p:nvPr/>
            </p:nvSpPr>
            <p:spPr>
              <a:xfrm>
                <a:off x="3005500" y="2581525"/>
                <a:ext cx="47500" cy="63125"/>
              </a:xfrm>
              <a:custGeom>
                <a:rect b="b" l="l" r="r" t="t"/>
                <a:pathLst>
                  <a:path extrusionOk="0" h="2525" w="1900">
                    <a:moveTo>
                      <a:pt x="291" y="1"/>
                    </a:moveTo>
                    <a:cubicBezTo>
                      <a:pt x="155" y="1"/>
                      <a:pt x="0" y="151"/>
                      <a:pt x="87" y="325"/>
                    </a:cubicBezTo>
                    <a:cubicBezTo>
                      <a:pt x="463" y="1102"/>
                      <a:pt x="914" y="1803"/>
                      <a:pt x="1466" y="2455"/>
                    </a:cubicBezTo>
                    <a:cubicBezTo>
                      <a:pt x="1508" y="2504"/>
                      <a:pt x="1558" y="2524"/>
                      <a:pt x="1607" y="2524"/>
                    </a:cubicBezTo>
                    <a:cubicBezTo>
                      <a:pt x="1759" y="2524"/>
                      <a:pt x="1899" y="2325"/>
                      <a:pt x="1766" y="2154"/>
                    </a:cubicBezTo>
                    <a:cubicBezTo>
                      <a:pt x="1240" y="1528"/>
                      <a:pt x="789" y="851"/>
                      <a:pt x="438" y="99"/>
                    </a:cubicBezTo>
                    <a:cubicBezTo>
                      <a:pt x="407" y="30"/>
                      <a:pt x="351" y="1"/>
                      <a:pt x="291" y="1"/>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2" name="Google Shape;5172;p54"/>
              <p:cNvSpPr/>
              <p:nvPr/>
            </p:nvSpPr>
            <p:spPr>
              <a:xfrm>
                <a:off x="3391750" y="2916075"/>
                <a:ext cx="13800" cy="10675"/>
              </a:xfrm>
              <a:custGeom>
                <a:rect b="b" l="l" r="r" t="t"/>
                <a:pathLst>
                  <a:path extrusionOk="0" h="427" w="552">
                    <a:moveTo>
                      <a:pt x="276" y="0"/>
                    </a:moveTo>
                    <a:cubicBezTo>
                      <a:pt x="1" y="0"/>
                      <a:pt x="1" y="426"/>
                      <a:pt x="276" y="426"/>
                    </a:cubicBezTo>
                    <a:cubicBezTo>
                      <a:pt x="552" y="426"/>
                      <a:pt x="552"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3" name="Google Shape;5173;p54"/>
              <p:cNvSpPr/>
              <p:nvPr/>
            </p:nvSpPr>
            <p:spPr>
              <a:xfrm>
                <a:off x="3296225" y="1528275"/>
                <a:ext cx="31925" cy="42200"/>
              </a:xfrm>
              <a:custGeom>
                <a:rect b="b" l="l" r="r" t="t"/>
                <a:pathLst>
                  <a:path extrusionOk="0" h="1688" w="1277">
                    <a:moveTo>
                      <a:pt x="989" y="0"/>
                    </a:moveTo>
                    <a:cubicBezTo>
                      <a:pt x="925" y="0"/>
                      <a:pt x="860" y="30"/>
                      <a:pt x="814" y="99"/>
                    </a:cubicBezTo>
                    <a:cubicBezTo>
                      <a:pt x="588" y="525"/>
                      <a:pt x="338" y="951"/>
                      <a:pt x="87" y="1377"/>
                    </a:cubicBezTo>
                    <a:cubicBezTo>
                      <a:pt x="1" y="1532"/>
                      <a:pt x="140" y="1687"/>
                      <a:pt x="285" y="1687"/>
                    </a:cubicBezTo>
                    <a:cubicBezTo>
                      <a:pt x="350" y="1687"/>
                      <a:pt x="416" y="1655"/>
                      <a:pt x="463" y="1577"/>
                    </a:cubicBezTo>
                    <a:cubicBezTo>
                      <a:pt x="689" y="1151"/>
                      <a:pt x="939" y="725"/>
                      <a:pt x="1190" y="324"/>
                    </a:cubicBezTo>
                    <a:cubicBezTo>
                      <a:pt x="1277" y="150"/>
                      <a:pt x="1135" y="0"/>
                      <a:pt x="989"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4" name="Google Shape;5174;p54"/>
              <p:cNvSpPr/>
              <p:nvPr/>
            </p:nvSpPr>
            <p:spPr>
              <a:xfrm>
                <a:off x="3323150" y="1546450"/>
                <a:ext cx="25700" cy="33125"/>
              </a:xfrm>
              <a:custGeom>
                <a:rect b="b" l="l" r="r" t="t"/>
                <a:pathLst>
                  <a:path extrusionOk="0" h="1325" w="1028">
                    <a:moveTo>
                      <a:pt x="728" y="0"/>
                    </a:moveTo>
                    <a:cubicBezTo>
                      <a:pt x="664" y="0"/>
                      <a:pt x="602" y="29"/>
                      <a:pt x="564" y="98"/>
                    </a:cubicBezTo>
                    <a:cubicBezTo>
                      <a:pt x="414" y="399"/>
                      <a:pt x="263" y="700"/>
                      <a:pt x="88" y="1001"/>
                    </a:cubicBezTo>
                    <a:cubicBezTo>
                      <a:pt x="1" y="1175"/>
                      <a:pt x="155" y="1324"/>
                      <a:pt x="300" y="1324"/>
                    </a:cubicBezTo>
                    <a:cubicBezTo>
                      <a:pt x="364" y="1324"/>
                      <a:pt x="426" y="1295"/>
                      <a:pt x="464" y="1226"/>
                    </a:cubicBezTo>
                    <a:cubicBezTo>
                      <a:pt x="614" y="925"/>
                      <a:pt x="765" y="625"/>
                      <a:pt x="940" y="324"/>
                    </a:cubicBezTo>
                    <a:cubicBezTo>
                      <a:pt x="1027" y="150"/>
                      <a:pt x="873" y="0"/>
                      <a:pt x="728"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5" name="Google Shape;5175;p54"/>
              <p:cNvSpPr/>
              <p:nvPr/>
            </p:nvSpPr>
            <p:spPr>
              <a:xfrm>
                <a:off x="2987000" y="1475600"/>
                <a:ext cx="13800" cy="10675"/>
              </a:xfrm>
              <a:custGeom>
                <a:rect b="b" l="l" r="r" t="t"/>
                <a:pathLst>
                  <a:path extrusionOk="0" h="427" w="552">
                    <a:moveTo>
                      <a:pt x="276" y="0"/>
                    </a:moveTo>
                    <a:cubicBezTo>
                      <a:pt x="0" y="0"/>
                      <a:pt x="0" y="426"/>
                      <a:pt x="276" y="426"/>
                    </a:cubicBezTo>
                    <a:cubicBezTo>
                      <a:pt x="551" y="426"/>
                      <a:pt x="551" y="0"/>
                      <a:pt x="276" y="0"/>
                    </a:cubicBezTo>
                    <a:close/>
                  </a:path>
                </a:pathLst>
              </a:custGeom>
              <a:solidFill>
                <a:srgbClr val="1923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9" name="Shape 5179"/>
        <p:cNvGrpSpPr/>
        <p:nvPr/>
      </p:nvGrpSpPr>
      <p:grpSpPr>
        <a:xfrm>
          <a:off x="0" y="0"/>
          <a:ext cx="0" cy="0"/>
          <a:chOff x="0" y="0"/>
          <a:chExt cx="0" cy="0"/>
        </a:xfrm>
      </p:grpSpPr>
      <p:sp>
        <p:nvSpPr>
          <p:cNvPr id="5180" name="Google Shape;5180;p55"/>
          <p:cNvSpPr/>
          <p:nvPr/>
        </p:nvSpPr>
        <p:spPr>
          <a:xfrm>
            <a:off x="1353925" y="1517250"/>
            <a:ext cx="409200" cy="40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1" name="Google Shape;5181;p55"/>
          <p:cNvSpPr/>
          <p:nvPr/>
        </p:nvSpPr>
        <p:spPr>
          <a:xfrm>
            <a:off x="1885125" y="1517250"/>
            <a:ext cx="409200" cy="40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2" name="Google Shape;5182;p55"/>
          <p:cNvSpPr/>
          <p:nvPr/>
        </p:nvSpPr>
        <p:spPr>
          <a:xfrm>
            <a:off x="2416275" y="1517250"/>
            <a:ext cx="409200" cy="40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3" name="Google Shape;5183;p55"/>
          <p:cNvSpPr/>
          <p:nvPr/>
        </p:nvSpPr>
        <p:spPr>
          <a:xfrm>
            <a:off x="822775" y="1517250"/>
            <a:ext cx="409200" cy="40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4" name="Google Shape;5184;p55"/>
          <p:cNvSpPr txBox="1"/>
          <p:nvPr>
            <p:ph type="title"/>
          </p:nvPr>
        </p:nvSpPr>
        <p:spPr>
          <a:xfrm>
            <a:off x="742522" y="400505"/>
            <a:ext cx="3471900" cy="75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lang="fr-FR"/>
              <a:t>THANKS!</a:t>
            </a:r>
            <a:endParaRPr/>
          </a:p>
        </p:txBody>
      </p:sp>
      <p:sp>
        <p:nvSpPr>
          <p:cNvPr id="5185" name="Google Shape;5185;p55"/>
          <p:cNvSpPr txBox="1"/>
          <p:nvPr/>
        </p:nvSpPr>
        <p:spPr>
          <a:xfrm>
            <a:off x="720000" y="4301095"/>
            <a:ext cx="3000000" cy="272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fr-FR" sz="1200" u="none" cap="none" strike="noStrike">
                <a:solidFill>
                  <a:schemeClr val="dk2"/>
                </a:solidFill>
                <a:latin typeface="Rubik"/>
                <a:ea typeface="Rubik"/>
                <a:cs typeface="Rubik"/>
                <a:sym typeface="Rubik"/>
              </a:rPr>
              <a:t>Please keep this slide for attribution</a:t>
            </a:r>
            <a:endParaRPr b="1" i="0" sz="1200" u="none" cap="none" strike="noStrike">
              <a:solidFill>
                <a:schemeClr val="dk2"/>
              </a:solidFill>
              <a:latin typeface="Rubik"/>
              <a:ea typeface="Rubik"/>
              <a:cs typeface="Rubik"/>
              <a:sym typeface="Rubik"/>
            </a:endParaRPr>
          </a:p>
        </p:txBody>
      </p:sp>
      <p:sp>
        <p:nvSpPr>
          <p:cNvPr id="5186" name="Google Shape;5186;p55"/>
          <p:cNvSpPr/>
          <p:nvPr/>
        </p:nvSpPr>
        <p:spPr>
          <a:xfrm>
            <a:off x="4649075" y="1101227"/>
            <a:ext cx="10475" cy="7869"/>
          </a:xfrm>
          <a:custGeom>
            <a:rect b="b" l="l" r="r" t="t"/>
            <a:pathLst>
              <a:path extrusionOk="0" h="151" w="201">
                <a:moveTo>
                  <a:pt x="101" y="0"/>
                </a:moveTo>
                <a:cubicBezTo>
                  <a:pt x="0" y="0"/>
                  <a:pt x="0"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87" name="Google Shape;5187;p55"/>
          <p:cNvGrpSpPr/>
          <p:nvPr/>
        </p:nvGrpSpPr>
        <p:grpSpPr>
          <a:xfrm>
            <a:off x="4297172" y="871145"/>
            <a:ext cx="4585407" cy="3702649"/>
            <a:chOff x="4504101" y="920975"/>
            <a:chExt cx="4561232" cy="3683128"/>
          </a:xfrm>
        </p:grpSpPr>
        <p:sp>
          <p:nvSpPr>
            <p:cNvPr id="5188" name="Google Shape;5188;p55"/>
            <p:cNvSpPr/>
            <p:nvPr/>
          </p:nvSpPr>
          <p:spPr>
            <a:xfrm>
              <a:off x="5245959" y="2078209"/>
              <a:ext cx="3056294" cy="2141980"/>
            </a:xfrm>
            <a:custGeom>
              <a:rect b="b" l="l" r="r" t="t"/>
              <a:pathLst>
                <a:path extrusionOk="0" h="41103" w="58648">
                  <a:moveTo>
                    <a:pt x="29179" y="1"/>
                  </a:moveTo>
                  <a:cubicBezTo>
                    <a:pt x="17673" y="1"/>
                    <a:pt x="6339" y="6580"/>
                    <a:pt x="2005" y="17518"/>
                  </a:cubicBezTo>
                  <a:cubicBezTo>
                    <a:pt x="702" y="20826"/>
                    <a:pt x="151" y="24937"/>
                    <a:pt x="176" y="28470"/>
                  </a:cubicBezTo>
                  <a:lnTo>
                    <a:pt x="0" y="40826"/>
                  </a:lnTo>
                  <a:lnTo>
                    <a:pt x="58647" y="41102"/>
                  </a:lnTo>
                  <a:lnTo>
                    <a:pt x="58647" y="41102"/>
                  </a:lnTo>
                  <a:lnTo>
                    <a:pt x="58296" y="29398"/>
                  </a:lnTo>
                  <a:cubicBezTo>
                    <a:pt x="57920" y="17944"/>
                    <a:pt x="50978" y="6515"/>
                    <a:pt x="40201" y="2155"/>
                  </a:cubicBezTo>
                  <a:cubicBezTo>
                    <a:pt x="36664" y="693"/>
                    <a:pt x="32913" y="1"/>
                    <a:pt x="291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9" name="Google Shape;5189;p55"/>
            <p:cNvSpPr/>
            <p:nvPr/>
          </p:nvSpPr>
          <p:spPr>
            <a:xfrm>
              <a:off x="5241998" y="2074093"/>
              <a:ext cx="3064163" cy="2150005"/>
            </a:xfrm>
            <a:custGeom>
              <a:rect b="b" l="l" r="r" t="t"/>
              <a:pathLst>
                <a:path extrusionOk="0" h="41257" w="58799">
                  <a:moveTo>
                    <a:pt x="29287" y="155"/>
                  </a:moveTo>
                  <a:cubicBezTo>
                    <a:pt x="31761" y="155"/>
                    <a:pt x="34238" y="461"/>
                    <a:pt x="36643" y="1106"/>
                  </a:cubicBezTo>
                  <a:cubicBezTo>
                    <a:pt x="40377" y="2083"/>
                    <a:pt x="43911" y="3812"/>
                    <a:pt x="46918" y="6244"/>
                  </a:cubicBezTo>
                  <a:cubicBezTo>
                    <a:pt x="49976" y="8725"/>
                    <a:pt x="52533" y="11858"/>
                    <a:pt x="54412" y="15341"/>
                  </a:cubicBezTo>
                  <a:cubicBezTo>
                    <a:pt x="56317" y="18825"/>
                    <a:pt x="57570" y="22685"/>
                    <a:pt x="58071" y="26645"/>
                  </a:cubicBezTo>
                  <a:cubicBezTo>
                    <a:pt x="58197" y="27572"/>
                    <a:pt x="58272" y="28524"/>
                    <a:pt x="58297" y="29477"/>
                  </a:cubicBezTo>
                  <a:cubicBezTo>
                    <a:pt x="58297" y="29477"/>
                    <a:pt x="58297" y="29477"/>
                    <a:pt x="58297" y="29477"/>
                  </a:cubicBezTo>
                  <a:lnTo>
                    <a:pt x="58297" y="29477"/>
                  </a:lnTo>
                  <a:cubicBezTo>
                    <a:pt x="58297" y="29478"/>
                    <a:pt x="58297" y="29479"/>
                    <a:pt x="58297" y="29480"/>
                  </a:cubicBezTo>
                  <a:lnTo>
                    <a:pt x="58297" y="29480"/>
                  </a:lnTo>
                  <a:cubicBezTo>
                    <a:pt x="58322" y="30808"/>
                    <a:pt x="58372" y="32110"/>
                    <a:pt x="58422" y="33437"/>
                  </a:cubicBezTo>
                  <a:cubicBezTo>
                    <a:pt x="58472" y="35542"/>
                    <a:pt x="58548" y="37622"/>
                    <a:pt x="58598" y="39727"/>
                  </a:cubicBezTo>
                  <a:cubicBezTo>
                    <a:pt x="58622" y="40180"/>
                    <a:pt x="58623" y="40632"/>
                    <a:pt x="58644" y="41106"/>
                  </a:cubicBezTo>
                  <a:lnTo>
                    <a:pt x="58644" y="41106"/>
                  </a:lnTo>
                  <a:cubicBezTo>
                    <a:pt x="58144" y="41106"/>
                    <a:pt x="57644" y="41105"/>
                    <a:pt x="57144" y="41081"/>
                  </a:cubicBezTo>
                  <a:lnTo>
                    <a:pt x="52883" y="41081"/>
                  </a:lnTo>
                  <a:cubicBezTo>
                    <a:pt x="50778" y="41056"/>
                    <a:pt x="48673" y="41056"/>
                    <a:pt x="46568" y="41056"/>
                  </a:cubicBezTo>
                  <a:cubicBezTo>
                    <a:pt x="43986" y="41031"/>
                    <a:pt x="41430" y="41031"/>
                    <a:pt x="38873" y="41006"/>
                  </a:cubicBezTo>
                  <a:lnTo>
                    <a:pt x="30427" y="40981"/>
                  </a:lnTo>
                  <a:cubicBezTo>
                    <a:pt x="27595" y="40956"/>
                    <a:pt x="24763" y="40956"/>
                    <a:pt x="21931" y="40930"/>
                  </a:cubicBezTo>
                  <a:cubicBezTo>
                    <a:pt x="19274" y="40905"/>
                    <a:pt x="16618" y="40905"/>
                    <a:pt x="13961" y="40905"/>
                  </a:cubicBezTo>
                  <a:cubicBezTo>
                    <a:pt x="11730" y="40880"/>
                    <a:pt x="9500" y="40880"/>
                    <a:pt x="7294" y="40855"/>
                  </a:cubicBezTo>
                  <a:lnTo>
                    <a:pt x="2432" y="40830"/>
                  </a:lnTo>
                  <a:lnTo>
                    <a:pt x="953" y="40830"/>
                  </a:lnTo>
                  <a:cubicBezTo>
                    <a:pt x="786" y="40830"/>
                    <a:pt x="608" y="40819"/>
                    <a:pt x="426" y="40819"/>
                  </a:cubicBezTo>
                  <a:cubicBezTo>
                    <a:pt x="335" y="40819"/>
                    <a:pt x="243" y="40822"/>
                    <a:pt x="151" y="40830"/>
                  </a:cubicBezTo>
                  <a:lnTo>
                    <a:pt x="127" y="40830"/>
                  </a:lnTo>
                  <a:cubicBezTo>
                    <a:pt x="153" y="39177"/>
                    <a:pt x="202" y="37547"/>
                    <a:pt x="227" y="35893"/>
                  </a:cubicBezTo>
                  <a:cubicBezTo>
                    <a:pt x="252" y="33637"/>
                    <a:pt x="277" y="31356"/>
                    <a:pt x="327" y="29101"/>
                  </a:cubicBezTo>
                  <a:cubicBezTo>
                    <a:pt x="327" y="27998"/>
                    <a:pt x="327" y="26895"/>
                    <a:pt x="427" y="25793"/>
                  </a:cubicBezTo>
                  <a:cubicBezTo>
                    <a:pt x="577" y="23437"/>
                    <a:pt x="978" y="21056"/>
                    <a:pt x="1730" y="18800"/>
                  </a:cubicBezTo>
                  <a:cubicBezTo>
                    <a:pt x="2858" y="15316"/>
                    <a:pt x="4863" y="12108"/>
                    <a:pt x="7369" y="9427"/>
                  </a:cubicBezTo>
                  <a:cubicBezTo>
                    <a:pt x="9750" y="6870"/>
                    <a:pt x="12633" y="4790"/>
                    <a:pt x="15790" y="3261"/>
                  </a:cubicBezTo>
                  <a:cubicBezTo>
                    <a:pt x="18999" y="1707"/>
                    <a:pt x="22482" y="705"/>
                    <a:pt x="26041" y="329"/>
                  </a:cubicBezTo>
                  <a:cubicBezTo>
                    <a:pt x="27118" y="214"/>
                    <a:pt x="28202" y="155"/>
                    <a:pt x="29287" y="155"/>
                  </a:cubicBezTo>
                  <a:close/>
                  <a:moveTo>
                    <a:pt x="29215" y="0"/>
                  </a:moveTo>
                  <a:cubicBezTo>
                    <a:pt x="29076" y="0"/>
                    <a:pt x="28937" y="1"/>
                    <a:pt x="28798" y="3"/>
                  </a:cubicBezTo>
                  <a:cubicBezTo>
                    <a:pt x="25239" y="53"/>
                    <a:pt x="21680" y="755"/>
                    <a:pt x="18322" y="2008"/>
                  </a:cubicBezTo>
                  <a:cubicBezTo>
                    <a:pt x="15039" y="3261"/>
                    <a:pt x="11956" y="5066"/>
                    <a:pt x="9299" y="7371"/>
                  </a:cubicBezTo>
                  <a:cubicBezTo>
                    <a:pt x="6592" y="9702"/>
                    <a:pt x="4362" y="12559"/>
                    <a:pt x="2808" y="15767"/>
                  </a:cubicBezTo>
                  <a:cubicBezTo>
                    <a:pt x="853" y="19752"/>
                    <a:pt x="201" y="24138"/>
                    <a:pt x="176" y="28549"/>
                  </a:cubicBezTo>
                  <a:cubicBezTo>
                    <a:pt x="176" y="30304"/>
                    <a:pt x="126" y="32033"/>
                    <a:pt x="101" y="33788"/>
                  </a:cubicBezTo>
                  <a:cubicBezTo>
                    <a:pt x="76" y="36018"/>
                    <a:pt x="26" y="38274"/>
                    <a:pt x="1" y="40504"/>
                  </a:cubicBezTo>
                  <a:lnTo>
                    <a:pt x="1" y="40905"/>
                  </a:lnTo>
                  <a:cubicBezTo>
                    <a:pt x="1" y="40930"/>
                    <a:pt x="26" y="40981"/>
                    <a:pt x="76" y="40981"/>
                  </a:cubicBezTo>
                  <a:lnTo>
                    <a:pt x="1630" y="40981"/>
                  </a:lnTo>
                  <a:cubicBezTo>
                    <a:pt x="3059" y="40981"/>
                    <a:pt x="4487" y="41006"/>
                    <a:pt x="5891" y="41006"/>
                  </a:cubicBezTo>
                  <a:cubicBezTo>
                    <a:pt x="7996" y="41006"/>
                    <a:pt x="10126" y="41031"/>
                    <a:pt x="12232" y="41031"/>
                  </a:cubicBezTo>
                  <a:cubicBezTo>
                    <a:pt x="14788" y="41056"/>
                    <a:pt x="17344" y="41056"/>
                    <a:pt x="19901" y="41056"/>
                  </a:cubicBezTo>
                  <a:lnTo>
                    <a:pt x="28372" y="41106"/>
                  </a:lnTo>
                  <a:cubicBezTo>
                    <a:pt x="31204" y="41131"/>
                    <a:pt x="34036" y="41131"/>
                    <a:pt x="36843" y="41156"/>
                  </a:cubicBezTo>
                  <a:lnTo>
                    <a:pt x="44813" y="41181"/>
                  </a:lnTo>
                  <a:cubicBezTo>
                    <a:pt x="47044" y="41181"/>
                    <a:pt x="49274" y="41206"/>
                    <a:pt x="51505" y="41206"/>
                  </a:cubicBezTo>
                  <a:cubicBezTo>
                    <a:pt x="53109" y="41231"/>
                    <a:pt x="54738" y="41231"/>
                    <a:pt x="56342" y="41231"/>
                  </a:cubicBezTo>
                  <a:cubicBezTo>
                    <a:pt x="57094" y="41231"/>
                    <a:pt x="57871" y="41256"/>
                    <a:pt x="58623" y="41256"/>
                  </a:cubicBezTo>
                  <a:lnTo>
                    <a:pt x="58723" y="41256"/>
                  </a:lnTo>
                  <a:cubicBezTo>
                    <a:pt x="58773" y="41256"/>
                    <a:pt x="58798" y="41206"/>
                    <a:pt x="58798" y="41181"/>
                  </a:cubicBezTo>
                  <a:lnTo>
                    <a:pt x="58673" y="37221"/>
                  </a:lnTo>
                  <a:cubicBezTo>
                    <a:pt x="58623" y="35141"/>
                    <a:pt x="58548" y="33036"/>
                    <a:pt x="58497" y="30930"/>
                  </a:cubicBezTo>
                  <a:cubicBezTo>
                    <a:pt x="58472" y="30454"/>
                    <a:pt x="58447" y="29978"/>
                    <a:pt x="58447" y="29477"/>
                  </a:cubicBezTo>
                  <a:cubicBezTo>
                    <a:pt x="58447" y="29476"/>
                    <a:pt x="58447" y="29474"/>
                    <a:pt x="58447" y="29473"/>
                  </a:cubicBezTo>
                  <a:lnTo>
                    <a:pt x="58447" y="29473"/>
                  </a:lnTo>
                  <a:cubicBezTo>
                    <a:pt x="58322" y="25515"/>
                    <a:pt x="57419" y="21606"/>
                    <a:pt x="55841" y="17973"/>
                  </a:cubicBezTo>
                  <a:cubicBezTo>
                    <a:pt x="54287" y="14314"/>
                    <a:pt x="52056" y="10930"/>
                    <a:pt x="49224" y="8123"/>
                  </a:cubicBezTo>
                  <a:cubicBezTo>
                    <a:pt x="46442" y="5341"/>
                    <a:pt x="43109" y="3186"/>
                    <a:pt x="39425" y="1807"/>
                  </a:cubicBezTo>
                  <a:cubicBezTo>
                    <a:pt x="36171" y="603"/>
                    <a:pt x="32686" y="0"/>
                    <a:pt x="292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0" name="Google Shape;5190;p55"/>
            <p:cNvSpPr/>
            <p:nvPr/>
          </p:nvSpPr>
          <p:spPr>
            <a:xfrm>
              <a:off x="5628613" y="2318234"/>
              <a:ext cx="2195604" cy="243626"/>
            </a:xfrm>
            <a:custGeom>
              <a:rect b="b" l="l" r="r" t="t"/>
              <a:pathLst>
                <a:path extrusionOk="0" h="4675" w="42132">
                  <a:moveTo>
                    <a:pt x="14763" y="1"/>
                  </a:moveTo>
                  <a:cubicBezTo>
                    <a:pt x="14610" y="1"/>
                    <a:pt x="14451" y="18"/>
                    <a:pt x="14286" y="55"/>
                  </a:cubicBezTo>
                  <a:cubicBezTo>
                    <a:pt x="12356" y="481"/>
                    <a:pt x="11855" y="2912"/>
                    <a:pt x="10176" y="3739"/>
                  </a:cubicBezTo>
                  <a:cubicBezTo>
                    <a:pt x="9894" y="3880"/>
                    <a:pt x="9617" y="3945"/>
                    <a:pt x="9351" y="3945"/>
                  </a:cubicBezTo>
                  <a:cubicBezTo>
                    <a:pt x="8766" y="3945"/>
                    <a:pt x="8234" y="3629"/>
                    <a:pt x="7820" y="3112"/>
                  </a:cubicBezTo>
                  <a:cubicBezTo>
                    <a:pt x="7344" y="2536"/>
                    <a:pt x="7043" y="1884"/>
                    <a:pt x="6542" y="1358"/>
                  </a:cubicBezTo>
                  <a:cubicBezTo>
                    <a:pt x="6131" y="910"/>
                    <a:pt x="5653" y="703"/>
                    <a:pt x="5168" y="703"/>
                  </a:cubicBezTo>
                  <a:cubicBezTo>
                    <a:pt x="4676" y="703"/>
                    <a:pt x="4177" y="917"/>
                    <a:pt x="3735" y="1308"/>
                  </a:cubicBezTo>
                  <a:cubicBezTo>
                    <a:pt x="2808" y="2135"/>
                    <a:pt x="2256" y="3313"/>
                    <a:pt x="1229" y="4015"/>
                  </a:cubicBezTo>
                  <a:cubicBezTo>
                    <a:pt x="930" y="4221"/>
                    <a:pt x="569" y="4344"/>
                    <a:pt x="222" y="4344"/>
                  </a:cubicBezTo>
                  <a:cubicBezTo>
                    <a:pt x="190" y="4344"/>
                    <a:pt x="158" y="4343"/>
                    <a:pt x="126" y="4341"/>
                  </a:cubicBezTo>
                  <a:cubicBezTo>
                    <a:pt x="76" y="4391"/>
                    <a:pt x="51" y="4441"/>
                    <a:pt x="1" y="4491"/>
                  </a:cubicBezTo>
                  <a:cubicBezTo>
                    <a:pt x="73" y="4501"/>
                    <a:pt x="150" y="4507"/>
                    <a:pt x="230" y="4507"/>
                  </a:cubicBezTo>
                  <a:cubicBezTo>
                    <a:pt x="342" y="4507"/>
                    <a:pt x="460" y="4495"/>
                    <a:pt x="577" y="4466"/>
                  </a:cubicBezTo>
                  <a:cubicBezTo>
                    <a:pt x="1103" y="4366"/>
                    <a:pt x="1529" y="4015"/>
                    <a:pt x="1880" y="3639"/>
                  </a:cubicBezTo>
                  <a:cubicBezTo>
                    <a:pt x="2732" y="2787"/>
                    <a:pt x="3334" y="1508"/>
                    <a:pt x="4437" y="982"/>
                  </a:cubicBezTo>
                  <a:cubicBezTo>
                    <a:pt x="4693" y="856"/>
                    <a:pt x="4931" y="800"/>
                    <a:pt x="5152" y="800"/>
                  </a:cubicBezTo>
                  <a:cubicBezTo>
                    <a:pt x="6290" y="800"/>
                    <a:pt x="6990" y="2269"/>
                    <a:pt x="7620" y="3087"/>
                  </a:cubicBezTo>
                  <a:cubicBezTo>
                    <a:pt x="8021" y="3639"/>
                    <a:pt x="8547" y="4065"/>
                    <a:pt x="9249" y="4090"/>
                  </a:cubicBezTo>
                  <a:cubicBezTo>
                    <a:pt x="9280" y="4092"/>
                    <a:pt x="9312" y="4092"/>
                    <a:pt x="9343" y="4092"/>
                  </a:cubicBezTo>
                  <a:cubicBezTo>
                    <a:pt x="10230" y="4092"/>
                    <a:pt x="10998" y="3416"/>
                    <a:pt x="11554" y="2787"/>
                  </a:cubicBezTo>
                  <a:cubicBezTo>
                    <a:pt x="12181" y="2060"/>
                    <a:pt x="12632" y="1208"/>
                    <a:pt x="13409" y="631"/>
                  </a:cubicBezTo>
                  <a:cubicBezTo>
                    <a:pt x="13835" y="320"/>
                    <a:pt x="14287" y="174"/>
                    <a:pt x="14735" y="174"/>
                  </a:cubicBezTo>
                  <a:cubicBezTo>
                    <a:pt x="15261" y="174"/>
                    <a:pt x="15780" y="377"/>
                    <a:pt x="16241" y="757"/>
                  </a:cubicBezTo>
                  <a:cubicBezTo>
                    <a:pt x="17570" y="1884"/>
                    <a:pt x="18121" y="4065"/>
                    <a:pt x="19951" y="4591"/>
                  </a:cubicBezTo>
                  <a:cubicBezTo>
                    <a:pt x="20144" y="4648"/>
                    <a:pt x="20329" y="4674"/>
                    <a:pt x="20505" y="4674"/>
                  </a:cubicBezTo>
                  <a:cubicBezTo>
                    <a:pt x="21647" y="4674"/>
                    <a:pt x="22422" y="3574"/>
                    <a:pt x="23008" y="2661"/>
                  </a:cubicBezTo>
                  <a:cubicBezTo>
                    <a:pt x="23384" y="2085"/>
                    <a:pt x="23760" y="1433"/>
                    <a:pt x="24336" y="1032"/>
                  </a:cubicBezTo>
                  <a:cubicBezTo>
                    <a:pt x="24653" y="812"/>
                    <a:pt x="25023" y="697"/>
                    <a:pt x="25392" y="697"/>
                  </a:cubicBezTo>
                  <a:cubicBezTo>
                    <a:pt x="25694" y="697"/>
                    <a:pt x="25996" y="774"/>
                    <a:pt x="26266" y="932"/>
                  </a:cubicBezTo>
                  <a:cubicBezTo>
                    <a:pt x="27469" y="1609"/>
                    <a:pt x="28071" y="2987"/>
                    <a:pt x="29123" y="3814"/>
                  </a:cubicBezTo>
                  <a:cubicBezTo>
                    <a:pt x="29566" y="4151"/>
                    <a:pt x="30096" y="4364"/>
                    <a:pt x="30641" y="4364"/>
                  </a:cubicBezTo>
                  <a:cubicBezTo>
                    <a:pt x="30745" y="4364"/>
                    <a:pt x="30849" y="4357"/>
                    <a:pt x="30953" y="4341"/>
                  </a:cubicBezTo>
                  <a:cubicBezTo>
                    <a:pt x="31830" y="4215"/>
                    <a:pt x="32532" y="3614"/>
                    <a:pt x="33083" y="2987"/>
                  </a:cubicBezTo>
                  <a:cubicBezTo>
                    <a:pt x="33785" y="2235"/>
                    <a:pt x="34362" y="1383"/>
                    <a:pt x="35214" y="807"/>
                  </a:cubicBezTo>
                  <a:cubicBezTo>
                    <a:pt x="35680" y="478"/>
                    <a:pt x="36229" y="254"/>
                    <a:pt x="36761" y="254"/>
                  </a:cubicBezTo>
                  <a:cubicBezTo>
                    <a:pt x="37202" y="254"/>
                    <a:pt x="37632" y="407"/>
                    <a:pt x="37996" y="782"/>
                  </a:cubicBezTo>
                  <a:cubicBezTo>
                    <a:pt x="38998" y="1834"/>
                    <a:pt x="39073" y="3990"/>
                    <a:pt x="40903" y="4040"/>
                  </a:cubicBezTo>
                  <a:cubicBezTo>
                    <a:pt x="40940" y="4042"/>
                    <a:pt x="40976" y="4043"/>
                    <a:pt x="41012" y="4043"/>
                  </a:cubicBezTo>
                  <a:cubicBezTo>
                    <a:pt x="41398" y="4043"/>
                    <a:pt x="41764" y="3924"/>
                    <a:pt x="42131" y="3764"/>
                  </a:cubicBezTo>
                  <a:cubicBezTo>
                    <a:pt x="42081" y="3739"/>
                    <a:pt x="42056" y="3689"/>
                    <a:pt x="42031" y="3664"/>
                  </a:cubicBezTo>
                  <a:cubicBezTo>
                    <a:pt x="41655" y="3814"/>
                    <a:pt x="41304" y="3914"/>
                    <a:pt x="40903" y="3914"/>
                  </a:cubicBezTo>
                  <a:cubicBezTo>
                    <a:pt x="39900" y="3864"/>
                    <a:pt x="39399" y="3037"/>
                    <a:pt x="38998" y="2235"/>
                  </a:cubicBezTo>
                  <a:cubicBezTo>
                    <a:pt x="38697" y="1584"/>
                    <a:pt x="38422" y="882"/>
                    <a:pt x="37820" y="456"/>
                  </a:cubicBezTo>
                  <a:cubicBezTo>
                    <a:pt x="37484" y="210"/>
                    <a:pt x="37108" y="105"/>
                    <a:pt x="36727" y="105"/>
                  </a:cubicBezTo>
                  <a:cubicBezTo>
                    <a:pt x="36368" y="105"/>
                    <a:pt x="36005" y="198"/>
                    <a:pt x="35665" y="356"/>
                  </a:cubicBezTo>
                  <a:cubicBezTo>
                    <a:pt x="34788" y="782"/>
                    <a:pt x="34161" y="1508"/>
                    <a:pt x="33560" y="2235"/>
                  </a:cubicBezTo>
                  <a:cubicBezTo>
                    <a:pt x="32958" y="2962"/>
                    <a:pt x="32256" y="3789"/>
                    <a:pt x="31329" y="4115"/>
                  </a:cubicBezTo>
                  <a:cubicBezTo>
                    <a:pt x="31084" y="4202"/>
                    <a:pt x="30851" y="4241"/>
                    <a:pt x="30629" y="4241"/>
                  </a:cubicBezTo>
                  <a:cubicBezTo>
                    <a:pt x="29379" y="4241"/>
                    <a:pt x="28483" y="2997"/>
                    <a:pt x="27695" y="2060"/>
                  </a:cubicBezTo>
                  <a:cubicBezTo>
                    <a:pt x="27095" y="1335"/>
                    <a:pt x="26323" y="543"/>
                    <a:pt x="25367" y="543"/>
                  </a:cubicBezTo>
                  <a:cubicBezTo>
                    <a:pt x="25166" y="543"/>
                    <a:pt x="24956" y="578"/>
                    <a:pt x="24737" y="656"/>
                  </a:cubicBezTo>
                  <a:cubicBezTo>
                    <a:pt x="23509" y="1107"/>
                    <a:pt x="22983" y="2586"/>
                    <a:pt x="22231" y="3539"/>
                  </a:cubicBezTo>
                  <a:cubicBezTo>
                    <a:pt x="21792" y="4100"/>
                    <a:pt x="21187" y="4542"/>
                    <a:pt x="20461" y="4542"/>
                  </a:cubicBezTo>
                  <a:cubicBezTo>
                    <a:pt x="20442" y="4542"/>
                    <a:pt x="20422" y="4542"/>
                    <a:pt x="20402" y="4541"/>
                  </a:cubicBezTo>
                  <a:cubicBezTo>
                    <a:pt x="19374" y="4466"/>
                    <a:pt x="18572" y="3589"/>
                    <a:pt x="18021" y="2812"/>
                  </a:cubicBezTo>
                  <a:cubicBezTo>
                    <a:pt x="17224" y="1696"/>
                    <a:pt x="16282" y="1"/>
                    <a:pt x="1476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1" name="Google Shape;5191;p55"/>
            <p:cNvSpPr/>
            <p:nvPr/>
          </p:nvSpPr>
          <p:spPr>
            <a:xfrm>
              <a:off x="5498022" y="2589942"/>
              <a:ext cx="2463306" cy="243574"/>
            </a:xfrm>
            <a:custGeom>
              <a:rect b="b" l="l" r="r" t="t"/>
              <a:pathLst>
                <a:path extrusionOk="0" h="4674" w="47269">
                  <a:moveTo>
                    <a:pt x="17269" y="0"/>
                  </a:moveTo>
                  <a:cubicBezTo>
                    <a:pt x="17116" y="0"/>
                    <a:pt x="16957" y="17"/>
                    <a:pt x="16792" y="54"/>
                  </a:cubicBezTo>
                  <a:cubicBezTo>
                    <a:pt x="14862" y="480"/>
                    <a:pt x="14361" y="2911"/>
                    <a:pt x="12682" y="3738"/>
                  </a:cubicBezTo>
                  <a:cubicBezTo>
                    <a:pt x="12400" y="3879"/>
                    <a:pt x="12123" y="3944"/>
                    <a:pt x="11857" y="3944"/>
                  </a:cubicBezTo>
                  <a:cubicBezTo>
                    <a:pt x="11272" y="3944"/>
                    <a:pt x="10740" y="3629"/>
                    <a:pt x="10326" y="3112"/>
                  </a:cubicBezTo>
                  <a:cubicBezTo>
                    <a:pt x="9850" y="2560"/>
                    <a:pt x="9549" y="1883"/>
                    <a:pt x="9048" y="1357"/>
                  </a:cubicBezTo>
                  <a:cubicBezTo>
                    <a:pt x="8637" y="909"/>
                    <a:pt x="8159" y="702"/>
                    <a:pt x="7674" y="702"/>
                  </a:cubicBezTo>
                  <a:cubicBezTo>
                    <a:pt x="7182" y="702"/>
                    <a:pt x="6683" y="916"/>
                    <a:pt x="6241" y="1307"/>
                  </a:cubicBezTo>
                  <a:cubicBezTo>
                    <a:pt x="5314" y="2134"/>
                    <a:pt x="4762" y="3312"/>
                    <a:pt x="3735" y="4014"/>
                  </a:cubicBezTo>
                  <a:cubicBezTo>
                    <a:pt x="3425" y="4235"/>
                    <a:pt x="3081" y="4360"/>
                    <a:pt x="2733" y="4360"/>
                  </a:cubicBezTo>
                  <a:cubicBezTo>
                    <a:pt x="2489" y="4360"/>
                    <a:pt x="2243" y="4299"/>
                    <a:pt x="2005" y="4164"/>
                  </a:cubicBezTo>
                  <a:cubicBezTo>
                    <a:pt x="1329" y="3838"/>
                    <a:pt x="928" y="3137"/>
                    <a:pt x="476" y="2585"/>
                  </a:cubicBezTo>
                  <a:cubicBezTo>
                    <a:pt x="351" y="2435"/>
                    <a:pt x="226" y="2310"/>
                    <a:pt x="100" y="2184"/>
                  </a:cubicBezTo>
                  <a:cubicBezTo>
                    <a:pt x="50" y="2234"/>
                    <a:pt x="25" y="2284"/>
                    <a:pt x="0" y="2335"/>
                  </a:cubicBezTo>
                  <a:cubicBezTo>
                    <a:pt x="552" y="2836"/>
                    <a:pt x="1028" y="3588"/>
                    <a:pt x="1529" y="4014"/>
                  </a:cubicBezTo>
                  <a:cubicBezTo>
                    <a:pt x="1869" y="4314"/>
                    <a:pt x="2289" y="4502"/>
                    <a:pt x="2738" y="4502"/>
                  </a:cubicBezTo>
                  <a:cubicBezTo>
                    <a:pt x="2851" y="4502"/>
                    <a:pt x="2967" y="4490"/>
                    <a:pt x="3083" y="4465"/>
                  </a:cubicBezTo>
                  <a:cubicBezTo>
                    <a:pt x="3609" y="4365"/>
                    <a:pt x="4035" y="4014"/>
                    <a:pt x="4386" y="3638"/>
                  </a:cubicBezTo>
                  <a:cubicBezTo>
                    <a:pt x="5238" y="2786"/>
                    <a:pt x="5840" y="1508"/>
                    <a:pt x="6943" y="981"/>
                  </a:cubicBezTo>
                  <a:cubicBezTo>
                    <a:pt x="7199" y="855"/>
                    <a:pt x="7437" y="799"/>
                    <a:pt x="7658" y="799"/>
                  </a:cubicBezTo>
                  <a:cubicBezTo>
                    <a:pt x="8796" y="799"/>
                    <a:pt x="9496" y="2272"/>
                    <a:pt x="10126" y="3112"/>
                  </a:cubicBezTo>
                  <a:cubicBezTo>
                    <a:pt x="10527" y="3638"/>
                    <a:pt x="11053" y="4064"/>
                    <a:pt x="11755" y="4089"/>
                  </a:cubicBezTo>
                  <a:cubicBezTo>
                    <a:pt x="11786" y="4091"/>
                    <a:pt x="11818" y="4092"/>
                    <a:pt x="11849" y="4092"/>
                  </a:cubicBezTo>
                  <a:cubicBezTo>
                    <a:pt x="12736" y="4092"/>
                    <a:pt x="13504" y="3415"/>
                    <a:pt x="14060" y="2786"/>
                  </a:cubicBezTo>
                  <a:cubicBezTo>
                    <a:pt x="14687" y="2059"/>
                    <a:pt x="15138" y="1207"/>
                    <a:pt x="15915" y="630"/>
                  </a:cubicBezTo>
                  <a:cubicBezTo>
                    <a:pt x="16341" y="319"/>
                    <a:pt x="16793" y="173"/>
                    <a:pt x="17241" y="173"/>
                  </a:cubicBezTo>
                  <a:cubicBezTo>
                    <a:pt x="17767" y="173"/>
                    <a:pt x="18286" y="376"/>
                    <a:pt x="18747" y="756"/>
                  </a:cubicBezTo>
                  <a:cubicBezTo>
                    <a:pt x="20076" y="1909"/>
                    <a:pt x="20627" y="4064"/>
                    <a:pt x="22457" y="4590"/>
                  </a:cubicBezTo>
                  <a:cubicBezTo>
                    <a:pt x="22650" y="4647"/>
                    <a:pt x="22835" y="4673"/>
                    <a:pt x="23011" y="4673"/>
                  </a:cubicBezTo>
                  <a:cubicBezTo>
                    <a:pt x="24153" y="4673"/>
                    <a:pt x="24928" y="3573"/>
                    <a:pt x="25514" y="2660"/>
                  </a:cubicBezTo>
                  <a:cubicBezTo>
                    <a:pt x="25890" y="2084"/>
                    <a:pt x="26266" y="1457"/>
                    <a:pt x="26842" y="1031"/>
                  </a:cubicBezTo>
                  <a:cubicBezTo>
                    <a:pt x="27159" y="811"/>
                    <a:pt x="27529" y="696"/>
                    <a:pt x="27898" y="696"/>
                  </a:cubicBezTo>
                  <a:cubicBezTo>
                    <a:pt x="28200" y="696"/>
                    <a:pt x="28502" y="773"/>
                    <a:pt x="28772" y="931"/>
                  </a:cubicBezTo>
                  <a:cubicBezTo>
                    <a:pt x="29975" y="1608"/>
                    <a:pt x="30577" y="2986"/>
                    <a:pt x="31629" y="3813"/>
                  </a:cubicBezTo>
                  <a:cubicBezTo>
                    <a:pt x="32077" y="4154"/>
                    <a:pt x="32616" y="4387"/>
                    <a:pt x="33168" y="4387"/>
                  </a:cubicBezTo>
                  <a:cubicBezTo>
                    <a:pt x="33265" y="4387"/>
                    <a:pt x="33362" y="4380"/>
                    <a:pt x="33459" y="4365"/>
                  </a:cubicBezTo>
                  <a:cubicBezTo>
                    <a:pt x="34336" y="4214"/>
                    <a:pt x="35038" y="3613"/>
                    <a:pt x="35589" y="2986"/>
                  </a:cubicBezTo>
                  <a:cubicBezTo>
                    <a:pt x="36291" y="2234"/>
                    <a:pt x="36868" y="1382"/>
                    <a:pt x="37720" y="806"/>
                  </a:cubicBezTo>
                  <a:cubicBezTo>
                    <a:pt x="38186" y="477"/>
                    <a:pt x="38735" y="253"/>
                    <a:pt x="39267" y="253"/>
                  </a:cubicBezTo>
                  <a:cubicBezTo>
                    <a:pt x="39708" y="253"/>
                    <a:pt x="40138" y="406"/>
                    <a:pt x="40502" y="781"/>
                  </a:cubicBezTo>
                  <a:cubicBezTo>
                    <a:pt x="41504" y="1833"/>
                    <a:pt x="41579" y="3989"/>
                    <a:pt x="43409" y="4039"/>
                  </a:cubicBezTo>
                  <a:cubicBezTo>
                    <a:pt x="43430" y="4039"/>
                    <a:pt x="43450" y="4040"/>
                    <a:pt x="43471" y="4040"/>
                  </a:cubicBezTo>
                  <a:cubicBezTo>
                    <a:pt x="44348" y="4040"/>
                    <a:pt x="45128" y="3525"/>
                    <a:pt x="45765" y="3011"/>
                  </a:cubicBezTo>
                  <a:cubicBezTo>
                    <a:pt x="46291" y="2585"/>
                    <a:pt x="46742" y="2084"/>
                    <a:pt x="47269" y="1658"/>
                  </a:cubicBezTo>
                  <a:cubicBezTo>
                    <a:pt x="47244" y="1633"/>
                    <a:pt x="47219" y="1583"/>
                    <a:pt x="47193" y="1558"/>
                  </a:cubicBezTo>
                  <a:cubicBezTo>
                    <a:pt x="46818" y="1858"/>
                    <a:pt x="46467" y="2159"/>
                    <a:pt x="46191" y="2460"/>
                  </a:cubicBezTo>
                  <a:cubicBezTo>
                    <a:pt x="45475" y="3126"/>
                    <a:pt x="44517" y="3914"/>
                    <a:pt x="43458" y="3914"/>
                  </a:cubicBezTo>
                  <a:cubicBezTo>
                    <a:pt x="43442" y="3914"/>
                    <a:pt x="43425" y="3914"/>
                    <a:pt x="43409" y="3914"/>
                  </a:cubicBezTo>
                  <a:cubicBezTo>
                    <a:pt x="42406" y="3863"/>
                    <a:pt x="41905" y="3036"/>
                    <a:pt x="41504" y="2234"/>
                  </a:cubicBezTo>
                  <a:cubicBezTo>
                    <a:pt x="41203" y="1583"/>
                    <a:pt x="40928" y="881"/>
                    <a:pt x="40326" y="455"/>
                  </a:cubicBezTo>
                  <a:cubicBezTo>
                    <a:pt x="39996" y="213"/>
                    <a:pt x="39626" y="107"/>
                    <a:pt x="39251" y="107"/>
                  </a:cubicBezTo>
                  <a:cubicBezTo>
                    <a:pt x="38886" y="107"/>
                    <a:pt x="38516" y="207"/>
                    <a:pt x="38171" y="380"/>
                  </a:cubicBezTo>
                  <a:cubicBezTo>
                    <a:pt x="37294" y="781"/>
                    <a:pt x="36667" y="1508"/>
                    <a:pt x="36066" y="2234"/>
                  </a:cubicBezTo>
                  <a:cubicBezTo>
                    <a:pt x="35464" y="2961"/>
                    <a:pt x="34762" y="3788"/>
                    <a:pt x="33835" y="4114"/>
                  </a:cubicBezTo>
                  <a:cubicBezTo>
                    <a:pt x="33590" y="4201"/>
                    <a:pt x="33357" y="4240"/>
                    <a:pt x="33135" y="4240"/>
                  </a:cubicBezTo>
                  <a:cubicBezTo>
                    <a:pt x="31885" y="4240"/>
                    <a:pt x="30989" y="2996"/>
                    <a:pt x="30201" y="2059"/>
                  </a:cubicBezTo>
                  <a:cubicBezTo>
                    <a:pt x="29601" y="1334"/>
                    <a:pt x="28829" y="542"/>
                    <a:pt x="27873" y="542"/>
                  </a:cubicBezTo>
                  <a:cubicBezTo>
                    <a:pt x="27672" y="542"/>
                    <a:pt x="27462" y="577"/>
                    <a:pt x="27243" y="655"/>
                  </a:cubicBezTo>
                  <a:cubicBezTo>
                    <a:pt x="26015" y="1106"/>
                    <a:pt x="25489" y="2585"/>
                    <a:pt x="24737" y="3538"/>
                  </a:cubicBezTo>
                  <a:cubicBezTo>
                    <a:pt x="24308" y="4086"/>
                    <a:pt x="23720" y="4544"/>
                    <a:pt x="23016" y="4544"/>
                  </a:cubicBezTo>
                  <a:cubicBezTo>
                    <a:pt x="22980" y="4544"/>
                    <a:pt x="22944" y="4543"/>
                    <a:pt x="22908" y="4540"/>
                  </a:cubicBezTo>
                  <a:cubicBezTo>
                    <a:pt x="21880" y="4465"/>
                    <a:pt x="21078" y="3588"/>
                    <a:pt x="20527" y="2811"/>
                  </a:cubicBezTo>
                  <a:cubicBezTo>
                    <a:pt x="19730" y="1695"/>
                    <a:pt x="18788" y="0"/>
                    <a:pt x="1726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2" name="Google Shape;5192;p55"/>
            <p:cNvSpPr/>
            <p:nvPr/>
          </p:nvSpPr>
          <p:spPr>
            <a:xfrm>
              <a:off x="5319071" y="2891614"/>
              <a:ext cx="2802923" cy="244877"/>
            </a:xfrm>
            <a:custGeom>
              <a:rect b="b" l="l" r="r" t="t"/>
              <a:pathLst>
                <a:path extrusionOk="0" h="4699" w="53786">
                  <a:moveTo>
                    <a:pt x="20703" y="1"/>
                  </a:moveTo>
                  <a:cubicBezTo>
                    <a:pt x="20550" y="1"/>
                    <a:pt x="20391" y="18"/>
                    <a:pt x="20226" y="54"/>
                  </a:cubicBezTo>
                  <a:cubicBezTo>
                    <a:pt x="18296" y="480"/>
                    <a:pt x="17795" y="2912"/>
                    <a:pt x="16116" y="3739"/>
                  </a:cubicBezTo>
                  <a:cubicBezTo>
                    <a:pt x="15834" y="3880"/>
                    <a:pt x="15557" y="3945"/>
                    <a:pt x="15291" y="3945"/>
                  </a:cubicBezTo>
                  <a:cubicBezTo>
                    <a:pt x="14706" y="3945"/>
                    <a:pt x="14174" y="3629"/>
                    <a:pt x="13760" y="3112"/>
                  </a:cubicBezTo>
                  <a:cubicBezTo>
                    <a:pt x="13284" y="2561"/>
                    <a:pt x="12983" y="1884"/>
                    <a:pt x="12482" y="1358"/>
                  </a:cubicBezTo>
                  <a:cubicBezTo>
                    <a:pt x="12071" y="910"/>
                    <a:pt x="11593" y="703"/>
                    <a:pt x="11108" y="703"/>
                  </a:cubicBezTo>
                  <a:cubicBezTo>
                    <a:pt x="10616" y="703"/>
                    <a:pt x="10117" y="916"/>
                    <a:pt x="9675" y="1308"/>
                  </a:cubicBezTo>
                  <a:cubicBezTo>
                    <a:pt x="8748" y="2135"/>
                    <a:pt x="8196" y="3313"/>
                    <a:pt x="7169" y="4014"/>
                  </a:cubicBezTo>
                  <a:cubicBezTo>
                    <a:pt x="6853" y="4240"/>
                    <a:pt x="6501" y="4366"/>
                    <a:pt x="6145" y="4366"/>
                  </a:cubicBezTo>
                  <a:cubicBezTo>
                    <a:pt x="5908" y="4366"/>
                    <a:pt x="5670" y="4310"/>
                    <a:pt x="5439" y="4190"/>
                  </a:cubicBezTo>
                  <a:cubicBezTo>
                    <a:pt x="4763" y="3839"/>
                    <a:pt x="4362" y="3137"/>
                    <a:pt x="3910" y="2586"/>
                  </a:cubicBezTo>
                  <a:cubicBezTo>
                    <a:pt x="3484" y="2110"/>
                    <a:pt x="2983" y="1683"/>
                    <a:pt x="2331" y="1633"/>
                  </a:cubicBezTo>
                  <a:cubicBezTo>
                    <a:pt x="2311" y="1633"/>
                    <a:pt x="2290" y="1632"/>
                    <a:pt x="2270" y="1632"/>
                  </a:cubicBezTo>
                  <a:cubicBezTo>
                    <a:pt x="1647" y="1632"/>
                    <a:pt x="1140" y="1998"/>
                    <a:pt x="727" y="2435"/>
                  </a:cubicBezTo>
                  <a:cubicBezTo>
                    <a:pt x="502" y="2661"/>
                    <a:pt x="301" y="2886"/>
                    <a:pt x="101" y="3137"/>
                  </a:cubicBezTo>
                  <a:cubicBezTo>
                    <a:pt x="76" y="3237"/>
                    <a:pt x="26" y="3338"/>
                    <a:pt x="1" y="3463"/>
                  </a:cubicBezTo>
                  <a:cubicBezTo>
                    <a:pt x="452" y="2937"/>
                    <a:pt x="853" y="2385"/>
                    <a:pt x="1429" y="2034"/>
                  </a:cubicBezTo>
                  <a:cubicBezTo>
                    <a:pt x="1726" y="1852"/>
                    <a:pt x="1999" y="1774"/>
                    <a:pt x="2252" y="1774"/>
                  </a:cubicBezTo>
                  <a:cubicBezTo>
                    <a:pt x="3390" y="1774"/>
                    <a:pt x="4143" y="3342"/>
                    <a:pt x="4963" y="4039"/>
                  </a:cubicBezTo>
                  <a:cubicBezTo>
                    <a:pt x="5302" y="4319"/>
                    <a:pt x="5721" y="4503"/>
                    <a:pt x="6169" y="4503"/>
                  </a:cubicBezTo>
                  <a:cubicBezTo>
                    <a:pt x="6283" y="4503"/>
                    <a:pt x="6400" y="4491"/>
                    <a:pt x="6517" y="4465"/>
                  </a:cubicBezTo>
                  <a:cubicBezTo>
                    <a:pt x="7043" y="4365"/>
                    <a:pt x="7469" y="4014"/>
                    <a:pt x="7820" y="3638"/>
                  </a:cubicBezTo>
                  <a:cubicBezTo>
                    <a:pt x="8672" y="2786"/>
                    <a:pt x="9274" y="1533"/>
                    <a:pt x="10377" y="982"/>
                  </a:cubicBezTo>
                  <a:cubicBezTo>
                    <a:pt x="10629" y="861"/>
                    <a:pt x="10863" y="809"/>
                    <a:pt x="11081" y="809"/>
                  </a:cubicBezTo>
                  <a:cubicBezTo>
                    <a:pt x="12226" y="809"/>
                    <a:pt x="12928" y="2270"/>
                    <a:pt x="13560" y="3112"/>
                  </a:cubicBezTo>
                  <a:cubicBezTo>
                    <a:pt x="13961" y="3638"/>
                    <a:pt x="14487" y="4089"/>
                    <a:pt x="15189" y="4115"/>
                  </a:cubicBezTo>
                  <a:cubicBezTo>
                    <a:pt x="15205" y="4115"/>
                    <a:pt x="15222" y="4115"/>
                    <a:pt x="15239" y="4115"/>
                  </a:cubicBezTo>
                  <a:cubicBezTo>
                    <a:pt x="16145" y="4115"/>
                    <a:pt x="16928" y="3451"/>
                    <a:pt x="17494" y="2786"/>
                  </a:cubicBezTo>
                  <a:cubicBezTo>
                    <a:pt x="18121" y="2059"/>
                    <a:pt x="18572" y="1207"/>
                    <a:pt x="19349" y="631"/>
                  </a:cubicBezTo>
                  <a:cubicBezTo>
                    <a:pt x="19772" y="323"/>
                    <a:pt x="20220" y="175"/>
                    <a:pt x="20664" y="175"/>
                  </a:cubicBezTo>
                  <a:cubicBezTo>
                    <a:pt x="21194" y="175"/>
                    <a:pt x="21717" y="385"/>
                    <a:pt x="22181" y="781"/>
                  </a:cubicBezTo>
                  <a:cubicBezTo>
                    <a:pt x="23510" y="1909"/>
                    <a:pt x="24061" y="4064"/>
                    <a:pt x="25891" y="4616"/>
                  </a:cubicBezTo>
                  <a:cubicBezTo>
                    <a:pt x="26084" y="4673"/>
                    <a:pt x="26268" y="4699"/>
                    <a:pt x="26444" y="4699"/>
                  </a:cubicBezTo>
                  <a:cubicBezTo>
                    <a:pt x="27587" y="4699"/>
                    <a:pt x="28362" y="3595"/>
                    <a:pt x="28948" y="2661"/>
                  </a:cubicBezTo>
                  <a:cubicBezTo>
                    <a:pt x="29324" y="2084"/>
                    <a:pt x="29700" y="1458"/>
                    <a:pt x="30276" y="1057"/>
                  </a:cubicBezTo>
                  <a:cubicBezTo>
                    <a:pt x="30597" y="820"/>
                    <a:pt x="30972" y="699"/>
                    <a:pt x="31345" y="699"/>
                  </a:cubicBezTo>
                  <a:cubicBezTo>
                    <a:pt x="31643" y="699"/>
                    <a:pt x="31939" y="776"/>
                    <a:pt x="32206" y="932"/>
                  </a:cubicBezTo>
                  <a:cubicBezTo>
                    <a:pt x="33409" y="1608"/>
                    <a:pt x="34011" y="2987"/>
                    <a:pt x="35063" y="3814"/>
                  </a:cubicBezTo>
                  <a:cubicBezTo>
                    <a:pt x="35511" y="4155"/>
                    <a:pt x="36050" y="4387"/>
                    <a:pt x="36602" y="4387"/>
                  </a:cubicBezTo>
                  <a:cubicBezTo>
                    <a:pt x="36699" y="4387"/>
                    <a:pt x="36796" y="4380"/>
                    <a:pt x="36893" y="4365"/>
                  </a:cubicBezTo>
                  <a:cubicBezTo>
                    <a:pt x="37770" y="4240"/>
                    <a:pt x="38472" y="3613"/>
                    <a:pt x="39023" y="2987"/>
                  </a:cubicBezTo>
                  <a:cubicBezTo>
                    <a:pt x="39725" y="2235"/>
                    <a:pt x="40302" y="1383"/>
                    <a:pt x="41154" y="806"/>
                  </a:cubicBezTo>
                  <a:cubicBezTo>
                    <a:pt x="41621" y="490"/>
                    <a:pt x="42172" y="272"/>
                    <a:pt x="42706" y="272"/>
                  </a:cubicBezTo>
                  <a:cubicBezTo>
                    <a:pt x="43146" y="272"/>
                    <a:pt x="43574" y="419"/>
                    <a:pt x="43936" y="781"/>
                  </a:cubicBezTo>
                  <a:cubicBezTo>
                    <a:pt x="44938" y="1834"/>
                    <a:pt x="45013" y="3989"/>
                    <a:pt x="46843" y="4064"/>
                  </a:cubicBezTo>
                  <a:cubicBezTo>
                    <a:pt x="46863" y="4065"/>
                    <a:pt x="46883" y="4065"/>
                    <a:pt x="46902" y="4065"/>
                  </a:cubicBezTo>
                  <a:cubicBezTo>
                    <a:pt x="47780" y="4065"/>
                    <a:pt x="48562" y="3527"/>
                    <a:pt x="49199" y="3012"/>
                  </a:cubicBezTo>
                  <a:cubicBezTo>
                    <a:pt x="50051" y="2335"/>
                    <a:pt x="50728" y="1483"/>
                    <a:pt x="51705" y="982"/>
                  </a:cubicBezTo>
                  <a:cubicBezTo>
                    <a:pt x="52062" y="809"/>
                    <a:pt x="52426" y="722"/>
                    <a:pt x="52774" y="722"/>
                  </a:cubicBezTo>
                  <a:cubicBezTo>
                    <a:pt x="53135" y="722"/>
                    <a:pt x="53479" y="816"/>
                    <a:pt x="53785" y="1007"/>
                  </a:cubicBezTo>
                  <a:cubicBezTo>
                    <a:pt x="53735" y="907"/>
                    <a:pt x="53710" y="831"/>
                    <a:pt x="53660" y="731"/>
                  </a:cubicBezTo>
                  <a:cubicBezTo>
                    <a:pt x="53390" y="596"/>
                    <a:pt x="53115" y="537"/>
                    <a:pt x="52840" y="537"/>
                  </a:cubicBezTo>
                  <a:cubicBezTo>
                    <a:pt x="51639" y="537"/>
                    <a:pt x="50441" y="1665"/>
                    <a:pt x="49625" y="2460"/>
                  </a:cubicBezTo>
                  <a:cubicBezTo>
                    <a:pt x="48909" y="3127"/>
                    <a:pt x="47951" y="3915"/>
                    <a:pt x="46892" y="3915"/>
                  </a:cubicBezTo>
                  <a:cubicBezTo>
                    <a:pt x="46876" y="3915"/>
                    <a:pt x="46859" y="3914"/>
                    <a:pt x="46843" y="3914"/>
                  </a:cubicBezTo>
                  <a:cubicBezTo>
                    <a:pt x="45840" y="3864"/>
                    <a:pt x="45339" y="3037"/>
                    <a:pt x="44938" y="2235"/>
                  </a:cubicBezTo>
                  <a:cubicBezTo>
                    <a:pt x="44637" y="1608"/>
                    <a:pt x="44362" y="881"/>
                    <a:pt x="43760" y="455"/>
                  </a:cubicBezTo>
                  <a:cubicBezTo>
                    <a:pt x="43430" y="214"/>
                    <a:pt x="43060" y="108"/>
                    <a:pt x="42685" y="108"/>
                  </a:cubicBezTo>
                  <a:cubicBezTo>
                    <a:pt x="42320" y="108"/>
                    <a:pt x="41950" y="207"/>
                    <a:pt x="41605" y="380"/>
                  </a:cubicBezTo>
                  <a:cubicBezTo>
                    <a:pt x="40728" y="781"/>
                    <a:pt x="40101" y="1508"/>
                    <a:pt x="39500" y="2235"/>
                  </a:cubicBezTo>
                  <a:cubicBezTo>
                    <a:pt x="38898" y="2987"/>
                    <a:pt x="38196" y="3789"/>
                    <a:pt x="37269" y="4115"/>
                  </a:cubicBezTo>
                  <a:cubicBezTo>
                    <a:pt x="37024" y="4201"/>
                    <a:pt x="36791" y="4240"/>
                    <a:pt x="36569" y="4240"/>
                  </a:cubicBezTo>
                  <a:cubicBezTo>
                    <a:pt x="35319" y="4240"/>
                    <a:pt x="34422" y="3000"/>
                    <a:pt x="33635" y="2084"/>
                  </a:cubicBezTo>
                  <a:cubicBezTo>
                    <a:pt x="33040" y="1346"/>
                    <a:pt x="32276" y="556"/>
                    <a:pt x="31331" y="556"/>
                  </a:cubicBezTo>
                  <a:cubicBezTo>
                    <a:pt x="31122" y="556"/>
                    <a:pt x="30904" y="595"/>
                    <a:pt x="30677" y="681"/>
                  </a:cubicBezTo>
                  <a:cubicBezTo>
                    <a:pt x="29449" y="1132"/>
                    <a:pt x="28923" y="2586"/>
                    <a:pt x="28171" y="3538"/>
                  </a:cubicBezTo>
                  <a:cubicBezTo>
                    <a:pt x="27742" y="4087"/>
                    <a:pt x="27154" y="4544"/>
                    <a:pt x="26429" y="4544"/>
                  </a:cubicBezTo>
                  <a:cubicBezTo>
                    <a:pt x="26392" y="4544"/>
                    <a:pt x="26354" y="4543"/>
                    <a:pt x="26317" y="4541"/>
                  </a:cubicBezTo>
                  <a:cubicBezTo>
                    <a:pt x="25314" y="4465"/>
                    <a:pt x="24512" y="3588"/>
                    <a:pt x="23961" y="2811"/>
                  </a:cubicBezTo>
                  <a:cubicBezTo>
                    <a:pt x="23164" y="1696"/>
                    <a:pt x="22222" y="1"/>
                    <a:pt x="207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3" name="Google Shape;5193;p55"/>
            <p:cNvSpPr/>
            <p:nvPr/>
          </p:nvSpPr>
          <p:spPr>
            <a:xfrm>
              <a:off x="5258986" y="3155453"/>
              <a:ext cx="3002774" cy="244877"/>
            </a:xfrm>
            <a:custGeom>
              <a:rect b="b" l="l" r="r" t="t"/>
              <a:pathLst>
                <a:path extrusionOk="0" h="4699" w="57621">
                  <a:moveTo>
                    <a:pt x="21851" y="1"/>
                  </a:moveTo>
                  <a:cubicBezTo>
                    <a:pt x="21700" y="1"/>
                    <a:pt x="21543" y="18"/>
                    <a:pt x="21379" y="54"/>
                  </a:cubicBezTo>
                  <a:cubicBezTo>
                    <a:pt x="19449" y="480"/>
                    <a:pt x="18948" y="2911"/>
                    <a:pt x="17269" y="3738"/>
                  </a:cubicBezTo>
                  <a:cubicBezTo>
                    <a:pt x="16987" y="3879"/>
                    <a:pt x="16710" y="3944"/>
                    <a:pt x="16444" y="3944"/>
                  </a:cubicBezTo>
                  <a:cubicBezTo>
                    <a:pt x="15859" y="3944"/>
                    <a:pt x="15327" y="3629"/>
                    <a:pt x="14913" y="3112"/>
                  </a:cubicBezTo>
                  <a:cubicBezTo>
                    <a:pt x="14437" y="2560"/>
                    <a:pt x="14136" y="1884"/>
                    <a:pt x="13635" y="1357"/>
                  </a:cubicBezTo>
                  <a:cubicBezTo>
                    <a:pt x="13227" y="913"/>
                    <a:pt x="12753" y="706"/>
                    <a:pt x="12272" y="706"/>
                  </a:cubicBezTo>
                  <a:cubicBezTo>
                    <a:pt x="11776" y="706"/>
                    <a:pt x="11273" y="925"/>
                    <a:pt x="10828" y="1332"/>
                  </a:cubicBezTo>
                  <a:cubicBezTo>
                    <a:pt x="9901" y="2134"/>
                    <a:pt x="9349" y="3312"/>
                    <a:pt x="8322" y="4014"/>
                  </a:cubicBezTo>
                  <a:cubicBezTo>
                    <a:pt x="8006" y="4240"/>
                    <a:pt x="7654" y="4366"/>
                    <a:pt x="7298" y="4366"/>
                  </a:cubicBezTo>
                  <a:cubicBezTo>
                    <a:pt x="7061" y="4366"/>
                    <a:pt x="6823" y="4310"/>
                    <a:pt x="6592" y="4189"/>
                  </a:cubicBezTo>
                  <a:cubicBezTo>
                    <a:pt x="5916" y="3839"/>
                    <a:pt x="5515" y="3137"/>
                    <a:pt x="5063" y="2585"/>
                  </a:cubicBezTo>
                  <a:cubicBezTo>
                    <a:pt x="4637" y="2109"/>
                    <a:pt x="4136" y="1683"/>
                    <a:pt x="3484" y="1658"/>
                  </a:cubicBezTo>
                  <a:cubicBezTo>
                    <a:pt x="3464" y="1657"/>
                    <a:pt x="3443" y="1657"/>
                    <a:pt x="3423" y="1657"/>
                  </a:cubicBezTo>
                  <a:cubicBezTo>
                    <a:pt x="2800" y="1657"/>
                    <a:pt x="2293" y="2022"/>
                    <a:pt x="1880" y="2435"/>
                  </a:cubicBezTo>
                  <a:cubicBezTo>
                    <a:pt x="1354" y="2986"/>
                    <a:pt x="928" y="3613"/>
                    <a:pt x="352" y="4114"/>
                  </a:cubicBezTo>
                  <a:cubicBezTo>
                    <a:pt x="251" y="4189"/>
                    <a:pt x="126" y="4290"/>
                    <a:pt x="26" y="4365"/>
                  </a:cubicBezTo>
                  <a:cubicBezTo>
                    <a:pt x="1" y="4415"/>
                    <a:pt x="1" y="4490"/>
                    <a:pt x="1" y="4540"/>
                  </a:cubicBezTo>
                  <a:cubicBezTo>
                    <a:pt x="1003" y="3939"/>
                    <a:pt x="1555" y="2686"/>
                    <a:pt x="2582" y="2059"/>
                  </a:cubicBezTo>
                  <a:cubicBezTo>
                    <a:pt x="2885" y="1868"/>
                    <a:pt x="3162" y="1787"/>
                    <a:pt x="3420" y="1787"/>
                  </a:cubicBezTo>
                  <a:cubicBezTo>
                    <a:pt x="4550" y="1787"/>
                    <a:pt x="5300" y="3345"/>
                    <a:pt x="6116" y="4039"/>
                  </a:cubicBezTo>
                  <a:cubicBezTo>
                    <a:pt x="6468" y="4329"/>
                    <a:pt x="6905" y="4516"/>
                    <a:pt x="7371" y="4516"/>
                  </a:cubicBezTo>
                  <a:cubicBezTo>
                    <a:pt x="7470" y="4516"/>
                    <a:pt x="7570" y="4508"/>
                    <a:pt x="7670" y="4490"/>
                  </a:cubicBezTo>
                  <a:cubicBezTo>
                    <a:pt x="8196" y="4365"/>
                    <a:pt x="8622" y="4014"/>
                    <a:pt x="8973" y="3663"/>
                  </a:cubicBezTo>
                  <a:cubicBezTo>
                    <a:pt x="9825" y="2811"/>
                    <a:pt x="10427" y="1533"/>
                    <a:pt x="11530" y="1006"/>
                  </a:cubicBezTo>
                  <a:cubicBezTo>
                    <a:pt x="11789" y="879"/>
                    <a:pt x="12028" y="823"/>
                    <a:pt x="12251" y="823"/>
                  </a:cubicBezTo>
                  <a:cubicBezTo>
                    <a:pt x="13386" y="823"/>
                    <a:pt x="14084" y="2274"/>
                    <a:pt x="14713" y="3112"/>
                  </a:cubicBezTo>
                  <a:cubicBezTo>
                    <a:pt x="15114" y="3638"/>
                    <a:pt x="15640" y="4089"/>
                    <a:pt x="16342" y="4114"/>
                  </a:cubicBezTo>
                  <a:cubicBezTo>
                    <a:pt x="16358" y="4115"/>
                    <a:pt x="16375" y="4115"/>
                    <a:pt x="16392" y="4115"/>
                  </a:cubicBezTo>
                  <a:cubicBezTo>
                    <a:pt x="17298" y="4115"/>
                    <a:pt x="18081" y="3451"/>
                    <a:pt x="18647" y="2811"/>
                  </a:cubicBezTo>
                  <a:cubicBezTo>
                    <a:pt x="19274" y="2084"/>
                    <a:pt x="19725" y="1207"/>
                    <a:pt x="20502" y="630"/>
                  </a:cubicBezTo>
                  <a:cubicBezTo>
                    <a:pt x="20925" y="322"/>
                    <a:pt x="21373" y="175"/>
                    <a:pt x="21817" y="175"/>
                  </a:cubicBezTo>
                  <a:cubicBezTo>
                    <a:pt x="22347" y="175"/>
                    <a:pt x="22870" y="385"/>
                    <a:pt x="23334" y="781"/>
                  </a:cubicBezTo>
                  <a:cubicBezTo>
                    <a:pt x="24663" y="1909"/>
                    <a:pt x="25214" y="4089"/>
                    <a:pt x="27044" y="4615"/>
                  </a:cubicBezTo>
                  <a:cubicBezTo>
                    <a:pt x="27237" y="4672"/>
                    <a:pt x="27421" y="4698"/>
                    <a:pt x="27597" y="4698"/>
                  </a:cubicBezTo>
                  <a:cubicBezTo>
                    <a:pt x="28740" y="4698"/>
                    <a:pt x="29515" y="3595"/>
                    <a:pt x="30101" y="2661"/>
                  </a:cubicBezTo>
                  <a:cubicBezTo>
                    <a:pt x="30477" y="2084"/>
                    <a:pt x="30853" y="1458"/>
                    <a:pt x="31429" y="1057"/>
                  </a:cubicBezTo>
                  <a:cubicBezTo>
                    <a:pt x="31741" y="826"/>
                    <a:pt x="32104" y="713"/>
                    <a:pt x="32466" y="713"/>
                  </a:cubicBezTo>
                  <a:cubicBezTo>
                    <a:pt x="32775" y="713"/>
                    <a:pt x="33083" y="795"/>
                    <a:pt x="33359" y="956"/>
                  </a:cubicBezTo>
                  <a:cubicBezTo>
                    <a:pt x="34562" y="1608"/>
                    <a:pt x="35164" y="3011"/>
                    <a:pt x="36216" y="3839"/>
                  </a:cubicBezTo>
                  <a:cubicBezTo>
                    <a:pt x="36659" y="4175"/>
                    <a:pt x="37189" y="4389"/>
                    <a:pt x="37734" y="4389"/>
                  </a:cubicBezTo>
                  <a:cubicBezTo>
                    <a:pt x="37838" y="4389"/>
                    <a:pt x="37942" y="4381"/>
                    <a:pt x="38046" y="4365"/>
                  </a:cubicBezTo>
                  <a:cubicBezTo>
                    <a:pt x="38923" y="4240"/>
                    <a:pt x="39625" y="3613"/>
                    <a:pt x="40176" y="3011"/>
                  </a:cubicBezTo>
                  <a:cubicBezTo>
                    <a:pt x="40878" y="2260"/>
                    <a:pt x="41455" y="1407"/>
                    <a:pt x="42307" y="806"/>
                  </a:cubicBezTo>
                  <a:cubicBezTo>
                    <a:pt x="42770" y="493"/>
                    <a:pt x="43315" y="275"/>
                    <a:pt x="43844" y="275"/>
                  </a:cubicBezTo>
                  <a:cubicBezTo>
                    <a:pt x="44289" y="275"/>
                    <a:pt x="44723" y="428"/>
                    <a:pt x="45089" y="806"/>
                  </a:cubicBezTo>
                  <a:cubicBezTo>
                    <a:pt x="46091" y="1834"/>
                    <a:pt x="46166" y="4014"/>
                    <a:pt x="47996" y="4064"/>
                  </a:cubicBezTo>
                  <a:cubicBezTo>
                    <a:pt x="48017" y="4065"/>
                    <a:pt x="48037" y="4065"/>
                    <a:pt x="48058" y="4065"/>
                  </a:cubicBezTo>
                  <a:cubicBezTo>
                    <a:pt x="48935" y="4065"/>
                    <a:pt x="49715" y="3550"/>
                    <a:pt x="50352" y="3011"/>
                  </a:cubicBezTo>
                  <a:cubicBezTo>
                    <a:pt x="51204" y="2335"/>
                    <a:pt x="51881" y="1483"/>
                    <a:pt x="52858" y="981"/>
                  </a:cubicBezTo>
                  <a:cubicBezTo>
                    <a:pt x="53216" y="812"/>
                    <a:pt x="53581" y="724"/>
                    <a:pt x="53934" y="724"/>
                  </a:cubicBezTo>
                  <a:cubicBezTo>
                    <a:pt x="54518" y="724"/>
                    <a:pt x="55067" y="966"/>
                    <a:pt x="55490" y="1483"/>
                  </a:cubicBezTo>
                  <a:cubicBezTo>
                    <a:pt x="55966" y="2059"/>
                    <a:pt x="56242" y="2761"/>
                    <a:pt x="56668" y="3362"/>
                  </a:cubicBezTo>
                  <a:cubicBezTo>
                    <a:pt x="56918" y="3713"/>
                    <a:pt x="57244" y="4039"/>
                    <a:pt x="57620" y="4214"/>
                  </a:cubicBezTo>
                  <a:cubicBezTo>
                    <a:pt x="57620" y="4164"/>
                    <a:pt x="57620" y="4089"/>
                    <a:pt x="57595" y="4039"/>
                  </a:cubicBezTo>
                  <a:cubicBezTo>
                    <a:pt x="57044" y="3763"/>
                    <a:pt x="56693" y="3162"/>
                    <a:pt x="56392" y="2636"/>
                  </a:cubicBezTo>
                  <a:cubicBezTo>
                    <a:pt x="56066" y="2059"/>
                    <a:pt x="55740" y="1433"/>
                    <a:pt x="55214" y="1006"/>
                  </a:cubicBezTo>
                  <a:cubicBezTo>
                    <a:pt x="54817" y="680"/>
                    <a:pt x="54405" y="546"/>
                    <a:pt x="53993" y="546"/>
                  </a:cubicBezTo>
                  <a:cubicBezTo>
                    <a:pt x="52794" y="546"/>
                    <a:pt x="51599" y="1677"/>
                    <a:pt x="50778" y="2460"/>
                  </a:cubicBezTo>
                  <a:cubicBezTo>
                    <a:pt x="50073" y="3141"/>
                    <a:pt x="49132" y="3916"/>
                    <a:pt x="48092" y="3916"/>
                  </a:cubicBezTo>
                  <a:cubicBezTo>
                    <a:pt x="48060" y="3916"/>
                    <a:pt x="48028" y="3915"/>
                    <a:pt x="47996" y="3914"/>
                  </a:cubicBezTo>
                  <a:cubicBezTo>
                    <a:pt x="46993" y="3889"/>
                    <a:pt x="46492" y="3062"/>
                    <a:pt x="46091" y="2235"/>
                  </a:cubicBezTo>
                  <a:cubicBezTo>
                    <a:pt x="45790" y="1608"/>
                    <a:pt x="45515" y="881"/>
                    <a:pt x="44913" y="455"/>
                  </a:cubicBezTo>
                  <a:cubicBezTo>
                    <a:pt x="44587" y="217"/>
                    <a:pt x="44224" y="117"/>
                    <a:pt x="43854" y="117"/>
                  </a:cubicBezTo>
                  <a:cubicBezTo>
                    <a:pt x="43485" y="117"/>
                    <a:pt x="43109" y="217"/>
                    <a:pt x="42758" y="380"/>
                  </a:cubicBezTo>
                  <a:cubicBezTo>
                    <a:pt x="41881" y="806"/>
                    <a:pt x="41254" y="1533"/>
                    <a:pt x="40653" y="2260"/>
                  </a:cubicBezTo>
                  <a:cubicBezTo>
                    <a:pt x="40051" y="2986"/>
                    <a:pt x="39349" y="3788"/>
                    <a:pt x="38422" y="4114"/>
                  </a:cubicBezTo>
                  <a:cubicBezTo>
                    <a:pt x="38177" y="4201"/>
                    <a:pt x="37944" y="4240"/>
                    <a:pt x="37722" y="4240"/>
                  </a:cubicBezTo>
                  <a:cubicBezTo>
                    <a:pt x="36472" y="4240"/>
                    <a:pt x="35575" y="2999"/>
                    <a:pt x="34788" y="2084"/>
                  </a:cubicBezTo>
                  <a:cubicBezTo>
                    <a:pt x="34191" y="1363"/>
                    <a:pt x="33424" y="558"/>
                    <a:pt x="32474" y="558"/>
                  </a:cubicBezTo>
                  <a:cubicBezTo>
                    <a:pt x="32268" y="558"/>
                    <a:pt x="32054" y="596"/>
                    <a:pt x="31830" y="681"/>
                  </a:cubicBezTo>
                  <a:cubicBezTo>
                    <a:pt x="30602" y="1132"/>
                    <a:pt x="30076" y="2585"/>
                    <a:pt x="29324" y="3538"/>
                  </a:cubicBezTo>
                  <a:cubicBezTo>
                    <a:pt x="28895" y="4086"/>
                    <a:pt x="28307" y="4544"/>
                    <a:pt x="27582" y="4544"/>
                  </a:cubicBezTo>
                  <a:cubicBezTo>
                    <a:pt x="27545" y="4544"/>
                    <a:pt x="27507" y="4543"/>
                    <a:pt x="27470" y="4540"/>
                  </a:cubicBezTo>
                  <a:cubicBezTo>
                    <a:pt x="26467" y="4490"/>
                    <a:pt x="25665" y="3588"/>
                    <a:pt x="25114" y="2811"/>
                  </a:cubicBezTo>
                  <a:cubicBezTo>
                    <a:pt x="24316" y="1717"/>
                    <a:pt x="23373" y="1"/>
                    <a:pt x="218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4" name="Google Shape;5194;p55"/>
            <p:cNvSpPr/>
            <p:nvPr/>
          </p:nvSpPr>
          <p:spPr>
            <a:xfrm>
              <a:off x="5249867" y="3420543"/>
              <a:ext cx="3039305" cy="243626"/>
            </a:xfrm>
            <a:custGeom>
              <a:rect b="b" l="l" r="r" t="t"/>
              <a:pathLst>
                <a:path extrusionOk="0" h="4675" w="58322">
                  <a:moveTo>
                    <a:pt x="22031" y="1"/>
                  </a:moveTo>
                  <a:cubicBezTo>
                    <a:pt x="21878" y="1"/>
                    <a:pt x="21719" y="18"/>
                    <a:pt x="21554" y="55"/>
                  </a:cubicBezTo>
                  <a:cubicBezTo>
                    <a:pt x="19624" y="481"/>
                    <a:pt x="19123" y="2912"/>
                    <a:pt x="17444" y="3739"/>
                  </a:cubicBezTo>
                  <a:cubicBezTo>
                    <a:pt x="17162" y="3880"/>
                    <a:pt x="16885" y="3945"/>
                    <a:pt x="16619" y="3945"/>
                  </a:cubicBezTo>
                  <a:cubicBezTo>
                    <a:pt x="16034" y="3945"/>
                    <a:pt x="15502" y="3629"/>
                    <a:pt x="15088" y="3112"/>
                  </a:cubicBezTo>
                  <a:cubicBezTo>
                    <a:pt x="14612" y="2536"/>
                    <a:pt x="14311" y="1884"/>
                    <a:pt x="13810" y="1358"/>
                  </a:cubicBezTo>
                  <a:cubicBezTo>
                    <a:pt x="13399" y="910"/>
                    <a:pt x="12921" y="703"/>
                    <a:pt x="12436" y="703"/>
                  </a:cubicBezTo>
                  <a:cubicBezTo>
                    <a:pt x="11944" y="703"/>
                    <a:pt x="11445" y="917"/>
                    <a:pt x="11003" y="1308"/>
                  </a:cubicBezTo>
                  <a:cubicBezTo>
                    <a:pt x="10076" y="2110"/>
                    <a:pt x="9524" y="3313"/>
                    <a:pt x="8497" y="4015"/>
                  </a:cubicBezTo>
                  <a:cubicBezTo>
                    <a:pt x="8184" y="4223"/>
                    <a:pt x="7836" y="4343"/>
                    <a:pt x="7484" y="4343"/>
                  </a:cubicBezTo>
                  <a:cubicBezTo>
                    <a:pt x="7243" y="4343"/>
                    <a:pt x="7001" y="4287"/>
                    <a:pt x="6767" y="4165"/>
                  </a:cubicBezTo>
                  <a:cubicBezTo>
                    <a:pt x="6091" y="3814"/>
                    <a:pt x="5690" y="3138"/>
                    <a:pt x="5238" y="2586"/>
                  </a:cubicBezTo>
                  <a:cubicBezTo>
                    <a:pt x="4812" y="2110"/>
                    <a:pt x="4311" y="1659"/>
                    <a:pt x="3659" y="1634"/>
                  </a:cubicBezTo>
                  <a:cubicBezTo>
                    <a:pt x="3639" y="1633"/>
                    <a:pt x="3618" y="1633"/>
                    <a:pt x="3598" y="1633"/>
                  </a:cubicBezTo>
                  <a:cubicBezTo>
                    <a:pt x="2975" y="1633"/>
                    <a:pt x="2468" y="1998"/>
                    <a:pt x="2055" y="2411"/>
                  </a:cubicBezTo>
                  <a:cubicBezTo>
                    <a:pt x="1529" y="2962"/>
                    <a:pt x="1103" y="3589"/>
                    <a:pt x="527" y="4090"/>
                  </a:cubicBezTo>
                  <a:cubicBezTo>
                    <a:pt x="376" y="4240"/>
                    <a:pt x="201" y="4341"/>
                    <a:pt x="0" y="4441"/>
                  </a:cubicBezTo>
                  <a:cubicBezTo>
                    <a:pt x="0" y="4491"/>
                    <a:pt x="0" y="4566"/>
                    <a:pt x="0" y="4616"/>
                  </a:cubicBezTo>
                  <a:cubicBezTo>
                    <a:pt x="1128" y="4065"/>
                    <a:pt x="1680" y="2686"/>
                    <a:pt x="2757" y="2035"/>
                  </a:cubicBezTo>
                  <a:cubicBezTo>
                    <a:pt x="3060" y="1844"/>
                    <a:pt x="3337" y="1763"/>
                    <a:pt x="3595" y="1763"/>
                  </a:cubicBezTo>
                  <a:cubicBezTo>
                    <a:pt x="4725" y="1763"/>
                    <a:pt x="5475" y="3321"/>
                    <a:pt x="6291" y="4015"/>
                  </a:cubicBezTo>
                  <a:cubicBezTo>
                    <a:pt x="6631" y="4315"/>
                    <a:pt x="7051" y="4503"/>
                    <a:pt x="7500" y="4503"/>
                  </a:cubicBezTo>
                  <a:cubicBezTo>
                    <a:pt x="7613" y="4503"/>
                    <a:pt x="7729" y="4491"/>
                    <a:pt x="7845" y="4466"/>
                  </a:cubicBezTo>
                  <a:cubicBezTo>
                    <a:pt x="8371" y="4366"/>
                    <a:pt x="8797" y="4015"/>
                    <a:pt x="9148" y="3639"/>
                  </a:cubicBezTo>
                  <a:cubicBezTo>
                    <a:pt x="10000" y="2787"/>
                    <a:pt x="10602" y="1508"/>
                    <a:pt x="11705" y="982"/>
                  </a:cubicBezTo>
                  <a:cubicBezTo>
                    <a:pt x="11961" y="856"/>
                    <a:pt x="12199" y="800"/>
                    <a:pt x="12420" y="800"/>
                  </a:cubicBezTo>
                  <a:cubicBezTo>
                    <a:pt x="13558" y="800"/>
                    <a:pt x="14258" y="2269"/>
                    <a:pt x="14888" y="3087"/>
                  </a:cubicBezTo>
                  <a:cubicBezTo>
                    <a:pt x="15289" y="3614"/>
                    <a:pt x="15815" y="4065"/>
                    <a:pt x="16517" y="4090"/>
                  </a:cubicBezTo>
                  <a:cubicBezTo>
                    <a:pt x="16548" y="4092"/>
                    <a:pt x="16580" y="4092"/>
                    <a:pt x="16611" y="4092"/>
                  </a:cubicBezTo>
                  <a:cubicBezTo>
                    <a:pt x="17498" y="4092"/>
                    <a:pt x="18266" y="3416"/>
                    <a:pt x="18822" y="2787"/>
                  </a:cubicBezTo>
                  <a:cubicBezTo>
                    <a:pt x="19449" y="2060"/>
                    <a:pt x="19900" y="1208"/>
                    <a:pt x="20677" y="631"/>
                  </a:cubicBezTo>
                  <a:cubicBezTo>
                    <a:pt x="21103" y="320"/>
                    <a:pt x="21555" y="174"/>
                    <a:pt x="22003" y="174"/>
                  </a:cubicBezTo>
                  <a:cubicBezTo>
                    <a:pt x="22529" y="174"/>
                    <a:pt x="23048" y="377"/>
                    <a:pt x="23509" y="757"/>
                  </a:cubicBezTo>
                  <a:cubicBezTo>
                    <a:pt x="24838" y="1884"/>
                    <a:pt x="25389" y="4065"/>
                    <a:pt x="27219" y="4591"/>
                  </a:cubicBezTo>
                  <a:cubicBezTo>
                    <a:pt x="27412" y="4648"/>
                    <a:pt x="27597" y="4674"/>
                    <a:pt x="27773" y="4674"/>
                  </a:cubicBezTo>
                  <a:cubicBezTo>
                    <a:pt x="28915" y="4674"/>
                    <a:pt x="29690" y="3574"/>
                    <a:pt x="30276" y="2661"/>
                  </a:cubicBezTo>
                  <a:cubicBezTo>
                    <a:pt x="30652" y="2085"/>
                    <a:pt x="31028" y="1433"/>
                    <a:pt x="31604" y="1032"/>
                  </a:cubicBezTo>
                  <a:cubicBezTo>
                    <a:pt x="31921" y="812"/>
                    <a:pt x="32291" y="697"/>
                    <a:pt x="32660" y="697"/>
                  </a:cubicBezTo>
                  <a:cubicBezTo>
                    <a:pt x="32962" y="697"/>
                    <a:pt x="33264" y="774"/>
                    <a:pt x="33534" y="932"/>
                  </a:cubicBezTo>
                  <a:cubicBezTo>
                    <a:pt x="34737" y="1584"/>
                    <a:pt x="35339" y="2987"/>
                    <a:pt x="36391" y="3814"/>
                  </a:cubicBezTo>
                  <a:cubicBezTo>
                    <a:pt x="36834" y="4151"/>
                    <a:pt x="37364" y="4364"/>
                    <a:pt x="37909" y="4364"/>
                  </a:cubicBezTo>
                  <a:cubicBezTo>
                    <a:pt x="38013" y="4364"/>
                    <a:pt x="38117" y="4357"/>
                    <a:pt x="38221" y="4341"/>
                  </a:cubicBezTo>
                  <a:cubicBezTo>
                    <a:pt x="39098" y="4215"/>
                    <a:pt x="39800" y="3614"/>
                    <a:pt x="40351" y="2987"/>
                  </a:cubicBezTo>
                  <a:cubicBezTo>
                    <a:pt x="41053" y="2235"/>
                    <a:pt x="41630" y="1383"/>
                    <a:pt x="42482" y="782"/>
                  </a:cubicBezTo>
                  <a:cubicBezTo>
                    <a:pt x="42945" y="468"/>
                    <a:pt x="43490" y="251"/>
                    <a:pt x="44019" y="251"/>
                  </a:cubicBezTo>
                  <a:cubicBezTo>
                    <a:pt x="44464" y="251"/>
                    <a:pt x="44898" y="404"/>
                    <a:pt x="45264" y="782"/>
                  </a:cubicBezTo>
                  <a:cubicBezTo>
                    <a:pt x="46266" y="1834"/>
                    <a:pt x="46341" y="3990"/>
                    <a:pt x="48171" y="4040"/>
                  </a:cubicBezTo>
                  <a:cubicBezTo>
                    <a:pt x="48192" y="4040"/>
                    <a:pt x="48212" y="4041"/>
                    <a:pt x="48233" y="4041"/>
                  </a:cubicBezTo>
                  <a:cubicBezTo>
                    <a:pt x="49110" y="4041"/>
                    <a:pt x="49890" y="3526"/>
                    <a:pt x="50527" y="3012"/>
                  </a:cubicBezTo>
                  <a:cubicBezTo>
                    <a:pt x="51379" y="2310"/>
                    <a:pt x="52056" y="1458"/>
                    <a:pt x="53033" y="982"/>
                  </a:cubicBezTo>
                  <a:cubicBezTo>
                    <a:pt x="53396" y="801"/>
                    <a:pt x="53766" y="707"/>
                    <a:pt x="54122" y="707"/>
                  </a:cubicBezTo>
                  <a:cubicBezTo>
                    <a:pt x="54702" y="707"/>
                    <a:pt x="55246" y="956"/>
                    <a:pt x="55665" y="1483"/>
                  </a:cubicBezTo>
                  <a:cubicBezTo>
                    <a:pt x="56141" y="2035"/>
                    <a:pt x="56417" y="2737"/>
                    <a:pt x="56843" y="3338"/>
                  </a:cubicBezTo>
                  <a:cubicBezTo>
                    <a:pt x="57169" y="3814"/>
                    <a:pt x="57620" y="4240"/>
                    <a:pt x="58246" y="4315"/>
                  </a:cubicBezTo>
                  <a:lnTo>
                    <a:pt x="58321" y="4315"/>
                  </a:lnTo>
                  <a:cubicBezTo>
                    <a:pt x="58321" y="4265"/>
                    <a:pt x="58296" y="4215"/>
                    <a:pt x="58296" y="4165"/>
                  </a:cubicBezTo>
                  <a:cubicBezTo>
                    <a:pt x="58221" y="4165"/>
                    <a:pt x="58121" y="4140"/>
                    <a:pt x="58046" y="4115"/>
                  </a:cubicBezTo>
                  <a:cubicBezTo>
                    <a:pt x="57319" y="3940"/>
                    <a:pt x="56918" y="3213"/>
                    <a:pt x="56567" y="2611"/>
                  </a:cubicBezTo>
                  <a:cubicBezTo>
                    <a:pt x="56241" y="2035"/>
                    <a:pt x="55915" y="1408"/>
                    <a:pt x="55389" y="982"/>
                  </a:cubicBezTo>
                  <a:cubicBezTo>
                    <a:pt x="54993" y="663"/>
                    <a:pt x="54583" y="532"/>
                    <a:pt x="54173" y="532"/>
                  </a:cubicBezTo>
                  <a:cubicBezTo>
                    <a:pt x="52973" y="532"/>
                    <a:pt x="51775" y="1651"/>
                    <a:pt x="50953" y="2436"/>
                  </a:cubicBezTo>
                  <a:cubicBezTo>
                    <a:pt x="50248" y="3117"/>
                    <a:pt x="49307" y="3892"/>
                    <a:pt x="48267" y="3892"/>
                  </a:cubicBezTo>
                  <a:cubicBezTo>
                    <a:pt x="48235" y="3892"/>
                    <a:pt x="48203" y="3891"/>
                    <a:pt x="48171" y="3889"/>
                  </a:cubicBezTo>
                  <a:cubicBezTo>
                    <a:pt x="47168" y="3864"/>
                    <a:pt x="46667" y="3037"/>
                    <a:pt x="46266" y="2235"/>
                  </a:cubicBezTo>
                  <a:cubicBezTo>
                    <a:pt x="45965" y="1584"/>
                    <a:pt x="45690" y="882"/>
                    <a:pt x="45088" y="456"/>
                  </a:cubicBezTo>
                  <a:cubicBezTo>
                    <a:pt x="44752" y="210"/>
                    <a:pt x="44376" y="105"/>
                    <a:pt x="43995" y="105"/>
                  </a:cubicBezTo>
                  <a:cubicBezTo>
                    <a:pt x="43636" y="105"/>
                    <a:pt x="43273" y="198"/>
                    <a:pt x="42933" y="356"/>
                  </a:cubicBezTo>
                  <a:cubicBezTo>
                    <a:pt x="42056" y="782"/>
                    <a:pt x="41429" y="1508"/>
                    <a:pt x="40828" y="2235"/>
                  </a:cubicBezTo>
                  <a:cubicBezTo>
                    <a:pt x="40226" y="2962"/>
                    <a:pt x="39524" y="3789"/>
                    <a:pt x="38597" y="4115"/>
                  </a:cubicBezTo>
                  <a:cubicBezTo>
                    <a:pt x="38360" y="4195"/>
                    <a:pt x="38135" y="4231"/>
                    <a:pt x="37920" y="4231"/>
                  </a:cubicBezTo>
                  <a:cubicBezTo>
                    <a:pt x="36658" y="4231"/>
                    <a:pt x="35755" y="2981"/>
                    <a:pt x="34963" y="2060"/>
                  </a:cubicBezTo>
                  <a:cubicBezTo>
                    <a:pt x="34363" y="1335"/>
                    <a:pt x="33591" y="543"/>
                    <a:pt x="32635" y="543"/>
                  </a:cubicBezTo>
                  <a:cubicBezTo>
                    <a:pt x="32434" y="543"/>
                    <a:pt x="32224" y="578"/>
                    <a:pt x="32005" y="656"/>
                  </a:cubicBezTo>
                  <a:cubicBezTo>
                    <a:pt x="30777" y="1107"/>
                    <a:pt x="30251" y="2586"/>
                    <a:pt x="29499" y="3513"/>
                  </a:cubicBezTo>
                  <a:cubicBezTo>
                    <a:pt x="29070" y="4062"/>
                    <a:pt x="28482" y="4520"/>
                    <a:pt x="27757" y="4520"/>
                  </a:cubicBezTo>
                  <a:cubicBezTo>
                    <a:pt x="27720" y="4520"/>
                    <a:pt x="27682" y="4518"/>
                    <a:pt x="27645" y="4516"/>
                  </a:cubicBezTo>
                  <a:cubicBezTo>
                    <a:pt x="26642" y="4466"/>
                    <a:pt x="25840" y="3589"/>
                    <a:pt x="25289" y="2812"/>
                  </a:cubicBezTo>
                  <a:cubicBezTo>
                    <a:pt x="24492" y="1696"/>
                    <a:pt x="23550" y="1"/>
                    <a:pt x="2203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5" name="Google Shape;5195;p55"/>
            <p:cNvSpPr/>
            <p:nvPr/>
          </p:nvSpPr>
          <p:spPr>
            <a:xfrm>
              <a:off x="5245959" y="3676566"/>
              <a:ext cx="3051031" cy="244877"/>
            </a:xfrm>
            <a:custGeom>
              <a:rect b="b" l="l" r="r" t="t"/>
              <a:pathLst>
                <a:path extrusionOk="0" h="4699" w="58547">
                  <a:moveTo>
                    <a:pt x="22101" y="1"/>
                  </a:moveTo>
                  <a:cubicBezTo>
                    <a:pt x="21950" y="1"/>
                    <a:pt x="21793" y="18"/>
                    <a:pt x="21629" y="54"/>
                  </a:cubicBezTo>
                  <a:cubicBezTo>
                    <a:pt x="19699" y="480"/>
                    <a:pt x="19198" y="2911"/>
                    <a:pt x="17519" y="3738"/>
                  </a:cubicBezTo>
                  <a:cubicBezTo>
                    <a:pt x="17237" y="3879"/>
                    <a:pt x="16960" y="3944"/>
                    <a:pt x="16694" y="3944"/>
                  </a:cubicBezTo>
                  <a:cubicBezTo>
                    <a:pt x="16109" y="3944"/>
                    <a:pt x="15577" y="3629"/>
                    <a:pt x="15163" y="3112"/>
                  </a:cubicBezTo>
                  <a:cubicBezTo>
                    <a:pt x="14687" y="2560"/>
                    <a:pt x="14386" y="1884"/>
                    <a:pt x="13885" y="1357"/>
                  </a:cubicBezTo>
                  <a:cubicBezTo>
                    <a:pt x="13477" y="913"/>
                    <a:pt x="13003" y="706"/>
                    <a:pt x="12522" y="706"/>
                  </a:cubicBezTo>
                  <a:cubicBezTo>
                    <a:pt x="12026" y="706"/>
                    <a:pt x="11523" y="925"/>
                    <a:pt x="11078" y="1332"/>
                  </a:cubicBezTo>
                  <a:cubicBezTo>
                    <a:pt x="10151" y="2134"/>
                    <a:pt x="9599" y="3312"/>
                    <a:pt x="8572" y="4014"/>
                  </a:cubicBezTo>
                  <a:cubicBezTo>
                    <a:pt x="8256" y="4240"/>
                    <a:pt x="7904" y="4366"/>
                    <a:pt x="7548" y="4366"/>
                  </a:cubicBezTo>
                  <a:cubicBezTo>
                    <a:pt x="7311" y="4366"/>
                    <a:pt x="7073" y="4310"/>
                    <a:pt x="6842" y="4189"/>
                  </a:cubicBezTo>
                  <a:cubicBezTo>
                    <a:pt x="6166" y="3839"/>
                    <a:pt x="5765" y="3137"/>
                    <a:pt x="5313" y="2585"/>
                  </a:cubicBezTo>
                  <a:cubicBezTo>
                    <a:pt x="4887" y="2109"/>
                    <a:pt x="4386" y="1683"/>
                    <a:pt x="3734" y="1658"/>
                  </a:cubicBezTo>
                  <a:cubicBezTo>
                    <a:pt x="3697" y="1655"/>
                    <a:pt x="3660" y="1654"/>
                    <a:pt x="3624" y="1654"/>
                  </a:cubicBezTo>
                  <a:cubicBezTo>
                    <a:pt x="3023" y="1654"/>
                    <a:pt x="2532" y="2033"/>
                    <a:pt x="2130" y="2435"/>
                  </a:cubicBezTo>
                  <a:cubicBezTo>
                    <a:pt x="1604" y="2961"/>
                    <a:pt x="1178" y="3613"/>
                    <a:pt x="602" y="4114"/>
                  </a:cubicBezTo>
                  <a:cubicBezTo>
                    <a:pt x="426" y="4265"/>
                    <a:pt x="226" y="4390"/>
                    <a:pt x="0" y="4490"/>
                  </a:cubicBezTo>
                  <a:cubicBezTo>
                    <a:pt x="0" y="4565"/>
                    <a:pt x="0" y="4616"/>
                    <a:pt x="0" y="4666"/>
                  </a:cubicBezTo>
                  <a:cubicBezTo>
                    <a:pt x="1178" y="4139"/>
                    <a:pt x="1729" y="2736"/>
                    <a:pt x="2832" y="2059"/>
                  </a:cubicBezTo>
                  <a:cubicBezTo>
                    <a:pt x="3135" y="1868"/>
                    <a:pt x="3412" y="1787"/>
                    <a:pt x="3670" y="1787"/>
                  </a:cubicBezTo>
                  <a:cubicBezTo>
                    <a:pt x="4800" y="1787"/>
                    <a:pt x="5550" y="3345"/>
                    <a:pt x="6366" y="4039"/>
                  </a:cubicBezTo>
                  <a:cubicBezTo>
                    <a:pt x="6718" y="4329"/>
                    <a:pt x="7155" y="4516"/>
                    <a:pt x="7621" y="4516"/>
                  </a:cubicBezTo>
                  <a:cubicBezTo>
                    <a:pt x="7720" y="4516"/>
                    <a:pt x="7820" y="4508"/>
                    <a:pt x="7920" y="4490"/>
                  </a:cubicBezTo>
                  <a:cubicBezTo>
                    <a:pt x="8446" y="4365"/>
                    <a:pt x="8872" y="4014"/>
                    <a:pt x="9223" y="3638"/>
                  </a:cubicBezTo>
                  <a:cubicBezTo>
                    <a:pt x="10075" y="2786"/>
                    <a:pt x="10677" y="1533"/>
                    <a:pt x="11780" y="981"/>
                  </a:cubicBezTo>
                  <a:cubicBezTo>
                    <a:pt x="12032" y="861"/>
                    <a:pt x="12266" y="808"/>
                    <a:pt x="12484" y="808"/>
                  </a:cubicBezTo>
                  <a:cubicBezTo>
                    <a:pt x="13629" y="808"/>
                    <a:pt x="14331" y="2270"/>
                    <a:pt x="14963" y="3112"/>
                  </a:cubicBezTo>
                  <a:cubicBezTo>
                    <a:pt x="15364" y="3638"/>
                    <a:pt x="15890" y="4089"/>
                    <a:pt x="16592" y="4114"/>
                  </a:cubicBezTo>
                  <a:cubicBezTo>
                    <a:pt x="16608" y="4115"/>
                    <a:pt x="16625" y="4115"/>
                    <a:pt x="16642" y="4115"/>
                  </a:cubicBezTo>
                  <a:cubicBezTo>
                    <a:pt x="17548" y="4115"/>
                    <a:pt x="18331" y="3450"/>
                    <a:pt x="18897" y="2786"/>
                  </a:cubicBezTo>
                  <a:cubicBezTo>
                    <a:pt x="19524" y="2084"/>
                    <a:pt x="19975" y="1207"/>
                    <a:pt x="20752" y="631"/>
                  </a:cubicBezTo>
                  <a:cubicBezTo>
                    <a:pt x="21175" y="322"/>
                    <a:pt x="21623" y="175"/>
                    <a:pt x="22067" y="175"/>
                  </a:cubicBezTo>
                  <a:cubicBezTo>
                    <a:pt x="22597" y="175"/>
                    <a:pt x="23120" y="385"/>
                    <a:pt x="23584" y="781"/>
                  </a:cubicBezTo>
                  <a:cubicBezTo>
                    <a:pt x="24913" y="1909"/>
                    <a:pt x="25464" y="4089"/>
                    <a:pt x="27294" y="4616"/>
                  </a:cubicBezTo>
                  <a:cubicBezTo>
                    <a:pt x="27487" y="4672"/>
                    <a:pt x="27671" y="4698"/>
                    <a:pt x="27847" y="4698"/>
                  </a:cubicBezTo>
                  <a:cubicBezTo>
                    <a:pt x="28990" y="4698"/>
                    <a:pt x="29765" y="3595"/>
                    <a:pt x="30351" y="2661"/>
                  </a:cubicBezTo>
                  <a:cubicBezTo>
                    <a:pt x="30727" y="2084"/>
                    <a:pt x="31103" y="1458"/>
                    <a:pt x="31679" y="1057"/>
                  </a:cubicBezTo>
                  <a:cubicBezTo>
                    <a:pt x="31997" y="822"/>
                    <a:pt x="32367" y="709"/>
                    <a:pt x="32736" y="709"/>
                  </a:cubicBezTo>
                  <a:cubicBezTo>
                    <a:pt x="33038" y="709"/>
                    <a:pt x="33339" y="785"/>
                    <a:pt x="33609" y="931"/>
                  </a:cubicBezTo>
                  <a:cubicBezTo>
                    <a:pt x="34812" y="1608"/>
                    <a:pt x="35414" y="3012"/>
                    <a:pt x="36466" y="3814"/>
                  </a:cubicBezTo>
                  <a:cubicBezTo>
                    <a:pt x="36909" y="4172"/>
                    <a:pt x="37441" y="4389"/>
                    <a:pt x="37986" y="4389"/>
                  </a:cubicBezTo>
                  <a:cubicBezTo>
                    <a:pt x="38089" y="4389"/>
                    <a:pt x="38193" y="4381"/>
                    <a:pt x="38296" y="4365"/>
                  </a:cubicBezTo>
                  <a:cubicBezTo>
                    <a:pt x="39173" y="4240"/>
                    <a:pt x="39875" y="3613"/>
                    <a:pt x="40426" y="3012"/>
                  </a:cubicBezTo>
                  <a:cubicBezTo>
                    <a:pt x="41128" y="2260"/>
                    <a:pt x="41705" y="1382"/>
                    <a:pt x="42557" y="806"/>
                  </a:cubicBezTo>
                  <a:cubicBezTo>
                    <a:pt x="43024" y="490"/>
                    <a:pt x="43575" y="271"/>
                    <a:pt x="44109" y="271"/>
                  </a:cubicBezTo>
                  <a:cubicBezTo>
                    <a:pt x="44549" y="271"/>
                    <a:pt x="44977" y="419"/>
                    <a:pt x="45339" y="781"/>
                  </a:cubicBezTo>
                  <a:cubicBezTo>
                    <a:pt x="46341" y="1834"/>
                    <a:pt x="46416" y="3989"/>
                    <a:pt x="48246" y="4064"/>
                  </a:cubicBezTo>
                  <a:cubicBezTo>
                    <a:pt x="48267" y="4065"/>
                    <a:pt x="48287" y="4065"/>
                    <a:pt x="48308" y="4065"/>
                  </a:cubicBezTo>
                  <a:cubicBezTo>
                    <a:pt x="49185" y="4065"/>
                    <a:pt x="49965" y="3550"/>
                    <a:pt x="50602" y="3012"/>
                  </a:cubicBezTo>
                  <a:cubicBezTo>
                    <a:pt x="51454" y="2335"/>
                    <a:pt x="52131" y="1483"/>
                    <a:pt x="53108" y="981"/>
                  </a:cubicBezTo>
                  <a:cubicBezTo>
                    <a:pt x="53466" y="812"/>
                    <a:pt x="53831" y="724"/>
                    <a:pt x="54184" y="724"/>
                  </a:cubicBezTo>
                  <a:cubicBezTo>
                    <a:pt x="54768" y="724"/>
                    <a:pt x="55317" y="967"/>
                    <a:pt x="55740" y="1483"/>
                  </a:cubicBezTo>
                  <a:cubicBezTo>
                    <a:pt x="56216" y="2059"/>
                    <a:pt x="56492" y="2761"/>
                    <a:pt x="56918" y="3362"/>
                  </a:cubicBezTo>
                  <a:cubicBezTo>
                    <a:pt x="57244" y="3839"/>
                    <a:pt x="57695" y="4265"/>
                    <a:pt x="58321" y="4315"/>
                  </a:cubicBezTo>
                  <a:cubicBezTo>
                    <a:pt x="58396" y="4340"/>
                    <a:pt x="58472" y="4340"/>
                    <a:pt x="58547" y="4340"/>
                  </a:cubicBezTo>
                  <a:cubicBezTo>
                    <a:pt x="58522" y="4290"/>
                    <a:pt x="58522" y="4240"/>
                    <a:pt x="58522" y="4189"/>
                  </a:cubicBezTo>
                  <a:cubicBezTo>
                    <a:pt x="58396" y="4189"/>
                    <a:pt x="58246" y="4189"/>
                    <a:pt x="58121" y="4139"/>
                  </a:cubicBezTo>
                  <a:cubicBezTo>
                    <a:pt x="57394" y="3939"/>
                    <a:pt x="56993" y="3237"/>
                    <a:pt x="56642" y="2636"/>
                  </a:cubicBezTo>
                  <a:cubicBezTo>
                    <a:pt x="56316" y="2059"/>
                    <a:pt x="55990" y="1433"/>
                    <a:pt x="55464" y="1006"/>
                  </a:cubicBezTo>
                  <a:cubicBezTo>
                    <a:pt x="55067" y="680"/>
                    <a:pt x="54655" y="546"/>
                    <a:pt x="54243" y="546"/>
                  </a:cubicBezTo>
                  <a:cubicBezTo>
                    <a:pt x="53044" y="546"/>
                    <a:pt x="51849" y="1677"/>
                    <a:pt x="51028" y="2460"/>
                  </a:cubicBezTo>
                  <a:cubicBezTo>
                    <a:pt x="50313" y="3151"/>
                    <a:pt x="49354" y="3914"/>
                    <a:pt x="48297" y="3914"/>
                  </a:cubicBezTo>
                  <a:cubicBezTo>
                    <a:pt x="48280" y="3914"/>
                    <a:pt x="48263" y="3914"/>
                    <a:pt x="48246" y="3914"/>
                  </a:cubicBezTo>
                  <a:cubicBezTo>
                    <a:pt x="47243" y="3889"/>
                    <a:pt x="46742" y="3062"/>
                    <a:pt x="46341" y="2235"/>
                  </a:cubicBezTo>
                  <a:cubicBezTo>
                    <a:pt x="46040" y="1608"/>
                    <a:pt x="45765" y="881"/>
                    <a:pt x="45163" y="455"/>
                  </a:cubicBezTo>
                  <a:cubicBezTo>
                    <a:pt x="44837" y="217"/>
                    <a:pt x="44474" y="117"/>
                    <a:pt x="44104" y="117"/>
                  </a:cubicBezTo>
                  <a:cubicBezTo>
                    <a:pt x="43735" y="117"/>
                    <a:pt x="43359" y="217"/>
                    <a:pt x="43008" y="380"/>
                  </a:cubicBezTo>
                  <a:cubicBezTo>
                    <a:pt x="42131" y="806"/>
                    <a:pt x="41504" y="1508"/>
                    <a:pt x="40903" y="2260"/>
                  </a:cubicBezTo>
                  <a:cubicBezTo>
                    <a:pt x="40301" y="2986"/>
                    <a:pt x="39599" y="3788"/>
                    <a:pt x="38672" y="4114"/>
                  </a:cubicBezTo>
                  <a:cubicBezTo>
                    <a:pt x="38427" y="4201"/>
                    <a:pt x="38194" y="4240"/>
                    <a:pt x="37972" y="4240"/>
                  </a:cubicBezTo>
                  <a:cubicBezTo>
                    <a:pt x="36722" y="4240"/>
                    <a:pt x="35825" y="2999"/>
                    <a:pt x="35038" y="2084"/>
                  </a:cubicBezTo>
                  <a:cubicBezTo>
                    <a:pt x="34441" y="1363"/>
                    <a:pt x="33674" y="558"/>
                    <a:pt x="32724" y="558"/>
                  </a:cubicBezTo>
                  <a:cubicBezTo>
                    <a:pt x="32518" y="558"/>
                    <a:pt x="32304" y="596"/>
                    <a:pt x="32080" y="681"/>
                  </a:cubicBezTo>
                  <a:cubicBezTo>
                    <a:pt x="30852" y="1132"/>
                    <a:pt x="30326" y="2585"/>
                    <a:pt x="29574" y="3538"/>
                  </a:cubicBezTo>
                  <a:cubicBezTo>
                    <a:pt x="29145" y="4086"/>
                    <a:pt x="28557" y="4544"/>
                    <a:pt x="27832" y="4544"/>
                  </a:cubicBezTo>
                  <a:cubicBezTo>
                    <a:pt x="27795" y="4544"/>
                    <a:pt x="27757" y="4543"/>
                    <a:pt x="27720" y="4540"/>
                  </a:cubicBezTo>
                  <a:cubicBezTo>
                    <a:pt x="26717" y="4490"/>
                    <a:pt x="25915" y="3588"/>
                    <a:pt x="25364" y="2811"/>
                  </a:cubicBezTo>
                  <a:cubicBezTo>
                    <a:pt x="24566" y="1717"/>
                    <a:pt x="23623" y="1"/>
                    <a:pt x="22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6" name="Google Shape;5196;p55"/>
            <p:cNvSpPr/>
            <p:nvPr/>
          </p:nvSpPr>
          <p:spPr>
            <a:xfrm>
              <a:off x="5241998" y="3933839"/>
              <a:ext cx="3062860" cy="244512"/>
            </a:xfrm>
            <a:custGeom>
              <a:rect b="b" l="l" r="r" t="t"/>
              <a:pathLst>
                <a:path extrusionOk="0" h="4692" w="58774">
                  <a:moveTo>
                    <a:pt x="22182" y="1"/>
                  </a:moveTo>
                  <a:cubicBezTo>
                    <a:pt x="22029" y="1"/>
                    <a:pt x="21870" y="18"/>
                    <a:pt x="21705" y="54"/>
                  </a:cubicBezTo>
                  <a:cubicBezTo>
                    <a:pt x="19775" y="481"/>
                    <a:pt x="19274" y="2912"/>
                    <a:pt x="17595" y="3739"/>
                  </a:cubicBezTo>
                  <a:cubicBezTo>
                    <a:pt x="17313" y="3880"/>
                    <a:pt x="17036" y="3945"/>
                    <a:pt x="16770" y="3945"/>
                  </a:cubicBezTo>
                  <a:cubicBezTo>
                    <a:pt x="16185" y="3945"/>
                    <a:pt x="15653" y="3629"/>
                    <a:pt x="15239" y="3112"/>
                  </a:cubicBezTo>
                  <a:cubicBezTo>
                    <a:pt x="14763" y="2536"/>
                    <a:pt x="14462" y="1884"/>
                    <a:pt x="13961" y="1358"/>
                  </a:cubicBezTo>
                  <a:cubicBezTo>
                    <a:pt x="13550" y="910"/>
                    <a:pt x="13072" y="703"/>
                    <a:pt x="12587" y="703"/>
                  </a:cubicBezTo>
                  <a:cubicBezTo>
                    <a:pt x="12095" y="703"/>
                    <a:pt x="11596" y="916"/>
                    <a:pt x="11154" y="1308"/>
                  </a:cubicBezTo>
                  <a:cubicBezTo>
                    <a:pt x="10227" y="2135"/>
                    <a:pt x="9675" y="3313"/>
                    <a:pt x="8648" y="4014"/>
                  </a:cubicBezTo>
                  <a:cubicBezTo>
                    <a:pt x="8338" y="4235"/>
                    <a:pt x="7994" y="4361"/>
                    <a:pt x="7646" y="4361"/>
                  </a:cubicBezTo>
                  <a:cubicBezTo>
                    <a:pt x="7402" y="4361"/>
                    <a:pt x="7156" y="4299"/>
                    <a:pt x="6918" y="4165"/>
                  </a:cubicBezTo>
                  <a:cubicBezTo>
                    <a:pt x="6242" y="3839"/>
                    <a:pt x="5841" y="3137"/>
                    <a:pt x="5389" y="2586"/>
                  </a:cubicBezTo>
                  <a:cubicBezTo>
                    <a:pt x="4963" y="2110"/>
                    <a:pt x="4462" y="1658"/>
                    <a:pt x="3810" y="1633"/>
                  </a:cubicBezTo>
                  <a:cubicBezTo>
                    <a:pt x="3790" y="1633"/>
                    <a:pt x="3769" y="1632"/>
                    <a:pt x="3749" y="1632"/>
                  </a:cubicBezTo>
                  <a:cubicBezTo>
                    <a:pt x="3126" y="1632"/>
                    <a:pt x="2619" y="1998"/>
                    <a:pt x="2206" y="2410"/>
                  </a:cubicBezTo>
                  <a:cubicBezTo>
                    <a:pt x="1680" y="2962"/>
                    <a:pt x="1254" y="3588"/>
                    <a:pt x="678" y="4090"/>
                  </a:cubicBezTo>
                  <a:cubicBezTo>
                    <a:pt x="477" y="4265"/>
                    <a:pt x="252" y="4415"/>
                    <a:pt x="1" y="4516"/>
                  </a:cubicBezTo>
                  <a:cubicBezTo>
                    <a:pt x="1" y="4566"/>
                    <a:pt x="1" y="4641"/>
                    <a:pt x="1" y="4691"/>
                  </a:cubicBezTo>
                  <a:cubicBezTo>
                    <a:pt x="1229" y="4190"/>
                    <a:pt x="1780" y="2736"/>
                    <a:pt x="2908" y="2034"/>
                  </a:cubicBezTo>
                  <a:cubicBezTo>
                    <a:pt x="3211" y="1844"/>
                    <a:pt x="3488" y="1763"/>
                    <a:pt x="3746" y="1763"/>
                  </a:cubicBezTo>
                  <a:cubicBezTo>
                    <a:pt x="4876" y="1763"/>
                    <a:pt x="5626" y="3321"/>
                    <a:pt x="6442" y="4014"/>
                  </a:cubicBezTo>
                  <a:cubicBezTo>
                    <a:pt x="6782" y="4315"/>
                    <a:pt x="7202" y="4503"/>
                    <a:pt x="7651" y="4503"/>
                  </a:cubicBezTo>
                  <a:cubicBezTo>
                    <a:pt x="7764" y="4503"/>
                    <a:pt x="7880" y="4491"/>
                    <a:pt x="7996" y="4466"/>
                  </a:cubicBezTo>
                  <a:cubicBezTo>
                    <a:pt x="8522" y="4365"/>
                    <a:pt x="8948" y="4014"/>
                    <a:pt x="9299" y="3638"/>
                  </a:cubicBezTo>
                  <a:cubicBezTo>
                    <a:pt x="10151" y="2786"/>
                    <a:pt x="10753" y="1508"/>
                    <a:pt x="11856" y="982"/>
                  </a:cubicBezTo>
                  <a:cubicBezTo>
                    <a:pt x="12112" y="855"/>
                    <a:pt x="12350" y="800"/>
                    <a:pt x="12571" y="800"/>
                  </a:cubicBezTo>
                  <a:cubicBezTo>
                    <a:pt x="13709" y="800"/>
                    <a:pt x="14409" y="2269"/>
                    <a:pt x="15039" y="3087"/>
                  </a:cubicBezTo>
                  <a:cubicBezTo>
                    <a:pt x="15440" y="3638"/>
                    <a:pt x="15966" y="4065"/>
                    <a:pt x="16668" y="4090"/>
                  </a:cubicBezTo>
                  <a:cubicBezTo>
                    <a:pt x="16699" y="4091"/>
                    <a:pt x="16731" y="4092"/>
                    <a:pt x="16762" y="4092"/>
                  </a:cubicBezTo>
                  <a:cubicBezTo>
                    <a:pt x="17649" y="4092"/>
                    <a:pt x="18417" y="3416"/>
                    <a:pt x="18973" y="2786"/>
                  </a:cubicBezTo>
                  <a:cubicBezTo>
                    <a:pt x="19600" y="2059"/>
                    <a:pt x="20051" y="1207"/>
                    <a:pt x="20828" y="631"/>
                  </a:cubicBezTo>
                  <a:cubicBezTo>
                    <a:pt x="21254" y="320"/>
                    <a:pt x="21706" y="173"/>
                    <a:pt x="22154" y="173"/>
                  </a:cubicBezTo>
                  <a:cubicBezTo>
                    <a:pt x="22680" y="173"/>
                    <a:pt x="23199" y="377"/>
                    <a:pt x="23660" y="756"/>
                  </a:cubicBezTo>
                  <a:cubicBezTo>
                    <a:pt x="24989" y="1884"/>
                    <a:pt x="25540" y="4065"/>
                    <a:pt x="27370" y="4591"/>
                  </a:cubicBezTo>
                  <a:cubicBezTo>
                    <a:pt x="27563" y="4648"/>
                    <a:pt x="27748" y="4674"/>
                    <a:pt x="27924" y="4674"/>
                  </a:cubicBezTo>
                  <a:cubicBezTo>
                    <a:pt x="29066" y="4674"/>
                    <a:pt x="29841" y="3573"/>
                    <a:pt x="30427" y="2661"/>
                  </a:cubicBezTo>
                  <a:cubicBezTo>
                    <a:pt x="30803" y="2085"/>
                    <a:pt x="31179" y="1433"/>
                    <a:pt x="31755" y="1032"/>
                  </a:cubicBezTo>
                  <a:cubicBezTo>
                    <a:pt x="32072" y="811"/>
                    <a:pt x="32442" y="697"/>
                    <a:pt x="32811" y="697"/>
                  </a:cubicBezTo>
                  <a:cubicBezTo>
                    <a:pt x="33113" y="697"/>
                    <a:pt x="33415" y="774"/>
                    <a:pt x="33685" y="932"/>
                  </a:cubicBezTo>
                  <a:cubicBezTo>
                    <a:pt x="34888" y="1608"/>
                    <a:pt x="35490" y="2987"/>
                    <a:pt x="36542" y="3814"/>
                  </a:cubicBezTo>
                  <a:cubicBezTo>
                    <a:pt x="36985" y="4151"/>
                    <a:pt x="37515" y="4364"/>
                    <a:pt x="38060" y="4364"/>
                  </a:cubicBezTo>
                  <a:cubicBezTo>
                    <a:pt x="38164" y="4364"/>
                    <a:pt x="38268" y="4356"/>
                    <a:pt x="38372" y="4340"/>
                  </a:cubicBezTo>
                  <a:cubicBezTo>
                    <a:pt x="39249" y="4215"/>
                    <a:pt x="39951" y="3613"/>
                    <a:pt x="40502" y="2987"/>
                  </a:cubicBezTo>
                  <a:cubicBezTo>
                    <a:pt x="41204" y="2235"/>
                    <a:pt x="41781" y="1383"/>
                    <a:pt x="42633" y="806"/>
                  </a:cubicBezTo>
                  <a:cubicBezTo>
                    <a:pt x="43099" y="477"/>
                    <a:pt x="43648" y="253"/>
                    <a:pt x="44180" y="253"/>
                  </a:cubicBezTo>
                  <a:cubicBezTo>
                    <a:pt x="44621" y="253"/>
                    <a:pt x="45051" y="407"/>
                    <a:pt x="45415" y="781"/>
                  </a:cubicBezTo>
                  <a:cubicBezTo>
                    <a:pt x="46417" y="1834"/>
                    <a:pt x="46492" y="3989"/>
                    <a:pt x="48322" y="4039"/>
                  </a:cubicBezTo>
                  <a:cubicBezTo>
                    <a:pt x="48343" y="4040"/>
                    <a:pt x="48363" y="4040"/>
                    <a:pt x="48384" y="4040"/>
                  </a:cubicBezTo>
                  <a:cubicBezTo>
                    <a:pt x="49261" y="4040"/>
                    <a:pt x="50041" y="3526"/>
                    <a:pt x="50678" y="3012"/>
                  </a:cubicBezTo>
                  <a:cubicBezTo>
                    <a:pt x="51530" y="2335"/>
                    <a:pt x="52207" y="1458"/>
                    <a:pt x="53184" y="982"/>
                  </a:cubicBezTo>
                  <a:cubicBezTo>
                    <a:pt x="53541" y="804"/>
                    <a:pt x="53904" y="713"/>
                    <a:pt x="54255" y="713"/>
                  </a:cubicBezTo>
                  <a:cubicBezTo>
                    <a:pt x="54842" y="713"/>
                    <a:pt x="55392" y="966"/>
                    <a:pt x="55816" y="1483"/>
                  </a:cubicBezTo>
                  <a:cubicBezTo>
                    <a:pt x="56292" y="2034"/>
                    <a:pt x="56568" y="2736"/>
                    <a:pt x="56994" y="3338"/>
                  </a:cubicBezTo>
                  <a:cubicBezTo>
                    <a:pt x="57320" y="3839"/>
                    <a:pt x="57771" y="4240"/>
                    <a:pt x="58397" y="4315"/>
                  </a:cubicBezTo>
                  <a:cubicBezTo>
                    <a:pt x="58439" y="4324"/>
                    <a:pt x="58481" y="4326"/>
                    <a:pt x="58523" y="4326"/>
                  </a:cubicBezTo>
                  <a:cubicBezTo>
                    <a:pt x="58606" y="4326"/>
                    <a:pt x="58690" y="4315"/>
                    <a:pt x="58773" y="4315"/>
                  </a:cubicBezTo>
                  <a:cubicBezTo>
                    <a:pt x="58748" y="4265"/>
                    <a:pt x="58748" y="4215"/>
                    <a:pt x="58748" y="4165"/>
                  </a:cubicBezTo>
                  <a:cubicBezTo>
                    <a:pt x="58675" y="4175"/>
                    <a:pt x="58603" y="4181"/>
                    <a:pt x="58528" y="4181"/>
                  </a:cubicBezTo>
                  <a:cubicBezTo>
                    <a:pt x="58423" y="4181"/>
                    <a:pt x="58314" y="4169"/>
                    <a:pt x="58197" y="4140"/>
                  </a:cubicBezTo>
                  <a:cubicBezTo>
                    <a:pt x="57470" y="3939"/>
                    <a:pt x="57069" y="3237"/>
                    <a:pt x="56718" y="2611"/>
                  </a:cubicBezTo>
                  <a:cubicBezTo>
                    <a:pt x="56392" y="2034"/>
                    <a:pt x="56066" y="1408"/>
                    <a:pt x="55540" y="982"/>
                  </a:cubicBezTo>
                  <a:cubicBezTo>
                    <a:pt x="55144" y="663"/>
                    <a:pt x="54734" y="532"/>
                    <a:pt x="54324" y="532"/>
                  </a:cubicBezTo>
                  <a:cubicBezTo>
                    <a:pt x="53124" y="532"/>
                    <a:pt x="51926" y="1651"/>
                    <a:pt x="51104" y="2435"/>
                  </a:cubicBezTo>
                  <a:cubicBezTo>
                    <a:pt x="50388" y="3126"/>
                    <a:pt x="49430" y="3915"/>
                    <a:pt x="48371" y="3915"/>
                  </a:cubicBezTo>
                  <a:cubicBezTo>
                    <a:pt x="48355" y="3915"/>
                    <a:pt x="48338" y="3915"/>
                    <a:pt x="48322" y="3914"/>
                  </a:cubicBezTo>
                  <a:cubicBezTo>
                    <a:pt x="47319" y="3864"/>
                    <a:pt x="46818" y="3037"/>
                    <a:pt x="46417" y="2235"/>
                  </a:cubicBezTo>
                  <a:cubicBezTo>
                    <a:pt x="46116" y="1583"/>
                    <a:pt x="45841" y="882"/>
                    <a:pt x="45239" y="455"/>
                  </a:cubicBezTo>
                  <a:cubicBezTo>
                    <a:pt x="44909" y="214"/>
                    <a:pt x="44539" y="108"/>
                    <a:pt x="44164" y="108"/>
                  </a:cubicBezTo>
                  <a:cubicBezTo>
                    <a:pt x="43799" y="108"/>
                    <a:pt x="43429" y="208"/>
                    <a:pt x="43084" y="380"/>
                  </a:cubicBezTo>
                  <a:cubicBezTo>
                    <a:pt x="42207" y="781"/>
                    <a:pt x="41580" y="1508"/>
                    <a:pt x="40979" y="2235"/>
                  </a:cubicBezTo>
                  <a:cubicBezTo>
                    <a:pt x="40377" y="2962"/>
                    <a:pt x="39675" y="3789"/>
                    <a:pt x="38748" y="4115"/>
                  </a:cubicBezTo>
                  <a:cubicBezTo>
                    <a:pt x="38503" y="4201"/>
                    <a:pt x="38270" y="4240"/>
                    <a:pt x="38048" y="4240"/>
                  </a:cubicBezTo>
                  <a:cubicBezTo>
                    <a:pt x="36798" y="4240"/>
                    <a:pt x="35902" y="2996"/>
                    <a:pt x="35114" y="2059"/>
                  </a:cubicBezTo>
                  <a:cubicBezTo>
                    <a:pt x="34514" y="1335"/>
                    <a:pt x="33742" y="542"/>
                    <a:pt x="32786" y="542"/>
                  </a:cubicBezTo>
                  <a:cubicBezTo>
                    <a:pt x="32585" y="542"/>
                    <a:pt x="32375" y="577"/>
                    <a:pt x="32156" y="656"/>
                  </a:cubicBezTo>
                  <a:cubicBezTo>
                    <a:pt x="30928" y="1107"/>
                    <a:pt x="30402" y="2586"/>
                    <a:pt x="29650" y="3538"/>
                  </a:cubicBezTo>
                  <a:cubicBezTo>
                    <a:pt x="29211" y="4099"/>
                    <a:pt x="28606" y="4542"/>
                    <a:pt x="27857" y="4542"/>
                  </a:cubicBezTo>
                  <a:cubicBezTo>
                    <a:pt x="27837" y="4542"/>
                    <a:pt x="27816" y="4541"/>
                    <a:pt x="27796" y="4541"/>
                  </a:cubicBezTo>
                  <a:cubicBezTo>
                    <a:pt x="26793" y="4466"/>
                    <a:pt x="25991" y="3588"/>
                    <a:pt x="25440" y="2811"/>
                  </a:cubicBezTo>
                  <a:cubicBezTo>
                    <a:pt x="24643" y="1696"/>
                    <a:pt x="23701" y="1"/>
                    <a:pt x="2218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7" name="Google Shape;5197;p55"/>
            <p:cNvSpPr/>
            <p:nvPr/>
          </p:nvSpPr>
          <p:spPr>
            <a:xfrm>
              <a:off x="5901572" y="1791128"/>
              <a:ext cx="970491" cy="1060281"/>
            </a:xfrm>
            <a:custGeom>
              <a:rect b="b" l="l" r="r" t="t"/>
              <a:pathLst>
                <a:path extrusionOk="0" h="20346" w="18623">
                  <a:moveTo>
                    <a:pt x="9147" y="1"/>
                  </a:moveTo>
                  <a:cubicBezTo>
                    <a:pt x="8705" y="1"/>
                    <a:pt x="8254" y="47"/>
                    <a:pt x="7795" y="145"/>
                  </a:cubicBezTo>
                  <a:cubicBezTo>
                    <a:pt x="2758" y="1197"/>
                    <a:pt x="51" y="3378"/>
                    <a:pt x="26" y="5658"/>
                  </a:cubicBezTo>
                  <a:cubicBezTo>
                    <a:pt x="1" y="7939"/>
                    <a:pt x="1680" y="9694"/>
                    <a:pt x="2582" y="11674"/>
                  </a:cubicBezTo>
                  <a:cubicBezTo>
                    <a:pt x="2883" y="12275"/>
                    <a:pt x="3058" y="13353"/>
                    <a:pt x="2808" y="13954"/>
                  </a:cubicBezTo>
                  <a:cubicBezTo>
                    <a:pt x="2707" y="14205"/>
                    <a:pt x="2532" y="14456"/>
                    <a:pt x="2657" y="14656"/>
                  </a:cubicBezTo>
                  <a:cubicBezTo>
                    <a:pt x="2732" y="14781"/>
                    <a:pt x="2883" y="14831"/>
                    <a:pt x="3033" y="14882"/>
                  </a:cubicBezTo>
                  <a:cubicBezTo>
                    <a:pt x="3258" y="14941"/>
                    <a:pt x="3489" y="14966"/>
                    <a:pt x="3722" y="14966"/>
                  </a:cubicBezTo>
                  <a:cubicBezTo>
                    <a:pt x="3983" y="14966"/>
                    <a:pt x="4248" y="14934"/>
                    <a:pt x="4512" y="14882"/>
                  </a:cubicBezTo>
                  <a:lnTo>
                    <a:pt x="4512" y="14882"/>
                  </a:lnTo>
                  <a:lnTo>
                    <a:pt x="4487" y="14907"/>
                  </a:lnTo>
                  <a:cubicBezTo>
                    <a:pt x="5214" y="16260"/>
                    <a:pt x="6567" y="17263"/>
                    <a:pt x="8071" y="17588"/>
                  </a:cubicBezTo>
                  <a:cubicBezTo>
                    <a:pt x="8406" y="17656"/>
                    <a:pt x="8727" y="17688"/>
                    <a:pt x="9043" y="17688"/>
                  </a:cubicBezTo>
                  <a:cubicBezTo>
                    <a:pt x="10140" y="17688"/>
                    <a:pt x="11175" y="17298"/>
                    <a:pt x="12557" y="16636"/>
                  </a:cubicBezTo>
                  <a:lnTo>
                    <a:pt x="14462" y="20345"/>
                  </a:lnTo>
                  <a:cubicBezTo>
                    <a:pt x="14462" y="20345"/>
                    <a:pt x="17144" y="20295"/>
                    <a:pt x="18622" y="17563"/>
                  </a:cubicBezTo>
                  <a:lnTo>
                    <a:pt x="16868" y="14556"/>
                  </a:lnTo>
                  <a:cubicBezTo>
                    <a:pt x="16868" y="14556"/>
                    <a:pt x="18572" y="13202"/>
                    <a:pt x="17820" y="8741"/>
                  </a:cubicBezTo>
                  <a:cubicBezTo>
                    <a:pt x="17114" y="4661"/>
                    <a:pt x="13588" y="1"/>
                    <a:pt x="9147"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8" name="Google Shape;5198;p55"/>
            <p:cNvSpPr/>
            <p:nvPr/>
          </p:nvSpPr>
          <p:spPr>
            <a:xfrm>
              <a:off x="5898967" y="1787428"/>
              <a:ext cx="977005" cy="1067889"/>
            </a:xfrm>
            <a:custGeom>
              <a:rect b="b" l="l" r="r" t="t"/>
              <a:pathLst>
                <a:path extrusionOk="0" h="20492" w="18748">
                  <a:moveTo>
                    <a:pt x="9121" y="137"/>
                  </a:moveTo>
                  <a:cubicBezTo>
                    <a:pt x="10517" y="137"/>
                    <a:pt x="11842" y="582"/>
                    <a:pt x="13008" y="1344"/>
                  </a:cubicBezTo>
                  <a:cubicBezTo>
                    <a:pt x="14236" y="2146"/>
                    <a:pt x="15289" y="3273"/>
                    <a:pt x="16091" y="4526"/>
                  </a:cubicBezTo>
                  <a:cubicBezTo>
                    <a:pt x="16868" y="5755"/>
                    <a:pt x="17469" y="7133"/>
                    <a:pt x="17745" y="8562"/>
                  </a:cubicBezTo>
                  <a:cubicBezTo>
                    <a:pt x="17920" y="9414"/>
                    <a:pt x="17996" y="10266"/>
                    <a:pt x="17996" y="11143"/>
                  </a:cubicBezTo>
                  <a:cubicBezTo>
                    <a:pt x="17971" y="11745"/>
                    <a:pt x="17895" y="12371"/>
                    <a:pt x="17745" y="12973"/>
                  </a:cubicBezTo>
                  <a:cubicBezTo>
                    <a:pt x="17595" y="13524"/>
                    <a:pt x="17344" y="14126"/>
                    <a:pt x="16918" y="14527"/>
                  </a:cubicBezTo>
                  <a:cubicBezTo>
                    <a:pt x="16893" y="14552"/>
                    <a:pt x="16893" y="14577"/>
                    <a:pt x="16868" y="14577"/>
                  </a:cubicBezTo>
                  <a:cubicBezTo>
                    <a:pt x="16843" y="14602"/>
                    <a:pt x="16843" y="14652"/>
                    <a:pt x="16843" y="14677"/>
                  </a:cubicBezTo>
                  <a:cubicBezTo>
                    <a:pt x="17043" y="15003"/>
                    <a:pt x="17244" y="15354"/>
                    <a:pt x="17444" y="15679"/>
                  </a:cubicBezTo>
                  <a:cubicBezTo>
                    <a:pt x="17745" y="16206"/>
                    <a:pt x="18071" y="16757"/>
                    <a:pt x="18372" y="17283"/>
                  </a:cubicBezTo>
                  <a:cubicBezTo>
                    <a:pt x="18440" y="17397"/>
                    <a:pt x="18508" y="17510"/>
                    <a:pt x="18576" y="17624"/>
                  </a:cubicBezTo>
                  <a:lnTo>
                    <a:pt x="18576" y="17624"/>
                  </a:lnTo>
                  <a:cubicBezTo>
                    <a:pt x="18101" y="18484"/>
                    <a:pt x="17431" y="19220"/>
                    <a:pt x="16567" y="19689"/>
                  </a:cubicBezTo>
                  <a:cubicBezTo>
                    <a:pt x="16041" y="20015"/>
                    <a:pt x="15439" y="20216"/>
                    <a:pt x="14838" y="20316"/>
                  </a:cubicBezTo>
                  <a:cubicBezTo>
                    <a:pt x="14745" y="20339"/>
                    <a:pt x="14631" y="20341"/>
                    <a:pt x="14536" y="20341"/>
                  </a:cubicBezTo>
                  <a:lnTo>
                    <a:pt x="14536" y="20341"/>
                  </a:lnTo>
                  <a:cubicBezTo>
                    <a:pt x="14321" y="19932"/>
                    <a:pt x="14127" y="19523"/>
                    <a:pt x="13910" y="19138"/>
                  </a:cubicBezTo>
                  <a:cubicBezTo>
                    <a:pt x="13585" y="18461"/>
                    <a:pt x="13234" y="17785"/>
                    <a:pt x="12883" y="17133"/>
                  </a:cubicBezTo>
                  <a:cubicBezTo>
                    <a:pt x="12808" y="16983"/>
                    <a:pt x="12732" y="16832"/>
                    <a:pt x="12657" y="16657"/>
                  </a:cubicBezTo>
                  <a:cubicBezTo>
                    <a:pt x="12632" y="16632"/>
                    <a:pt x="12582" y="16632"/>
                    <a:pt x="12557" y="16632"/>
                  </a:cubicBezTo>
                  <a:cubicBezTo>
                    <a:pt x="11480" y="17171"/>
                    <a:pt x="10330" y="17685"/>
                    <a:pt x="9109" y="17685"/>
                  </a:cubicBezTo>
                  <a:cubicBezTo>
                    <a:pt x="9081" y="17685"/>
                    <a:pt x="9052" y="17685"/>
                    <a:pt x="9023" y="17684"/>
                  </a:cubicBezTo>
                  <a:cubicBezTo>
                    <a:pt x="7870" y="17684"/>
                    <a:pt x="6717" y="17208"/>
                    <a:pt x="5840" y="16456"/>
                  </a:cubicBezTo>
                  <a:cubicBezTo>
                    <a:pt x="5350" y="16040"/>
                    <a:pt x="4933" y="15552"/>
                    <a:pt x="4610" y="14992"/>
                  </a:cubicBezTo>
                  <a:lnTo>
                    <a:pt x="4610" y="14992"/>
                  </a:lnTo>
                  <a:cubicBezTo>
                    <a:pt x="4634" y="14946"/>
                    <a:pt x="4602" y="14875"/>
                    <a:pt x="4554" y="14875"/>
                  </a:cubicBezTo>
                  <a:cubicBezTo>
                    <a:pt x="4548" y="14875"/>
                    <a:pt x="4543" y="14876"/>
                    <a:pt x="4537" y="14877"/>
                  </a:cubicBezTo>
                  <a:cubicBezTo>
                    <a:pt x="4286" y="14940"/>
                    <a:pt x="4017" y="14978"/>
                    <a:pt x="3751" y="14978"/>
                  </a:cubicBezTo>
                  <a:cubicBezTo>
                    <a:pt x="3484" y="14978"/>
                    <a:pt x="3221" y="14940"/>
                    <a:pt x="2983" y="14852"/>
                  </a:cubicBezTo>
                  <a:cubicBezTo>
                    <a:pt x="2883" y="14802"/>
                    <a:pt x="2782" y="14752"/>
                    <a:pt x="2757" y="14652"/>
                  </a:cubicBezTo>
                  <a:cubicBezTo>
                    <a:pt x="2707" y="14527"/>
                    <a:pt x="2757" y="14401"/>
                    <a:pt x="2808" y="14276"/>
                  </a:cubicBezTo>
                  <a:cubicBezTo>
                    <a:pt x="2883" y="14126"/>
                    <a:pt x="2983" y="13950"/>
                    <a:pt x="3008" y="13775"/>
                  </a:cubicBezTo>
                  <a:cubicBezTo>
                    <a:pt x="3083" y="13374"/>
                    <a:pt x="3058" y="12973"/>
                    <a:pt x="2983" y="12597"/>
                  </a:cubicBezTo>
                  <a:cubicBezTo>
                    <a:pt x="2908" y="12221"/>
                    <a:pt x="2782" y="11845"/>
                    <a:pt x="2607" y="11519"/>
                  </a:cubicBezTo>
                  <a:cubicBezTo>
                    <a:pt x="1880" y="10015"/>
                    <a:pt x="752" y="8662"/>
                    <a:pt x="326" y="7033"/>
                  </a:cubicBezTo>
                  <a:cubicBezTo>
                    <a:pt x="151" y="6406"/>
                    <a:pt x="76" y="5704"/>
                    <a:pt x="251" y="5078"/>
                  </a:cubicBezTo>
                  <a:cubicBezTo>
                    <a:pt x="351" y="4602"/>
                    <a:pt x="577" y="4176"/>
                    <a:pt x="878" y="3775"/>
                  </a:cubicBezTo>
                  <a:cubicBezTo>
                    <a:pt x="1630" y="2747"/>
                    <a:pt x="2808" y="2045"/>
                    <a:pt x="3935" y="1519"/>
                  </a:cubicBezTo>
                  <a:cubicBezTo>
                    <a:pt x="4712" y="1168"/>
                    <a:pt x="5514" y="892"/>
                    <a:pt x="6341" y="667"/>
                  </a:cubicBezTo>
                  <a:cubicBezTo>
                    <a:pt x="7168" y="416"/>
                    <a:pt x="8046" y="191"/>
                    <a:pt x="8898" y="140"/>
                  </a:cubicBezTo>
                  <a:cubicBezTo>
                    <a:pt x="8972" y="138"/>
                    <a:pt x="9047" y="137"/>
                    <a:pt x="9121" y="137"/>
                  </a:cubicBezTo>
                  <a:close/>
                  <a:moveTo>
                    <a:pt x="9223" y="0"/>
                  </a:moveTo>
                  <a:cubicBezTo>
                    <a:pt x="8648" y="0"/>
                    <a:pt x="8084" y="88"/>
                    <a:pt x="7519" y="216"/>
                  </a:cubicBezTo>
                  <a:cubicBezTo>
                    <a:pt x="6617" y="416"/>
                    <a:pt x="5715" y="667"/>
                    <a:pt x="4838" y="993"/>
                  </a:cubicBezTo>
                  <a:cubicBezTo>
                    <a:pt x="3534" y="1494"/>
                    <a:pt x="2206" y="2146"/>
                    <a:pt x="1204" y="3173"/>
                  </a:cubicBezTo>
                  <a:cubicBezTo>
                    <a:pt x="828" y="3549"/>
                    <a:pt x="527" y="3975"/>
                    <a:pt x="301" y="4476"/>
                  </a:cubicBezTo>
                  <a:cubicBezTo>
                    <a:pt x="101" y="4927"/>
                    <a:pt x="1" y="5429"/>
                    <a:pt x="1" y="5930"/>
                  </a:cubicBezTo>
                  <a:cubicBezTo>
                    <a:pt x="51" y="7709"/>
                    <a:pt x="1128" y="9163"/>
                    <a:pt x="1980" y="10642"/>
                  </a:cubicBezTo>
                  <a:cubicBezTo>
                    <a:pt x="2181" y="11018"/>
                    <a:pt x="2407" y="11394"/>
                    <a:pt x="2582" y="11770"/>
                  </a:cubicBezTo>
                  <a:cubicBezTo>
                    <a:pt x="2757" y="12146"/>
                    <a:pt x="2858" y="12572"/>
                    <a:pt x="2883" y="12973"/>
                  </a:cubicBezTo>
                  <a:cubicBezTo>
                    <a:pt x="2933" y="13374"/>
                    <a:pt x="2908" y="13750"/>
                    <a:pt x="2732" y="14126"/>
                  </a:cubicBezTo>
                  <a:cubicBezTo>
                    <a:pt x="2657" y="14301"/>
                    <a:pt x="2532" y="14527"/>
                    <a:pt x="2632" y="14727"/>
                  </a:cubicBezTo>
                  <a:cubicBezTo>
                    <a:pt x="2707" y="14928"/>
                    <a:pt x="2908" y="14978"/>
                    <a:pt x="3108" y="15028"/>
                  </a:cubicBezTo>
                  <a:cubicBezTo>
                    <a:pt x="3346" y="15078"/>
                    <a:pt x="3591" y="15103"/>
                    <a:pt x="3835" y="15103"/>
                  </a:cubicBezTo>
                  <a:cubicBezTo>
                    <a:pt x="4049" y="15103"/>
                    <a:pt x="4262" y="15084"/>
                    <a:pt x="4471" y="15046"/>
                  </a:cubicBezTo>
                  <a:lnTo>
                    <a:pt x="4471" y="15046"/>
                  </a:lnTo>
                  <a:cubicBezTo>
                    <a:pt x="5049" y="16090"/>
                    <a:pt x="5972" y="16910"/>
                    <a:pt x="7068" y="17384"/>
                  </a:cubicBezTo>
                  <a:cubicBezTo>
                    <a:pt x="7620" y="17634"/>
                    <a:pt x="8196" y="17785"/>
                    <a:pt x="8772" y="17835"/>
                  </a:cubicBezTo>
                  <a:cubicBezTo>
                    <a:pt x="8849" y="17838"/>
                    <a:pt x="8925" y="17840"/>
                    <a:pt x="9000" y="17840"/>
                  </a:cubicBezTo>
                  <a:cubicBezTo>
                    <a:pt x="9520" y="17840"/>
                    <a:pt x="10020" y="17766"/>
                    <a:pt x="10502" y="17634"/>
                  </a:cubicBezTo>
                  <a:cubicBezTo>
                    <a:pt x="11205" y="17440"/>
                    <a:pt x="11884" y="17129"/>
                    <a:pt x="12563" y="16792"/>
                  </a:cubicBezTo>
                  <a:lnTo>
                    <a:pt x="12563" y="16792"/>
                  </a:lnTo>
                  <a:cubicBezTo>
                    <a:pt x="12776" y="17198"/>
                    <a:pt x="12968" y="17604"/>
                    <a:pt x="13184" y="18010"/>
                  </a:cubicBezTo>
                  <a:cubicBezTo>
                    <a:pt x="13509" y="18662"/>
                    <a:pt x="13860" y="19339"/>
                    <a:pt x="14211" y="19990"/>
                  </a:cubicBezTo>
                  <a:lnTo>
                    <a:pt x="14437" y="20466"/>
                  </a:lnTo>
                  <a:cubicBezTo>
                    <a:pt x="14462" y="20491"/>
                    <a:pt x="14487" y="20491"/>
                    <a:pt x="14512" y="20491"/>
                  </a:cubicBezTo>
                  <a:cubicBezTo>
                    <a:pt x="14813" y="20491"/>
                    <a:pt x="15138" y="20416"/>
                    <a:pt x="15439" y="20341"/>
                  </a:cubicBezTo>
                  <a:cubicBezTo>
                    <a:pt x="16166" y="20141"/>
                    <a:pt x="16843" y="19765"/>
                    <a:pt x="17419" y="19288"/>
                  </a:cubicBezTo>
                  <a:cubicBezTo>
                    <a:pt x="17795" y="18988"/>
                    <a:pt x="18121" y="18612"/>
                    <a:pt x="18397" y="18211"/>
                  </a:cubicBezTo>
                  <a:cubicBezTo>
                    <a:pt x="18472" y="18085"/>
                    <a:pt x="18547" y="17985"/>
                    <a:pt x="18622" y="17860"/>
                  </a:cubicBezTo>
                  <a:cubicBezTo>
                    <a:pt x="18647" y="17785"/>
                    <a:pt x="18747" y="17659"/>
                    <a:pt x="18722" y="17584"/>
                  </a:cubicBezTo>
                  <a:cubicBezTo>
                    <a:pt x="18722" y="17559"/>
                    <a:pt x="18672" y="17509"/>
                    <a:pt x="18672" y="17484"/>
                  </a:cubicBezTo>
                  <a:lnTo>
                    <a:pt x="17770" y="15955"/>
                  </a:lnTo>
                  <a:cubicBezTo>
                    <a:pt x="17595" y="15679"/>
                    <a:pt x="17444" y="15379"/>
                    <a:pt x="17269" y="15103"/>
                  </a:cubicBezTo>
                  <a:cubicBezTo>
                    <a:pt x="17174" y="14960"/>
                    <a:pt x="17101" y="14772"/>
                    <a:pt x="17008" y="14646"/>
                  </a:cubicBezTo>
                  <a:lnTo>
                    <a:pt x="17008" y="14646"/>
                  </a:lnTo>
                  <a:cubicBezTo>
                    <a:pt x="17070" y="14592"/>
                    <a:pt x="17132" y="14513"/>
                    <a:pt x="17194" y="14451"/>
                  </a:cubicBezTo>
                  <a:cubicBezTo>
                    <a:pt x="17394" y="14201"/>
                    <a:pt x="17544" y="13900"/>
                    <a:pt x="17670" y="13624"/>
                  </a:cubicBezTo>
                  <a:cubicBezTo>
                    <a:pt x="18171" y="12421"/>
                    <a:pt x="18196" y="11043"/>
                    <a:pt x="18071" y="9765"/>
                  </a:cubicBezTo>
                  <a:cubicBezTo>
                    <a:pt x="17996" y="8963"/>
                    <a:pt x="17845" y="8161"/>
                    <a:pt x="17595" y="7409"/>
                  </a:cubicBezTo>
                  <a:cubicBezTo>
                    <a:pt x="17369" y="6682"/>
                    <a:pt x="17068" y="5980"/>
                    <a:pt x="16717" y="5328"/>
                  </a:cubicBezTo>
                  <a:cubicBezTo>
                    <a:pt x="15991" y="3975"/>
                    <a:pt x="15038" y="2747"/>
                    <a:pt x="13835" y="1770"/>
                  </a:cubicBezTo>
                  <a:cubicBezTo>
                    <a:pt x="12707" y="842"/>
                    <a:pt x="11329" y="191"/>
                    <a:pt x="9875" y="40"/>
                  </a:cubicBezTo>
                  <a:cubicBezTo>
                    <a:pt x="9656" y="13"/>
                    <a:pt x="9439" y="0"/>
                    <a:pt x="92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9" name="Google Shape;5199;p55"/>
            <p:cNvSpPr/>
            <p:nvPr/>
          </p:nvSpPr>
          <p:spPr>
            <a:xfrm>
              <a:off x="6167080" y="2246320"/>
              <a:ext cx="194275" cy="175671"/>
            </a:xfrm>
            <a:custGeom>
              <a:rect b="b" l="l" r="r" t="t"/>
              <a:pathLst>
                <a:path extrusionOk="0" h="3371" w="3728">
                  <a:moveTo>
                    <a:pt x="3194" y="0"/>
                  </a:moveTo>
                  <a:cubicBezTo>
                    <a:pt x="3143" y="0"/>
                    <a:pt x="3091" y="53"/>
                    <a:pt x="3126" y="106"/>
                  </a:cubicBezTo>
                  <a:cubicBezTo>
                    <a:pt x="3302" y="457"/>
                    <a:pt x="3427" y="858"/>
                    <a:pt x="3502" y="1234"/>
                  </a:cubicBezTo>
                  <a:cubicBezTo>
                    <a:pt x="3577" y="1635"/>
                    <a:pt x="3602" y="2061"/>
                    <a:pt x="3452" y="2437"/>
                  </a:cubicBezTo>
                  <a:cubicBezTo>
                    <a:pt x="3327" y="2838"/>
                    <a:pt x="3026" y="3089"/>
                    <a:pt x="2650" y="3189"/>
                  </a:cubicBezTo>
                  <a:cubicBezTo>
                    <a:pt x="2555" y="3212"/>
                    <a:pt x="2460" y="3222"/>
                    <a:pt x="2365" y="3222"/>
                  </a:cubicBezTo>
                  <a:cubicBezTo>
                    <a:pt x="1937" y="3222"/>
                    <a:pt x="1525" y="3009"/>
                    <a:pt x="1196" y="2763"/>
                  </a:cubicBezTo>
                  <a:cubicBezTo>
                    <a:pt x="770" y="2412"/>
                    <a:pt x="394" y="1961"/>
                    <a:pt x="144" y="1435"/>
                  </a:cubicBezTo>
                  <a:cubicBezTo>
                    <a:pt x="136" y="1413"/>
                    <a:pt x="120" y="1404"/>
                    <a:pt x="102" y="1404"/>
                  </a:cubicBezTo>
                  <a:cubicBezTo>
                    <a:pt x="58" y="1404"/>
                    <a:pt x="1" y="1457"/>
                    <a:pt x="18" y="1510"/>
                  </a:cubicBezTo>
                  <a:cubicBezTo>
                    <a:pt x="244" y="1986"/>
                    <a:pt x="595" y="2437"/>
                    <a:pt x="996" y="2788"/>
                  </a:cubicBezTo>
                  <a:cubicBezTo>
                    <a:pt x="1367" y="3090"/>
                    <a:pt x="1846" y="3370"/>
                    <a:pt x="2353" y="3370"/>
                  </a:cubicBezTo>
                  <a:cubicBezTo>
                    <a:pt x="2393" y="3370"/>
                    <a:pt x="2434" y="3368"/>
                    <a:pt x="2475" y="3365"/>
                  </a:cubicBezTo>
                  <a:cubicBezTo>
                    <a:pt x="2926" y="3315"/>
                    <a:pt x="3327" y="3064"/>
                    <a:pt x="3527" y="2663"/>
                  </a:cubicBezTo>
                  <a:cubicBezTo>
                    <a:pt x="3703" y="2287"/>
                    <a:pt x="3728" y="1836"/>
                    <a:pt x="3678" y="1435"/>
                  </a:cubicBezTo>
                  <a:cubicBezTo>
                    <a:pt x="3602" y="934"/>
                    <a:pt x="3452" y="457"/>
                    <a:pt x="3252" y="31"/>
                  </a:cubicBezTo>
                  <a:cubicBezTo>
                    <a:pt x="3237" y="9"/>
                    <a:pt x="3216" y="0"/>
                    <a:pt x="319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0" name="Google Shape;5200;p55"/>
            <p:cNvSpPr/>
            <p:nvPr/>
          </p:nvSpPr>
          <p:spPr>
            <a:xfrm>
              <a:off x="6188602" y="2578165"/>
              <a:ext cx="181508" cy="63004"/>
            </a:xfrm>
            <a:custGeom>
              <a:rect b="b" l="l" r="r" t="t"/>
              <a:pathLst>
                <a:path extrusionOk="0" h="1209" w="3483">
                  <a:moveTo>
                    <a:pt x="2506" y="0"/>
                  </a:moveTo>
                  <a:cubicBezTo>
                    <a:pt x="1859" y="0"/>
                    <a:pt x="1206" y="196"/>
                    <a:pt x="658" y="556"/>
                  </a:cubicBezTo>
                  <a:cubicBezTo>
                    <a:pt x="433" y="706"/>
                    <a:pt x="232" y="881"/>
                    <a:pt x="57" y="1082"/>
                  </a:cubicBezTo>
                  <a:cubicBezTo>
                    <a:pt x="0" y="1138"/>
                    <a:pt x="42" y="1209"/>
                    <a:pt x="99" y="1209"/>
                  </a:cubicBezTo>
                  <a:cubicBezTo>
                    <a:pt x="118" y="1209"/>
                    <a:pt x="138" y="1201"/>
                    <a:pt x="157" y="1182"/>
                  </a:cubicBezTo>
                  <a:cubicBezTo>
                    <a:pt x="739" y="525"/>
                    <a:pt x="1616" y="149"/>
                    <a:pt x="2493" y="149"/>
                  </a:cubicBezTo>
                  <a:cubicBezTo>
                    <a:pt x="2787" y="149"/>
                    <a:pt x="3082" y="192"/>
                    <a:pt x="3365" y="280"/>
                  </a:cubicBezTo>
                  <a:cubicBezTo>
                    <a:pt x="3371" y="282"/>
                    <a:pt x="3376" y="283"/>
                    <a:pt x="3382" y="283"/>
                  </a:cubicBezTo>
                  <a:cubicBezTo>
                    <a:pt x="3447" y="283"/>
                    <a:pt x="3483" y="153"/>
                    <a:pt x="3390" y="129"/>
                  </a:cubicBezTo>
                  <a:cubicBezTo>
                    <a:pt x="3104" y="42"/>
                    <a:pt x="2806" y="0"/>
                    <a:pt x="250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1" name="Google Shape;5201;p55"/>
            <p:cNvSpPr/>
            <p:nvPr/>
          </p:nvSpPr>
          <p:spPr>
            <a:xfrm>
              <a:off x="6442280" y="2351116"/>
              <a:ext cx="122829" cy="181768"/>
            </a:xfrm>
            <a:custGeom>
              <a:rect b="b" l="l" r="r" t="t"/>
              <a:pathLst>
                <a:path extrusionOk="0" h="3488" w="2357">
                  <a:moveTo>
                    <a:pt x="1" y="0"/>
                  </a:moveTo>
                  <a:lnTo>
                    <a:pt x="1" y="50"/>
                  </a:lnTo>
                  <a:lnTo>
                    <a:pt x="176" y="1755"/>
                  </a:lnTo>
                  <a:cubicBezTo>
                    <a:pt x="201" y="2055"/>
                    <a:pt x="251" y="2356"/>
                    <a:pt x="326" y="2632"/>
                  </a:cubicBezTo>
                  <a:cubicBezTo>
                    <a:pt x="427" y="2908"/>
                    <a:pt x="602" y="3183"/>
                    <a:pt x="853" y="3334"/>
                  </a:cubicBezTo>
                  <a:cubicBezTo>
                    <a:pt x="1008" y="3437"/>
                    <a:pt x="1190" y="3487"/>
                    <a:pt x="1372" y="3487"/>
                  </a:cubicBezTo>
                  <a:cubicBezTo>
                    <a:pt x="1541" y="3487"/>
                    <a:pt x="1710" y="3443"/>
                    <a:pt x="1855" y="3359"/>
                  </a:cubicBezTo>
                  <a:cubicBezTo>
                    <a:pt x="2156" y="3183"/>
                    <a:pt x="2357" y="2857"/>
                    <a:pt x="2357" y="2507"/>
                  </a:cubicBezTo>
                  <a:cubicBezTo>
                    <a:pt x="2357" y="1980"/>
                    <a:pt x="1956" y="1554"/>
                    <a:pt x="1580" y="1203"/>
                  </a:cubicBezTo>
                  <a:cubicBezTo>
                    <a:pt x="1078" y="777"/>
                    <a:pt x="552" y="35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2" name="Google Shape;5202;p55"/>
            <p:cNvSpPr/>
            <p:nvPr/>
          </p:nvSpPr>
          <p:spPr>
            <a:xfrm>
              <a:off x="6437694" y="2346582"/>
              <a:ext cx="139192" cy="190211"/>
            </a:xfrm>
            <a:custGeom>
              <a:rect b="b" l="l" r="r" t="t"/>
              <a:pathLst>
                <a:path extrusionOk="0" h="3650" w="2671">
                  <a:moveTo>
                    <a:pt x="169" y="212"/>
                  </a:moveTo>
                  <a:cubicBezTo>
                    <a:pt x="635" y="541"/>
                    <a:pt x="1100" y="892"/>
                    <a:pt x="1542" y="1265"/>
                  </a:cubicBezTo>
                  <a:cubicBezTo>
                    <a:pt x="1918" y="1616"/>
                    <a:pt x="2369" y="2017"/>
                    <a:pt x="2394" y="2568"/>
                  </a:cubicBezTo>
                  <a:cubicBezTo>
                    <a:pt x="2394" y="3090"/>
                    <a:pt x="1968" y="3500"/>
                    <a:pt x="1455" y="3500"/>
                  </a:cubicBezTo>
                  <a:cubicBezTo>
                    <a:pt x="1426" y="3500"/>
                    <a:pt x="1396" y="3498"/>
                    <a:pt x="1367" y="3496"/>
                  </a:cubicBezTo>
                  <a:cubicBezTo>
                    <a:pt x="765" y="3421"/>
                    <a:pt x="490" y="2844"/>
                    <a:pt x="389" y="2318"/>
                  </a:cubicBezTo>
                  <a:cubicBezTo>
                    <a:pt x="339" y="1967"/>
                    <a:pt x="314" y="1591"/>
                    <a:pt x="264" y="1240"/>
                  </a:cubicBezTo>
                  <a:cubicBezTo>
                    <a:pt x="241" y="889"/>
                    <a:pt x="195" y="560"/>
                    <a:pt x="169" y="212"/>
                  </a:cubicBezTo>
                  <a:close/>
                  <a:moveTo>
                    <a:pt x="78" y="0"/>
                  </a:moveTo>
                  <a:cubicBezTo>
                    <a:pt x="34" y="0"/>
                    <a:pt x="1" y="53"/>
                    <a:pt x="22" y="98"/>
                  </a:cubicBezTo>
                  <a:lnTo>
                    <a:pt x="22" y="98"/>
                  </a:lnTo>
                  <a:cubicBezTo>
                    <a:pt x="17" y="108"/>
                    <a:pt x="13" y="122"/>
                    <a:pt x="13" y="137"/>
                  </a:cubicBezTo>
                  <a:cubicBezTo>
                    <a:pt x="64" y="488"/>
                    <a:pt x="89" y="864"/>
                    <a:pt x="139" y="1215"/>
                  </a:cubicBezTo>
                  <a:cubicBezTo>
                    <a:pt x="164" y="1566"/>
                    <a:pt x="189" y="1917"/>
                    <a:pt x="239" y="2268"/>
                  </a:cubicBezTo>
                  <a:cubicBezTo>
                    <a:pt x="339" y="2819"/>
                    <a:pt x="590" y="3446"/>
                    <a:pt x="1191" y="3621"/>
                  </a:cubicBezTo>
                  <a:cubicBezTo>
                    <a:pt x="1275" y="3640"/>
                    <a:pt x="1359" y="3649"/>
                    <a:pt x="1441" y="3649"/>
                  </a:cubicBezTo>
                  <a:cubicBezTo>
                    <a:pt x="1902" y="3649"/>
                    <a:pt x="2321" y="3362"/>
                    <a:pt x="2470" y="2894"/>
                  </a:cubicBezTo>
                  <a:cubicBezTo>
                    <a:pt x="2670" y="2318"/>
                    <a:pt x="2294" y="1792"/>
                    <a:pt x="1893" y="1416"/>
                  </a:cubicBezTo>
                  <a:cubicBezTo>
                    <a:pt x="1367" y="889"/>
                    <a:pt x="740" y="438"/>
                    <a:pt x="114" y="12"/>
                  </a:cubicBezTo>
                  <a:cubicBezTo>
                    <a:pt x="102" y="4"/>
                    <a:pt x="89" y="0"/>
                    <a:pt x="7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3" name="Google Shape;5203;p55"/>
            <p:cNvSpPr/>
            <p:nvPr/>
          </p:nvSpPr>
          <p:spPr>
            <a:xfrm>
              <a:off x="6469691" y="2413441"/>
              <a:ext cx="59512" cy="97711"/>
            </a:xfrm>
            <a:custGeom>
              <a:rect b="b" l="l" r="r" t="t"/>
              <a:pathLst>
                <a:path extrusionOk="0" h="1875" w="1142">
                  <a:moveTo>
                    <a:pt x="64" y="1"/>
                  </a:moveTo>
                  <a:cubicBezTo>
                    <a:pt x="32" y="1"/>
                    <a:pt x="1" y="20"/>
                    <a:pt x="1" y="57"/>
                  </a:cubicBezTo>
                  <a:cubicBezTo>
                    <a:pt x="1" y="509"/>
                    <a:pt x="76" y="985"/>
                    <a:pt x="252" y="1411"/>
                  </a:cubicBezTo>
                  <a:cubicBezTo>
                    <a:pt x="327" y="1561"/>
                    <a:pt x="427" y="1737"/>
                    <a:pt x="602" y="1812"/>
                  </a:cubicBezTo>
                  <a:cubicBezTo>
                    <a:pt x="678" y="1849"/>
                    <a:pt x="765" y="1874"/>
                    <a:pt x="850" y="1874"/>
                  </a:cubicBezTo>
                  <a:cubicBezTo>
                    <a:pt x="935" y="1874"/>
                    <a:pt x="1016" y="1849"/>
                    <a:pt x="1079" y="1787"/>
                  </a:cubicBezTo>
                  <a:cubicBezTo>
                    <a:pt x="1142" y="1745"/>
                    <a:pt x="1117" y="1650"/>
                    <a:pt x="1063" y="1650"/>
                  </a:cubicBezTo>
                  <a:cubicBezTo>
                    <a:pt x="1052" y="1650"/>
                    <a:pt x="1041" y="1653"/>
                    <a:pt x="1029" y="1661"/>
                  </a:cubicBezTo>
                  <a:cubicBezTo>
                    <a:pt x="963" y="1705"/>
                    <a:pt x="892" y="1725"/>
                    <a:pt x="825" y="1725"/>
                  </a:cubicBezTo>
                  <a:cubicBezTo>
                    <a:pt x="739" y="1725"/>
                    <a:pt x="659" y="1693"/>
                    <a:pt x="602" y="1636"/>
                  </a:cubicBezTo>
                  <a:cubicBezTo>
                    <a:pt x="452" y="1536"/>
                    <a:pt x="377" y="1386"/>
                    <a:pt x="327" y="1235"/>
                  </a:cubicBezTo>
                  <a:cubicBezTo>
                    <a:pt x="201" y="859"/>
                    <a:pt x="151" y="458"/>
                    <a:pt x="126" y="57"/>
                  </a:cubicBezTo>
                  <a:cubicBezTo>
                    <a:pt x="126" y="20"/>
                    <a:pt x="95" y="1"/>
                    <a:pt x="6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4" name="Google Shape;5204;p55"/>
            <p:cNvSpPr/>
            <p:nvPr/>
          </p:nvSpPr>
          <p:spPr>
            <a:xfrm>
              <a:off x="6533736" y="2489523"/>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5" name="Google Shape;5205;p55"/>
            <p:cNvSpPr/>
            <p:nvPr/>
          </p:nvSpPr>
          <p:spPr>
            <a:xfrm>
              <a:off x="6503668" y="2421935"/>
              <a:ext cx="22252" cy="20324"/>
            </a:xfrm>
            <a:custGeom>
              <a:rect b="b" l="l" r="r" t="t"/>
              <a:pathLst>
                <a:path extrusionOk="0" h="390" w="427">
                  <a:moveTo>
                    <a:pt x="76" y="1"/>
                  </a:moveTo>
                  <a:cubicBezTo>
                    <a:pt x="57" y="1"/>
                    <a:pt x="38" y="7"/>
                    <a:pt x="26" y="20"/>
                  </a:cubicBezTo>
                  <a:cubicBezTo>
                    <a:pt x="1" y="70"/>
                    <a:pt x="1" y="95"/>
                    <a:pt x="26" y="145"/>
                  </a:cubicBezTo>
                  <a:cubicBezTo>
                    <a:pt x="126" y="220"/>
                    <a:pt x="201" y="295"/>
                    <a:pt x="276" y="371"/>
                  </a:cubicBezTo>
                  <a:cubicBezTo>
                    <a:pt x="301" y="383"/>
                    <a:pt x="320" y="389"/>
                    <a:pt x="336" y="389"/>
                  </a:cubicBezTo>
                  <a:cubicBezTo>
                    <a:pt x="351" y="389"/>
                    <a:pt x="364" y="383"/>
                    <a:pt x="377" y="371"/>
                  </a:cubicBezTo>
                  <a:cubicBezTo>
                    <a:pt x="402" y="346"/>
                    <a:pt x="427" y="295"/>
                    <a:pt x="377" y="270"/>
                  </a:cubicBezTo>
                  <a:cubicBezTo>
                    <a:pt x="301" y="195"/>
                    <a:pt x="226" y="120"/>
                    <a:pt x="126" y="20"/>
                  </a:cubicBezTo>
                  <a:cubicBezTo>
                    <a:pt x="113" y="7"/>
                    <a:pt x="95"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6" name="Google Shape;5206;p55"/>
            <p:cNvSpPr/>
            <p:nvPr/>
          </p:nvSpPr>
          <p:spPr>
            <a:xfrm>
              <a:off x="6123619" y="2151686"/>
              <a:ext cx="202509" cy="92395"/>
            </a:xfrm>
            <a:custGeom>
              <a:rect b="b" l="l" r="r" t="t"/>
              <a:pathLst>
                <a:path extrusionOk="0" h="1773" w="3886">
                  <a:moveTo>
                    <a:pt x="3474" y="1"/>
                  </a:moveTo>
                  <a:cubicBezTo>
                    <a:pt x="3185" y="1"/>
                    <a:pt x="2817" y="301"/>
                    <a:pt x="2632" y="419"/>
                  </a:cubicBezTo>
                  <a:cubicBezTo>
                    <a:pt x="2181" y="669"/>
                    <a:pt x="1529" y="719"/>
                    <a:pt x="1028" y="719"/>
                  </a:cubicBezTo>
                  <a:cubicBezTo>
                    <a:pt x="928" y="719"/>
                    <a:pt x="821" y="713"/>
                    <a:pt x="715" y="713"/>
                  </a:cubicBezTo>
                  <a:cubicBezTo>
                    <a:pt x="608" y="713"/>
                    <a:pt x="502" y="719"/>
                    <a:pt x="401" y="745"/>
                  </a:cubicBezTo>
                  <a:cubicBezTo>
                    <a:pt x="201" y="820"/>
                    <a:pt x="0" y="970"/>
                    <a:pt x="0" y="1196"/>
                  </a:cubicBezTo>
                  <a:cubicBezTo>
                    <a:pt x="0" y="1371"/>
                    <a:pt x="101" y="1521"/>
                    <a:pt x="276" y="1597"/>
                  </a:cubicBezTo>
                  <a:cubicBezTo>
                    <a:pt x="426" y="1697"/>
                    <a:pt x="602" y="1722"/>
                    <a:pt x="777" y="1747"/>
                  </a:cubicBezTo>
                  <a:cubicBezTo>
                    <a:pt x="978" y="1772"/>
                    <a:pt x="1203" y="1772"/>
                    <a:pt x="1429" y="1772"/>
                  </a:cubicBezTo>
                  <a:cubicBezTo>
                    <a:pt x="1730" y="1772"/>
                    <a:pt x="2005" y="1722"/>
                    <a:pt x="2306" y="1647"/>
                  </a:cubicBezTo>
                  <a:cubicBezTo>
                    <a:pt x="2807" y="1521"/>
                    <a:pt x="3284" y="1246"/>
                    <a:pt x="3609" y="870"/>
                  </a:cubicBezTo>
                  <a:cubicBezTo>
                    <a:pt x="3760" y="694"/>
                    <a:pt x="3885" y="494"/>
                    <a:pt x="3810" y="268"/>
                  </a:cubicBezTo>
                  <a:cubicBezTo>
                    <a:pt x="3736" y="72"/>
                    <a:pt x="3614" y="1"/>
                    <a:pt x="3474" y="1"/>
                  </a:cubicBezTo>
                  <a:close/>
                </a:path>
              </a:pathLst>
            </a:custGeom>
            <a:solidFill>
              <a:srgbClr val="725C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7" name="Google Shape;5207;p55"/>
            <p:cNvSpPr/>
            <p:nvPr/>
          </p:nvSpPr>
          <p:spPr>
            <a:xfrm>
              <a:off x="6115750" y="2148559"/>
              <a:ext cx="212984" cy="99431"/>
            </a:xfrm>
            <a:custGeom>
              <a:rect b="b" l="l" r="r" t="t"/>
              <a:pathLst>
                <a:path extrusionOk="0" h="1908" w="4087">
                  <a:moveTo>
                    <a:pt x="3607" y="134"/>
                  </a:moveTo>
                  <a:cubicBezTo>
                    <a:pt x="3691" y="134"/>
                    <a:pt x="3773" y="165"/>
                    <a:pt x="3836" y="253"/>
                  </a:cubicBezTo>
                  <a:cubicBezTo>
                    <a:pt x="4036" y="529"/>
                    <a:pt x="3760" y="830"/>
                    <a:pt x="3560" y="1030"/>
                  </a:cubicBezTo>
                  <a:cubicBezTo>
                    <a:pt x="3034" y="1531"/>
                    <a:pt x="2282" y="1732"/>
                    <a:pt x="1580" y="1757"/>
                  </a:cubicBezTo>
                  <a:cubicBezTo>
                    <a:pt x="1404" y="1757"/>
                    <a:pt x="1229" y="1757"/>
                    <a:pt x="1054" y="1732"/>
                  </a:cubicBezTo>
                  <a:cubicBezTo>
                    <a:pt x="878" y="1732"/>
                    <a:pt x="703" y="1707"/>
                    <a:pt x="552" y="1657"/>
                  </a:cubicBezTo>
                  <a:cubicBezTo>
                    <a:pt x="402" y="1607"/>
                    <a:pt x="277" y="1481"/>
                    <a:pt x="227" y="1331"/>
                  </a:cubicBezTo>
                  <a:cubicBezTo>
                    <a:pt x="201" y="1180"/>
                    <a:pt x="277" y="1055"/>
                    <a:pt x="377" y="980"/>
                  </a:cubicBezTo>
                  <a:cubicBezTo>
                    <a:pt x="520" y="865"/>
                    <a:pt x="704" y="841"/>
                    <a:pt x="892" y="841"/>
                  </a:cubicBezTo>
                  <a:cubicBezTo>
                    <a:pt x="1033" y="841"/>
                    <a:pt x="1175" y="855"/>
                    <a:pt x="1304" y="855"/>
                  </a:cubicBezTo>
                  <a:cubicBezTo>
                    <a:pt x="1580" y="855"/>
                    <a:pt x="1856" y="830"/>
                    <a:pt x="2131" y="779"/>
                  </a:cubicBezTo>
                  <a:cubicBezTo>
                    <a:pt x="2382" y="729"/>
                    <a:pt x="2633" y="654"/>
                    <a:pt x="2858" y="504"/>
                  </a:cubicBezTo>
                  <a:cubicBezTo>
                    <a:pt x="3008" y="404"/>
                    <a:pt x="3184" y="278"/>
                    <a:pt x="3359" y="203"/>
                  </a:cubicBezTo>
                  <a:cubicBezTo>
                    <a:pt x="3435" y="165"/>
                    <a:pt x="3522" y="134"/>
                    <a:pt x="3607" y="134"/>
                  </a:cubicBezTo>
                  <a:close/>
                  <a:moveTo>
                    <a:pt x="3632" y="0"/>
                  </a:moveTo>
                  <a:cubicBezTo>
                    <a:pt x="3617" y="0"/>
                    <a:pt x="3601" y="1"/>
                    <a:pt x="3585" y="3"/>
                  </a:cubicBezTo>
                  <a:cubicBezTo>
                    <a:pt x="3359" y="3"/>
                    <a:pt x="3159" y="128"/>
                    <a:pt x="2958" y="253"/>
                  </a:cubicBezTo>
                  <a:cubicBezTo>
                    <a:pt x="2883" y="303"/>
                    <a:pt x="2808" y="378"/>
                    <a:pt x="2708" y="429"/>
                  </a:cubicBezTo>
                  <a:cubicBezTo>
                    <a:pt x="2582" y="504"/>
                    <a:pt x="2407" y="554"/>
                    <a:pt x="2257" y="604"/>
                  </a:cubicBezTo>
                  <a:cubicBezTo>
                    <a:pt x="1931" y="679"/>
                    <a:pt x="1605" y="704"/>
                    <a:pt x="1254" y="704"/>
                  </a:cubicBezTo>
                  <a:cubicBezTo>
                    <a:pt x="1154" y="704"/>
                    <a:pt x="1049" y="700"/>
                    <a:pt x="943" y="700"/>
                  </a:cubicBezTo>
                  <a:cubicBezTo>
                    <a:pt x="706" y="700"/>
                    <a:pt x="467" y="724"/>
                    <a:pt x="277" y="880"/>
                  </a:cubicBezTo>
                  <a:cubicBezTo>
                    <a:pt x="1" y="1105"/>
                    <a:pt x="51" y="1481"/>
                    <a:pt x="327" y="1682"/>
                  </a:cubicBezTo>
                  <a:cubicBezTo>
                    <a:pt x="477" y="1807"/>
                    <a:pt x="678" y="1857"/>
                    <a:pt x="878" y="1857"/>
                  </a:cubicBezTo>
                  <a:cubicBezTo>
                    <a:pt x="1104" y="1882"/>
                    <a:pt x="1329" y="1907"/>
                    <a:pt x="1580" y="1907"/>
                  </a:cubicBezTo>
                  <a:cubicBezTo>
                    <a:pt x="1581" y="1907"/>
                    <a:pt x="1583" y="1907"/>
                    <a:pt x="1584" y="1907"/>
                  </a:cubicBezTo>
                  <a:lnTo>
                    <a:pt x="1584" y="1907"/>
                  </a:lnTo>
                  <a:cubicBezTo>
                    <a:pt x="2284" y="1881"/>
                    <a:pt x="3010" y="1681"/>
                    <a:pt x="3585" y="1206"/>
                  </a:cubicBezTo>
                  <a:cubicBezTo>
                    <a:pt x="3810" y="1005"/>
                    <a:pt x="4086" y="729"/>
                    <a:pt x="4036" y="404"/>
                  </a:cubicBezTo>
                  <a:cubicBezTo>
                    <a:pt x="4013" y="169"/>
                    <a:pt x="3857" y="0"/>
                    <a:pt x="363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8" name="Google Shape;5208;p55"/>
            <p:cNvSpPr/>
            <p:nvPr/>
          </p:nvSpPr>
          <p:spPr>
            <a:xfrm>
              <a:off x="5515010" y="1420461"/>
              <a:ext cx="1281290" cy="822492"/>
            </a:xfrm>
            <a:custGeom>
              <a:rect b="b" l="l" r="r" t="t"/>
              <a:pathLst>
                <a:path extrusionOk="0" h="15783" w="24587">
                  <a:moveTo>
                    <a:pt x="15740" y="1"/>
                  </a:moveTo>
                  <a:cubicBezTo>
                    <a:pt x="15190" y="1"/>
                    <a:pt x="14639" y="193"/>
                    <a:pt x="14261" y="591"/>
                  </a:cubicBezTo>
                  <a:cubicBezTo>
                    <a:pt x="13810" y="1117"/>
                    <a:pt x="13684" y="1944"/>
                    <a:pt x="14110" y="2496"/>
                  </a:cubicBezTo>
                  <a:cubicBezTo>
                    <a:pt x="13885" y="2220"/>
                    <a:pt x="13659" y="1944"/>
                    <a:pt x="13359" y="1744"/>
                  </a:cubicBezTo>
                  <a:cubicBezTo>
                    <a:pt x="13180" y="1648"/>
                    <a:pt x="12978" y="1589"/>
                    <a:pt x="12783" y="1589"/>
                  </a:cubicBezTo>
                  <a:cubicBezTo>
                    <a:pt x="12622" y="1589"/>
                    <a:pt x="12467" y="1628"/>
                    <a:pt x="12331" y="1719"/>
                  </a:cubicBezTo>
                  <a:cubicBezTo>
                    <a:pt x="12138" y="1859"/>
                    <a:pt x="12031" y="2148"/>
                    <a:pt x="12079" y="2385"/>
                  </a:cubicBezTo>
                  <a:lnTo>
                    <a:pt x="12079" y="2385"/>
                  </a:lnTo>
                  <a:cubicBezTo>
                    <a:pt x="11975" y="2290"/>
                    <a:pt x="11835" y="2236"/>
                    <a:pt x="11698" y="2236"/>
                  </a:cubicBezTo>
                  <a:cubicBezTo>
                    <a:pt x="11603" y="2236"/>
                    <a:pt x="11508" y="2262"/>
                    <a:pt x="11429" y="2320"/>
                  </a:cubicBezTo>
                  <a:cubicBezTo>
                    <a:pt x="11240" y="2441"/>
                    <a:pt x="11180" y="2714"/>
                    <a:pt x="11259" y="2931"/>
                  </a:cubicBezTo>
                  <a:lnTo>
                    <a:pt x="11259" y="2931"/>
                  </a:lnTo>
                  <a:cubicBezTo>
                    <a:pt x="11211" y="2894"/>
                    <a:pt x="11159" y="2865"/>
                    <a:pt x="11103" y="2847"/>
                  </a:cubicBezTo>
                  <a:cubicBezTo>
                    <a:pt x="11021" y="2810"/>
                    <a:pt x="10927" y="2791"/>
                    <a:pt x="10831" y="2791"/>
                  </a:cubicBezTo>
                  <a:cubicBezTo>
                    <a:pt x="10662" y="2791"/>
                    <a:pt x="10488" y="2853"/>
                    <a:pt x="10376" y="2997"/>
                  </a:cubicBezTo>
                  <a:cubicBezTo>
                    <a:pt x="10150" y="3298"/>
                    <a:pt x="10326" y="3774"/>
                    <a:pt x="10652" y="3924"/>
                  </a:cubicBezTo>
                  <a:cubicBezTo>
                    <a:pt x="10525" y="4326"/>
                    <a:pt x="10077" y="4549"/>
                    <a:pt x="9639" y="4549"/>
                  </a:cubicBezTo>
                  <a:cubicBezTo>
                    <a:pt x="9558" y="4549"/>
                    <a:pt x="9477" y="4542"/>
                    <a:pt x="9399" y="4526"/>
                  </a:cubicBezTo>
                  <a:cubicBezTo>
                    <a:pt x="8922" y="4426"/>
                    <a:pt x="8496" y="4100"/>
                    <a:pt x="8070" y="3849"/>
                  </a:cubicBezTo>
                  <a:cubicBezTo>
                    <a:pt x="7043" y="3198"/>
                    <a:pt x="5840" y="2771"/>
                    <a:pt x="4612" y="2771"/>
                  </a:cubicBezTo>
                  <a:cubicBezTo>
                    <a:pt x="3384" y="2797"/>
                    <a:pt x="2155" y="3248"/>
                    <a:pt x="1328" y="4150"/>
                  </a:cubicBezTo>
                  <a:cubicBezTo>
                    <a:pt x="100" y="5503"/>
                    <a:pt x="0" y="7659"/>
                    <a:pt x="852" y="9288"/>
                  </a:cubicBezTo>
                  <a:cubicBezTo>
                    <a:pt x="1668" y="10848"/>
                    <a:pt x="3221" y="11926"/>
                    <a:pt x="4892" y="12454"/>
                  </a:cubicBezTo>
                  <a:lnTo>
                    <a:pt x="4892" y="12454"/>
                  </a:lnTo>
                  <a:cubicBezTo>
                    <a:pt x="4869" y="12452"/>
                    <a:pt x="4846" y="12451"/>
                    <a:pt x="4823" y="12451"/>
                  </a:cubicBezTo>
                  <a:cubicBezTo>
                    <a:pt x="4453" y="12451"/>
                    <a:pt x="4064" y="12748"/>
                    <a:pt x="3985" y="13122"/>
                  </a:cubicBezTo>
                  <a:cubicBezTo>
                    <a:pt x="3885" y="13599"/>
                    <a:pt x="4160" y="14100"/>
                    <a:pt x="4561" y="14376"/>
                  </a:cubicBezTo>
                  <a:cubicBezTo>
                    <a:pt x="4962" y="14651"/>
                    <a:pt x="5464" y="14751"/>
                    <a:pt x="5965" y="14827"/>
                  </a:cubicBezTo>
                  <a:cubicBezTo>
                    <a:pt x="6238" y="14852"/>
                    <a:pt x="6513" y="14866"/>
                    <a:pt x="6788" y="14866"/>
                  </a:cubicBezTo>
                  <a:cubicBezTo>
                    <a:pt x="7596" y="14866"/>
                    <a:pt x="8400" y="14744"/>
                    <a:pt x="9148" y="14426"/>
                  </a:cubicBezTo>
                  <a:cubicBezTo>
                    <a:pt x="10150" y="14025"/>
                    <a:pt x="11028" y="13248"/>
                    <a:pt x="11454" y="12245"/>
                  </a:cubicBezTo>
                  <a:lnTo>
                    <a:pt x="11454" y="12245"/>
                  </a:lnTo>
                  <a:cubicBezTo>
                    <a:pt x="11855" y="12646"/>
                    <a:pt x="11328" y="13473"/>
                    <a:pt x="11729" y="13849"/>
                  </a:cubicBezTo>
                  <a:cubicBezTo>
                    <a:pt x="11831" y="13951"/>
                    <a:pt x="11964" y="13992"/>
                    <a:pt x="12104" y="13992"/>
                  </a:cubicBezTo>
                  <a:cubicBezTo>
                    <a:pt x="12274" y="13992"/>
                    <a:pt x="12455" y="13932"/>
                    <a:pt x="12607" y="13849"/>
                  </a:cubicBezTo>
                  <a:cubicBezTo>
                    <a:pt x="13129" y="13598"/>
                    <a:pt x="13547" y="13138"/>
                    <a:pt x="13773" y="12614"/>
                  </a:cubicBezTo>
                  <a:lnTo>
                    <a:pt x="13773" y="12614"/>
                  </a:lnTo>
                  <a:cubicBezTo>
                    <a:pt x="13796" y="12784"/>
                    <a:pt x="13911" y="12953"/>
                    <a:pt x="14085" y="12997"/>
                  </a:cubicBezTo>
                  <a:cubicBezTo>
                    <a:pt x="14129" y="13008"/>
                    <a:pt x="14172" y="13013"/>
                    <a:pt x="14216" y="13013"/>
                  </a:cubicBezTo>
                  <a:cubicBezTo>
                    <a:pt x="14476" y="13013"/>
                    <a:pt x="14730" y="12832"/>
                    <a:pt x="14837" y="12596"/>
                  </a:cubicBezTo>
                  <a:cubicBezTo>
                    <a:pt x="14932" y="12422"/>
                    <a:pt x="14967" y="12228"/>
                    <a:pt x="14986" y="12034"/>
                  </a:cubicBezTo>
                  <a:lnTo>
                    <a:pt x="14986" y="12034"/>
                  </a:lnTo>
                  <a:cubicBezTo>
                    <a:pt x="15052" y="12194"/>
                    <a:pt x="15212" y="12331"/>
                    <a:pt x="15389" y="12345"/>
                  </a:cubicBezTo>
                  <a:cubicBezTo>
                    <a:pt x="15417" y="12350"/>
                    <a:pt x="15445" y="12352"/>
                    <a:pt x="15473" y="12352"/>
                  </a:cubicBezTo>
                  <a:cubicBezTo>
                    <a:pt x="15740" y="12352"/>
                    <a:pt x="15979" y="12144"/>
                    <a:pt x="16115" y="11894"/>
                  </a:cubicBezTo>
                  <a:cubicBezTo>
                    <a:pt x="16216" y="11719"/>
                    <a:pt x="16241" y="11518"/>
                    <a:pt x="16266" y="11293"/>
                  </a:cubicBezTo>
                  <a:cubicBezTo>
                    <a:pt x="16366" y="12746"/>
                    <a:pt x="16943" y="14175"/>
                    <a:pt x="17870" y="15303"/>
                  </a:cubicBezTo>
                  <a:cubicBezTo>
                    <a:pt x="18079" y="15550"/>
                    <a:pt x="18388" y="15782"/>
                    <a:pt x="18679" y="15782"/>
                  </a:cubicBezTo>
                  <a:cubicBezTo>
                    <a:pt x="18772" y="15782"/>
                    <a:pt x="18863" y="15758"/>
                    <a:pt x="18948" y="15704"/>
                  </a:cubicBezTo>
                  <a:cubicBezTo>
                    <a:pt x="19323" y="15453"/>
                    <a:pt x="19148" y="15052"/>
                    <a:pt x="19123" y="14601"/>
                  </a:cubicBezTo>
                  <a:cubicBezTo>
                    <a:pt x="19023" y="13724"/>
                    <a:pt x="19724" y="12671"/>
                    <a:pt x="20602" y="12546"/>
                  </a:cubicBezTo>
                  <a:cubicBezTo>
                    <a:pt x="20680" y="12537"/>
                    <a:pt x="20758" y="12532"/>
                    <a:pt x="20836" y="12532"/>
                  </a:cubicBezTo>
                  <a:cubicBezTo>
                    <a:pt x="21570" y="12532"/>
                    <a:pt x="22319" y="12899"/>
                    <a:pt x="23010" y="12899"/>
                  </a:cubicBezTo>
                  <a:cubicBezTo>
                    <a:pt x="23242" y="12899"/>
                    <a:pt x="23468" y="12857"/>
                    <a:pt x="23684" y="12746"/>
                  </a:cubicBezTo>
                  <a:cubicBezTo>
                    <a:pt x="24411" y="12370"/>
                    <a:pt x="24587" y="11418"/>
                    <a:pt x="24562" y="10591"/>
                  </a:cubicBezTo>
                  <a:cubicBezTo>
                    <a:pt x="24461" y="7007"/>
                    <a:pt x="24035" y="2120"/>
                    <a:pt x="20176" y="541"/>
                  </a:cubicBezTo>
                  <a:cubicBezTo>
                    <a:pt x="20063" y="484"/>
                    <a:pt x="19936" y="456"/>
                    <a:pt x="19810" y="456"/>
                  </a:cubicBezTo>
                  <a:cubicBezTo>
                    <a:pt x="19599" y="456"/>
                    <a:pt x="19389" y="535"/>
                    <a:pt x="19248" y="691"/>
                  </a:cubicBezTo>
                  <a:cubicBezTo>
                    <a:pt x="18797" y="1192"/>
                    <a:pt x="19399" y="2020"/>
                    <a:pt x="19248" y="2646"/>
                  </a:cubicBezTo>
                  <a:cubicBezTo>
                    <a:pt x="18797" y="2145"/>
                    <a:pt x="18446" y="1493"/>
                    <a:pt x="17945" y="1017"/>
                  </a:cubicBezTo>
                  <a:cubicBezTo>
                    <a:pt x="17469" y="541"/>
                    <a:pt x="16842" y="140"/>
                    <a:pt x="16166" y="40"/>
                  </a:cubicBezTo>
                  <a:cubicBezTo>
                    <a:pt x="16026" y="14"/>
                    <a:pt x="15883" y="1"/>
                    <a:pt x="1574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9" name="Google Shape;5209;p55"/>
            <p:cNvSpPr/>
            <p:nvPr/>
          </p:nvSpPr>
          <p:spPr>
            <a:xfrm>
              <a:off x="5520221" y="1416917"/>
              <a:ext cx="1279987" cy="829996"/>
            </a:xfrm>
            <a:custGeom>
              <a:rect b="b" l="l" r="r" t="t"/>
              <a:pathLst>
                <a:path extrusionOk="0" h="15927" w="24562">
                  <a:moveTo>
                    <a:pt x="15642" y="129"/>
                  </a:moveTo>
                  <a:cubicBezTo>
                    <a:pt x="16517" y="129"/>
                    <a:pt x="17349" y="648"/>
                    <a:pt x="17945" y="1286"/>
                  </a:cubicBezTo>
                  <a:cubicBezTo>
                    <a:pt x="18371" y="1737"/>
                    <a:pt x="18672" y="2288"/>
                    <a:pt x="19098" y="2764"/>
                  </a:cubicBezTo>
                  <a:cubicBezTo>
                    <a:pt x="19112" y="2771"/>
                    <a:pt x="19127" y="2774"/>
                    <a:pt x="19142" y="2774"/>
                  </a:cubicBezTo>
                  <a:cubicBezTo>
                    <a:pt x="19183" y="2774"/>
                    <a:pt x="19223" y="2751"/>
                    <a:pt x="19223" y="2714"/>
                  </a:cubicBezTo>
                  <a:cubicBezTo>
                    <a:pt x="19324" y="2263"/>
                    <a:pt x="19098" y="1812"/>
                    <a:pt x="19048" y="1361"/>
                  </a:cubicBezTo>
                  <a:cubicBezTo>
                    <a:pt x="19048" y="1135"/>
                    <a:pt x="19073" y="885"/>
                    <a:pt x="19274" y="734"/>
                  </a:cubicBezTo>
                  <a:cubicBezTo>
                    <a:pt x="19388" y="634"/>
                    <a:pt x="19534" y="591"/>
                    <a:pt x="19686" y="591"/>
                  </a:cubicBezTo>
                  <a:cubicBezTo>
                    <a:pt x="19800" y="591"/>
                    <a:pt x="19918" y="616"/>
                    <a:pt x="20025" y="659"/>
                  </a:cubicBezTo>
                  <a:cubicBezTo>
                    <a:pt x="20827" y="960"/>
                    <a:pt x="21579" y="1536"/>
                    <a:pt x="22156" y="2188"/>
                  </a:cubicBezTo>
                  <a:cubicBezTo>
                    <a:pt x="23309" y="3516"/>
                    <a:pt x="23810" y="5271"/>
                    <a:pt x="24086" y="6950"/>
                  </a:cubicBezTo>
                  <a:cubicBezTo>
                    <a:pt x="24236" y="7827"/>
                    <a:pt x="24311" y="8704"/>
                    <a:pt x="24336" y="9556"/>
                  </a:cubicBezTo>
                  <a:cubicBezTo>
                    <a:pt x="24361" y="9982"/>
                    <a:pt x="24386" y="10408"/>
                    <a:pt x="24386" y="10834"/>
                  </a:cubicBezTo>
                  <a:cubicBezTo>
                    <a:pt x="24386" y="11311"/>
                    <a:pt x="24311" y="11812"/>
                    <a:pt x="24086" y="12238"/>
                  </a:cubicBezTo>
                  <a:cubicBezTo>
                    <a:pt x="23824" y="12667"/>
                    <a:pt x="23404" y="12892"/>
                    <a:pt x="22911" y="12892"/>
                  </a:cubicBezTo>
                  <a:cubicBezTo>
                    <a:pt x="22885" y="12892"/>
                    <a:pt x="22859" y="12891"/>
                    <a:pt x="22833" y="12890"/>
                  </a:cubicBezTo>
                  <a:cubicBezTo>
                    <a:pt x="22281" y="12865"/>
                    <a:pt x="21780" y="12664"/>
                    <a:pt x="21254" y="12589"/>
                  </a:cubicBezTo>
                  <a:cubicBezTo>
                    <a:pt x="21091" y="12555"/>
                    <a:pt x="20928" y="12535"/>
                    <a:pt x="20767" y="12535"/>
                  </a:cubicBezTo>
                  <a:cubicBezTo>
                    <a:pt x="20458" y="12535"/>
                    <a:pt x="20156" y="12608"/>
                    <a:pt x="19875" y="12789"/>
                  </a:cubicBezTo>
                  <a:cubicBezTo>
                    <a:pt x="19499" y="13040"/>
                    <a:pt x="19198" y="13441"/>
                    <a:pt x="19048" y="13867"/>
                  </a:cubicBezTo>
                  <a:cubicBezTo>
                    <a:pt x="18973" y="14093"/>
                    <a:pt x="18923" y="14318"/>
                    <a:pt x="18948" y="14544"/>
                  </a:cubicBezTo>
                  <a:cubicBezTo>
                    <a:pt x="18948" y="14794"/>
                    <a:pt x="19023" y="15020"/>
                    <a:pt x="19023" y="15271"/>
                  </a:cubicBezTo>
                  <a:cubicBezTo>
                    <a:pt x="19023" y="15521"/>
                    <a:pt x="18873" y="15772"/>
                    <a:pt x="18597" y="15772"/>
                  </a:cubicBezTo>
                  <a:cubicBezTo>
                    <a:pt x="18583" y="15773"/>
                    <a:pt x="18569" y="15774"/>
                    <a:pt x="18554" y="15774"/>
                  </a:cubicBezTo>
                  <a:cubicBezTo>
                    <a:pt x="18293" y="15774"/>
                    <a:pt x="18036" y="15561"/>
                    <a:pt x="17870" y="15371"/>
                  </a:cubicBezTo>
                  <a:cubicBezTo>
                    <a:pt x="17093" y="14519"/>
                    <a:pt x="16592" y="13366"/>
                    <a:pt x="16366" y="12263"/>
                  </a:cubicBezTo>
                  <a:cubicBezTo>
                    <a:pt x="16316" y="11962"/>
                    <a:pt x="16266" y="11662"/>
                    <a:pt x="16241" y="11361"/>
                  </a:cubicBezTo>
                  <a:cubicBezTo>
                    <a:pt x="16241" y="11311"/>
                    <a:pt x="16210" y="11286"/>
                    <a:pt x="16175" y="11286"/>
                  </a:cubicBezTo>
                  <a:cubicBezTo>
                    <a:pt x="16141" y="11286"/>
                    <a:pt x="16103" y="11311"/>
                    <a:pt x="16091" y="11361"/>
                  </a:cubicBezTo>
                  <a:cubicBezTo>
                    <a:pt x="16066" y="11737"/>
                    <a:pt x="15915" y="12213"/>
                    <a:pt x="15514" y="12338"/>
                  </a:cubicBezTo>
                  <a:cubicBezTo>
                    <a:pt x="15459" y="12354"/>
                    <a:pt x="15403" y="12362"/>
                    <a:pt x="15350" y="12362"/>
                  </a:cubicBezTo>
                  <a:cubicBezTo>
                    <a:pt x="15235" y="12362"/>
                    <a:pt x="15132" y="12324"/>
                    <a:pt x="15063" y="12238"/>
                  </a:cubicBezTo>
                  <a:cubicBezTo>
                    <a:pt x="15017" y="12192"/>
                    <a:pt x="14981" y="12138"/>
                    <a:pt x="14957" y="12082"/>
                  </a:cubicBezTo>
                  <a:lnTo>
                    <a:pt x="14957" y="12082"/>
                  </a:lnTo>
                  <a:cubicBezTo>
                    <a:pt x="14962" y="11985"/>
                    <a:pt x="14963" y="11886"/>
                    <a:pt x="14963" y="11787"/>
                  </a:cubicBezTo>
                  <a:lnTo>
                    <a:pt x="14963" y="11787"/>
                  </a:lnTo>
                  <a:cubicBezTo>
                    <a:pt x="14963" y="11787"/>
                    <a:pt x="14963" y="11787"/>
                    <a:pt x="14963" y="11787"/>
                  </a:cubicBezTo>
                  <a:cubicBezTo>
                    <a:pt x="14963" y="11787"/>
                    <a:pt x="14963" y="11787"/>
                    <a:pt x="14963" y="11787"/>
                  </a:cubicBezTo>
                  <a:lnTo>
                    <a:pt x="14963" y="11787"/>
                  </a:lnTo>
                  <a:cubicBezTo>
                    <a:pt x="14963" y="11779"/>
                    <a:pt x="14963" y="11770"/>
                    <a:pt x="14963" y="11762"/>
                  </a:cubicBezTo>
                  <a:cubicBezTo>
                    <a:pt x="14977" y="11718"/>
                    <a:pt x="14941" y="11691"/>
                    <a:pt x="14903" y="11691"/>
                  </a:cubicBezTo>
                  <a:cubicBezTo>
                    <a:pt x="14876" y="11691"/>
                    <a:pt x="14848" y="11705"/>
                    <a:pt x="14837" y="11737"/>
                  </a:cubicBezTo>
                  <a:cubicBezTo>
                    <a:pt x="14756" y="11872"/>
                    <a:pt x="14756" y="12014"/>
                    <a:pt x="14809" y="12138"/>
                  </a:cubicBezTo>
                  <a:lnTo>
                    <a:pt x="14809" y="12138"/>
                  </a:lnTo>
                  <a:cubicBezTo>
                    <a:pt x="14765" y="12491"/>
                    <a:pt x="14654" y="12836"/>
                    <a:pt x="14286" y="12965"/>
                  </a:cubicBezTo>
                  <a:cubicBezTo>
                    <a:pt x="14226" y="12991"/>
                    <a:pt x="14162" y="13005"/>
                    <a:pt x="14101" y="13005"/>
                  </a:cubicBezTo>
                  <a:cubicBezTo>
                    <a:pt x="13984" y="13005"/>
                    <a:pt x="13876" y="12954"/>
                    <a:pt x="13810" y="12839"/>
                  </a:cubicBezTo>
                  <a:cubicBezTo>
                    <a:pt x="13778" y="12800"/>
                    <a:pt x="13757" y="12753"/>
                    <a:pt x="13746" y="12704"/>
                  </a:cubicBezTo>
                  <a:lnTo>
                    <a:pt x="13746" y="12704"/>
                  </a:lnTo>
                  <a:cubicBezTo>
                    <a:pt x="13784" y="12614"/>
                    <a:pt x="13817" y="12521"/>
                    <a:pt x="13844" y="12425"/>
                  </a:cubicBezTo>
                  <a:lnTo>
                    <a:pt x="13844" y="12425"/>
                  </a:lnTo>
                  <a:cubicBezTo>
                    <a:pt x="13849" y="12421"/>
                    <a:pt x="13854" y="12417"/>
                    <a:pt x="13860" y="12413"/>
                  </a:cubicBezTo>
                  <a:cubicBezTo>
                    <a:pt x="13856" y="12412"/>
                    <a:pt x="13852" y="12410"/>
                    <a:pt x="13848" y="12408"/>
                  </a:cubicBezTo>
                  <a:lnTo>
                    <a:pt x="13848" y="12408"/>
                  </a:lnTo>
                  <a:cubicBezTo>
                    <a:pt x="13852" y="12393"/>
                    <a:pt x="13856" y="12378"/>
                    <a:pt x="13860" y="12363"/>
                  </a:cubicBezTo>
                  <a:cubicBezTo>
                    <a:pt x="13876" y="12315"/>
                    <a:pt x="13851" y="12287"/>
                    <a:pt x="13810" y="12287"/>
                  </a:cubicBezTo>
                  <a:cubicBezTo>
                    <a:pt x="13788" y="12287"/>
                    <a:pt x="13761" y="12295"/>
                    <a:pt x="13735" y="12313"/>
                  </a:cubicBezTo>
                  <a:cubicBezTo>
                    <a:pt x="13628" y="12402"/>
                    <a:pt x="13584" y="12541"/>
                    <a:pt x="13604" y="12677"/>
                  </a:cubicBezTo>
                  <a:lnTo>
                    <a:pt x="13604" y="12677"/>
                  </a:lnTo>
                  <a:cubicBezTo>
                    <a:pt x="13369" y="13179"/>
                    <a:pt x="12980" y="13595"/>
                    <a:pt x="12507" y="13842"/>
                  </a:cubicBezTo>
                  <a:cubicBezTo>
                    <a:pt x="12361" y="13921"/>
                    <a:pt x="12174" y="13987"/>
                    <a:pt x="12004" y="13987"/>
                  </a:cubicBezTo>
                  <a:cubicBezTo>
                    <a:pt x="11851" y="13987"/>
                    <a:pt x="11712" y="13934"/>
                    <a:pt x="11629" y="13792"/>
                  </a:cubicBezTo>
                  <a:cubicBezTo>
                    <a:pt x="11479" y="13566"/>
                    <a:pt x="11554" y="13266"/>
                    <a:pt x="11579" y="13040"/>
                  </a:cubicBezTo>
                  <a:cubicBezTo>
                    <a:pt x="11604" y="12764"/>
                    <a:pt x="11604" y="12489"/>
                    <a:pt x="11404" y="12263"/>
                  </a:cubicBezTo>
                  <a:cubicBezTo>
                    <a:pt x="11394" y="12253"/>
                    <a:pt x="11379" y="12247"/>
                    <a:pt x="11363" y="12247"/>
                  </a:cubicBezTo>
                  <a:cubicBezTo>
                    <a:pt x="11342" y="12247"/>
                    <a:pt x="11318" y="12259"/>
                    <a:pt x="11304" y="12288"/>
                  </a:cubicBezTo>
                  <a:cubicBezTo>
                    <a:pt x="10752" y="13541"/>
                    <a:pt x="9524" y="14368"/>
                    <a:pt x="8221" y="14694"/>
                  </a:cubicBezTo>
                  <a:cubicBezTo>
                    <a:pt x="7729" y="14809"/>
                    <a:pt x="7215" y="14859"/>
                    <a:pt x="6701" y="14859"/>
                  </a:cubicBezTo>
                  <a:cubicBezTo>
                    <a:pt x="6429" y="14859"/>
                    <a:pt x="6158" y="14845"/>
                    <a:pt x="5890" y="14819"/>
                  </a:cubicBezTo>
                  <a:cubicBezTo>
                    <a:pt x="5213" y="14744"/>
                    <a:pt x="4411" y="14569"/>
                    <a:pt x="4060" y="13892"/>
                  </a:cubicBezTo>
                  <a:cubicBezTo>
                    <a:pt x="3910" y="13566"/>
                    <a:pt x="3885" y="13165"/>
                    <a:pt x="4136" y="12890"/>
                  </a:cubicBezTo>
                  <a:cubicBezTo>
                    <a:pt x="4276" y="12714"/>
                    <a:pt x="4490" y="12588"/>
                    <a:pt x="4709" y="12588"/>
                  </a:cubicBezTo>
                  <a:cubicBezTo>
                    <a:pt x="4723" y="12588"/>
                    <a:pt x="4738" y="12589"/>
                    <a:pt x="4753" y="12590"/>
                  </a:cubicBezTo>
                  <a:lnTo>
                    <a:pt x="4753" y="12590"/>
                  </a:lnTo>
                  <a:cubicBezTo>
                    <a:pt x="4833" y="12615"/>
                    <a:pt x="4914" y="12639"/>
                    <a:pt x="4988" y="12664"/>
                  </a:cubicBezTo>
                  <a:cubicBezTo>
                    <a:pt x="4995" y="12666"/>
                    <a:pt x="5001" y="12667"/>
                    <a:pt x="5007" y="12667"/>
                  </a:cubicBezTo>
                  <a:cubicBezTo>
                    <a:pt x="5071" y="12667"/>
                    <a:pt x="5109" y="12562"/>
                    <a:pt x="5063" y="12539"/>
                  </a:cubicBezTo>
                  <a:cubicBezTo>
                    <a:pt x="5053" y="12534"/>
                    <a:pt x="5043" y="12529"/>
                    <a:pt x="5033" y="12524"/>
                  </a:cubicBezTo>
                  <a:lnTo>
                    <a:pt x="5033" y="12524"/>
                  </a:lnTo>
                  <a:cubicBezTo>
                    <a:pt x="5035" y="12520"/>
                    <a:pt x="5036" y="12517"/>
                    <a:pt x="5038" y="12514"/>
                  </a:cubicBezTo>
                  <a:cubicBezTo>
                    <a:pt x="3735" y="12138"/>
                    <a:pt x="2482" y="11436"/>
                    <a:pt x="1579" y="10408"/>
                  </a:cubicBezTo>
                  <a:cubicBezTo>
                    <a:pt x="677" y="9406"/>
                    <a:pt x="176" y="8078"/>
                    <a:pt x="276" y="6724"/>
                  </a:cubicBezTo>
                  <a:cubicBezTo>
                    <a:pt x="326" y="6073"/>
                    <a:pt x="502" y="5421"/>
                    <a:pt x="852" y="4870"/>
                  </a:cubicBezTo>
                  <a:cubicBezTo>
                    <a:pt x="1203" y="4268"/>
                    <a:pt x="1730" y="3792"/>
                    <a:pt x="2331" y="3466"/>
                  </a:cubicBezTo>
                  <a:cubicBezTo>
                    <a:pt x="3028" y="3092"/>
                    <a:pt x="3791" y="2924"/>
                    <a:pt x="4559" y="2924"/>
                  </a:cubicBezTo>
                  <a:cubicBezTo>
                    <a:pt x="5283" y="2924"/>
                    <a:pt x="6011" y="3073"/>
                    <a:pt x="6692" y="3341"/>
                  </a:cubicBezTo>
                  <a:cubicBezTo>
                    <a:pt x="7068" y="3491"/>
                    <a:pt x="7444" y="3667"/>
                    <a:pt x="7795" y="3892"/>
                  </a:cubicBezTo>
                  <a:cubicBezTo>
                    <a:pt x="8121" y="4068"/>
                    <a:pt x="8421" y="4293"/>
                    <a:pt x="8747" y="4469"/>
                  </a:cubicBezTo>
                  <a:cubicBezTo>
                    <a:pt x="9006" y="4592"/>
                    <a:pt x="9307" y="4679"/>
                    <a:pt x="9600" y="4679"/>
                  </a:cubicBezTo>
                  <a:cubicBezTo>
                    <a:pt x="9903" y="4679"/>
                    <a:pt x="10197" y="4585"/>
                    <a:pt x="10426" y="4343"/>
                  </a:cubicBezTo>
                  <a:cubicBezTo>
                    <a:pt x="10502" y="4268"/>
                    <a:pt x="10577" y="4143"/>
                    <a:pt x="10627" y="4017"/>
                  </a:cubicBezTo>
                  <a:cubicBezTo>
                    <a:pt x="10627" y="3992"/>
                    <a:pt x="10627" y="3942"/>
                    <a:pt x="10577" y="3942"/>
                  </a:cubicBezTo>
                  <a:cubicBezTo>
                    <a:pt x="10351" y="3817"/>
                    <a:pt x="10201" y="3516"/>
                    <a:pt x="10251" y="3266"/>
                  </a:cubicBezTo>
                  <a:cubicBezTo>
                    <a:pt x="10321" y="3038"/>
                    <a:pt x="10526" y="2933"/>
                    <a:pt x="10737" y="2933"/>
                  </a:cubicBezTo>
                  <a:cubicBezTo>
                    <a:pt x="10828" y="2933"/>
                    <a:pt x="10920" y="2952"/>
                    <a:pt x="11003" y="2990"/>
                  </a:cubicBezTo>
                  <a:cubicBezTo>
                    <a:pt x="11009" y="2992"/>
                    <a:pt x="11014" y="2993"/>
                    <a:pt x="11020" y="2993"/>
                  </a:cubicBezTo>
                  <a:cubicBezTo>
                    <a:pt x="11021" y="2993"/>
                    <a:pt x="11022" y="2993"/>
                    <a:pt x="11024" y="2992"/>
                  </a:cubicBezTo>
                  <a:lnTo>
                    <a:pt x="11024" y="2992"/>
                  </a:lnTo>
                  <a:cubicBezTo>
                    <a:pt x="11045" y="3006"/>
                    <a:pt x="11067" y="3019"/>
                    <a:pt x="11088" y="3034"/>
                  </a:cubicBezTo>
                  <a:lnTo>
                    <a:pt x="11088" y="3034"/>
                  </a:lnTo>
                  <a:cubicBezTo>
                    <a:pt x="11129" y="3145"/>
                    <a:pt x="11202" y="3245"/>
                    <a:pt x="11304" y="3316"/>
                  </a:cubicBezTo>
                  <a:cubicBezTo>
                    <a:pt x="11313" y="3320"/>
                    <a:pt x="11323" y="3322"/>
                    <a:pt x="11333" y="3322"/>
                  </a:cubicBezTo>
                  <a:cubicBezTo>
                    <a:pt x="11378" y="3322"/>
                    <a:pt x="11424" y="3281"/>
                    <a:pt x="11404" y="3240"/>
                  </a:cubicBezTo>
                  <a:cubicBezTo>
                    <a:pt x="11372" y="3111"/>
                    <a:pt x="11308" y="3013"/>
                    <a:pt x="11220" y="2940"/>
                  </a:cubicBezTo>
                  <a:lnTo>
                    <a:pt x="11220" y="2940"/>
                  </a:lnTo>
                  <a:cubicBezTo>
                    <a:pt x="11169" y="2753"/>
                    <a:pt x="11215" y="2537"/>
                    <a:pt x="11379" y="2438"/>
                  </a:cubicBezTo>
                  <a:cubicBezTo>
                    <a:pt x="11447" y="2398"/>
                    <a:pt x="11524" y="2379"/>
                    <a:pt x="11602" y="2379"/>
                  </a:cubicBezTo>
                  <a:cubicBezTo>
                    <a:pt x="11717" y="2379"/>
                    <a:pt x="11834" y="2421"/>
                    <a:pt x="11920" y="2492"/>
                  </a:cubicBezTo>
                  <a:lnTo>
                    <a:pt x="11920" y="2492"/>
                  </a:lnTo>
                  <a:cubicBezTo>
                    <a:pt x="11949" y="2592"/>
                    <a:pt x="12002" y="2686"/>
                    <a:pt x="12081" y="2764"/>
                  </a:cubicBezTo>
                  <a:cubicBezTo>
                    <a:pt x="12095" y="2778"/>
                    <a:pt x="12112" y="2784"/>
                    <a:pt x="12130" y="2784"/>
                  </a:cubicBezTo>
                  <a:cubicBezTo>
                    <a:pt x="12177" y="2784"/>
                    <a:pt x="12224" y="2743"/>
                    <a:pt x="12206" y="2689"/>
                  </a:cubicBezTo>
                  <a:cubicBezTo>
                    <a:pt x="12179" y="2589"/>
                    <a:pt x="12124" y="2500"/>
                    <a:pt x="12052" y="2427"/>
                  </a:cubicBezTo>
                  <a:lnTo>
                    <a:pt x="12052" y="2427"/>
                  </a:lnTo>
                  <a:cubicBezTo>
                    <a:pt x="12028" y="2321"/>
                    <a:pt x="12039" y="2209"/>
                    <a:pt x="12081" y="2113"/>
                  </a:cubicBezTo>
                  <a:cubicBezTo>
                    <a:pt x="12181" y="1862"/>
                    <a:pt x="12406" y="1737"/>
                    <a:pt x="12657" y="1737"/>
                  </a:cubicBezTo>
                  <a:cubicBezTo>
                    <a:pt x="13233" y="1737"/>
                    <a:pt x="13634" y="2213"/>
                    <a:pt x="13960" y="2614"/>
                  </a:cubicBezTo>
                  <a:cubicBezTo>
                    <a:pt x="13973" y="2633"/>
                    <a:pt x="13989" y="2641"/>
                    <a:pt x="14005" y="2641"/>
                  </a:cubicBezTo>
                  <a:cubicBezTo>
                    <a:pt x="14052" y="2641"/>
                    <a:pt x="14098" y="2576"/>
                    <a:pt x="14061" y="2539"/>
                  </a:cubicBezTo>
                  <a:cubicBezTo>
                    <a:pt x="14057" y="2533"/>
                    <a:pt x="14054" y="2528"/>
                    <a:pt x="14050" y="2523"/>
                  </a:cubicBezTo>
                  <a:lnTo>
                    <a:pt x="14050" y="2523"/>
                  </a:lnTo>
                  <a:cubicBezTo>
                    <a:pt x="14054" y="2520"/>
                    <a:pt x="14057" y="2517"/>
                    <a:pt x="14061" y="2514"/>
                  </a:cubicBezTo>
                  <a:cubicBezTo>
                    <a:pt x="14042" y="2490"/>
                    <a:pt x="14022" y="2465"/>
                    <a:pt x="14003" y="2441"/>
                  </a:cubicBezTo>
                  <a:lnTo>
                    <a:pt x="14003" y="2441"/>
                  </a:lnTo>
                  <a:cubicBezTo>
                    <a:pt x="13782" y="2034"/>
                    <a:pt x="13775" y="1552"/>
                    <a:pt x="13960" y="1135"/>
                  </a:cubicBezTo>
                  <a:cubicBezTo>
                    <a:pt x="14161" y="659"/>
                    <a:pt x="14587" y="358"/>
                    <a:pt x="15063" y="208"/>
                  </a:cubicBezTo>
                  <a:cubicBezTo>
                    <a:pt x="15257" y="154"/>
                    <a:pt x="15450" y="129"/>
                    <a:pt x="15642" y="129"/>
                  </a:cubicBezTo>
                  <a:close/>
                  <a:moveTo>
                    <a:pt x="15665" y="0"/>
                  </a:moveTo>
                  <a:cubicBezTo>
                    <a:pt x="14933" y="0"/>
                    <a:pt x="14203" y="299"/>
                    <a:pt x="13860" y="985"/>
                  </a:cubicBezTo>
                  <a:cubicBezTo>
                    <a:pt x="13688" y="1347"/>
                    <a:pt x="13634" y="1756"/>
                    <a:pt x="13731" y="2131"/>
                  </a:cubicBezTo>
                  <a:lnTo>
                    <a:pt x="13731" y="2131"/>
                  </a:lnTo>
                  <a:cubicBezTo>
                    <a:pt x="13445" y="1836"/>
                    <a:pt x="13098" y="1587"/>
                    <a:pt x="12683" y="1587"/>
                  </a:cubicBezTo>
                  <a:cubicBezTo>
                    <a:pt x="12609" y="1587"/>
                    <a:pt x="12534" y="1595"/>
                    <a:pt x="12457" y="1611"/>
                  </a:cubicBezTo>
                  <a:cubicBezTo>
                    <a:pt x="12206" y="1687"/>
                    <a:pt x="12005" y="1862"/>
                    <a:pt x="11930" y="2113"/>
                  </a:cubicBezTo>
                  <a:cubicBezTo>
                    <a:pt x="11909" y="2178"/>
                    <a:pt x="11897" y="2245"/>
                    <a:pt x="11896" y="2311"/>
                  </a:cubicBezTo>
                  <a:lnTo>
                    <a:pt x="11896" y="2311"/>
                  </a:lnTo>
                  <a:cubicBezTo>
                    <a:pt x="11803" y="2261"/>
                    <a:pt x="11699" y="2232"/>
                    <a:pt x="11595" y="2232"/>
                  </a:cubicBezTo>
                  <a:cubicBezTo>
                    <a:pt x="11484" y="2232"/>
                    <a:pt x="11374" y="2265"/>
                    <a:pt x="11279" y="2338"/>
                  </a:cubicBezTo>
                  <a:cubicBezTo>
                    <a:pt x="11112" y="2453"/>
                    <a:pt x="11038" y="2646"/>
                    <a:pt x="11047" y="2838"/>
                  </a:cubicBezTo>
                  <a:lnTo>
                    <a:pt x="11047" y="2838"/>
                  </a:lnTo>
                  <a:cubicBezTo>
                    <a:pt x="11040" y="2837"/>
                    <a:pt x="11034" y="2836"/>
                    <a:pt x="11027" y="2836"/>
                  </a:cubicBezTo>
                  <a:cubicBezTo>
                    <a:pt x="11025" y="2836"/>
                    <a:pt x="11022" y="2836"/>
                    <a:pt x="11020" y="2836"/>
                  </a:cubicBezTo>
                  <a:lnTo>
                    <a:pt x="11020" y="2836"/>
                  </a:lnTo>
                  <a:cubicBezTo>
                    <a:pt x="10934" y="2805"/>
                    <a:pt x="10840" y="2788"/>
                    <a:pt x="10746" y="2788"/>
                  </a:cubicBezTo>
                  <a:cubicBezTo>
                    <a:pt x="10482" y="2788"/>
                    <a:pt x="10217" y="2916"/>
                    <a:pt x="10126" y="3190"/>
                  </a:cubicBezTo>
                  <a:cubicBezTo>
                    <a:pt x="10032" y="3494"/>
                    <a:pt x="10178" y="3862"/>
                    <a:pt x="10462" y="4033"/>
                  </a:cubicBezTo>
                  <a:lnTo>
                    <a:pt x="10462" y="4033"/>
                  </a:lnTo>
                  <a:cubicBezTo>
                    <a:pt x="10349" y="4309"/>
                    <a:pt x="10062" y="4471"/>
                    <a:pt x="9775" y="4519"/>
                  </a:cubicBezTo>
                  <a:cubicBezTo>
                    <a:pt x="9702" y="4534"/>
                    <a:pt x="9630" y="4541"/>
                    <a:pt x="9558" y="4541"/>
                  </a:cubicBezTo>
                  <a:cubicBezTo>
                    <a:pt x="9281" y="4541"/>
                    <a:pt x="9011" y="4438"/>
                    <a:pt x="8772" y="4318"/>
                  </a:cubicBezTo>
                  <a:cubicBezTo>
                    <a:pt x="8421" y="4143"/>
                    <a:pt x="8121" y="3917"/>
                    <a:pt x="7795" y="3717"/>
                  </a:cubicBezTo>
                  <a:cubicBezTo>
                    <a:pt x="7444" y="3516"/>
                    <a:pt x="7093" y="3341"/>
                    <a:pt x="6717" y="3190"/>
                  </a:cubicBezTo>
                  <a:cubicBezTo>
                    <a:pt x="6028" y="2927"/>
                    <a:pt x="5282" y="2777"/>
                    <a:pt x="4540" y="2777"/>
                  </a:cubicBezTo>
                  <a:cubicBezTo>
                    <a:pt x="3797" y="2777"/>
                    <a:pt x="3058" y="2927"/>
                    <a:pt x="2381" y="3266"/>
                  </a:cubicBezTo>
                  <a:cubicBezTo>
                    <a:pt x="1755" y="3591"/>
                    <a:pt x="1228" y="4042"/>
                    <a:pt x="827" y="4619"/>
                  </a:cubicBezTo>
                  <a:cubicBezTo>
                    <a:pt x="477" y="5170"/>
                    <a:pt x="251" y="5797"/>
                    <a:pt x="176" y="6423"/>
                  </a:cubicBezTo>
                  <a:cubicBezTo>
                    <a:pt x="0" y="7777"/>
                    <a:pt x="376" y="9105"/>
                    <a:pt x="1203" y="10183"/>
                  </a:cubicBezTo>
                  <a:cubicBezTo>
                    <a:pt x="2016" y="11267"/>
                    <a:pt x="3193" y="12036"/>
                    <a:pt x="4447" y="12491"/>
                  </a:cubicBezTo>
                  <a:lnTo>
                    <a:pt x="4447" y="12491"/>
                  </a:lnTo>
                  <a:cubicBezTo>
                    <a:pt x="4097" y="12606"/>
                    <a:pt x="3817" y="12945"/>
                    <a:pt x="3785" y="13316"/>
                  </a:cubicBezTo>
                  <a:cubicBezTo>
                    <a:pt x="3735" y="14093"/>
                    <a:pt x="4436" y="14644"/>
                    <a:pt x="5113" y="14819"/>
                  </a:cubicBezTo>
                  <a:cubicBezTo>
                    <a:pt x="5489" y="14920"/>
                    <a:pt x="5915" y="14970"/>
                    <a:pt x="6316" y="14995"/>
                  </a:cubicBezTo>
                  <a:cubicBezTo>
                    <a:pt x="6430" y="15002"/>
                    <a:pt x="6544" y="15005"/>
                    <a:pt x="6659" y="15005"/>
                  </a:cubicBezTo>
                  <a:cubicBezTo>
                    <a:pt x="6972" y="15005"/>
                    <a:pt x="7289" y="14981"/>
                    <a:pt x="7619" y="14945"/>
                  </a:cubicBezTo>
                  <a:cubicBezTo>
                    <a:pt x="8396" y="14845"/>
                    <a:pt x="9173" y="14594"/>
                    <a:pt x="9850" y="14168"/>
                  </a:cubicBezTo>
                  <a:cubicBezTo>
                    <a:pt x="10491" y="13741"/>
                    <a:pt x="11041" y="13179"/>
                    <a:pt x="11375" y="12482"/>
                  </a:cubicBezTo>
                  <a:lnTo>
                    <a:pt x="11375" y="12482"/>
                  </a:lnTo>
                  <a:cubicBezTo>
                    <a:pt x="11490" y="12687"/>
                    <a:pt x="11447" y="12975"/>
                    <a:pt x="11404" y="13190"/>
                  </a:cubicBezTo>
                  <a:cubicBezTo>
                    <a:pt x="11404" y="13466"/>
                    <a:pt x="11379" y="13742"/>
                    <a:pt x="11579" y="13942"/>
                  </a:cubicBezTo>
                  <a:cubicBezTo>
                    <a:pt x="11700" y="14077"/>
                    <a:pt x="11858" y="14125"/>
                    <a:pt x="12020" y="14125"/>
                  </a:cubicBezTo>
                  <a:cubicBezTo>
                    <a:pt x="12160" y="14125"/>
                    <a:pt x="12304" y="14089"/>
                    <a:pt x="12431" y="14043"/>
                  </a:cubicBezTo>
                  <a:cubicBezTo>
                    <a:pt x="12757" y="13892"/>
                    <a:pt x="13058" y="13667"/>
                    <a:pt x="13284" y="13416"/>
                  </a:cubicBezTo>
                  <a:cubicBezTo>
                    <a:pt x="13437" y="13249"/>
                    <a:pt x="13567" y="13066"/>
                    <a:pt x="13670" y="12867"/>
                  </a:cubicBezTo>
                  <a:lnTo>
                    <a:pt x="13670" y="12867"/>
                  </a:lnTo>
                  <a:cubicBezTo>
                    <a:pt x="13745" y="13052"/>
                    <a:pt x="13926" y="13144"/>
                    <a:pt x="14118" y="13144"/>
                  </a:cubicBezTo>
                  <a:cubicBezTo>
                    <a:pt x="14141" y="13144"/>
                    <a:pt x="14163" y="13143"/>
                    <a:pt x="14186" y="13140"/>
                  </a:cubicBezTo>
                  <a:cubicBezTo>
                    <a:pt x="14462" y="13115"/>
                    <a:pt x="14687" y="12940"/>
                    <a:pt x="14812" y="12689"/>
                  </a:cubicBezTo>
                  <a:cubicBezTo>
                    <a:pt x="14876" y="12573"/>
                    <a:pt x="14912" y="12449"/>
                    <a:pt x="14933" y="12319"/>
                  </a:cubicBezTo>
                  <a:lnTo>
                    <a:pt x="14933" y="12319"/>
                  </a:lnTo>
                  <a:cubicBezTo>
                    <a:pt x="15042" y="12424"/>
                    <a:pt x="15193" y="12493"/>
                    <a:pt x="15349" y="12493"/>
                  </a:cubicBezTo>
                  <a:cubicBezTo>
                    <a:pt x="15370" y="12493"/>
                    <a:pt x="15392" y="12491"/>
                    <a:pt x="15414" y="12489"/>
                  </a:cubicBezTo>
                  <a:cubicBezTo>
                    <a:pt x="15797" y="12454"/>
                    <a:pt x="16022" y="12153"/>
                    <a:pt x="16142" y="11813"/>
                  </a:cubicBezTo>
                  <a:lnTo>
                    <a:pt x="16142" y="11813"/>
                  </a:lnTo>
                  <a:cubicBezTo>
                    <a:pt x="16294" y="12878"/>
                    <a:pt x="16675" y="13894"/>
                    <a:pt x="17269" y="14794"/>
                  </a:cubicBezTo>
                  <a:cubicBezTo>
                    <a:pt x="17419" y="15045"/>
                    <a:pt x="17594" y="15296"/>
                    <a:pt x="17795" y="15496"/>
                  </a:cubicBezTo>
                  <a:cubicBezTo>
                    <a:pt x="17970" y="15697"/>
                    <a:pt x="18221" y="15872"/>
                    <a:pt x="18472" y="15922"/>
                  </a:cubicBezTo>
                  <a:cubicBezTo>
                    <a:pt x="18495" y="15925"/>
                    <a:pt x="18518" y="15926"/>
                    <a:pt x="18541" y="15926"/>
                  </a:cubicBezTo>
                  <a:cubicBezTo>
                    <a:pt x="18742" y="15926"/>
                    <a:pt x="18938" y="15829"/>
                    <a:pt x="19073" y="15672"/>
                  </a:cubicBezTo>
                  <a:cubicBezTo>
                    <a:pt x="19198" y="15471"/>
                    <a:pt x="19173" y="15246"/>
                    <a:pt x="19148" y="15020"/>
                  </a:cubicBezTo>
                  <a:cubicBezTo>
                    <a:pt x="19098" y="14769"/>
                    <a:pt x="19048" y="14519"/>
                    <a:pt x="19098" y="14243"/>
                  </a:cubicBezTo>
                  <a:cubicBezTo>
                    <a:pt x="19148" y="13992"/>
                    <a:pt x="19249" y="13767"/>
                    <a:pt x="19374" y="13541"/>
                  </a:cubicBezTo>
                  <a:cubicBezTo>
                    <a:pt x="19624" y="13115"/>
                    <a:pt x="20025" y="12739"/>
                    <a:pt x="20552" y="12689"/>
                  </a:cubicBezTo>
                  <a:cubicBezTo>
                    <a:pt x="20620" y="12681"/>
                    <a:pt x="20689" y="12677"/>
                    <a:pt x="20759" y="12677"/>
                  </a:cubicBezTo>
                  <a:cubicBezTo>
                    <a:pt x="21452" y="12677"/>
                    <a:pt x="22202" y="13053"/>
                    <a:pt x="22905" y="13053"/>
                  </a:cubicBezTo>
                  <a:cubicBezTo>
                    <a:pt x="23191" y="13053"/>
                    <a:pt x="23470" y="12991"/>
                    <a:pt x="23735" y="12814"/>
                  </a:cubicBezTo>
                  <a:cubicBezTo>
                    <a:pt x="24562" y="12263"/>
                    <a:pt x="24537" y="11110"/>
                    <a:pt x="24512" y="10233"/>
                  </a:cubicBezTo>
                  <a:cubicBezTo>
                    <a:pt x="24487" y="9331"/>
                    <a:pt x="24437" y="8403"/>
                    <a:pt x="24311" y="7526"/>
                  </a:cubicBezTo>
                  <a:cubicBezTo>
                    <a:pt x="24086" y="5722"/>
                    <a:pt x="23635" y="3867"/>
                    <a:pt x="22507" y="2413"/>
                  </a:cubicBezTo>
                  <a:cubicBezTo>
                    <a:pt x="21980" y="1687"/>
                    <a:pt x="21279" y="1110"/>
                    <a:pt x="20477" y="709"/>
                  </a:cubicBezTo>
                  <a:cubicBezTo>
                    <a:pt x="20233" y="587"/>
                    <a:pt x="19944" y="456"/>
                    <a:pt x="19664" y="456"/>
                  </a:cubicBezTo>
                  <a:cubicBezTo>
                    <a:pt x="19483" y="456"/>
                    <a:pt x="19306" y="511"/>
                    <a:pt x="19148" y="659"/>
                  </a:cubicBezTo>
                  <a:cubicBezTo>
                    <a:pt x="18772" y="985"/>
                    <a:pt x="18923" y="1536"/>
                    <a:pt x="19023" y="1962"/>
                  </a:cubicBezTo>
                  <a:cubicBezTo>
                    <a:pt x="19063" y="2144"/>
                    <a:pt x="19120" y="2342"/>
                    <a:pt x="19114" y="2544"/>
                  </a:cubicBezTo>
                  <a:lnTo>
                    <a:pt x="19114" y="2544"/>
                  </a:lnTo>
                  <a:cubicBezTo>
                    <a:pt x="18740" y="2118"/>
                    <a:pt x="18437" y="1622"/>
                    <a:pt x="18071" y="1210"/>
                  </a:cubicBezTo>
                  <a:cubicBezTo>
                    <a:pt x="17695" y="784"/>
                    <a:pt x="17193" y="408"/>
                    <a:pt x="16642" y="183"/>
                  </a:cubicBezTo>
                  <a:cubicBezTo>
                    <a:pt x="16341" y="64"/>
                    <a:pt x="16003" y="0"/>
                    <a:pt x="1566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0" name="Google Shape;5210;p55"/>
            <p:cNvSpPr/>
            <p:nvPr/>
          </p:nvSpPr>
          <p:spPr>
            <a:xfrm>
              <a:off x="5607716" y="1648865"/>
              <a:ext cx="509973" cy="498612"/>
            </a:xfrm>
            <a:custGeom>
              <a:rect b="b" l="l" r="r" t="t"/>
              <a:pathLst>
                <a:path extrusionOk="0" h="9568" w="9786">
                  <a:moveTo>
                    <a:pt x="3055" y="0"/>
                  </a:moveTo>
                  <a:cubicBezTo>
                    <a:pt x="2841" y="0"/>
                    <a:pt x="2625" y="21"/>
                    <a:pt x="2407" y="68"/>
                  </a:cubicBezTo>
                  <a:cubicBezTo>
                    <a:pt x="1229" y="343"/>
                    <a:pt x="301" y="1321"/>
                    <a:pt x="101" y="2524"/>
                  </a:cubicBezTo>
                  <a:cubicBezTo>
                    <a:pt x="1" y="3100"/>
                    <a:pt x="76" y="3702"/>
                    <a:pt x="301" y="4253"/>
                  </a:cubicBezTo>
                  <a:cubicBezTo>
                    <a:pt x="527" y="4779"/>
                    <a:pt x="903" y="5231"/>
                    <a:pt x="1329" y="5607"/>
                  </a:cubicBezTo>
                  <a:cubicBezTo>
                    <a:pt x="2306" y="6484"/>
                    <a:pt x="3584" y="6885"/>
                    <a:pt x="4813" y="7236"/>
                  </a:cubicBezTo>
                  <a:cubicBezTo>
                    <a:pt x="4930" y="7252"/>
                    <a:pt x="5036" y="7280"/>
                    <a:pt x="5146" y="7312"/>
                  </a:cubicBezTo>
                  <a:lnTo>
                    <a:pt x="5146" y="7312"/>
                  </a:lnTo>
                  <a:cubicBezTo>
                    <a:pt x="4757" y="7591"/>
                    <a:pt x="4348" y="7923"/>
                    <a:pt x="4236" y="8414"/>
                  </a:cubicBezTo>
                  <a:cubicBezTo>
                    <a:pt x="4186" y="8639"/>
                    <a:pt x="4211" y="8915"/>
                    <a:pt x="4361" y="9115"/>
                  </a:cubicBezTo>
                  <a:cubicBezTo>
                    <a:pt x="4487" y="9316"/>
                    <a:pt x="4687" y="9441"/>
                    <a:pt x="4913" y="9491"/>
                  </a:cubicBezTo>
                  <a:cubicBezTo>
                    <a:pt x="5088" y="9547"/>
                    <a:pt x="5276" y="9568"/>
                    <a:pt x="5469" y="9568"/>
                  </a:cubicBezTo>
                  <a:cubicBezTo>
                    <a:pt x="5799" y="9568"/>
                    <a:pt x="6140" y="9505"/>
                    <a:pt x="6442" y="9441"/>
                  </a:cubicBezTo>
                  <a:cubicBezTo>
                    <a:pt x="6968" y="9316"/>
                    <a:pt x="7469" y="9115"/>
                    <a:pt x="7920" y="8840"/>
                  </a:cubicBezTo>
                  <a:cubicBezTo>
                    <a:pt x="8422" y="8514"/>
                    <a:pt x="8873" y="8113"/>
                    <a:pt x="9249" y="7637"/>
                  </a:cubicBezTo>
                  <a:cubicBezTo>
                    <a:pt x="9284" y="7583"/>
                    <a:pt x="9232" y="7530"/>
                    <a:pt x="9180" y="7530"/>
                  </a:cubicBezTo>
                  <a:cubicBezTo>
                    <a:pt x="9159" y="7530"/>
                    <a:pt x="9138" y="7539"/>
                    <a:pt x="9123" y="7561"/>
                  </a:cubicBezTo>
                  <a:cubicBezTo>
                    <a:pt x="8522" y="8338"/>
                    <a:pt x="7670" y="8915"/>
                    <a:pt x="6742" y="9216"/>
                  </a:cubicBezTo>
                  <a:cubicBezTo>
                    <a:pt x="6338" y="9328"/>
                    <a:pt x="5894" y="9420"/>
                    <a:pt x="5464" y="9420"/>
                  </a:cubicBezTo>
                  <a:cubicBezTo>
                    <a:pt x="5413" y="9420"/>
                    <a:pt x="5364" y="9419"/>
                    <a:pt x="5314" y="9416"/>
                  </a:cubicBezTo>
                  <a:cubicBezTo>
                    <a:pt x="5088" y="9416"/>
                    <a:pt x="4863" y="9366"/>
                    <a:pt x="4687" y="9241"/>
                  </a:cubicBezTo>
                  <a:cubicBezTo>
                    <a:pt x="4462" y="9115"/>
                    <a:pt x="4361" y="8890"/>
                    <a:pt x="4361" y="8639"/>
                  </a:cubicBezTo>
                  <a:cubicBezTo>
                    <a:pt x="4361" y="8038"/>
                    <a:pt x="4913" y="7662"/>
                    <a:pt x="5364" y="7336"/>
                  </a:cubicBezTo>
                  <a:cubicBezTo>
                    <a:pt x="5414" y="7311"/>
                    <a:pt x="5414" y="7236"/>
                    <a:pt x="5364" y="7211"/>
                  </a:cubicBezTo>
                  <a:cubicBezTo>
                    <a:pt x="4111" y="6885"/>
                    <a:pt x="2808" y="6559"/>
                    <a:pt x="1755" y="5757"/>
                  </a:cubicBezTo>
                  <a:cubicBezTo>
                    <a:pt x="828" y="5080"/>
                    <a:pt x="126" y="4028"/>
                    <a:pt x="201" y="2825"/>
                  </a:cubicBezTo>
                  <a:cubicBezTo>
                    <a:pt x="251" y="2223"/>
                    <a:pt x="477" y="1622"/>
                    <a:pt x="878" y="1145"/>
                  </a:cubicBezTo>
                  <a:cubicBezTo>
                    <a:pt x="1279" y="694"/>
                    <a:pt x="1780" y="393"/>
                    <a:pt x="2356" y="243"/>
                  </a:cubicBezTo>
                  <a:cubicBezTo>
                    <a:pt x="2601" y="180"/>
                    <a:pt x="2844" y="152"/>
                    <a:pt x="3085" y="152"/>
                  </a:cubicBezTo>
                  <a:cubicBezTo>
                    <a:pt x="4180" y="152"/>
                    <a:pt x="5244" y="717"/>
                    <a:pt x="6291" y="1045"/>
                  </a:cubicBezTo>
                  <a:cubicBezTo>
                    <a:pt x="6728" y="1197"/>
                    <a:pt x="7194" y="1306"/>
                    <a:pt x="7667" y="1306"/>
                  </a:cubicBezTo>
                  <a:cubicBezTo>
                    <a:pt x="7818" y="1306"/>
                    <a:pt x="7969" y="1295"/>
                    <a:pt x="8121" y="1271"/>
                  </a:cubicBezTo>
                  <a:cubicBezTo>
                    <a:pt x="8647" y="1221"/>
                    <a:pt x="9174" y="995"/>
                    <a:pt x="9524" y="619"/>
                  </a:cubicBezTo>
                  <a:cubicBezTo>
                    <a:pt x="9625" y="519"/>
                    <a:pt x="9700" y="419"/>
                    <a:pt x="9750" y="318"/>
                  </a:cubicBezTo>
                  <a:cubicBezTo>
                    <a:pt x="9785" y="265"/>
                    <a:pt x="9733" y="212"/>
                    <a:pt x="9682" y="212"/>
                  </a:cubicBezTo>
                  <a:cubicBezTo>
                    <a:pt x="9660" y="212"/>
                    <a:pt x="9639" y="221"/>
                    <a:pt x="9625" y="243"/>
                  </a:cubicBezTo>
                  <a:cubicBezTo>
                    <a:pt x="9349" y="719"/>
                    <a:pt x="8823" y="995"/>
                    <a:pt x="8296" y="1120"/>
                  </a:cubicBezTo>
                  <a:cubicBezTo>
                    <a:pt x="8113" y="1156"/>
                    <a:pt x="7929" y="1171"/>
                    <a:pt x="7747" y="1171"/>
                  </a:cubicBezTo>
                  <a:cubicBezTo>
                    <a:pt x="7281" y="1171"/>
                    <a:pt x="6824" y="1071"/>
                    <a:pt x="6392" y="945"/>
                  </a:cubicBezTo>
                  <a:cubicBezTo>
                    <a:pt x="5291" y="606"/>
                    <a:pt x="4209" y="0"/>
                    <a:pt x="305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1" name="Google Shape;5211;p55"/>
            <p:cNvSpPr/>
            <p:nvPr/>
          </p:nvSpPr>
          <p:spPr>
            <a:xfrm>
              <a:off x="5764988" y="2113072"/>
              <a:ext cx="49090" cy="39710"/>
            </a:xfrm>
            <a:custGeom>
              <a:rect b="b" l="l" r="r" t="t"/>
              <a:pathLst>
                <a:path extrusionOk="0" h="762" w="942">
                  <a:moveTo>
                    <a:pt x="95" y="1"/>
                  </a:moveTo>
                  <a:cubicBezTo>
                    <a:pt x="48" y="1"/>
                    <a:pt x="0" y="37"/>
                    <a:pt x="15" y="82"/>
                  </a:cubicBezTo>
                  <a:cubicBezTo>
                    <a:pt x="115" y="458"/>
                    <a:pt x="466" y="759"/>
                    <a:pt x="842" y="759"/>
                  </a:cubicBezTo>
                  <a:cubicBezTo>
                    <a:pt x="850" y="761"/>
                    <a:pt x="857" y="762"/>
                    <a:pt x="864" y="762"/>
                  </a:cubicBezTo>
                  <a:cubicBezTo>
                    <a:pt x="942" y="762"/>
                    <a:pt x="935" y="633"/>
                    <a:pt x="842" y="633"/>
                  </a:cubicBezTo>
                  <a:cubicBezTo>
                    <a:pt x="516" y="608"/>
                    <a:pt x="241" y="358"/>
                    <a:pt x="165" y="57"/>
                  </a:cubicBezTo>
                  <a:cubicBezTo>
                    <a:pt x="155" y="17"/>
                    <a:pt x="125" y="1"/>
                    <a:pt x="9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2" name="Google Shape;5212;p55"/>
            <p:cNvSpPr/>
            <p:nvPr/>
          </p:nvSpPr>
          <p:spPr>
            <a:xfrm>
              <a:off x="5786667" y="2097751"/>
              <a:ext cx="9172" cy="7869"/>
            </a:xfrm>
            <a:custGeom>
              <a:rect b="b" l="l" r="r" t="t"/>
              <a:pathLst>
                <a:path extrusionOk="0" h="151" w="176">
                  <a:moveTo>
                    <a:pt x="75" y="0"/>
                  </a:moveTo>
                  <a:cubicBezTo>
                    <a:pt x="0" y="0"/>
                    <a:pt x="0" y="150"/>
                    <a:pt x="75" y="150"/>
                  </a:cubicBezTo>
                  <a:cubicBezTo>
                    <a:pt x="176" y="150"/>
                    <a:pt x="176"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3" name="Google Shape;5213;p55"/>
            <p:cNvSpPr/>
            <p:nvPr/>
          </p:nvSpPr>
          <p:spPr>
            <a:xfrm>
              <a:off x="6190217" y="1532135"/>
              <a:ext cx="268431" cy="214912"/>
            </a:xfrm>
            <a:custGeom>
              <a:rect b="b" l="l" r="r" t="t"/>
              <a:pathLst>
                <a:path extrusionOk="0" h="4124" w="5151">
                  <a:moveTo>
                    <a:pt x="3191" y="1"/>
                  </a:moveTo>
                  <a:cubicBezTo>
                    <a:pt x="2951" y="1"/>
                    <a:pt x="2714" y="96"/>
                    <a:pt x="2532" y="278"/>
                  </a:cubicBezTo>
                  <a:cubicBezTo>
                    <a:pt x="2256" y="503"/>
                    <a:pt x="2106" y="879"/>
                    <a:pt x="2081" y="1230"/>
                  </a:cubicBezTo>
                  <a:cubicBezTo>
                    <a:pt x="2063" y="1645"/>
                    <a:pt x="2174" y="2033"/>
                    <a:pt x="2323" y="2406"/>
                  </a:cubicBezTo>
                  <a:lnTo>
                    <a:pt x="2323" y="2406"/>
                  </a:lnTo>
                  <a:cubicBezTo>
                    <a:pt x="2195" y="2321"/>
                    <a:pt x="2046" y="2273"/>
                    <a:pt x="1896" y="2273"/>
                  </a:cubicBezTo>
                  <a:cubicBezTo>
                    <a:pt x="1823" y="2273"/>
                    <a:pt x="1751" y="2284"/>
                    <a:pt x="1680" y="2308"/>
                  </a:cubicBezTo>
                  <a:cubicBezTo>
                    <a:pt x="1349" y="2411"/>
                    <a:pt x="1137" y="2720"/>
                    <a:pt x="1130" y="3050"/>
                  </a:cubicBezTo>
                  <a:lnTo>
                    <a:pt x="1130" y="3050"/>
                  </a:lnTo>
                  <a:cubicBezTo>
                    <a:pt x="1011" y="2962"/>
                    <a:pt x="860" y="2915"/>
                    <a:pt x="711" y="2915"/>
                  </a:cubicBezTo>
                  <a:cubicBezTo>
                    <a:pt x="550" y="2915"/>
                    <a:pt x="391" y="2969"/>
                    <a:pt x="276" y="3085"/>
                  </a:cubicBezTo>
                  <a:cubicBezTo>
                    <a:pt x="1" y="3385"/>
                    <a:pt x="76" y="3912"/>
                    <a:pt x="427" y="4112"/>
                  </a:cubicBezTo>
                  <a:cubicBezTo>
                    <a:pt x="439" y="4120"/>
                    <a:pt x="451" y="4124"/>
                    <a:pt x="462" y="4124"/>
                  </a:cubicBezTo>
                  <a:cubicBezTo>
                    <a:pt x="522" y="4124"/>
                    <a:pt x="565" y="4029"/>
                    <a:pt x="502" y="3987"/>
                  </a:cubicBezTo>
                  <a:cubicBezTo>
                    <a:pt x="226" y="3836"/>
                    <a:pt x="151" y="3410"/>
                    <a:pt x="376" y="3210"/>
                  </a:cubicBezTo>
                  <a:cubicBezTo>
                    <a:pt x="466" y="3110"/>
                    <a:pt x="600" y="3064"/>
                    <a:pt x="734" y="3064"/>
                  </a:cubicBezTo>
                  <a:cubicBezTo>
                    <a:pt x="902" y="3064"/>
                    <a:pt x="1070" y="3135"/>
                    <a:pt x="1153" y="3260"/>
                  </a:cubicBezTo>
                  <a:cubicBezTo>
                    <a:pt x="1173" y="3290"/>
                    <a:pt x="1201" y="3304"/>
                    <a:pt x="1227" y="3304"/>
                  </a:cubicBezTo>
                  <a:cubicBezTo>
                    <a:pt x="1267" y="3304"/>
                    <a:pt x="1304" y="3271"/>
                    <a:pt x="1304" y="3210"/>
                  </a:cubicBezTo>
                  <a:cubicBezTo>
                    <a:pt x="1204" y="2909"/>
                    <a:pt x="1404" y="2533"/>
                    <a:pt x="1705" y="2433"/>
                  </a:cubicBezTo>
                  <a:cubicBezTo>
                    <a:pt x="1756" y="2421"/>
                    <a:pt x="1808" y="2416"/>
                    <a:pt x="1860" y="2416"/>
                  </a:cubicBezTo>
                  <a:cubicBezTo>
                    <a:pt x="2098" y="2416"/>
                    <a:pt x="2328" y="2536"/>
                    <a:pt x="2455" y="2718"/>
                  </a:cubicBezTo>
                  <a:lnTo>
                    <a:pt x="2455" y="2718"/>
                  </a:lnTo>
                  <a:cubicBezTo>
                    <a:pt x="2472" y="2757"/>
                    <a:pt x="2489" y="2795"/>
                    <a:pt x="2507" y="2834"/>
                  </a:cubicBezTo>
                  <a:cubicBezTo>
                    <a:pt x="2516" y="2860"/>
                    <a:pt x="2536" y="2871"/>
                    <a:pt x="2559" y="2871"/>
                  </a:cubicBezTo>
                  <a:cubicBezTo>
                    <a:pt x="2601" y="2871"/>
                    <a:pt x="2648" y="2833"/>
                    <a:pt x="2632" y="2784"/>
                  </a:cubicBezTo>
                  <a:cubicBezTo>
                    <a:pt x="2629" y="2777"/>
                    <a:pt x="2626" y="2769"/>
                    <a:pt x="2623" y="2762"/>
                  </a:cubicBezTo>
                  <a:lnTo>
                    <a:pt x="2623" y="2762"/>
                  </a:lnTo>
                  <a:lnTo>
                    <a:pt x="2632" y="2759"/>
                  </a:lnTo>
                  <a:cubicBezTo>
                    <a:pt x="2331" y="2057"/>
                    <a:pt x="1955" y="1105"/>
                    <a:pt x="2557" y="453"/>
                  </a:cubicBezTo>
                  <a:cubicBezTo>
                    <a:pt x="2736" y="256"/>
                    <a:pt x="2978" y="149"/>
                    <a:pt x="3230" y="149"/>
                  </a:cubicBezTo>
                  <a:cubicBezTo>
                    <a:pt x="3331" y="149"/>
                    <a:pt x="3434" y="166"/>
                    <a:pt x="3534" y="202"/>
                  </a:cubicBezTo>
                  <a:cubicBezTo>
                    <a:pt x="3885" y="353"/>
                    <a:pt x="4136" y="679"/>
                    <a:pt x="4311" y="1004"/>
                  </a:cubicBezTo>
                  <a:cubicBezTo>
                    <a:pt x="4537" y="1405"/>
                    <a:pt x="4712" y="1831"/>
                    <a:pt x="4988" y="2182"/>
                  </a:cubicBezTo>
                  <a:cubicBezTo>
                    <a:pt x="5007" y="2201"/>
                    <a:pt x="5027" y="2209"/>
                    <a:pt x="5046" y="2209"/>
                  </a:cubicBezTo>
                  <a:cubicBezTo>
                    <a:pt x="5104" y="2209"/>
                    <a:pt x="5151" y="2138"/>
                    <a:pt x="5113" y="2082"/>
                  </a:cubicBezTo>
                  <a:cubicBezTo>
                    <a:pt x="4562" y="1430"/>
                    <a:pt x="4437" y="403"/>
                    <a:pt x="3559" y="77"/>
                  </a:cubicBezTo>
                  <a:cubicBezTo>
                    <a:pt x="3440" y="26"/>
                    <a:pt x="3315" y="1"/>
                    <a:pt x="31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4" name="Google Shape;5214;p55"/>
            <p:cNvSpPr/>
            <p:nvPr/>
          </p:nvSpPr>
          <p:spPr>
            <a:xfrm>
              <a:off x="5725279" y="1740997"/>
              <a:ext cx="368018" cy="268015"/>
            </a:xfrm>
            <a:custGeom>
              <a:rect b="b" l="l" r="r" t="t"/>
              <a:pathLst>
                <a:path extrusionOk="0" h="5143" w="7062">
                  <a:moveTo>
                    <a:pt x="1738" y="1"/>
                  </a:moveTo>
                  <a:cubicBezTo>
                    <a:pt x="1491" y="1"/>
                    <a:pt x="1245" y="37"/>
                    <a:pt x="1003" y="129"/>
                  </a:cubicBezTo>
                  <a:cubicBezTo>
                    <a:pt x="602" y="280"/>
                    <a:pt x="301" y="580"/>
                    <a:pt x="151" y="981"/>
                  </a:cubicBezTo>
                  <a:cubicBezTo>
                    <a:pt x="0" y="1382"/>
                    <a:pt x="0" y="1834"/>
                    <a:pt x="176" y="2235"/>
                  </a:cubicBezTo>
                  <a:cubicBezTo>
                    <a:pt x="501" y="3062"/>
                    <a:pt x="1303" y="3613"/>
                    <a:pt x="2131" y="3864"/>
                  </a:cubicBezTo>
                  <a:cubicBezTo>
                    <a:pt x="2847" y="4102"/>
                    <a:pt x="3590" y="4153"/>
                    <a:pt x="4330" y="4153"/>
                  </a:cubicBezTo>
                  <a:cubicBezTo>
                    <a:pt x="4510" y="4153"/>
                    <a:pt x="4690" y="4150"/>
                    <a:pt x="4868" y="4146"/>
                  </a:cubicBezTo>
                  <a:lnTo>
                    <a:pt x="4868" y="4146"/>
                  </a:lnTo>
                  <a:cubicBezTo>
                    <a:pt x="4806" y="4221"/>
                    <a:pt x="4762" y="4315"/>
                    <a:pt x="4737" y="4415"/>
                  </a:cubicBezTo>
                  <a:cubicBezTo>
                    <a:pt x="4712" y="4641"/>
                    <a:pt x="4787" y="4841"/>
                    <a:pt x="4963" y="4991"/>
                  </a:cubicBezTo>
                  <a:cubicBezTo>
                    <a:pt x="5107" y="5098"/>
                    <a:pt x="5261" y="5142"/>
                    <a:pt x="5415" y="5142"/>
                  </a:cubicBezTo>
                  <a:cubicBezTo>
                    <a:pt x="5768" y="5142"/>
                    <a:pt x="6122" y="4910"/>
                    <a:pt x="6366" y="4666"/>
                  </a:cubicBezTo>
                  <a:cubicBezTo>
                    <a:pt x="6404" y="4609"/>
                    <a:pt x="6357" y="4539"/>
                    <a:pt x="6299" y="4539"/>
                  </a:cubicBezTo>
                  <a:cubicBezTo>
                    <a:pt x="6280" y="4539"/>
                    <a:pt x="6260" y="4547"/>
                    <a:pt x="6241" y="4565"/>
                  </a:cubicBezTo>
                  <a:cubicBezTo>
                    <a:pt x="6033" y="4773"/>
                    <a:pt x="5740" y="4995"/>
                    <a:pt x="5436" y="4995"/>
                  </a:cubicBezTo>
                  <a:cubicBezTo>
                    <a:pt x="5337" y="4995"/>
                    <a:pt x="5237" y="4972"/>
                    <a:pt x="5138" y="4916"/>
                  </a:cubicBezTo>
                  <a:cubicBezTo>
                    <a:pt x="4963" y="4841"/>
                    <a:pt x="4862" y="4666"/>
                    <a:pt x="4887" y="4490"/>
                  </a:cubicBezTo>
                  <a:cubicBezTo>
                    <a:pt x="4887" y="4315"/>
                    <a:pt x="4988" y="4164"/>
                    <a:pt x="5163" y="4139"/>
                  </a:cubicBezTo>
                  <a:cubicBezTo>
                    <a:pt x="5238" y="4114"/>
                    <a:pt x="5213" y="3989"/>
                    <a:pt x="5138" y="3989"/>
                  </a:cubicBezTo>
                  <a:cubicBezTo>
                    <a:pt x="5130" y="3989"/>
                    <a:pt x="5122" y="3989"/>
                    <a:pt x="5113" y="3990"/>
                  </a:cubicBezTo>
                  <a:lnTo>
                    <a:pt x="5113" y="3990"/>
                  </a:lnTo>
                  <a:cubicBezTo>
                    <a:pt x="5113" y="3989"/>
                    <a:pt x="5113" y="3989"/>
                    <a:pt x="5113" y="3989"/>
                  </a:cubicBezTo>
                  <a:cubicBezTo>
                    <a:pt x="5112" y="3989"/>
                    <a:pt x="5111" y="3989"/>
                    <a:pt x="5110" y="3990"/>
                  </a:cubicBezTo>
                  <a:lnTo>
                    <a:pt x="5110" y="3990"/>
                  </a:lnTo>
                  <a:cubicBezTo>
                    <a:pt x="4835" y="3998"/>
                    <a:pt x="4555" y="4006"/>
                    <a:pt x="4273" y="4006"/>
                  </a:cubicBezTo>
                  <a:cubicBezTo>
                    <a:pt x="3690" y="4006"/>
                    <a:pt x="3100" y="3972"/>
                    <a:pt x="2532" y="3839"/>
                  </a:cubicBezTo>
                  <a:cubicBezTo>
                    <a:pt x="1704" y="3638"/>
                    <a:pt x="877" y="3212"/>
                    <a:pt x="451" y="2460"/>
                  </a:cubicBezTo>
                  <a:cubicBezTo>
                    <a:pt x="226" y="2084"/>
                    <a:pt x="125" y="1633"/>
                    <a:pt x="226" y="1207"/>
                  </a:cubicBezTo>
                  <a:cubicBezTo>
                    <a:pt x="326" y="806"/>
                    <a:pt x="602" y="480"/>
                    <a:pt x="978" y="305"/>
                  </a:cubicBezTo>
                  <a:cubicBezTo>
                    <a:pt x="1237" y="189"/>
                    <a:pt x="1501" y="144"/>
                    <a:pt x="1765" y="144"/>
                  </a:cubicBezTo>
                  <a:cubicBezTo>
                    <a:pt x="2419" y="144"/>
                    <a:pt x="3077" y="420"/>
                    <a:pt x="3684" y="580"/>
                  </a:cubicBezTo>
                  <a:cubicBezTo>
                    <a:pt x="4182" y="719"/>
                    <a:pt x="4695" y="789"/>
                    <a:pt x="5210" y="789"/>
                  </a:cubicBezTo>
                  <a:cubicBezTo>
                    <a:pt x="5810" y="789"/>
                    <a:pt x="6412" y="694"/>
                    <a:pt x="6993" y="505"/>
                  </a:cubicBezTo>
                  <a:cubicBezTo>
                    <a:pt x="7061" y="482"/>
                    <a:pt x="7047" y="377"/>
                    <a:pt x="6968" y="377"/>
                  </a:cubicBezTo>
                  <a:cubicBezTo>
                    <a:pt x="6960" y="377"/>
                    <a:pt x="6952" y="378"/>
                    <a:pt x="6943" y="380"/>
                  </a:cubicBezTo>
                  <a:cubicBezTo>
                    <a:pt x="6387" y="561"/>
                    <a:pt x="5800" y="649"/>
                    <a:pt x="5212" y="649"/>
                  </a:cubicBezTo>
                  <a:cubicBezTo>
                    <a:pt x="4740" y="649"/>
                    <a:pt x="4268" y="592"/>
                    <a:pt x="3810" y="480"/>
                  </a:cubicBezTo>
                  <a:cubicBezTo>
                    <a:pt x="3143" y="295"/>
                    <a:pt x="2436" y="1"/>
                    <a:pt x="173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5" name="Google Shape;5215;p55"/>
            <p:cNvSpPr/>
            <p:nvPr/>
          </p:nvSpPr>
          <p:spPr>
            <a:xfrm>
              <a:off x="6161504" y="1913329"/>
              <a:ext cx="162747" cy="53832"/>
            </a:xfrm>
            <a:custGeom>
              <a:rect b="b" l="l" r="r" t="t"/>
              <a:pathLst>
                <a:path extrusionOk="0" h="1033" w="3123">
                  <a:moveTo>
                    <a:pt x="343" y="1"/>
                  </a:moveTo>
                  <a:cubicBezTo>
                    <a:pt x="313" y="1"/>
                    <a:pt x="285" y="17"/>
                    <a:pt x="276" y="55"/>
                  </a:cubicBezTo>
                  <a:cubicBezTo>
                    <a:pt x="226" y="256"/>
                    <a:pt x="25" y="406"/>
                    <a:pt x="25" y="632"/>
                  </a:cubicBezTo>
                  <a:cubicBezTo>
                    <a:pt x="0" y="807"/>
                    <a:pt x="100" y="983"/>
                    <a:pt x="276" y="1008"/>
                  </a:cubicBezTo>
                  <a:cubicBezTo>
                    <a:pt x="297" y="1010"/>
                    <a:pt x="318" y="1012"/>
                    <a:pt x="339" y="1012"/>
                  </a:cubicBezTo>
                  <a:cubicBezTo>
                    <a:pt x="518" y="1012"/>
                    <a:pt x="693" y="922"/>
                    <a:pt x="827" y="832"/>
                  </a:cubicBezTo>
                  <a:cubicBezTo>
                    <a:pt x="955" y="768"/>
                    <a:pt x="1052" y="684"/>
                    <a:pt x="1139" y="586"/>
                  </a:cubicBezTo>
                  <a:lnTo>
                    <a:pt x="1139" y="586"/>
                  </a:lnTo>
                  <a:cubicBezTo>
                    <a:pt x="1142" y="675"/>
                    <a:pt x="1161" y="762"/>
                    <a:pt x="1203" y="832"/>
                  </a:cubicBezTo>
                  <a:cubicBezTo>
                    <a:pt x="1278" y="958"/>
                    <a:pt x="1404" y="1033"/>
                    <a:pt x="1529" y="1033"/>
                  </a:cubicBezTo>
                  <a:cubicBezTo>
                    <a:pt x="1794" y="1014"/>
                    <a:pt x="1887" y="781"/>
                    <a:pt x="2014" y="592"/>
                  </a:cubicBezTo>
                  <a:lnTo>
                    <a:pt x="2014" y="592"/>
                  </a:lnTo>
                  <a:cubicBezTo>
                    <a:pt x="2066" y="758"/>
                    <a:pt x="2246" y="884"/>
                    <a:pt x="2443" y="884"/>
                  </a:cubicBezTo>
                  <a:cubicBezTo>
                    <a:pt x="2456" y="884"/>
                    <a:pt x="2469" y="883"/>
                    <a:pt x="2481" y="882"/>
                  </a:cubicBezTo>
                  <a:cubicBezTo>
                    <a:pt x="2857" y="832"/>
                    <a:pt x="3008" y="456"/>
                    <a:pt x="3108" y="131"/>
                  </a:cubicBezTo>
                  <a:cubicBezTo>
                    <a:pt x="3123" y="85"/>
                    <a:pt x="3084" y="49"/>
                    <a:pt x="3045" y="49"/>
                  </a:cubicBezTo>
                  <a:cubicBezTo>
                    <a:pt x="3019" y="49"/>
                    <a:pt x="2993" y="65"/>
                    <a:pt x="2983" y="105"/>
                  </a:cubicBezTo>
                  <a:cubicBezTo>
                    <a:pt x="2907" y="331"/>
                    <a:pt x="2807" y="582"/>
                    <a:pt x="2582" y="707"/>
                  </a:cubicBezTo>
                  <a:cubicBezTo>
                    <a:pt x="2537" y="729"/>
                    <a:pt x="2486" y="742"/>
                    <a:pt x="2436" y="742"/>
                  </a:cubicBezTo>
                  <a:cubicBezTo>
                    <a:pt x="2374" y="742"/>
                    <a:pt x="2311" y="723"/>
                    <a:pt x="2256" y="682"/>
                  </a:cubicBezTo>
                  <a:cubicBezTo>
                    <a:pt x="2156" y="632"/>
                    <a:pt x="2105" y="506"/>
                    <a:pt x="2156" y="431"/>
                  </a:cubicBezTo>
                  <a:lnTo>
                    <a:pt x="2156" y="431"/>
                  </a:lnTo>
                  <a:cubicBezTo>
                    <a:pt x="2156" y="431"/>
                    <a:pt x="2156" y="431"/>
                    <a:pt x="2156" y="431"/>
                  </a:cubicBezTo>
                  <a:cubicBezTo>
                    <a:pt x="2175" y="373"/>
                    <a:pt x="2134" y="315"/>
                    <a:pt x="2092" y="315"/>
                  </a:cubicBezTo>
                  <a:cubicBezTo>
                    <a:pt x="2079" y="315"/>
                    <a:pt x="2067" y="320"/>
                    <a:pt x="2055" y="331"/>
                  </a:cubicBezTo>
                  <a:cubicBezTo>
                    <a:pt x="1880" y="481"/>
                    <a:pt x="1830" y="732"/>
                    <a:pt x="1629" y="857"/>
                  </a:cubicBezTo>
                  <a:cubicBezTo>
                    <a:pt x="1589" y="881"/>
                    <a:pt x="1551" y="893"/>
                    <a:pt x="1516" y="893"/>
                  </a:cubicBezTo>
                  <a:cubicBezTo>
                    <a:pt x="1442" y="893"/>
                    <a:pt x="1380" y="842"/>
                    <a:pt x="1328" y="757"/>
                  </a:cubicBezTo>
                  <a:cubicBezTo>
                    <a:pt x="1278" y="657"/>
                    <a:pt x="1278" y="506"/>
                    <a:pt x="1278" y="381"/>
                  </a:cubicBezTo>
                  <a:cubicBezTo>
                    <a:pt x="1295" y="333"/>
                    <a:pt x="1248" y="305"/>
                    <a:pt x="1206" y="305"/>
                  </a:cubicBezTo>
                  <a:cubicBezTo>
                    <a:pt x="1183" y="305"/>
                    <a:pt x="1162" y="313"/>
                    <a:pt x="1153" y="331"/>
                  </a:cubicBezTo>
                  <a:cubicBezTo>
                    <a:pt x="978" y="582"/>
                    <a:pt x="677" y="857"/>
                    <a:pt x="351" y="857"/>
                  </a:cubicBezTo>
                  <a:cubicBezTo>
                    <a:pt x="339" y="859"/>
                    <a:pt x="329" y="859"/>
                    <a:pt x="318" y="859"/>
                  </a:cubicBezTo>
                  <a:cubicBezTo>
                    <a:pt x="148" y="859"/>
                    <a:pt x="128" y="673"/>
                    <a:pt x="176" y="532"/>
                  </a:cubicBezTo>
                  <a:cubicBezTo>
                    <a:pt x="251" y="381"/>
                    <a:pt x="376" y="256"/>
                    <a:pt x="426" y="105"/>
                  </a:cubicBezTo>
                  <a:cubicBezTo>
                    <a:pt x="442" y="44"/>
                    <a:pt x="390" y="1"/>
                    <a:pt x="3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6" name="Google Shape;5216;p55"/>
            <p:cNvSpPr/>
            <p:nvPr/>
          </p:nvSpPr>
          <p:spPr>
            <a:xfrm>
              <a:off x="6599657" y="1528227"/>
              <a:ext cx="148312" cy="490848"/>
            </a:xfrm>
            <a:custGeom>
              <a:rect b="b" l="l" r="r" t="t"/>
              <a:pathLst>
                <a:path extrusionOk="0" h="9419" w="2846">
                  <a:moveTo>
                    <a:pt x="95" y="0"/>
                  </a:moveTo>
                  <a:cubicBezTo>
                    <a:pt x="48" y="0"/>
                    <a:pt x="1" y="71"/>
                    <a:pt x="38" y="127"/>
                  </a:cubicBezTo>
                  <a:cubicBezTo>
                    <a:pt x="865" y="1104"/>
                    <a:pt x="1517" y="2232"/>
                    <a:pt x="1943" y="3435"/>
                  </a:cubicBezTo>
                  <a:cubicBezTo>
                    <a:pt x="2394" y="4638"/>
                    <a:pt x="2620" y="5917"/>
                    <a:pt x="2620" y="7195"/>
                  </a:cubicBezTo>
                  <a:cubicBezTo>
                    <a:pt x="2645" y="7896"/>
                    <a:pt x="2570" y="8623"/>
                    <a:pt x="2419" y="9325"/>
                  </a:cubicBezTo>
                  <a:cubicBezTo>
                    <a:pt x="2404" y="9386"/>
                    <a:pt x="2453" y="9419"/>
                    <a:pt x="2500" y="9419"/>
                  </a:cubicBezTo>
                  <a:cubicBezTo>
                    <a:pt x="2530" y="9419"/>
                    <a:pt x="2560" y="9405"/>
                    <a:pt x="2570" y="9375"/>
                  </a:cubicBezTo>
                  <a:cubicBezTo>
                    <a:pt x="2820" y="8097"/>
                    <a:pt x="2845" y="6769"/>
                    <a:pt x="2645" y="5490"/>
                  </a:cubicBezTo>
                  <a:cubicBezTo>
                    <a:pt x="2444" y="4212"/>
                    <a:pt x="2018" y="2959"/>
                    <a:pt x="1392" y="1831"/>
                  </a:cubicBezTo>
                  <a:cubicBezTo>
                    <a:pt x="1041" y="1180"/>
                    <a:pt x="615" y="578"/>
                    <a:pt x="139" y="27"/>
                  </a:cubicBezTo>
                  <a:cubicBezTo>
                    <a:pt x="126" y="8"/>
                    <a:pt x="110" y="0"/>
                    <a:pt x="9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7" name="Google Shape;5217;p55"/>
            <p:cNvSpPr/>
            <p:nvPr/>
          </p:nvSpPr>
          <p:spPr>
            <a:xfrm>
              <a:off x="6390065" y="1750013"/>
              <a:ext cx="262543" cy="363641"/>
            </a:xfrm>
            <a:custGeom>
              <a:rect b="b" l="l" r="r" t="t"/>
              <a:pathLst>
                <a:path extrusionOk="0" h="6978" w="5038">
                  <a:moveTo>
                    <a:pt x="648" y="0"/>
                  </a:moveTo>
                  <a:cubicBezTo>
                    <a:pt x="617" y="0"/>
                    <a:pt x="587" y="16"/>
                    <a:pt x="577" y="56"/>
                  </a:cubicBezTo>
                  <a:cubicBezTo>
                    <a:pt x="125" y="1360"/>
                    <a:pt x="0" y="2763"/>
                    <a:pt x="151" y="4117"/>
                  </a:cubicBezTo>
                  <a:cubicBezTo>
                    <a:pt x="251" y="4793"/>
                    <a:pt x="401" y="5470"/>
                    <a:pt x="627" y="6122"/>
                  </a:cubicBezTo>
                  <a:cubicBezTo>
                    <a:pt x="727" y="6397"/>
                    <a:pt x="827" y="6673"/>
                    <a:pt x="1028" y="6849"/>
                  </a:cubicBezTo>
                  <a:cubicBezTo>
                    <a:pt x="1125" y="6933"/>
                    <a:pt x="1239" y="6977"/>
                    <a:pt x="1351" y="6977"/>
                  </a:cubicBezTo>
                  <a:cubicBezTo>
                    <a:pt x="1471" y="6977"/>
                    <a:pt x="1589" y="6927"/>
                    <a:pt x="1679" y="6823"/>
                  </a:cubicBezTo>
                  <a:cubicBezTo>
                    <a:pt x="1780" y="6723"/>
                    <a:pt x="1855" y="6598"/>
                    <a:pt x="1905" y="6447"/>
                  </a:cubicBezTo>
                  <a:cubicBezTo>
                    <a:pt x="1955" y="6272"/>
                    <a:pt x="2030" y="6072"/>
                    <a:pt x="2080" y="5871"/>
                  </a:cubicBezTo>
                  <a:cubicBezTo>
                    <a:pt x="2206" y="5535"/>
                    <a:pt x="2315" y="5181"/>
                    <a:pt x="2435" y="4825"/>
                  </a:cubicBezTo>
                  <a:lnTo>
                    <a:pt x="2435" y="4825"/>
                  </a:lnTo>
                  <a:cubicBezTo>
                    <a:pt x="2562" y="5048"/>
                    <a:pt x="2801" y="5196"/>
                    <a:pt x="3060" y="5196"/>
                  </a:cubicBezTo>
                  <a:cubicBezTo>
                    <a:pt x="3076" y="5196"/>
                    <a:pt x="3092" y="5196"/>
                    <a:pt x="3108" y="5194"/>
                  </a:cubicBezTo>
                  <a:cubicBezTo>
                    <a:pt x="3359" y="5159"/>
                    <a:pt x="3571" y="4982"/>
                    <a:pt x="3663" y="4756"/>
                  </a:cubicBezTo>
                  <a:lnTo>
                    <a:pt x="3663" y="4756"/>
                  </a:lnTo>
                  <a:cubicBezTo>
                    <a:pt x="3804" y="4986"/>
                    <a:pt x="4063" y="5144"/>
                    <a:pt x="4336" y="5144"/>
                  </a:cubicBezTo>
                  <a:cubicBezTo>
                    <a:pt x="4712" y="5119"/>
                    <a:pt x="5038" y="4768"/>
                    <a:pt x="5038" y="4392"/>
                  </a:cubicBezTo>
                  <a:cubicBezTo>
                    <a:pt x="5038" y="4342"/>
                    <a:pt x="5000" y="4317"/>
                    <a:pt x="4963" y="4317"/>
                  </a:cubicBezTo>
                  <a:cubicBezTo>
                    <a:pt x="4925" y="4317"/>
                    <a:pt x="4887" y="4342"/>
                    <a:pt x="4887" y="4392"/>
                  </a:cubicBezTo>
                  <a:cubicBezTo>
                    <a:pt x="4887" y="4693"/>
                    <a:pt x="4637" y="4969"/>
                    <a:pt x="4336" y="4994"/>
                  </a:cubicBezTo>
                  <a:cubicBezTo>
                    <a:pt x="4322" y="4995"/>
                    <a:pt x="4308" y="4996"/>
                    <a:pt x="4294" y="4996"/>
                  </a:cubicBezTo>
                  <a:cubicBezTo>
                    <a:pt x="4008" y="4996"/>
                    <a:pt x="3733" y="4754"/>
                    <a:pt x="3709" y="4468"/>
                  </a:cubicBezTo>
                  <a:lnTo>
                    <a:pt x="3709" y="4468"/>
                  </a:lnTo>
                  <a:cubicBezTo>
                    <a:pt x="3709" y="4468"/>
                    <a:pt x="3709" y="4468"/>
                    <a:pt x="3709" y="4468"/>
                  </a:cubicBezTo>
                  <a:cubicBezTo>
                    <a:pt x="3709" y="4417"/>
                    <a:pt x="3672" y="4392"/>
                    <a:pt x="3634" y="4392"/>
                  </a:cubicBezTo>
                  <a:cubicBezTo>
                    <a:pt x="3597" y="4392"/>
                    <a:pt x="3559" y="4417"/>
                    <a:pt x="3559" y="4468"/>
                  </a:cubicBezTo>
                  <a:cubicBezTo>
                    <a:pt x="3559" y="4468"/>
                    <a:pt x="3559" y="4468"/>
                    <a:pt x="3559" y="4468"/>
                  </a:cubicBezTo>
                  <a:lnTo>
                    <a:pt x="3559" y="4468"/>
                  </a:lnTo>
                  <a:cubicBezTo>
                    <a:pt x="3584" y="4743"/>
                    <a:pt x="3359" y="5019"/>
                    <a:pt x="3083" y="5044"/>
                  </a:cubicBezTo>
                  <a:cubicBezTo>
                    <a:pt x="3067" y="5045"/>
                    <a:pt x="3052" y="5046"/>
                    <a:pt x="3036" y="5046"/>
                  </a:cubicBezTo>
                  <a:cubicBezTo>
                    <a:pt x="2779" y="5046"/>
                    <a:pt x="2554" y="4853"/>
                    <a:pt x="2506" y="4593"/>
                  </a:cubicBezTo>
                  <a:cubicBezTo>
                    <a:pt x="2494" y="4555"/>
                    <a:pt x="2463" y="4536"/>
                    <a:pt x="2431" y="4536"/>
                  </a:cubicBezTo>
                  <a:cubicBezTo>
                    <a:pt x="2400" y="4536"/>
                    <a:pt x="2369" y="4555"/>
                    <a:pt x="2356" y="4593"/>
                  </a:cubicBezTo>
                  <a:cubicBezTo>
                    <a:pt x="2256" y="4944"/>
                    <a:pt x="2130" y="5270"/>
                    <a:pt x="2030" y="5620"/>
                  </a:cubicBezTo>
                  <a:cubicBezTo>
                    <a:pt x="1955" y="5796"/>
                    <a:pt x="1905" y="5946"/>
                    <a:pt x="1855" y="6122"/>
                  </a:cubicBezTo>
                  <a:cubicBezTo>
                    <a:pt x="1805" y="6272"/>
                    <a:pt x="1755" y="6397"/>
                    <a:pt x="1704" y="6548"/>
                  </a:cubicBezTo>
                  <a:cubicBezTo>
                    <a:pt x="1654" y="6648"/>
                    <a:pt x="1579" y="6748"/>
                    <a:pt x="1454" y="6798"/>
                  </a:cubicBezTo>
                  <a:cubicBezTo>
                    <a:pt x="1418" y="6816"/>
                    <a:pt x="1380" y="6824"/>
                    <a:pt x="1340" y="6824"/>
                  </a:cubicBezTo>
                  <a:cubicBezTo>
                    <a:pt x="1268" y="6824"/>
                    <a:pt x="1193" y="6797"/>
                    <a:pt x="1128" y="6748"/>
                  </a:cubicBezTo>
                  <a:cubicBezTo>
                    <a:pt x="902" y="6548"/>
                    <a:pt x="827" y="6272"/>
                    <a:pt x="727" y="5996"/>
                  </a:cubicBezTo>
                  <a:cubicBezTo>
                    <a:pt x="326" y="4793"/>
                    <a:pt x="151" y="3490"/>
                    <a:pt x="276" y="2212"/>
                  </a:cubicBezTo>
                  <a:cubicBezTo>
                    <a:pt x="326" y="1485"/>
                    <a:pt x="476" y="783"/>
                    <a:pt x="727" y="82"/>
                  </a:cubicBezTo>
                  <a:cubicBezTo>
                    <a:pt x="742" y="36"/>
                    <a:pt x="694" y="0"/>
                    <a:pt x="64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8" name="Google Shape;5218;p55"/>
            <p:cNvSpPr/>
            <p:nvPr/>
          </p:nvSpPr>
          <p:spPr>
            <a:xfrm>
              <a:off x="6435766" y="1803635"/>
              <a:ext cx="32153" cy="216111"/>
            </a:xfrm>
            <a:custGeom>
              <a:rect b="b" l="l" r="r" t="t"/>
              <a:pathLst>
                <a:path extrusionOk="0" h="4147" w="617">
                  <a:moveTo>
                    <a:pt x="468" y="0"/>
                  </a:moveTo>
                  <a:cubicBezTo>
                    <a:pt x="439" y="0"/>
                    <a:pt x="411" y="17"/>
                    <a:pt x="401" y="55"/>
                  </a:cubicBezTo>
                  <a:cubicBezTo>
                    <a:pt x="0" y="1358"/>
                    <a:pt x="25" y="2787"/>
                    <a:pt x="451" y="4090"/>
                  </a:cubicBezTo>
                  <a:cubicBezTo>
                    <a:pt x="461" y="4130"/>
                    <a:pt x="492" y="4146"/>
                    <a:pt x="522" y="4146"/>
                  </a:cubicBezTo>
                  <a:cubicBezTo>
                    <a:pt x="569" y="4146"/>
                    <a:pt x="617" y="4110"/>
                    <a:pt x="602" y="4065"/>
                  </a:cubicBezTo>
                  <a:cubicBezTo>
                    <a:pt x="176" y="2787"/>
                    <a:pt x="151" y="1383"/>
                    <a:pt x="552" y="105"/>
                  </a:cubicBezTo>
                  <a:cubicBezTo>
                    <a:pt x="567" y="43"/>
                    <a:pt x="516" y="0"/>
                    <a:pt x="46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9" name="Google Shape;5219;p55"/>
            <p:cNvSpPr/>
            <p:nvPr/>
          </p:nvSpPr>
          <p:spPr>
            <a:xfrm>
              <a:off x="6481468" y="1733337"/>
              <a:ext cx="10527" cy="7869"/>
            </a:xfrm>
            <a:custGeom>
              <a:rect b="b" l="l" r="r" t="t"/>
              <a:pathLst>
                <a:path extrusionOk="0" h="151"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0" name="Google Shape;5220;p55"/>
            <p:cNvSpPr/>
            <p:nvPr/>
          </p:nvSpPr>
          <p:spPr>
            <a:xfrm>
              <a:off x="5799694" y="1780967"/>
              <a:ext cx="89425" cy="118452"/>
            </a:xfrm>
            <a:custGeom>
              <a:rect b="b" l="l" r="r" t="t"/>
              <a:pathLst>
                <a:path extrusionOk="0" h="2273" w="1716">
                  <a:moveTo>
                    <a:pt x="979" y="1"/>
                  </a:moveTo>
                  <a:cubicBezTo>
                    <a:pt x="929" y="1"/>
                    <a:pt x="878" y="5"/>
                    <a:pt x="828" y="14"/>
                  </a:cubicBezTo>
                  <a:cubicBezTo>
                    <a:pt x="577" y="39"/>
                    <a:pt x="377" y="189"/>
                    <a:pt x="251" y="390"/>
                  </a:cubicBezTo>
                  <a:cubicBezTo>
                    <a:pt x="1" y="866"/>
                    <a:pt x="226" y="1392"/>
                    <a:pt x="577" y="1743"/>
                  </a:cubicBezTo>
                  <a:cubicBezTo>
                    <a:pt x="803" y="1969"/>
                    <a:pt x="1104" y="2119"/>
                    <a:pt x="1404" y="2270"/>
                  </a:cubicBezTo>
                  <a:cubicBezTo>
                    <a:pt x="1411" y="2272"/>
                    <a:pt x="1418" y="2273"/>
                    <a:pt x="1424" y="2273"/>
                  </a:cubicBezTo>
                  <a:cubicBezTo>
                    <a:pt x="1492" y="2273"/>
                    <a:pt x="1548" y="2167"/>
                    <a:pt x="1479" y="2144"/>
                  </a:cubicBezTo>
                  <a:cubicBezTo>
                    <a:pt x="953" y="1894"/>
                    <a:pt x="276" y="1493"/>
                    <a:pt x="276" y="841"/>
                  </a:cubicBezTo>
                  <a:cubicBezTo>
                    <a:pt x="276" y="565"/>
                    <a:pt x="427" y="290"/>
                    <a:pt x="677" y="189"/>
                  </a:cubicBezTo>
                  <a:cubicBezTo>
                    <a:pt x="767" y="152"/>
                    <a:pt x="860" y="137"/>
                    <a:pt x="953" y="137"/>
                  </a:cubicBezTo>
                  <a:cubicBezTo>
                    <a:pt x="1171" y="137"/>
                    <a:pt x="1394" y="219"/>
                    <a:pt x="1605" y="290"/>
                  </a:cubicBezTo>
                  <a:cubicBezTo>
                    <a:pt x="1615" y="297"/>
                    <a:pt x="1626" y="300"/>
                    <a:pt x="1635" y="300"/>
                  </a:cubicBezTo>
                  <a:cubicBezTo>
                    <a:pt x="1691" y="300"/>
                    <a:pt x="1716" y="186"/>
                    <a:pt x="1630" y="164"/>
                  </a:cubicBezTo>
                  <a:cubicBezTo>
                    <a:pt x="1425" y="82"/>
                    <a:pt x="1204" y="1"/>
                    <a:pt x="97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1" name="Google Shape;5221;p55"/>
            <p:cNvSpPr/>
            <p:nvPr/>
          </p:nvSpPr>
          <p:spPr>
            <a:xfrm>
              <a:off x="5914652" y="1899207"/>
              <a:ext cx="9172" cy="6566"/>
            </a:xfrm>
            <a:custGeom>
              <a:rect b="b" l="l" r="r" t="t"/>
              <a:pathLst>
                <a:path extrusionOk="0" h="126" w="176">
                  <a:moveTo>
                    <a:pt x="75" y="1"/>
                  </a:moveTo>
                  <a:cubicBezTo>
                    <a:pt x="0" y="1"/>
                    <a:pt x="0" y="126"/>
                    <a:pt x="75" y="126"/>
                  </a:cubicBezTo>
                  <a:cubicBezTo>
                    <a:pt x="176" y="126"/>
                    <a:pt x="176" y="1"/>
                    <a:pt x="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2" name="Google Shape;5222;p55"/>
            <p:cNvSpPr/>
            <p:nvPr/>
          </p:nvSpPr>
          <p:spPr>
            <a:xfrm>
              <a:off x="6032163" y="1856111"/>
              <a:ext cx="74000" cy="54510"/>
            </a:xfrm>
            <a:custGeom>
              <a:rect b="b" l="l" r="r" t="t"/>
              <a:pathLst>
                <a:path extrusionOk="0" h="1046" w="1420">
                  <a:moveTo>
                    <a:pt x="302" y="0"/>
                  </a:moveTo>
                  <a:cubicBezTo>
                    <a:pt x="176" y="26"/>
                    <a:pt x="76" y="101"/>
                    <a:pt x="51" y="226"/>
                  </a:cubicBezTo>
                  <a:cubicBezTo>
                    <a:pt x="1" y="351"/>
                    <a:pt x="26" y="477"/>
                    <a:pt x="126" y="552"/>
                  </a:cubicBezTo>
                  <a:cubicBezTo>
                    <a:pt x="219" y="645"/>
                    <a:pt x="329" y="682"/>
                    <a:pt x="440" y="682"/>
                  </a:cubicBezTo>
                  <a:cubicBezTo>
                    <a:pt x="516" y="682"/>
                    <a:pt x="593" y="665"/>
                    <a:pt x="665" y="635"/>
                  </a:cubicBezTo>
                  <a:lnTo>
                    <a:pt x="665" y="635"/>
                  </a:lnTo>
                  <a:cubicBezTo>
                    <a:pt x="650" y="782"/>
                    <a:pt x="713" y="941"/>
                    <a:pt x="853" y="1003"/>
                  </a:cubicBezTo>
                  <a:cubicBezTo>
                    <a:pt x="907" y="1032"/>
                    <a:pt x="962" y="1045"/>
                    <a:pt x="1015" y="1045"/>
                  </a:cubicBezTo>
                  <a:cubicBezTo>
                    <a:pt x="1233" y="1045"/>
                    <a:pt x="1420" y="824"/>
                    <a:pt x="1379" y="602"/>
                  </a:cubicBezTo>
                  <a:cubicBezTo>
                    <a:pt x="1368" y="558"/>
                    <a:pt x="1333" y="538"/>
                    <a:pt x="1299" y="538"/>
                  </a:cubicBezTo>
                  <a:cubicBezTo>
                    <a:pt x="1256" y="538"/>
                    <a:pt x="1215" y="571"/>
                    <a:pt x="1229" y="627"/>
                  </a:cubicBezTo>
                  <a:cubicBezTo>
                    <a:pt x="1269" y="767"/>
                    <a:pt x="1134" y="907"/>
                    <a:pt x="1001" y="907"/>
                  </a:cubicBezTo>
                  <a:cubicBezTo>
                    <a:pt x="967" y="907"/>
                    <a:pt x="934" y="898"/>
                    <a:pt x="903" y="878"/>
                  </a:cubicBezTo>
                  <a:cubicBezTo>
                    <a:pt x="778" y="802"/>
                    <a:pt x="778" y="602"/>
                    <a:pt x="878" y="502"/>
                  </a:cubicBezTo>
                  <a:cubicBezTo>
                    <a:pt x="939" y="461"/>
                    <a:pt x="885" y="388"/>
                    <a:pt x="822" y="388"/>
                  </a:cubicBezTo>
                  <a:cubicBezTo>
                    <a:pt x="808" y="388"/>
                    <a:pt x="792" y="392"/>
                    <a:pt x="778" y="401"/>
                  </a:cubicBezTo>
                  <a:cubicBezTo>
                    <a:pt x="778" y="401"/>
                    <a:pt x="778" y="401"/>
                    <a:pt x="778" y="401"/>
                  </a:cubicBezTo>
                  <a:lnTo>
                    <a:pt x="778" y="401"/>
                  </a:lnTo>
                  <a:cubicBezTo>
                    <a:pt x="676" y="486"/>
                    <a:pt x="551" y="548"/>
                    <a:pt x="427" y="548"/>
                  </a:cubicBezTo>
                  <a:cubicBezTo>
                    <a:pt x="367" y="548"/>
                    <a:pt x="308" y="534"/>
                    <a:pt x="252" y="502"/>
                  </a:cubicBezTo>
                  <a:cubicBezTo>
                    <a:pt x="201" y="452"/>
                    <a:pt x="151" y="376"/>
                    <a:pt x="176" y="301"/>
                  </a:cubicBezTo>
                  <a:cubicBezTo>
                    <a:pt x="176" y="226"/>
                    <a:pt x="226" y="176"/>
                    <a:pt x="302" y="151"/>
                  </a:cubicBezTo>
                  <a:cubicBezTo>
                    <a:pt x="402" y="151"/>
                    <a:pt x="402" y="0"/>
                    <a:pt x="30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3" name="Google Shape;5223;p55"/>
            <p:cNvSpPr/>
            <p:nvPr/>
          </p:nvSpPr>
          <p:spPr>
            <a:xfrm>
              <a:off x="5629916" y="1692325"/>
              <a:ext cx="94845" cy="139036"/>
            </a:xfrm>
            <a:custGeom>
              <a:rect b="b" l="l" r="r" t="t"/>
              <a:pathLst>
                <a:path extrusionOk="0" h="2668" w="1820">
                  <a:moveTo>
                    <a:pt x="1743" y="0"/>
                  </a:moveTo>
                  <a:cubicBezTo>
                    <a:pt x="1732" y="0"/>
                    <a:pt x="1719" y="4"/>
                    <a:pt x="1705" y="11"/>
                  </a:cubicBezTo>
                  <a:cubicBezTo>
                    <a:pt x="652" y="412"/>
                    <a:pt x="1" y="1489"/>
                    <a:pt x="126" y="2592"/>
                  </a:cubicBezTo>
                  <a:cubicBezTo>
                    <a:pt x="126" y="2642"/>
                    <a:pt x="163" y="2667"/>
                    <a:pt x="201" y="2667"/>
                  </a:cubicBezTo>
                  <a:cubicBezTo>
                    <a:pt x="239" y="2667"/>
                    <a:pt x="276" y="2642"/>
                    <a:pt x="276" y="2592"/>
                  </a:cubicBezTo>
                  <a:cubicBezTo>
                    <a:pt x="151" y="1539"/>
                    <a:pt x="752" y="512"/>
                    <a:pt x="1755" y="136"/>
                  </a:cubicBezTo>
                  <a:cubicBezTo>
                    <a:pt x="1820" y="114"/>
                    <a:pt x="1810" y="0"/>
                    <a:pt x="17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4" name="Google Shape;5224;p55"/>
            <p:cNvSpPr/>
            <p:nvPr/>
          </p:nvSpPr>
          <p:spPr>
            <a:xfrm>
              <a:off x="5663892" y="1857414"/>
              <a:ext cx="9172" cy="7869"/>
            </a:xfrm>
            <a:custGeom>
              <a:rect b="b" l="l" r="r" t="t"/>
              <a:pathLst>
                <a:path extrusionOk="0" h="151" w="176">
                  <a:moveTo>
                    <a:pt x="75" y="1"/>
                  </a:moveTo>
                  <a:cubicBezTo>
                    <a:pt x="0" y="1"/>
                    <a:pt x="0" y="151"/>
                    <a:pt x="75" y="151"/>
                  </a:cubicBezTo>
                  <a:cubicBezTo>
                    <a:pt x="176" y="151"/>
                    <a:pt x="176" y="1"/>
                    <a:pt x="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5" name="Google Shape;5225;p55"/>
            <p:cNvSpPr/>
            <p:nvPr/>
          </p:nvSpPr>
          <p:spPr>
            <a:xfrm>
              <a:off x="5817204" y="1958562"/>
              <a:ext cx="93594" cy="38667"/>
            </a:xfrm>
            <a:custGeom>
              <a:rect b="b" l="l" r="r" t="t"/>
              <a:pathLst>
                <a:path extrusionOk="0" h="742" w="1796">
                  <a:moveTo>
                    <a:pt x="108" y="1"/>
                  </a:moveTo>
                  <a:cubicBezTo>
                    <a:pt x="58" y="1"/>
                    <a:pt x="0" y="74"/>
                    <a:pt x="41" y="115"/>
                  </a:cubicBezTo>
                  <a:cubicBezTo>
                    <a:pt x="517" y="516"/>
                    <a:pt x="1093" y="716"/>
                    <a:pt x="1720" y="741"/>
                  </a:cubicBezTo>
                  <a:cubicBezTo>
                    <a:pt x="1795" y="741"/>
                    <a:pt x="1795" y="591"/>
                    <a:pt x="1720" y="591"/>
                  </a:cubicBezTo>
                  <a:cubicBezTo>
                    <a:pt x="1143" y="591"/>
                    <a:pt x="592" y="365"/>
                    <a:pt x="141" y="14"/>
                  </a:cubicBezTo>
                  <a:cubicBezTo>
                    <a:pt x="131" y="5"/>
                    <a:pt x="120" y="1"/>
                    <a:pt x="10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6" name="Google Shape;5226;p55"/>
            <p:cNvSpPr/>
            <p:nvPr/>
          </p:nvSpPr>
          <p:spPr>
            <a:xfrm>
              <a:off x="5914652" y="2037458"/>
              <a:ext cx="84214" cy="46901"/>
            </a:xfrm>
            <a:custGeom>
              <a:rect b="b" l="l" r="r" t="t"/>
              <a:pathLst>
                <a:path extrusionOk="0" h="900" w="1616">
                  <a:moveTo>
                    <a:pt x="503" y="1"/>
                  </a:moveTo>
                  <a:cubicBezTo>
                    <a:pt x="494" y="1"/>
                    <a:pt x="486" y="2"/>
                    <a:pt x="476" y="4"/>
                  </a:cubicBezTo>
                  <a:cubicBezTo>
                    <a:pt x="326" y="79"/>
                    <a:pt x="176" y="155"/>
                    <a:pt x="75" y="330"/>
                  </a:cubicBezTo>
                  <a:cubicBezTo>
                    <a:pt x="0" y="455"/>
                    <a:pt x="25" y="631"/>
                    <a:pt x="126" y="756"/>
                  </a:cubicBezTo>
                  <a:cubicBezTo>
                    <a:pt x="209" y="823"/>
                    <a:pt x="304" y="856"/>
                    <a:pt x="402" y="856"/>
                  </a:cubicBezTo>
                  <a:cubicBezTo>
                    <a:pt x="451" y="856"/>
                    <a:pt x="502" y="848"/>
                    <a:pt x="552" y="831"/>
                  </a:cubicBezTo>
                  <a:cubicBezTo>
                    <a:pt x="643" y="801"/>
                    <a:pt x="735" y="742"/>
                    <a:pt x="816" y="673"/>
                  </a:cubicBezTo>
                  <a:lnTo>
                    <a:pt x="816" y="673"/>
                  </a:lnTo>
                  <a:cubicBezTo>
                    <a:pt x="845" y="750"/>
                    <a:pt x="906" y="820"/>
                    <a:pt x="978" y="856"/>
                  </a:cubicBezTo>
                  <a:cubicBezTo>
                    <a:pt x="1026" y="887"/>
                    <a:pt x="1077" y="899"/>
                    <a:pt x="1127" y="899"/>
                  </a:cubicBezTo>
                  <a:cubicBezTo>
                    <a:pt x="1283" y="899"/>
                    <a:pt x="1440" y="776"/>
                    <a:pt x="1554" y="681"/>
                  </a:cubicBezTo>
                  <a:cubicBezTo>
                    <a:pt x="1615" y="620"/>
                    <a:pt x="1560" y="542"/>
                    <a:pt x="1497" y="542"/>
                  </a:cubicBezTo>
                  <a:cubicBezTo>
                    <a:pt x="1483" y="542"/>
                    <a:pt x="1468" y="546"/>
                    <a:pt x="1454" y="556"/>
                  </a:cubicBezTo>
                  <a:cubicBezTo>
                    <a:pt x="1362" y="647"/>
                    <a:pt x="1250" y="759"/>
                    <a:pt x="1117" y="759"/>
                  </a:cubicBezTo>
                  <a:cubicBezTo>
                    <a:pt x="1104" y="759"/>
                    <a:pt x="1091" y="758"/>
                    <a:pt x="1078" y="756"/>
                  </a:cubicBezTo>
                  <a:cubicBezTo>
                    <a:pt x="1007" y="732"/>
                    <a:pt x="892" y="620"/>
                    <a:pt x="941" y="544"/>
                  </a:cubicBezTo>
                  <a:lnTo>
                    <a:pt x="941" y="544"/>
                  </a:lnTo>
                  <a:cubicBezTo>
                    <a:pt x="945" y="540"/>
                    <a:pt x="949" y="535"/>
                    <a:pt x="953" y="530"/>
                  </a:cubicBezTo>
                  <a:cubicBezTo>
                    <a:pt x="1009" y="474"/>
                    <a:pt x="967" y="404"/>
                    <a:pt x="910" y="404"/>
                  </a:cubicBezTo>
                  <a:cubicBezTo>
                    <a:pt x="892" y="404"/>
                    <a:pt x="871" y="411"/>
                    <a:pt x="852" y="430"/>
                  </a:cubicBezTo>
                  <a:cubicBezTo>
                    <a:pt x="845" y="438"/>
                    <a:pt x="838" y="446"/>
                    <a:pt x="832" y="455"/>
                  </a:cubicBezTo>
                  <a:lnTo>
                    <a:pt x="832" y="455"/>
                  </a:lnTo>
                  <a:cubicBezTo>
                    <a:pt x="734" y="567"/>
                    <a:pt x="578" y="716"/>
                    <a:pt x="417" y="716"/>
                  </a:cubicBezTo>
                  <a:cubicBezTo>
                    <a:pt x="362" y="716"/>
                    <a:pt x="306" y="698"/>
                    <a:pt x="251" y="656"/>
                  </a:cubicBezTo>
                  <a:cubicBezTo>
                    <a:pt x="151" y="581"/>
                    <a:pt x="176" y="455"/>
                    <a:pt x="226" y="355"/>
                  </a:cubicBezTo>
                  <a:cubicBezTo>
                    <a:pt x="301" y="255"/>
                    <a:pt x="426" y="180"/>
                    <a:pt x="552" y="129"/>
                  </a:cubicBezTo>
                  <a:cubicBezTo>
                    <a:pt x="643" y="107"/>
                    <a:pt x="589" y="1"/>
                    <a:pt x="5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7" name="Google Shape;5227;p55"/>
            <p:cNvSpPr/>
            <p:nvPr/>
          </p:nvSpPr>
          <p:spPr>
            <a:xfrm>
              <a:off x="6106474" y="1953768"/>
              <a:ext cx="57689" cy="158735"/>
            </a:xfrm>
            <a:custGeom>
              <a:rect b="b" l="l" r="r" t="t"/>
              <a:pathLst>
                <a:path extrusionOk="0" h="3046" w="1107">
                  <a:moveTo>
                    <a:pt x="106" y="0"/>
                  </a:moveTo>
                  <a:cubicBezTo>
                    <a:pt x="48" y="0"/>
                    <a:pt x="0" y="53"/>
                    <a:pt x="54" y="106"/>
                  </a:cubicBezTo>
                  <a:cubicBezTo>
                    <a:pt x="655" y="933"/>
                    <a:pt x="956" y="1936"/>
                    <a:pt x="906" y="2989"/>
                  </a:cubicBezTo>
                  <a:cubicBezTo>
                    <a:pt x="906" y="3026"/>
                    <a:pt x="943" y="3045"/>
                    <a:pt x="981" y="3045"/>
                  </a:cubicBezTo>
                  <a:cubicBezTo>
                    <a:pt x="1019" y="3045"/>
                    <a:pt x="1056" y="3026"/>
                    <a:pt x="1056" y="2989"/>
                  </a:cubicBezTo>
                  <a:cubicBezTo>
                    <a:pt x="1106" y="1936"/>
                    <a:pt x="780" y="858"/>
                    <a:pt x="179" y="31"/>
                  </a:cubicBezTo>
                  <a:cubicBezTo>
                    <a:pt x="157" y="9"/>
                    <a:pt x="131" y="0"/>
                    <a:pt x="10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8" name="Google Shape;5228;p55"/>
            <p:cNvSpPr/>
            <p:nvPr/>
          </p:nvSpPr>
          <p:spPr>
            <a:xfrm>
              <a:off x="6174532" y="1995509"/>
              <a:ext cx="7921" cy="77804"/>
            </a:xfrm>
            <a:custGeom>
              <a:rect b="b" l="l" r="r" t="t"/>
              <a:pathLst>
                <a:path extrusionOk="0" h="1493" w="152">
                  <a:moveTo>
                    <a:pt x="76" y="1"/>
                  </a:moveTo>
                  <a:cubicBezTo>
                    <a:pt x="38" y="1"/>
                    <a:pt x="1" y="20"/>
                    <a:pt x="1" y="57"/>
                  </a:cubicBezTo>
                  <a:cubicBezTo>
                    <a:pt x="1" y="508"/>
                    <a:pt x="1" y="985"/>
                    <a:pt x="26" y="1436"/>
                  </a:cubicBezTo>
                  <a:cubicBezTo>
                    <a:pt x="26" y="1473"/>
                    <a:pt x="57" y="1492"/>
                    <a:pt x="88" y="1492"/>
                  </a:cubicBezTo>
                  <a:cubicBezTo>
                    <a:pt x="120" y="1492"/>
                    <a:pt x="151" y="1473"/>
                    <a:pt x="151" y="1436"/>
                  </a:cubicBezTo>
                  <a:cubicBezTo>
                    <a:pt x="151" y="985"/>
                    <a:pt x="151" y="508"/>
                    <a:pt x="151" y="57"/>
                  </a:cubicBezTo>
                  <a:cubicBezTo>
                    <a:pt x="151" y="20"/>
                    <a:pt x="114"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9" name="Google Shape;5229;p55"/>
            <p:cNvSpPr/>
            <p:nvPr/>
          </p:nvSpPr>
          <p:spPr>
            <a:xfrm>
              <a:off x="6211114" y="2006296"/>
              <a:ext cx="7869" cy="20949"/>
            </a:xfrm>
            <a:custGeom>
              <a:rect b="b" l="l" r="r" t="t"/>
              <a:pathLst>
                <a:path extrusionOk="0" h="402" w="151">
                  <a:moveTo>
                    <a:pt x="76" y="1"/>
                  </a:moveTo>
                  <a:cubicBezTo>
                    <a:pt x="26" y="1"/>
                    <a:pt x="1" y="26"/>
                    <a:pt x="1" y="76"/>
                  </a:cubicBezTo>
                  <a:lnTo>
                    <a:pt x="1" y="326"/>
                  </a:lnTo>
                  <a:cubicBezTo>
                    <a:pt x="1" y="352"/>
                    <a:pt x="26" y="402"/>
                    <a:pt x="76" y="402"/>
                  </a:cubicBezTo>
                  <a:cubicBezTo>
                    <a:pt x="126" y="402"/>
                    <a:pt x="151" y="377"/>
                    <a:pt x="151" y="326"/>
                  </a:cubicBezTo>
                  <a:lnTo>
                    <a:pt x="151" y="76"/>
                  </a:ln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0" name="Google Shape;5230;p55"/>
            <p:cNvSpPr/>
            <p:nvPr/>
          </p:nvSpPr>
          <p:spPr>
            <a:xfrm>
              <a:off x="6309084" y="1978364"/>
              <a:ext cx="11777" cy="24076"/>
            </a:xfrm>
            <a:custGeom>
              <a:rect b="b" l="l" r="r" t="t"/>
              <a:pathLst>
                <a:path extrusionOk="0" h="462" w="226">
                  <a:moveTo>
                    <a:pt x="140" y="1"/>
                  </a:moveTo>
                  <a:cubicBezTo>
                    <a:pt x="112" y="1"/>
                    <a:pt x="94" y="24"/>
                    <a:pt x="75" y="60"/>
                  </a:cubicBezTo>
                  <a:cubicBezTo>
                    <a:pt x="50" y="161"/>
                    <a:pt x="25" y="261"/>
                    <a:pt x="0" y="386"/>
                  </a:cubicBezTo>
                  <a:cubicBezTo>
                    <a:pt x="0" y="411"/>
                    <a:pt x="25" y="461"/>
                    <a:pt x="50" y="461"/>
                  </a:cubicBezTo>
                  <a:cubicBezTo>
                    <a:pt x="100" y="461"/>
                    <a:pt x="126" y="461"/>
                    <a:pt x="151" y="411"/>
                  </a:cubicBezTo>
                  <a:cubicBezTo>
                    <a:pt x="176" y="311"/>
                    <a:pt x="201" y="211"/>
                    <a:pt x="226" y="86"/>
                  </a:cubicBezTo>
                  <a:cubicBezTo>
                    <a:pt x="226" y="60"/>
                    <a:pt x="201" y="10"/>
                    <a:pt x="176" y="10"/>
                  </a:cubicBezTo>
                  <a:cubicBezTo>
                    <a:pt x="162" y="4"/>
                    <a:pt x="151" y="1"/>
                    <a:pt x="14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1" name="Google Shape;5231;p55"/>
            <p:cNvSpPr/>
            <p:nvPr/>
          </p:nvSpPr>
          <p:spPr>
            <a:xfrm>
              <a:off x="6329980" y="1976280"/>
              <a:ext cx="10475" cy="31893"/>
            </a:xfrm>
            <a:custGeom>
              <a:rect b="b" l="l" r="r" t="t"/>
              <a:pathLst>
                <a:path extrusionOk="0" h="612" w="201">
                  <a:moveTo>
                    <a:pt x="151" y="0"/>
                  </a:moveTo>
                  <a:cubicBezTo>
                    <a:pt x="126" y="0"/>
                    <a:pt x="75" y="25"/>
                    <a:pt x="50" y="50"/>
                  </a:cubicBezTo>
                  <a:cubicBezTo>
                    <a:pt x="50" y="226"/>
                    <a:pt x="25" y="376"/>
                    <a:pt x="0" y="527"/>
                  </a:cubicBezTo>
                  <a:cubicBezTo>
                    <a:pt x="0" y="552"/>
                    <a:pt x="0" y="602"/>
                    <a:pt x="50" y="602"/>
                  </a:cubicBezTo>
                  <a:cubicBezTo>
                    <a:pt x="57" y="608"/>
                    <a:pt x="66" y="612"/>
                    <a:pt x="74" y="612"/>
                  </a:cubicBezTo>
                  <a:cubicBezTo>
                    <a:pt x="99" y="612"/>
                    <a:pt x="126" y="588"/>
                    <a:pt x="126" y="552"/>
                  </a:cubicBezTo>
                  <a:cubicBezTo>
                    <a:pt x="151" y="401"/>
                    <a:pt x="176" y="251"/>
                    <a:pt x="201" y="100"/>
                  </a:cubicBezTo>
                  <a:cubicBezTo>
                    <a:pt x="201" y="50"/>
                    <a:pt x="201" y="25"/>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2" name="Google Shape;5232;p55"/>
            <p:cNvSpPr/>
            <p:nvPr/>
          </p:nvSpPr>
          <p:spPr>
            <a:xfrm>
              <a:off x="6099179" y="1766740"/>
              <a:ext cx="68476" cy="49090"/>
            </a:xfrm>
            <a:custGeom>
              <a:rect b="b" l="l" r="r" t="t"/>
              <a:pathLst>
                <a:path extrusionOk="0" h="942" w="1314">
                  <a:moveTo>
                    <a:pt x="1220" y="0"/>
                  </a:moveTo>
                  <a:cubicBezTo>
                    <a:pt x="1199" y="0"/>
                    <a:pt x="1179" y="11"/>
                    <a:pt x="1171" y="36"/>
                  </a:cubicBezTo>
                  <a:cubicBezTo>
                    <a:pt x="946" y="437"/>
                    <a:pt x="545" y="738"/>
                    <a:pt x="93" y="813"/>
                  </a:cubicBezTo>
                  <a:cubicBezTo>
                    <a:pt x="1" y="813"/>
                    <a:pt x="36" y="941"/>
                    <a:pt x="121" y="941"/>
                  </a:cubicBezTo>
                  <a:cubicBezTo>
                    <a:pt x="128" y="941"/>
                    <a:pt x="136" y="940"/>
                    <a:pt x="144" y="938"/>
                  </a:cubicBezTo>
                  <a:cubicBezTo>
                    <a:pt x="620" y="863"/>
                    <a:pt x="1071" y="563"/>
                    <a:pt x="1296" y="111"/>
                  </a:cubicBezTo>
                  <a:cubicBezTo>
                    <a:pt x="1313" y="45"/>
                    <a:pt x="1263" y="0"/>
                    <a:pt x="122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3" name="Google Shape;5233;p55"/>
            <p:cNvSpPr/>
            <p:nvPr/>
          </p:nvSpPr>
          <p:spPr>
            <a:xfrm>
              <a:off x="5985159" y="1813015"/>
              <a:ext cx="9224" cy="7869"/>
            </a:xfrm>
            <a:custGeom>
              <a:rect b="b" l="l" r="r" t="t"/>
              <a:pathLst>
                <a:path extrusionOk="0" h="151" w="177">
                  <a:moveTo>
                    <a:pt x="101" y="0"/>
                  </a:moveTo>
                  <a:cubicBezTo>
                    <a:pt x="1" y="0"/>
                    <a:pt x="1" y="151"/>
                    <a:pt x="101" y="151"/>
                  </a:cubicBezTo>
                  <a:cubicBezTo>
                    <a:pt x="176" y="151"/>
                    <a:pt x="17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4" name="Google Shape;5234;p55"/>
            <p:cNvSpPr/>
            <p:nvPr/>
          </p:nvSpPr>
          <p:spPr>
            <a:xfrm>
              <a:off x="6180108" y="1725729"/>
              <a:ext cx="124549" cy="142371"/>
            </a:xfrm>
            <a:custGeom>
              <a:rect b="b" l="l" r="r" t="t"/>
              <a:pathLst>
                <a:path extrusionOk="0" h="2732" w="2390">
                  <a:moveTo>
                    <a:pt x="2300" y="1"/>
                  </a:moveTo>
                  <a:cubicBezTo>
                    <a:pt x="2268" y="1"/>
                    <a:pt x="2235" y="15"/>
                    <a:pt x="2225" y="46"/>
                  </a:cubicBezTo>
                  <a:cubicBezTo>
                    <a:pt x="1824" y="1099"/>
                    <a:pt x="1047" y="2001"/>
                    <a:pt x="69" y="2603"/>
                  </a:cubicBezTo>
                  <a:cubicBezTo>
                    <a:pt x="1" y="2626"/>
                    <a:pt x="57" y="2731"/>
                    <a:pt x="124" y="2731"/>
                  </a:cubicBezTo>
                  <a:cubicBezTo>
                    <a:pt x="131" y="2731"/>
                    <a:pt x="138" y="2730"/>
                    <a:pt x="144" y="2728"/>
                  </a:cubicBezTo>
                  <a:cubicBezTo>
                    <a:pt x="1147" y="2101"/>
                    <a:pt x="1949" y="1174"/>
                    <a:pt x="2375" y="71"/>
                  </a:cubicBezTo>
                  <a:cubicBezTo>
                    <a:pt x="2390" y="28"/>
                    <a:pt x="2345" y="1"/>
                    <a:pt x="23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5" name="Google Shape;5235;p55"/>
            <p:cNvSpPr/>
            <p:nvPr/>
          </p:nvSpPr>
          <p:spPr>
            <a:xfrm>
              <a:off x="6318985" y="1770909"/>
              <a:ext cx="38980" cy="47683"/>
            </a:xfrm>
            <a:custGeom>
              <a:rect b="b" l="l" r="r" t="t"/>
              <a:pathLst>
                <a:path extrusionOk="0" h="915" w="748">
                  <a:moveTo>
                    <a:pt x="644" y="0"/>
                  </a:moveTo>
                  <a:cubicBezTo>
                    <a:pt x="623" y="0"/>
                    <a:pt x="602" y="9"/>
                    <a:pt x="587" y="31"/>
                  </a:cubicBezTo>
                  <a:cubicBezTo>
                    <a:pt x="412" y="282"/>
                    <a:pt x="236" y="558"/>
                    <a:pt x="36" y="808"/>
                  </a:cubicBezTo>
                  <a:cubicBezTo>
                    <a:pt x="0" y="862"/>
                    <a:pt x="53" y="915"/>
                    <a:pt x="104" y="915"/>
                  </a:cubicBezTo>
                  <a:cubicBezTo>
                    <a:pt x="125" y="915"/>
                    <a:pt x="146" y="906"/>
                    <a:pt x="161" y="884"/>
                  </a:cubicBezTo>
                  <a:cubicBezTo>
                    <a:pt x="362" y="608"/>
                    <a:pt x="537" y="357"/>
                    <a:pt x="712" y="107"/>
                  </a:cubicBezTo>
                  <a:cubicBezTo>
                    <a:pt x="748" y="53"/>
                    <a:pt x="696" y="0"/>
                    <a:pt x="64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6" name="Google Shape;5236;p55"/>
            <p:cNvSpPr/>
            <p:nvPr/>
          </p:nvSpPr>
          <p:spPr>
            <a:xfrm>
              <a:off x="5634345" y="1605143"/>
              <a:ext cx="201519" cy="49298"/>
            </a:xfrm>
            <a:custGeom>
              <a:rect b="b" l="l" r="r" t="t"/>
              <a:pathLst>
                <a:path extrusionOk="0" h="946" w="3867">
                  <a:moveTo>
                    <a:pt x="2350" y="1"/>
                  </a:moveTo>
                  <a:cubicBezTo>
                    <a:pt x="1814" y="1"/>
                    <a:pt x="1276" y="120"/>
                    <a:pt x="793" y="355"/>
                  </a:cubicBezTo>
                  <a:cubicBezTo>
                    <a:pt x="517" y="481"/>
                    <a:pt x="266" y="631"/>
                    <a:pt x="41" y="831"/>
                  </a:cubicBezTo>
                  <a:cubicBezTo>
                    <a:pt x="0" y="872"/>
                    <a:pt x="58" y="945"/>
                    <a:pt x="122" y="945"/>
                  </a:cubicBezTo>
                  <a:cubicBezTo>
                    <a:pt x="137" y="945"/>
                    <a:pt x="152" y="941"/>
                    <a:pt x="166" y="932"/>
                  </a:cubicBezTo>
                  <a:cubicBezTo>
                    <a:pt x="777" y="402"/>
                    <a:pt x="1570" y="138"/>
                    <a:pt x="2370" y="138"/>
                  </a:cubicBezTo>
                  <a:cubicBezTo>
                    <a:pt x="2555" y="138"/>
                    <a:pt x="2740" y="152"/>
                    <a:pt x="2923" y="180"/>
                  </a:cubicBezTo>
                  <a:cubicBezTo>
                    <a:pt x="3199" y="230"/>
                    <a:pt x="3449" y="305"/>
                    <a:pt x="3725" y="430"/>
                  </a:cubicBezTo>
                  <a:cubicBezTo>
                    <a:pt x="3732" y="433"/>
                    <a:pt x="3739" y="434"/>
                    <a:pt x="3745" y="434"/>
                  </a:cubicBezTo>
                  <a:cubicBezTo>
                    <a:pt x="3812" y="434"/>
                    <a:pt x="3866" y="328"/>
                    <a:pt x="3775" y="305"/>
                  </a:cubicBezTo>
                  <a:cubicBezTo>
                    <a:pt x="3331" y="101"/>
                    <a:pt x="2842" y="1"/>
                    <a:pt x="23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7" name="Google Shape;5237;p55"/>
            <p:cNvSpPr/>
            <p:nvPr/>
          </p:nvSpPr>
          <p:spPr>
            <a:xfrm>
              <a:off x="5884584" y="1640631"/>
              <a:ext cx="9224" cy="6566"/>
            </a:xfrm>
            <a:custGeom>
              <a:rect b="b" l="l" r="r" t="t"/>
              <a:pathLst>
                <a:path extrusionOk="0" h="126" w="177">
                  <a:moveTo>
                    <a:pt x="101" y="0"/>
                  </a:moveTo>
                  <a:cubicBezTo>
                    <a:pt x="1" y="0"/>
                    <a:pt x="1" y="125"/>
                    <a:pt x="101" y="125"/>
                  </a:cubicBezTo>
                  <a:cubicBezTo>
                    <a:pt x="176" y="125"/>
                    <a:pt x="17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8" name="Google Shape;5238;p55"/>
            <p:cNvSpPr/>
            <p:nvPr/>
          </p:nvSpPr>
          <p:spPr>
            <a:xfrm>
              <a:off x="6154938" y="1572417"/>
              <a:ext cx="72801" cy="50549"/>
            </a:xfrm>
            <a:custGeom>
              <a:rect b="b" l="l" r="r" t="t"/>
              <a:pathLst>
                <a:path extrusionOk="0" h="970" w="1397">
                  <a:moveTo>
                    <a:pt x="915" y="0"/>
                  </a:moveTo>
                  <a:cubicBezTo>
                    <a:pt x="894" y="0"/>
                    <a:pt x="874" y="2"/>
                    <a:pt x="853" y="6"/>
                  </a:cubicBezTo>
                  <a:cubicBezTo>
                    <a:pt x="680" y="40"/>
                    <a:pt x="567" y="206"/>
                    <a:pt x="546" y="380"/>
                  </a:cubicBezTo>
                  <a:lnTo>
                    <a:pt x="546" y="380"/>
                  </a:lnTo>
                  <a:cubicBezTo>
                    <a:pt x="493" y="351"/>
                    <a:pt x="434" y="334"/>
                    <a:pt x="374" y="334"/>
                  </a:cubicBezTo>
                  <a:cubicBezTo>
                    <a:pt x="304" y="334"/>
                    <a:pt x="235" y="357"/>
                    <a:pt x="176" y="407"/>
                  </a:cubicBezTo>
                  <a:cubicBezTo>
                    <a:pt x="1" y="532"/>
                    <a:pt x="51" y="833"/>
                    <a:pt x="226" y="958"/>
                  </a:cubicBezTo>
                  <a:cubicBezTo>
                    <a:pt x="243" y="966"/>
                    <a:pt x="257" y="970"/>
                    <a:pt x="271" y="970"/>
                  </a:cubicBezTo>
                  <a:cubicBezTo>
                    <a:pt x="340" y="970"/>
                    <a:pt x="365" y="875"/>
                    <a:pt x="302" y="833"/>
                  </a:cubicBezTo>
                  <a:cubicBezTo>
                    <a:pt x="201" y="758"/>
                    <a:pt x="176" y="582"/>
                    <a:pt x="277" y="507"/>
                  </a:cubicBezTo>
                  <a:cubicBezTo>
                    <a:pt x="310" y="482"/>
                    <a:pt x="349" y="471"/>
                    <a:pt x="388" y="471"/>
                  </a:cubicBezTo>
                  <a:cubicBezTo>
                    <a:pt x="453" y="471"/>
                    <a:pt x="518" y="502"/>
                    <a:pt x="557" y="551"/>
                  </a:cubicBezTo>
                  <a:lnTo>
                    <a:pt x="557" y="551"/>
                  </a:lnTo>
                  <a:cubicBezTo>
                    <a:pt x="563" y="570"/>
                    <a:pt x="569" y="589"/>
                    <a:pt x="577" y="607"/>
                  </a:cubicBezTo>
                  <a:cubicBezTo>
                    <a:pt x="586" y="634"/>
                    <a:pt x="610" y="645"/>
                    <a:pt x="635" y="645"/>
                  </a:cubicBezTo>
                  <a:cubicBezTo>
                    <a:pt x="683" y="645"/>
                    <a:pt x="735" y="606"/>
                    <a:pt x="703" y="557"/>
                  </a:cubicBezTo>
                  <a:cubicBezTo>
                    <a:pt x="700" y="550"/>
                    <a:pt x="697" y="543"/>
                    <a:pt x="694" y="536"/>
                  </a:cubicBezTo>
                  <a:lnTo>
                    <a:pt x="694" y="536"/>
                  </a:lnTo>
                  <a:lnTo>
                    <a:pt x="703" y="532"/>
                  </a:lnTo>
                  <a:cubicBezTo>
                    <a:pt x="652" y="407"/>
                    <a:pt x="728" y="181"/>
                    <a:pt x="878" y="156"/>
                  </a:cubicBezTo>
                  <a:cubicBezTo>
                    <a:pt x="897" y="151"/>
                    <a:pt x="915" y="148"/>
                    <a:pt x="934" y="148"/>
                  </a:cubicBezTo>
                  <a:cubicBezTo>
                    <a:pt x="1088" y="148"/>
                    <a:pt x="1221" y="325"/>
                    <a:pt x="1154" y="482"/>
                  </a:cubicBezTo>
                  <a:cubicBezTo>
                    <a:pt x="1139" y="527"/>
                    <a:pt x="1187" y="563"/>
                    <a:pt x="1233" y="563"/>
                  </a:cubicBezTo>
                  <a:cubicBezTo>
                    <a:pt x="1264" y="563"/>
                    <a:pt x="1294" y="547"/>
                    <a:pt x="1304" y="507"/>
                  </a:cubicBezTo>
                  <a:cubicBezTo>
                    <a:pt x="1397" y="275"/>
                    <a:pt x="1168" y="0"/>
                    <a:pt x="9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9" name="Google Shape;5239;p55"/>
            <p:cNvSpPr/>
            <p:nvPr/>
          </p:nvSpPr>
          <p:spPr>
            <a:xfrm>
              <a:off x="6331700" y="1471634"/>
              <a:ext cx="153002" cy="115794"/>
            </a:xfrm>
            <a:custGeom>
              <a:rect b="b" l="l" r="r" t="t"/>
              <a:pathLst>
                <a:path extrusionOk="0" h="2222" w="2936">
                  <a:moveTo>
                    <a:pt x="430" y="0"/>
                  </a:moveTo>
                  <a:cubicBezTo>
                    <a:pt x="318" y="0"/>
                    <a:pt x="205" y="12"/>
                    <a:pt x="93" y="35"/>
                  </a:cubicBezTo>
                  <a:cubicBezTo>
                    <a:pt x="0" y="35"/>
                    <a:pt x="36" y="163"/>
                    <a:pt x="120" y="163"/>
                  </a:cubicBezTo>
                  <a:cubicBezTo>
                    <a:pt x="128" y="163"/>
                    <a:pt x="135" y="162"/>
                    <a:pt x="143" y="160"/>
                  </a:cubicBezTo>
                  <a:cubicBezTo>
                    <a:pt x="239" y="139"/>
                    <a:pt x="335" y="130"/>
                    <a:pt x="430" y="130"/>
                  </a:cubicBezTo>
                  <a:cubicBezTo>
                    <a:pt x="907" y="130"/>
                    <a:pt x="1367" y="373"/>
                    <a:pt x="1722" y="687"/>
                  </a:cubicBezTo>
                  <a:cubicBezTo>
                    <a:pt x="2173" y="1113"/>
                    <a:pt x="2474" y="1664"/>
                    <a:pt x="2774" y="2190"/>
                  </a:cubicBezTo>
                  <a:cubicBezTo>
                    <a:pt x="2789" y="2212"/>
                    <a:pt x="2810" y="2222"/>
                    <a:pt x="2831" y="2222"/>
                  </a:cubicBezTo>
                  <a:cubicBezTo>
                    <a:pt x="2883" y="2222"/>
                    <a:pt x="2935" y="2168"/>
                    <a:pt x="2900" y="2115"/>
                  </a:cubicBezTo>
                  <a:cubicBezTo>
                    <a:pt x="2574" y="1539"/>
                    <a:pt x="2248" y="962"/>
                    <a:pt x="1747" y="536"/>
                  </a:cubicBezTo>
                  <a:cubicBezTo>
                    <a:pt x="1380" y="210"/>
                    <a:pt x="914" y="0"/>
                    <a:pt x="43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0" name="Google Shape;5240;p55"/>
            <p:cNvSpPr/>
            <p:nvPr/>
          </p:nvSpPr>
          <p:spPr>
            <a:xfrm>
              <a:off x="6294701" y="1444693"/>
              <a:ext cx="30069" cy="26160"/>
            </a:xfrm>
            <a:custGeom>
              <a:rect b="b" l="l" r="r" t="t"/>
              <a:pathLst>
                <a:path extrusionOk="0" h="502" w="577">
                  <a:moveTo>
                    <a:pt x="502" y="1"/>
                  </a:moveTo>
                  <a:cubicBezTo>
                    <a:pt x="276" y="26"/>
                    <a:pt x="76" y="176"/>
                    <a:pt x="1" y="402"/>
                  </a:cubicBezTo>
                  <a:cubicBezTo>
                    <a:pt x="1" y="452"/>
                    <a:pt x="26" y="502"/>
                    <a:pt x="51" y="502"/>
                  </a:cubicBezTo>
                  <a:cubicBezTo>
                    <a:pt x="101" y="502"/>
                    <a:pt x="126" y="502"/>
                    <a:pt x="151" y="452"/>
                  </a:cubicBezTo>
                  <a:cubicBezTo>
                    <a:pt x="151" y="427"/>
                    <a:pt x="151" y="427"/>
                    <a:pt x="151" y="427"/>
                  </a:cubicBezTo>
                  <a:cubicBezTo>
                    <a:pt x="151" y="402"/>
                    <a:pt x="176" y="402"/>
                    <a:pt x="176" y="402"/>
                  </a:cubicBezTo>
                  <a:cubicBezTo>
                    <a:pt x="176" y="377"/>
                    <a:pt x="201" y="352"/>
                    <a:pt x="201" y="326"/>
                  </a:cubicBezTo>
                  <a:cubicBezTo>
                    <a:pt x="201" y="326"/>
                    <a:pt x="226" y="326"/>
                    <a:pt x="226" y="301"/>
                  </a:cubicBezTo>
                  <a:cubicBezTo>
                    <a:pt x="226" y="301"/>
                    <a:pt x="226" y="301"/>
                    <a:pt x="226" y="276"/>
                  </a:cubicBezTo>
                  <a:cubicBezTo>
                    <a:pt x="251" y="276"/>
                    <a:pt x="276" y="251"/>
                    <a:pt x="276" y="226"/>
                  </a:cubicBezTo>
                  <a:lnTo>
                    <a:pt x="301" y="226"/>
                  </a:lnTo>
                  <a:cubicBezTo>
                    <a:pt x="301" y="226"/>
                    <a:pt x="326" y="201"/>
                    <a:pt x="326" y="201"/>
                  </a:cubicBezTo>
                  <a:cubicBezTo>
                    <a:pt x="351" y="201"/>
                    <a:pt x="376" y="176"/>
                    <a:pt x="402" y="176"/>
                  </a:cubicBezTo>
                  <a:cubicBezTo>
                    <a:pt x="402" y="176"/>
                    <a:pt x="402" y="151"/>
                    <a:pt x="402" y="151"/>
                  </a:cubicBezTo>
                  <a:lnTo>
                    <a:pt x="502" y="151"/>
                  </a:lnTo>
                  <a:cubicBezTo>
                    <a:pt x="552" y="126"/>
                    <a:pt x="577" y="101"/>
                    <a:pt x="577" y="76"/>
                  </a:cubicBezTo>
                  <a:cubicBezTo>
                    <a:pt x="577" y="26"/>
                    <a:pt x="552" y="1"/>
                    <a:pt x="5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1" name="Google Shape;5241;p55"/>
            <p:cNvSpPr/>
            <p:nvPr/>
          </p:nvSpPr>
          <p:spPr>
            <a:xfrm>
              <a:off x="6549369" y="1631303"/>
              <a:ext cx="74000" cy="31997"/>
            </a:xfrm>
            <a:custGeom>
              <a:rect b="b" l="l" r="r" t="t"/>
              <a:pathLst>
                <a:path extrusionOk="0" h="614" w="1420">
                  <a:moveTo>
                    <a:pt x="273" y="1"/>
                  </a:moveTo>
                  <a:cubicBezTo>
                    <a:pt x="266" y="1"/>
                    <a:pt x="259" y="2"/>
                    <a:pt x="251" y="4"/>
                  </a:cubicBezTo>
                  <a:cubicBezTo>
                    <a:pt x="126" y="29"/>
                    <a:pt x="51" y="154"/>
                    <a:pt x="26" y="279"/>
                  </a:cubicBezTo>
                  <a:cubicBezTo>
                    <a:pt x="1" y="405"/>
                    <a:pt x="101" y="530"/>
                    <a:pt x="226" y="580"/>
                  </a:cubicBezTo>
                  <a:cubicBezTo>
                    <a:pt x="278" y="601"/>
                    <a:pt x="334" y="613"/>
                    <a:pt x="391" y="613"/>
                  </a:cubicBezTo>
                  <a:cubicBezTo>
                    <a:pt x="472" y="613"/>
                    <a:pt x="554" y="589"/>
                    <a:pt x="627" y="530"/>
                  </a:cubicBezTo>
                  <a:cubicBezTo>
                    <a:pt x="671" y="504"/>
                    <a:pt x="706" y="468"/>
                    <a:pt x="734" y="426"/>
                  </a:cubicBezTo>
                  <a:lnTo>
                    <a:pt x="734" y="426"/>
                  </a:lnTo>
                  <a:cubicBezTo>
                    <a:pt x="781" y="508"/>
                    <a:pt x="855" y="568"/>
                    <a:pt x="953" y="580"/>
                  </a:cubicBezTo>
                  <a:cubicBezTo>
                    <a:pt x="983" y="588"/>
                    <a:pt x="1014" y="591"/>
                    <a:pt x="1044" y="591"/>
                  </a:cubicBezTo>
                  <a:cubicBezTo>
                    <a:pt x="1217" y="591"/>
                    <a:pt x="1383" y="475"/>
                    <a:pt x="1404" y="304"/>
                  </a:cubicBezTo>
                  <a:cubicBezTo>
                    <a:pt x="1419" y="244"/>
                    <a:pt x="1380" y="211"/>
                    <a:pt x="1340" y="211"/>
                  </a:cubicBezTo>
                  <a:cubicBezTo>
                    <a:pt x="1314" y="211"/>
                    <a:pt x="1289" y="225"/>
                    <a:pt x="1279" y="254"/>
                  </a:cubicBezTo>
                  <a:cubicBezTo>
                    <a:pt x="1257" y="367"/>
                    <a:pt x="1154" y="459"/>
                    <a:pt x="1042" y="459"/>
                  </a:cubicBezTo>
                  <a:cubicBezTo>
                    <a:pt x="1029" y="459"/>
                    <a:pt x="1016" y="457"/>
                    <a:pt x="1003" y="455"/>
                  </a:cubicBezTo>
                  <a:cubicBezTo>
                    <a:pt x="878" y="430"/>
                    <a:pt x="803" y="279"/>
                    <a:pt x="828" y="179"/>
                  </a:cubicBezTo>
                  <a:cubicBezTo>
                    <a:pt x="827" y="178"/>
                    <a:pt x="825" y="178"/>
                    <a:pt x="824" y="177"/>
                  </a:cubicBezTo>
                  <a:lnTo>
                    <a:pt x="824" y="177"/>
                  </a:lnTo>
                  <a:cubicBezTo>
                    <a:pt x="825" y="169"/>
                    <a:pt x="827" y="162"/>
                    <a:pt x="828" y="154"/>
                  </a:cubicBezTo>
                  <a:cubicBezTo>
                    <a:pt x="828" y="110"/>
                    <a:pt x="786" y="84"/>
                    <a:pt x="745" y="84"/>
                  </a:cubicBezTo>
                  <a:cubicBezTo>
                    <a:pt x="716" y="84"/>
                    <a:pt x="688" y="97"/>
                    <a:pt x="677" y="129"/>
                  </a:cubicBezTo>
                  <a:cubicBezTo>
                    <a:pt x="676" y="144"/>
                    <a:pt x="674" y="160"/>
                    <a:pt x="674" y="175"/>
                  </a:cubicBezTo>
                  <a:lnTo>
                    <a:pt x="674" y="175"/>
                  </a:lnTo>
                  <a:cubicBezTo>
                    <a:pt x="646" y="319"/>
                    <a:pt x="537" y="471"/>
                    <a:pt x="387" y="471"/>
                  </a:cubicBezTo>
                  <a:cubicBezTo>
                    <a:pt x="360" y="471"/>
                    <a:pt x="331" y="466"/>
                    <a:pt x="302" y="455"/>
                  </a:cubicBezTo>
                  <a:cubicBezTo>
                    <a:pt x="226" y="430"/>
                    <a:pt x="176" y="380"/>
                    <a:pt x="176" y="304"/>
                  </a:cubicBezTo>
                  <a:cubicBezTo>
                    <a:pt x="176" y="229"/>
                    <a:pt x="226" y="154"/>
                    <a:pt x="302" y="129"/>
                  </a:cubicBezTo>
                  <a:cubicBezTo>
                    <a:pt x="371" y="129"/>
                    <a:pt x="355" y="1"/>
                    <a:pt x="27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2" name="Google Shape;5242;p55"/>
            <p:cNvSpPr/>
            <p:nvPr/>
          </p:nvSpPr>
          <p:spPr>
            <a:xfrm>
              <a:off x="6509660" y="1692117"/>
              <a:ext cx="64567" cy="236174"/>
            </a:xfrm>
            <a:custGeom>
              <a:rect b="b" l="l" r="r" t="t"/>
              <a:pathLst>
                <a:path extrusionOk="0" h="4532" w="1239">
                  <a:moveTo>
                    <a:pt x="1092" y="1"/>
                  </a:moveTo>
                  <a:cubicBezTo>
                    <a:pt x="1053" y="1"/>
                    <a:pt x="1013" y="33"/>
                    <a:pt x="1013" y="90"/>
                  </a:cubicBezTo>
                  <a:cubicBezTo>
                    <a:pt x="1214" y="1268"/>
                    <a:pt x="1038" y="2496"/>
                    <a:pt x="537" y="3548"/>
                  </a:cubicBezTo>
                  <a:cubicBezTo>
                    <a:pt x="387" y="3849"/>
                    <a:pt x="211" y="4150"/>
                    <a:pt x="36" y="4426"/>
                  </a:cubicBezTo>
                  <a:cubicBezTo>
                    <a:pt x="1" y="4479"/>
                    <a:pt x="53" y="4532"/>
                    <a:pt x="104" y="4532"/>
                  </a:cubicBezTo>
                  <a:cubicBezTo>
                    <a:pt x="125" y="4532"/>
                    <a:pt x="147" y="4523"/>
                    <a:pt x="161" y="4501"/>
                  </a:cubicBezTo>
                  <a:cubicBezTo>
                    <a:pt x="838" y="3498"/>
                    <a:pt x="1214" y="2295"/>
                    <a:pt x="1239" y="1067"/>
                  </a:cubicBezTo>
                  <a:cubicBezTo>
                    <a:pt x="1239" y="741"/>
                    <a:pt x="1214" y="391"/>
                    <a:pt x="1164" y="65"/>
                  </a:cubicBezTo>
                  <a:cubicBezTo>
                    <a:pt x="1153" y="21"/>
                    <a:pt x="1123" y="1"/>
                    <a:pt x="109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3" name="Google Shape;5243;p55"/>
            <p:cNvSpPr/>
            <p:nvPr/>
          </p:nvSpPr>
          <p:spPr>
            <a:xfrm>
              <a:off x="6603513" y="1718277"/>
              <a:ext cx="12507" cy="74208"/>
            </a:xfrm>
            <a:custGeom>
              <a:rect b="b" l="l" r="r" t="t"/>
              <a:pathLst>
                <a:path extrusionOk="0" h="1424" w="240">
                  <a:moveTo>
                    <a:pt x="70" y="0"/>
                  </a:moveTo>
                  <a:cubicBezTo>
                    <a:pt x="34" y="0"/>
                    <a:pt x="0" y="33"/>
                    <a:pt x="14" y="89"/>
                  </a:cubicBezTo>
                  <a:cubicBezTo>
                    <a:pt x="90" y="515"/>
                    <a:pt x="90" y="941"/>
                    <a:pt x="39" y="1367"/>
                  </a:cubicBezTo>
                  <a:cubicBezTo>
                    <a:pt x="39" y="1405"/>
                    <a:pt x="77" y="1424"/>
                    <a:pt x="115" y="1424"/>
                  </a:cubicBezTo>
                  <a:cubicBezTo>
                    <a:pt x="152" y="1424"/>
                    <a:pt x="190" y="1405"/>
                    <a:pt x="190" y="1367"/>
                  </a:cubicBezTo>
                  <a:cubicBezTo>
                    <a:pt x="240" y="916"/>
                    <a:pt x="215" y="490"/>
                    <a:pt x="140" y="64"/>
                  </a:cubicBezTo>
                  <a:cubicBezTo>
                    <a:pt x="129" y="20"/>
                    <a:pt x="98" y="0"/>
                    <a:pt x="7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4" name="Google Shape;5244;p55"/>
            <p:cNvSpPr/>
            <p:nvPr/>
          </p:nvSpPr>
          <p:spPr>
            <a:xfrm>
              <a:off x="6651768" y="1669657"/>
              <a:ext cx="29600" cy="279479"/>
            </a:xfrm>
            <a:custGeom>
              <a:rect b="b" l="l" r="r" t="t"/>
              <a:pathLst>
                <a:path extrusionOk="0" h="5363" w="568">
                  <a:moveTo>
                    <a:pt x="96" y="1"/>
                  </a:moveTo>
                  <a:cubicBezTo>
                    <a:pt x="50" y="1"/>
                    <a:pt x="1" y="34"/>
                    <a:pt x="16" y="95"/>
                  </a:cubicBezTo>
                  <a:cubicBezTo>
                    <a:pt x="317" y="1398"/>
                    <a:pt x="417" y="2751"/>
                    <a:pt x="342" y="4105"/>
                  </a:cubicBezTo>
                  <a:cubicBezTo>
                    <a:pt x="317" y="4506"/>
                    <a:pt x="266" y="4882"/>
                    <a:pt x="216" y="5258"/>
                  </a:cubicBezTo>
                  <a:cubicBezTo>
                    <a:pt x="201" y="5320"/>
                    <a:pt x="252" y="5362"/>
                    <a:pt x="294" y="5362"/>
                  </a:cubicBezTo>
                  <a:cubicBezTo>
                    <a:pt x="320" y="5362"/>
                    <a:pt x="342" y="5346"/>
                    <a:pt x="342" y="5308"/>
                  </a:cubicBezTo>
                  <a:cubicBezTo>
                    <a:pt x="542" y="3954"/>
                    <a:pt x="567" y="2576"/>
                    <a:pt x="367" y="1223"/>
                  </a:cubicBezTo>
                  <a:cubicBezTo>
                    <a:pt x="317" y="822"/>
                    <a:pt x="241" y="446"/>
                    <a:pt x="166" y="45"/>
                  </a:cubicBezTo>
                  <a:cubicBezTo>
                    <a:pt x="156" y="15"/>
                    <a:pt x="127" y="1"/>
                    <a:pt x="9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5" name="Google Shape;5245;p55"/>
            <p:cNvSpPr/>
            <p:nvPr/>
          </p:nvSpPr>
          <p:spPr>
            <a:xfrm>
              <a:off x="6622534" y="1844334"/>
              <a:ext cx="13080" cy="43149"/>
            </a:xfrm>
            <a:custGeom>
              <a:rect b="b" l="l" r="r" t="t"/>
              <a:pathLst>
                <a:path extrusionOk="0" h="828" w="251">
                  <a:moveTo>
                    <a:pt x="201" y="1"/>
                  </a:moveTo>
                  <a:cubicBezTo>
                    <a:pt x="151" y="1"/>
                    <a:pt x="101" y="26"/>
                    <a:pt x="101" y="51"/>
                  </a:cubicBezTo>
                  <a:cubicBezTo>
                    <a:pt x="75" y="277"/>
                    <a:pt x="25" y="502"/>
                    <a:pt x="0" y="728"/>
                  </a:cubicBezTo>
                  <a:cubicBezTo>
                    <a:pt x="0" y="778"/>
                    <a:pt x="0" y="828"/>
                    <a:pt x="50" y="828"/>
                  </a:cubicBezTo>
                  <a:cubicBezTo>
                    <a:pt x="75" y="828"/>
                    <a:pt x="126" y="803"/>
                    <a:pt x="126" y="778"/>
                  </a:cubicBezTo>
                  <a:cubicBezTo>
                    <a:pt x="176" y="552"/>
                    <a:pt x="201" y="327"/>
                    <a:pt x="251" y="101"/>
                  </a:cubicBezTo>
                  <a:cubicBezTo>
                    <a:pt x="251" y="51"/>
                    <a:pt x="226" y="26"/>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6" name="Google Shape;5246;p55"/>
            <p:cNvSpPr/>
            <p:nvPr/>
          </p:nvSpPr>
          <p:spPr>
            <a:xfrm>
              <a:off x="6683087" y="1937665"/>
              <a:ext cx="21783" cy="72853"/>
            </a:xfrm>
            <a:custGeom>
              <a:rect b="b" l="l" r="r" t="t"/>
              <a:pathLst>
                <a:path extrusionOk="0" h="1398" w="418">
                  <a:moveTo>
                    <a:pt x="339" y="1"/>
                  </a:moveTo>
                  <a:cubicBezTo>
                    <a:pt x="308" y="1"/>
                    <a:pt x="278" y="21"/>
                    <a:pt x="267" y="65"/>
                  </a:cubicBezTo>
                  <a:cubicBezTo>
                    <a:pt x="192" y="466"/>
                    <a:pt x="91" y="892"/>
                    <a:pt x="16" y="1293"/>
                  </a:cubicBezTo>
                  <a:cubicBezTo>
                    <a:pt x="1" y="1355"/>
                    <a:pt x="52" y="1397"/>
                    <a:pt x="100" y="1397"/>
                  </a:cubicBezTo>
                  <a:cubicBezTo>
                    <a:pt x="129" y="1397"/>
                    <a:pt x="157" y="1381"/>
                    <a:pt x="167" y="1343"/>
                  </a:cubicBezTo>
                  <a:cubicBezTo>
                    <a:pt x="242" y="917"/>
                    <a:pt x="317" y="516"/>
                    <a:pt x="417" y="90"/>
                  </a:cubicBezTo>
                  <a:cubicBezTo>
                    <a:pt x="417" y="33"/>
                    <a:pt x="378" y="1"/>
                    <a:pt x="33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7" name="Google Shape;5247;p55"/>
            <p:cNvSpPr/>
            <p:nvPr/>
          </p:nvSpPr>
          <p:spPr>
            <a:xfrm>
              <a:off x="6396579" y="1684457"/>
              <a:ext cx="15738" cy="22825"/>
            </a:xfrm>
            <a:custGeom>
              <a:rect b="b" l="l" r="r" t="t"/>
              <a:pathLst>
                <a:path extrusionOk="0" h="438" w="302">
                  <a:moveTo>
                    <a:pt x="233" y="1"/>
                  </a:moveTo>
                  <a:cubicBezTo>
                    <a:pt x="201" y="1"/>
                    <a:pt x="176" y="19"/>
                    <a:pt x="176" y="36"/>
                  </a:cubicBezTo>
                  <a:lnTo>
                    <a:pt x="26" y="337"/>
                  </a:lnTo>
                  <a:cubicBezTo>
                    <a:pt x="0" y="362"/>
                    <a:pt x="0" y="412"/>
                    <a:pt x="51" y="437"/>
                  </a:cubicBezTo>
                  <a:cubicBezTo>
                    <a:pt x="76" y="437"/>
                    <a:pt x="126" y="437"/>
                    <a:pt x="151" y="387"/>
                  </a:cubicBezTo>
                  <a:cubicBezTo>
                    <a:pt x="201" y="312"/>
                    <a:pt x="251" y="212"/>
                    <a:pt x="301" y="111"/>
                  </a:cubicBezTo>
                  <a:cubicBezTo>
                    <a:pt x="301" y="86"/>
                    <a:pt x="301" y="36"/>
                    <a:pt x="276" y="11"/>
                  </a:cubicBezTo>
                  <a:cubicBezTo>
                    <a:pt x="261" y="4"/>
                    <a:pt x="247" y="1"/>
                    <a:pt x="2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8" name="Google Shape;5248;p55"/>
            <p:cNvSpPr/>
            <p:nvPr/>
          </p:nvSpPr>
          <p:spPr>
            <a:xfrm>
              <a:off x="6413567" y="1694149"/>
              <a:ext cx="14383" cy="24545"/>
            </a:xfrm>
            <a:custGeom>
              <a:rect b="b" l="l" r="r" t="t"/>
              <a:pathLst>
                <a:path extrusionOk="0" h="471" w="276">
                  <a:moveTo>
                    <a:pt x="201" y="1"/>
                  </a:moveTo>
                  <a:cubicBezTo>
                    <a:pt x="151" y="1"/>
                    <a:pt x="101" y="26"/>
                    <a:pt x="126" y="76"/>
                  </a:cubicBezTo>
                  <a:cubicBezTo>
                    <a:pt x="126" y="101"/>
                    <a:pt x="126" y="126"/>
                    <a:pt x="126" y="151"/>
                  </a:cubicBezTo>
                  <a:cubicBezTo>
                    <a:pt x="126" y="176"/>
                    <a:pt x="126" y="176"/>
                    <a:pt x="101" y="176"/>
                  </a:cubicBezTo>
                  <a:cubicBezTo>
                    <a:pt x="101" y="201"/>
                    <a:pt x="101" y="201"/>
                    <a:pt x="101" y="226"/>
                  </a:cubicBezTo>
                  <a:cubicBezTo>
                    <a:pt x="101" y="226"/>
                    <a:pt x="101" y="226"/>
                    <a:pt x="101" y="251"/>
                  </a:cubicBezTo>
                  <a:cubicBezTo>
                    <a:pt x="75" y="251"/>
                    <a:pt x="75" y="276"/>
                    <a:pt x="75" y="276"/>
                  </a:cubicBezTo>
                  <a:cubicBezTo>
                    <a:pt x="75" y="276"/>
                    <a:pt x="75" y="301"/>
                    <a:pt x="50" y="301"/>
                  </a:cubicBezTo>
                  <a:cubicBezTo>
                    <a:pt x="50" y="301"/>
                    <a:pt x="50" y="301"/>
                    <a:pt x="50" y="326"/>
                  </a:cubicBezTo>
                  <a:lnTo>
                    <a:pt x="25" y="326"/>
                  </a:lnTo>
                  <a:cubicBezTo>
                    <a:pt x="0" y="377"/>
                    <a:pt x="0" y="402"/>
                    <a:pt x="25" y="452"/>
                  </a:cubicBezTo>
                  <a:cubicBezTo>
                    <a:pt x="38" y="464"/>
                    <a:pt x="57" y="471"/>
                    <a:pt x="75" y="471"/>
                  </a:cubicBezTo>
                  <a:cubicBezTo>
                    <a:pt x="94" y="471"/>
                    <a:pt x="113" y="464"/>
                    <a:pt x="126" y="452"/>
                  </a:cubicBezTo>
                  <a:cubicBezTo>
                    <a:pt x="226" y="352"/>
                    <a:pt x="276" y="201"/>
                    <a:pt x="251" y="76"/>
                  </a:cubicBezTo>
                  <a:cubicBezTo>
                    <a:pt x="251" y="51"/>
                    <a:pt x="251" y="26"/>
                    <a:pt x="251" y="26"/>
                  </a:cubicBezTo>
                  <a:cubicBezTo>
                    <a:pt x="226" y="1"/>
                    <a:pt x="201" y="1"/>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9" name="Google Shape;5249;p55"/>
            <p:cNvSpPr/>
            <p:nvPr/>
          </p:nvSpPr>
          <p:spPr>
            <a:xfrm>
              <a:off x="6545461" y="1483880"/>
              <a:ext cx="9224" cy="18344"/>
            </a:xfrm>
            <a:custGeom>
              <a:rect b="b" l="l" r="r" t="t"/>
              <a:pathLst>
                <a:path extrusionOk="0" h="352" w="177">
                  <a:moveTo>
                    <a:pt x="76" y="1"/>
                  </a:moveTo>
                  <a:cubicBezTo>
                    <a:pt x="51" y="26"/>
                    <a:pt x="51" y="26"/>
                    <a:pt x="51" y="51"/>
                  </a:cubicBezTo>
                  <a:cubicBezTo>
                    <a:pt x="26" y="126"/>
                    <a:pt x="26" y="201"/>
                    <a:pt x="1" y="276"/>
                  </a:cubicBezTo>
                  <a:cubicBezTo>
                    <a:pt x="1" y="276"/>
                    <a:pt x="1" y="301"/>
                    <a:pt x="26" y="326"/>
                  </a:cubicBezTo>
                  <a:cubicBezTo>
                    <a:pt x="26" y="326"/>
                    <a:pt x="51" y="351"/>
                    <a:pt x="51" y="351"/>
                  </a:cubicBezTo>
                  <a:lnTo>
                    <a:pt x="101" y="351"/>
                  </a:lnTo>
                  <a:cubicBezTo>
                    <a:pt x="126" y="326"/>
                    <a:pt x="151" y="326"/>
                    <a:pt x="151" y="301"/>
                  </a:cubicBezTo>
                  <a:cubicBezTo>
                    <a:pt x="151" y="226"/>
                    <a:pt x="176" y="151"/>
                    <a:pt x="176" y="101"/>
                  </a:cubicBezTo>
                  <a:cubicBezTo>
                    <a:pt x="176" y="76"/>
                    <a:pt x="176" y="51"/>
                    <a:pt x="176" y="26"/>
                  </a:cubicBezTo>
                  <a:cubicBezTo>
                    <a:pt x="176" y="26"/>
                    <a:pt x="151"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0" name="Google Shape;5250;p55"/>
            <p:cNvSpPr/>
            <p:nvPr/>
          </p:nvSpPr>
          <p:spPr>
            <a:xfrm>
              <a:off x="6562449" y="1479972"/>
              <a:ext cx="10475" cy="28766"/>
            </a:xfrm>
            <a:custGeom>
              <a:rect b="b" l="l" r="r" t="t"/>
              <a:pathLst>
                <a:path extrusionOk="0" h="552" w="201">
                  <a:moveTo>
                    <a:pt x="126" y="0"/>
                  </a:moveTo>
                  <a:cubicBezTo>
                    <a:pt x="76" y="0"/>
                    <a:pt x="51" y="25"/>
                    <a:pt x="51" y="76"/>
                  </a:cubicBezTo>
                  <a:cubicBezTo>
                    <a:pt x="25" y="201"/>
                    <a:pt x="25" y="326"/>
                    <a:pt x="0" y="477"/>
                  </a:cubicBezTo>
                  <a:cubicBezTo>
                    <a:pt x="0" y="502"/>
                    <a:pt x="51" y="552"/>
                    <a:pt x="76" y="552"/>
                  </a:cubicBezTo>
                  <a:cubicBezTo>
                    <a:pt x="126" y="527"/>
                    <a:pt x="151" y="502"/>
                    <a:pt x="151" y="477"/>
                  </a:cubicBezTo>
                  <a:cubicBezTo>
                    <a:pt x="151" y="326"/>
                    <a:pt x="176" y="201"/>
                    <a:pt x="176" y="76"/>
                  </a:cubicBezTo>
                  <a:cubicBezTo>
                    <a:pt x="201" y="25"/>
                    <a:pt x="1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1" name="Google Shape;5251;p55"/>
            <p:cNvSpPr/>
            <p:nvPr/>
          </p:nvSpPr>
          <p:spPr>
            <a:xfrm>
              <a:off x="6501062" y="2063670"/>
              <a:ext cx="278229" cy="262699"/>
            </a:xfrm>
            <a:custGeom>
              <a:rect b="b" l="l" r="r" t="t"/>
              <a:pathLst>
                <a:path extrusionOk="0" h="5041" w="5339">
                  <a:moveTo>
                    <a:pt x="2308" y="0"/>
                  </a:moveTo>
                  <a:cubicBezTo>
                    <a:pt x="2062" y="0"/>
                    <a:pt x="1815" y="41"/>
                    <a:pt x="1579" y="128"/>
                  </a:cubicBezTo>
                  <a:cubicBezTo>
                    <a:pt x="652" y="454"/>
                    <a:pt x="0" y="1531"/>
                    <a:pt x="226" y="2509"/>
                  </a:cubicBezTo>
                  <a:lnTo>
                    <a:pt x="2532" y="5040"/>
                  </a:lnTo>
                  <a:cubicBezTo>
                    <a:pt x="4437" y="4865"/>
                    <a:pt x="5339" y="2509"/>
                    <a:pt x="4236" y="980"/>
                  </a:cubicBezTo>
                  <a:cubicBezTo>
                    <a:pt x="3802" y="376"/>
                    <a:pt x="3057" y="0"/>
                    <a:pt x="2308" y="0"/>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2" name="Google Shape;5252;p55"/>
            <p:cNvSpPr/>
            <p:nvPr/>
          </p:nvSpPr>
          <p:spPr>
            <a:xfrm>
              <a:off x="6499759" y="2060075"/>
              <a:ext cx="253423" cy="270360"/>
            </a:xfrm>
            <a:custGeom>
              <a:rect b="b" l="l" r="r" t="t"/>
              <a:pathLst>
                <a:path extrusionOk="0" h="5188" w="4863">
                  <a:moveTo>
                    <a:pt x="2307" y="0"/>
                  </a:moveTo>
                  <a:cubicBezTo>
                    <a:pt x="1943" y="0"/>
                    <a:pt x="1582" y="86"/>
                    <a:pt x="1254" y="272"/>
                  </a:cubicBezTo>
                  <a:cubicBezTo>
                    <a:pt x="477" y="723"/>
                    <a:pt x="0" y="1675"/>
                    <a:pt x="176" y="2578"/>
                  </a:cubicBezTo>
                  <a:cubicBezTo>
                    <a:pt x="187" y="2622"/>
                    <a:pt x="222" y="2642"/>
                    <a:pt x="256" y="2642"/>
                  </a:cubicBezTo>
                  <a:cubicBezTo>
                    <a:pt x="299" y="2642"/>
                    <a:pt x="340" y="2609"/>
                    <a:pt x="326" y="2553"/>
                  </a:cubicBezTo>
                  <a:cubicBezTo>
                    <a:pt x="151" y="1776"/>
                    <a:pt x="527" y="974"/>
                    <a:pt x="1153" y="523"/>
                  </a:cubicBezTo>
                  <a:cubicBezTo>
                    <a:pt x="1504" y="266"/>
                    <a:pt x="1920" y="148"/>
                    <a:pt x="2339" y="148"/>
                  </a:cubicBezTo>
                  <a:cubicBezTo>
                    <a:pt x="2698" y="148"/>
                    <a:pt x="3060" y="235"/>
                    <a:pt x="3384" y="397"/>
                  </a:cubicBezTo>
                  <a:cubicBezTo>
                    <a:pt x="4036" y="748"/>
                    <a:pt x="4487" y="1375"/>
                    <a:pt x="4612" y="2076"/>
                  </a:cubicBezTo>
                  <a:cubicBezTo>
                    <a:pt x="4737" y="2703"/>
                    <a:pt x="4612" y="3355"/>
                    <a:pt x="4286" y="3906"/>
                  </a:cubicBezTo>
                  <a:cubicBezTo>
                    <a:pt x="3935" y="4533"/>
                    <a:pt x="3284" y="4959"/>
                    <a:pt x="2557" y="5034"/>
                  </a:cubicBezTo>
                  <a:cubicBezTo>
                    <a:pt x="2464" y="5057"/>
                    <a:pt x="2457" y="5187"/>
                    <a:pt x="2536" y="5187"/>
                  </a:cubicBezTo>
                  <a:cubicBezTo>
                    <a:pt x="2542" y="5187"/>
                    <a:pt x="2549" y="5186"/>
                    <a:pt x="2557" y="5184"/>
                  </a:cubicBezTo>
                  <a:cubicBezTo>
                    <a:pt x="3259" y="5109"/>
                    <a:pt x="3885" y="4758"/>
                    <a:pt x="4286" y="4182"/>
                  </a:cubicBezTo>
                  <a:cubicBezTo>
                    <a:pt x="4687" y="3630"/>
                    <a:pt x="4863" y="2904"/>
                    <a:pt x="4787" y="2227"/>
                  </a:cubicBezTo>
                  <a:cubicBezTo>
                    <a:pt x="4712" y="1475"/>
                    <a:pt x="4286" y="798"/>
                    <a:pt x="3660" y="397"/>
                  </a:cubicBezTo>
                  <a:cubicBezTo>
                    <a:pt x="3250" y="143"/>
                    <a:pt x="2777" y="0"/>
                    <a:pt x="230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3" name="Google Shape;5253;p55"/>
            <p:cNvSpPr/>
            <p:nvPr/>
          </p:nvSpPr>
          <p:spPr>
            <a:xfrm>
              <a:off x="6542855" y="2096813"/>
              <a:ext cx="171919" cy="93959"/>
            </a:xfrm>
            <a:custGeom>
              <a:rect b="b" l="l" r="r" t="t"/>
              <a:pathLst>
                <a:path extrusionOk="0" h="1803" w="3299">
                  <a:moveTo>
                    <a:pt x="1579" y="0"/>
                  </a:moveTo>
                  <a:cubicBezTo>
                    <a:pt x="1049" y="0"/>
                    <a:pt x="535" y="253"/>
                    <a:pt x="251" y="720"/>
                  </a:cubicBezTo>
                  <a:cubicBezTo>
                    <a:pt x="76" y="1021"/>
                    <a:pt x="0" y="1397"/>
                    <a:pt x="76" y="1747"/>
                  </a:cubicBezTo>
                  <a:cubicBezTo>
                    <a:pt x="85" y="1786"/>
                    <a:pt x="113" y="1802"/>
                    <a:pt x="142" y="1802"/>
                  </a:cubicBezTo>
                  <a:cubicBezTo>
                    <a:pt x="190" y="1802"/>
                    <a:pt x="242" y="1759"/>
                    <a:pt x="226" y="1697"/>
                  </a:cubicBezTo>
                  <a:cubicBezTo>
                    <a:pt x="101" y="1121"/>
                    <a:pt x="427" y="519"/>
                    <a:pt x="953" y="294"/>
                  </a:cubicBezTo>
                  <a:cubicBezTo>
                    <a:pt x="1145" y="198"/>
                    <a:pt x="1352" y="153"/>
                    <a:pt x="1560" y="153"/>
                  </a:cubicBezTo>
                  <a:cubicBezTo>
                    <a:pt x="1949" y="153"/>
                    <a:pt x="2338" y="308"/>
                    <a:pt x="2632" y="569"/>
                  </a:cubicBezTo>
                  <a:cubicBezTo>
                    <a:pt x="2858" y="795"/>
                    <a:pt x="3033" y="1071"/>
                    <a:pt x="3133" y="1397"/>
                  </a:cubicBezTo>
                  <a:cubicBezTo>
                    <a:pt x="3143" y="1426"/>
                    <a:pt x="3173" y="1440"/>
                    <a:pt x="3203" y="1440"/>
                  </a:cubicBezTo>
                  <a:cubicBezTo>
                    <a:pt x="3250" y="1440"/>
                    <a:pt x="3299" y="1407"/>
                    <a:pt x="3284" y="1346"/>
                  </a:cubicBezTo>
                  <a:cubicBezTo>
                    <a:pt x="3083" y="720"/>
                    <a:pt x="2607" y="194"/>
                    <a:pt x="1955" y="43"/>
                  </a:cubicBezTo>
                  <a:cubicBezTo>
                    <a:pt x="1831" y="14"/>
                    <a:pt x="1705" y="0"/>
                    <a:pt x="15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4" name="Google Shape;5254;p55"/>
            <p:cNvSpPr/>
            <p:nvPr/>
          </p:nvSpPr>
          <p:spPr>
            <a:xfrm>
              <a:off x="6576154" y="2110206"/>
              <a:ext cx="69935" cy="176244"/>
            </a:xfrm>
            <a:custGeom>
              <a:rect b="b" l="l" r="r" t="t"/>
              <a:pathLst>
                <a:path extrusionOk="0" h="3382" w="1342">
                  <a:moveTo>
                    <a:pt x="103" y="0"/>
                  </a:moveTo>
                  <a:cubicBezTo>
                    <a:pt x="43" y="0"/>
                    <a:pt x="0" y="95"/>
                    <a:pt x="63" y="137"/>
                  </a:cubicBezTo>
                  <a:cubicBezTo>
                    <a:pt x="590" y="463"/>
                    <a:pt x="991" y="989"/>
                    <a:pt x="1141" y="1591"/>
                  </a:cubicBezTo>
                  <a:cubicBezTo>
                    <a:pt x="1266" y="2242"/>
                    <a:pt x="1091" y="2969"/>
                    <a:pt x="439" y="3245"/>
                  </a:cubicBezTo>
                  <a:cubicBezTo>
                    <a:pt x="376" y="3287"/>
                    <a:pt x="419" y="3382"/>
                    <a:pt x="479" y="3382"/>
                  </a:cubicBezTo>
                  <a:cubicBezTo>
                    <a:pt x="490" y="3382"/>
                    <a:pt x="502" y="3378"/>
                    <a:pt x="514" y="3370"/>
                  </a:cubicBezTo>
                  <a:cubicBezTo>
                    <a:pt x="1016" y="3170"/>
                    <a:pt x="1291" y="2643"/>
                    <a:pt x="1316" y="2142"/>
                  </a:cubicBezTo>
                  <a:cubicBezTo>
                    <a:pt x="1341" y="1591"/>
                    <a:pt x="1141" y="1039"/>
                    <a:pt x="815" y="588"/>
                  </a:cubicBezTo>
                  <a:cubicBezTo>
                    <a:pt x="615" y="363"/>
                    <a:pt x="389" y="162"/>
                    <a:pt x="138" y="12"/>
                  </a:cubicBezTo>
                  <a:cubicBezTo>
                    <a:pt x="126" y="4"/>
                    <a:pt x="114" y="0"/>
                    <a:pt x="1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5" name="Google Shape;5255;p55"/>
            <p:cNvSpPr/>
            <p:nvPr/>
          </p:nvSpPr>
          <p:spPr>
            <a:xfrm>
              <a:off x="6707423" y="2191760"/>
              <a:ext cx="10475" cy="7869"/>
            </a:xfrm>
            <a:custGeom>
              <a:rect b="b" l="l" r="r" t="t"/>
              <a:pathLst>
                <a:path extrusionOk="0" h="151" w="201">
                  <a:moveTo>
                    <a:pt x="76" y="1"/>
                  </a:moveTo>
                  <a:cubicBezTo>
                    <a:pt x="51" y="1"/>
                    <a:pt x="51" y="1"/>
                    <a:pt x="51" y="26"/>
                  </a:cubicBezTo>
                  <a:lnTo>
                    <a:pt x="25" y="26"/>
                  </a:lnTo>
                  <a:cubicBezTo>
                    <a:pt x="25" y="51"/>
                    <a:pt x="25" y="51"/>
                    <a:pt x="25" y="51"/>
                  </a:cubicBezTo>
                  <a:cubicBezTo>
                    <a:pt x="0" y="76"/>
                    <a:pt x="25" y="76"/>
                    <a:pt x="25" y="101"/>
                  </a:cubicBezTo>
                  <a:cubicBezTo>
                    <a:pt x="25" y="126"/>
                    <a:pt x="51" y="126"/>
                    <a:pt x="51" y="126"/>
                  </a:cubicBezTo>
                  <a:cubicBezTo>
                    <a:pt x="51" y="126"/>
                    <a:pt x="51" y="126"/>
                    <a:pt x="76" y="151"/>
                  </a:cubicBezTo>
                  <a:lnTo>
                    <a:pt x="101" y="151"/>
                  </a:lnTo>
                  <a:cubicBezTo>
                    <a:pt x="126" y="126"/>
                    <a:pt x="126" y="126"/>
                    <a:pt x="151" y="126"/>
                  </a:cubicBezTo>
                  <a:lnTo>
                    <a:pt x="176" y="126"/>
                  </a:lnTo>
                  <a:cubicBezTo>
                    <a:pt x="176" y="126"/>
                    <a:pt x="176" y="101"/>
                    <a:pt x="176" y="101"/>
                  </a:cubicBezTo>
                  <a:cubicBezTo>
                    <a:pt x="201" y="101"/>
                    <a:pt x="201" y="76"/>
                    <a:pt x="201" y="76"/>
                  </a:cubicBezTo>
                  <a:cubicBezTo>
                    <a:pt x="201" y="51"/>
                    <a:pt x="201" y="51"/>
                    <a:pt x="201" y="51"/>
                  </a:cubicBezTo>
                  <a:cubicBezTo>
                    <a:pt x="201" y="26"/>
                    <a:pt x="176" y="26"/>
                    <a:pt x="176" y="26"/>
                  </a:cubicBezTo>
                  <a:cubicBezTo>
                    <a:pt x="176" y="26"/>
                    <a:pt x="176" y="1"/>
                    <a:pt x="1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6" name="Google Shape;5256;p55"/>
            <p:cNvSpPr/>
            <p:nvPr/>
          </p:nvSpPr>
          <p:spPr>
            <a:xfrm>
              <a:off x="6687829" y="3817787"/>
              <a:ext cx="851622" cy="480686"/>
            </a:xfrm>
            <a:custGeom>
              <a:rect b="b" l="l" r="r" t="t"/>
              <a:pathLst>
                <a:path extrusionOk="0" h="9224" w="16342">
                  <a:moveTo>
                    <a:pt x="0" y="1"/>
                  </a:moveTo>
                  <a:lnTo>
                    <a:pt x="126" y="9224"/>
                  </a:lnTo>
                  <a:lnTo>
                    <a:pt x="16341" y="9224"/>
                  </a:lnTo>
                  <a:cubicBezTo>
                    <a:pt x="16216" y="6342"/>
                    <a:pt x="16091" y="3459"/>
                    <a:pt x="15991" y="577"/>
                  </a:cubicBezTo>
                  <a:lnTo>
                    <a:pt x="0"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7" name="Google Shape;5257;p55"/>
            <p:cNvSpPr/>
            <p:nvPr/>
          </p:nvSpPr>
          <p:spPr>
            <a:xfrm>
              <a:off x="6683921" y="3813879"/>
              <a:ext cx="859439" cy="487825"/>
            </a:xfrm>
            <a:custGeom>
              <a:rect b="b" l="l" r="r" t="t"/>
              <a:pathLst>
                <a:path extrusionOk="0" h="9361" w="16492">
                  <a:moveTo>
                    <a:pt x="502" y="151"/>
                  </a:moveTo>
                  <a:lnTo>
                    <a:pt x="1654" y="201"/>
                  </a:lnTo>
                  <a:cubicBezTo>
                    <a:pt x="2231" y="226"/>
                    <a:pt x="2807" y="251"/>
                    <a:pt x="3384" y="251"/>
                  </a:cubicBezTo>
                  <a:cubicBezTo>
                    <a:pt x="4085" y="276"/>
                    <a:pt x="4787" y="301"/>
                    <a:pt x="5464" y="326"/>
                  </a:cubicBezTo>
                  <a:cubicBezTo>
                    <a:pt x="6241" y="377"/>
                    <a:pt x="7018" y="402"/>
                    <a:pt x="7770" y="427"/>
                  </a:cubicBezTo>
                  <a:cubicBezTo>
                    <a:pt x="8547" y="452"/>
                    <a:pt x="9324" y="477"/>
                    <a:pt x="10101" y="502"/>
                  </a:cubicBezTo>
                  <a:cubicBezTo>
                    <a:pt x="10827" y="527"/>
                    <a:pt x="11554" y="552"/>
                    <a:pt x="12256" y="577"/>
                  </a:cubicBezTo>
                  <a:cubicBezTo>
                    <a:pt x="12883" y="602"/>
                    <a:pt x="13484" y="627"/>
                    <a:pt x="14086" y="652"/>
                  </a:cubicBezTo>
                  <a:cubicBezTo>
                    <a:pt x="14537" y="677"/>
                    <a:pt x="14963" y="677"/>
                    <a:pt x="15414" y="702"/>
                  </a:cubicBezTo>
                  <a:cubicBezTo>
                    <a:pt x="15600" y="702"/>
                    <a:pt x="15787" y="724"/>
                    <a:pt x="15993" y="727"/>
                  </a:cubicBezTo>
                  <a:lnTo>
                    <a:pt x="15993" y="727"/>
                  </a:lnTo>
                  <a:lnTo>
                    <a:pt x="16266" y="7394"/>
                  </a:lnTo>
                  <a:cubicBezTo>
                    <a:pt x="16290" y="7997"/>
                    <a:pt x="16314" y="8599"/>
                    <a:pt x="16338" y="9224"/>
                  </a:cubicBezTo>
                  <a:lnTo>
                    <a:pt x="451" y="9224"/>
                  </a:lnTo>
                  <a:cubicBezTo>
                    <a:pt x="401" y="9224"/>
                    <a:pt x="351" y="9213"/>
                    <a:pt x="301" y="9213"/>
                  </a:cubicBezTo>
                  <a:cubicBezTo>
                    <a:pt x="293" y="9213"/>
                    <a:pt x="284" y="9213"/>
                    <a:pt x="276" y="9214"/>
                  </a:cubicBezTo>
                  <a:lnTo>
                    <a:pt x="276" y="9214"/>
                  </a:lnTo>
                  <a:cubicBezTo>
                    <a:pt x="276" y="8920"/>
                    <a:pt x="274" y="8646"/>
                    <a:pt x="251" y="8372"/>
                  </a:cubicBezTo>
                  <a:cubicBezTo>
                    <a:pt x="251" y="7645"/>
                    <a:pt x="251" y="6893"/>
                    <a:pt x="226" y="6166"/>
                  </a:cubicBezTo>
                  <a:cubicBezTo>
                    <a:pt x="226" y="5289"/>
                    <a:pt x="201" y="4387"/>
                    <a:pt x="201" y="3509"/>
                  </a:cubicBezTo>
                  <a:cubicBezTo>
                    <a:pt x="176" y="2732"/>
                    <a:pt x="176" y="1981"/>
                    <a:pt x="151" y="1204"/>
                  </a:cubicBezTo>
                  <a:cubicBezTo>
                    <a:pt x="151" y="953"/>
                    <a:pt x="151" y="702"/>
                    <a:pt x="151" y="452"/>
                  </a:cubicBezTo>
                  <a:cubicBezTo>
                    <a:pt x="151" y="377"/>
                    <a:pt x="151" y="301"/>
                    <a:pt x="151" y="201"/>
                  </a:cubicBezTo>
                  <a:cubicBezTo>
                    <a:pt x="151" y="189"/>
                    <a:pt x="151" y="172"/>
                    <a:pt x="151" y="151"/>
                  </a:cubicBezTo>
                  <a:close/>
                  <a:moveTo>
                    <a:pt x="75" y="1"/>
                  </a:moveTo>
                  <a:cubicBezTo>
                    <a:pt x="25" y="1"/>
                    <a:pt x="0" y="26"/>
                    <a:pt x="0" y="76"/>
                  </a:cubicBezTo>
                  <a:cubicBezTo>
                    <a:pt x="0" y="377"/>
                    <a:pt x="0" y="677"/>
                    <a:pt x="0" y="978"/>
                  </a:cubicBezTo>
                  <a:cubicBezTo>
                    <a:pt x="25" y="1730"/>
                    <a:pt x="25" y="2457"/>
                    <a:pt x="50" y="3184"/>
                  </a:cubicBezTo>
                  <a:cubicBezTo>
                    <a:pt x="50" y="4086"/>
                    <a:pt x="75" y="4963"/>
                    <a:pt x="75" y="5840"/>
                  </a:cubicBezTo>
                  <a:cubicBezTo>
                    <a:pt x="101" y="6617"/>
                    <a:pt x="101" y="7394"/>
                    <a:pt x="101" y="8146"/>
                  </a:cubicBezTo>
                  <a:cubicBezTo>
                    <a:pt x="126" y="8397"/>
                    <a:pt x="126" y="8647"/>
                    <a:pt x="126" y="8898"/>
                  </a:cubicBezTo>
                  <a:cubicBezTo>
                    <a:pt x="126" y="9023"/>
                    <a:pt x="126" y="9148"/>
                    <a:pt x="126" y="9274"/>
                  </a:cubicBezTo>
                  <a:cubicBezTo>
                    <a:pt x="126" y="9274"/>
                    <a:pt x="126" y="9274"/>
                    <a:pt x="126" y="9299"/>
                  </a:cubicBezTo>
                  <a:cubicBezTo>
                    <a:pt x="126" y="9324"/>
                    <a:pt x="151" y="9349"/>
                    <a:pt x="201" y="9349"/>
                  </a:cubicBezTo>
                  <a:lnTo>
                    <a:pt x="15765" y="9349"/>
                  </a:lnTo>
                  <a:cubicBezTo>
                    <a:pt x="15898" y="9349"/>
                    <a:pt x="16043" y="9360"/>
                    <a:pt x="16184" y="9360"/>
                  </a:cubicBezTo>
                  <a:cubicBezTo>
                    <a:pt x="16255" y="9360"/>
                    <a:pt x="16324" y="9357"/>
                    <a:pt x="16391" y="9349"/>
                  </a:cubicBezTo>
                  <a:lnTo>
                    <a:pt x="16416" y="9349"/>
                  </a:lnTo>
                  <a:cubicBezTo>
                    <a:pt x="16467" y="9349"/>
                    <a:pt x="16492" y="9324"/>
                    <a:pt x="16492" y="9299"/>
                  </a:cubicBezTo>
                  <a:lnTo>
                    <a:pt x="16216" y="2557"/>
                  </a:lnTo>
                  <a:cubicBezTo>
                    <a:pt x="16191" y="1930"/>
                    <a:pt x="16166" y="1279"/>
                    <a:pt x="16141" y="652"/>
                  </a:cubicBezTo>
                  <a:cubicBezTo>
                    <a:pt x="16133" y="623"/>
                    <a:pt x="16118" y="603"/>
                    <a:pt x="16100" y="591"/>
                  </a:cubicBezTo>
                  <a:lnTo>
                    <a:pt x="16100" y="591"/>
                  </a:lnTo>
                  <a:cubicBezTo>
                    <a:pt x="16091" y="582"/>
                    <a:pt x="16079" y="577"/>
                    <a:pt x="16066" y="577"/>
                  </a:cubicBezTo>
                  <a:cubicBezTo>
                    <a:pt x="15915" y="577"/>
                    <a:pt x="15765" y="577"/>
                    <a:pt x="15639" y="552"/>
                  </a:cubicBezTo>
                  <a:lnTo>
                    <a:pt x="14461" y="527"/>
                  </a:lnTo>
                  <a:lnTo>
                    <a:pt x="12732" y="452"/>
                  </a:lnTo>
                  <a:cubicBezTo>
                    <a:pt x="12055" y="427"/>
                    <a:pt x="11354" y="402"/>
                    <a:pt x="10652" y="377"/>
                  </a:cubicBezTo>
                  <a:cubicBezTo>
                    <a:pt x="9875" y="351"/>
                    <a:pt x="9123" y="326"/>
                    <a:pt x="8346" y="301"/>
                  </a:cubicBezTo>
                  <a:cubicBezTo>
                    <a:pt x="7569" y="276"/>
                    <a:pt x="6792" y="251"/>
                    <a:pt x="6015" y="226"/>
                  </a:cubicBezTo>
                  <a:cubicBezTo>
                    <a:pt x="5314" y="176"/>
                    <a:pt x="4587" y="151"/>
                    <a:pt x="3860" y="126"/>
                  </a:cubicBezTo>
                  <a:cubicBezTo>
                    <a:pt x="3258" y="101"/>
                    <a:pt x="2632" y="101"/>
                    <a:pt x="2030" y="76"/>
                  </a:cubicBezTo>
                  <a:cubicBezTo>
                    <a:pt x="1604" y="51"/>
                    <a:pt x="1153" y="26"/>
                    <a:pt x="727" y="26"/>
                  </a:cubicBezTo>
                  <a:cubicBezTo>
                    <a:pt x="502" y="1"/>
                    <a:pt x="3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8" name="Google Shape;5258;p55"/>
            <p:cNvSpPr/>
            <p:nvPr/>
          </p:nvSpPr>
          <p:spPr>
            <a:xfrm>
              <a:off x="7233748" y="3990223"/>
              <a:ext cx="224709" cy="218247"/>
            </a:xfrm>
            <a:custGeom>
              <a:rect b="b" l="l" r="r" t="t"/>
              <a:pathLst>
                <a:path extrusionOk="0" h="4188" w="4312">
                  <a:moveTo>
                    <a:pt x="3943" y="132"/>
                  </a:moveTo>
                  <a:lnTo>
                    <a:pt x="3943" y="132"/>
                  </a:lnTo>
                  <a:cubicBezTo>
                    <a:pt x="4041" y="841"/>
                    <a:pt x="4132" y="1573"/>
                    <a:pt x="3986" y="2281"/>
                  </a:cubicBezTo>
                  <a:cubicBezTo>
                    <a:pt x="3885" y="2857"/>
                    <a:pt x="3585" y="3409"/>
                    <a:pt x="3134" y="3734"/>
                  </a:cubicBezTo>
                  <a:cubicBezTo>
                    <a:pt x="2856" y="3939"/>
                    <a:pt x="2535" y="4041"/>
                    <a:pt x="2212" y="4041"/>
                  </a:cubicBezTo>
                  <a:cubicBezTo>
                    <a:pt x="1981" y="4041"/>
                    <a:pt x="1749" y="3989"/>
                    <a:pt x="1530" y="3885"/>
                  </a:cubicBezTo>
                  <a:cubicBezTo>
                    <a:pt x="978" y="3609"/>
                    <a:pt x="602" y="3108"/>
                    <a:pt x="402" y="2556"/>
                  </a:cubicBezTo>
                  <a:cubicBezTo>
                    <a:pt x="159" y="1828"/>
                    <a:pt x="175" y="1052"/>
                    <a:pt x="245" y="297"/>
                  </a:cubicBezTo>
                  <a:lnTo>
                    <a:pt x="245" y="297"/>
                  </a:lnTo>
                  <a:cubicBezTo>
                    <a:pt x="648" y="276"/>
                    <a:pt x="1052" y="274"/>
                    <a:pt x="1479" y="251"/>
                  </a:cubicBezTo>
                  <a:cubicBezTo>
                    <a:pt x="2156" y="226"/>
                    <a:pt x="2833" y="175"/>
                    <a:pt x="3509" y="150"/>
                  </a:cubicBezTo>
                  <a:cubicBezTo>
                    <a:pt x="3668" y="150"/>
                    <a:pt x="3807" y="150"/>
                    <a:pt x="3943" y="132"/>
                  </a:cubicBezTo>
                  <a:close/>
                  <a:moveTo>
                    <a:pt x="3986" y="0"/>
                  </a:moveTo>
                  <a:cubicBezTo>
                    <a:pt x="3560" y="0"/>
                    <a:pt x="3134" y="25"/>
                    <a:pt x="2707" y="50"/>
                  </a:cubicBezTo>
                  <a:cubicBezTo>
                    <a:pt x="2031" y="75"/>
                    <a:pt x="1329" y="100"/>
                    <a:pt x="652" y="150"/>
                  </a:cubicBezTo>
                  <a:lnTo>
                    <a:pt x="176" y="150"/>
                  </a:lnTo>
                  <a:cubicBezTo>
                    <a:pt x="147" y="158"/>
                    <a:pt x="127" y="173"/>
                    <a:pt x="114" y="192"/>
                  </a:cubicBezTo>
                  <a:lnTo>
                    <a:pt x="114" y="192"/>
                  </a:lnTo>
                  <a:cubicBezTo>
                    <a:pt x="106" y="200"/>
                    <a:pt x="101" y="212"/>
                    <a:pt x="101" y="226"/>
                  </a:cubicBezTo>
                  <a:cubicBezTo>
                    <a:pt x="26" y="977"/>
                    <a:pt x="1" y="1729"/>
                    <a:pt x="201" y="2431"/>
                  </a:cubicBezTo>
                  <a:cubicBezTo>
                    <a:pt x="402" y="3058"/>
                    <a:pt x="778" y="3609"/>
                    <a:pt x="1329" y="3935"/>
                  </a:cubicBezTo>
                  <a:cubicBezTo>
                    <a:pt x="1614" y="4098"/>
                    <a:pt x="1928" y="4187"/>
                    <a:pt x="2240" y="4187"/>
                  </a:cubicBezTo>
                  <a:cubicBezTo>
                    <a:pt x="2504" y="4187"/>
                    <a:pt x="2767" y="4123"/>
                    <a:pt x="3008" y="3985"/>
                  </a:cubicBezTo>
                  <a:cubicBezTo>
                    <a:pt x="3535" y="3709"/>
                    <a:pt x="3885" y="3183"/>
                    <a:pt x="4061" y="2607"/>
                  </a:cubicBezTo>
                  <a:cubicBezTo>
                    <a:pt x="4311" y="1780"/>
                    <a:pt x="4186" y="877"/>
                    <a:pt x="4061" y="50"/>
                  </a:cubicBezTo>
                  <a:cubicBezTo>
                    <a:pt x="4061" y="25"/>
                    <a:pt x="4036" y="0"/>
                    <a:pt x="39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9" name="Google Shape;5259;p55"/>
            <p:cNvSpPr/>
            <p:nvPr/>
          </p:nvSpPr>
          <p:spPr>
            <a:xfrm>
              <a:off x="7261211" y="4021542"/>
              <a:ext cx="9172" cy="34029"/>
            </a:xfrm>
            <a:custGeom>
              <a:rect b="b" l="l" r="r" t="t"/>
              <a:pathLst>
                <a:path extrusionOk="0" h="653" w="176">
                  <a:moveTo>
                    <a:pt x="100" y="1"/>
                  </a:moveTo>
                  <a:cubicBezTo>
                    <a:pt x="50" y="1"/>
                    <a:pt x="25" y="51"/>
                    <a:pt x="25" y="76"/>
                  </a:cubicBezTo>
                  <a:cubicBezTo>
                    <a:pt x="25" y="251"/>
                    <a:pt x="0" y="427"/>
                    <a:pt x="0" y="577"/>
                  </a:cubicBezTo>
                  <a:cubicBezTo>
                    <a:pt x="0" y="627"/>
                    <a:pt x="25" y="652"/>
                    <a:pt x="75" y="652"/>
                  </a:cubicBezTo>
                  <a:cubicBezTo>
                    <a:pt x="100" y="652"/>
                    <a:pt x="150" y="627"/>
                    <a:pt x="150" y="577"/>
                  </a:cubicBezTo>
                  <a:cubicBezTo>
                    <a:pt x="150" y="427"/>
                    <a:pt x="150" y="251"/>
                    <a:pt x="175" y="76"/>
                  </a:cubicBezTo>
                  <a:cubicBezTo>
                    <a:pt x="175" y="51"/>
                    <a:pt x="125"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0" name="Google Shape;5260;p55"/>
            <p:cNvSpPr/>
            <p:nvPr/>
          </p:nvSpPr>
          <p:spPr>
            <a:xfrm>
              <a:off x="7258553" y="4077718"/>
              <a:ext cx="7921" cy="30434"/>
            </a:xfrm>
            <a:custGeom>
              <a:rect b="b" l="l" r="r" t="t"/>
              <a:pathLst>
                <a:path extrusionOk="0" h="584" w="152">
                  <a:moveTo>
                    <a:pt x="76" y="0"/>
                  </a:moveTo>
                  <a:cubicBezTo>
                    <a:pt x="51" y="0"/>
                    <a:pt x="1" y="25"/>
                    <a:pt x="1" y="75"/>
                  </a:cubicBezTo>
                  <a:lnTo>
                    <a:pt x="1" y="527"/>
                  </a:lnTo>
                  <a:cubicBezTo>
                    <a:pt x="1" y="547"/>
                    <a:pt x="34" y="584"/>
                    <a:pt x="59" y="584"/>
                  </a:cubicBezTo>
                  <a:cubicBezTo>
                    <a:pt x="66" y="584"/>
                    <a:pt x="71" y="581"/>
                    <a:pt x="76" y="577"/>
                  </a:cubicBezTo>
                  <a:cubicBezTo>
                    <a:pt x="126" y="577"/>
                    <a:pt x="151" y="552"/>
                    <a:pt x="151" y="527"/>
                  </a:cubicBezTo>
                  <a:lnTo>
                    <a:pt x="151" y="75"/>
                  </a:lnTo>
                  <a:cubicBezTo>
                    <a:pt x="151" y="25"/>
                    <a:pt x="126" y="0"/>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1" name="Google Shape;5261;p55"/>
            <p:cNvSpPr/>
            <p:nvPr/>
          </p:nvSpPr>
          <p:spPr>
            <a:xfrm>
              <a:off x="7279450" y="4131236"/>
              <a:ext cx="19646" cy="24910"/>
            </a:xfrm>
            <a:custGeom>
              <a:rect b="b" l="l" r="r" t="t"/>
              <a:pathLst>
                <a:path extrusionOk="0" h="478" w="377">
                  <a:moveTo>
                    <a:pt x="76" y="1"/>
                  </a:moveTo>
                  <a:cubicBezTo>
                    <a:pt x="26" y="1"/>
                    <a:pt x="1" y="51"/>
                    <a:pt x="1" y="76"/>
                  </a:cubicBezTo>
                  <a:cubicBezTo>
                    <a:pt x="1" y="176"/>
                    <a:pt x="26" y="251"/>
                    <a:pt x="76" y="327"/>
                  </a:cubicBezTo>
                  <a:cubicBezTo>
                    <a:pt x="126" y="377"/>
                    <a:pt x="201" y="427"/>
                    <a:pt x="277" y="477"/>
                  </a:cubicBezTo>
                  <a:lnTo>
                    <a:pt x="327" y="477"/>
                  </a:lnTo>
                  <a:cubicBezTo>
                    <a:pt x="352" y="477"/>
                    <a:pt x="352" y="452"/>
                    <a:pt x="377" y="452"/>
                  </a:cubicBezTo>
                  <a:cubicBezTo>
                    <a:pt x="377" y="402"/>
                    <a:pt x="377" y="352"/>
                    <a:pt x="352" y="352"/>
                  </a:cubicBezTo>
                  <a:cubicBezTo>
                    <a:pt x="327" y="327"/>
                    <a:pt x="302" y="327"/>
                    <a:pt x="302" y="327"/>
                  </a:cubicBezTo>
                  <a:cubicBezTo>
                    <a:pt x="302" y="327"/>
                    <a:pt x="277" y="302"/>
                    <a:pt x="277" y="302"/>
                  </a:cubicBezTo>
                  <a:cubicBezTo>
                    <a:pt x="252" y="302"/>
                    <a:pt x="252" y="277"/>
                    <a:pt x="226" y="277"/>
                  </a:cubicBezTo>
                  <a:cubicBezTo>
                    <a:pt x="226" y="251"/>
                    <a:pt x="226" y="251"/>
                    <a:pt x="201" y="251"/>
                  </a:cubicBezTo>
                  <a:cubicBezTo>
                    <a:pt x="201" y="226"/>
                    <a:pt x="176" y="226"/>
                    <a:pt x="176" y="201"/>
                  </a:cubicBezTo>
                  <a:cubicBezTo>
                    <a:pt x="176" y="201"/>
                    <a:pt x="176" y="176"/>
                    <a:pt x="176" y="176"/>
                  </a:cubicBezTo>
                  <a:lnTo>
                    <a:pt x="151" y="176"/>
                  </a:lnTo>
                  <a:cubicBezTo>
                    <a:pt x="168" y="176"/>
                    <a:pt x="162" y="165"/>
                    <a:pt x="157" y="165"/>
                  </a:cubicBezTo>
                  <a:cubicBezTo>
                    <a:pt x="154" y="165"/>
                    <a:pt x="151" y="168"/>
                    <a:pt x="151" y="176"/>
                  </a:cubicBezTo>
                  <a:cubicBezTo>
                    <a:pt x="151" y="151"/>
                    <a:pt x="151" y="126"/>
                    <a:pt x="151" y="126"/>
                  </a:cubicBezTo>
                  <a:cubicBezTo>
                    <a:pt x="151" y="101"/>
                    <a:pt x="151" y="101"/>
                    <a:pt x="151" y="101"/>
                  </a:cubicBezTo>
                  <a:lnTo>
                    <a:pt x="126" y="76"/>
                  </a:lnTo>
                  <a:cubicBezTo>
                    <a:pt x="126" y="76"/>
                    <a:pt x="126" y="51"/>
                    <a:pt x="126" y="26"/>
                  </a:cubicBezTo>
                  <a:cubicBezTo>
                    <a:pt x="101" y="26"/>
                    <a:pt x="76"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2" name="Google Shape;5262;p55"/>
            <p:cNvSpPr/>
            <p:nvPr/>
          </p:nvSpPr>
          <p:spPr>
            <a:xfrm>
              <a:off x="7322546" y="4167297"/>
              <a:ext cx="27515" cy="12351"/>
            </a:xfrm>
            <a:custGeom>
              <a:rect b="b" l="l" r="r" t="t"/>
              <a:pathLst>
                <a:path extrusionOk="0" h="237" w="528">
                  <a:moveTo>
                    <a:pt x="74" y="0"/>
                  </a:moveTo>
                  <a:cubicBezTo>
                    <a:pt x="49" y="0"/>
                    <a:pt x="19" y="18"/>
                    <a:pt x="1" y="36"/>
                  </a:cubicBezTo>
                  <a:cubicBezTo>
                    <a:pt x="1" y="61"/>
                    <a:pt x="1" y="111"/>
                    <a:pt x="26" y="136"/>
                  </a:cubicBezTo>
                  <a:cubicBezTo>
                    <a:pt x="151" y="211"/>
                    <a:pt x="302" y="236"/>
                    <a:pt x="452" y="236"/>
                  </a:cubicBezTo>
                  <a:cubicBezTo>
                    <a:pt x="502" y="236"/>
                    <a:pt x="527" y="211"/>
                    <a:pt x="527" y="161"/>
                  </a:cubicBezTo>
                  <a:cubicBezTo>
                    <a:pt x="527" y="136"/>
                    <a:pt x="502" y="86"/>
                    <a:pt x="452" y="86"/>
                  </a:cubicBezTo>
                  <a:lnTo>
                    <a:pt x="277" y="86"/>
                  </a:lnTo>
                  <a:cubicBezTo>
                    <a:pt x="252" y="61"/>
                    <a:pt x="227" y="61"/>
                    <a:pt x="176" y="61"/>
                  </a:cubicBezTo>
                  <a:cubicBezTo>
                    <a:pt x="176" y="61"/>
                    <a:pt x="176" y="36"/>
                    <a:pt x="176" y="36"/>
                  </a:cubicBezTo>
                  <a:lnTo>
                    <a:pt x="151" y="36"/>
                  </a:lnTo>
                  <a:cubicBezTo>
                    <a:pt x="151" y="36"/>
                    <a:pt x="126" y="11"/>
                    <a:pt x="101" y="11"/>
                  </a:cubicBezTo>
                  <a:cubicBezTo>
                    <a:pt x="94" y="3"/>
                    <a:pt x="84" y="0"/>
                    <a:pt x="7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3" name="Google Shape;5263;p55"/>
            <p:cNvSpPr/>
            <p:nvPr/>
          </p:nvSpPr>
          <p:spPr>
            <a:xfrm>
              <a:off x="7376117" y="4155103"/>
              <a:ext cx="26160" cy="24180"/>
            </a:xfrm>
            <a:custGeom>
              <a:rect b="b" l="l" r="r" t="t"/>
              <a:pathLst>
                <a:path extrusionOk="0" h="464" w="502">
                  <a:moveTo>
                    <a:pt x="414" y="0"/>
                  </a:moveTo>
                  <a:cubicBezTo>
                    <a:pt x="395" y="0"/>
                    <a:pt x="376" y="6"/>
                    <a:pt x="351" y="19"/>
                  </a:cubicBezTo>
                  <a:cubicBezTo>
                    <a:pt x="251" y="144"/>
                    <a:pt x="151" y="245"/>
                    <a:pt x="26" y="345"/>
                  </a:cubicBezTo>
                  <a:cubicBezTo>
                    <a:pt x="1" y="370"/>
                    <a:pt x="1" y="420"/>
                    <a:pt x="26" y="445"/>
                  </a:cubicBezTo>
                  <a:cubicBezTo>
                    <a:pt x="51" y="458"/>
                    <a:pt x="69" y="464"/>
                    <a:pt x="88" y="464"/>
                  </a:cubicBezTo>
                  <a:cubicBezTo>
                    <a:pt x="107" y="464"/>
                    <a:pt x="126" y="458"/>
                    <a:pt x="151" y="445"/>
                  </a:cubicBezTo>
                  <a:cubicBezTo>
                    <a:pt x="251" y="345"/>
                    <a:pt x="351" y="245"/>
                    <a:pt x="477" y="119"/>
                  </a:cubicBezTo>
                  <a:cubicBezTo>
                    <a:pt x="502" y="94"/>
                    <a:pt x="502" y="44"/>
                    <a:pt x="477" y="19"/>
                  </a:cubicBezTo>
                  <a:cubicBezTo>
                    <a:pt x="452" y="6"/>
                    <a:pt x="433" y="0"/>
                    <a:pt x="4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4" name="Google Shape;5264;p55"/>
            <p:cNvSpPr/>
            <p:nvPr/>
          </p:nvSpPr>
          <p:spPr>
            <a:xfrm>
              <a:off x="7406133" y="4108516"/>
              <a:ext cx="15738" cy="29339"/>
            </a:xfrm>
            <a:custGeom>
              <a:rect b="b" l="l" r="r" t="t"/>
              <a:pathLst>
                <a:path extrusionOk="0" h="563" w="302">
                  <a:moveTo>
                    <a:pt x="202" y="1"/>
                  </a:moveTo>
                  <a:cubicBezTo>
                    <a:pt x="178" y="1"/>
                    <a:pt x="151" y="24"/>
                    <a:pt x="151" y="61"/>
                  </a:cubicBezTo>
                  <a:cubicBezTo>
                    <a:pt x="101" y="186"/>
                    <a:pt x="51" y="337"/>
                    <a:pt x="1" y="462"/>
                  </a:cubicBezTo>
                  <a:cubicBezTo>
                    <a:pt x="1" y="512"/>
                    <a:pt x="26" y="562"/>
                    <a:pt x="51" y="562"/>
                  </a:cubicBezTo>
                  <a:cubicBezTo>
                    <a:pt x="101" y="562"/>
                    <a:pt x="126" y="537"/>
                    <a:pt x="151" y="512"/>
                  </a:cubicBezTo>
                  <a:cubicBezTo>
                    <a:pt x="201" y="362"/>
                    <a:pt x="252" y="236"/>
                    <a:pt x="277" y="86"/>
                  </a:cubicBezTo>
                  <a:cubicBezTo>
                    <a:pt x="302" y="61"/>
                    <a:pt x="277" y="11"/>
                    <a:pt x="227" y="11"/>
                  </a:cubicBezTo>
                  <a:cubicBezTo>
                    <a:pt x="220" y="4"/>
                    <a:pt x="211" y="1"/>
                    <a:pt x="2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5" name="Google Shape;5265;p55"/>
            <p:cNvSpPr/>
            <p:nvPr/>
          </p:nvSpPr>
          <p:spPr>
            <a:xfrm>
              <a:off x="7420516" y="4059427"/>
              <a:ext cx="10527" cy="26160"/>
            </a:xfrm>
            <a:custGeom>
              <a:rect b="b" l="l" r="r" t="t"/>
              <a:pathLst>
                <a:path extrusionOk="0" h="502" w="202">
                  <a:moveTo>
                    <a:pt x="126" y="0"/>
                  </a:moveTo>
                  <a:cubicBezTo>
                    <a:pt x="76" y="0"/>
                    <a:pt x="51" y="25"/>
                    <a:pt x="51" y="76"/>
                  </a:cubicBezTo>
                  <a:cubicBezTo>
                    <a:pt x="26" y="176"/>
                    <a:pt x="26" y="301"/>
                    <a:pt x="26" y="426"/>
                  </a:cubicBezTo>
                  <a:cubicBezTo>
                    <a:pt x="1" y="452"/>
                    <a:pt x="51" y="502"/>
                    <a:pt x="76" y="502"/>
                  </a:cubicBezTo>
                  <a:cubicBezTo>
                    <a:pt x="126" y="502"/>
                    <a:pt x="151" y="452"/>
                    <a:pt x="151" y="426"/>
                  </a:cubicBezTo>
                  <a:cubicBezTo>
                    <a:pt x="176" y="301"/>
                    <a:pt x="176" y="176"/>
                    <a:pt x="176" y="76"/>
                  </a:cubicBezTo>
                  <a:cubicBezTo>
                    <a:pt x="201" y="25"/>
                    <a:pt x="1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6" name="Google Shape;5266;p55"/>
            <p:cNvSpPr/>
            <p:nvPr/>
          </p:nvSpPr>
          <p:spPr>
            <a:xfrm>
              <a:off x="7412699" y="4013726"/>
              <a:ext cx="7869" cy="30069"/>
            </a:xfrm>
            <a:custGeom>
              <a:rect b="b" l="l" r="r" t="t"/>
              <a:pathLst>
                <a:path extrusionOk="0" h="577" w="151">
                  <a:moveTo>
                    <a:pt x="75" y="0"/>
                  </a:moveTo>
                  <a:cubicBezTo>
                    <a:pt x="50" y="0"/>
                    <a:pt x="0" y="50"/>
                    <a:pt x="0" y="75"/>
                  </a:cubicBezTo>
                  <a:cubicBezTo>
                    <a:pt x="0" y="226"/>
                    <a:pt x="25" y="351"/>
                    <a:pt x="25" y="501"/>
                  </a:cubicBezTo>
                  <a:cubicBezTo>
                    <a:pt x="25" y="526"/>
                    <a:pt x="50" y="577"/>
                    <a:pt x="101" y="577"/>
                  </a:cubicBezTo>
                  <a:cubicBezTo>
                    <a:pt x="126" y="577"/>
                    <a:pt x="151" y="526"/>
                    <a:pt x="151" y="501"/>
                  </a:cubicBezTo>
                  <a:cubicBezTo>
                    <a:pt x="151" y="351"/>
                    <a:pt x="151" y="226"/>
                    <a:pt x="151" y="75"/>
                  </a:cubicBezTo>
                  <a:cubicBezTo>
                    <a:pt x="151" y="50"/>
                    <a:pt x="126"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7" name="Google Shape;5267;p55"/>
            <p:cNvSpPr/>
            <p:nvPr/>
          </p:nvSpPr>
          <p:spPr>
            <a:xfrm>
              <a:off x="7308216" y="4022480"/>
              <a:ext cx="26160" cy="8599"/>
            </a:xfrm>
            <a:custGeom>
              <a:rect b="b" l="l" r="r" t="t"/>
              <a:pathLst>
                <a:path extrusionOk="0" h="165" w="502">
                  <a:moveTo>
                    <a:pt x="59" y="1"/>
                  </a:moveTo>
                  <a:cubicBezTo>
                    <a:pt x="33" y="1"/>
                    <a:pt x="0" y="37"/>
                    <a:pt x="0" y="58"/>
                  </a:cubicBezTo>
                  <a:cubicBezTo>
                    <a:pt x="0" y="108"/>
                    <a:pt x="50" y="133"/>
                    <a:pt x="75" y="133"/>
                  </a:cubicBezTo>
                  <a:cubicBezTo>
                    <a:pt x="201" y="158"/>
                    <a:pt x="326" y="158"/>
                    <a:pt x="426" y="158"/>
                  </a:cubicBezTo>
                  <a:cubicBezTo>
                    <a:pt x="436" y="163"/>
                    <a:pt x="445" y="165"/>
                    <a:pt x="452" y="165"/>
                  </a:cubicBezTo>
                  <a:cubicBezTo>
                    <a:pt x="485" y="165"/>
                    <a:pt x="502" y="128"/>
                    <a:pt x="502" y="108"/>
                  </a:cubicBezTo>
                  <a:cubicBezTo>
                    <a:pt x="502" y="58"/>
                    <a:pt x="476" y="33"/>
                    <a:pt x="426" y="33"/>
                  </a:cubicBezTo>
                  <a:cubicBezTo>
                    <a:pt x="326" y="8"/>
                    <a:pt x="201" y="8"/>
                    <a:pt x="75" y="8"/>
                  </a:cubicBezTo>
                  <a:cubicBezTo>
                    <a:pt x="71" y="3"/>
                    <a:pt x="65" y="1"/>
                    <a:pt x="5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8" name="Google Shape;5268;p55"/>
            <p:cNvSpPr/>
            <p:nvPr/>
          </p:nvSpPr>
          <p:spPr>
            <a:xfrm>
              <a:off x="7361734" y="4021542"/>
              <a:ext cx="27515" cy="7869"/>
            </a:xfrm>
            <a:custGeom>
              <a:rect b="b" l="l" r="r" t="t"/>
              <a:pathLst>
                <a:path extrusionOk="0" h="151" w="528">
                  <a:moveTo>
                    <a:pt x="51" y="1"/>
                  </a:moveTo>
                  <a:cubicBezTo>
                    <a:pt x="26" y="1"/>
                    <a:pt x="1" y="51"/>
                    <a:pt x="1" y="76"/>
                  </a:cubicBezTo>
                  <a:cubicBezTo>
                    <a:pt x="1" y="126"/>
                    <a:pt x="26" y="151"/>
                    <a:pt x="51" y="151"/>
                  </a:cubicBezTo>
                  <a:lnTo>
                    <a:pt x="452" y="151"/>
                  </a:lnTo>
                  <a:cubicBezTo>
                    <a:pt x="477" y="151"/>
                    <a:pt x="527" y="126"/>
                    <a:pt x="527" y="76"/>
                  </a:cubicBezTo>
                  <a:cubicBezTo>
                    <a:pt x="527" y="51"/>
                    <a:pt x="477" y="1"/>
                    <a:pt x="4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9" name="Google Shape;5269;p55"/>
            <p:cNvSpPr/>
            <p:nvPr/>
          </p:nvSpPr>
          <p:spPr>
            <a:xfrm>
              <a:off x="6952972" y="3977143"/>
              <a:ext cx="9172" cy="35332"/>
            </a:xfrm>
            <a:custGeom>
              <a:rect b="b" l="l" r="r" t="t"/>
              <a:pathLst>
                <a:path extrusionOk="0" h="678" w="176">
                  <a:moveTo>
                    <a:pt x="100" y="0"/>
                  </a:moveTo>
                  <a:cubicBezTo>
                    <a:pt x="50" y="0"/>
                    <a:pt x="25" y="25"/>
                    <a:pt x="25" y="76"/>
                  </a:cubicBezTo>
                  <a:cubicBezTo>
                    <a:pt x="25" y="251"/>
                    <a:pt x="0" y="426"/>
                    <a:pt x="0" y="602"/>
                  </a:cubicBezTo>
                  <a:cubicBezTo>
                    <a:pt x="0" y="652"/>
                    <a:pt x="25" y="677"/>
                    <a:pt x="75" y="677"/>
                  </a:cubicBezTo>
                  <a:cubicBezTo>
                    <a:pt x="126" y="677"/>
                    <a:pt x="151" y="652"/>
                    <a:pt x="151" y="602"/>
                  </a:cubicBezTo>
                  <a:cubicBezTo>
                    <a:pt x="151" y="426"/>
                    <a:pt x="176" y="251"/>
                    <a:pt x="176" y="76"/>
                  </a:cubicBezTo>
                  <a:cubicBezTo>
                    <a:pt x="176" y="25"/>
                    <a:pt x="151" y="0"/>
                    <a:pt x="10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0" name="Google Shape;5270;p55"/>
            <p:cNvSpPr/>
            <p:nvPr/>
          </p:nvSpPr>
          <p:spPr>
            <a:xfrm>
              <a:off x="6968606" y="3981990"/>
              <a:ext cx="9224" cy="25587"/>
            </a:xfrm>
            <a:custGeom>
              <a:rect b="b" l="l" r="r" t="t"/>
              <a:pathLst>
                <a:path extrusionOk="0" h="491" w="177">
                  <a:moveTo>
                    <a:pt x="118" y="1"/>
                  </a:moveTo>
                  <a:cubicBezTo>
                    <a:pt x="112" y="1"/>
                    <a:pt x="106" y="3"/>
                    <a:pt x="101" y="8"/>
                  </a:cubicBezTo>
                  <a:cubicBezTo>
                    <a:pt x="51" y="8"/>
                    <a:pt x="26" y="33"/>
                    <a:pt x="26" y="58"/>
                  </a:cubicBezTo>
                  <a:cubicBezTo>
                    <a:pt x="1" y="183"/>
                    <a:pt x="1" y="308"/>
                    <a:pt x="1" y="434"/>
                  </a:cubicBezTo>
                  <a:cubicBezTo>
                    <a:pt x="1" y="454"/>
                    <a:pt x="17" y="491"/>
                    <a:pt x="50" y="491"/>
                  </a:cubicBezTo>
                  <a:cubicBezTo>
                    <a:pt x="58" y="491"/>
                    <a:pt x="67" y="489"/>
                    <a:pt x="76" y="484"/>
                  </a:cubicBezTo>
                  <a:cubicBezTo>
                    <a:pt x="101" y="484"/>
                    <a:pt x="126" y="459"/>
                    <a:pt x="126" y="434"/>
                  </a:cubicBezTo>
                  <a:cubicBezTo>
                    <a:pt x="151" y="308"/>
                    <a:pt x="151" y="183"/>
                    <a:pt x="176" y="58"/>
                  </a:cubicBezTo>
                  <a:cubicBezTo>
                    <a:pt x="176" y="38"/>
                    <a:pt x="144" y="1"/>
                    <a:pt x="11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1" name="Google Shape;5271;p55"/>
            <p:cNvSpPr/>
            <p:nvPr/>
          </p:nvSpPr>
          <p:spPr>
            <a:xfrm>
              <a:off x="7092683" y="4178293"/>
              <a:ext cx="9224" cy="24858"/>
            </a:xfrm>
            <a:custGeom>
              <a:rect b="b" l="l" r="r" t="t"/>
              <a:pathLst>
                <a:path extrusionOk="0" h="477" w="177">
                  <a:moveTo>
                    <a:pt x="101" y="0"/>
                  </a:moveTo>
                  <a:cubicBezTo>
                    <a:pt x="51" y="0"/>
                    <a:pt x="26" y="25"/>
                    <a:pt x="26" y="75"/>
                  </a:cubicBezTo>
                  <a:cubicBezTo>
                    <a:pt x="26" y="176"/>
                    <a:pt x="1" y="276"/>
                    <a:pt x="1" y="401"/>
                  </a:cubicBezTo>
                  <a:cubicBezTo>
                    <a:pt x="1" y="426"/>
                    <a:pt x="26" y="476"/>
                    <a:pt x="76" y="476"/>
                  </a:cubicBezTo>
                  <a:cubicBezTo>
                    <a:pt x="101" y="476"/>
                    <a:pt x="126" y="426"/>
                    <a:pt x="151" y="401"/>
                  </a:cubicBezTo>
                  <a:cubicBezTo>
                    <a:pt x="151" y="276"/>
                    <a:pt x="151" y="176"/>
                    <a:pt x="176" y="75"/>
                  </a:cubicBezTo>
                  <a:cubicBezTo>
                    <a:pt x="176" y="25"/>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2" name="Google Shape;5272;p55"/>
            <p:cNvSpPr/>
            <p:nvPr/>
          </p:nvSpPr>
          <p:spPr>
            <a:xfrm>
              <a:off x="7110974" y="4179908"/>
              <a:ext cx="11830" cy="19334"/>
            </a:xfrm>
            <a:custGeom>
              <a:rect b="b" l="l" r="r" t="t"/>
              <a:pathLst>
                <a:path extrusionOk="0" h="371" w="227">
                  <a:moveTo>
                    <a:pt x="201" y="119"/>
                  </a:moveTo>
                  <a:cubicBezTo>
                    <a:pt x="176" y="119"/>
                    <a:pt x="176" y="119"/>
                    <a:pt x="176" y="145"/>
                  </a:cubicBezTo>
                  <a:cubicBezTo>
                    <a:pt x="176" y="145"/>
                    <a:pt x="176" y="119"/>
                    <a:pt x="201" y="119"/>
                  </a:cubicBezTo>
                  <a:close/>
                  <a:moveTo>
                    <a:pt x="151" y="0"/>
                  </a:moveTo>
                  <a:cubicBezTo>
                    <a:pt x="132" y="0"/>
                    <a:pt x="114" y="7"/>
                    <a:pt x="101" y="19"/>
                  </a:cubicBezTo>
                  <a:cubicBezTo>
                    <a:pt x="51" y="44"/>
                    <a:pt x="26" y="94"/>
                    <a:pt x="26" y="170"/>
                  </a:cubicBezTo>
                  <a:cubicBezTo>
                    <a:pt x="26" y="195"/>
                    <a:pt x="1" y="220"/>
                    <a:pt x="26" y="245"/>
                  </a:cubicBezTo>
                  <a:cubicBezTo>
                    <a:pt x="26" y="270"/>
                    <a:pt x="26" y="295"/>
                    <a:pt x="51" y="345"/>
                  </a:cubicBezTo>
                  <a:cubicBezTo>
                    <a:pt x="51" y="345"/>
                    <a:pt x="76" y="370"/>
                    <a:pt x="76" y="370"/>
                  </a:cubicBezTo>
                  <a:lnTo>
                    <a:pt x="126" y="370"/>
                  </a:lnTo>
                  <a:cubicBezTo>
                    <a:pt x="151" y="345"/>
                    <a:pt x="176" y="345"/>
                    <a:pt x="176" y="320"/>
                  </a:cubicBezTo>
                  <a:cubicBezTo>
                    <a:pt x="176" y="295"/>
                    <a:pt x="176" y="295"/>
                    <a:pt x="176" y="270"/>
                  </a:cubicBezTo>
                  <a:cubicBezTo>
                    <a:pt x="176" y="270"/>
                    <a:pt x="151" y="245"/>
                    <a:pt x="151" y="220"/>
                  </a:cubicBezTo>
                  <a:cubicBezTo>
                    <a:pt x="151" y="195"/>
                    <a:pt x="176" y="170"/>
                    <a:pt x="176" y="145"/>
                  </a:cubicBezTo>
                  <a:lnTo>
                    <a:pt x="176" y="119"/>
                  </a:lnTo>
                  <a:lnTo>
                    <a:pt x="201" y="119"/>
                  </a:lnTo>
                  <a:cubicBezTo>
                    <a:pt x="226" y="94"/>
                    <a:pt x="226" y="44"/>
                    <a:pt x="201" y="19"/>
                  </a:cubicBezTo>
                  <a:cubicBezTo>
                    <a:pt x="189" y="7"/>
                    <a:pt x="170"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3" name="Google Shape;5273;p55"/>
            <p:cNvSpPr/>
            <p:nvPr/>
          </p:nvSpPr>
          <p:spPr>
            <a:xfrm>
              <a:off x="6985594" y="4048640"/>
              <a:ext cx="9224" cy="240708"/>
            </a:xfrm>
            <a:custGeom>
              <a:rect b="b" l="l" r="r" t="t"/>
              <a:pathLst>
                <a:path extrusionOk="0" h="4619" w="177">
                  <a:moveTo>
                    <a:pt x="76" y="1"/>
                  </a:moveTo>
                  <a:cubicBezTo>
                    <a:pt x="38" y="1"/>
                    <a:pt x="1" y="19"/>
                    <a:pt x="1" y="57"/>
                  </a:cubicBezTo>
                  <a:cubicBezTo>
                    <a:pt x="1" y="1561"/>
                    <a:pt x="26" y="3065"/>
                    <a:pt x="26" y="4543"/>
                  </a:cubicBezTo>
                  <a:cubicBezTo>
                    <a:pt x="26" y="4593"/>
                    <a:pt x="63" y="4618"/>
                    <a:pt x="101" y="4618"/>
                  </a:cubicBezTo>
                  <a:cubicBezTo>
                    <a:pt x="139" y="4618"/>
                    <a:pt x="176" y="4593"/>
                    <a:pt x="176" y="4543"/>
                  </a:cubicBezTo>
                  <a:cubicBezTo>
                    <a:pt x="176" y="3065"/>
                    <a:pt x="151" y="1561"/>
                    <a:pt x="151" y="57"/>
                  </a:cubicBezTo>
                  <a:cubicBezTo>
                    <a:pt x="151" y="19"/>
                    <a:pt x="114"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4" name="Google Shape;5274;p55"/>
            <p:cNvSpPr/>
            <p:nvPr/>
          </p:nvSpPr>
          <p:spPr>
            <a:xfrm>
              <a:off x="7492377" y="3951036"/>
              <a:ext cx="10475" cy="36583"/>
            </a:xfrm>
            <a:custGeom>
              <a:rect b="b" l="l" r="r" t="t"/>
              <a:pathLst>
                <a:path extrusionOk="0" h="702" w="201">
                  <a:moveTo>
                    <a:pt x="125" y="0"/>
                  </a:moveTo>
                  <a:cubicBezTo>
                    <a:pt x="100" y="0"/>
                    <a:pt x="75" y="25"/>
                    <a:pt x="50" y="75"/>
                  </a:cubicBezTo>
                  <a:cubicBezTo>
                    <a:pt x="50" y="251"/>
                    <a:pt x="25" y="451"/>
                    <a:pt x="0" y="627"/>
                  </a:cubicBezTo>
                  <a:cubicBezTo>
                    <a:pt x="0" y="677"/>
                    <a:pt x="50" y="702"/>
                    <a:pt x="75" y="702"/>
                  </a:cubicBezTo>
                  <a:cubicBezTo>
                    <a:pt x="125" y="702"/>
                    <a:pt x="151" y="677"/>
                    <a:pt x="151" y="627"/>
                  </a:cubicBezTo>
                  <a:cubicBezTo>
                    <a:pt x="176" y="451"/>
                    <a:pt x="176" y="251"/>
                    <a:pt x="201" y="75"/>
                  </a:cubicBezTo>
                  <a:cubicBezTo>
                    <a:pt x="201" y="25"/>
                    <a:pt x="176" y="0"/>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5" name="Google Shape;5275;p55"/>
            <p:cNvSpPr/>
            <p:nvPr/>
          </p:nvSpPr>
          <p:spPr>
            <a:xfrm>
              <a:off x="7492377" y="4023783"/>
              <a:ext cx="7869" cy="18708"/>
            </a:xfrm>
            <a:custGeom>
              <a:rect b="b" l="l" r="r" t="t"/>
              <a:pathLst>
                <a:path extrusionOk="0" h="359" w="151">
                  <a:moveTo>
                    <a:pt x="101" y="1"/>
                  </a:moveTo>
                  <a:cubicBezTo>
                    <a:pt x="94" y="1"/>
                    <a:pt x="85" y="3"/>
                    <a:pt x="75" y="8"/>
                  </a:cubicBezTo>
                  <a:cubicBezTo>
                    <a:pt x="50" y="8"/>
                    <a:pt x="0" y="33"/>
                    <a:pt x="0" y="58"/>
                  </a:cubicBezTo>
                  <a:lnTo>
                    <a:pt x="0" y="283"/>
                  </a:lnTo>
                  <a:cubicBezTo>
                    <a:pt x="0" y="308"/>
                    <a:pt x="50" y="359"/>
                    <a:pt x="75" y="359"/>
                  </a:cubicBezTo>
                  <a:cubicBezTo>
                    <a:pt x="125" y="333"/>
                    <a:pt x="151" y="308"/>
                    <a:pt x="151" y="283"/>
                  </a:cubicBezTo>
                  <a:lnTo>
                    <a:pt x="151" y="58"/>
                  </a:lnTo>
                  <a:cubicBezTo>
                    <a:pt x="151" y="38"/>
                    <a:pt x="134"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6" name="Google Shape;5276;p55"/>
            <p:cNvSpPr/>
            <p:nvPr/>
          </p:nvSpPr>
          <p:spPr>
            <a:xfrm>
              <a:off x="7488417" y="4093404"/>
              <a:ext cx="9224" cy="35280"/>
            </a:xfrm>
            <a:custGeom>
              <a:rect b="b" l="l" r="r" t="t"/>
              <a:pathLst>
                <a:path extrusionOk="0" h="677" w="177">
                  <a:moveTo>
                    <a:pt x="101" y="0"/>
                  </a:moveTo>
                  <a:cubicBezTo>
                    <a:pt x="51" y="0"/>
                    <a:pt x="26" y="25"/>
                    <a:pt x="26" y="75"/>
                  </a:cubicBezTo>
                  <a:cubicBezTo>
                    <a:pt x="1" y="251"/>
                    <a:pt x="1" y="426"/>
                    <a:pt x="1" y="602"/>
                  </a:cubicBezTo>
                  <a:cubicBezTo>
                    <a:pt x="1" y="652"/>
                    <a:pt x="26" y="677"/>
                    <a:pt x="76" y="677"/>
                  </a:cubicBezTo>
                  <a:cubicBezTo>
                    <a:pt x="101" y="677"/>
                    <a:pt x="126" y="652"/>
                    <a:pt x="126" y="602"/>
                  </a:cubicBezTo>
                  <a:cubicBezTo>
                    <a:pt x="151" y="426"/>
                    <a:pt x="151" y="251"/>
                    <a:pt x="176" y="75"/>
                  </a:cubicBezTo>
                  <a:cubicBezTo>
                    <a:pt x="176" y="25"/>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7" name="Google Shape;5277;p55"/>
            <p:cNvSpPr/>
            <p:nvPr/>
          </p:nvSpPr>
          <p:spPr>
            <a:xfrm>
              <a:off x="7492377" y="4139105"/>
              <a:ext cx="7869" cy="39241"/>
            </a:xfrm>
            <a:custGeom>
              <a:rect b="b" l="l" r="r" t="t"/>
              <a:pathLst>
                <a:path extrusionOk="0" h="753" w="151">
                  <a:moveTo>
                    <a:pt x="75" y="0"/>
                  </a:moveTo>
                  <a:cubicBezTo>
                    <a:pt x="38" y="0"/>
                    <a:pt x="0" y="25"/>
                    <a:pt x="0" y="75"/>
                  </a:cubicBezTo>
                  <a:lnTo>
                    <a:pt x="0" y="677"/>
                  </a:lnTo>
                  <a:cubicBezTo>
                    <a:pt x="0" y="727"/>
                    <a:pt x="38" y="752"/>
                    <a:pt x="75" y="752"/>
                  </a:cubicBezTo>
                  <a:cubicBezTo>
                    <a:pt x="113" y="752"/>
                    <a:pt x="151" y="727"/>
                    <a:pt x="151" y="677"/>
                  </a:cubicBezTo>
                  <a:lnTo>
                    <a:pt x="151" y="75"/>
                  </a:lnTo>
                  <a:cubicBezTo>
                    <a:pt x="151" y="25"/>
                    <a:pt x="113"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8" name="Google Shape;5278;p55"/>
            <p:cNvSpPr/>
            <p:nvPr/>
          </p:nvSpPr>
          <p:spPr>
            <a:xfrm>
              <a:off x="7500194" y="4196532"/>
              <a:ext cx="7869" cy="41846"/>
            </a:xfrm>
            <a:custGeom>
              <a:rect b="b" l="l" r="r" t="t"/>
              <a:pathLst>
                <a:path extrusionOk="0" h="803" w="151">
                  <a:moveTo>
                    <a:pt x="76" y="1"/>
                  </a:moveTo>
                  <a:cubicBezTo>
                    <a:pt x="38" y="1"/>
                    <a:pt x="1" y="26"/>
                    <a:pt x="1" y="76"/>
                  </a:cubicBezTo>
                  <a:lnTo>
                    <a:pt x="1" y="728"/>
                  </a:lnTo>
                  <a:cubicBezTo>
                    <a:pt x="1" y="778"/>
                    <a:pt x="38" y="803"/>
                    <a:pt x="76" y="803"/>
                  </a:cubicBezTo>
                  <a:cubicBezTo>
                    <a:pt x="113" y="803"/>
                    <a:pt x="151" y="778"/>
                    <a:pt x="151" y="728"/>
                  </a:cubicBezTo>
                  <a:lnTo>
                    <a:pt x="151" y="76"/>
                  </a:lnTo>
                  <a:cubicBezTo>
                    <a:pt x="151" y="26"/>
                    <a:pt x="113"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9" name="Google Shape;5279;p55"/>
            <p:cNvSpPr/>
            <p:nvPr/>
          </p:nvSpPr>
          <p:spPr>
            <a:xfrm>
              <a:off x="7500194" y="4246194"/>
              <a:ext cx="9172" cy="28766"/>
            </a:xfrm>
            <a:custGeom>
              <a:rect b="b" l="l" r="r" t="t"/>
              <a:pathLst>
                <a:path extrusionOk="0" h="552" w="176">
                  <a:moveTo>
                    <a:pt x="101" y="0"/>
                  </a:moveTo>
                  <a:cubicBezTo>
                    <a:pt x="51" y="0"/>
                    <a:pt x="26" y="25"/>
                    <a:pt x="26" y="76"/>
                  </a:cubicBezTo>
                  <a:cubicBezTo>
                    <a:pt x="26" y="201"/>
                    <a:pt x="1" y="351"/>
                    <a:pt x="1" y="477"/>
                  </a:cubicBezTo>
                  <a:cubicBezTo>
                    <a:pt x="1" y="527"/>
                    <a:pt x="26" y="552"/>
                    <a:pt x="76" y="552"/>
                  </a:cubicBezTo>
                  <a:cubicBezTo>
                    <a:pt x="101" y="552"/>
                    <a:pt x="151" y="527"/>
                    <a:pt x="151" y="477"/>
                  </a:cubicBezTo>
                  <a:cubicBezTo>
                    <a:pt x="151" y="351"/>
                    <a:pt x="151" y="201"/>
                    <a:pt x="176" y="76"/>
                  </a:cubicBezTo>
                  <a:cubicBezTo>
                    <a:pt x="176" y="25"/>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0" name="Google Shape;5280;p55"/>
            <p:cNvSpPr/>
            <p:nvPr/>
          </p:nvSpPr>
          <p:spPr>
            <a:xfrm>
              <a:off x="6601637" y="2493275"/>
              <a:ext cx="991336" cy="1451489"/>
            </a:xfrm>
            <a:custGeom>
              <a:rect b="b" l="l" r="r" t="t"/>
              <a:pathLst>
                <a:path extrusionOk="0" h="27853" w="19023">
                  <a:moveTo>
                    <a:pt x="7470" y="0"/>
                  </a:moveTo>
                  <a:cubicBezTo>
                    <a:pt x="7178" y="0"/>
                    <a:pt x="6940" y="38"/>
                    <a:pt x="6792" y="129"/>
                  </a:cubicBezTo>
                  <a:cubicBezTo>
                    <a:pt x="5915" y="656"/>
                    <a:pt x="3860" y="3789"/>
                    <a:pt x="2832" y="7824"/>
                  </a:cubicBezTo>
                  <a:cubicBezTo>
                    <a:pt x="1830" y="11859"/>
                    <a:pt x="0" y="26420"/>
                    <a:pt x="0" y="26420"/>
                  </a:cubicBezTo>
                  <a:cubicBezTo>
                    <a:pt x="0" y="26420"/>
                    <a:pt x="4436" y="27573"/>
                    <a:pt x="9950" y="27799"/>
                  </a:cubicBezTo>
                  <a:cubicBezTo>
                    <a:pt x="10789" y="27837"/>
                    <a:pt x="11583" y="27853"/>
                    <a:pt x="12324" y="27853"/>
                  </a:cubicBezTo>
                  <a:cubicBezTo>
                    <a:pt x="16479" y="27853"/>
                    <a:pt x="19023" y="27348"/>
                    <a:pt x="19023" y="27348"/>
                  </a:cubicBezTo>
                  <a:cubicBezTo>
                    <a:pt x="18497" y="24190"/>
                    <a:pt x="18296" y="20957"/>
                    <a:pt x="18472" y="17749"/>
                  </a:cubicBezTo>
                  <a:cubicBezTo>
                    <a:pt x="18597" y="15267"/>
                    <a:pt x="18923" y="12786"/>
                    <a:pt x="18547" y="10355"/>
                  </a:cubicBezTo>
                  <a:cubicBezTo>
                    <a:pt x="17920" y="6295"/>
                    <a:pt x="15188" y="2636"/>
                    <a:pt x="11479" y="856"/>
                  </a:cubicBezTo>
                  <a:cubicBezTo>
                    <a:pt x="11479" y="856"/>
                    <a:pt x="8860" y="0"/>
                    <a:pt x="74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1" name="Google Shape;5281;p55"/>
            <p:cNvSpPr/>
            <p:nvPr/>
          </p:nvSpPr>
          <p:spPr>
            <a:xfrm>
              <a:off x="6597729" y="2489523"/>
              <a:ext cx="999205" cy="1459150"/>
            </a:xfrm>
            <a:custGeom>
              <a:rect b="b" l="l" r="r" t="t"/>
              <a:pathLst>
                <a:path extrusionOk="0" h="28000" w="19174">
                  <a:moveTo>
                    <a:pt x="7494" y="151"/>
                  </a:moveTo>
                  <a:cubicBezTo>
                    <a:pt x="7745" y="151"/>
                    <a:pt x="8020" y="176"/>
                    <a:pt x="8271" y="201"/>
                  </a:cubicBezTo>
                  <a:cubicBezTo>
                    <a:pt x="9323" y="352"/>
                    <a:pt x="10351" y="627"/>
                    <a:pt x="11354" y="928"/>
                  </a:cubicBezTo>
                  <a:cubicBezTo>
                    <a:pt x="11395" y="949"/>
                    <a:pt x="11453" y="969"/>
                    <a:pt x="11514" y="990"/>
                  </a:cubicBezTo>
                  <a:lnTo>
                    <a:pt x="11514" y="990"/>
                  </a:lnTo>
                  <a:cubicBezTo>
                    <a:pt x="11518" y="995"/>
                    <a:pt x="11523" y="999"/>
                    <a:pt x="11529" y="1003"/>
                  </a:cubicBezTo>
                  <a:cubicBezTo>
                    <a:pt x="13008" y="1705"/>
                    <a:pt x="14336" y="2733"/>
                    <a:pt x="15439" y="3961"/>
                  </a:cubicBezTo>
                  <a:cubicBezTo>
                    <a:pt x="16542" y="5189"/>
                    <a:pt x="17394" y="6617"/>
                    <a:pt x="17970" y="8171"/>
                  </a:cubicBezTo>
                  <a:cubicBezTo>
                    <a:pt x="18246" y="8948"/>
                    <a:pt x="18446" y="9775"/>
                    <a:pt x="18572" y="10577"/>
                  </a:cubicBezTo>
                  <a:cubicBezTo>
                    <a:pt x="18722" y="11655"/>
                    <a:pt x="18747" y="12733"/>
                    <a:pt x="18722" y="13810"/>
                  </a:cubicBezTo>
                  <a:cubicBezTo>
                    <a:pt x="18672" y="14888"/>
                    <a:pt x="18597" y="15966"/>
                    <a:pt x="18522" y="17019"/>
                  </a:cubicBezTo>
                  <a:cubicBezTo>
                    <a:pt x="18446" y="18096"/>
                    <a:pt x="18396" y="19174"/>
                    <a:pt x="18421" y="20252"/>
                  </a:cubicBezTo>
                  <a:cubicBezTo>
                    <a:pt x="18421" y="22382"/>
                    <a:pt x="18572" y="24512"/>
                    <a:pt x="18897" y="26643"/>
                  </a:cubicBezTo>
                  <a:cubicBezTo>
                    <a:pt x="18942" y="26889"/>
                    <a:pt x="18967" y="27115"/>
                    <a:pt x="19008" y="27357"/>
                  </a:cubicBezTo>
                  <a:lnTo>
                    <a:pt x="19008" y="27357"/>
                  </a:lnTo>
                  <a:cubicBezTo>
                    <a:pt x="18526" y="27451"/>
                    <a:pt x="18022" y="27522"/>
                    <a:pt x="17519" y="27570"/>
                  </a:cubicBezTo>
                  <a:cubicBezTo>
                    <a:pt x="16115" y="27745"/>
                    <a:pt x="14712" y="27821"/>
                    <a:pt x="13283" y="27846"/>
                  </a:cubicBezTo>
                  <a:cubicBezTo>
                    <a:pt x="12935" y="27854"/>
                    <a:pt x="12588" y="27858"/>
                    <a:pt x="12240" y="27858"/>
                  </a:cubicBezTo>
                  <a:cubicBezTo>
                    <a:pt x="10565" y="27858"/>
                    <a:pt x="8900" y="27761"/>
                    <a:pt x="7218" y="27595"/>
                  </a:cubicBezTo>
                  <a:cubicBezTo>
                    <a:pt x="5589" y="27445"/>
                    <a:pt x="3960" y="27194"/>
                    <a:pt x="2331" y="26893"/>
                  </a:cubicBezTo>
                  <a:cubicBezTo>
                    <a:pt x="1830" y="26793"/>
                    <a:pt x="1328" y="26693"/>
                    <a:pt x="827" y="26593"/>
                  </a:cubicBezTo>
                  <a:cubicBezTo>
                    <a:pt x="677" y="26542"/>
                    <a:pt x="526" y="26517"/>
                    <a:pt x="376" y="26467"/>
                  </a:cubicBezTo>
                  <a:cubicBezTo>
                    <a:pt x="312" y="26467"/>
                    <a:pt x="230" y="26431"/>
                    <a:pt x="161" y="26420"/>
                  </a:cubicBezTo>
                  <a:lnTo>
                    <a:pt x="161" y="26420"/>
                  </a:lnTo>
                  <a:cubicBezTo>
                    <a:pt x="204" y="26122"/>
                    <a:pt x="229" y="25842"/>
                    <a:pt x="276" y="25540"/>
                  </a:cubicBezTo>
                  <a:cubicBezTo>
                    <a:pt x="376" y="24713"/>
                    <a:pt x="501" y="23911"/>
                    <a:pt x="602" y="23084"/>
                  </a:cubicBezTo>
                  <a:cubicBezTo>
                    <a:pt x="752" y="21931"/>
                    <a:pt x="902" y="20778"/>
                    <a:pt x="1078" y="19625"/>
                  </a:cubicBezTo>
                  <a:cubicBezTo>
                    <a:pt x="1253" y="18347"/>
                    <a:pt x="1429" y="17069"/>
                    <a:pt x="1629" y="15765"/>
                  </a:cubicBezTo>
                  <a:cubicBezTo>
                    <a:pt x="1805" y="14537"/>
                    <a:pt x="2005" y="13284"/>
                    <a:pt x="2206" y="12056"/>
                  </a:cubicBezTo>
                  <a:cubicBezTo>
                    <a:pt x="2356" y="11029"/>
                    <a:pt x="2531" y="10001"/>
                    <a:pt x="2757" y="8998"/>
                  </a:cubicBezTo>
                  <a:cubicBezTo>
                    <a:pt x="3033" y="7645"/>
                    <a:pt x="3409" y="6317"/>
                    <a:pt x="3935" y="5039"/>
                  </a:cubicBezTo>
                  <a:cubicBezTo>
                    <a:pt x="4486" y="3635"/>
                    <a:pt x="5188" y="2257"/>
                    <a:pt x="6115" y="1054"/>
                  </a:cubicBezTo>
                  <a:cubicBezTo>
                    <a:pt x="6266" y="878"/>
                    <a:pt x="6416" y="703"/>
                    <a:pt x="6567" y="527"/>
                  </a:cubicBezTo>
                  <a:cubicBezTo>
                    <a:pt x="6692" y="427"/>
                    <a:pt x="6792" y="302"/>
                    <a:pt x="6943" y="252"/>
                  </a:cubicBezTo>
                  <a:cubicBezTo>
                    <a:pt x="7118" y="151"/>
                    <a:pt x="7318" y="151"/>
                    <a:pt x="7494" y="151"/>
                  </a:cubicBezTo>
                  <a:close/>
                  <a:moveTo>
                    <a:pt x="7469" y="1"/>
                  </a:moveTo>
                  <a:cubicBezTo>
                    <a:pt x="7268" y="1"/>
                    <a:pt x="7068" y="26"/>
                    <a:pt x="6892" y="101"/>
                  </a:cubicBezTo>
                  <a:cubicBezTo>
                    <a:pt x="6767" y="176"/>
                    <a:pt x="6642" y="277"/>
                    <a:pt x="6516" y="377"/>
                  </a:cubicBezTo>
                  <a:cubicBezTo>
                    <a:pt x="6140" y="728"/>
                    <a:pt x="5840" y="1154"/>
                    <a:pt x="5564" y="1580"/>
                  </a:cubicBezTo>
                  <a:cubicBezTo>
                    <a:pt x="5138" y="2206"/>
                    <a:pt x="4762" y="2858"/>
                    <a:pt x="4436" y="3535"/>
                  </a:cubicBezTo>
                  <a:cubicBezTo>
                    <a:pt x="3709" y="5039"/>
                    <a:pt x="3133" y="6617"/>
                    <a:pt x="2757" y="8247"/>
                  </a:cubicBezTo>
                  <a:cubicBezTo>
                    <a:pt x="2557" y="9174"/>
                    <a:pt x="2381" y="10101"/>
                    <a:pt x="2231" y="11029"/>
                  </a:cubicBezTo>
                  <a:cubicBezTo>
                    <a:pt x="2005" y="12257"/>
                    <a:pt x="1830" y="13460"/>
                    <a:pt x="1629" y="14688"/>
                  </a:cubicBezTo>
                  <a:cubicBezTo>
                    <a:pt x="1429" y="15991"/>
                    <a:pt x="1253" y="17294"/>
                    <a:pt x="1078" y="18597"/>
                  </a:cubicBezTo>
                  <a:cubicBezTo>
                    <a:pt x="902" y="19801"/>
                    <a:pt x="727" y="21004"/>
                    <a:pt x="577" y="22232"/>
                  </a:cubicBezTo>
                  <a:cubicBezTo>
                    <a:pt x="451" y="23159"/>
                    <a:pt x="326" y="24086"/>
                    <a:pt x="201" y="25039"/>
                  </a:cubicBezTo>
                  <a:cubicBezTo>
                    <a:pt x="150" y="25490"/>
                    <a:pt x="75" y="25966"/>
                    <a:pt x="25" y="26417"/>
                  </a:cubicBezTo>
                  <a:cubicBezTo>
                    <a:pt x="25" y="26442"/>
                    <a:pt x="25" y="26467"/>
                    <a:pt x="25" y="26492"/>
                  </a:cubicBezTo>
                  <a:cubicBezTo>
                    <a:pt x="0" y="26517"/>
                    <a:pt x="50" y="26542"/>
                    <a:pt x="75" y="26542"/>
                  </a:cubicBezTo>
                  <a:cubicBezTo>
                    <a:pt x="652" y="26718"/>
                    <a:pt x="1278" y="26843"/>
                    <a:pt x="1880" y="26943"/>
                  </a:cubicBezTo>
                  <a:cubicBezTo>
                    <a:pt x="3409" y="27269"/>
                    <a:pt x="4937" y="27495"/>
                    <a:pt x="6491" y="27670"/>
                  </a:cubicBezTo>
                  <a:cubicBezTo>
                    <a:pt x="8350" y="27877"/>
                    <a:pt x="10208" y="27999"/>
                    <a:pt x="12086" y="27999"/>
                  </a:cubicBezTo>
                  <a:cubicBezTo>
                    <a:pt x="12259" y="27999"/>
                    <a:pt x="12433" y="27998"/>
                    <a:pt x="12607" y="27996"/>
                  </a:cubicBezTo>
                  <a:cubicBezTo>
                    <a:pt x="14136" y="27996"/>
                    <a:pt x="15639" y="27921"/>
                    <a:pt x="17168" y="27770"/>
                  </a:cubicBezTo>
                  <a:cubicBezTo>
                    <a:pt x="17619" y="27720"/>
                    <a:pt x="18045" y="27670"/>
                    <a:pt x="18496" y="27595"/>
                  </a:cubicBezTo>
                  <a:cubicBezTo>
                    <a:pt x="18697" y="27570"/>
                    <a:pt x="18897" y="27545"/>
                    <a:pt x="19098" y="27495"/>
                  </a:cubicBezTo>
                  <a:lnTo>
                    <a:pt x="19123" y="27495"/>
                  </a:lnTo>
                  <a:cubicBezTo>
                    <a:pt x="19148" y="27495"/>
                    <a:pt x="19173" y="27445"/>
                    <a:pt x="19173" y="27395"/>
                  </a:cubicBezTo>
                  <a:cubicBezTo>
                    <a:pt x="18797" y="25264"/>
                    <a:pt x="18597" y="23084"/>
                    <a:pt x="18572" y="20903"/>
                  </a:cubicBezTo>
                  <a:cubicBezTo>
                    <a:pt x="18547" y="19801"/>
                    <a:pt x="18572" y="18723"/>
                    <a:pt x="18622" y="17620"/>
                  </a:cubicBezTo>
                  <a:cubicBezTo>
                    <a:pt x="18697" y="16542"/>
                    <a:pt x="18772" y="15465"/>
                    <a:pt x="18822" y="14387"/>
                  </a:cubicBezTo>
                  <a:cubicBezTo>
                    <a:pt x="18923" y="12432"/>
                    <a:pt x="18847" y="10477"/>
                    <a:pt x="18246" y="8597"/>
                  </a:cubicBezTo>
                  <a:cubicBezTo>
                    <a:pt x="17745" y="7018"/>
                    <a:pt x="16943" y="5565"/>
                    <a:pt x="15915" y="4287"/>
                  </a:cubicBezTo>
                  <a:cubicBezTo>
                    <a:pt x="14862" y="3008"/>
                    <a:pt x="13584" y="1931"/>
                    <a:pt x="12156" y="1154"/>
                  </a:cubicBezTo>
                  <a:cubicBezTo>
                    <a:pt x="11988" y="1058"/>
                    <a:pt x="11797" y="962"/>
                    <a:pt x="11627" y="888"/>
                  </a:cubicBezTo>
                  <a:lnTo>
                    <a:pt x="11627" y="888"/>
                  </a:lnTo>
                  <a:cubicBezTo>
                    <a:pt x="11618" y="872"/>
                    <a:pt x="11603" y="859"/>
                    <a:pt x="11579" y="853"/>
                  </a:cubicBezTo>
                  <a:cubicBezTo>
                    <a:pt x="10777" y="602"/>
                    <a:pt x="9975" y="377"/>
                    <a:pt x="9148" y="201"/>
                  </a:cubicBezTo>
                  <a:cubicBezTo>
                    <a:pt x="8597" y="101"/>
                    <a:pt x="8020" y="1"/>
                    <a:pt x="746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2" name="Google Shape;5282;p55"/>
            <p:cNvSpPr/>
            <p:nvPr/>
          </p:nvSpPr>
          <p:spPr>
            <a:xfrm>
              <a:off x="7003885" y="2615268"/>
              <a:ext cx="30121" cy="34655"/>
            </a:xfrm>
            <a:custGeom>
              <a:rect b="b" l="l" r="r" t="t"/>
              <a:pathLst>
                <a:path extrusionOk="0" h="665" w="578">
                  <a:moveTo>
                    <a:pt x="489" y="0"/>
                  </a:moveTo>
                  <a:cubicBezTo>
                    <a:pt x="464" y="0"/>
                    <a:pt x="439" y="6"/>
                    <a:pt x="427" y="19"/>
                  </a:cubicBezTo>
                  <a:cubicBezTo>
                    <a:pt x="301" y="194"/>
                    <a:pt x="176" y="370"/>
                    <a:pt x="51" y="545"/>
                  </a:cubicBezTo>
                  <a:cubicBezTo>
                    <a:pt x="26" y="570"/>
                    <a:pt x="1" y="620"/>
                    <a:pt x="51" y="646"/>
                  </a:cubicBezTo>
                  <a:cubicBezTo>
                    <a:pt x="63" y="658"/>
                    <a:pt x="82" y="664"/>
                    <a:pt x="101" y="664"/>
                  </a:cubicBezTo>
                  <a:cubicBezTo>
                    <a:pt x="120" y="664"/>
                    <a:pt x="138" y="658"/>
                    <a:pt x="151" y="646"/>
                  </a:cubicBezTo>
                  <a:cubicBezTo>
                    <a:pt x="276" y="470"/>
                    <a:pt x="402" y="295"/>
                    <a:pt x="552" y="144"/>
                  </a:cubicBezTo>
                  <a:cubicBezTo>
                    <a:pt x="552" y="94"/>
                    <a:pt x="577" y="69"/>
                    <a:pt x="552" y="19"/>
                  </a:cubicBezTo>
                  <a:cubicBezTo>
                    <a:pt x="539" y="6"/>
                    <a:pt x="514" y="0"/>
                    <a:pt x="48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3" name="Google Shape;5283;p55"/>
            <p:cNvSpPr/>
            <p:nvPr/>
          </p:nvSpPr>
          <p:spPr>
            <a:xfrm>
              <a:off x="7032650" y="2629077"/>
              <a:ext cx="20949" cy="24753"/>
            </a:xfrm>
            <a:custGeom>
              <a:rect b="b" l="l" r="r" t="t"/>
              <a:pathLst>
                <a:path extrusionOk="0" h="475" w="402">
                  <a:moveTo>
                    <a:pt x="317" y="1"/>
                  </a:moveTo>
                  <a:cubicBezTo>
                    <a:pt x="301" y="1"/>
                    <a:pt x="286" y="8"/>
                    <a:pt x="276" y="30"/>
                  </a:cubicBezTo>
                  <a:cubicBezTo>
                    <a:pt x="201" y="130"/>
                    <a:pt x="125" y="230"/>
                    <a:pt x="25" y="355"/>
                  </a:cubicBezTo>
                  <a:cubicBezTo>
                    <a:pt x="25" y="355"/>
                    <a:pt x="0" y="381"/>
                    <a:pt x="0" y="406"/>
                  </a:cubicBezTo>
                  <a:cubicBezTo>
                    <a:pt x="0" y="406"/>
                    <a:pt x="25" y="431"/>
                    <a:pt x="25" y="456"/>
                  </a:cubicBezTo>
                  <a:cubicBezTo>
                    <a:pt x="38" y="468"/>
                    <a:pt x="56" y="475"/>
                    <a:pt x="75" y="475"/>
                  </a:cubicBezTo>
                  <a:cubicBezTo>
                    <a:pt x="94" y="475"/>
                    <a:pt x="113" y="468"/>
                    <a:pt x="125" y="456"/>
                  </a:cubicBezTo>
                  <a:cubicBezTo>
                    <a:pt x="226" y="330"/>
                    <a:pt x="301" y="230"/>
                    <a:pt x="376" y="130"/>
                  </a:cubicBezTo>
                  <a:cubicBezTo>
                    <a:pt x="401" y="105"/>
                    <a:pt x="401" y="80"/>
                    <a:pt x="401" y="80"/>
                  </a:cubicBezTo>
                  <a:cubicBezTo>
                    <a:pt x="401" y="55"/>
                    <a:pt x="401" y="30"/>
                    <a:pt x="376" y="30"/>
                  </a:cubicBezTo>
                  <a:cubicBezTo>
                    <a:pt x="361" y="15"/>
                    <a:pt x="339" y="1"/>
                    <a:pt x="31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4" name="Google Shape;5284;p55"/>
            <p:cNvSpPr/>
            <p:nvPr/>
          </p:nvSpPr>
          <p:spPr>
            <a:xfrm>
              <a:off x="6866780" y="3842592"/>
              <a:ext cx="44452" cy="10892"/>
            </a:xfrm>
            <a:custGeom>
              <a:rect b="b" l="l" r="r" t="t"/>
              <a:pathLst>
                <a:path extrusionOk="0" h="209" w="853">
                  <a:moveTo>
                    <a:pt x="75" y="1"/>
                  </a:moveTo>
                  <a:cubicBezTo>
                    <a:pt x="50" y="1"/>
                    <a:pt x="0" y="26"/>
                    <a:pt x="0" y="76"/>
                  </a:cubicBezTo>
                  <a:cubicBezTo>
                    <a:pt x="0" y="101"/>
                    <a:pt x="50" y="126"/>
                    <a:pt x="75" y="151"/>
                  </a:cubicBezTo>
                  <a:cubicBezTo>
                    <a:pt x="301" y="151"/>
                    <a:pt x="551" y="176"/>
                    <a:pt x="777" y="201"/>
                  </a:cubicBezTo>
                  <a:cubicBezTo>
                    <a:pt x="782" y="206"/>
                    <a:pt x="787" y="208"/>
                    <a:pt x="794" y="208"/>
                  </a:cubicBezTo>
                  <a:cubicBezTo>
                    <a:pt x="819" y="208"/>
                    <a:pt x="852" y="172"/>
                    <a:pt x="852" y="151"/>
                  </a:cubicBezTo>
                  <a:cubicBezTo>
                    <a:pt x="852" y="101"/>
                    <a:pt x="802" y="76"/>
                    <a:pt x="777" y="76"/>
                  </a:cubicBezTo>
                  <a:cubicBezTo>
                    <a:pt x="551" y="51"/>
                    <a:pt x="301" y="26"/>
                    <a:pt x="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5" name="Google Shape;5285;p55"/>
            <p:cNvSpPr/>
            <p:nvPr/>
          </p:nvSpPr>
          <p:spPr>
            <a:xfrm>
              <a:off x="6937287" y="3851764"/>
              <a:ext cx="36635" cy="13132"/>
            </a:xfrm>
            <a:custGeom>
              <a:rect b="b" l="l" r="r" t="t"/>
              <a:pathLst>
                <a:path extrusionOk="0" h="252" w="703">
                  <a:moveTo>
                    <a:pt x="76" y="0"/>
                  </a:moveTo>
                  <a:cubicBezTo>
                    <a:pt x="51" y="0"/>
                    <a:pt x="0" y="25"/>
                    <a:pt x="0" y="51"/>
                  </a:cubicBezTo>
                  <a:cubicBezTo>
                    <a:pt x="0" y="101"/>
                    <a:pt x="0" y="126"/>
                    <a:pt x="51" y="151"/>
                  </a:cubicBezTo>
                  <a:cubicBezTo>
                    <a:pt x="226" y="176"/>
                    <a:pt x="401" y="226"/>
                    <a:pt x="602" y="251"/>
                  </a:cubicBezTo>
                  <a:cubicBezTo>
                    <a:pt x="627" y="251"/>
                    <a:pt x="677" y="251"/>
                    <a:pt x="677" y="201"/>
                  </a:cubicBezTo>
                  <a:cubicBezTo>
                    <a:pt x="702" y="176"/>
                    <a:pt x="677" y="126"/>
                    <a:pt x="627" y="101"/>
                  </a:cubicBezTo>
                  <a:cubicBezTo>
                    <a:pt x="452" y="76"/>
                    <a:pt x="276" y="51"/>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6" name="Google Shape;5286;p55"/>
            <p:cNvSpPr/>
            <p:nvPr/>
          </p:nvSpPr>
          <p:spPr>
            <a:xfrm>
              <a:off x="6998674" y="3855672"/>
              <a:ext cx="39241" cy="7869"/>
            </a:xfrm>
            <a:custGeom>
              <a:rect b="b" l="l" r="r" t="t"/>
              <a:pathLst>
                <a:path extrusionOk="0" h="151" w="753">
                  <a:moveTo>
                    <a:pt x="76" y="1"/>
                  </a:moveTo>
                  <a:cubicBezTo>
                    <a:pt x="0" y="1"/>
                    <a:pt x="0" y="151"/>
                    <a:pt x="76" y="151"/>
                  </a:cubicBezTo>
                  <a:lnTo>
                    <a:pt x="652" y="151"/>
                  </a:lnTo>
                  <a:cubicBezTo>
                    <a:pt x="752" y="151"/>
                    <a:pt x="752" y="1"/>
                    <a:pt x="6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7" name="Google Shape;5287;p55"/>
            <p:cNvSpPr/>
            <p:nvPr/>
          </p:nvSpPr>
          <p:spPr>
            <a:xfrm>
              <a:off x="7073089" y="3858278"/>
              <a:ext cx="27515" cy="9224"/>
            </a:xfrm>
            <a:custGeom>
              <a:rect b="b" l="l" r="r" t="t"/>
              <a:pathLst>
                <a:path extrusionOk="0" h="177" w="528">
                  <a:moveTo>
                    <a:pt x="76" y="1"/>
                  </a:moveTo>
                  <a:cubicBezTo>
                    <a:pt x="26" y="1"/>
                    <a:pt x="1" y="26"/>
                    <a:pt x="1" y="76"/>
                  </a:cubicBezTo>
                  <a:cubicBezTo>
                    <a:pt x="1" y="101"/>
                    <a:pt x="26" y="126"/>
                    <a:pt x="76" y="126"/>
                  </a:cubicBezTo>
                  <a:cubicBezTo>
                    <a:pt x="201" y="151"/>
                    <a:pt x="327" y="151"/>
                    <a:pt x="452" y="176"/>
                  </a:cubicBezTo>
                  <a:cubicBezTo>
                    <a:pt x="502" y="176"/>
                    <a:pt x="527" y="126"/>
                    <a:pt x="527" y="101"/>
                  </a:cubicBezTo>
                  <a:cubicBezTo>
                    <a:pt x="527" y="51"/>
                    <a:pt x="502" y="26"/>
                    <a:pt x="452" y="26"/>
                  </a:cubicBezTo>
                  <a:cubicBezTo>
                    <a:pt x="327" y="26"/>
                    <a:pt x="2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8" name="Google Shape;5288;p55"/>
            <p:cNvSpPr/>
            <p:nvPr/>
          </p:nvSpPr>
          <p:spPr>
            <a:xfrm>
              <a:off x="7137134" y="3860883"/>
              <a:ext cx="30069" cy="7921"/>
            </a:xfrm>
            <a:custGeom>
              <a:rect b="b" l="l" r="r" t="t"/>
              <a:pathLst>
                <a:path extrusionOk="0" h="152" w="577">
                  <a:moveTo>
                    <a:pt x="75" y="1"/>
                  </a:moveTo>
                  <a:cubicBezTo>
                    <a:pt x="25" y="1"/>
                    <a:pt x="0" y="51"/>
                    <a:pt x="0" y="76"/>
                  </a:cubicBezTo>
                  <a:cubicBezTo>
                    <a:pt x="0" y="126"/>
                    <a:pt x="25" y="151"/>
                    <a:pt x="75" y="151"/>
                  </a:cubicBezTo>
                  <a:lnTo>
                    <a:pt x="501" y="151"/>
                  </a:lnTo>
                  <a:cubicBezTo>
                    <a:pt x="526" y="151"/>
                    <a:pt x="576" y="126"/>
                    <a:pt x="576" y="76"/>
                  </a:cubicBezTo>
                  <a:cubicBezTo>
                    <a:pt x="576" y="26"/>
                    <a:pt x="551" y="1"/>
                    <a:pt x="5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9" name="Google Shape;5289;p55"/>
            <p:cNvSpPr/>
            <p:nvPr/>
          </p:nvSpPr>
          <p:spPr>
            <a:xfrm>
              <a:off x="7194561" y="3868752"/>
              <a:ext cx="20949" cy="7869"/>
            </a:xfrm>
            <a:custGeom>
              <a:rect b="b" l="l" r="r" t="t"/>
              <a:pathLst>
                <a:path extrusionOk="0" h="151" w="402">
                  <a:moveTo>
                    <a:pt x="76" y="0"/>
                  </a:moveTo>
                  <a:cubicBezTo>
                    <a:pt x="51" y="0"/>
                    <a:pt x="1" y="25"/>
                    <a:pt x="1" y="75"/>
                  </a:cubicBezTo>
                  <a:cubicBezTo>
                    <a:pt x="26" y="100"/>
                    <a:pt x="51" y="151"/>
                    <a:pt x="76" y="151"/>
                  </a:cubicBezTo>
                  <a:lnTo>
                    <a:pt x="327" y="151"/>
                  </a:lnTo>
                  <a:cubicBezTo>
                    <a:pt x="377" y="151"/>
                    <a:pt x="402" y="100"/>
                    <a:pt x="402" y="75"/>
                  </a:cubicBezTo>
                  <a:cubicBezTo>
                    <a:pt x="402" y="25"/>
                    <a:pt x="377" y="0"/>
                    <a:pt x="3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0" name="Google Shape;5290;p55"/>
            <p:cNvSpPr/>
            <p:nvPr/>
          </p:nvSpPr>
          <p:spPr>
            <a:xfrm>
              <a:off x="7235103" y="3865990"/>
              <a:ext cx="45703" cy="9328"/>
            </a:xfrm>
            <a:custGeom>
              <a:rect b="b" l="l" r="r" t="t"/>
              <a:pathLst>
                <a:path extrusionOk="0" h="179" w="877">
                  <a:moveTo>
                    <a:pt x="79" y="0"/>
                  </a:moveTo>
                  <a:cubicBezTo>
                    <a:pt x="0" y="0"/>
                    <a:pt x="7" y="128"/>
                    <a:pt x="100" y="128"/>
                  </a:cubicBezTo>
                  <a:cubicBezTo>
                    <a:pt x="326" y="153"/>
                    <a:pt x="551" y="153"/>
                    <a:pt x="777" y="179"/>
                  </a:cubicBezTo>
                  <a:cubicBezTo>
                    <a:pt x="877" y="179"/>
                    <a:pt x="877" y="28"/>
                    <a:pt x="777" y="28"/>
                  </a:cubicBezTo>
                  <a:cubicBezTo>
                    <a:pt x="551" y="3"/>
                    <a:pt x="326" y="3"/>
                    <a:pt x="100" y="3"/>
                  </a:cubicBezTo>
                  <a:cubicBezTo>
                    <a:pt x="92" y="1"/>
                    <a:pt x="85" y="0"/>
                    <a:pt x="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1" name="Google Shape;5291;p55"/>
            <p:cNvSpPr/>
            <p:nvPr/>
          </p:nvSpPr>
          <p:spPr>
            <a:xfrm>
              <a:off x="7312437" y="3860779"/>
              <a:ext cx="38615" cy="9953"/>
            </a:xfrm>
            <a:custGeom>
              <a:rect b="b" l="l" r="r" t="t"/>
              <a:pathLst>
                <a:path extrusionOk="0" h="191" w="741">
                  <a:moveTo>
                    <a:pt x="98" y="0"/>
                  </a:moveTo>
                  <a:cubicBezTo>
                    <a:pt x="16" y="0"/>
                    <a:pt x="0" y="130"/>
                    <a:pt x="70" y="153"/>
                  </a:cubicBezTo>
                  <a:cubicBezTo>
                    <a:pt x="170" y="178"/>
                    <a:pt x="270" y="191"/>
                    <a:pt x="370" y="191"/>
                  </a:cubicBezTo>
                  <a:cubicBezTo>
                    <a:pt x="471" y="191"/>
                    <a:pt x="571" y="178"/>
                    <a:pt x="671" y="153"/>
                  </a:cubicBezTo>
                  <a:cubicBezTo>
                    <a:pt x="741" y="130"/>
                    <a:pt x="725" y="0"/>
                    <a:pt x="643" y="0"/>
                  </a:cubicBezTo>
                  <a:cubicBezTo>
                    <a:pt x="636" y="0"/>
                    <a:pt x="629" y="1"/>
                    <a:pt x="621" y="3"/>
                  </a:cubicBezTo>
                  <a:cubicBezTo>
                    <a:pt x="533" y="28"/>
                    <a:pt x="452" y="40"/>
                    <a:pt x="370" y="40"/>
                  </a:cubicBezTo>
                  <a:cubicBezTo>
                    <a:pt x="289" y="40"/>
                    <a:pt x="207" y="28"/>
                    <a:pt x="120" y="3"/>
                  </a:cubicBezTo>
                  <a:cubicBezTo>
                    <a:pt x="112" y="1"/>
                    <a:pt x="105" y="0"/>
                    <a:pt x="9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2" name="Google Shape;5292;p55"/>
            <p:cNvSpPr/>
            <p:nvPr/>
          </p:nvSpPr>
          <p:spPr>
            <a:xfrm>
              <a:off x="7382631" y="3849471"/>
              <a:ext cx="27515" cy="11152"/>
            </a:xfrm>
            <a:custGeom>
              <a:rect b="b" l="l" r="r" t="t"/>
              <a:pathLst>
                <a:path extrusionOk="0" h="214" w="528">
                  <a:moveTo>
                    <a:pt x="130" y="59"/>
                  </a:moveTo>
                  <a:cubicBezTo>
                    <a:pt x="134" y="64"/>
                    <a:pt x="140" y="69"/>
                    <a:pt x="151" y="69"/>
                  </a:cubicBezTo>
                  <a:lnTo>
                    <a:pt x="126" y="69"/>
                  </a:lnTo>
                  <a:cubicBezTo>
                    <a:pt x="126" y="63"/>
                    <a:pt x="128" y="60"/>
                    <a:pt x="130" y="59"/>
                  </a:cubicBezTo>
                  <a:close/>
                  <a:moveTo>
                    <a:pt x="452" y="1"/>
                  </a:moveTo>
                  <a:cubicBezTo>
                    <a:pt x="433" y="1"/>
                    <a:pt x="414" y="7"/>
                    <a:pt x="402" y="19"/>
                  </a:cubicBezTo>
                  <a:cubicBezTo>
                    <a:pt x="377" y="44"/>
                    <a:pt x="377" y="44"/>
                    <a:pt x="377" y="44"/>
                  </a:cubicBezTo>
                  <a:lnTo>
                    <a:pt x="352" y="44"/>
                  </a:lnTo>
                  <a:cubicBezTo>
                    <a:pt x="352" y="44"/>
                    <a:pt x="352" y="69"/>
                    <a:pt x="352" y="69"/>
                  </a:cubicBezTo>
                  <a:lnTo>
                    <a:pt x="151" y="69"/>
                  </a:lnTo>
                  <a:cubicBezTo>
                    <a:pt x="151" y="69"/>
                    <a:pt x="140" y="58"/>
                    <a:pt x="133" y="58"/>
                  </a:cubicBezTo>
                  <a:cubicBezTo>
                    <a:pt x="132" y="58"/>
                    <a:pt x="131" y="58"/>
                    <a:pt x="130" y="59"/>
                  </a:cubicBezTo>
                  <a:lnTo>
                    <a:pt x="130" y="59"/>
                  </a:lnTo>
                  <a:cubicBezTo>
                    <a:pt x="126" y="52"/>
                    <a:pt x="126" y="44"/>
                    <a:pt x="126" y="44"/>
                  </a:cubicBezTo>
                  <a:cubicBezTo>
                    <a:pt x="101" y="44"/>
                    <a:pt x="51" y="44"/>
                    <a:pt x="26" y="69"/>
                  </a:cubicBezTo>
                  <a:cubicBezTo>
                    <a:pt x="1" y="120"/>
                    <a:pt x="26" y="170"/>
                    <a:pt x="51" y="170"/>
                  </a:cubicBezTo>
                  <a:cubicBezTo>
                    <a:pt x="110" y="199"/>
                    <a:pt x="174" y="213"/>
                    <a:pt x="236" y="213"/>
                  </a:cubicBezTo>
                  <a:cubicBezTo>
                    <a:pt x="332" y="213"/>
                    <a:pt x="426" y="180"/>
                    <a:pt x="502" y="120"/>
                  </a:cubicBezTo>
                  <a:cubicBezTo>
                    <a:pt x="527" y="95"/>
                    <a:pt x="527" y="44"/>
                    <a:pt x="502" y="19"/>
                  </a:cubicBezTo>
                  <a:cubicBezTo>
                    <a:pt x="490" y="7"/>
                    <a:pt x="471" y="1"/>
                    <a:pt x="4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3" name="Google Shape;5293;p55"/>
            <p:cNvSpPr/>
            <p:nvPr/>
          </p:nvSpPr>
          <p:spPr>
            <a:xfrm>
              <a:off x="7441412" y="3851764"/>
              <a:ext cx="31424" cy="9172"/>
            </a:xfrm>
            <a:custGeom>
              <a:rect b="b" l="l" r="r" t="t"/>
              <a:pathLst>
                <a:path extrusionOk="0" h="176" w="603">
                  <a:moveTo>
                    <a:pt x="527" y="0"/>
                  </a:moveTo>
                  <a:lnTo>
                    <a:pt x="76" y="25"/>
                  </a:lnTo>
                  <a:cubicBezTo>
                    <a:pt x="51" y="25"/>
                    <a:pt x="1" y="76"/>
                    <a:pt x="1" y="101"/>
                  </a:cubicBezTo>
                  <a:cubicBezTo>
                    <a:pt x="1" y="151"/>
                    <a:pt x="51" y="176"/>
                    <a:pt x="76" y="176"/>
                  </a:cubicBezTo>
                  <a:lnTo>
                    <a:pt x="527" y="151"/>
                  </a:lnTo>
                  <a:cubicBezTo>
                    <a:pt x="552" y="126"/>
                    <a:pt x="602" y="101"/>
                    <a:pt x="577" y="76"/>
                  </a:cubicBezTo>
                  <a:cubicBezTo>
                    <a:pt x="577" y="25"/>
                    <a:pt x="552" y="0"/>
                    <a:pt x="5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4" name="Google Shape;5294;p55"/>
            <p:cNvSpPr/>
            <p:nvPr/>
          </p:nvSpPr>
          <p:spPr>
            <a:xfrm>
              <a:off x="7504102" y="3846032"/>
              <a:ext cx="32727" cy="15425"/>
            </a:xfrm>
            <a:custGeom>
              <a:rect b="b" l="l" r="r" t="t"/>
              <a:pathLst>
                <a:path extrusionOk="0" h="296" w="628">
                  <a:moveTo>
                    <a:pt x="551" y="0"/>
                  </a:moveTo>
                  <a:cubicBezTo>
                    <a:pt x="542" y="0"/>
                    <a:pt x="534" y="3"/>
                    <a:pt x="527" y="10"/>
                  </a:cubicBezTo>
                  <a:cubicBezTo>
                    <a:pt x="377" y="60"/>
                    <a:pt x="201" y="110"/>
                    <a:pt x="51" y="161"/>
                  </a:cubicBezTo>
                  <a:cubicBezTo>
                    <a:pt x="26" y="161"/>
                    <a:pt x="1" y="211"/>
                    <a:pt x="1" y="236"/>
                  </a:cubicBezTo>
                  <a:cubicBezTo>
                    <a:pt x="19" y="272"/>
                    <a:pt x="37" y="296"/>
                    <a:pt x="66" y="296"/>
                  </a:cubicBezTo>
                  <a:cubicBezTo>
                    <a:pt x="76" y="296"/>
                    <a:pt x="88" y="293"/>
                    <a:pt x="101" y="286"/>
                  </a:cubicBezTo>
                  <a:cubicBezTo>
                    <a:pt x="251" y="236"/>
                    <a:pt x="402" y="186"/>
                    <a:pt x="552" y="135"/>
                  </a:cubicBezTo>
                  <a:cubicBezTo>
                    <a:pt x="602" y="135"/>
                    <a:pt x="627" y="85"/>
                    <a:pt x="602" y="60"/>
                  </a:cubicBezTo>
                  <a:cubicBezTo>
                    <a:pt x="602" y="24"/>
                    <a:pt x="575" y="0"/>
                    <a:pt x="5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5" name="Google Shape;5295;p55"/>
            <p:cNvSpPr/>
            <p:nvPr/>
          </p:nvSpPr>
          <p:spPr>
            <a:xfrm>
              <a:off x="6886322" y="3879174"/>
              <a:ext cx="198601" cy="27672"/>
            </a:xfrm>
            <a:custGeom>
              <a:rect b="b" l="l" r="r" t="t"/>
              <a:pathLst>
                <a:path extrusionOk="0" h="531" w="3811">
                  <a:moveTo>
                    <a:pt x="126" y="1"/>
                  </a:moveTo>
                  <a:cubicBezTo>
                    <a:pt x="26" y="1"/>
                    <a:pt x="1" y="126"/>
                    <a:pt x="76" y="151"/>
                  </a:cubicBezTo>
                  <a:cubicBezTo>
                    <a:pt x="1179" y="404"/>
                    <a:pt x="2303" y="530"/>
                    <a:pt x="3409" y="530"/>
                  </a:cubicBezTo>
                  <a:cubicBezTo>
                    <a:pt x="3510" y="530"/>
                    <a:pt x="3610" y="529"/>
                    <a:pt x="3710" y="527"/>
                  </a:cubicBezTo>
                  <a:cubicBezTo>
                    <a:pt x="3811" y="527"/>
                    <a:pt x="3811" y="377"/>
                    <a:pt x="3710" y="377"/>
                  </a:cubicBezTo>
                  <a:cubicBezTo>
                    <a:pt x="3610" y="379"/>
                    <a:pt x="3510" y="380"/>
                    <a:pt x="3410" y="380"/>
                  </a:cubicBezTo>
                  <a:cubicBezTo>
                    <a:pt x="2307" y="380"/>
                    <a:pt x="1206" y="253"/>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6" name="Google Shape;5296;p55"/>
            <p:cNvSpPr/>
            <p:nvPr/>
          </p:nvSpPr>
          <p:spPr>
            <a:xfrm>
              <a:off x="7141042" y="3898768"/>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7" name="Google Shape;5297;p55"/>
            <p:cNvSpPr/>
            <p:nvPr/>
          </p:nvSpPr>
          <p:spPr>
            <a:xfrm>
              <a:off x="7192007" y="3897309"/>
              <a:ext cx="142163" cy="12872"/>
            </a:xfrm>
            <a:custGeom>
              <a:rect b="b" l="l" r="r" t="t"/>
              <a:pathLst>
                <a:path extrusionOk="0" h="247" w="2728">
                  <a:moveTo>
                    <a:pt x="2652" y="1"/>
                  </a:moveTo>
                  <a:cubicBezTo>
                    <a:pt x="2646" y="1"/>
                    <a:pt x="2639" y="2"/>
                    <a:pt x="2631" y="4"/>
                  </a:cubicBezTo>
                  <a:cubicBezTo>
                    <a:pt x="2063" y="70"/>
                    <a:pt x="1506" y="104"/>
                    <a:pt x="946" y="104"/>
                  </a:cubicBezTo>
                  <a:cubicBezTo>
                    <a:pt x="665" y="104"/>
                    <a:pt x="384" y="95"/>
                    <a:pt x="100" y="79"/>
                  </a:cubicBezTo>
                  <a:cubicBezTo>
                    <a:pt x="92" y="77"/>
                    <a:pt x="85" y="76"/>
                    <a:pt x="79" y="76"/>
                  </a:cubicBezTo>
                  <a:cubicBezTo>
                    <a:pt x="0" y="76"/>
                    <a:pt x="7" y="204"/>
                    <a:pt x="100" y="204"/>
                  </a:cubicBezTo>
                  <a:cubicBezTo>
                    <a:pt x="419" y="232"/>
                    <a:pt x="736" y="246"/>
                    <a:pt x="1051" y="246"/>
                  </a:cubicBezTo>
                  <a:cubicBezTo>
                    <a:pt x="1576" y="246"/>
                    <a:pt x="2099" y="207"/>
                    <a:pt x="2631" y="129"/>
                  </a:cubicBezTo>
                  <a:cubicBezTo>
                    <a:pt x="2701" y="129"/>
                    <a:pt x="2727" y="1"/>
                    <a:pt x="265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8" name="Google Shape;5298;p55"/>
            <p:cNvSpPr/>
            <p:nvPr/>
          </p:nvSpPr>
          <p:spPr>
            <a:xfrm>
              <a:off x="7386591" y="3890951"/>
              <a:ext cx="9172" cy="7869"/>
            </a:xfrm>
            <a:custGeom>
              <a:rect b="b" l="l" r="r" t="t"/>
              <a:pathLst>
                <a:path extrusionOk="0" h="151" w="176">
                  <a:moveTo>
                    <a:pt x="75" y="0"/>
                  </a:moveTo>
                  <a:cubicBezTo>
                    <a:pt x="0" y="0"/>
                    <a:pt x="0" y="151"/>
                    <a:pt x="75" y="151"/>
                  </a:cubicBezTo>
                  <a:cubicBezTo>
                    <a:pt x="175" y="151"/>
                    <a:pt x="175"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9" name="Google Shape;5299;p55"/>
            <p:cNvSpPr/>
            <p:nvPr/>
          </p:nvSpPr>
          <p:spPr>
            <a:xfrm>
              <a:off x="7444331" y="3876412"/>
              <a:ext cx="68632" cy="18656"/>
            </a:xfrm>
            <a:custGeom>
              <a:rect b="b" l="l" r="r" t="t"/>
              <a:pathLst>
                <a:path extrusionOk="0" h="358" w="1317">
                  <a:moveTo>
                    <a:pt x="1223" y="0"/>
                  </a:moveTo>
                  <a:cubicBezTo>
                    <a:pt x="1215" y="0"/>
                    <a:pt x="1207" y="1"/>
                    <a:pt x="1198" y="4"/>
                  </a:cubicBezTo>
                  <a:cubicBezTo>
                    <a:pt x="822" y="54"/>
                    <a:pt x="446" y="129"/>
                    <a:pt x="70" y="204"/>
                  </a:cubicBezTo>
                  <a:cubicBezTo>
                    <a:pt x="1" y="227"/>
                    <a:pt x="17" y="357"/>
                    <a:pt x="98" y="357"/>
                  </a:cubicBezTo>
                  <a:cubicBezTo>
                    <a:pt x="105" y="357"/>
                    <a:pt x="112" y="356"/>
                    <a:pt x="120" y="354"/>
                  </a:cubicBezTo>
                  <a:lnTo>
                    <a:pt x="1248" y="129"/>
                  </a:lnTo>
                  <a:cubicBezTo>
                    <a:pt x="1316" y="106"/>
                    <a:pt x="1302" y="0"/>
                    <a:pt x="122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0" name="Google Shape;5300;p55"/>
            <p:cNvSpPr/>
            <p:nvPr/>
          </p:nvSpPr>
          <p:spPr>
            <a:xfrm>
              <a:off x="6981685" y="3691886"/>
              <a:ext cx="22252" cy="28558"/>
            </a:xfrm>
            <a:custGeom>
              <a:rect b="b" l="l" r="r" t="t"/>
              <a:pathLst>
                <a:path extrusionOk="0" h="548" w="427">
                  <a:moveTo>
                    <a:pt x="349" y="0"/>
                  </a:moveTo>
                  <a:cubicBezTo>
                    <a:pt x="324" y="0"/>
                    <a:pt x="294" y="18"/>
                    <a:pt x="276" y="36"/>
                  </a:cubicBezTo>
                  <a:cubicBezTo>
                    <a:pt x="201" y="161"/>
                    <a:pt x="126" y="311"/>
                    <a:pt x="26" y="437"/>
                  </a:cubicBezTo>
                  <a:cubicBezTo>
                    <a:pt x="1" y="462"/>
                    <a:pt x="26" y="512"/>
                    <a:pt x="51" y="537"/>
                  </a:cubicBezTo>
                  <a:cubicBezTo>
                    <a:pt x="65" y="544"/>
                    <a:pt x="78" y="547"/>
                    <a:pt x="89" y="547"/>
                  </a:cubicBezTo>
                  <a:cubicBezTo>
                    <a:pt x="116" y="547"/>
                    <a:pt x="133" y="530"/>
                    <a:pt x="151" y="512"/>
                  </a:cubicBezTo>
                  <a:lnTo>
                    <a:pt x="402" y="111"/>
                  </a:lnTo>
                  <a:cubicBezTo>
                    <a:pt x="427" y="86"/>
                    <a:pt x="427" y="36"/>
                    <a:pt x="377" y="11"/>
                  </a:cubicBezTo>
                  <a:cubicBezTo>
                    <a:pt x="369" y="3"/>
                    <a:pt x="360" y="0"/>
                    <a:pt x="34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1" name="Google Shape;5301;p55"/>
            <p:cNvSpPr/>
            <p:nvPr/>
          </p:nvSpPr>
          <p:spPr>
            <a:xfrm>
              <a:off x="7001279" y="3691105"/>
              <a:ext cx="17041" cy="31059"/>
            </a:xfrm>
            <a:custGeom>
              <a:rect b="b" l="l" r="r" t="t"/>
              <a:pathLst>
                <a:path extrusionOk="0" h="596" w="327">
                  <a:moveTo>
                    <a:pt x="251" y="1"/>
                  </a:moveTo>
                  <a:cubicBezTo>
                    <a:pt x="201" y="1"/>
                    <a:pt x="176" y="51"/>
                    <a:pt x="176" y="76"/>
                  </a:cubicBezTo>
                  <a:cubicBezTo>
                    <a:pt x="176" y="101"/>
                    <a:pt x="176" y="126"/>
                    <a:pt x="176" y="126"/>
                  </a:cubicBezTo>
                  <a:cubicBezTo>
                    <a:pt x="176" y="126"/>
                    <a:pt x="176" y="151"/>
                    <a:pt x="176" y="151"/>
                  </a:cubicBezTo>
                  <a:cubicBezTo>
                    <a:pt x="176" y="151"/>
                    <a:pt x="176" y="176"/>
                    <a:pt x="176" y="176"/>
                  </a:cubicBezTo>
                  <a:cubicBezTo>
                    <a:pt x="151" y="201"/>
                    <a:pt x="151" y="226"/>
                    <a:pt x="151" y="226"/>
                  </a:cubicBezTo>
                  <a:cubicBezTo>
                    <a:pt x="151" y="251"/>
                    <a:pt x="151" y="251"/>
                    <a:pt x="151" y="251"/>
                  </a:cubicBezTo>
                  <a:cubicBezTo>
                    <a:pt x="151" y="276"/>
                    <a:pt x="151" y="276"/>
                    <a:pt x="126" y="276"/>
                  </a:cubicBezTo>
                  <a:cubicBezTo>
                    <a:pt x="126" y="276"/>
                    <a:pt x="126" y="301"/>
                    <a:pt x="126" y="301"/>
                  </a:cubicBezTo>
                  <a:cubicBezTo>
                    <a:pt x="126" y="326"/>
                    <a:pt x="126" y="326"/>
                    <a:pt x="101" y="326"/>
                  </a:cubicBezTo>
                  <a:cubicBezTo>
                    <a:pt x="101" y="352"/>
                    <a:pt x="101" y="377"/>
                    <a:pt x="76" y="377"/>
                  </a:cubicBezTo>
                  <a:cubicBezTo>
                    <a:pt x="76" y="402"/>
                    <a:pt x="76" y="402"/>
                    <a:pt x="76" y="402"/>
                  </a:cubicBezTo>
                  <a:cubicBezTo>
                    <a:pt x="76" y="402"/>
                    <a:pt x="51" y="402"/>
                    <a:pt x="51" y="427"/>
                  </a:cubicBezTo>
                  <a:cubicBezTo>
                    <a:pt x="51" y="427"/>
                    <a:pt x="26" y="452"/>
                    <a:pt x="26" y="452"/>
                  </a:cubicBezTo>
                  <a:cubicBezTo>
                    <a:pt x="1" y="502"/>
                    <a:pt x="1" y="527"/>
                    <a:pt x="26" y="577"/>
                  </a:cubicBezTo>
                  <a:cubicBezTo>
                    <a:pt x="38" y="590"/>
                    <a:pt x="57" y="596"/>
                    <a:pt x="76" y="596"/>
                  </a:cubicBezTo>
                  <a:cubicBezTo>
                    <a:pt x="95" y="596"/>
                    <a:pt x="113" y="590"/>
                    <a:pt x="126" y="577"/>
                  </a:cubicBezTo>
                  <a:cubicBezTo>
                    <a:pt x="251" y="427"/>
                    <a:pt x="326" y="251"/>
                    <a:pt x="326" y="76"/>
                  </a:cubicBezTo>
                  <a:cubicBezTo>
                    <a:pt x="326" y="51"/>
                    <a:pt x="301" y="1"/>
                    <a:pt x="2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2" name="Google Shape;5302;p55"/>
            <p:cNvSpPr/>
            <p:nvPr/>
          </p:nvSpPr>
          <p:spPr>
            <a:xfrm>
              <a:off x="7447926" y="3766875"/>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3" name="Google Shape;5303;p55"/>
            <p:cNvSpPr/>
            <p:nvPr/>
          </p:nvSpPr>
          <p:spPr>
            <a:xfrm>
              <a:off x="7411396" y="3184688"/>
              <a:ext cx="19646" cy="28453"/>
            </a:xfrm>
            <a:custGeom>
              <a:rect b="b" l="l" r="r" t="t"/>
              <a:pathLst>
                <a:path extrusionOk="0" h="546" w="377">
                  <a:moveTo>
                    <a:pt x="301" y="1"/>
                  </a:moveTo>
                  <a:cubicBezTo>
                    <a:pt x="282" y="1"/>
                    <a:pt x="263" y="7"/>
                    <a:pt x="251" y="19"/>
                  </a:cubicBezTo>
                  <a:cubicBezTo>
                    <a:pt x="126" y="145"/>
                    <a:pt x="50" y="295"/>
                    <a:pt x="0" y="445"/>
                  </a:cubicBezTo>
                  <a:cubicBezTo>
                    <a:pt x="0" y="496"/>
                    <a:pt x="25" y="521"/>
                    <a:pt x="50" y="546"/>
                  </a:cubicBezTo>
                  <a:cubicBezTo>
                    <a:pt x="100" y="546"/>
                    <a:pt x="151" y="521"/>
                    <a:pt x="151" y="496"/>
                  </a:cubicBezTo>
                  <a:cubicBezTo>
                    <a:pt x="151" y="445"/>
                    <a:pt x="176" y="420"/>
                    <a:pt x="176" y="395"/>
                  </a:cubicBezTo>
                  <a:cubicBezTo>
                    <a:pt x="176" y="370"/>
                    <a:pt x="176" y="370"/>
                    <a:pt x="201" y="345"/>
                  </a:cubicBezTo>
                  <a:cubicBezTo>
                    <a:pt x="201" y="320"/>
                    <a:pt x="201" y="320"/>
                    <a:pt x="226" y="295"/>
                  </a:cubicBezTo>
                  <a:cubicBezTo>
                    <a:pt x="251" y="270"/>
                    <a:pt x="251" y="220"/>
                    <a:pt x="276" y="195"/>
                  </a:cubicBezTo>
                  <a:lnTo>
                    <a:pt x="301" y="195"/>
                  </a:lnTo>
                  <a:cubicBezTo>
                    <a:pt x="301" y="170"/>
                    <a:pt x="301" y="170"/>
                    <a:pt x="301" y="170"/>
                  </a:cubicBezTo>
                  <a:cubicBezTo>
                    <a:pt x="326" y="145"/>
                    <a:pt x="326" y="145"/>
                    <a:pt x="351" y="120"/>
                  </a:cubicBezTo>
                  <a:cubicBezTo>
                    <a:pt x="376" y="95"/>
                    <a:pt x="376" y="44"/>
                    <a:pt x="351" y="19"/>
                  </a:cubicBezTo>
                  <a:cubicBezTo>
                    <a:pt x="339" y="7"/>
                    <a:pt x="320" y="1"/>
                    <a:pt x="3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4" name="Google Shape;5304;p55"/>
            <p:cNvSpPr/>
            <p:nvPr/>
          </p:nvSpPr>
          <p:spPr>
            <a:xfrm>
              <a:off x="7432293" y="3192504"/>
              <a:ext cx="20949" cy="33717"/>
            </a:xfrm>
            <a:custGeom>
              <a:rect b="b" l="l" r="r" t="t"/>
              <a:pathLst>
                <a:path extrusionOk="0" h="647" w="402">
                  <a:moveTo>
                    <a:pt x="326" y="1"/>
                  </a:moveTo>
                  <a:cubicBezTo>
                    <a:pt x="307" y="1"/>
                    <a:pt x="288" y="7"/>
                    <a:pt x="276" y="20"/>
                  </a:cubicBezTo>
                  <a:cubicBezTo>
                    <a:pt x="126" y="170"/>
                    <a:pt x="25" y="371"/>
                    <a:pt x="0" y="571"/>
                  </a:cubicBezTo>
                  <a:cubicBezTo>
                    <a:pt x="0" y="621"/>
                    <a:pt x="50" y="646"/>
                    <a:pt x="75" y="646"/>
                  </a:cubicBezTo>
                  <a:cubicBezTo>
                    <a:pt x="126" y="646"/>
                    <a:pt x="151" y="621"/>
                    <a:pt x="151" y="571"/>
                  </a:cubicBezTo>
                  <a:cubicBezTo>
                    <a:pt x="151" y="571"/>
                    <a:pt x="151" y="546"/>
                    <a:pt x="151" y="546"/>
                  </a:cubicBezTo>
                  <a:cubicBezTo>
                    <a:pt x="151" y="546"/>
                    <a:pt x="151" y="521"/>
                    <a:pt x="151" y="521"/>
                  </a:cubicBezTo>
                  <a:cubicBezTo>
                    <a:pt x="176" y="496"/>
                    <a:pt x="176" y="471"/>
                    <a:pt x="176" y="446"/>
                  </a:cubicBezTo>
                  <a:cubicBezTo>
                    <a:pt x="201" y="396"/>
                    <a:pt x="201" y="371"/>
                    <a:pt x="226" y="320"/>
                  </a:cubicBezTo>
                  <a:cubicBezTo>
                    <a:pt x="276" y="245"/>
                    <a:pt x="326" y="195"/>
                    <a:pt x="376" y="120"/>
                  </a:cubicBezTo>
                  <a:cubicBezTo>
                    <a:pt x="401" y="95"/>
                    <a:pt x="401" y="45"/>
                    <a:pt x="376" y="20"/>
                  </a:cubicBezTo>
                  <a:cubicBezTo>
                    <a:pt x="364" y="7"/>
                    <a:pt x="345" y="1"/>
                    <a:pt x="3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5" name="Google Shape;5305;p55"/>
            <p:cNvSpPr/>
            <p:nvPr/>
          </p:nvSpPr>
          <p:spPr>
            <a:xfrm>
              <a:off x="7520309" y="3190889"/>
              <a:ext cx="25639" cy="157745"/>
            </a:xfrm>
            <a:custGeom>
              <a:rect b="b" l="l" r="r" t="t"/>
              <a:pathLst>
                <a:path extrusionOk="0" h="3027" w="492">
                  <a:moveTo>
                    <a:pt x="426" y="1"/>
                  </a:moveTo>
                  <a:cubicBezTo>
                    <a:pt x="391" y="1"/>
                    <a:pt x="354" y="26"/>
                    <a:pt x="341" y="76"/>
                  </a:cubicBezTo>
                  <a:cubicBezTo>
                    <a:pt x="291" y="1028"/>
                    <a:pt x="166" y="1981"/>
                    <a:pt x="16" y="2933"/>
                  </a:cubicBezTo>
                  <a:cubicBezTo>
                    <a:pt x="0" y="2994"/>
                    <a:pt x="49" y="3027"/>
                    <a:pt x="91" y="3027"/>
                  </a:cubicBezTo>
                  <a:cubicBezTo>
                    <a:pt x="117" y="3027"/>
                    <a:pt x="141" y="3013"/>
                    <a:pt x="141" y="2983"/>
                  </a:cubicBezTo>
                  <a:cubicBezTo>
                    <a:pt x="316" y="2006"/>
                    <a:pt x="442" y="1028"/>
                    <a:pt x="492" y="76"/>
                  </a:cubicBezTo>
                  <a:cubicBezTo>
                    <a:pt x="492" y="26"/>
                    <a:pt x="460" y="1"/>
                    <a:pt x="4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6" name="Google Shape;5306;p55"/>
            <p:cNvSpPr/>
            <p:nvPr/>
          </p:nvSpPr>
          <p:spPr>
            <a:xfrm>
              <a:off x="7515880" y="3382867"/>
              <a:ext cx="10475" cy="7921"/>
            </a:xfrm>
            <a:custGeom>
              <a:rect b="b" l="l" r="r" t="t"/>
              <a:pathLst>
                <a:path extrusionOk="0" h="152" w="201">
                  <a:moveTo>
                    <a:pt x="101" y="1"/>
                  </a:moveTo>
                  <a:cubicBezTo>
                    <a:pt x="0" y="1"/>
                    <a:pt x="0"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7" name="Google Shape;5307;p55"/>
            <p:cNvSpPr/>
            <p:nvPr/>
          </p:nvSpPr>
          <p:spPr>
            <a:xfrm>
              <a:off x="7425206" y="2781399"/>
              <a:ext cx="39762" cy="75198"/>
            </a:xfrm>
            <a:custGeom>
              <a:rect b="b" l="l" r="r" t="t"/>
              <a:pathLst>
                <a:path extrusionOk="0" h="1443" w="763">
                  <a:moveTo>
                    <a:pt x="117" y="0"/>
                  </a:moveTo>
                  <a:cubicBezTo>
                    <a:pt x="54" y="0"/>
                    <a:pt x="0" y="74"/>
                    <a:pt x="61" y="114"/>
                  </a:cubicBezTo>
                  <a:cubicBezTo>
                    <a:pt x="362" y="465"/>
                    <a:pt x="562" y="916"/>
                    <a:pt x="612" y="1367"/>
                  </a:cubicBezTo>
                  <a:cubicBezTo>
                    <a:pt x="612" y="1417"/>
                    <a:pt x="650" y="1443"/>
                    <a:pt x="688" y="1443"/>
                  </a:cubicBezTo>
                  <a:cubicBezTo>
                    <a:pt x="725" y="1443"/>
                    <a:pt x="763" y="1417"/>
                    <a:pt x="763" y="1367"/>
                  </a:cubicBezTo>
                  <a:cubicBezTo>
                    <a:pt x="713" y="866"/>
                    <a:pt x="512" y="390"/>
                    <a:pt x="161" y="14"/>
                  </a:cubicBezTo>
                  <a:cubicBezTo>
                    <a:pt x="147" y="4"/>
                    <a:pt x="132" y="0"/>
                    <a:pt x="11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8" name="Google Shape;5308;p55"/>
            <p:cNvSpPr/>
            <p:nvPr/>
          </p:nvSpPr>
          <p:spPr>
            <a:xfrm>
              <a:off x="7450584" y="2881348"/>
              <a:ext cx="9172" cy="7921"/>
            </a:xfrm>
            <a:custGeom>
              <a:rect b="b" l="l" r="r" t="t"/>
              <a:pathLst>
                <a:path extrusionOk="0" h="152" w="176">
                  <a:moveTo>
                    <a:pt x="100" y="1"/>
                  </a:moveTo>
                  <a:cubicBezTo>
                    <a:pt x="0" y="1"/>
                    <a:pt x="0" y="151"/>
                    <a:pt x="100" y="151"/>
                  </a:cubicBezTo>
                  <a:cubicBezTo>
                    <a:pt x="176" y="151"/>
                    <a:pt x="176"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9" name="Google Shape;5309;p55"/>
            <p:cNvSpPr/>
            <p:nvPr/>
          </p:nvSpPr>
          <p:spPr>
            <a:xfrm>
              <a:off x="6960789" y="2779470"/>
              <a:ext cx="14435" cy="22773"/>
            </a:xfrm>
            <a:custGeom>
              <a:rect b="b" l="l" r="r" t="t"/>
              <a:pathLst>
                <a:path extrusionOk="0" h="437" w="277">
                  <a:moveTo>
                    <a:pt x="226" y="1"/>
                  </a:moveTo>
                  <a:cubicBezTo>
                    <a:pt x="176" y="1"/>
                    <a:pt x="151" y="26"/>
                    <a:pt x="126" y="51"/>
                  </a:cubicBezTo>
                  <a:cubicBezTo>
                    <a:pt x="101" y="151"/>
                    <a:pt x="51" y="251"/>
                    <a:pt x="26" y="352"/>
                  </a:cubicBezTo>
                  <a:cubicBezTo>
                    <a:pt x="1" y="377"/>
                    <a:pt x="26" y="427"/>
                    <a:pt x="76" y="427"/>
                  </a:cubicBezTo>
                  <a:cubicBezTo>
                    <a:pt x="82" y="434"/>
                    <a:pt x="91" y="437"/>
                    <a:pt x="100" y="437"/>
                  </a:cubicBezTo>
                  <a:cubicBezTo>
                    <a:pt x="124" y="437"/>
                    <a:pt x="151" y="413"/>
                    <a:pt x="151" y="377"/>
                  </a:cubicBezTo>
                  <a:cubicBezTo>
                    <a:pt x="201" y="277"/>
                    <a:pt x="226" y="201"/>
                    <a:pt x="276" y="101"/>
                  </a:cubicBezTo>
                  <a:cubicBezTo>
                    <a:pt x="276" y="51"/>
                    <a:pt x="251" y="26"/>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0" name="Google Shape;5310;p55"/>
            <p:cNvSpPr/>
            <p:nvPr/>
          </p:nvSpPr>
          <p:spPr>
            <a:xfrm>
              <a:off x="6976474" y="2791248"/>
              <a:ext cx="11777" cy="26160"/>
            </a:xfrm>
            <a:custGeom>
              <a:rect b="b" l="l" r="r" t="t"/>
              <a:pathLst>
                <a:path extrusionOk="0" h="502" w="226">
                  <a:moveTo>
                    <a:pt x="176" y="0"/>
                  </a:moveTo>
                  <a:cubicBezTo>
                    <a:pt x="126" y="0"/>
                    <a:pt x="76" y="0"/>
                    <a:pt x="76" y="51"/>
                  </a:cubicBezTo>
                  <a:cubicBezTo>
                    <a:pt x="50" y="176"/>
                    <a:pt x="25" y="301"/>
                    <a:pt x="0" y="401"/>
                  </a:cubicBezTo>
                  <a:cubicBezTo>
                    <a:pt x="0" y="452"/>
                    <a:pt x="25" y="477"/>
                    <a:pt x="50" y="502"/>
                  </a:cubicBezTo>
                  <a:cubicBezTo>
                    <a:pt x="101" y="502"/>
                    <a:pt x="126" y="477"/>
                    <a:pt x="151" y="452"/>
                  </a:cubicBezTo>
                  <a:cubicBezTo>
                    <a:pt x="176" y="326"/>
                    <a:pt x="201" y="201"/>
                    <a:pt x="226" y="76"/>
                  </a:cubicBezTo>
                  <a:cubicBezTo>
                    <a:pt x="226" y="51"/>
                    <a:pt x="201"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1" name="Google Shape;5311;p55"/>
            <p:cNvSpPr/>
            <p:nvPr/>
          </p:nvSpPr>
          <p:spPr>
            <a:xfrm>
              <a:off x="7253811" y="2603022"/>
              <a:ext cx="80722" cy="61910"/>
            </a:xfrm>
            <a:custGeom>
              <a:rect b="b" l="l" r="r" t="t"/>
              <a:pathLst>
                <a:path extrusionOk="0" h="1188" w="1549">
                  <a:moveTo>
                    <a:pt x="97" y="0"/>
                  </a:moveTo>
                  <a:cubicBezTo>
                    <a:pt x="34" y="0"/>
                    <a:pt x="1" y="106"/>
                    <a:pt x="92" y="129"/>
                  </a:cubicBezTo>
                  <a:cubicBezTo>
                    <a:pt x="593" y="329"/>
                    <a:pt x="1069" y="680"/>
                    <a:pt x="1370" y="1156"/>
                  </a:cubicBezTo>
                  <a:cubicBezTo>
                    <a:pt x="1392" y="1178"/>
                    <a:pt x="1418" y="1187"/>
                    <a:pt x="1443" y="1187"/>
                  </a:cubicBezTo>
                  <a:cubicBezTo>
                    <a:pt x="1501" y="1187"/>
                    <a:pt x="1549" y="1134"/>
                    <a:pt x="1495" y="1081"/>
                  </a:cubicBezTo>
                  <a:cubicBezTo>
                    <a:pt x="1170" y="580"/>
                    <a:pt x="693" y="204"/>
                    <a:pt x="117" y="3"/>
                  </a:cubicBezTo>
                  <a:cubicBezTo>
                    <a:pt x="110" y="1"/>
                    <a:pt x="104" y="0"/>
                    <a:pt x="9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2" name="Google Shape;5312;p55"/>
            <p:cNvSpPr/>
            <p:nvPr/>
          </p:nvSpPr>
          <p:spPr>
            <a:xfrm>
              <a:off x="6992160" y="2715478"/>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3" name="Google Shape;5313;p55"/>
            <p:cNvSpPr/>
            <p:nvPr/>
          </p:nvSpPr>
          <p:spPr>
            <a:xfrm>
              <a:off x="7150162" y="2643669"/>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4" name="Google Shape;5314;p55"/>
            <p:cNvSpPr/>
            <p:nvPr/>
          </p:nvSpPr>
          <p:spPr>
            <a:xfrm>
              <a:off x="7180230" y="3791680"/>
              <a:ext cx="9172" cy="20949"/>
            </a:xfrm>
            <a:custGeom>
              <a:rect b="b" l="l" r="r" t="t"/>
              <a:pathLst>
                <a:path extrusionOk="0" h="402" w="176">
                  <a:moveTo>
                    <a:pt x="100" y="1"/>
                  </a:moveTo>
                  <a:cubicBezTo>
                    <a:pt x="75" y="1"/>
                    <a:pt x="50" y="1"/>
                    <a:pt x="50" y="26"/>
                  </a:cubicBezTo>
                  <a:cubicBezTo>
                    <a:pt x="25" y="26"/>
                    <a:pt x="25" y="51"/>
                    <a:pt x="25" y="76"/>
                  </a:cubicBezTo>
                  <a:cubicBezTo>
                    <a:pt x="25" y="151"/>
                    <a:pt x="0" y="226"/>
                    <a:pt x="0" y="326"/>
                  </a:cubicBezTo>
                  <a:cubicBezTo>
                    <a:pt x="0" y="326"/>
                    <a:pt x="0" y="351"/>
                    <a:pt x="0" y="376"/>
                  </a:cubicBezTo>
                  <a:cubicBezTo>
                    <a:pt x="25" y="376"/>
                    <a:pt x="50" y="402"/>
                    <a:pt x="75" y="402"/>
                  </a:cubicBezTo>
                  <a:cubicBezTo>
                    <a:pt x="75" y="402"/>
                    <a:pt x="100" y="376"/>
                    <a:pt x="125" y="376"/>
                  </a:cubicBezTo>
                  <a:cubicBezTo>
                    <a:pt x="125" y="351"/>
                    <a:pt x="125" y="351"/>
                    <a:pt x="125" y="326"/>
                  </a:cubicBezTo>
                  <a:cubicBezTo>
                    <a:pt x="150" y="226"/>
                    <a:pt x="150" y="151"/>
                    <a:pt x="176" y="76"/>
                  </a:cubicBezTo>
                  <a:cubicBezTo>
                    <a:pt x="176" y="51"/>
                    <a:pt x="150" y="26"/>
                    <a:pt x="150" y="26"/>
                  </a:cubicBezTo>
                  <a:cubicBezTo>
                    <a:pt x="125" y="1"/>
                    <a:pt x="125"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5" name="Google Shape;5315;p55"/>
            <p:cNvSpPr/>
            <p:nvPr/>
          </p:nvSpPr>
          <p:spPr>
            <a:xfrm>
              <a:off x="7194561" y="3798923"/>
              <a:ext cx="9224" cy="20220"/>
            </a:xfrm>
            <a:custGeom>
              <a:rect b="b" l="l" r="r" t="t"/>
              <a:pathLst>
                <a:path extrusionOk="0" h="388" w="177">
                  <a:moveTo>
                    <a:pt x="108" y="1"/>
                  </a:moveTo>
                  <a:cubicBezTo>
                    <a:pt x="98" y="1"/>
                    <a:pt x="93" y="12"/>
                    <a:pt x="76" y="12"/>
                  </a:cubicBezTo>
                  <a:cubicBezTo>
                    <a:pt x="51" y="12"/>
                    <a:pt x="51" y="37"/>
                    <a:pt x="51" y="62"/>
                  </a:cubicBezTo>
                  <a:cubicBezTo>
                    <a:pt x="26" y="137"/>
                    <a:pt x="26" y="212"/>
                    <a:pt x="1" y="313"/>
                  </a:cubicBezTo>
                  <a:cubicBezTo>
                    <a:pt x="1" y="338"/>
                    <a:pt x="1" y="338"/>
                    <a:pt x="26" y="363"/>
                  </a:cubicBezTo>
                  <a:cubicBezTo>
                    <a:pt x="26" y="388"/>
                    <a:pt x="51" y="388"/>
                    <a:pt x="51" y="388"/>
                  </a:cubicBezTo>
                  <a:lnTo>
                    <a:pt x="126" y="388"/>
                  </a:lnTo>
                  <a:cubicBezTo>
                    <a:pt x="126" y="388"/>
                    <a:pt x="151" y="363"/>
                    <a:pt x="151" y="338"/>
                  </a:cubicBezTo>
                  <a:cubicBezTo>
                    <a:pt x="151" y="263"/>
                    <a:pt x="176" y="187"/>
                    <a:pt x="176" y="87"/>
                  </a:cubicBezTo>
                  <a:cubicBezTo>
                    <a:pt x="176" y="62"/>
                    <a:pt x="176" y="62"/>
                    <a:pt x="176" y="37"/>
                  </a:cubicBezTo>
                  <a:cubicBezTo>
                    <a:pt x="176" y="12"/>
                    <a:pt x="151" y="12"/>
                    <a:pt x="126" y="12"/>
                  </a:cubicBezTo>
                  <a:cubicBezTo>
                    <a:pt x="118" y="4"/>
                    <a:pt x="112" y="1"/>
                    <a:pt x="10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6" name="Google Shape;5316;p55"/>
            <p:cNvSpPr/>
            <p:nvPr/>
          </p:nvSpPr>
          <p:spPr>
            <a:xfrm>
              <a:off x="6958183" y="3792982"/>
              <a:ext cx="10475" cy="7869"/>
            </a:xfrm>
            <a:custGeom>
              <a:rect b="b" l="l" r="r" t="t"/>
              <a:pathLst>
                <a:path extrusionOk="0" h="151" w="201">
                  <a:moveTo>
                    <a:pt x="101" y="1"/>
                  </a:moveTo>
                  <a:cubicBezTo>
                    <a:pt x="0" y="1"/>
                    <a:pt x="0"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7" name="Google Shape;5317;p55"/>
            <p:cNvSpPr/>
            <p:nvPr/>
          </p:nvSpPr>
          <p:spPr>
            <a:xfrm>
              <a:off x="7116237" y="3738109"/>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8" name="Google Shape;5318;p55"/>
            <p:cNvSpPr/>
            <p:nvPr/>
          </p:nvSpPr>
          <p:spPr>
            <a:xfrm>
              <a:off x="6174532" y="2608389"/>
              <a:ext cx="805920" cy="905194"/>
            </a:xfrm>
            <a:custGeom>
              <a:rect b="b" l="l" r="r" t="t"/>
              <a:pathLst>
                <a:path extrusionOk="0" h="17370" w="15465">
                  <a:moveTo>
                    <a:pt x="10427" y="1"/>
                  </a:moveTo>
                  <a:cubicBezTo>
                    <a:pt x="8422" y="151"/>
                    <a:pt x="6367" y="502"/>
                    <a:pt x="4688" y="1605"/>
                  </a:cubicBezTo>
                  <a:cubicBezTo>
                    <a:pt x="3033" y="2707"/>
                    <a:pt x="1780" y="4437"/>
                    <a:pt x="1254" y="6342"/>
                  </a:cubicBezTo>
                  <a:cubicBezTo>
                    <a:pt x="703" y="8347"/>
                    <a:pt x="1" y="11529"/>
                    <a:pt x="1404" y="17369"/>
                  </a:cubicBezTo>
                  <a:lnTo>
                    <a:pt x="10703" y="17369"/>
                  </a:lnTo>
                  <a:cubicBezTo>
                    <a:pt x="10703" y="17369"/>
                    <a:pt x="15465" y="5189"/>
                    <a:pt x="13886" y="1730"/>
                  </a:cubicBezTo>
                  <a:cubicBezTo>
                    <a:pt x="13886" y="1730"/>
                    <a:pt x="13434" y="477"/>
                    <a:pt x="12532" y="226"/>
                  </a:cubicBezTo>
                  <a:cubicBezTo>
                    <a:pt x="11605" y="1"/>
                    <a:pt x="10427" y="1"/>
                    <a:pt x="1042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9" name="Google Shape;5319;p55"/>
            <p:cNvSpPr/>
            <p:nvPr/>
          </p:nvSpPr>
          <p:spPr>
            <a:xfrm>
              <a:off x="6199337" y="2604325"/>
              <a:ext cx="719726" cy="913167"/>
            </a:xfrm>
            <a:custGeom>
              <a:rect b="b" l="l" r="r" t="t"/>
              <a:pathLst>
                <a:path extrusionOk="0" h="17523" w="13811">
                  <a:moveTo>
                    <a:pt x="9951" y="129"/>
                  </a:moveTo>
                  <a:cubicBezTo>
                    <a:pt x="10302" y="129"/>
                    <a:pt x="10653" y="154"/>
                    <a:pt x="11004" y="204"/>
                  </a:cubicBezTo>
                  <a:cubicBezTo>
                    <a:pt x="11304" y="229"/>
                    <a:pt x="11605" y="279"/>
                    <a:pt x="11906" y="354"/>
                  </a:cubicBezTo>
                  <a:cubicBezTo>
                    <a:pt x="12156" y="404"/>
                    <a:pt x="12357" y="505"/>
                    <a:pt x="12557" y="655"/>
                  </a:cubicBezTo>
                  <a:cubicBezTo>
                    <a:pt x="12983" y="1031"/>
                    <a:pt x="13284" y="1582"/>
                    <a:pt x="13435" y="2134"/>
                  </a:cubicBezTo>
                  <a:cubicBezTo>
                    <a:pt x="13610" y="2660"/>
                    <a:pt x="13660" y="3237"/>
                    <a:pt x="13660" y="3813"/>
                  </a:cubicBezTo>
                  <a:cubicBezTo>
                    <a:pt x="13635" y="4540"/>
                    <a:pt x="13560" y="5267"/>
                    <a:pt x="13460" y="5968"/>
                  </a:cubicBezTo>
                  <a:cubicBezTo>
                    <a:pt x="13334" y="6795"/>
                    <a:pt x="13159" y="7597"/>
                    <a:pt x="12983" y="8425"/>
                  </a:cubicBezTo>
                  <a:cubicBezTo>
                    <a:pt x="12783" y="9252"/>
                    <a:pt x="12582" y="10079"/>
                    <a:pt x="12332" y="10906"/>
                  </a:cubicBezTo>
                  <a:cubicBezTo>
                    <a:pt x="12106" y="11708"/>
                    <a:pt x="11881" y="12485"/>
                    <a:pt x="11630" y="13262"/>
                  </a:cubicBezTo>
                  <a:cubicBezTo>
                    <a:pt x="11405" y="13938"/>
                    <a:pt x="11179" y="14590"/>
                    <a:pt x="10953" y="15267"/>
                  </a:cubicBezTo>
                  <a:cubicBezTo>
                    <a:pt x="10778" y="15743"/>
                    <a:pt x="10603" y="16219"/>
                    <a:pt x="10427" y="16720"/>
                  </a:cubicBezTo>
                  <a:cubicBezTo>
                    <a:pt x="10355" y="16938"/>
                    <a:pt x="10259" y="17155"/>
                    <a:pt x="10185" y="17372"/>
                  </a:cubicBezTo>
                  <a:lnTo>
                    <a:pt x="967" y="17372"/>
                  </a:lnTo>
                  <a:cubicBezTo>
                    <a:pt x="572" y="15683"/>
                    <a:pt x="276" y="13946"/>
                    <a:pt x="201" y="12209"/>
                  </a:cubicBezTo>
                  <a:cubicBezTo>
                    <a:pt x="151" y="10981"/>
                    <a:pt x="201" y="9753"/>
                    <a:pt x="377" y="8550"/>
                  </a:cubicBezTo>
                  <a:cubicBezTo>
                    <a:pt x="452" y="8099"/>
                    <a:pt x="552" y="7648"/>
                    <a:pt x="653" y="7196"/>
                  </a:cubicBezTo>
                  <a:cubicBezTo>
                    <a:pt x="778" y="6695"/>
                    <a:pt x="903" y="6169"/>
                    <a:pt x="1104" y="5693"/>
                  </a:cubicBezTo>
                  <a:cubicBezTo>
                    <a:pt x="1705" y="4139"/>
                    <a:pt x="2783" y="2760"/>
                    <a:pt x="4161" y="1808"/>
                  </a:cubicBezTo>
                  <a:cubicBezTo>
                    <a:pt x="5665" y="780"/>
                    <a:pt x="7495" y="379"/>
                    <a:pt x="9274" y="204"/>
                  </a:cubicBezTo>
                  <a:cubicBezTo>
                    <a:pt x="9500" y="179"/>
                    <a:pt x="9725" y="154"/>
                    <a:pt x="9951" y="129"/>
                  </a:cubicBezTo>
                  <a:close/>
                  <a:moveTo>
                    <a:pt x="9972" y="1"/>
                  </a:moveTo>
                  <a:cubicBezTo>
                    <a:pt x="9966" y="1"/>
                    <a:pt x="9959" y="1"/>
                    <a:pt x="9951" y="3"/>
                  </a:cubicBezTo>
                  <a:cubicBezTo>
                    <a:pt x="9945" y="3"/>
                    <a:pt x="9940" y="4"/>
                    <a:pt x="9935" y="5"/>
                  </a:cubicBezTo>
                  <a:lnTo>
                    <a:pt x="9935" y="5"/>
                  </a:lnTo>
                  <a:cubicBezTo>
                    <a:pt x="8136" y="130"/>
                    <a:pt x="6262" y="432"/>
                    <a:pt x="4663" y="1332"/>
                  </a:cubicBezTo>
                  <a:cubicBezTo>
                    <a:pt x="3184" y="2134"/>
                    <a:pt x="1981" y="3462"/>
                    <a:pt x="1254" y="4966"/>
                  </a:cubicBezTo>
                  <a:cubicBezTo>
                    <a:pt x="778" y="5968"/>
                    <a:pt x="502" y="7046"/>
                    <a:pt x="302" y="8124"/>
                  </a:cubicBezTo>
                  <a:cubicBezTo>
                    <a:pt x="101" y="9277"/>
                    <a:pt x="1" y="10455"/>
                    <a:pt x="26" y="11633"/>
                  </a:cubicBezTo>
                  <a:cubicBezTo>
                    <a:pt x="76" y="13337"/>
                    <a:pt x="327" y="15041"/>
                    <a:pt x="678" y="16720"/>
                  </a:cubicBezTo>
                  <a:cubicBezTo>
                    <a:pt x="728" y="16971"/>
                    <a:pt x="778" y="17222"/>
                    <a:pt x="853" y="17472"/>
                  </a:cubicBezTo>
                  <a:cubicBezTo>
                    <a:pt x="853" y="17497"/>
                    <a:pt x="878" y="17522"/>
                    <a:pt x="928" y="17522"/>
                  </a:cubicBezTo>
                  <a:lnTo>
                    <a:pt x="10227" y="17522"/>
                  </a:lnTo>
                  <a:cubicBezTo>
                    <a:pt x="10252" y="17522"/>
                    <a:pt x="10277" y="17497"/>
                    <a:pt x="10302" y="17472"/>
                  </a:cubicBezTo>
                  <a:cubicBezTo>
                    <a:pt x="10352" y="17297"/>
                    <a:pt x="10427" y="17146"/>
                    <a:pt x="10477" y="16971"/>
                  </a:cubicBezTo>
                  <a:cubicBezTo>
                    <a:pt x="10653" y="16545"/>
                    <a:pt x="10803" y="16119"/>
                    <a:pt x="10953" y="15668"/>
                  </a:cubicBezTo>
                  <a:cubicBezTo>
                    <a:pt x="11179" y="15041"/>
                    <a:pt x="11405" y="14389"/>
                    <a:pt x="11605" y="13763"/>
                  </a:cubicBezTo>
                  <a:cubicBezTo>
                    <a:pt x="11856" y="12986"/>
                    <a:pt x="12106" y="12209"/>
                    <a:pt x="12332" y="11432"/>
                  </a:cubicBezTo>
                  <a:cubicBezTo>
                    <a:pt x="12582" y="10605"/>
                    <a:pt x="12808" y="9753"/>
                    <a:pt x="13009" y="8926"/>
                  </a:cubicBezTo>
                  <a:cubicBezTo>
                    <a:pt x="13209" y="8099"/>
                    <a:pt x="13384" y="7272"/>
                    <a:pt x="13535" y="6445"/>
                  </a:cubicBezTo>
                  <a:cubicBezTo>
                    <a:pt x="13660" y="5693"/>
                    <a:pt x="13760" y="4941"/>
                    <a:pt x="13785" y="4189"/>
                  </a:cubicBezTo>
                  <a:cubicBezTo>
                    <a:pt x="13811" y="3562"/>
                    <a:pt x="13785" y="2961"/>
                    <a:pt x="13660" y="2359"/>
                  </a:cubicBezTo>
                  <a:cubicBezTo>
                    <a:pt x="13635" y="2234"/>
                    <a:pt x="13585" y="2109"/>
                    <a:pt x="13560" y="2008"/>
                  </a:cubicBezTo>
                  <a:cubicBezTo>
                    <a:pt x="13535" y="1933"/>
                    <a:pt x="13510" y="1883"/>
                    <a:pt x="13485" y="1833"/>
                  </a:cubicBezTo>
                  <a:cubicBezTo>
                    <a:pt x="13460" y="1783"/>
                    <a:pt x="13460" y="1783"/>
                    <a:pt x="13460" y="1758"/>
                  </a:cubicBezTo>
                  <a:cubicBezTo>
                    <a:pt x="13359" y="1482"/>
                    <a:pt x="13209" y="1206"/>
                    <a:pt x="13034" y="956"/>
                  </a:cubicBezTo>
                  <a:cubicBezTo>
                    <a:pt x="12883" y="780"/>
                    <a:pt x="12733" y="605"/>
                    <a:pt x="12557" y="480"/>
                  </a:cubicBezTo>
                  <a:cubicBezTo>
                    <a:pt x="12357" y="329"/>
                    <a:pt x="12131" y="254"/>
                    <a:pt x="11881" y="204"/>
                  </a:cubicBezTo>
                  <a:cubicBezTo>
                    <a:pt x="11354" y="79"/>
                    <a:pt x="10803" y="28"/>
                    <a:pt x="10252" y="3"/>
                  </a:cubicBezTo>
                  <a:lnTo>
                    <a:pt x="9991" y="3"/>
                  </a:lnTo>
                  <a:cubicBezTo>
                    <a:pt x="9985" y="2"/>
                    <a:pt x="9979" y="1"/>
                    <a:pt x="997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0" name="Google Shape;5320;p55"/>
            <p:cNvSpPr/>
            <p:nvPr/>
          </p:nvSpPr>
          <p:spPr>
            <a:xfrm>
              <a:off x="6378287" y="2784734"/>
              <a:ext cx="65349" cy="61441"/>
            </a:xfrm>
            <a:custGeom>
              <a:rect b="b" l="l" r="r" t="t"/>
              <a:pathLst>
                <a:path extrusionOk="0" h="1179" w="1254">
                  <a:moveTo>
                    <a:pt x="151" y="0"/>
                  </a:moveTo>
                  <a:cubicBezTo>
                    <a:pt x="101" y="401"/>
                    <a:pt x="51" y="777"/>
                    <a:pt x="1" y="1178"/>
                  </a:cubicBezTo>
                  <a:lnTo>
                    <a:pt x="1254" y="577"/>
                  </a:lnTo>
                  <a:lnTo>
                    <a:pt x="1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1" name="Google Shape;5321;p55"/>
            <p:cNvSpPr/>
            <p:nvPr/>
          </p:nvSpPr>
          <p:spPr>
            <a:xfrm>
              <a:off x="6374379" y="2780461"/>
              <a:ext cx="74469" cy="69779"/>
            </a:xfrm>
            <a:custGeom>
              <a:rect b="b" l="l" r="r" t="t"/>
              <a:pathLst>
                <a:path extrusionOk="0" h="1339" w="1429">
                  <a:moveTo>
                    <a:pt x="287" y="192"/>
                  </a:moveTo>
                  <a:lnTo>
                    <a:pt x="287" y="192"/>
                  </a:lnTo>
                  <a:cubicBezTo>
                    <a:pt x="576" y="348"/>
                    <a:pt x="865" y="503"/>
                    <a:pt x="1153" y="659"/>
                  </a:cubicBezTo>
                  <a:cubicBezTo>
                    <a:pt x="1160" y="662"/>
                    <a:pt x="1167" y="666"/>
                    <a:pt x="1174" y="669"/>
                  </a:cubicBezTo>
                  <a:lnTo>
                    <a:pt x="1174" y="669"/>
                  </a:lnTo>
                  <a:cubicBezTo>
                    <a:pt x="846" y="824"/>
                    <a:pt x="533" y="980"/>
                    <a:pt x="201" y="1135"/>
                  </a:cubicBezTo>
                  <a:cubicBezTo>
                    <a:pt x="189" y="1141"/>
                    <a:pt x="176" y="1147"/>
                    <a:pt x="164" y="1153"/>
                  </a:cubicBezTo>
                  <a:lnTo>
                    <a:pt x="164" y="1153"/>
                  </a:lnTo>
                  <a:cubicBezTo>
                    <a:pt x="205" y="828"/>
                    <a:pt x="246" y="517"/>
                    <a:pt x="287" y="192"/>
                  </a:cubicBezTo>
                  <a:close/>
                  <a:moveTo>
                    <a:pt x="224" y="0"/>
                  </a:moveTo>
                  <a:cubicBezTo>
                    <a:pt x="184" y="0"/>
                    <a:pt x="151" y="41"/>
                    <a:pt x="151" y="82"/>
                  </a:cubicBezTo>
                  <a:cubicBezTo>
                    <a:pt x="101" y="483"/>
                    <a:pt x="51" y="859"/>
                    <a:pt x="0" y="1260"/>
                  </a:cubicBezTo>
                  <a:cubicBezTo>
                    <a:pt x="0" y="1309"/>
                    <a:pt x="36" y="1334"/>
                    <a:pt x="73" y="1335"/>
                  </a:cubicBezTo>
                  <a:lnTo>
                    <a:pt x="73" y="1335"/>
                  </a:lnTo>
                  <a:cubicBezTo>
                    <a:pt x="81" y="1337"/>
                    <a:pt x="90" y="1339"/>
                    <a:pt x="99" y="1339"/>
                  </a:cubicBezTo>
                  <a:cubicBezTo>
                    <a:pt x="108" y="1339"/>
                    <a:pt x="117" y="1337"/>
                    <a:pt x="126" y="1335"/>
                  </a:cubicBezTo>
                  <a:cubicBezTo>
                    <a:pt x="477" y="1160"/>
                    <a:pt x="853" y="984"/>
                    <a:pt x="1203" y="809"/>
                  </a:cubicBezTo>
                  <a:lnTo>
                    <a:pt x="1379" y="734"/>
                  </a:lnTo>
                  <a:cubicBezTo>
                    <a:pt x="1429" y="709"/>
                    <a:pt x="1404" y="633"/>
                    <a:pt x="1379" y="608"/>
                  </a:cubicBezTo>
                  <a:cubicBezTo>
                    <a:pt x="1053" y="433"/>
                    <a:pt x="727" y="258"/>
                    <a:pt x="401" y="82"/>
                  </a:cubicBezTo>
                  <a:cubicBezTo>
                    <a:pt x="351" y="57"/>
                    <a:pt x="301" y="32"/>
                    <a:pt x="251" y="7"/>
                  </a:cubicBezTo>
                  <a:cubicBezTo>
                    <a:pt x="242" y="2"/>
                    <a:pt x="233" y="0"/>
                    <a:pt x="2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2" name="Google Shape;5322;p55"/>
            <p:cNvSpPr/>
            <p:nvPr/>
          </p:nvSpPr>
          <p:spPr>
            <a:xfrm>
              <a:off x="6417475" y="2959723"/>
              <a:ext cx="58835" cy="65349"/>
            </a:xfrm>
            <a:custGeom>
              <a:rect b="b" l="l" r="r" t="t"/>
              <a:pathLst>
                <a:path extrusionOk="0" h="1254" w="1129">
                  <a:moveTo>
                    <a:pt x="1103" y="1"/>
                  </a:moveTo>
                  <a:lnTo>
                    <a:pt x="0" y="452"/>
                  </a:lnTo>
                  <a:lnTo>
                    <a:pt x="1128" y="1254"/>
                  </a:lnTo>
                  <a:lnTo>
                    <a:pt x="110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3" name="Google Shape;5323;p55"/>
            <p:cNvSpPr/>
            <p:nvPr/>
          </p:nvSpPr>
          <p:spPr>
            <a:xfrm>
              <a:off x="6411587" y="2955450"/>
              <a:ext cx="68632" cy="73322"/>
            </a:xfrm>
            <a:custGeom>
              <a:rect b="b" l="l" r="r" t="t"/>
              <a:pathLst>
                <a:path extrusionOk="0" h="1407" w="1317">
                  <a:moveTo>
                    <a:pt x="1142" y="189"/>
                  </a:moveTo>
                  <a:lnTo>
                    <a:pt x="1142" y="189"/>
                  </a:lnTo>
                  <a:cubicBezTo>
                    <a:pt x="1146" y="509"/>
                    <a:pt x="1166" y="847"/>
                    <a:pt x="1166" y="1185"/>
                  </a:cubicBezTo>
                  <a:cubicBezTo>
                    <a:pt x="1166" y="1187"/>
                    <a:pt x="1166" y="1189"/>
                    <a:pt x="1166" y="1191"/>
                  </a:cubicBezTo>
                  <a:cubicBezTo>
                    <a:pt x="874" y="989"/>
                    <a:pt x="581" y="786"/>
                    <a:pt x="289" y="584"/>
                  </a:cubicBezTo>
                  <a:cubicBezTo>
                    <a:pt x="279" y="574"/>
                    <a:pt x="269" y="565"/>
                    <a:pt x="260" y="557"/>
                  </a:cubicBezTo>
                  <a:lnTo>
                    <a:pt x="260" y="557"/>
                  </a:lnTo>
                  <a:cubicBezTo>
                    <a:pt x="550" y="435"/>
                    <a:pt x="853" y="312"/>
                    <a:pt x="1142" y="189"/>
                  </a:cubicBezTo>
                  <a:close/>
                  <a:moveTo>
                    <a:pt x="1216" y="1"/>
                  </a:moveTo>
                  <a:cubicBezTo>
                    <a:pt x="1209" y="1"/>
                    <a:pt x="1200" y="3"/>
                    <a:pt x="1191" y="7"/>
                  </a:cubicBezTo>
                  <a:lnTo>
                    <a:pt x="113" y="473"/>
                  </a:lnTo>
                  <a:lnTo>
                    <a:pt x="113" y="473"/>
                  </a:lnTo>
                  <a:cubicBezTo>
                    <a:pt x="110" y="472"/>
                    <a:pt x="106" y="472"/>
                    <a:pt x="103" y="472"/>
                  </a:cubicBezTo>
                  <a:cubicBezTo>
                    <a:pt x="43" y="472"/>
                    <a:pt x="0" y="567"/>
                    <a:pt x="63" y="609"/>
                  </a:cubicBezTo>
                  <a:cubicBezTo>
                    <a:pt x="414" y="834"/>
                    <a:pt x="740" y="1060"/>
                    <a:pt x="1066" y="1311"/>
                  </a:cubicBezTo>
                  <a:cubicBezTo>
                    <a:pt x="1116" y="1336"/>
                    <a:pt x="1166" y="1361"/>
                    <a:pt x="1216" y="1386"/>
                  </a:cubicBezTo>
                  <a:cubicBezTo>
                    <a:pt x="1224" y="1400"/>
                    <a:pt x="1235" y="1407"/>
                    <a:pt x="1248" y="1407"/>
                  </a:cubicBezTo>
                  <a:cubicBezTo>
                    <a:pt x="1279" y="1407"/>
                    <a:pt x="1316" y="1371"/>
                    <a:pt x="1316" y="1336"/>
                  </a:cubicBezTo>
                  <a:cubicBezTo>
                    <a:pt x="1291" y="960"/>
                    <a:pt x="1291" y="609"/>
                    <a:pt x="1291" y="233"/>
                  </a:cubicBezTo>
                  <a:cubicBezTo>
                    <a:pt x="1291" y="183"/>
                    <a:pt x="1291" y="133"/>
                    <a:pt x="1291" y="83"/>
                  </a:cubicBezTo>
                  <a:cubicBezTo>
                    <a:pt x="1271" y="42"/>
                    <a:pt x="1250" y="1"/>
                    <a:pt x="121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4" name="Google Shape;5324;p55"/>
            <p:cNvSpPr/>
            <p:nvPr/>
          </p:nvSpPr>
          <p:spPr>
            <a:xfrm>
              <a:off x="6511484" y="2668473"/>
              <a:ext cx="58835" cy="65349"/>
            </a:xfrm>
            <a:custGeom>
              <a:rect b="b" l="l" r="r" t="t"/>
              <a:pathLst>
                <a:path extrusionOk="0" h="1254" w="1129">
                  <a:moveTo>
                    <a:pt x="1104" y="1"/>
                  </a:moveTo>
                  <a:lnTo>
                    <a:pt x="1" y="452"/>
                  </a:lnTo>
                  <a:lnTo>
                    <a:pt x="1129" y="1254"/>
                  </a:lnTo>
                  <a:lnTo>
                    <a:pt x="1104" y="1"/>
                  </a:lnTo>
                  <a:close/>
                </a:path>
              </a:pathLst>
            </a:custGeom>
            <a:solidFill>
              <a:srgbClr val="97C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5" name="Google Shape;5325;p55"/>
            <p:cNvSpPr/>
            <p:nvPr/>
          </p:nvSpPr>
          <p:spPr>
            <a:xfrm>
              <a:off x="6506846" y="2664200"/>
              <a:ext cx="67381" cy="73896"/>
            </a:xfrm>
            <a:custGeom>
              <a:rect b="b" l="l" r="r" t="t"/>
              <a:pathLst>
                <a:path extrusionOk="0" h="1418" w="1293">
                  <a:moveTo>
                    <a:pt x="1118" y="198"/>
                  </a:moveTo>
                  <a:cubicBezTo>
                    <a:pt x="1122" y="531"/>
                    <a:pt x="1143" y="848"/>
                    <a:pt x="1143" y="1185"/>
                  </a:cubicBezTo>
                  <a:cubicBezTo>
                    <a:pt x="1143" y="1187"/>
                    <a:pt x="1143" y="1189"/>
                    <a:pt x="1143" y="1191"/>
                  </a:cubicBezTo>
                  <a:lnTo>
                    <a:pt x="1143" y="1191"/>
                  </a:lnTo>
                  <a:cubicBezTo>
                    <a:pt x="853" y="978"/>
                    <a:pt x="550" y="781"/>
                    <a:pt x="265" y="584"/>
                  </a:cubicBezTo>
                  <a:cubicBezTo>
                    <a:pt x="253" y="578"/>
                    <a:pt x="241" y="570"/>
                    <a:pt x="230" y="562"/>
                  </a:cubicBezTo>
                  <a:lnTo>
                    <a:pt x="230" y="562"/>
                  </a:lnTo>
                  <a:lnTo>
                    <a:pt x="1118" y="198"/>
                  </a:lnTo>
                  <a:close/>
                  <a:moveTo>
                    <a:pt x="1195" y="1"/>
                  </a:moveTo>
                  <a:cubicBezTo>
                    <a:pt x="1186" y="1"/>
                    <a:pt x="1177" y="3"/>
                    <a:pt x="1168" y="7"/>
                  </a:cubicBezTo>
                  <a:lnTo>
                    <a:pt x="65" y="484"/>
                  </a:lnTo>
                  <a:cubicBezTo>
                    <a:pt x="0" y="505"/>
                    <a:pt x="10" y="619"/>
                    <a:pt x="77" y="619"/>
                  </a:cubicBezTo>
                  <a:cubicBezTo>
                    <a:pt x="78" y="619"/>
                    <a:pt x="79" y="619"/>
                    <a:pt x="80" y="619"/>
                  </a:cubicBezTo>
                  <a:lnTo>
                    <a:pt x="80" y="619"/>
                  </a:lnTo>
                  <a:cubicBezTo>
                    <a:pt x="400" y="841"/>
                    <a:pt x="721" y="1064"/>
                    <a:pt x="1042" y="1311"/>
                  </a:cubicBezTo>
                  <a:cubicBezTo>
                    <a:pt x="1092" y="1336"/>
                    <a:pt x="1143" y="1361"/>
                    <a:pt x="1193" y="1411"/>
                  </a:cubicBezTo>
                  <a:cubicBezTo>
                    <a:pt x="1202" y="1415"/>
                    <a:pt x="1211" y="1417"/>
                    <a:pt x="1220" y="1417"/>
                  </a:cubicBezTo>
                  <a:cubicBezTo>
                    <a:pt x="1260" y="1417"/>
                    <a:pt x="1293" y="1377"/>
                    <a:pt x="1293" y="1336"/>
                  </a:cubicBezTo>
                  <a:lnTo>
                    <a:pt x="1268" y="233"/>
                  </a:lnTo>
                  <a:cubicBezTo>
                    <a:pt x="1268" y="183"/>
                    <a:pt x="1268" y="133"/>
                    <a:pt x="1268" y="83"/>
                  </a:cubicBezTo>
                  <a:cubicBezTo>
                    <a:pt x="1268" y="42"/>
                    <a:pt x="1235" y="1"/>
                    <a:pt x="119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6" name="Google Shape;5326;p55"/>
            <p:cNvSpPr/>
            <p:nvPr/>
          </p:nvSpPr>
          <p:spPr>
            <a:xfrm>
              <a:off x="6346969" y="3143884"/>
              <a:ext cx="58783" cy="66652"/>
            </a:xfrm>
            <a:custGeom>
              <a:rect b="b" l="l" r="r" t="t"/>
              <a:pathLst>
                <a:path extrusionOk="0" h="1279" w="1128">
                  <a:moveTo>
                    <a:pt x="1078" y="0"/>
                  </a:moveTo>
                  <a:lnTo>
                    <a:pt x="0" y="477"/>
                  </a:lnTo>
                  <a:lnTo>
                    <a:pt x="1128" y="1279"/>
                  </a:lnTo>
                  <a:lnTo>
                    <a:pt x="107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7" name="Google Shape;5327;p55"/>
            <p:cNvSpPr/>
            <p:nvPr/>
          </p:nvSpPr>
          <p:spPr>
            <a:xfrm>
              <a:off x="6341549" y="3140914"/>
              <a:ext cx="68163" cy="72749"/>
            </a:xfrm>
            <a:custGeom>
              <a:rect b="b" l="l" r="r" t="t"/>
              <a:pathLst>
                <a:path extrusionOk="0" h="1396" w="1308">
                  <a:moveTo>
                    <a:pt x="1134" y="164"/>
                  </a:moveTo>
                  <a:lnTo>
                    <a:pt x="1157" y="1160"/>
                  </a:lnTo>
                  <a:cubicBezTo>
                    <a:pt x="1157" y="1170"/>
                    <a:pt x="1157" y="1180"/>
                    <a:pt x="1157" y="1191"/>
                  </a:cubicBezTo>
                  <a:lnTo>
                    <a:pt x="1157" y="1191"/>
                  </a:lnTo>
                  <a:cubicBezTo>
                    <a:pt x="864" y="988"/>
                    <a:pt x="572" y="784"/>
                    <a:pt x="279" y="559"/>
                  </a:cubicBezTo>
                  <a:cubicBezTo>
                    <a:pt x="270" y="554"/>
                    <a:pt x="261" y="549"/>
                    <a:pt x="252" y="545"/>
                  </a:cubicBezTo>
                  <a:lnTo>
                    <a:pt x="252" y="545"/>
                  </a:lnTo>
                  <a:lnTo>
                    <a:pt x="1134" y="164"/>
                  </a:lnTo>
                  <a:close/>
                  <a:moveTo>
                    <a:pt x="1208" y="0"/>
                  </a:moveTo>
                  <a:cubicBezTo>
                    <a:pt x="1200" y="0"/>
                    <a:pt x="1191" y="2"/>
                    <a:pt x="1182" y="7"/>
                  </a:cubicBezTo>
                  <a:lnTo>
                    <a:pt x="105" y="448"/>
                  </a:lnTo>
                  <a:lnTo>
                    <a:pt x="105" y="448"/>
                  </a:lnTo>
                  <a:cubicBezTo>
                    <a:pt x="101" y="447"/>
                    <a:pt x="97" y="447"/>
                    <a:pt x="93" y="447"/>
                  </a:cubicBezTo>
                  <a:cubicBezTo>
                    <a:pt x="40" y="447"/>
                    <a:pt x="1" y="521"/>
                    <a:pt x="36" y="567"/>
                  </a:cubicBezTo>
                  <a:lnTo>
                    <a:pt x="36" y="567"/>
                  </a:lnTo>
                  <a:cubicBezTo>
                    <a:pt x="43" y="593"/>
                    <a:pt x="60" y="612"/>
                    <a:pt x="85" y="612"/>
                  </a:cubicBezTo>
                  <a:cubicBezTo>
                    <a:pt x="87" y="612"/>
                    <a:pt x="89" y="612"/>
                    <a:pt x="91" y="612"/>
                  </a:cubicBezTo>
                  <a:lnTo>
                    <a:pt x="91" y="612"/>
                  </a:lnTo>
                  <a:cubicBezTo>
                    <a:pt x="406" y="851"/>
                    <a:pt x="743" y="1068"/>
                    <a:pt x="1056" y="1285"/>
                  </a:cubicBezTo>
                  <a:cubicBezTo>
                    <a:pt x="1107" y="1310"/>
                    <a:pt x="1157" y="1361"/>
                    <a:pt x="1182" y="1386"/>
                  </a:cubicBezTo>
                  <a:cubicBezTo>
                    <a:pt x="1195" y="1392"/>
                    <a:pt x="1210" y="1396"/>
                    <a:pt x="1226" y="1396"/>
                  </a:cubicBezTo>
                  <a:cubicBezTo>
                    <a:pt x="1267" y="1396"/>
                    <a:pt x="1307" y="1372"/>
                    <a:pt x="1307" y="1336"/>
                  </a:cubicBezTo>
                  <a:cubicBezTo>
                    <a:pt x="1282" y="960"/>
                    <a:pt x="1282" y="584"/>
                    <a:pt x="1282" y="233"/>
                  </a:cubicBezTo>
                  <a:cubicBezTo>
                    <a:pt x="1257" y="183"/>
                    <a:pt x="1257" y="133"/>
                    <a:pt x="1257" y="57"/>
                  </a:cubicBezTo>
                  <a:cubicBezTo>
                    <a:pt x="1257" y="37"/>
                    <a:pt x="1241" y="0"/>
                    <a:pt x="120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8" name="Google Shape;5328;p55"/>
            <p:cNvSpPr/>
            <p:nvPr/>
          </p:nvSpPr>
          <p:spPr>
            <a:xfrm>
              <a:off x="6566358" y="3233985"/>
              <a:ext cx="65349" cy="60138"/>
            </a:xfrm>
            <a:custGeom>
              <a:rect b="b" l="l" r="r" t="t"/>
              <a:pathLst>
                <a:path extrusionOk="0" h="1154" w="1254">
                  <a:moveTo>
                    <a:pt x="1254" y="1"/>
                  </a:moveTo>
                  <a:lnTo>
                    <a:pt x="1" y="76"/>
                  </a:lnTo>
                  <a:lnTo>
                    <a:pt x="477" y="1154"/>
                  </a:lnTo>
                  <a:lnTo>
                    <a:pt x="125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9" name="Google Shape;5329;p55"/>
            <p:cNvSpPr/>
            <p:nvPr/>
          </p:nvSpPr>
          <p:spPr>
            <a:xfrm>
              <a:off x="6561146" y="3230076"/>
              <a:ext cx="74469" cy="67798"/>
            </a:xfrm>
            <a:custGeom>
              <a:rect b="b" l="l" r="r" t="t"/>
              <a:pathLst>
                <a:path extrusionOk="0" h="1301" w="1429">
                  <a:moveTo>
                    <a:pt x="1198" y="151"/>
                  </a:moveTo>
                  <a:cubicBezTo>
                    <a:pt x="1005" y="455"/>
                    <a:pt x="825" y="744"/>
                    <a:pt x="627" y="1053"/>
                  </a:cubicBezTo>
                  <a:cubicBezTo>
                    <a:pt x="618" y="1062"/>
                    <a:pt x="610" y="1071"/>
                    <a:pt x="603" y="1079"/>
                  </a:cubicBezTo>
                  <a:lnTo>
                    <a:pt x="603" y="1079"/>
                  </a:lnTo>
                  <a:cubicBezTo>
                    <a:pt x="466" y="798"/>
                    <a:pt x="342" y="516"/>
                    <a:pt x="205" y="219"/>
                  </a:cubicBezTo>
                  <a:lnTo>
                    <a:pt x="205" y="219"/>
                  </a:lnTo>
                  <a:cubicBezTo>
                    <a:pt x="526" y="196"/>
                    <a:pt x="862" y="173"/>
                    <a:pt x="1178" y="151"/>
                  </a:cubicBezTo>
                  <a:close/>
                  <a:moveTo>
                    <a:pt x="1354" y="1"/>
                  </a:moveTo>
                  <a:cubicBezTo>
                    <a:pt x="978" y="26"/>
                    <a:pt x="602" y="51"/>
                    <a:pt x="251" y="51"/>
                  </a:cubicBezTo>
                  <a:cubicBezTo>
                    <a:pt x="201" y="76"/>
                    <a:pt x="151" y="76"/>
                    <a:pt x="101" y="76"/>
                  </a:cubicBezTo>
                  <a:cubicBezTo>
                    <a:pt x="25" y="76"/>
                    <a:pt x="0" y="126"/>
                    <a:pt x="25" y="176"/>
                  </a:cubicBezTo>
                  <a:cubicBezTo>
                    <a:pt x="197" y="544"/>
                    <a:pt x="345" y="888"/>
                    <a:pt x="516" y="1231"/>
                  </a:cubicBezTo>
                  <a:lnTo>
                    <a:pt x="516" y="1231"/>
                  </a:lnTo>
                  <a:cubicBezTo>
                    <a:pt x="518" y="1249"/>
                    <a:pt x="527" y="1264"/>
                    <a:pt x="539" y="1274"/>
                  </a:cubicBezTo>
                  <a:lnTo>
                    <a:pt x="539" y="1274"/>
                  </a:lnTo>
                  <a:cubicBezTo>
                    <a:pt x="554" y="1293"/>
                    <a:pt x="571" y="1301"/>
                    <a:pt x="587" y="1301"/>
                  </a:cubicBezTo>
                  <a:cubicBezTo>
                    <a:pt x="607" y="1301"/>
                    <a:pt x="626" y="1289"/>
                    <a:pt x="639" y="1269"/>
                  </a:cubicBezTo>
                  <a:lnTo>
                    <a:pt x="639" y="1269"/>
                  </a:lnTo>
                  <a:cubicBezTo>
                    <a:pt x="644" y="1264"/>
                    <a:pt x="648" y="1259"/>
                    <a:pt x="652" y="1254"/>
                  </a:cubicBezTo>
                  <a:cubicBezTo>
                    <a:pt x="878" y="928"/>
                    <a:pt x="1103" y="577"/>
                    <a:pt x="1304" y="251"/>
                  </a:cubicBezTo>
                  <a:cubicBezTo>
                    <a:pt x="1354" y="201"/>
                    <a:pt x="1379" y="151"/>
                    <a:pt x="1404" y="101"/>
                  </a:cubicBezTo>
                  <a:cubicBezTo>
                    <a:pt x="1429" y="51"/>
                    <a:pt x="1404" y="1"/>
                    <a:pt x="135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0" name="Google Shape;5330;p55"/>
            <p:cNvSpPr/>
            <p:nvPr/>
          </p:nvSpPr>
          <p:spPr>
            <a:xfrm>
              <a:off x="6297306" y="3301886"/>
              <a:ext cx="65349" cy="61441"/>
            </a:xfrm>
            <a:custGeom>
              <a:rect b="b" l="l" r="r" t="t"/>
              <a:pathLst>
                <a:path extrusionOk="0" h="1179" w="1254">
                  <a:moveTo>
                    <a:pt x="1254" y="1"/>
                  </a:moveTo>
                  <a:lnTo>
                    <a:pt x="1" y="76"/>
                  </a:lnTo>
                  <a:lnTo>
                    <a:pt x="502" y="1179"/>
                  </a:lnTo>
                  <a:lnTo>
                    <a:pt x="125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1" name="Google Shape;5331;p55"/>
            <p:cNvSpPr/>
            <p:nvPr/>
          </p:nvSpPr>
          <p:spPr>
            <a:xfrm>
              <a:off x="6293398" y="3299020"/>
              <a:ext cx="74312" cy="67538"/>
            </a:xfrm>
            <a:custGeom>
              <a:rect b="b" l="l" r="r" t="t"/>
              <a:pathLst>
                <a:path extrusionOk="0" h="1296" w="1426">
                  <a:moveTo>
                    <a:pt x="1193" y="156"/>
                  </a:moveTo>
                  <a:lnTo>
                    <a:pt x="1193" y="156"/>
                  </a:lnTo>
                  <a:cubicBezTo>
                    <a:pt x="996" y="445"/>
                    <a:pt x="799" y="749"/>
                    <a:pt x="602" y="1033"/>
                  </a:cubicBezTo>
                  <a:cubicBezTo>
                    <a:pt x="595" y="1048"/>
                    <a:pt x="588" y="1062"/>
                    <a:pt x="580" y="1076"/>
                  </a:cubicBezTo>
                  <a:lnTo>
                    <a:pt x="580" y="1076"/>
                  </a:lnTo>
                  <a:cubicBezTo>
                    <a:pt x="455" y="788"/>
                    <a:pt x="314" y="488"/>
                    <a:pt x="173" y="200"/>
                  </a:cubicBezTo>
                  <a:lnTo>
                    <a:pt x="173" y="200"/>
                  </a:lnTo>
                  <a:cubicBezTo>
                    <a:pt x="512" y="181"/>
                    <a:pt x="835" y="179"/>
                    <a:pt x="1178" y="156"/>
                  </a:cubicBezTo>
                  <a:cubicBezTo>
                    <a:pt x="1183" y="156"/>
                    <a:pt x="1188" y="156"/>
                    <a:pt x="1193" y="156"/>
                  </a:cubicBezTo>
                  <a:close/>
                  <a:moveTo>
                    <a:pt x="1349" y="1"/>
                  </a:moveTo>
                  <a:cubicBezTo>
                    <a:pt x="1343" y="1"/>
                    <a:pt x="1336" y="2"/>
                    <a:pt x="1329" y="6"/>
                  </a:cubicBezTo>
                  <a:cubicBezTo>
                    <a:pt x="978" y="6"/>
                    <a:pt x="602" y="31"/>
                    <a:pt x="226" y="56"/>
                  </a:cubicBezTo>
                  <a:cubicBezTo>
                    <a:pt x="176" y="56"/>
                    <a:pt x="126" y="56"/>
                    <a:pt x="76" y="81"/>
                  </a:cubicBezTo>
                  <a:cubicBezTo>
                    <a:pt x="26" y="81"/>
                    <a:pt x="0" y="131"/>
                    <a:pt x="26" y="181"/>
                  </a:cubicBezTo>
                  <a:cubicBezTo>
                    <a:pt x="176" y="532"/>
                    <a:pt x="351" y="908"/>
                    <a:pt x="502" y="1259"/>
                  </a:cubicBezTo>
                  <a:cubicBezTo>
                    <a:pt x="518" y="1284"/>
                    <a:pt x="544" y="1295"/>
                    <a:pt x="568" y="1295"/>
                  </a:cubicBezTo>
                  <a:cubicBezTo>
                    <a:pt x="599" y="1295"/>
                    <a:pt x="629" y="1277"/>
                    <a:pt x="637" y="1245"/>
                  </a:cubicBezTo>
                  <a:lnTo>
                    <a:pt x="637" y="1245"/>
                  </a:lnTo>
                  <a:cubicBezTo>
                    <a:pt x="859" y="923"/>
                    <a:pt x="1081" y="578"/>
                    <a:pt x="1304" y="256"/>
                  </a:cubicBezTo>
                  <a:cubicBezTo>
                    <a:pt x="1329" y="206"/>
                    <a:pt x="1354" y="156"/>
                    <a:pt x="1404" y="106"/>
                  </a:cubicBezTo>
                  <a:cubicBezTo>
                    <a:pt x="1426" y="63"/>
                    <a:pt x="1391" y="1"/>
                    <a:pt x="134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2" name="Google Shape;5332;p55"/>
            <p:cNvSpPr/>
            <p:nvPr/>
          </p:nvSpPr>
          <p:spPr>
            <a:xfrm>
              <a:off x="6304393" y="2813134"/>
              <a:ext cx="44452" cy="69362"/>
            </a:xfrm>
            <a:custGeom>
              <a:rect b="b" l="l" r="r" t="t"/>
              <a:pathLst>
                <a:path extrusionOk="0" h="1331" w="853">
                  <a:moveTo>
                    <a:pt x="749" y="0"/>
                  </a:moveTo>
                  <a:cubicBezTo>
                    <a:pt x="728" y="0"/>
                    <a:pt x="706" y="10"/>
                    <a:pt x="692" y="32"/>
                  </a:cubicBezTo>
                  <a:cubicBezTo>
                    <a:pt x="416" y="407"/>
                    <a:pt x="190" y="808"/>
                    <a:pt x="15" y="1260"/>
                  </a:cubicBezTo>
                  <a:cubicBezTo>
                    <a:pt x="0" y="1303"/>
                    <a:pt x="37" y="1330"/>
                    <a:pt x="79" y="1330"/>
                  </a:cubicBezTo>
                  <a:cubicBezTo>
                    <a:pt x="110" y="1330"/>
                    <a:pt x="144" y="1316"/>
                    <a:pt x="165" y="1285"/>
                  </a:cubicBezTo>
                  <a:cubicBezTo>
                    <a:pt x="316" y="859"/>
                    <a:pt x="541" y="483"/>
                    <a:pt x="817" y="107"/>
                  </a:cubicBezTo>
                  <a:cubicBezTo>
                    <a:pt x="853" y="54"/>
                    <a:pt x="800" y="0"/>
                    <a:pt x="74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3" name="Google Shape;5333;p55"/>
            <p:cNvSpPr/>
            <p:nvPr/>
          </p:nvSpPr>
          <p:spPr>
            <a:xfrm>
              <a:off x="6350877" y="2782806"/>
              <a:ext cx="10475" cy="11673"/>
            </a:xfrm>
            <a:custGeom>
              <a:rect b="b" l="l" r="r" t="t"/>
              <a:pathLst>
                <a:path extrusionOk="0" h="224" w="201">
                  <a:moveTo>
                    <a:pt x="125" y="1"/>
                  </a:moveTo>
                  <a:cubicBezTo>
                    <a:pt x="117" y="1"/>
                    <a:pt x="109" y="4"/>
                    <a:pt x="100" y="12"/>
                  </a:cubicBezTo>
                  <a:cubicBezTo>
                    <a:pt x="75" y="12"/>
                    <a:pt x="75" y="12"/>
                    <a:pt x="50" y="37"/>
                  </a:cubicBezTo>
                  <a:cubicBezTo>
                    <a:pt x="50" y="62"/>
                    <a:pt x="25" y="87"/>
                    <a:pt x="25" y="112"/>
                  </a:cubicBezTo>
                  <a:cubicBezTo>
                    <a:pt x="25" y="112"/>
                    <a:pt x="0" y="137"/>
                    <a:pt x="0" y="137"/>
                  </a:cubicBezTo>
                  <a:cubicBezTo>
                    <a:pt x="0" y="162"/>
                    <a:pt x="0" y="162"/>
                    <a:pt x="0" y="162"/>
                  </a:cubicBezTo>
                  <a:cubicBezTo>
                    <a:pt x="25" y="187"/>
                    <a:pt x="25" y="187"/>
                    <a:pt x="25" y="187"/>
                  </a:cubicBezTo>
                  <a:cubicBezTo>
                    <a:pt x="25" y="213"/>
                    <a:pt x="25" y="213"/>
                    <a:pt x="50" y="213"/>
                  </a:cubicBezTo>
                  <a:cubicBezTo>
                    <a:pt x="50" y="213"/>
                    <a:pt x="62" y="224"/>
                    <a:pt x="76" y="224"/>
                  </a:cubicBezTo>
                  <a:cubicBezTo>
                    <a:pt x="84" y="224"/>
                    <a:pt x="92" y="221"/>
                    <a:pt x="100" y="213"/>
                  </a:cubicBezTo>
                  <a:cubicBezTo>
                    <a:pt x="126" y="213"/>
                    <a:pt x="126" y="213"/>
                    <a:pt x="151" y="187"/>
                  </a:cubicBezTo>
                  <a:cubicBezTo>
                    <a:pt x="151" y="162"/>
                    <a:pt x="176" y="137"/>
                    <a:pt x="176" y="112"/>
                  </a:cubicBezTo>
                  <a:cubicBezTo>
                    <a:pt x="201" y="112"/>
                    <a:pt x="201" y="87"/>
                    <a:pt x="201" y="87"/>
                  </a:cubicBezTo>
                  <a:cubicBezTo>
                    <a:pt x="201" y="62"/>
                    <a:pt x="201" y="62"/>
                    <a:pt x="201" y="62"/>
                  </a:cubicBezTo>
                  <a:cubicBezTo>
                    <a:pt x="201" y="37"/>
                    <a:pt x="176" y="37"/>
                    <a:pt x="176" y="37"/>
                  </a:cubicBezTo>
                  <a:cubicBezTo>
                    <a:pt x="176" y="12"/>
                    <a:pt x="176" y="12"/>
                    <a:pt x="151" y="12"/>
                  </a:cubicBezTo>
                  <a:cubicBezTo>
                    <a:pt x="151" y="12"/>
                    <a:pt x="139"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4" name="Google Shape;5334;p55"/>
            <p:cNvSpPr/>
            <p:nvPr/>
          </p:nvSpPr>
          <p:spPr>
            <a:xfrm>
              <a:off x="6533058" y="3010584"/>
              <a:ext cx="95522" cy="161757"/>
            </a:xfrm>
            <a:custGeom>
              <a:rect b="b" l="l" r="r" t="t"/>
              <a:pathLst>
                <a:path extrusionOk="0" h="3104" w="1833">
                  <a:moveTo>
                    <a:pt x="94" y="0"/>
                  </a:moveTo>
                  <a:cubicBezTo>
                    <a:pt x="47" y="0"/>
                    <a:pt x="1" y="71"/>
                    <a:pt x="38" y="127"/>
                  </a:cubicBezTo>
                  <a:cubicBezTo>
                    <a:pt x="740" y="1004"/>
                    <a:pt x="1291" y="2007"/>
                    <a:pt x="1667" y="3060"/>
                  </a:cubicBezTo>
                  <a:cubicBezTo>
                    <a:pt x="1677" y="3089"/>
                    <a:pt x="1706" y="3103"/>
                    <a:pt x="1737" y="3103"/>
                  </a:cubicBezTo>
                  <a:cubicBezTo>
                    <a:pt x="1784" y="3103"/>
                    <a:pt x="1833" y="3070"/>
                    <a:pt x="1818" y="3009"/>
                  </a:cubicBezTo>
                  <a:cubicBezTo>
                    <a:pt x="1417" y="1932"/>
                    <a:pt x="840" y="929"/>
                    <a:pt x="138" y="27"/>
                  </a:cubicBezTo>
                  <a:cubicBezTo>
                    <a:pt x="126" y="8"/>
                    <a:pt x="110" y="0"/>
                    <a:pt x="9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5" name="Google Shape;5335;p55"/>
            <p:cNvSpPr/>
            <p:nvPr/>
          </p:nvSpPr>
          <p:spPr>
            <a:xfrm>
              <a:off x="6503668" y="2927414"/>
              <a:ext cx="10527" cy="11465"/>
            </a:xfrm>
            <a:custGeom>
              <a:rect b="b" l="l" r="r" t="t"/>
              <a:pathLst>
                <a:path extrusionOk="0" h="220" w="202">
                  <a:moveTo>
                    <a:pt x="88" y="0"/>
                  </a:moveTo>
                  <a:cubicBezTo>
                    <a:pt x="82" y="0"/>
                    <a:pt x="76" y="6"/>
                    <a:pt x="76" y="19"/>
                  </a:cubicBezTo>
                  <a:lnTo>
                    <a:pt x="51" y="19"/>
                  </a:lnTo>
                  <a:cubicBezTo>
                    <a:pt x="26" y="19"/>
                    <a:pt x="26" y="44"/>
                    <a:pt x="26" y="69"/>
                  </a:cubicBezTo>
                  <a:lnTo>
                    <a:pt x="1" y="69"/>
                  </a:lnTo>
                  <a:cubicBezTo>
                    <a:pt x="1" y="94"/>
                    <a:pt x="26" y="94"/>
                    <a:pt x="26" y="119"/>
                  </a:cubicBezTo>
                  <a:cubicBezTo>
                    <a:pt x="26" y="144"/>
                    <a:pt x="51" y="169"/>
                    <a:pt x="51" y="194"/>
                  </a:cubicBezTo>
                  <a:cubicBezTo>
                    <a:pt x="76" y="194"/>
                    <a:pt x="76" y="220"/>
                    <a:pt x="76" y="220"/>
                  </a:cubicBezTo>
                  <a:lnTo>
                    <a:pt x="151" y="220"/>
                  </a:lnTo>
                  <a:cubicBezTo>
                    <a:pt x="176" y="220"/>
                    <a:pt x="201" y="194"/>
                    <a:pt x="201" y="169"/>
                  </a:cubicBezTo>
                  <a:cubicBezTo>
                    <a:pt x="201" y="169"/>
                    <a:pt x="201" y="169"/>
                    <a:pt x="201" y="144"/>
                  </a:cubicBezTo>
                  <a:cubicBezTo>
                    <a:pt x="201" y="144"/>
                    <a:pt x="201" y="119"/>
                    <a:pt x="176" y="119"/>
                  </a:cubicBezTo>
                  <a:lnTo>
                    <a:pt x="151" y="44"/>
                  </a:lnTo>
                  <a:cubicBezTo>
                    <a:pt x="151" y="44"/>
                    <a:pt x="126" y="19"/>
                    <a:pt x="126" y="19"/>
                  </a:cubicBezTo>
                  <a:lnTo>
                    <a:pt x="101" y="19"/>
                  </a:lnTo>
                  <a:cubicBezTo>
                    <a:pt x="101" y="6"/>
                    <a:pt x="95" y="0"/>
                    <a:pt x="8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6" name="Google Shape;5336;p55"/>
            <p:cNvSpPr/>
            <p:nvPr/>
          </p:nvSpPr>
          <p:spPr>
            <a:xfrm>
              <a:off x="6467085" y="3119080"/>
              <a:ext cx="23555" cy="37469"/>
            </a:xfrm>
            <a:custGeom>
              <a:rect b="b" l="l" r="r" t="t"/>
              <a:pathLst>
                <a:path extrusionOk="0" h="719" w="452">
                  <a:moveTo>
                    <a:pt x="402" y="0"/>
                  </a:moveTo>
                  <a:cubicBezTo>
                    <a:pt x="377" y="0"/>
                    <a:pt x="327" y="0"/>
                    <a:pt x="302" y="25"/>
                  </a:cubicBezTo>
                  <a:cubicBezTo>
                    <a:pt x="201" y="226"/>
                    <a:pt x="126" y="426"/>
                    <a:pt x="26" y="602"/>
                  </a:cubicBezTo>
                  <a:cubicBezTo>
                    <a:pt x="1" y="652"/>
                    <a:pt x="26" y="702"/>
                    <a:pt x="51" y="702"/>
                  </a:cubicBezTo>
                  <a:cubicBezTo>
                    <a:pt x="61" y="712"/>
                    <a:pt x="76" y="718"/>
                    <a:pt x="91" y="718"/>
                  </a:cubicBezTo>
                  <a:cubicBezTo>
                    <a:pt x="113" y="718"/>
                    <a:pt x="137" y="706"/>
                    <a:pt x="151" y="677"/>
                  </a:cubicBezTo>
                  <a:cubicBezTo>
                    <a:pt x="251" y="501"/>
                    <a:pt x="327" y="301"/>
                    <a:pt x="427" y="100"/>
                  </a:cubicBezTo>
                  <a:cubicBezTo>
                    <a:pt x="452" y="75"/>
                    <a:pt x="427" y="25"/>
                    <a:pt x="40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7" name="Google Shape;5337;p55"/>
            <p:cNvSpPr/>
            <p:nvPr/>
          </p:nvSpPr>
          <p:spPr>
            <a:xfrm>
              <a:off x="6484074" y="3131117"/>
              <a:ext cx="23555" cy="33717"/>
            </a:xfrm>
            <a:custGeom>
              <a:rect b="b" l="l" r="r" t="t"/>
              <a:pathLst>
                <a:path extrusionOk="0" h="647" w="452">
                  <a:moveTo>
                    <a:pt x="377" y="1"/>
                  </a:moveTo>
                  <a:cubicBezTo>
                    <a:pt x="358" y="1"/>
                    <a:pt x="339" y="7"/>
                    <a:pt x="326" y="20"/>
                  </a:cubicBezTo>
                  <a:cubicBezTo>
                    <a:pt x="176" y="170"/>
                    <a:pt x="76" y="346"/>
                    <a:pt x="1" y="546"/>
                  </a:cubicBezTo>
                  <a:cubicBezTo>
                    <a:pt x="1" y="596"/>
                    <a:pt x="26" y="621"/>
                    <a:pt x="51" y="646"/>
                  </a:cubicBezTo>
                  <a:cubicBezTo>
                    <a:pt x="101" y="646"/>
                    <a:pt x="126" y="621"/>
                    <a:pt x="151" y="596"/>
                  </a:cubicBezTo>
                  <a:cubicBezTo>
                    <a:pt x="201" y="421"/>
                    <a:pt x="301" y="245"/>
                    <a:pt x="427" y="120"/>
                  </a:cubicBezTo>
                  <a:cubicBezTo>
                    <a:pt x="452" y="95"/>
                    <a:pt x="452" y="45"/>
                    <a:pt x="427" y="20"/>
                  </a:cubicBezTo>
                  <a:cubicBezTo>
                    <a:pt x="414" y="7"/>
                    <a:pt x="395" y="1"/>
                    <a:pt x="37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8" name="Google Shape;5338;p55"/>
            <p:cNvSpPr/>
            <p:nvPr/>
          </p:nvSpPr>
          <p:spPr>
            <a:xfrm>
              <a:off x="6597729" y="2672225"/>
              <a:ext cx="38824" cy="27203"/>
            </a:xfrm>
            <a:custGeom>
              <a:rect b="b" l="l" r="r" t="t"/>
              <a:pathLst>
                <a:path extrusionOk="0" h="522" w="745">
                  <a:moveTo>
                    <a:pt x="643" y="1"/>
                  </a:moveTo>
                  <a:cubicBezTo>
                    <a:pt x="638" y="1"/>
                    <a:pt x="632" y="2"/>
                    <a:pt x="627" y="4"/>
                  </a:cubicBezTo>
                  <a:cubicBezTo>
                    <a:pt x="376" y="79"/>
                    <a:pt x="176" y="204"/>
                    <a:pt x="25" y="430"/>
                  </a:cubicBezTo>
                  <a:cubicBezTo>
                    <a:pt x="0" y="455"/>
                    <a:pt x="25" y="505"/>
                    <a:pt x="50" y="505"/>
                  </a:cubicBezTo>
                  <a:cubicBezTo>
                    <a:pt x="71" y="515"/>
                    <a:pt x="87" y="521"/>
                    <a:pt x="101" y="521"/>
                  </a:cubicBezTo>
                  <a:cubicBezTo>
                    <a:pt x="121" y="521"/>
                    <a:pt x="136" y="509"/>
                    <a:pt x="150" y="480"/>
                  </a:cubicBezTo>
                  <a:cubicBezTo>
                    <a:pt x="276" y="330"/>
                    <a:pt x="451" y="204"/>
                    <a:pt x="652" y="154"/>
                  </a:cubicBezTo>
                  <a:cubicBezTo>
                    <a:pt x="744" y="131"/>
                    <a:pt x="709" y="1"/>
                    <a:pt x="6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9" name="Google Shape;5339;p55"/>
            <p:cNvSpPr/>
            <p:nvPr/>
          </p:nvSpPr>
          <p:spPr>
            <a:xfrm>
              <a:off x="6634259" y="2658051"/>
              <a:ext cx="9224" cy="7869"/>
            </a:xfrm>
            <a:custGeom>
              <a:rect b="b" l="l" r="r" t="t"/>
              <a:pathLst>
                <a:path extrusionOk="0" h="151" w="177">
                  <a:moveTo>
                    <a:pt x="101" y="0"/>
                  </a:moveTo>
                  <a:cubicBezTo>
                    <a:pt x="1" y="0"/>
                    <a:pt x="1" y="150"/>
                    <a:pt x="101" y="150"/>
                  </a:cubicBezTo>
                  <a:cubicBezTo>
                    <a:pt x="176" y="150"/>
                    <a:pt x="17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0" name="Google Shape;5340;p55"/>
            <p:cNvSpPr/>
            <p:nvPr/>
          </p:nvSpPr>
          <p:spPr>
            <a:xfrm>
              <a:off x="6489285" y="2774728"/>
              <a:ext cx="20949" cy="31789"/>
            </a:xfrm>
            <a:custGeom>
              <a:rect b="b" l="l" r="r" t="t"/>
              <a:pathLst>
                <a:path extrusionOk="0" h="610" w="402">
                  <a:moveTo>
                    <a:pt x="311" y="0"/>
                  </a:moveTo>
                  <a:cubicBezTo>
                    <a:pt x="289" y="0"/>
                    <a:pt x="266" y="12"/>
                    <a:pt x="252" y="42"/>
                  </a:cubicBezTo>
                  <a:cubicBezTo>
                    <a:pt x="176" y="192"/>
                    <a:pt x="101" y="342"/>
                    <a:pt x="26" y="493"/>
                  </a:cubicBezTo>
                  <a:cubicBezTo>
                    <a:pt x="1" y="543"/>
                    <a:pt x="26" y="568"/>
                    <a:pt x="51" y="593"/>
                  </a:cubicBezTo>
                  <a:cubicBezTo>
                    <a:pt x="61" y="603"/>
                    <a:pt x="76" y="610"/>
                    <a:pt x="92" y="610"/>
                  </a:cubicBezTo>
                  <a:cubicBezTo>
                    <a:pt x="113" y="610"/>
                    <a:pt x="137" y="597"/>
                    <a:pt x="151" y="568"/>
                  </a:cubicBezTo>
                  <a:cubicBezTo>
                    <a:pt x="226" y="418"/>
                    <a:pt x="302" y="267"/>
                    <a:pt x="377" y="117"/>
                  </a:cubicBezTo>
                  <a:cubicBezTo>
                    <a:pt x="402" y="67"/>
                    <a:pt x="402" y="42"/>
                    <a:pt x="352" y="17"/>
                  </a:cubicBezTo>
                  <a:cubicBezTo>
                    <a:pt x="341" y="6"/>
                    <a:pt x="327" y="0"/>
                    <a:pt x="31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1" name="Google Shape;5341;p55"/>
            <p:cNvSpPr/>
            <p:nvPr/>
          </p:nvSpPr>
          <p:spPr>
            <a:xfrm>
              <a:off x="6511484" y="2782858"/>
              <a:ext cx="18344" cy="27568"/>
            </a:xfrm>
            <a:custGeom>
              <a:rect b="b" l="l" r="r" t="t"/>
              <a:pathLst>
                <a:path extrusionOk="0" h="529" w="352">
                  <a:moveTo>
                    <a:pt x="284" y="1"/>
                  </a:moveTo>
                  <a:cubicBezTo>
                    <a:pt x="252" y="1"/>
                    <a:pt x="227" y="18"/>
                    <a:pt x="227" y="36"/>
                  </a:cubicBezTo>
                  <a:lnTo>
                    <a:pt x="26" y="412"/>
                  </a:lnTo>
                  <a:cubicBezTo>
                    <a:pt x="1" y="462"/>
                    <a:pt x="26" y="512"/>
                    <a:pt x="51" y="512"/>
                  </a:cubicBezTo>
                  <a:cubicBezTo>
                    <a:pt x="61" y="523"/>
                    <a:pt x="76" y="529"/>
                    <a:pt x="92" y="529"/>
                  </a:cubicBezTo>
                  <a:cubicBezTo>
                    <a:pt x="113" y="529"/>
                    <a:pt x="137" y="517"/>
                    <a:pt x="151" y="487"/>
                  </a:cubicBezTo>
                  <a:cubicBezTo>
                    <a:pt x="227" y="362"/>
                    <a:pt x="277" y="237"/>
                    <a:pt x="352" y="111"/>
                  </a:cubicBezTo>
                  <a:cubicBezTo>
                    <a:pt x="352" y="86"/>
                    <a:pt x="352" y="36"/>
                    <a:pt x="327" y="11"/>
                  </a:cubicBezTo>
                  <a:cubicBezTo>
                    <a:pt x="312" y="4"/>
                    <a:pt x="297" y="1"/>
                    <a:pt x="28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2" name="Google Shape;5342;p55"/>
            <p:cNvSpPr/>
            <p:nvPr/>
          </p:nvSpPr>
          <p:spPr>
            <a:xfrm>
              <a:off x="6238525" y="3199696"/>
              <a:ext cx="21731" cy="160037"/>
            </a:xfrm>
            <a:custGeom>
              <a:rect b="b" l="l" r="r" t="t"/>
              <a:pathLst>
                <a:path extrusionOk="0" h="3071" w="417">
                  <a:moveTo>
                    <a:pt x="126" y="1"/>
                  </a:moveTo>
                  <a:cubicBezTo>
                    <a:pt x="89" y="1"/>
                    <a:pt x="51" y="20"/>
                    <a:pt x="51" y="57"/>
                  </a:cubicBezTo>
                  <a:cubicBezTo>
                    <a:pt x="1" y="1060"/>
                    <a:pt x="76" y="2062"/>
                    <a:pt x="251" y="3015"/>
                  </a:cubicBezTo>
                  <a:cubicBezTo>
                    <a:pt x="262" y="3055"/>
                    <a:pt x="292" y="3071"/>
                    <a:pt x="322" y="3071"/>
                  </a:cubicBezTo>
                  <a:cubicBezTo>
                    <a:pt x="369" y="3071"/>
                    <a:pt x="417" y="3035"/>
                    <a:pt x="402" y="2990"/>
                  </a:cubicBezTo>
                  <a:cubicBezTo>
                    <a:pt x="226" y="2012"/>
                    <a:pt x="151" y="1035"/>
                    <a:pt x="201" y="57"/>
                  </a:cubicBezTo>
                  <a:cubicBezTo>
                    <a:pt x="201" y="20"/>
                    <a:pt x="164"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3" name="Google Shape;5343;p55"/>
            <p:cNvSpPr/>
            <p:nvPr/>
          </p:nvSpPr>
          <p:spPr>
            <a:xfrm>
              <a:off x="6228102" y="3179164"/>
              <a:ext cx="10475" cy="9172"/>
            </a:xfrm>
            <a:custGeom>
              <a:rect b="b" l="l" r="r" t="t"/>
              <a:pathLst>
                <a:path extrusionOk="0" h="176" w="201">
                  <a:moveTo>
                    <a:pt x="50" y="0"/>
                  </a:moveTo>
                  <a:cubicBezTo>
                    <a:pt x="50" y="0"/>
                    <a:pt x="50" y="25"/>
                    <a:pt x="25" y="25"/>
                  </a:cubicBezTo>
                  <a:lnTo>
                    <a:pt x="25" y="50"/>
                  </a:lnTo>
                  <a:cubicBezTo>
                    <a:pt x="25" y="50"/>
                    <a:pt x="0" y="50"/>
                    <a:pt x="0" y="75"/>
                  </a:cubicBezTo>
                  <a:cubicBezTo>
                    <a:pt x="0" y="75"/>
                    <a:pt x="0" y="75"/>
                    <a:pt x="25" y="100"/>
                  </a:cubicBezTo>
                  <a:cubicBezTo>
                    <a:pt x="25" y="100"/>
                    <a:pt x="25" y="125"/>
                    <a:pt x="25" y="125"/>
                  </a:cubicBezTo>
                  <a:lnTo>
                    <a:pt x="76" y="175"/>
                  </a:lnTo>
                  <a:lnTo>
                    <a:pt x="176" y="175"/>
                  </a:lnTo>
                  <a:cubicBezTo>
                    <a:pt x="176" y="150"/>
                    <a:pt x="176" y="150"/>
                    <a:pt x="176" y="150"/>
                  </a:cubicBezTo>
                  <a:cubicBezTo>
                    <a:pt x="201" y="150"/>
                    <a:pt x="201" y="125"/>
                    <a:pt x="201" y="125"/>
                  </a:cubicBezTo>
                  <a:cubicBezTo>
                    <a:pt x="201" y="100"/>
                    <a:pt x="201" y="100"/>
                    <a:pt x="201" y="100"/>
                  </a:cubicBezTo>
                  <a:cubicBezTo>
                    <a:pt x="176" y="75"/>
                    <a:pt x="176" y="75"/>
                    <a:pt x="176" y="50"/>
                  </a:cubicBezTo>
                  <a:cubicBezTo>
                    <a:pt x="151" y="50"/>
                    <a:pt x="151" y="25"/>
                    <a:pt x="126" y="25"/>
                  </a:cubicBezTo>
                  <a:cubicBezTo>
                    <a:pt x="126" y="25"/>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4" name="Google Shape;5344;p55"/>
            <p:cNvSpPr/>
            <p:nvPr/>
          </p:nvSpPr>
          <p:spPr>
            <a:xfrm>
              <a:off x="6404395" y="3283960"/>
              <a:ext cx="11308" cy="41846"/>
            </a:xfrm>
            <a:custGeom>
              <a:rect b="b" l="l" r="r" t="t"/>
              <a:pathLst>
                <a:path extrusionOk="0" h="803" w="217">
                  <a:moveTo>
                    <a:pt x="137" y="0"/>
                  </a:moveTo>
                  <a:cubicBezTo>
                    <a:pt x="111" y="0"/>
                    <a:pt x="86" y="15"/>
                    <a:pt x="76" y="44"/>
                  </a:cubicBezTo>
                  <a:cubicBezTo>
                    <a:pt x="1" y="270"/>
                    <a:pt x="1" y="520"/>
                    <a:pt x="76" y="746"/>
                  </a:cubicBezTo>
                  <a:cubicBezTo>
                    <a:pt x="86" y="786"/>
                    <a:pt x="112" y="802"/>
                    <a:pt x="138" y="802"/>
                  </a:cubicBezTo>
                  <a:cubicBezTo>
                    <a:pt x="177" y="802"/>
                    <a:pt x="216" y="766"/>
                    <a:pt x="201" y="721"/>
                  </a:cubicBezTo>
                  <a:cubicBezTo>
                    <a:pt x="151" y="495"/>
                    <a:pt x="151" y="295"/>
                    <a:pt x="201" y="94"/>
                  </a:cubicBezTo>
                  <a:cubicBezTo>
                    <a:pt x="217" y="34"/>
                    <a:pt x="177" y="0"/>
                    <a:pt x="13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5" name="Google Shape;5345;p55"/>
            <p:cNvSpPr/>
            <p:nvPr/>
          </p:nvSpPr>
          <p:spPr>
            <a:xfrm>
              <a:off x="6425292" y="3291464"/>
              <a:ext cx="10527" cy="34029"/>
            </a:xfrm>
            <a:custGeom>
              <a:rect b="b" l="l" r="r" t="t"/>
              <a:pathLst>
                <a:path extrusionOk="0" h="653" w="202">
                  <a:moveTo>
                    <a:pt x="126" y="0"/>
                  </a:moveTo>
                  <a:cubicBezTo>
                    <a:pt x="76" y="0"/>
                    <a:pt x="51" y="51"/>
                    <a:pt x="51" y="76"/>
                  </a:cubicBezTo>
                  <a:cubicBezTo>
                    <a:pt x="26" y="251"/>
                    <a:pt x="26" y="427"/>
                    <a:pt x="1" y="577"/>
                  </a:cubicBezTo>
                  <a:cubicBezTo>
                    <a:pt x="1" y="627"/>
                    <a:pt x="51" y="652"/>
                    <a:pt x="76" y="652"/>
                  </a:cubicBezTo>
                  <a:cubicBezTo>
                    <a:pt x="126" y="652"/>
                    <a:pt x="151" y="627"/>
                    <a:pt x="151" y="577"/>
                  </a:cubicBezTo>
                  <a:cubicBezTo>
                    <a:pt x="176" y="427"/>
                    <a:pt x="176" y="251"/>
                    <a:pt x="201" y="76"/>
                  </a:cubicBezTo>
                  <a:cubicBezTo>
                    <a:pt x="201" y="51"/>
                    <a:pt x="151"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6" name="Google Shape;5346;p55"/>
            <p:cNvSpPr/>
            <p:nvPr/>
          </p:nvSpPr>
          <p:spPr>
            <a:xfrm>
              <a:off x="6054363" y="3473019"/>
              <a:ext cx="935211" cy="888153"/>
            </a:xfrm>
            <a:custGeom>
              <a:rect b="b" l="l" r="r" t="t"/>
              <a:pathLst>
                <a:path extrusionOk="0" h="17043" w="17946">
                  <a:moveTo>
                    <a:pt x="12758" y="0"/>
                  </a:moveTo>
                  <a:lnTo>
                    <a:pt x="4061" y="50"/>
                  </a:lnTo>
                  <a:cubicBezTo>
                    <a:pt x="1831" y="4862"/>
                    <a:pt x="452" y="10050"/>
                    <a:pt x="1" y="15339"/>
                  </a:cubicBezTo>
                  <a:lnTo>
                    <a:pt x="17946" y="17043"/>
                  </a:lnTo>
                  <a:cubicBezTo>
                    <a:pt x="16618" y="11253"/>
                    <a:pt x="14888" y="5564"/>
                    <a:pt x="127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7" name="Google Shape;5347;p55"/>
            <p:cNvSpPr/>
            <p:nvPr/>
          </p:nvSpPr>
          <p:spPr>
            <a:xfrm>
              <a:off x="6050455" y="3469059"/>
              <a:ext cx="943340" cy="896074"/>
            </a:xfrm>
            <a:custGeom>
              <a:rect b="b" l="l" r="r" t="t"/>
              <a:pathLst>
                <a:path extrusionOk="0" h="17195" w="18102">
                  <a:moveTo>
                    <a:pt x="12683" y="151"/>
                  </a:moveTo>
                  <a:cubicBezTo>
                    <a:pt x="12716" y="151"/>
                    <a:pt x="12749" y="163"/>
                    <a:pt x="12775" y="163"/>
                  </a:cubicBezTo>
                  <a:cubicBezTo>
                    <a:pt x="12777" y="163"/>
                    <a:pt x="12779" y="162"/>
                    <a:pt x="12781" y="162"/>
                  </a:cubicBezTo>
                  <a:lnTo>
                    <a:pt x="12781" y="162"/>
                  </a:lnTo>
                  <a:cubicBezTo>
                    <a:pt x="13599" y="2322"/>
                    <a:pt x="14368" y="4483"/>
                    <a:pt x="15064" y="6693"/>
                  </a:cubicBezTo>
                  <a:cubicBezTo>
                    <a:pt x="15790" y="8873"/>
                    <a:pt x="16442" y="11104"/>
                    <a:pt x="17018" y="13334"/>
                  </a:cubicBezTo>
                  <a:cubicBezTo>
                    <a:pt x="17337" y="14558"/>
                    <a:pt x="17655" y="15806"/>
                    <a:pt x="17926" y="17031"/>
                  </a:cubicBezTo>
                  <a:lnTo>
                    <a:pt x="17926" y="17031"/>
                  </a:lnTo>
                  <a:cubicBezTo>
                    <a:pt x="17800" y="17018"/>
                    <a:pt x="17665" y="17014"/>
                    <a:pt x="17545" y="16994"/>
                  </a:cubicBezTo>
                  <a:cubicBezTo>
                    <a:pt x="17119" y="16943"/>
                    <a:pt x="16668" y="16918"/>
                    <a:pt x="16241" y="16868"/>
                  </a:cubicBezTo>
                  <a:cubicBezTo>
                    <a:pt x="15590" y="16818"/>
                    <a:pt x="14938" y="16743"/>
                    <a:pt x="14312" y="16693"/>
                  </a:cubicBezTo>
                  <a:lnTo>
                    <a:pt x="11956" y="16467"/>
                  </a:lnTo>
                  <a:cubicBezTo>
                    <a:pt x="11079" y="16392"/>
                    <a:pt x="10226" y="16292"/>
                    <a:pt x="9374" y="16217"/>
                  </a:cubicBezTo>
                  <a:cubicBezTo>
                    <a:pt x="8497" y="16141"/>
                    <a:pt x="7620" y="16066"/>
                    <a:pt x="6768" y="15966"/>
                  </a:cubicBezTo>
                  <a:cubicBezTo>
                    <a:pt x="5966" y="15891"/>
                    <a:pt x="5139" y="15816"/>
                    <a:pt x="4337" y="15740"/>
                  </a:cubicBezTo>
                  <a:cubicBezTo>
                    <a:pt x="3660" y="15690"/>
                    <a:pt x="2958" y="15615"/>
                    <a:pt x="2282" y="15540"/>
                  </a:cubicBezTo>
                  <a:cubicBezTo>
                    <a:pt x="1780" y="15490"/>
                    <a:pt x="1304" y="15465"/>
                    <a:pt x="803" y="15415"/>
                  </a:cubicBezTo>
                  <a:cubicBezTo>
                    <a:pt x="596" y="15392"/>
                    <a:pt x="368" y="15348"/>
                    <a:pt x="158" y="15340"/>
                  </a:cubicBezTo>
                  <a:lnTo>
                    <a:pt x="158" y="15340"/>
                  </a:lnTo>
                  <a:cubicBezTo>
                    <a:pt x="334" y="13310"/>
                    <a:pt x="658" y="11280"/>
                    <a:pt x="1104" y="9299"/>
                  </a:cubicBezTo>
                  <a:cubicBezTo>
                    <a:pt x="1555" y="7294"/>
                    <a:pt x="2131" y="5314"/>
                    <a:pt x="2858" y="3384"/>
                  </a:cubicBezTo>
                  <a:cubicBezTo>
                    <a:pt x="3256" y="2290"/>
                    <a:pt x="3703" y="1246"/>
                    <a:pt x="4199" y="201"/>
                  </a:cubicBezTo>
                  <a:lnTo>
                    <a:pt x="5013" y="201"/>
                  </a:lnTo>
                  <a:cubicBezTo>
                    <a:pt x="5690" y="201"/>
                    <a:pt x="6392" y="201"/>
                    <a:pt x="7069" y="176"/>
                  </a:cubicBezTo>
                  <a:lnTo>
                    <a:pt x="9600" y="176"/>
                  </a:lnTo>
                  <a:cubicBezTo>
                    <a:pt x="10302" y="176"/>
                    <a:pt x="11028" y="176"/>
                    <a:pt x="11755" y="151"/>
                  </a:cubicBezTo>
                  <a:close/>
                  <a:moveTo>
                    <a:pt x="12833" y="1"/>
                  </a:moveTo>
                  <a:lnTo>
                    <a:pt x="11956" y="26"/>
                  </a:lnTo>
                  <a:lnTo>
                    <a:pt x="9876" y="26"/>
                  </a:lnTo>
                  <a:cubicBezTo>
                    <a:pt x="9048" y="26"/>
                    <a:pt x="8221" y="26"/>
                    <a:pt x="7369" y="51"/>
                  </a:cubicBezTo>
                  <a:lnTo>
                    <a:pt x="4136" y="51"/>
                  </a:lnTo>
                  <a:cubicBezTo>
                    <a:pt x="4111" y="51"/>
                    <a:pt x="4086" y="76"/>
                    <a:pt x="4086" y="101"/>
                  </a:cubicBezTo>
                  <a:cubicBezTo>
                    <a:pt x="3209" y="1981"/>
                    <a:pt x="2457" y="3911"/>
                    <a:pt x="1855" y="5916"/>
                  </a:cubicBezTo>
                  <a:cubicBezTo>
                    <a:pt x="1254" y="7896"/>
                    <a:pt x="778" y="9901"/>
                    <a:pt x="427" y="11956"/>
                  </a:cubicBezTo>
                  <a:cubicBezTo>
                    <a:pt x="251" y="13109"/>
                    <a:pt x="101" y="14262"/>
                    <a:pt x="1" y="15415"/>
                  </a:cubicBezTo>
                  <a:cubicBezTo>
                    <a:pt x="1" y="15465"/>
                    <a:pt x="26" y="15490"/>
                    <a:pt x="76" y="15490"/>
                  </a:cubicBezTo>
                  <a:cubicBezTo>
                    <a:pt x="226" y="15490"/>
                    <a:pt x="402" y="15515"/>
                    <a:pt x="552" y="15540"/>
                  </a:cubicBezTo>
                  <a:cubicBezTo>
                    <a:pt x="978" y="15565"/>
                    <a:pt x="1429" y="15615"/>
                    <a:pt x="1855" y="15665"/>
                  </a:cubicBezTo>
                  <a:cubicBezTo>
                    <a:pt x="2507" y="15715"/>
                    <a:pt x="3159" y="15765"/>
                    <a:pt x="3785" y="15841"/>
                  </a:cubicBezTo>
                  <a:cubicBezTo>
                    <a:pt x="4587" y="15916"/>
                    <a:pt x="5364" y="15991"/>
                    <a:pt x="6141" y="16066"/>
                  </a:cubicBezTo>
                  <a:cubicBezTo>
                    <a:pt x="7018" y="16141"/>
                    <a:pt x="7871" y="16217"/>
                    <a:pt x="8723" y="16292"/>
                  </a:cubicBezTo>
                  <a:cubicBezTo>
                    <a:pt x="9600" y="16392"/>
                    <a:pt x="10477" y="16467"/>
                    <a:pt x="11329" y="16542"/>
                  </a:cubicBezTo>
                  <a:cubicBezTo>
                    <a:pt x="12156" y="16618"/>
                    <a:pt x="12958" y="16693"/>
                    <a:pt x="13760" y="16768"/>
                  </a:cubicBezTo>
                  <a:cubicBezTo>
                    <a:pt x="14462" y="16843"/>
                    <a:pt x="15139" y="16918"/>
                    <a:pt x="15815" y="16969"/>
                  </a:cubicBezTo>
                  <a:cubicBezTo>
                    <a:pt x="16317" y="17019"/>
                    <a:pt x="16793" y="17069"/>
                    <a:pt x="17294" y="17119"/>
                  </a:cubicBezTo>
                  <a:cubicBezTo>
                    <a:pt x="17514" y="17143"/>
                    <a:pt x="17758" y="17168"/>
                    <a:pt x="17980" y="17169"/>
                  </a:cubicBezTo>
                  <a:lnTo>
                    <a:pt x="17980" y="17169"/>
                  </a:lnTo>
                  <a:cubicBezTo>
                    <a:pt x="17988" y="17175"/>
                    <a:pt x="17998" y="17179"/>
                    <a:pt x="18008" y="17181"/>
                  </a:cubicBezTo>
                  <a:lnTo>
                    <a:pt x="18008" y="17181"/>
                  </a:lnTo>
                  <a:cubicBezTo>
                    <a:pt x="18014" y="17187"/>
                    <a:pt x="18021" y="17194"/>
                    <a:pt x="18021" y="17194"/>
                  </a:cubicBezTo>
                  <a:cubicBezTo>
                    <a:pt x="18058" y="17194"/>
                    <a:pt x="18082" y="17173"/>
                    <a:pt x="18091" y="17147"/>
                  </a:cubicBezTo>
                  <a:lnTo>
                    <a:pt x="18091" y="17147"/>
                  </a:lnTo>
                  <a:cubicBezTo>
                    <a:pt x="18099" y="17133"/>
                    <a:pt x="18101" y="17115"/>
                    <a:pt x="18096" y="17094"/>
                  </a:cubicBezTo>
                  <a:cubicBezTo>
                    <a:pt x="17570" y="14838"/>
                    <a:pt x="16993" y="12583"/>
                    <a:pt x="16342" y="10352"/>
                  </a:cubicBezTo>
                  <a:cubicBezTo>
                    <a:pt x="15690" y="8121"/>
                    <a:pt x="14988" y="5916"/>
                    <a:pt x="14236" y="3735"/>
                  </a:cubicBezTo>
                  <a:cubicBezTo>
                    <a:pt x="13810" y="2507"/>
                    <a:pt x="13359" y="1279"/>
                    <a:pt x="12883" y="76"/>
                  </a:cubicBezTo>
                  <a:cubicBezTo>
                    <a:pt x="12883" y="26"/>
                    <a:pt x="12858" y="1"/>
                    <a:pt x="128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8" name="Google Shape;5348;p55"/>
            <p:cNvSpPr/>
            <p:nvPr/>
          </p:nvSpPr>
          <p:spPr>
            <a:xfrm>
              <a:off x="6072654" y="3627060"/>
              <a:ext cx="226012" cy="749951"/>
            </a:xfrm>
            <a:custGeom>
              <a:rect b="b" l="l" r="r" t="t"/>
              <a:pathLst>
                <a:path extrusionOk="0" h="14391" w="4337">
                  <a:moveTo>
                    <a:pt x="3944" y="0"/>
                  </a:moveTo>
                  <a:cubicBezTo>
                    <a:pt x="3925" y="0"/>
                    <a:pt x="3904" y="8"/>
                    <a:pt x="3886" y="27"/>
                  </a:cubicBezTo>
                  <a:cubicBezTo>
                    <a:pt x="3359" y="553"/>
                    <a:pt x="2833" y="1054"/>
                    <a:pt x="2282" y="1581"/>
                  </a:cubicBezTo>
                  <a:cubicBezTo>
                    <a:pt x="2181" y="1681"/>
                    <a:pt x="2056" y="1781"/>
                    <a:pt x="2056" y="1931"/>
                  </a:cubicBezTo>
                  <a:cubicBezTo>
                    <a:pt x="2031" y="2057"/>
                    <a:pt x="2106" y="2157"/>
                    <a:pt x="2206" y="2257"/>
                  </a:cubicBezTo>
                  <a:cubicBezTo>
                    <a:pt x="2332" y="2332"/>
                    <a:pt x="2482" y="2408"/>
                    <a:pt x="2607" y="2483"/>
                  </a:cubicBezTo>
                  <a:cubicBezTo>
                    <a:pt x="2783" y="2583"/>
                    <a:pt x="2933" y="2658"/>
                    <a:pt x="3109" y="2759"/>
                  </a:cubicBezTo>
                  <a:cubicBezTo>
                    <a:pt x="3430" y="2942"/>
                    <a:pt x="3771" y="3125"/>
                    <a:pt x="4115" y="3309"/>
                  </a:cubicBezTo>
                  <a:lnTo>
                    <a:pt x="4115" y="3309"/>
                  </a:lnTo>
                  <a:cubicBezTo>
                    <a:pt x="3496" y="3783"/>
                    <a:pt x="2875" y="4237"/>
                    <a:pt x="2231" y="4713"/>
                  </a:cubicBezTo>
                  <a:cubicBezTo>
                    <a:pt x="2031" y="4864"/>
                    <a:pt x="1680" y="5089"/>
                    <a:pt x="1856" y="5390"/>
                  </a:cubicBezTo>
                  <a:cubicBezTo>
                    <a:pt x="1931" y="5540"/>
                    <a:pt x="2081" y="5641"/>
                    <a:pt x="2206" y="5741"/>
                  </a:cubicBezTo>
                  <a:lnTo>
                    <a:pt x="2683" y="6167"/>
                  </a:lnTo>
                  <a:lnTo>
                    <a:pt x="3653" y="7019"/>
                  </a:lnTo>
                  <a:lnTo>
                    <a:pt x="3653" y="7019"/>
                  </a:lnTo>
                  <a:lnTo>
                    <a:pt x="728" y="8774"/>
                  </a:lnTo>
                  <a:cubicBezTo>
                    <a:pt x="678" y="8799"/>
                    <a:pt x="703" y="8874"/>
                    <a:pt x="753" y="8899"/>
                  </a:cubicBezTo>
                  <a:cubicBezTo>
                    <a:pt x="1667" y="9284"/>
                    <a:pt x="2535" y="9761"/>
                    <a:pt x="3335" y="10353"/>
                  </a:cubicBezTo>
                  <a:lnTo>
                    <a:pt x="3335" y="10353"/>
                  </a:lnTo>
                  <a:cubicBezTo>
                    <a:pt x="2391" y="10836"/>
                    <a:pt x="1447" y="11297"/>
                    <a:pt x="527" y="11781"/>
                  </a:cubicBezTo>
                  <a:cubicBezTo>
                    <a:pt x="352" y="11881"/>
                    <a:pt x="151" y="11957"/>
                    <a:pt x="76" y="12157"/>
                  </a:cubicBezTo>
                  <a:cubicBezTo>
                    <a:pt x="1" y="12332"/>
                    <a:pt x="76" y="12508"/>
                    <a:pt x="201" y="12633"/>
                  </a:cubicBezTo>
                  <a:cubicBezTo>
                    <a:pt x="352" y="12809"/>
                    <a:pt x="552" y="12934"/>
                    <a:pt x="728" y="13059"/>
                  </a:cubicBezTo>
                  <a:cubicBezTo>
                    <a:pt x="928" y="13210"/>
                    <a:pt x="1154" y="13360"/>
                    <a:pt x="1354" y="13510"/>
                  </a:cubicBezTo>
                  <a:cubicBezTo>
                    <a:pt x="1830" y="13811"/>
                    <a:pt x="2332" y="14112"/>
                    <a:pt x="2833" y="14388"/>
                  </a:cubicBezTo>
                  <a:cubicBezTo>
                    <a:pt x="2840" y="14390"/>
                    <a:pt x="2847" y="14391"/>
                    <a:pt x="2853" y="14391"/>
                  </a:cubicBezTo>
                  <a:cubicBezTo>
                    <a:pt x="2920" y="14391"/>
                    <a:pt x="2977" y="14285"/>
                    <a:pt x="2908" y="14262"/>
                  </a:cubicBezTo>
                  <a:cubicBezTo>
                    <a:pt x="2081" y="13811"/>
                    <a:pt x="1279" y="13285"/>
                    <a:pt x="502" y="12733"/>
                  </a:cubicBezTo>
                  <a:cubicBezTo>
                    <a:pt x="377" y="12633"/>
                    <a:pt x="151" y="12458"/>
                    <a:pt x="201" y="12257"/>
                  </a:cubicBezTo>
                  <a:cubicBezTo>
                    <a:pt x="226" y="12057"/>
                    <a:pt x="477" y="11982"/>
                    <a:pt x="627" y="11906"/>
                  </a:cubicBezTo>
                  <a:lnTo>
                    <a:pt x="1956" y="11205"/>
                  </a:lnTo>
                  <a:cubicBezTo>
                    <a:pt x="2482" y="10954"/>
                    <a:pt x="2983" y="10678"/>
                    <a:pt x="3510" y="10428"/>
                  </a:cubicBezTo>
                  <a:cubicBezTo>
                    <a:pt x="3560" y="10403"/>
                    <a:pt x="3535" y="10327"/>
                    <a:pt x="3510" y="10302"/>
                  </a:cubicBezTo>
                  <a:cubicBezTo>
                    <a:pt x="2699" y="9706"/>
                    <a:pt x="1842" y="9201"/>
                    <a:pt x="919" y="8829"/>
                  </a:cubicBezTo>
                  <a:lnTo>
                    <a:pt x="919" y="8829"/>
                  </a:lnTo>
                  <a:cubicBezTo>
                    <a:pt x="1883" y="8251"/>
                    <a:pt x="2846" y="7673"/>
                    <a:pt x="3785" y="7094"/>
                  </a:cubicBezTo>
                  <a:cubicBezTo>
                    <a:pt x="3835" y="7069"/>
                    <a:pt x="3835" y="6994"/>
                    <a:pt x="3810" y="6969"/>
                  </a:cubicBezTo>
                  <a:cubicBezTo>
                    <a:pt x="3259" y="6468"/>
                    <a:pt x="2683" y="5992"/>
                    <a:pt x="2131" y="5490"/>
                  </a:cubicBezTo>
                  <a:cubicBezTo>
                    <a:pt x="2006" y="5390"/>
                    <a:pt x="1906" y="5265"/>
                    <a:pt x="1981" y="5114"/>
                  </a:cubicBezTo>
                  <a:cubicBezTo>
                    <a:pt x="2081" y="4964"/>
                    <a:pt x="2231" y="4889"/>
                    <a:pt x="2357" y="4789"/>
                  </a:cubicBezTo>
                  <a:cubicBezTo>
                    <a:pt x="2658" y="4563"/>
                    <a:pt x="2958" y="4337"/>
                    <a:pt x="3259" y="4112"/>
                  </a:cubicBezTo>
                  <a:cubicBezTo>
                    <a:pt x="3610" y="3861"/>
                    <a:pt x="3936" y="3611"/>
                    <a:pt x="4287" y="3360"/>
                  </a:cubicBezTo>
                  <a:cubicBezTo>
                    <a:pt x="4337" y="3335"/>
                    <a:pt x="4337" y="3260"/>
                    <a:pt x="4287" y="3235"/>
                  </a:cubicBezTo>
                  <a:cubicBezTo>
                    <a:pt x="3685" y="2909"/>
                    <a:pt x="3109" y="2583"/>
                    <a:pt x="2507" y="2257"/>
                  </a:cubicBezTo>
                  <a:cubicBezTo>
                    <a:pt x="2407" y="2207"/>
                    <a:pt x="2231" y="2132"/>
                    <a:pt x="2206" y="2007"/>
                  </a:cubicBezTo>
                  <a:cubicBezTo>
                    <a:pt x="2156" y="1856"/>
                    <a:pt x="2357" y="1731"/>
                    <a:pt x="2457" y="1631"/>
                  </a:cubicBezTo>
                  <a:lnTo>
                    <a:pt x="3159" y="929"/>
                  </a:lnTo>
                  <a:cubicBezTo>
                    <a:pt x="3434" y="653"/>
                    <a:pt x="3710" y="403"/>
                    <a:pt x="3986" y="127"/>
                  </a:cubicBezTo>
                  <a:cubicBezTo>
                    <a:pt x="4042" y="71"/>
                    <a:pt x="4000" y="0"/>
                    <a:pt x="394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9" name="Google Shape;5349;p55"/>
            <p:cNvSpPr/>
            <p:nvPr/>
          </p:nvSpPr>
          <p:spPr>
            <a:xfrm>
              <a:off x="6242485" y="3627060"/>
              <a:ext cx="227263" cy="749951"/>
            </a:xfrm>
            <a:custGeom>
              <a:rect b="b" l="l" r="r" t="t"/>
              <a:pathLst>
                <a:path extrusionOk="0" h="14391" w="4361">
                  <a:moveTo>
                    <a:pt x="3968" y="0"/>
                  </a:moveTo>
                  <a:cubicBezTo>
                    <a:pt x="3949" y="0"/>
                    <a:pt x="3929" y="8"/>
                    <a:pt x="3910" y="27"/>
                  </a:cubicBezTo>
                  <a:cubicBezTo>
                    <a:pt x="3384" y="553"/>
                    <a:pt x="2832" y="1054"/>
                    <a:pt x="2306" y="1581"/>
                  </a:cubicBezTo>
                  <a:cubicBezTo>
                    <a:pt x="2206" y="1681"/>
                    <a:pt x="2080" y="1781"/>
                    <a:pt x="2055" y="1931"/>
                  </a:cubicBezTo>
                  <a:cubicBezTo>
                    <a:pt x="2055" y="2057"/>
                    <a:pt x="2105" y="2157"/>
                    <a:pt x="2206" y="2257"/>
                  </a:cubicBezTo>
                  <a:cubicBezTo>
                    <a:pt x="2331" y="2332"/>
                    <a:pt x="2481" y="2408"/>
                    <a:pt x="2632" y="2483"/>
                  </a:cubicBezTo>
                  <a:cubicBezTo>
                    <a:pt x="2782" y="2583"/>
                    <a:pt x="2957" y="2658"/>
                    <a:pt x="3108" y="2759"/>
                  </a:cubicBezTo>
                  <a:cubicBezTo>
                    <a:pt x="3451" y="2942"/>
                    <a:pt x="3794" y="3125"/>
                    <a:pt x="4137" y="3308"/>
                  </a:cubicBezTo>
                  <a:lnTo>
                    <a:pt x="4137" y="3308"/>
                  </a:lnTo>
                  <a:cubicBezTo>
                    <a:pt x="3496" y="3782"/>
                    <a:pt x="2876" y="4236"/>
                    <a:pt x="2256" y="4713"/>
                  </a:cubicBezTo>
                  <a:cubicBezTo>
                    <a:pt x="2030" y="4864"/>
                    <a:pt x="1704" y="5089"/>
                    <a:pt x="1855" y="5390"/>
                  </a:cubicBezTo>
                  <a:cubicBezTo>
                    <a:pt x="1930" y="5540"/>
                    <a:pt x="2105" y="5641"/>
                    <a:pt x="2231" y="5741"/>
                  </a:cubicBezTo>
                  <a:lnTo>
                    <a:pt x="2682" y="6167"/>
                  </a:lnTo>
                  <a:lnTo>
                    <a:pt x="3666" y="7011"/>
                  </a:lnTo>
                  <a:lnTo>
                    <a:pt x="3666" y="7011"/>
                  </a:lnTo>
                  <a:lnTo>
                    <a:pt x="752" y="8774"/>
                  </a:lnTo>
                  <a:cubicBezTo>
                    <a:pt x="677" y="8799"/>
                    <a:pt x="702" y="8874"/>
                    <a:pt x="752" y="8899"/>
                  </a:cubicBezTo>
                  <a:cubicBezTo>
                    <a:pt x="1667" y="9284"/>
                    <a:pt x="2535" y="9762"/>
                    <a:pt x="3335" y="10354"/>
                  </a:cubicBezTo>
                  <a:lnTo>
                    <a:pt x="3335" y="10354"/>
                  </a:lnTo>
                  <a:cubicBezTo>
                    <a:pt x="2414" y="10836"/>
                    <a:pt x="1470" y="11297"/>
                    <a:pt x="526" y="11781"/>
                  </a:cubicBezTo>
                  <a:cubicBezTo>
                    <a:pt x="351" y="11881"/>
                    <a:pt x="150" y="11957"/>
                    <a:pt x="75" y="12157"/>
                  </a:cubicBezTo>
                  <a:cubicBezTo>
                    <a:pt x="0" y="12332"/>
                    <a:pt x="75" y="12508"/>
                    <a:pt x="201" y="12633"/>
                  </a:cubicBezTo>
                  <a:cubicBezTo>
                    <a:pt x="351" y="12809"/>
                    <a:pt x="551" y="12934"/>
                    <a:pt x="727" y="13059"/>
                  </a:cubicBezTo>
                  <a:cubicBezTo>
                    <a:pt x="952" y="13210"/>
                    <a:pt x="1153" y="13360"/>
                    <a:pt x="1378" y="13510"/>
                  </a:cubicBezTo>
                  <a:cubicBezTo>
                    <a:pt x="1855" y="13811"/>
                    <a:pt x="2356" y="14112"/>
                    <a:pt x="2857" y="14388"/>
                  </a:cubicBezTo>
                  <a:cubicBezTo>
                    <a:pt x="2864" y="14390"/>
                    <a:pt x="2871" y="14391"/>
                    <a:pt x="2877" y="14391"/>
                  </a:cubicBezTo>
                  <a:cubicBezTo>
                    <a:pt x="2945" y="14391"/>
                    <a:pt x="3001" y="14285"/>
                    <a:pt x="2932" y="14262"/>
                  </a:cubicBezTo>
                  <a:cubicBezTo>
                    <a:pt x="2080" y="13811"/>
                    <a:pt x="1278" y="13285"/>
                    <a:pt x="526" y="12733"/>
                  </a:cubicBezTo>
                  <a:cubicBezTo>
                    <a:pt x="376" y="12633"/>
                    <a:pt x="175" y="12458"/>
                    <a:pt x="201" y="12257"/>
                  </a:cubicBezTo>
                  <a:cubicBezTo>
                    <a:pt x="226" y="12057"/>
                    <a:pt x="476" y="11982"/>
                    <a:pt x="627" y="11906"/>
                  </a:cubicBezTo>
                  <a:lnTo>
                    <a:pt x="1980" y="11205"/>
                  </a:lnTo>
                  <a:lnTo>
                    <a:pt x="3509" y="10428"/>
                  </a:lnTo>
                  <a:cubicBezTo>
                    <a:pt x="3559" y="10403"/>
                    <a:pt x="3559" y="10327"/>
                    <a:pt x="3509" y="10302"/>
                  </a:cubicBezTo>
                  <a:cubicBezTo>
                    <a:pt x="2721" y="9706"/>
                    <a:pt x="1866" y="9200"/>
                    <a:pt x="942" y="8828"/>
                  </a:cubicBezTo>
                  <a:lnTo>
                    <a:pt x="942" y="8828"/>
                  </a:lnTo>
                  <a:cubicBezTo>
                    <a:pt x="1883" y="8250"/>
                    <a:pt x="2846" y="7672"/>
                    <a:pt x="3810" y="7094"/>
                  </a:cubicBezTo>
                  <a:cubicBezTo>
                    <a:pt x="3860" y="7069"/>
                    <a:pt x="3860" y="6994"/>
                    <a:pt x="3835" y="6969"/>
                  </a:cubicBezTo>
                  <a:cubicBezTo>
                    <a:pt x="3258" y="6468"/>
                    <a:pt x="2707" y="5992"/>
                    <a:pt x="2130" y="5490"/>
                  </a:cubicBezTo>
                  <a:cubicBezTo>
                    <a:pt x="2030" y="5390"/>
                    <a:pt x="1905" y="5265"/>
                    <a:pt x="2005" y="5114"/>
                  </a:cubicBezTo>
                  <a:cubicBezTo>
                    <a:pt x="2080" y="4964"/>
                    <a:pt x="2256" y="4889"/>
                    <a:pt x="2381" y="4789"/>
                  </a:cubicBezTo>
                  <a:cubicBezTo>
                    <a:pt x="2682" y="4563"/>
                    <a:pt x="2983" y="4337"/>
                    <a:pt x="3283" y="4112"/>
                  </a:cubicBezTo>
                  <a:cubicBezTo>
                    <a:pt x="3609" y="3861"/>
                    <a:pt x="3960" y="3611"/>
                    <a:pt x="4311" y="3360"/>
                  </a:cubicBezTo>
                  <a:cubicBezTo>
                    <a:pt x="4336" y="3335"/>
                    <a:pt x="4361" y="3260"/>
                    <a:pt x="4311" y="3235"/>
                  </a:cubicBezTo>
                  <a:cubicBezTo>
                    <a:pt x="3709" y="2909"/>
                    <a:pt x="3108" y="2583"/>
                    <a:pt x="2506" y="2257"/>
                  </a:cubicBezTo>
                  <a:cubicBezTo>
                    <a:pt x="2406" y="2207"/>
                    <a:pt x="2256" y="2132"/>
                    <a:pt x="2206" y="2007"/>
                  </a:cubicBezTo>
                  <a:cubicBezTo>
                    <a:pt x="2155" y="1856"/>
                    <a:pt x="2356" y="1731"/>
                    <a:pt x="2456" y="1631"/>
                  </a:cubicBezTo>
                  <a:lnTo>
                    <a:pt x="3183" y="929"/>
                  </a:lnTo>
                  <a:cubicBezTo>
                    <a:pt x="3459" y="653"/>
                    <a:pt x="3734" y="403"/>
                    <a:pt x="4010" y="127"/>
                  </a:cubicBezTo>
                  <a:cubicBezTo>
                    <a:pt x="4066" y="71"/>
                    <a:pt x="4024" y="0"/>
                    <a:pt x="396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0" name="Google Shape;5350;p55"/>
            <p:cNvSpPr/>
            <p:nvPr/>
          </p:nvSpPr>
          <p:spPr>
            <a:xfrm>
              <a:off x="6413567" y="3627060"/>
              <a:ext cx="226012" cy="749951"/>
            </a:xfrm>
            <a:custGeom>
              <a:rect b="b" l="l" r="r" t="t"/>
              <a:pathLst>
                <a:path extrusionOk="0" h="14391" w="4337">
                  <a:moveTo>
                    <a:pt x="3943" y="0"/>
                  </a:moveTo>
                  <a:cubicBezTo>
                    <a:pt x="3924" y="0"/>
                    <a:pt x="3904" y="8"/>
                    <a:pt x="3885" y="27"/>
                  </a:cubicBezTo>
                  <a:cubicBezTo>
                    <a:pt x="3359" y="553"/>
                    <a:pt x="2832" y="1054"/>
                    <a:pt x="2281" y="1581"/>
                  </a:cubicBezTo>
                  <a:cubicBezTo>
                    <a:pt x="2181" y="1681"/>
                    <a:pt x="2055" y="1781"/>
                    <a:pt x="2055" y="1931"/>
                  </a:cubicBezTo>
                  <a:cubicBezTo>
                    <a:pt x="2030" y="2057"/>
                    <a:pt x="2106" y="2157"/>
                    <a:pt x="2206" y="2257"/>
                  </a:cubicBezTo>
                  <a:cubicBezTo>
                    <a:pt x="2331" y="2332"/>
                    <a:pt x="2481" y="2408"/>
                    <a:pt x="2607" y="2483"/>
                  </a:cubicBezTo>
                  <a:cubicBezTo>
                    <a:pt x="2782" y="2583"/>
                    <a:pt x="2933" y="2658"/>
                    <a:pt x="3108" y="2759"/>
                  </a:cubicBezTo>
                  <a:cubicBezTo>
                    <a:pt x="3452" y="2942"/>
                    <a:pt x="3775" y="3125"/>
                    <a:pt x="4115" y="3308"/>
                  </a:cubicBezTo>
                  <a:lnTo>
                    <a:pt x="4115" y="3308"/>
                  </a:lnTo>
                  <a:cubicBezTo>
                    <a:pt x="3495" y="3783"/>
                    <a:pt x="2874" y="4237"/>
                    <a:pt x="2231" y="4713"/>
                  </a:cubicBezTo>
                  <a:cubicBezTo>
                    <a:pt x="2030" y="4864"/>
                    <a:pt x="1679" y="5089"/>
                    <a:pt x="1855" y="5390"/>
                  </a:cubicBezTo>
                  <a:cubicBezTo>
                    <a:pt x="1930" y="5540"/>
                    <a:pt x="2080" y="5641"/>
                    <a:pt x="2206" y="5741"/>
                  </a:cubicBezTo>
                  <a:lnTo>
                    <a:pt x="2682" y="6167"/>
                  </a:lnTo>
                  <a:lnTo>
                    <a:pt x="3652" y="7019"/>
                  </a:lnTo>
                  <a:lnTo>
                    <a:pt x="3652" y="7019"/>
                  </a:lnTo>
                  <a:lnTo>
                    <a:pt x="727" y="8774"/>
                  </a:lnTo>
                  <a:cubicBezTo>
                    <a:pt x="677" y="8799"/>
                    <a:pt x="702" y="8874"/>
                    <a:pt x="752" y="8899"/>
                  </a:cubicBezTo>
                  <a:cubicBezTo>
                    <a:pt x="1667" y="9284"/>
                    <a:pt x="2535" y="9761"/>
                    <a:pt x="3334" y="10353"/>
                  </a:cubicBezTo>
                  <a:lnTo>
                    <a:pt x="3334" y="10353"/>
                  </a:lnTo>
                  <a:cubicBezTo>
                    <a:pt x="2390" y="10836"/>
                    <a:pt x="1447" y="11297"/>
                    <a:pt x="527" y="11781"/>
                  </a:cubicBezTo>
                  <a:cubicBezTo>
                    <a:pt x="351" y="11881"/>
                    <a:pt x="151" y="11957"/>
                    <a:pt x="75" y="12157"/>
                  </a:cubicBezTo>
                  <a:cubicBezTo>
                    <a:pt x="0" y="12332"/>
                    <a:pt x="75" y="12508"/>
                    <a:pt x="201" y="12633"/>
                  </a:cubicBezTo>
                  <a:cubicBezTo>
                    <a:pt x="351" y="12809"/>
                    <a:pt x="552" y="12934"/>
                    <a:pt x="727" y="13059"/>
                  </a:cubicBezTo>
                  <a:cubicBezTo>
                    <a:pt x="928" y="13210"/>
                    <a:pt x="1153" y="13360"/>
                    <a:pt x="1354" y="13510"/>
                  </a:cubicBezTo>
                  <a:cubicBezTo>
                    <a:pt x="1830" y="13811"/>
                    <a:pt x="2331" y="14112"/>
                    <a:pt x="2832" y="14388"/>
                  </a:cubicBezTo>
                  <a:cubicBezTo>
                    <a:pt x="2841" y="14390"/>
                    <a:pt x="2850" y="14391"/>
                    <a:pt x="2858" y="14391"/>
                  </a:cubicBezTo>
                  <a:cubicBezTo>
                    <a:pt x="2941" y="14391"/>
                    <a:pt x="2976" y="14285"/>
                    <a:pt x="2908" y="14262"/>
                  </a:cubicBezTo>
                  <a:cubicBezTo>
                    <a:pt x="2080" y="13811"/>
                    <a:pt x="1278" y="13285"/>
                    <a:pt x="502" y="12733"/>
                  </a:cubicBezTo>
                  <a:cubicBezTo>
                    <a:pt x="376" y="12633"/>
                    <a:pt x="151" y="12458"/>
                    <a:pt x="201" y="12257"/>
                  </a:cubicBezTo>
                  <a:cubicBezTo>
                    <a:pt x="226" y="12057"/>
                    <a:pt x="476" y="11982"/>
                    <a:pt x="627" y="11906"/>
                  </a:cubicBezTo>
                  <a:lnTo>
                    <a:pt x="1955" y="11205"/>
                  </a:lnTo>
                  <a:lnTo>
                    <a:pt x="3509" y="10428"/>
                  </a:lnTo>
                  <a:cubicBezTo>
                    <a:pt x="3559" y="10403"/>
                    <a:pt x="3534" y="10327"/>
                    <a:pt x="3509" y="10302"/>
                  </a:cubicBezTo>
                  <a:cubicBezTo>
                    <a:pt x="2694" y="9703"/>
                    <a:pt x="1834" y="9196"/>
                    <a:pt x="927" y="8824"/>
                  </a:cubicBezTo>
                  <a:lnTo>
                    <a:pt x="927" y="8824"/>
                  </a:lnTo>
                  <a:cubicBezTo>
                    <a:pt x="1888" y="8247"/>
                    <a:pt x="2849" y="7671"/>
                    <a:pt x="3810" y="7094"/>
                  </a:cubicBezTo>
                  <a:cubicBezTo>
                    <a:pt x="3835" y="7069"/>
                    <a:pt x="3860" y="6994"/>
                    <a:pt x="3810" y="6969"/>
                  </a:cubicBezTo>
                  <a:cubicBezTo>
                    <a:pt x="3258" y="6468"/>
                    <a:pt x="2682" y="5992"/>
                    <a:pt x="2131" y="5490"/>
                  </a:cubicBezTo>
                  <a:cubicBezTo>
                    <a:pt x="2030" y="5390"/>
                    <a:pt x="1905" y="5265"/>
                    <a:pt x="1980" y="5114"/>
                  </a:cubicBezTo>
                  <a:cubicBezTo>
                    <a:pt x="2080" y="4964"/>
                    <a:pt x="2231" y="4889"/>
                    <a:pt x="2356" y="4789"/>
                  </a:cubicBezTo>
                  <a:cubicBezTo>
                    <a:pt x="2657" y="4563"/>
                    <a:pt x="2958" y="4337"/>
                    <a:pt x="3258" y="4112"/>
                  </a:cubicBezTo>
                  <a:cubicBezTo>
                    <a:pt x="3609" y="3861"/>
                    <a:pt x="3935" y="3611"/>
                    <a:pt x="4286" y="3360"/>
                  </a:cubicBezTo>
                  <a:cubicBezTo>
                    <a:pt x="4336" y="3335"/>
                    <a:pt x="4336" y="3260"/>
                    <a:pt x="4286" y="3235"/>
                  </a:cubicBezTo>
                  <a:cubicBezTo>
                    <a:pt x="3684" y="2909"/>
                    <a:pt x="3108" y="2583"/>
                    <a:pt x="2507" y="2257"/>
                  </a:cubicBezTo>
                  <a:cubicBezTo>
                    <a:pt x="2406" y="2207"/>
                    <a:pt x="2231" y="2132"/>
                    <a:pt x="2206" y="2007"/>
                  </a:cubicBezTo>
                  <a:cubicBezTo>
                    <a:pt x="2156" y="1856"/>
                    <a:pt x="2356" y="1731"/>
                    <a:pt x="2456" y="1631"/>
                  </a:cubicBezTo>
                  <a:lnTo>
                    <a:pt x="3158" y="929"/>
                  </a:lnTo>
                  <a:cubicBezTo>
                    <a:pt x="3434" y="653"/>
                    <a:pt x="3710" y="403"/>
                    <a:pt x="3985" y="127"/>
                  </a:cubicBezTo>
                  <a:cubicBezTo>
                    <a:pt x="4042" y="71"/>
                    <a:pt x="3999" y="0"/>
                    <a:pt x="39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1" name="Google Shape;5351;p55"/>
            <p:cNvSpPr/>
            <p:nvPr/>
          </p:nvSpPr>
          <p:spPr>
            <a:xfrm>
              <a:off x="6584649" y="3627060"/>
              <a:ext cx="226012" cy="749951"/>
            </a:xfrm>
            <a:custGeom>
              <a:rect b="b" l="l" r="r" t="t"/>
              <a:pathLst>
                <a:path extrusionOk="0" h="14391" w="4337">
                  <a:moveTo>
                    <a:pt x="3943" y="0"/>
                  </a:moveTo>
                  <a:cubicBezTo>
                    <a:pt x="3924" y="0"/>
                    <a:pt x="3904" y="8"/>
                    <a:pt x="3885" y="27"/>
                  </a:cubicBezTo>
                  <a:cubicBezTo>
                    <a:pt x="3359" y="553"/>
                    <a:pt x="2808" y="1054"/>
                    <a:pt x="2281" y="1581"/>
                  </a:cubicBezTo>
                  <a:cubicBezTo>
                    <a:pt x="2181" y="1681"/>
                    <a:pt x="2056" y="1781"/>
                    <a:pt x="2031" y="1931"/>
                  </a:cubicBezTo>
                  <a:cubicBezTo>
                    <a:pt x="2031" y="2057"/>
                    <a:pt x="2081" y="2157"/>
                    <a:pt x="2181" y="2257"/>
                  </a:cubicBezTo>
                  <a:cubicBezTo>
                    <a:pt x="2306" y="2332"/>
                    <a:pt x="2457" y="2408"/>
                    <a:pt x="2607" y="2483"/>
                  </a:cubicBezTo>
                  <a:cubicBezTo>
                    <a:pt x="2757" y="2583"/>
                    <a:pt x="2933" y="2658"/>
                    <a:pt x="3083" y="2759"/>
                  </a:cubicBezTo>
                  <a:cubicBezTo>
                    <a:pt x="3426" y="2942"/>
                    <a:pt x="3770" y="3125"/>
                    <a:pt x="4113" y="3308"/>
                  </a:cubicBezTo>
                  <a:lnTo>
                    <a:pt x="4113" y="3308"/>
                  </a:lnTo>
                  <a:cubicBezTo>
                    <a:pt x="3471" y="3782"/>
                    <a:pt x="2851" y="4236"/>
                    <a:pt x="2231" y="4713"/>
                  </a:cubicBezTo>
                  <a:cubicBezTo>
                    <a:pt x="2031" y="4864"/>
                    <a:pt x="1680" y="5089"/>
                    <a:pt x="1830" y="5390"/>
                  </a:cubicBezTo>
                  <a:cubicBezTo>
                    <a:pt x="1930" y="5540"/>
                    <a:pt x="2081" y="5641"/>
                    <a:pt x="2206" y="5741"/>
                  </a:cubicBezTo>
                  <a:lnTo>
                    <a:pt x="2657" y="6167"/>
                  </a:lnTo>
                  <a:lnTo>
                    <a:pt x="3641" y="7011"/>
                  </a:lnTo>
                  <a:lnTo>
                    <a:pt x="3641" y="7011"/>
                  </a:lnTo>
                  <a:lnTo>
                    <a:pt x="727" y="8774"/>
                  </a:lnTo>
                  <a:cubicBezTo>
                    <a:pt x="677" y="8799"/>
                    <a:pt x="677" y="8874"/>
                    <a:pt x="752" y="8899"/>
                  </a:cubicBezTo>
                  <a:cubicBezTo>
                    <a:pt x="1667" y="9284"/>
                    <a:pt x="2535" y="9761"/>
                    <a:pt x="3312" y="10353"/>
                  </a:cubicBezTo>
                  <a:lnTo>
                    <a:pt x="3312" y="10353"/>
                  </a:lnTo>
                  <a:cubicBezTo>
                    <a:pt x="2391" y="10836"/>
                    <a:pt x="1446" y="11297"/>
                    <a:pt x="502" y="11781"/>
                  </a:cubicBezTo>
                  <a:cubicBezTo>
                    <a:pt x="351" y="11881"/>
                    <a:pt x="151" y="11957"/>
                    <a:pt x="51" y="12157"/>
                  </a:cubicBezTo>
                  <a:cubicBezTo>
                    <a:pt x="0" y="12332"/>
                    <a:pt x="76" y="12508"/>
                    <a:pt x="176" y="12633"/>
                  </a:cubicBezTo>
                  <a:cubicBezTo>
                    <a:pt x="326" y="12809"/>
                    <a:pt x="527" y="12934"/>
                    <a:pt x="702" y="13059"/>
                  </a:cubicBezTo>
                  <a:cubicBezTo>
                    <a:pt x="928" y="13210"/>
                    <a:pt x="1128" y="13360"/>
                    <a:pt x="1354" y="13510"/>
                  </a:cubicBezTo>
                  <a:cubicBezTo>
                    <a:pt x="1830" y="13811"/>
                    <a:pt x="2331" y="14112"/>
                    <a:pt x="2833" y="14388"/>
                  </a:cubicBezTo>
                  <a:cubicBezTo>
                    <a:pt x="2839" y="14390"/>
                    <a:pt x="2846" y="14391"/>
                    <a:pt x="2853" y="14391"/>
                  </a:cubicBezTo>
                  <a:cubicBezTo>
                    <a:pt x="2920" y="14391"/>
                    <a:pt x="2976" y="14285"/>
                    <a:pt x="2908" y="14262"/>
                  </a:cubicBezTo>
                  <a:cubicBezTo>
                    <a:pt x="2056" y="13811"/>
                    <a:pt x="1254" y="13285"/>
                    <a:pt x="502" y="12733"/>
                  </a:cubicBezTo>
                  <a:cubicBezTo>
                    <a:pt x="351" y="12633"/>
                    <a:pt x="151" y="12458"/>
                    <a:pt x="176" y="12257"/>
                  </a:cubicBezTo>
                  <a:cubicBezTo>
                    <a:pt x="201" y="12057"/>
                    <a:pt x="452" y="11982"/>
                    <a:pt x="627" y="11906"/>
                  </a:cubicBezTo>
                  <a:lnTo>
                    <a:pt x="1955" y="11205"/>
                  </a:lnTo>
                  <a:lnTo>
                    <a:pt x="3484" y="10428"/>
                  </a:lnTo>
                  <a:cubicBezTo>
                    <a:pt x="3534" y="10403"/>
                    <a:pt x="3534" y="10327"/>
                    <a:pt x="3484" y="10302"/>
                  </a:cubicBezTo>
                  <a:cubicBezTo>
                    <a:pt x="2697" y="9706"/>
                    <a:pt x="1842" y="9201"/>
                    <a:pt x="919" y="8829"/>
                  </a:cubicBezTo>
                  <a:lnTo>
                    <a:pt x="919" y="8829"/>
                  </a:lnTo>
                  <a:cubicBezTo>
                    <a:pt x="1881" y="8251"/>
                    <a:pt x="2821" y="7673"/>
                    <a:pt x="3785" y="7094"/>
                  </a:cubicBezTo>
                  <a:cubicBezTo>
                    <a:pt x="3835" y="7069"/>
                    <a:pt x="3835" y="6994"/>
                    <a:pt x="3810" y="6969"/>
                  </a:cubicBezTo>
                  <a:cubicBezTo>
                    <a:pt x="3234" y="6468"/>
                    <a:pt x="2682" y="5992"/>
                    <a:pt x="2106" y="5490"/>
                  </a:cubicBezTo>
                  <a:cubicBezTo>
                    <a:pt x="2006" y="5390"/>
                    <a:pt x="1880" y="5265"/>
                    <a:pt x="1980" y="5114"/>
                  </a:cubicBezTo>
                  <a:cubicBezTo>
                    <a:pt x="2056" y="4964"/>
                    <a:pt x="2231" y="4889"/>
                    <a:pt x="2356" y="4789"/>
                  </a:cubicBezTo>
                  <a:cubicBezTo>
                    <a:pt x="2657" y="4563"/>
                    <a:pt x="2958" y="4337"/>
                    <a:pt x="3259" y="4112"/>
                  </a:cubicBezTo>
                  <a:cubicBezTo>
                    <a:pt x="3584" y="3861"/>
                    <a:pt x="3935" y="3611"/>
                    <a:pt x="4286" y="3360"/>
                  </a:cubicBezTo>
                  <a:cubicBezTo>
                    <a:pt x="4311" y="3335"/>
                    <a:pt x="4336" y="3260"/>
                    <a:pt x="4286" y="3235"/>
                  </a:cubicBezTo>
                  <a:cubicBezTo>
                    <a:pt x="3685" y="2909"/>
                    <a:pt x="3083" y="2583"/>
                    <a:pt x="2482" y="2257"/>
                  </a:cubicBezTo>
                  <a:cubicBezTo>
                    <a:pt x="2381" y="2207"/>
                    <a:pt x="2231" y="2132"/>
                    <a:pt x="2181" y="2007"/>
                  </a:cubicBezTo>
                  <a:cubicBezTo>
                    <a:pt x="2131" y="1856"/>
                    <a:pt x="2331" y="1731"/>
                    <a:pt x="2432" y="1631"/>
                  </a:cubicBezTo>
                  <a:lnTo>
                    <a:pt x="3158" y="929"/>
                  </a:lnTo>
                  <a:cubicBezTo>
                    <a:pt x="3434" y="653"/>
                    <a:pt x="3710" y="403"/>
                    <a:pt x="3985" y="127"/>
                  </a:cubicBezTo>
                  <a:cubicBezTo>
                    <a:pt x="4042" y="71"/>
                    <a:pt x="4000" y="0"/>
                    <a:pt x="39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2" name="Google Shape;5352;p55"/>
            <p:cNvSpPr/>
            <p:nvPr/>
          </p:nvSpPr>
          <p:spPr>
            <a:xfrm>
              <a:off x="6160931" y="3789647"/>
              <a:ext cx="57324" cy="45911"/>
            </a:xfrm>
            <a:custGeom>
              <a:rect b="b" l="l" r="r" t="t"/>
              <a:pathLst>
                <a:path extrusionOk="0" h="881" w="1100">
                  <a:moveTo>
                    <a:pt x="983" y="1"/>
                  </a:moveTo>
                  <a:cubicBezTo>
                    <a:pt x="968" y="1"/>
                    <a:pt x="953" y="5"/>
                    <a:pt x="938" y="14"/>
                  </a:cubicBezTo>
                  <a:lnTo>
                    <a:pt x="61" y="741"/>
                  </a:lnTo>
                  <a:cubicBezTo>
                    <a:pt x="0" y="802"/>
                    <a:pt x="55" y="880"/>
                    <a:pt x="118" y="880"/>
                  </a:cubicBezTo>
                  <a:cubicBezTo>
                    <a:pt x="133" y="880"/>
                    <a:pt x="147" y="876"/>
                    <a:pt x="162" y="867"/>
                  </a:cubicBezTo>
                  <a:cubicBezTo>
                    <a:pt x="462" y="616"/>
                    <a:pt x="738" y="365"/>
                    <a:pt x="1039" y="115"/>
                  </a:cubicBezTo>
                  <a:cubicBezTo>
                    <a:pt x="1100" y="74"/>
                    <a:pt x="1046" y="1"/>
                    <a:pt x="98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3" name="Google Shape;5353;p55"/>
            <p:cNvSpPr/>
            <p:nvPr/>
          </p:nvSpPr>
          <p:spPr>
            <a:xfrm>
              <a:off x="6232011" y="3894860"/>
              <a:ext cx="13132" cy="19646"/>
            </a:xfrm>
            <a:custGeom>
              <a:rect b="b" l="l" r="r" t="t"/>
              <a:pathLst>
                <a:path extrusionOk="0" h="377" w="252">
                  <a:moveTo>
                    <a:pt x="201" y="0"/>
                  </a:moveTo>
                  <a:cubicBezTo>
                    <a:pt x="176" y="0"/>
                    <a:pt x="151" y="0"/>
                    <a:pt x="151" y="26"/>
                  </a:cubicBezTo>
                  <a:cubicBezTo>
                    <a:pt x="126" y="26"/>
                    <a:pt x="126" y="51"/>
                    <a:pt x="101" y="51"/>
                  </a:cubicBezTo>
                  <a:cubicBezTo>
                    <a:pt x="76" y="126"/>
                    <a:pt x="51" y="201"/>
                    <a:pt x="26" y="276"/>
                  </a:cubicBezTo>
                  <a:cubicBezTo>
                    <a:pt x="1" y="301"/>
                    <a:pt x="26" y="326"/>
                    <a:pt x="26" y="351"/>
                  </a:cubicBezTo>
                  <a:cubicBezTo>
                    <a:pt x="26" y="351"/>
                    <a:pt x="51" y="376"/>
                    <a:pt x="76" y="376"/>
                  </a:cubicBezTo>
                  <a:lnTo>
                    <a:pt x="126" y="376"/>
                  </a:lnTo>
                  <a:cubicBezTo>
                    <a:pt x="126" y="351"/>
                    <a:pt x="151" y="351"/>
                    <a:pt x="151" y="326"/>
                  </a:cubicBezTo>
                  <a:cubicBezTo>
                    <a:pt x="176" y="251"/>
                    <a:pt x="226" y="176"/>
                    <a:pt x="251" y="101"/>
                  </a:cubicBezTo>
                  <a:cubicBezTo>
                    <a:pt x="251" y="76"/>
                    <a:pt x="251" y="51"/>
                    <a:pt x="251" y="51"/>
                  </a:cubicBezTo>
                  <a:cubicBezTo>
                    <a:pt x="226" y="26"/>
                    <a:pt x="226" y="0"/>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4" name="Google Shape;5354;p55"/>
            <p:cNvSpPr/>
            <p:nvPr/>
          </p:nvSpPr>
          <p:spPr>
            <a:xfrm>
              <a:off x="6256816" y="3902155"/>
              <a:ext cx="14435" cy="24649"/>
            </a:xfrm>
            <a:custGeom>
              <a:rect b="b" l="l" r="r" t="t"/>
              <a:pathLst>
                <a:path extrusionOk="0" h="473" w="277">
                  <a:moveTo>
                    <a:pt x="209" y="0"/>
                  </a:moveTo>
                  <a:cubicBezTo>
                    <a:pt x="176" y="0"/>
                    <a:pt x="151" y="18"/>
                    <a:pt x="151" y="36"/>
                  </a:cubicBezTo>
                  <a:lnTo>
                    <a:pt x="1" y="362"/>
                  </a:lnTo>
                  <a:cubicBezTo>
                    <a:pt x="1" y="387"/>
                    <a:pt x="1" y="387"/>
                    <a:pt x="1" y="412"/>
                  </a:cubicBezTo>
                  <a:cubicBezTo>
                    <a:pt x="1" y="437"/>
                    <a:pt x="26" y="462"/>
                    <a:pt x="26" y="462"/>
                  </a:cubicBezTo>
                  <a:cubicBezTo>
                    <a:pt x="40" y="469"/>
                    <a:pt x="55" y="472"/>
                    <a:pt x="69" y="472"/>
                  </a:cubicBezTo>
                  <a:cubicBezTo>
                    <a:pt x="101" y="472"/>
                    <a:pt x="126" y="455"/>
                    <a:pt x="126" y="437"/>
                  </a:cubicBezTo>
                  <a:cubicBezTo>
                    <a:pt x="176" y="337"/>
                    <a:pt x="226" y="211"/>
                    <a:pt x="276" y="111"/>
                  </a:cubicBezTo>
                  <a:cubicBezTo>
                    <a:pt x="276" y="86"/>
                    <a:pt x="276" y="86"/>
                    <a:pt x="276" y="61"/>
                  </a:cubicBezTo>
                  <a:cubicBezTo>
                    <a:pt x="276" y="36"/>
                    <a:pt x="251" y="11"/>
                    <a:pt x="251" y="11"/>
                  </a:cubicBezTo>
                  <a:cubicBezTo>
                    <a:pt x="237" y="4"/>
                    <a:pt x="222" y="0"/>
                    <a:pt x="20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5" name="Google Shape;5355;p55"/>
            <p:cNvSpPr/>
            <p:nvPr/>
          </p:nvSpPr>
          <p:spPr>
            <a:xfrm>
              <a:off x="6456663" y="3722476"/>
              <a:ext cx="14435" cy="31372"/>
            </a:xfrm>
            <a:custGeom>
              <a:rect b="b" l="l" r="r" t="t"/>
              <a:pathLst>
                <a:path extrusionOk="0" h="602" w="277">
                  <a:moveTo>
                    <a:pt x="226" y="0"/>
                  </a:moveTo>
                  <a:cubicBezTo>
                    <a:pt x="176" y="0"/>
                    <a:pt x="151" y="0"/>
                    <a:pt x="126" y="50"/>
                  </a:cubicBezTo>
                  <a:lnTo>
                    <a:pt x="0" y="501"/>
                  </a:lnTo>
                  <a:cubicBezTo>
                    <a:pt x="0" y="552"/>
                    <a:pt x="0" y="602"/>
                    <a:pt x="50" y="602"/>
                  </a:cubicBezTo>
                  <a:cubicBezTo>
                    <a:pt x="101" y="602"/>
                    <a:pt x="126" y="577"/>
                    <a:pt x="151" y="552"/>
                  </a:cubicBezTo>
                  <a:cubicBezTo>
                    <a:pt x="176" y="401"/>
                    <a:pt x="226" y="251"/>
                    <a:pt x="276" y="100"/>
                  </a:cubicBezTo>
                  <a:cubicBezTo>
                    <a:pt x="276" y="50"/>
                    <a:pt x="251" y="0"/>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6" name="Google Shape;5356;p55"/>
            <p:cNvSpPr/>
            <p:nvPr/>
          </p:nvSpPr>
          <p:spPr>
            <a:xfrm>
              <a:off x="6474954" y="3734201"/>
              <a:ext cx="13080" cy="24076"/>
            </a:xfrm>
            <a:custGeom>
              <a:rect b="b" l="l" r="r" t="t"/>
              <a:pathLst>
                <a:path extrusionOk="0" h="462" w="251">
                  <a:moveTo>
                    <a:pt x="176" y="1"/>
                  </a:moveTo>
                  <a:cubicBezTo>
                    <a:pt x="151" y="1"/>
                    <a:pt x="100" y="1"/>
                    <a:pt x="100" y="51"/>
                  </a:cubicBezTo>
                  <a:cubicBezTo>
                    <a:pt x="50" y="151"/>
                    <a:pt x="25" y="276"/>
                    <a:pt x="0" y="377"/>
                  </a:cubicBezTo>
                  <a:cubicBezTo>
                    <a:pt x="0" y="402"/>
                    <a:pt x="25" y="452"/>
                    <a:pt x="50" y="452"/>
                  </a:cubicBezTo>
                  <a:cubicBezTo>
                    <a:pt x="64" y="459"/>
                    <a:pt x="75" y="462"/>
                    <a:pt x="86" y="462"/>
                  </a:cubicBezTo>
                  <a:cubicBezTo>
                    <a:pt x="114" y="462"/>
                    <a:pt x="132" y="438"/>
                    <a:pt x="151" y="402"/>
                  </a:cubicBezTo>
                  <a:lnTo>
                    <a:pt x="226" y="101"/>
                  </a:lnTo>
                  <a:cubicBezTo>
                    <a:pt x="251" y="51"/>
                    <a:pt x="226"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7" name="Google Shape;5357;p55"/>
            <p:cNvSpPr/>
            <p:nvPr/>
          </p:nvSpPr>
          <p:spPr>
            <a:xfrm>
              <a:off x="6551975" y="4058541"/>
              <a:ext cx="22252" cy="28922"/>
            </a:xfrm>
            <a:custGeom>
              <a:rect b="b" l="l" r="r" t="t"/>
              <a:pathLst>
                <a:path extrusionOk="0" h="555" w="427">
                  <a:moveTo>
                    <a:pt x="336" y="1"/>
                  </a:moveTo>
                  <a:cubicBezTo>
                    <a:pt x="315" y="1"/>
                    <a:pt x="291" y="13"/>
                    <a:pt x="277" y="42"/>
                  </a:cubicBezTo>
                  <a:cubicBezTo>
                    <a:pt x="201" y="168"/>
                    <a:pt x="101" y="318"/>
                    <a:pt x="1" y="443"/>
                  </a:cubicBezTo>
                  <a:cubicBezTo>
                    <a:pt x="1" y="469"/>
                    <a:pt x="1" y="519"/>
                    <a:pt x="26" y="544"/>
                  </a:cubicBezTo>
                  <a:cubicBezTo>
                    <a:pt x="41" y="551"/>
                    <a:pt x="55" y="554"/>
                    <a:pt x="69" y="554"/>
                  </a:cubicBezTo>
                  <a:cubicBezTo>
                    <a:pt x="101" y="554"/>
                    <a:pt x="126" y="536"/>
                    <a:pt x="126" y="519"/>
                  </a:cubicBezTo>
                  <a:cubicBezTo>
                    <a:pt x="226" y="393"/>
                    <a:pt x="327" y="243"/>
                    <a:pt x="402" y="118"/>
                  </a:cubicBezTo>
                  <a:cubicBezTo>
                    <a:pt x="427" y="68"/>
                    <a:pt x="427" y="17"/>
                    <a:pt x="377" y="17"/>
                  </a:cubicBezTo>
                  <a:cubicBezTo>
                    <a:pt x="366" y="7"/>
                    <a:pt x="352" y="1"/>
                    <a:pt x="33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8" name="Google Shape;5358;p55"/>
            <p:cNvSpPr/>
            <p:nvPr/>
          </p:nvSpPr>
          <p:spPr>
            <a:xfrm>
              <a:off x="6567660" y="4072924"/>
              <a:ext cx="18344" cy="21835"/>
            </a:xfrm>
            <a:custGeom>
              <a:rect b="b" l="l" r="r" t="t"/>
              <a:pathLst>
                <a:path extrusionOk="0" h="419" w="352">
                  <a:moveTo>
                    <a:pt x="275" y="1"/>
                  </a:moveTo>
                  <a:cubicBezTo>
                    <a:pt x="256" y="1"/>
                    <a:pt x="241" y="13"/>
                    <a:pt x="226" y="42"/>
                  </a:cubicBezTo>
                  <a:cubicBezTo>
                    <a:pt x="151" y="117"/>
                    <a:pt x="101" y="218"/>
                    <a:pt x="26" y="318"/>
                  </a:cubicBezTo>
                  <a:cubicBezTo>
                    <a:pt x="1" y="343"/>
                    <a:pt x="26" y="393"/>
                    <a:pt x="51" y="418"/>
                  </a:cubicBezTo>
                  <a:cubicBezTo>
                    <a:pt x="101" y="418"/>
                    <a:pt x="126" y="418"/>
                    <a:pt x="151" y="393"/>
                  </a:cubicBezTo>
                  <a:cubicBezTo>
                    <a:pt x="226" y="293"/>
                    <a:pt x="276" y="193"/>
                    <a:pt x="352" y="117"/>
                  </a:cubicBezTo>
                  <a:cubicBezTo>
                    <a:pt x="352" y="67"/>
                    <a:pt x="352" y="17"/>
                    <a:pt x="326" y="17"/>
                  </a:cubicBezTo>
                  <a:cubicBezTo>
                    <a:pt x="306" y="7"/>
                    <a:pt x="289" y="1"/>
                    <a:pt x="2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9" name="Google Shape;5359;p55"/>
            <p:cNvSpPr/>
            <p:nvPr/>
          </p:nvSpPr>
          <p:spPr>
            <a:xfrm>
              <a:off x="6609454" y="3802727"/>
              <a:ext cx="104069" cy="162799"/>
            </a:xfrm>
            <a:custGeom>
              <a:rect b="b" l="l" r="r" t="t"/>
              <a:pathLst>
                <a:path extrusionOk="0" h="3124" w="1997">
                  <a:moveTo>
                    <a:pt x="1888" y="0"/>
                  </a:moveTo>
                  <a:cubicBezTo>
                    <a:pt x="1876" y="0"/>
                    <a:pt x="1865" y="4"/>
                    <a:pt x="1855" y="14"/>
                  </a:cubicBezTo>
                  <a:cubicBezTo>
                    <a:pt x="1555" y="290"/>
                    <a:pt x="1254" y="565"/>
                    <a:pt x="978" y="841"/>
                  </a:cubicBezTo>
                  <a:cubicBezTo>
                    <a:pt x="828" y="992"/>
                    <a:pt x="677" y="1117"/>
                    <a:pt x="527" y="1267"/>
                  </a:cubicBezTo>
                  <a:cubicBezTo>
                    <a:pt x="402" y="1393"/>
                    <a:pt x="251" y="1518"/>
                    <a:pt x="126" y="1643"/>
                  </a:cubicBezTo>
                  <a:cubicBezTo>
                    <a:pt x="51" y="1743"/>
                    <a:pt x="1" y="1869"/>
                    <a:pt x="51" y="1994"/>
                  </a:cubicBezTo>
                  <a:cubicBezTo>
                    <a:pt x="126" y="2144"/>
                    <a:pt x="276" y="2245"/>
                    <a:pt x="377" y="2345"/>
                  </a:cubicBezTo>
                  <a:cubicBezTo>
                    <a:pt x="702" y="2596"/>
                    <a:pt x="1003" y="2846"/>
                    <a:pt x="1304" y="3097"/>
                  </a:cubicBezTo>
                  <a:cubicBezTo>
                    <a:pt x="1323" y="3116"/>
                    <a:pt x="1343" y="3123"/>
                    <a:pt x="1362" y="3123"/>
                  </a:cubicBezTo>
                  <a:cubicBezTo>
                    <a:pt x="1418" y="3123"/>
                    <a:pt x="1461" y="3053"/>
                    <a:pt x="1404" y="2997"/>
                  </a:cubicBezTo>
                  <a:cubicBezTo>
                    <a:pt x="1129" y="2771"/>
                    <a:pt x="853" y="2545"/>
                    <a:pt x="577" y="2320"/>
                  </a:cubicBezTo>
                  <a:cubicBezTo>
                    <a:pt x="452" y="2220"/>
                    <a:pt x="326" y="2119"/>
                    <a:pt x="226" y="1994"/>
                  </a:cubicBezTo>
                  <a:cubicBezTo>
                    <a:pt x="101" y="1844"/>
                    <a:pt x="251" y="1718"/>
                    <a:pt x="377" y="1618"/>
                  </a:cubicBezTo>
                  <a:lnTo>
                    <a:pt x="1956" y="114"/>
                  </a:lnTo>
                  <a:cubicBezTo>
                    <a:pt x="1996" y="74"/>
                    <a:pt x="1938" y="0"/>
                    <a:pt x="188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0" name="Google Shape;5360;p55"/>
            <p:cNvSpPr/>
            <p:nvPr/>
          </p:nvSpPr>
          <p:spPr>
            <a:xfrm>
              <a:off x="6696949" y="3981052"/>
              <a:ext cx="10527" cy="7869"/>
            </a:xfrm>
            <a:custGeom>
              <a:rect b="b" l="l" r="r" t="t"/>
              <a:pathLst>
                <a:path extrusionOk="0" h="151"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1" name="Google Shape;5361;p55"/>
            <p:cNvSpPr/>
            <p:nvPr/>
          </p:nvSpPr>
          <p:spPr>
            <a:xfrm>
              <a:off x="6696949" y="4202473"/>
              <a:ext cx="85412" cy="103235"/>
            </a:xfrm>
            <a:custGeom>
              <a:rect b="b" l="l" r="r" t="t"/>
              <a:pathLst>
                <a:path extrusionOk="0" h="1981" w="1639">
                  <a:moveTo>
                    <a:pt x="1526" y="1"/>
                  </a:moveTo>
                  <a:cubicBezTo>
                    <a:pt x="1511" y="1"/>
                    <a:pt x="1496" y="4"/>
                    <a:pt x="1480" y="12"/>
                  </a:cubicBezTo>
                  <a:cubicBezTo>
                    <a:pt x="1254" y="138"/>
                    <a:pt x="1003" y="288"/>
                    <a:pt x="778" y="438"/>
                  </a:cubicBezTo>
                  <a:cubicBezTo>
                    <a:pt x="653" y="514"/>
                    <a:pt x="527" y="589"/>
                    <a:pt x="402" y="639"/>
                  </a:cubicBezTo>
                  <a:cubicBezTo>
                    <a:pt x="302" y="714"/>
                    <a:pt x="201" y="764"/>
                    <a:pt x="101" y="839"/>
                  </a:cubicBezTo>
                  <a:cubicBezTo>
                    <a:pt x="26" y="915"/>
                    <a:pt x="1" y="990"/>
                    <a:pt x="26" y="1090"/>
                  </a:cubicBezTo>
                  <a:cubicBezTo>
                    <a:pt x="26" y="1190"/>
                    <a:pt x="126" y="1265"/>
                    <a:pt x="201" y="1341"/>
                  </a:cubicBezTo>
                  <a:cubicBezTo>
                    <a:pt x="402" y="1541"/>
                    <a:pt x="602" y="1742"/>
                    <a:pt x="803" y="1967"/>
                  </a:cubicBezTo>
                  <a:cubicBezTo>
                    <a:pt x="812" y="1977"/>
                    <a:pt x="824" y="1981"/>
                    <a:pt x="836" y="1981"/>
                  </a:cubicBezTo>
                  <a:cubicBezTo>
                    <a:pt x="886" y="1981"/>
                    <a:pt x="944" y="1907"/>
                    <a:pt x="903" y="1867"/>
                  </a:cubicBezTo>
                  <a:cubicBezTo>
                    <a:pt x="728" y="1691"/>
                    <a:pt x="577" y="1516"/>
                    <a:pt x="402" y="1341"/>
                  </a:cubicBezTo>
                  <a:cubicBezTo>
                    <a:pt x="327" y="1265"/>
                    <a:pt x="226" y="1190"/>
                    <a:pt x="176" y="1090"/>
                  </a:cubicBezTo>
                  <a:cubicBezTo>
                    <a:pt x="126" y="990"/>
                    <a:pt x="252" y="915"/>
                    <a:pt x="327" y="864"/>
                  </a:cubicBezTo>
                  <a:cubicBezTo>
                    <a:pt x="753" y="614"/>
                    <a:pt x="1154" y="363"/>
                    <a:pt x="1555" y="138"/>
                  </a:cubicBezTo>
                  <a:cubicBezTo>
                    <a:pt x="1639" y="96"/>
                    <a:pt x="1600" y="1"/>
                    <a:pt x="15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2" name="Google Shape;5362;p55"/>
            <p:cNvSpPr/>
            <p:nvPr/>
          </p:nvSpPr>
          <p:spPr>
            <a:xfrm>
              <a:off x="6800129" y="4169121"/>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3" name="Google Shape;5363;p55"/>
            <p:cNvSpPr/>
            <p:nvPr/>
          </p:nvSpPr>
          <p:spPr>
            <a:xfrm>
              <a:off x="6885019" y="4240983"/>
              <a:ext cx="15738" cy="31372"/>
            </a:xfrm>
            <a:custGeom>
              <a:rect b="b" l="l" r="r" t="t"/>
              <a:pathLst>
                <a:path extrusionOk="0" h="602" w="302">
                  <a:moveTo>
                    <a:pt x="252" y="0"/>
                  </a:moveTo>
                  <a:cubicBezTo>
                    <a:pt x="201" y="0"/>
                    <a:pt x="176" y="0"/>
                    <a:pt x="151" y="50"/>
                  </a:cubicBezTo>
                  <a:cubicBezTo>
                    <a:pt x="101" y="201"/>
                    <a:pt x="76" y="351"/>
                    <a:pt x="26" y="501"/>
                  </a:cubicBezTo>
                  <a:cubicBezTo>
                    <a:pt x="1" y="551"/>
                    <a:pt x="26" y="602"/>
                    <a:pt x="76" y="602"/>
                  </a:cubicBezTo>
                  <a:cubicBezTo>
                    <a:pt x="101" y="602"/>
                    <a:pt x="151" y="577"/>
                    <a:pt x="151" y="551"/>
                  </a:cubicBezTo>
                  <a:cubicBezTo>
                    <a:pt x="201" y="401"/>
                    <a:pt x="252" y="251"/>
                    <a:pt x="302" y="100"/>
                  </a:cubicBezTo>
                  <a:cubicBezTo>
                    <a:pt x="302" y="50"/>
                    <a:pt x="277" y="0"/>
                    <a:pt x="25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4" name="Google Shape;5364;p55"/>
            <p:cNvSpPr/>
            <p:nvPr/>
          </p:nvSpPr>
          <p:spPr>
            <a:xfrm>
              <a:off x="6907218" y="4243067"/>
              <a:ext cx="20949" cy="36322"/>
            </a:xfrm>
            <a:custGeom>
              <a:rect b="b" l="l" r="r" t="t"/>
              <a:pathLst>
                <a:path extrusionOk="0" h="697" w="402">
                  <a:moveTo>
                    <a:pt x="291" y="0"/>
                  </a:moveTo>
                  <a:cubicBezTo>
                    <a:pt x="263" y="0"/>
                    <a:pt x="245" y="24"/>
                    <a:pt x="227" y="60"/>
                  </a:cubicBezTo>
                  <a:cubicBezTo>
                    <a:pt x="151" y="236"/>
                    <a:pt x="76" y="436"/>
                    <a:pt x="1" y="612"/>
                  </a:cubicBezTo>
                  <a:cubicBezTo>
                    <a:pt x="1" y="637"/>
                    <a:pt x="26" y="687"/>
                    <a:pt x="51" y="687"/>
                  </a:cubicBezTo>
                  <a:cubicBezTo>
                    <a:pt x="65" y="694"/>
                    <a:pt x="76" y="697"/>
                    <a:pt x="86" y="697"/>
                  </a:cubicBezTo>
                  <a:cubicBezTo>
                    <a:pt x="115" y="697"/>
                    <a:pt x="133" y="673"/>
                    <a:pt x="151" y="637"/>
                  </a:cubicBezTo>
                  <a:cubicBezTo>
                    <a:pt x="227" y="461"/>
                    <a:pt x="302" y="286"/>
                    <a:pt x="377" y="85"/>
                  </a:cubicBezTo>
                  <a:cubicBezTo>
                    <a:pt x="402" y="60"/>
                    <a:pt x="352" y="10"/>
                    <a:pt x="327" y="10"/>
                  </a:cubicBezTo>
                  <a:cubicBezTo>
                    <a:pt x="313" y="4"/>
                    <a:pt x="302" y="0"/>
                    <a:pt x="29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5" name="Google Shape;5365;p55"/>
            <p:cNvSpPr/>
            <p:nvPr/>
          </p:nvSpPr>
          <p:spPr>
            <a:xfrm>
              <a:off x="6097980" y="4117583"/>
              <a:ext cx="88383" cy="92239"/>
            </a:xfrm>
            <a:custGeom>
              <a:rect b="b" l="l" r="r" t="t"/>
              <a:pathLst>
                <a:path extrusionOk="0" h="1770" w="1696">
                  <a:moveTo>
                    <a:pt x="356" y="1"/>
                  </a:moveTo>
                  <a:cubicBezTo>
                    <a:pt x="297" y="1"/>
                    <a:pt x="254" y="95"/>
                    <a:pt x="317" y="138"/>
                  </a:cubicBezTo>
                  <a:cubicBezTo>
                    <a:pt x="708" y="391"/>
                    <a:pt x="1078" y="644"/>
                    <a:pt x="1465" y="897"/>
                  </a:cubicBezTo>
                  <a:lnTo>
                    <a:pt x="1465" y="897"/>
                  </a:lnTo>
                  <a:cubicBezTo>
                    <a:pt x="999" y="1150"/>
                    <a:pt x="534" y="1385"/>
                    <a:pt x="91" y="1641"/>
                  </a:cubicBezTo>
                  <a:cubicBezTo>
                    <a:pt x="0" y="1664"/>
                    <a:pt x="54" y="1770"/>
                    <a:pt x="140" y="1770"/>
                  </a:cubicBezTo>
                  <a:cubicBezTo>
                    <a:pt x="149" y="1770"/>
                    <a:pt x="157" y="1769"/>
                    <a:pt x="167" y="1767"/>
                  </a:cubicBezTo>
                  <a:cubicBezTo>
                    <a:pt x="643" y="1491"/>
                    <a:pt x="1144" y="1240"/>
                    <a:pt x="1645" y="965"/>
                  </a:cubicBezTo>
                  <a:cubicBezTo>
                    <a:pt x="1695" y="940"/>
                    <a:pt x="1670" y="864"/>
                    <a:pt x="1645" y="839"/>
                  </a:cubicBezTo>
                  <a:cubicBezTo>
                    <a:pt x="1219" y="564"/>
                    <a:pt x="818" y="288"/>
                    <a:pt x="392" y="12"/>
                  </a:cubicBezTo>
                  <a:cubicBezTo>
                    <a:pt x="380" y="4"/>
                    <a:pt x="368" y="1"/>
                    <a:pt x="35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6" name="Google Shape;5366;p55"/>
            <p:cNvSpPr/>
            <p:nvPr/>
          </p:nvSpPr>
          <p:spPr>
            <a:xfrm>
              <a:off x="6340402" y="4220816"/>
              <a:ext cx="27515" cy="37156"/>
            </a:xfrm>
            <a:custGeom>
              <a:rect b="b" l="l" r="r" t="t"/>
              <a:pathLst>
                <a:path extrusionOk="0" h="713" w="528">
                  <a:moveTo>
                    <a:pt x="429" y="1"/>
                  </a:moveTo>
                  <a:cubicBezTo>
                    <a:pt x="419" y="1"/>
                    <a:pt x="409" y="4"/>
                    <a:pt x="402" y="11"/>
                  </a:cubicBezTo>
                  <a:cubicBezTo>
                    <a:pt x="201" y="162"/>
                    <a:pt x="76" y="387"/>
                    <a:pt x="1" y="613"/>
                  </a:cubicBezTo>
                  <a:cubicBezTo>
                    <a:pt x="1" y="663"/>
                    <a:pt x="26" y="713"/>
                    <a:pt x="51" y="713"/>
                  </a:cubicBezTo>
                  <a:cubicBezTo>
                    <a:pt x="101" y="713"/>
                    <a:pt x="151" y="688"/>
                    <a:pt x="151" y="663"/>
                  </a:cubicBezTo>
                  <a:cubicBezTo>
                    <a:pt x="201" y="462"/>
                    <a:pt x="301" y="262"/>
                    <a:pt x="477" y="136"/>
                  </a:cubicBezTo>
                  <a:cubicBezTo>
                    <a:pt x="502" y="111"/>
                    <a:pt x="527" y="86"/>
                    <a:pt x="502" y="36"/>
                  </a:cubicBezTo>
                  <a:cubicBezTo>
                    <a:pt x="484" y="19"/>
                    <a:pt x="454" y="1"/>
                    <a:pt x="42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7" name="Google Shape;5367;p55"/>
            <p:cNvSpPr/>
            <p:nvPr/>
          </p:nvSpPr>
          <p:spPr>
            <a:xfrm>
              <a:off x="6363905" y="4228684"/>
              <a:ext cx="20949" cy="24649"/>
            </a:xfrm>
            <a:custGeom>
              <a:rect b="b" l="l" r="r" t="t"/>
              <a:pathLst>
                <a:path extrusionOk="0" h="473" w="402">
                  <a:moveTo>
                    <a:pt x="314" y="0"/>
                  </a:moveTo>
                  <a:cubicBezTo>
                    <a:pt x="287" y="0"/>
                    <a:pt x="269" y="18"/>
                    <a:pt x="252" y="36"/>
                  </a:cubicBezTo>
                  <a:cubicBezTo>
                    <a:pt x="176" y="136"/>
                    <a:pt x="101" y="261"/>
                    <a:pt x="26" y="361"/>
                  </a:cubicBezTo>
                  <a:cubicBezTo>
                    <a:pt x="1" y="386"/>
                    <a:pt x="26" y="437"/>
                    <a:pt x="51" y="462"/>
                  </a:cubicBezTo>
                  <a:cubicBezTo>
                    <a:pt x="58" y="469"/>
                    <a:pt x="68" y="472"/>
                    <a:pt x="78" y="472"/>
                  </a:cubicBezTo>
                  <a:cubicBezTo>
                    <a:pt x="103" y="472"/>
                    <a:pt x="134" y="454"/>
                    <a:pt x="151" y="437"/>
                  </a:cubicBezTo>
                  <a:cubicBezTo>
                    <a:pt x="226" y="311"/>
                    <a:pt x="302" y="211"/>
                    <a:pt x="377" y="111"/>
                  </a:cubicBezTo>
                  <a:cubicBezTo>
                    <a:pt x="402" y="86"/>
                    <a:pt x="377" y="36"/>
                    <a:pt x="352" y="11"/>
                  </a:cubicBezTo>
                  <a:cubicBezTo>
                    <a:pt x="337" y="3"/>
                    <a:pt x="325" y="0"/>
                    <a:pt x="3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8" name="Google Shape;5368;p55"/>
            <p:cNvSpPr/>
            <p:nvPr/>
          </p:nvSpPr>
          <p:spPr>
            <a:xfrm>
              <a:off x="6283601" y="4114978"/>
              <a:ext cx="61441" cy="40439"/>
            </a:xfrm>
            <a:custGeom>
              <a:rect b="b" l="l" r="r" t="t"/>
              <a:pathLst>
                <a:path extrusionOk="0" h="776" w="1179">
                  <a:moveTo>
                    <a:pt x="94" y="0"/>
                  </a:moveTo>
                  <a:cubicBezTo>
                    <a:pt x="25" y="0"/>
                    <a:pt x="0" y="95"/>
                    <a:pt x="63" y="137"/>
                  </a:cubicBezTo>
                  <a:cubicBezTo>
                    <a:pt x="389" y="338"/>
                    <a:pt x="715" y="538"/>
                    <a:pt x="1041" y="764"/>
                  </a:cubicBezTo>
                  <a:cubicBezTo>
                    <a:pt x="1053" y="772"/>
                    <a:pt x="1065" y="776"/>
                    <a:pt x="1076" y="776"/>
                  </a:cubicBezTo>
                  <a:cubicBezTo>
                    <a:pt x="1136" y="776"/>
                    <a:pt x="1179" y="681"/>
                    <a:pt x="1116" y="639"/>
                  </a:cubicBezTo>
                  <a:lnTo>
                    <a:pt x="138" y="12"/>
                  </a:lnTo>
                  <a:cubicBezTo>
                    <a:pt x="122" y="4"/>
                    <a:pt x="107" y="0"/>
                    <a:pt x="9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9" name="Google Shape;5369;p55"/>
            <p:cNvSpPr/>
            <p:nvPr/>
          </p:nvSpPr>
          <p:spPr>
            <a:xfrm>
              <a:off x="6325394" y="3750564"/>
              <a:ext cx="65401" cy="47005"/>
            </a:xfrm>
            <a:custGeom>
              <a:rect b="b" l="l" r="r" t="t"/>
              <a:pathLst>
                <a:path extrusionOk="0" h="902" w="1255">
                  <a:moveTo>
                    <a:pt x="94" y="1"/>
                  </a:moveTo>
                  <a:cubicBezTo>
                    <a:pt x="25" y="1"/>
                    <a:pt x="0" y="96"/>
                    <a:pt x="63" y="138"/>
                  </a:cubicBezTo>
                  <a:cubicBezTo>
                    <a:pt x="414" y="389"/>
                    <a:pt x="765" y="639"/>
                    <a:pt x="1116" y="890"/>
                  </a:cubicBezTo>
                  <a:cubicBezTo>
                    <a:pt x="1128" y="898"/>
                    <a:pt x="1140" y="901"/>
                    <a:pt x="1152" y="901"/>
                  </a:cubicBezTo>
                  <a:cubicBezTo>
                    <a:pt x="1211" y="901"/>
                    <a:pt x="1254" y="806"/>
                    <a:pt x="1191" y="764"/>
                  </a:cubicBezTo>
                  <a:lnTo>
                    <a:pt x="138" y="13"/>
                  </a:lnTo>
                  <a:cubicBezTo>
                    <a:pt x="122" y="4"/>
                    <a:pt x="107" y="1"/>
                    <a:pt x="9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0" name="Google Shape;5370;p55"/>
            <p:cNvSpPr/>
            <p:nvPr/>
          </p:nvSpPr>
          <p:spPr>
            <a:xfrm>
              <a:off x="6725402" y="3854265"/>
              <a:ext cx="72853" cy="72072"/>
            </a:xfrm>
            <a:custGeom>
              <a:rect b="b" l="l" r="r" t="t"/>
              <a:pathLst>
                <a:path extrusionOk="0" h="1383" w="1398">
                  <a:moveTo>
                    <a:pt x="1303" y="1"/>
                  </a:moveTo>
                  <a:cubicBezTo>
                    <a:pt x="1288" y="1"/>
                    <a:pt x="1272" y="9"/>
                    <a:pt x="1259" y="28"/>
                  </a:cubicBezTo>
                  <a:cubicBezTo>
                    <a:pt x="858" y="429"/>
                    <a:pt x="457" y="855"/>
                    <a:pt x="56" y="1256"/>
                  </a:cubicBezTo>
                  <a:cubicBezTo>
                    <a:pt x="0" y="1312"/>
                    <a:pt x="42" y="1383"/>
                    <a:pt x="99" y="1383"/>
                  </a:cubicBezTo>
                  <a:cubicBezTo>
                    <a:pt x="117" y="1383"/>
                    <a:pt x="138" y="1375"/>
                    <a:pt x="157" y="1356"/>
                  </a:cubicBezTo>
                  <a:cubicBezTo>
                    <a:pt x="558" y="955"/>
                    <a:pt x="959" y="529"/>
                    <a:pt x="1360" y="128"/>
                  </a:cubicBezTo>
                  <a:cubicBezTo>
                    <a:pt x="1397" y="71"/>
                    <a:pt x="1350" y="1"/>
                    <a:pt x="13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1" name="Google Shape;5371;p55"/>
            <p:cNvSpPr/>
            <p:nvPr/>
          </p:nvSpPr>
          <p:spPr>
            <a:xfrm>
              <a:off x="6453484" y="3904605"/>
              <a:ext cx="74312" cy="60242"/>
            </a:xfrm>
            <a:custGeom>
              <a:rect b="b" l="l" r="r" t="t"/>
              <a:pathLst>
                <a:path extrusionOk="0" h="1156" w="1426">
                  <a:moveTo>
                    <a:pt x="118" y="0"/>
                  </a:moveTo>
                  <a:cubicBezTo>
                    <a:pt x="55" y="0"/>
                    <a:pt x="0" y="78"/>
                    <a:pt x="61" y="139"/>
                  </a:cubicBezTo>
                  <a:cubicBezTo>
                    <a:pt x="462" y="465"/>
                    <a:pt x="863" y="816"/>
                    <a:pt x="1264" y="1142"/>
                  </a:cubicBezTo>
                  <a:cubicBezTo>
                    <a:pt x="1279" y="1151"/>
                    <a:pt x="1294" y="1155"/>
                    <a:pt x="1309" y="1155"/>
                  </a:cubicBezTo>
                  <a:cubicBezTo>
                    <a:pt x="1371" y="1155"/>
                    <a:pt x="1425" y="1082"/>
                    <a:pt x="1365" y="1042"/>
                  </a:cubicBezTo>
                  <a:cubicBezTo>
                    <a:pt x="964" y="691"/>
                    <a:pt x="563" y="365"/>
                    <a:pt x="162" y="14"/>
                  </a:cubicBezTo>
                  <a:cubicBezTo>
                    <a:pt x="148" y="5"/>
                    <a:pt x="133" y="0"/>
                    <a:pt x="11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2" name="Google Shape;5372;p55"/>
            <p:cNvSpPr/>
            <p:nvPr/>
          </p:nvSpPr>
          <p:spPr>
            <a:xfrm>
              <a:off x="6673446" y="1673253"/>
              <a:ext cx="952200" cy="1074977"/>
            </a:xfrm>
            <a:custGeom>
              <a:rect b="b" l="l" r="r" t="t"/>
              <a:pathLst>
                <a:path extrusionOk="0" h="20628" w="18272">
                  <a:moveTo>
                    <a:pt x="9067" y="1"/>
                  </a:moveTo>
                  <a:cubicBezTo>
                    <a:pt x="4443" y="1"/>
                    <a:pt x="994" y="5007"/>
                    <a:pt x="502" y="9224"/>
                  </a:cubicBezTo>
                  <a:cubicBezTo>
                    <a:pt x="1" y="13710"/>
                    <a:pt x="1780" y="14988"/>
                    <a:pt x="1780" y="14988"/>
                  </a:cubicBezTo>
                  <a:lnTo>
                    <a:pt x="201" y="18071"/>
                  </a:lnTo>
                  <a:cubicBezTo>
                    <a:pt x="1693" y="20541"/>
                    <a:pt x="4138" y="20628"/>
                    <a:pt x="4473" y="20628"/>
                  </a:cubicBezTo>
                  <a:cubicBezTo>
                    <a:pt x="4499" y="20628"/>
                    <a:pt x="4512" y="20627"/>
                    <a:pt x="4512" y="20627"/>
                  </a:cubicBezTo>
                  <a:lnTo>
                    <a:pt x="6216" y="16818"/>
                  </a:lnTo>
                  <a:cubicBezTo>
                    <a:pt x="7505" y="17355"/>
                    <a:pt x="8487" y="17687"/>
                    <a:pt x="9491" y="17687"/>
                  </a:cubicBezTo>
                  <a:cubicBezTo>
                    <a:pt x="9893" y="17687"/>
                    <a:pt x="10298" y="17634"/>
                    <a:pt x="10728" y="17520"/>
                  </a:cubicBezTo>
                  <a:cubicBezTo>
                    <a:pt x="12206" y="17144"/>
                    <a:pt x="13510" y="16041"/>
                    <a:pt x="14161" y="14662"/>
                  </a:cubicBezTo>
                  <a:lnTo>
                    <a:pt x="14136" y="14612"/>
                  </a:lnTo>
                  <a:lnTo>
                    <a:pt x="14136" y="14612"/>
                  </a:lnTo>
                  <a:cubicBezTo>
                    <a:pt x="14337" y="14652"/>
                    <a:pt x="14537" y="14672"/>
                    <a:pt x="14736" y="14672"/>
                  </a:cubicBezTo>
                  <a:cubicBezTo>
                    <a:pt x="15034" y="14672"/>
                    <a:pt x="15329" y="14627"/>
                    <a:pt x="15615" y="14537"/>
                  </a:cubicBezTo>
                  <a:cubicBezTo>
                    <a:pt x="15740" y="14512"/>
                    <a:pt x="15891" y="14437"/>
                    <a:pt x="15966" y="14312"/>
                  </a:cubicBezTo>
                  <a:cubicBezTo>
                    <a:pt x="16091" y="14086"/>
                    <a:pt x="15891" y="13835"/>
                    <a:pt x="15790" y="13610"/>
                  </a:cubicBezTo>
                  <a:cubicBezTo>
                    <a:pt x="15490" y="13033"/>
                    <a:pt x="15615" y="11931"/>
                    <a:pt x="15866" y="11329"/>
                  </a:cubicBezTo>
                  <a:cubicBezTo>
                    <a:pt x="16342" y="10101"/>
                    <a:pt x="16918" y="9023"/>
                    <a:pt x="17545" y="7895"/>
                  </a:cubicBezTo>
                  <a:cubicBezTo>
                    <a:pt x="17545" y="7895"/>
                    <a:pt x="18272" y="7469"/>
                    <a:pt x="18096" y="5189"/>
                  </a:cubicBezTo>
                  <a:cubicBezTo>
                    <a:pt x="17946" y="2883"/>
                    <a:pt x="15139" y="878"/>
                    <a:pt x="10051" y="76"/>
                  </a:cubicBezTo>
                  <a:cubicBezTo>
                    <a:pt x="9718" y="25"/>
                    <a:pt x="9389" y="1"/>
                    <a:pt x="9067"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3" name="Google Shape;5373;p55"/>
            <p:cNvSpPr/>
            <p:nvPr/>
          </p:nvSpPr>
          <p:spPr>
            <a:xfrm>
              <a:off x="6678710" y="1670387"/>
              <a:ext cx="944331" cy="1082272"/>
            </a:xfrm>
            <a:custGeom>
              <a:rect b="b" l="l" r="r" t="t"/>
              <a:pathLst>
                <a:path extrusionOk="0" h="20768" w="18121">
                  <a:moveTo>
                    <a:pt x="17419" y="7875"/>
                  </a:moveTo>
                  <a:lnTo>
                    <a:pt x="17419" y="7875"/>
                  </a:lnTo>
                  <a:cubicBezTo>
                    <a:pt x="17411" y="7883"/>
                    <a:pt x="17408" y="7886"/>
                    <a:pt x="17408" y="7886"/>
                  </a:cubicBezTo>
                  <a:lnTo>
                    <a:pt x="17408" y="7886"/>
                  </a:lnTo>
                  <a:cubicBezTo>
                    <a:pt x="17412" y="7883"/>
                    <a:pt x="17415" y="7879"/>
                    <a:pt x="17419" y="7875"/>
                  </a:cubicBezTo>
                  <a:close/>
                  <a:moveTo>
                    <a:pt x="8942" y="146"/>
                  </a:moveTo>
                  <a:cubicBezTo>
                    <a:pt x="9704" y="146"/>
                    <a:pt x="10463" y="283"/>
                    <a:pt x="11203" y="457"/>
                  </a:cubicBezTo>
                  <a:cubicBezTo>
                    <a:pt x="12105" y="632"/>
                    <a:pt x="12983" y="883"/>
                    <a:pt x="13810" y="1209"/>
                  </a:cubicBezTo>
                  <a:cubicBezTo>
                    <a:pt x="15038" y="1685"/>
                    <a:pt x="16291" y="2336"/>
                    <a:pt x="17143" y="3389"/>
                  </a:cubicBezTo>
                  <a:cubicBezTo>
                    <a:pt x="17469" y="3765"/>
                    <a:pt x="17719" y="4216"/>
                    <a:pt x="17845" y="4717"/>
                  </a:cubicBezTo>
                  <a:cubicBezTo>
                    <a:pt x="17920" y="4993"/>
                    <a:pt x="17945" y="5294"/>
                    <a:pt x="17945" y="5620"/>
                  </a:cubicBezTo>
                  <a:cubicBezTo>
                    <a:pt x="17970" y="6021"/>
                    <a:pt x="17945" y="6422"/>
                    <a:pt x="17870" y="6823"/>
                  </a:cubicBezTo>
                  <a:cubicBezTo>
                    <a:pt x="17820" y="7173"/>
                    <a:pt x="17719" y="7574"/>
                    <a:pt x="17469" y="7825"/>
                  </a:cubicBezTo>
                  <a:cubicBezTo>
                    <a:pt x="17444" y="7850"/>
                    <a:pt x="17444" y="7850"/>
                    <a:pt x="17444" y="7875"/>
                  </a:cubicBezTo>
                  <a:cubicBezTo>
                    <a:pt x="17427" y="7875"/>
                    <a:pt x="17410" y="7886"/>
                    <a:pt x="17408" y="7886"/>
                  </a:cubicBezTo>
                  <a:cubicBezTo>
                    <a:pt x="17408" y="7886"/>
                    <a:pt x="17408" y="7886"/>
                    <a:pt x="17408" y="7886"/>
                  </a:cubicBezTo>
                  <a:lnTo>
                    <a:pt x="17408" y="7886"/>
                  </a:lnTo>
                  <a:cubicBezTo>
                    <a:pt x="17365" y="7936"/>
                    <a:pt x="17340" y="8004"/>
                    <a:pt x="17293" y="8051"/>
                  </a:cubicBezTo>
                  <a:cubicBezTo>
                    <a:pt x="17043" y="8527"/>
                    <a:pt x="16792" y="8978"/>
                    <a:pt x="16541" y="9454"/>
                  </a:cubicBezTo>
                  <a:cubicBezTo>
                    <a:pt x="16316" y="9930"/>
                    <a:pt x="16090" y="10432"/>
                    <a:pt x="15890" y="10908"/>
                  </a:cubicBezTo>
                  <a:cubicBezTo>
                    <a:pt x="15714" y="11309"/>
                    <a:pt x="15564" y="11710"/>
                    <a:pt x="15489" y="12136"/>
                  </a:cubicBezTo>
                  <a:cubicBezTo>
                    <a:pt x="15439" y="12537"/>
                    <a:pt x="15414" y="12963"/>
                    <a:pt x="15489" y="13364"/>
                  </a:cubicBezTo>
                  <a:cubicBezTo>
                    <a:pt x="15539" y="13539"/>
                    <a:pt x="15614" y="13715"/>
                    <a:pt x="15714" y="13890"/>
                  </a:cubicBezTo>
                  <a:cubicBezTo>
                    <a:pt x="15765" y="13991"/>
                    <a:pt x="15840" y="14116"/>
                    <a:pt x="15840" y="14216"/>
                  </a:cubicBezTo>
                  <a:cubicBezTo>
                    <a:pt x="15815" y="14367"/>
                    <a:pt x="15714" y="14442"/>
                    <a:pt x="15614" y="14492"/>
                  </a:cubicBezTo>
                  <a:cubicBezTo>
                    <a:pt x="15389" y="14592"/>
                    <a:pt x="15113" y="14617"/>
                    <a:pt x="14862" y="14642"/>
                  </a:cubicBezTo>
                  <a:cubicBezTo>
                    <a:pt x="14758" y="14653"/>
                    <a:pt x="14650" y="14659"/>
                    <a:pt x="14540" y="14659"/>
                  </a:cubicBezTo>
                  <a:cubicBezTo>
                    <a:pt x="14383" y="14659"/>
                    <a:pt x="14222" y="14647"/>
                    <a:pt x="14060" y="14617"/>
                  </a:cubicBezTo>
                  <a:cubicBezTo>
                    <a:pt x="14053" y="14615"/>
                    <a:pt x="14045" y="14614"/>
                    <a:pt x="14038" y="14614"/>
                  </a:cubicBezTo>
                  <a:cubicBezTo>
                    <a:pt x="13972" y="14614"/>
                    <a:pt x="13949" y="14698"/>
                    <a:pt x="13980" y="14730"/>
                  </a:cubicBezTo>
                  <a:lnTo>
                    <a:pt x="13980" y="14730"/>
                  </a:lnTo>
                  <a:cubicBezTo>
                    <a:pt x="13475" y="15755"/>
                    <a:pt x="12636" y="16608"/>
                    <a:pt x="11604" y="17123"/>
                  </a:cubicBezTo>
                  <a:cubicBezTo>
                    <a:pt x="11078" y="17399"/>
                    <a:pt x="10526" y="17575"/>
                    <a:pt x="9950" y="17650"/>
                  </a:cubicBezTo>
                  <a:cubicBezTo>
                    <a:pt x="9767" y="17666"/>
                    <a:pt x="9587" y="17674"/>
                    <a:pt x="9409" y="17674"/>
                  </a:cubicBezTo>
                  <a:cubicBezTo>
                    <a:pt x="9024" y="17674"/>
                    <a:pt x="8648" y="17635"/>
                    <a:pt x="8271" y="17549"/>
                  </a:cubicBezTo>
                  <a:cubicBezTo>
                    <a:pt x="7519" y="17374"/>
                    <a:pt x="6817" y="17098"/>
                    <a:pt x="6115" y="16798"/>
                  </a:cubicBezTo>
                  <a:cubicBezTo>
                    <a:pt x="6090" y="16798"/>
                    <a:pt x="6065" y="16798"/>
                    <a:pt x="6040" y="16848"/>
                  </a:cubicBezTo>
                  <a:cubicBezTo>
                    <a:pt x="5840" y="17274"/>
                    <a:pt x="5664" y="17700"/>
                    <a:pt x="5464" y="18126"/>
                  </a:cubicBezTo>
                  <a:cubicBezTo>
                    <a:pt x="5163" y="18803"/>
                    <a:pt x="4862" y="19504"/>
                    <a:pt x="4561" y="20181"/>
                  </a:cubicBezTo>
                  <a:cubicBezTo>
                    <a:pt x="4490" y="20323"/>
                    <a:pt x="4420" y="20487"/>
                    <a:pt x="4349" y="20632"/>
                  </a:cubicBezTo>
                  <a:lnTo>
                    <a:pt x="4349" y="20632"/>
                  </a:lnTo>
                  <a:cubicBezTo>
                    <a:pt x="4041" y="20626"/>
                    <a:pt x="3715" y="20577"/>
                    <a:pt x="3434" y="20507"/>
                  </a:cubicBezTo>
                  <a:cubicBezTo>
                    <a:pt x="2657" y="20306"/>
                    <a:pt x="1955" y="19956"/>
                    <a:pt x="1328" y="19454"/>
                  </a:cubicBezTo>
                  <a:cubicBezTo>
                    <a:pt x="887" y="19087"/>
                    <a:pt x="494" y="18623"/>
                    <a:pt x="172" y="18110"/>
                  </a:cubicBezTo>
                  <a:lnTo>
                    <a:pt x="172" y="18110"/>
                  </a:lnTo>
                  <a:lnTo>
                    <a:pt x="1554" y="15469"/>
                  </a:lnTo>
                  <a:cubicBezTo>
                    <a:pt x="1604" y="15344"/>
                    <a:pt x="1679" y="15219"/>
                    <a:pt x="1729" y="15068"/>
                  </a:cubicBezTo>
                  <a:cubicBezTo>
                    <a:pt x="1754" y="15043"/>
                    <a:pt x="1754" y="14993"/>
                    <a:pt x="1704" y="14968"/>
                  </a:cubicBezTo>
                  <a:cubicBezTo>
                    <a:pt x="1679" y="14968"/>
                    <a:pt x="1679" y="14943"/>
                    <a:pt x="1654" y="14943"/>
                  </a:cubicBezTo>
                  <a:cubicBezTo>
                    <a:pt x="1604" y="14868"/>
                    <a:pt x="1529" y="14818"/>
                    <a:pt x="1479" y="14742"/>
                  </a:cubicBezTo>
                  <a:cubicBezTo>
                    <a:pt x="1253" y="14492"/>
                    <a:pt x="1103" y="14216"/>
                    <a:pt x="952" y="13915"/>
                  </a:cubicBezTo>
                  <a:cubicBezTo>
                    <a:pt x="376" y="12637"/>
                    <a:pt x="326" y="11184"/>
                    <a:pt x="426" y="9805"/>
                  </a:cubicBezTo>
                  <a:cubicBezTo>
                    <a:pt x="551" y="8251"/>
                    <a:pt x="977" y="6772"/>
                    <a:pt x="1704" y="5394"/>
                  </a:cubicBezTo>
                  <a:cubicBezTo>
                    <a:pt x="2406" y="4016"/>
                    <a:pt x="3333" y="2762"/>
                    <a:pt x="4536" y="1785"/>
                  </a:cubicBezTo>
                  <a:cubicBezTo>
                    <a:pt x="5689" y="858"/>
                    <a:pt x="7093" y="231"/>
                    <a:pt x="8597" y="156"/>
                  </a:cubicBezTo>
                  <a:cubicBezTo>
                    <a:pt x="8712" y="149"/>
                    <a:pt x="8827" y="146"/>
                    <a:pt x="8942" y="146"/>
                  </a:cubicBezTo>
                  <a:close/>
                  <a:moveTo>
                    <a:pt x="8976" y="0"/>
                  </a:moveTo>
                  <a:cubicBezTo>
                    <a:pt x="7730" y="0"/>
                    <a:pt x="6501" y="354"/>
                    <a:pt x="5439" y="1008"/>
                  </a:cubicBezTo>
                  <a:cubicBezTo>
                    <a:pt x="4085" y="1810"/>
                    <a:pt x="3008" y="2988"/>
                    <a:pt x="2155" y="4291"/>
                  </a:cubicBezTo>
                  <a:cubicBezTo>
                    <a:pt x="1328" y="5595"/>
                    <a:pt x="727" y="7048"/>
                    <a:pt x="451" y="8577"/>
                  </a:cubicBezTo>
                  <a:cubicBezTo>
                    <a:pt x="276" y="9454"/>
                    <a:pt x="226" y="10356"/>
                    <a:pt x="251" y="11234"/>
                  </a:cubicBezTo>
                  <a:cubicBezTo>
                    <a:pt x="276" y="11935"/>
                    <a:pt x="376" y="12637"/>
                    <a:pt x="576" y="13289"/>
                  </a:cubicBezTo>
                  <a:cubicBezTo>
                    <a:pt x="777" y="13915"/>
                    <a:pt x="1053" y="14592"/>
                    <a:pt x="1554" y="15043"/>
                  </a:cubicBezTo>
                  <a:cubicBezTo>
                    <a:pt x="1560" y="15050"/>
                    <a:pt x="1567" y="15056"/>
                    <a:pt x="1573" y="15062"/>
                  </a:cubicBezTo>
                  <a:lnTo>
                    <a:pt x="1573" y="15062"/>
                  </a:lnTo>
                  <a:cubicBezTo>
                    <a:pt x="1405" y="15437"/>
                    <a:pt x="1217" y="15792"/>
                    <a:pt x="1028" y="16146"/>
                  </a:cubicBezTo>
                  <a:cubicBezTo>
                    <a:pt x="727" y="16722"/>
                    <a:pt x="451" y="17274"/>
                    <a:pt x="150" y="17850"/>
                  </a:cubicBezTo>
                  <a:cubicBezTo>
                    <a:pt x="125" y="17900"/>
                    <a:pt x="100" y="17976"/>
                    <a:pt x="50" y="18051"/>
                  </a:cubicBezTo>
                  <a:cubicBezTo>
                    <a:pt x="50" y="18051"/>
                    <a:pt x="50" y="18076"/>
                    <a:pt x="25" y="18076"/>
                  </a:cubicBezTo>
                  <a:cubicBezTo>
                    <a:pt x="0" y="18176"/>
                    <a:pt x="75" y="18226"/>
                    <a:pt x="125" y="18301"/>
                  </a:cubicBezTo>
                  <a:cubicBezTo>
                    <a:pt x="401" y="18727"/>
                    <a:pt x="752" y="19128"/>
                    <a:pt x="1153" y="19479"/>
                  </a:cubicBezTo>
                  <a:cubicBezTo>
                    <a:pt x="1754" y="20006"/>
                    <a:pt x="2456" y="20382"/>
                    <a:pt x="3233" y="20582"/>
                  </a:cubicBezTo>
                  <a:cubicBezTo>
                    <a:pt x="3484" y="20657"/>
                    <a:pt x="3734" y="20707"/>
                    <a:pt x="4010" y="20732"/>
                  </a:cubicBezTo>
                  <a:cubicBezTo>
                    <a:pt x="4099" y="20750"/>
                    <a:pt x="4187" y="20768"/>
                    <a:pt x="4276" y="20768"/>
                  </a:cubicBezTo>
                  <a:cubicBezTo>
                    <a:pt x="4313" y="20768"/>
                    <a:pt x="4349" y="20765"/>
                    <a:pt x="4386" y="20758"/>
                  </a:cubicBezTo>
                  <a:lnTo>
                    <a:pt x="4411" y="20758"/>
                  </a:lnTo>
                  <a:cubicBezTo>
                    <a:pt x="4436" y="20758"/>
                    <a:pt x="4461" y="20758"/>
                    <a:pt x="4461" y="20732"/>
                  </a:cubicBezTo>
                  <a:lnTo>
                    <a:pt x="5038" y="19429"/>
                  </a:lnTo>
                  <a:lnTo>
                    <a:pt x="5965" y="17374"/>
                  </a:lnTo>
                  <a:cubicBezTo>
                    <a:pt x="6008" y="17244"/>
                    <a:pt x="6071" y="17113"/>
                    <a:pt x="6135" y="16967"/>
                  </a:cubicBezTo>
                  <a:lnTo>
                    <a:pt x="6135" y="16967"/>
                  </a:lnTo>
                  <a:cubicBezTo>
                    <a:pt x="7171" y="17393"/>
                    <a:pt x="8285" y="17814"/>
                    <a:pt x="9426" y="17814"/>
                  </a:cubicBezTo>
                  <a:cubicBezTo>
                    <a:pt x="9542" y="17814"/>
                    <a:pt x="9658" y="17809"/>
                    <a:pt x="9774" y="17800"/>
                  </a:cubicBezTo>
                  <a:cubicBezTo>
                    <a:pt x="10952" y="17700"/>
                    <a:pt x="12080" y="17174"/>
                    <a:pt x="12957" y="16346"/>
                  </a:cubicBezTo>
                  <a:cubicBezTo>
                    <a:pt x="13428" y="15900"/>
                    <a:pt x="13826" y="15356"/>
                    <a:pt x="14125" y="14762"/>
                  </a:cubicBezTo>
                  <a:lnTo>
                    <a:pt x="14125" y="14762"/>
                  </a:lnTo>
                  <a:cubicBezTo>
                    <a:pt x="14291" y="14788"/>
                    <a:pt x="14458" y="14801"/>
                    <a:pt x="14625" y="14801"/>
                  </a:cubicBezTo>
                  <a:cubicBezTo>
                    <a:pt x="14954" y="14801"/>
                    <a:pt x="15281" y="14750"/>
                    <a:pt x="15589" y="14642"/>
                  </a:cubicBezTo>
                  <a:cubicBezTo>
                    <a:pt x="15765" y="14592"/>
                    <a:pt x="15965" y="14467"/>
                    <a:pt x="15965" y="14241"/>
                  </a:cubicBezTo>
                  <a:cubicBezTo>
                    <a:pt x="15990" y="14016"/>
                    <a:pt x="15840" y="13815"/>
                    <a:pt x="15739" y="13640"/>
                  </a:cubicBezTo>
                  <a:cubicBezTo>
                    <a:pt x="15564" y="13264"/>
                    <a:pt x="15564" y="12788"/>
                    <a:pt x="15614" y="12387"/>
                  </a:cubicBezTo>
                  <a:cubicBezTo>
                    <a:pt x="15664" y="11960"/>
                    <a:pt x="15790" y="11534"/>
                    <a:pt x="15940" y="11133"/>
                  </a:cubicBezTo>
                  <a:cubicBezTo>
                    <a:pt x="16366" y="10106"/>
                    <a:pt x="16867" y="9128"/>
                    <a:pt x="17419" y="8151"/>
                  </a:cubicBezTo>
                  <a:cubicBezTo>
                    <a:pt x="17444" y="8101"/>
                    <a:pt x="17444" y="8051"/>
                    <a:pt x="17494" y="8001"/>
                  </a:cubicBezTo>
                  <a:cubicBezTo>
                    <a:pt x="17519" y="7975"/>
                    <a:pt x="17544" y="7950"/>
                    <a:pt x="17569" y="7925"/>
                  </a:cubicBezTo>
                  <a:cubicBezTo>
                    <a:pt x="17669" y="7825"/>
                    <a:pt x="17744" y="7725"/>
                    <a:pt x="17795" y="7600"/>
                  </a:cubicBezTo>
                  <a:cubicBezTo>
                    <a:pt x="18070" y="6998"/>
                    <a:pt x="18120" y="6321"/>
                    <a:pt x="18095" y="5695"/>
                  </a:cubicBezTo>
                  <a:cubicBezTo>
                    <a:pt x="18095" y="5369"/>
                    <a:pt x="18070" y="5043"/>
                    <a:pt x="17995" y="4717"/>
                  </a:cubicBezTo>
                  <a:cubicBezTo>
                    <a:pt x="17945" y="4467"/>
                    <a:pt x="17845" y="4241"/>
                    <a:pt x="17744" y="4016"/>
                  </a:cubicBezTo>
                  <a:cubicBezTo>
                    <a:pt x="17193" y="2913"/>
                    <a:pt x="16115" y="2136"/>
                    <a:pt x="15038" y="1584"/>
                  </a:cubicBezTo>
                  <a:cubicBezTo>
                    <a:pt x="14286" y="1209"/>
                    <a:pt x="13509" y="908"/>
                    <a:pt x="12732" y="682"/>
                  </a:cubicBezTo>
                  <a:cubicBezTo>
                    <a:pt x="11780" y="407"/>
                    <a:pt x="10802" y="181"/>
                    <a:pt x="9825" y="56"/>
                  </a:cubicBezTo>
                  <a:cubicBezTo>
                    <a:pt x="9542" y="19"/>
                    <a:pt x="9258" y="0"/>
                    <a:pt x="89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4" name="Google Shape;5374;p55"/>
            <p:cNvSpPr/>
            <p:nvPr/>
          </p:nvSpPr>
          <p:spPr>
            <a:xfrm>
              <a:off x="6960789" y="2287697"/>
              <a:ext cx="182915" cy="161028"/>
            </a:xfrm>
            <a:custGeom>
              <a:rect b="b" l="l" r="r" t="t"/>
              <a:pathLst>
                <a:path extrusionOk="0" h="3090" w="3510">
                  <a:moveTo>
                    <a:pt x="1791" y="0"/>
                  </a:moveTo>
                  <a:cubicBezTo>
                    <a:pt x="1176" y="0"/>
                    <a:pt x="555" y="369"/>
                    <a:pt x="326" y="942"/>
                  </a:cubicBezTo>
                  <a:cubicBezTo>
                    <a:pt x="1" y="1693"/>
                    <a:pt x="402" y="2646"/>
                    <a:pt x="1128" y="2972"/>
                  </a:cubicBezTo>
                  <a:cubicBezTo>
                    <a:pt x="1314" y="3052"/>
                    <a:pt x="1511" y="3090"/>
                    <a:pt x="1708" y="3090"/>
                  </a:cubicBezTo>
                  <a:cubicBezTo>
                    <a:pt x="2313" y="3090"/>
                    <a:pt x="2919" y="2736"/>
                    <a:pt x="3184" y="2170"/>
                  </a:cubicBezTo>
                  <a:cubicBezTo>
                    <a:pt x="3509" y="1418"/>
                    <a:pt x="3133" y="440"/>
                    <a:pt x="2356" y="114"/>
                  </a:cubicBezTo>
                  <a:cubicBezTo>
                    <a:pt x="2177" y="37"/>
                    <a:pt x="1984" y="0"/>
                    <a:pt x="179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5" name="Google Shape;5375;p55"/>
            <p:cNvSpPr/>
            <p:nvPr/>
          </p:nvSpPr>
          <p:spPr>
            <a:xfrm>
              <a:off x="6962144" y="2283632"/>
              <a:ext cx="180257" cy="168532"/>
            </a:xfrm>
            <a:custGeom>
              <a:rect b="b" l="l" r="r" t="t"/>
              <a:pathLst>
                <a:path extrusionOk="0" h="3234" w="3459">
                  <a:moveTo>
                    <a:pt x="1756" y="155"/>
                  </a:moveTo>
                  <a:cubicBezTo>
                    <a:pt x="2211" y="155"/>
                    <a:pt x="2639" y="367"/>
                    <a:pt x="2907" y="769"/>
                  </a:cubicBezTo>
                  <a:cubicBezTo>
                    <a:pt x="3258" y="1270"/>
                    <a:pt x="3308" y="1947"/>
                    <a:pt x="2957" y="2448"/>
                  </a:cubicBezTo>
                  <a:cubicBezTo>
                    <a:pt x="2668" y="2846"/>
                    <a:pt x="2170" y="3087"/>
                    <a:pt x="1679" y="3087"/>
                  </a:cubicBezTo>
                  <a:cubicBezTo>
                    <a:pt x="1506" y="3087"/>
                    <a:pt x="1334" y="3057"/>
                    <a:pt x="1172" y="2993"/>
                  </a:cubicBezTo>
                  <a:lnTo>
                    <a:pt x="1172" y="2993"/>
                  </a:lnTo>
                  <a:cubicBezTo>
                    <a:pt x="1167" y="2986"/>
                    <a:pt x="1161" y="2980"/>
                    <a:pt x="1153" y="2974"/>
                  </a:cubicBezTo>
                  <a:cubicBezTo>
                    <a:pt x="576" y="2724"/>
                    <a:pt x="250" y="2122"/>
                    <a:pt x="250" y="1521"/>
                  </a:cubicBezTo>
                  <a:cubicBezTo>
                    <a:pt x="275" y="894"/>
                    <a:pt x="752" y="393"/>
                    <a:pt x="1328" y="218"/>
                  </a:cubicBezTo>
                  <a:cubicBezTo>
                    <a:pt x="1471" y="176"/>
                    <a:pt x="1615" y="155"/>
                    <a:pt x="1756" y="155"/>
                  </a:cubicBezTo>
                  <a:close/>
                  <a:moveTo>
                    <a:pt x="1758" y="0"/>
                  </a:moveTo>
                  <a:cubicBezTo>
                    <a:pt x="1682" y="0"/>
                    <a:pt x="1606" y="6"/>
                    <a:pt x="1528" y="17"/>
                  </a:cubicBezTo>
                  <a:cubicBezTo>
                    <a:pt x="877" y="117"/>
                    <a:pt x="275" y="593"/>
                    <a:pt x="150" y="1270"/>
                  </a:cubicBezTo>
                  <a:cubicBezTo>
                    <a:pt x="1" y="1992"/>
                    <a:pt x="371" y="2789"/>
                    <a:pt x="1064" y="3094"/>
                  </a:cubicBezTo>
                  <a:lnTo>
                    <a:pt x="1064" y="3094"/>
                  </a:lnTo>
                  <a:cubicBezTo>
                    <a:pt x="1073" y="3106"/>
                    <a:pt x="1085" y="3116"/>
                    <a:pt x="1102" y="3125"/>
                  </a:cubicBezTo>
                  <a:cubicBezTo>
                    <a:pt x="1280" y="3199"/>
                    <a:pt x="1470" y="3233"/>
                    <a:pt x="1662" y="3233"/>
                  </a:cubicBezTo>
                  <a:cubicBezTo>
                    <a:pt x="2123" y="3233"/>
                    <a:pt x="2596" y="3035"/>
                    <a:pt x="2932" y="2699"/>
                  </a:cubicBezTo>
                  <a:cubicBezTo>
                    <a:pt x="3383" y="2223"/>
                    <a:pt x="3458" y="1471"/>
                    <a:pt x="3158" y="869"/>
                  </a:cubicBezTo>
                  <a:cubicBezTo>
                    <a:pt x="2891" y="336"/>
                    <a:pt x="2349" y="0"/>
                    <a:pt x="175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6" name="Google Shape;5376;p55"/>
            <p:cNvSpPr/>
            <p:nvPr/>
          </p:nvSpPr>
          <p:spPr>
            <a:xfrm>
              <a:off x="7219418" y="2360600"/>
              <a:ext cx="138463" cy="161653"/>
            </a:xfrm>
            <a:custGeom>
              <a:rect b="b" l="l" r="r" t="t"/>
              <a:pathLst>
                <a:path extrusionOk="0" h="3102" w="2657">
                  <a:moveTo>
                    <a:pt x="201" y="0"/>
                  </a:moveTo>
                  <a:cubicBezTo>
                    <a:pt x="174" y="0"/>
                    <a:pt x="150" y="14"/>
                    <a:pt x="150" y="44"/>
                  </a:cubicBezTo>
                  <a:cubicBezTo>
                    <a:pt x="0" y="1197"/>
                    <a:pt x="576" y="2400"/>
                    <a:pt x="1654" y="2876"/>
                  </a:cubicBezTo>
                  <a:cubicBezTo>
                    <a:pt x="1930" y="3001"/>
                    <a:pt x="2256" y="3076"/>
                    <a:pt x="2556" y="3101"/>
                  </a:cubicBezTo>
                  <a:cubicBezTo>
                    <a:pt x="2657" y="3101"/>
                    <a:pt x="2657" y="2951"/>
                    <a:pt x="2556" y="2951"/>
                  </a:cubicBezTo>
                  <a:cubicBezTo>
                    <a:pt x="2055" y="2901"/>
                    <a:pt x="1554" y="2726"/>
                    <a:pt x="1153" y="2400"/>
                  </a:cubicBezTo>
                  <a:cubicBezTo>
                    <a:pt x="752" y="2024"/>
                    <a:pt x="451" y="1548"/>
                    <a:pt x="326" y="1021"/>
                  </a:cubicBezTo>
                  <a:cubicBezTo>
                    <a:pt x="251" y="721"/>
                    <a:pt x="251" y="395"/>
                    <a:pt x="276" y="94"/>
                  </a:cubicBezTo>
                  <a:cubicBezTo>
                    <a:pt x="291" y="33"/>
                    <a:pt x="242" y="0"/>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7" name="Google Shape;5377;p55"/>
            <p:cNvSpPr/>
            <p:nvPr/>
          </p:nvSpPr>
          <p:spPr>
            <a:xfrm>
              <a:off x="7207380" y="2103848"/>
              <a:ext cx="189690" cy="177078"/>
            </a:xfrm>
            <a:custGeom>
              <a:rect b="b" l="l" r="r" t="t"/>
              <a:pathLst>
                <a:path extrusionOk="0" h="3398" w="3640">
                  <a:moveTo>
                    <a:pt x="2435" y="0"/>
                  </a:moveTo>
                  <a:cubicBezTo>
                    <a:pt x="1871" y="0"/>
                    <a:pt x="1245" y="398"/>
                    <a:pt x="858" y="785"/>
                  </a:cubicBezTo>
                  <a:cubicBezTo>
                    <a:pt x="482" y="1136"/>
                    <a:pt x="181" y="1612"/>
                    <a:pt x="31" y="2114"/>
                  </a:cubicBezTo>
                  <a:cubicBezTo>
                    <a:pt x="0" y="2159"/>
                    <a:pt x="43" y="2195"/>
                    <a:pt x="86" y="2195"/>
                  </a:cubicBezTo>
                  <a:cubicBezTo>
                    <a:pt x="116" y="2195"/>
                    <a:pt x="146" y="2179"/>
                    <a:pt x="156" y="2139"/>
                  </a:cubicBezTo>
                  <a:cubicBezTo>
                    <a:pt x="432" y="1337"/>
                    <a:pt x="1083" y="585"/>
                    <a:pt x="1885" y="259"/>
                  </a:cubicBezTo>
                  <a:cubicBezTo>
                    <a:pt x="2050" y="186"/>
                    <a:pt x="2242" y="139"/>
                    <a:pt x="2432" y="139"/>
                  </a:cubicBezTo>
                  <a:cubicBezTo>
                    <a:pt x="2501" y="139"/>
                    <a:pt x="2570" y="145"/>
                    <a:pt x="2637" y="159"/>
                  </a:cubicBezTo>
                  <a:cubicBezTo>
                    <a:pt x="2812" y="209"/>
                    <a:pt x="2988" y="309"/>
                    <a:pt x="3113" y="460"/>
                  </a:cubicBezTo>
                  <a:cubicBezTo>
                    <a:pt x="3364" y="785"/>
                    <a:pt x="3439" y="1211"/>
                    <a:pt x="3464" y="1612"/>
                  </a:cubicBezTo>
                  <a:cubicBezTo>
                    <a:pt x="3489" y="2189"/>
                    <a:pt x="3414" y="2765"/>
                    <a:pt x="3188" y="3317"/>
                  </a:cubicBezTo>
                  <a:cubicBezTo>
                    <a:pt x="3173" y="3362"/>
                    <a:pt x="3221" y="3398"/>
                    <a:pt x="3268" y="3398"/>
                  </a:cubicBezTo>
                  <a:cubicBezTo>
                    <a:pt x="3299" y="3398"/>
                    <a:pt x="3329" y="3382"/>
                    <a:pt x="3339" y="3342"/>
                  </a:cubicBezTo>
                  <a:cubicBezTo>
                    <a:pt x="3539" y="2815"/>
                    <a:pt x="3640" y="2239"/>
                    <a:pt x="3614" y="1663"/>
                  </a:cubicBezTo>
                  <a:cubicBezTo>
                    <a:pt x="3614" y="1236"/>
                    <a:pt x="3514" y="785"/>
                    <a:pt x="3264" y="434"/>
                  </a:cubicBezTo>
                  <a:cubicBezTo>
                    <a:pt x="3040" y="122"/>
                    <a:pt x="2747" y="0"/>
                    <a:pt x="243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8" name="Google Shape;5378;p55"/>
            <p:cNvSpPr/>
            <p:nvPr/>
          </p:nvSpPr>
          <p:spPr>
            <a:xfrm>
              <a:off x="7167984" y="2144130"/>
              <a:ext cx="63890" cy="40439"/>
            </a:xfrm>
            <a:custGeom>
              <a:rect b="b" l="l" r="r" t="t"/>
              <a:pathLst>
                <a:path extrusionOk="0" h="776" w="1226">
                  <a:moveTo>
                    <a:pt x="99" y="1"/>
                  </a:moveTo>
                  <a:cubicBezTo>
                    <a:pt x="40" y="1"/>
                    <a:pt x="1" y="96"/>
                    <a:pt x="85" y="138"/>
                  </a:cubicBezTo>
                  <a:cubicBezTo>
                    <a:pt x="411" y="338"/>
                    <a:pt x="736" y="539"/>
                    <a:pt x="1087" y="764"/>
                  </a:cubicBezTo>
                  <a:cubicBezTo>
                    <a:pt x="1099" y="772"/>
                    <a:pt x="1112" y="776"/>
                    <a:pt x="1123" y="776"/>
                  </a:cubicBezTo>
                  <a:cubicBezTo>
                    <a:pt x="1183" y="776"/>
                    <a:pt x="1225" y="681"/>
                    <a:pt x="1162" y="639"/>
                  </a:cubicBezTo>
                  <a:cubicBezTo>
                    <a:pt x="812" y="413"/>
                    <a:pt x="486" y="213"/>
                    <a:pt x="135" y="12"/>
                  </a:cubicBezTo>
                  <a:cubicBezTo>
                    <a:pt x="123" y="4"/>
                    <a:pt x="111" y="1"/>
                    <a:pt x="9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9" name="Google Shape;5379;p55"/>
            <p:cNvSpPr/>
            <p:nvPr/>
          </p:nvSpPr>
          <p:spPr>
            <a:xfrm>
              <a:off x="7189349" y="2117658"/>
              <a:ext cx="54249" cy="46797"/>
            </a:xfrm>
            <a:custGeom>
              <a:rect b="b" l="l" r="r" t="t"/>
              <a:pathLst>
                <a:path extrusionOk="0" h="898" w="1041">
                  <a:moveTo>
                    <a:pt x="85" y="0"/>
                  </a:moveTo>
                  <a:cubicBezTo>
                    <a:pt x="69" y="0"/>
                    <a:pt x="51" y="7"/>
                    <a:pt x="26" y="19"/>
                  </a:cubicBezTo>
                  <a:cubicBezTo>
                    <a:pt x="1" y="44"/>
                    <a:pt x="1" y="94"/>
                    <a:pt x="26" y="119"/>
                  </a:cubicBezTo>
                  <a:cubicBezTo>
                    <a:pt x="326" y="370"/>
                    <a:pt x="627" y="621"/>
                    <a:pt x="903" y="871"/>
                  </a:cubicBezTo>
                  <a:cubicBezTo>
                    <a:pt x="915" y="890"/>
                    <a:pt x="931" y="898"/>
                    <a:pt x="947" y="898"/>
                  </a:cubicBezTo>
                  <a:cubicBezTo>
                    <a:pt x="994" y="898"/>
                    <a:pt x="1041" y="827"/>
                    <a:pt x="1003" y="771"/>
                  </a:cubicBezTo>
                  <a:cubicBezTo>
                    <a:pt x="727" y="520"/>
                    <a:pt x="427" y="270"/>
                    <a:pt x="126" y="19"/>
                  </a:cubicBezTo>
                  <a:cubicBezTo>
                    <a:pt x="113" y="7"/>
                    <a:pt x="101" y="0"/>
                    <a:pt x="8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0" name="Google Shape;5380;p55"/>
            <p:cNvSpPr/>
            <p:nvPr/>
          </p:nvSpPr>
          <p:spPr>
            <a:xfrm>
              <a:off x="6858234" y="2478476"/>
              <a:ext cx="142632" cy="74000"/>
            </a:xfrm>
            <a:custGeom>
              <a:rect b="b" l="l" r="r" t="t"/>
              <a:pathLst>
                <a:path extrusionOk="0" h="1420" w="2737">
                  <a:moveTo>
                    <a:pt x="103" y="1"/>
                  </a:moveTo>
                  <a:cubicBezTo>
                    <a:pt x="43" y="1"/>
                    <a:pt x="1" y="96"/>
                    <a:pt x="64" y="138"/>
                  </a:cubicBezTo>
                  <a:cubicBezTo>
                    <a:pt x="891" y="614"/>
                    <a:pt x="1743" y="1040"/>
                    <a:pt x="2620" y="1416"/>
                  </a:cubicBezTo>
                  <a:cubicBezTo>
                    <a:pt x="2627" y="1418"/>
                    <a:pt x="2633" y="1419"/>
                    <a:pt x="2640" y="1419"/>
                  </a:cubicBezTo>
                  <a:cubicBezTo>
                    <a:pt x="2703" y="1419"/>
                    <a:pt x="2737" y="1311"/>
                    <a:pt x="2645" y="1266"/>
                  </a:cubicBezTo>
                  <a:cubicBezTo>
                    <a:pt x="1793" y="915"/>
                    <a:pt x="941" y="489"/>
                    <a:pt x="139" y="12"/>
                  </a:cubicBezTo>
                  <a:cubicBezTo>
                    <a:pt x="127" y="4"/>
                    <a:pt x="115" y="1"/>
                    <a:pt x="1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1" name="Google Shape;5381;p55"/>
            <p:cNvSpPr/>
            <p:nvPr/>
          </p:nvSpPr>
          <p:spPr>
            <a:xfrm>
              <a:off x="6495851" y="1019204"/>
              <a:ext cx="697474" cy="660265"/>
            </a:xfrm>
            <a:custGeom>
              <a:rect b="b" l="l" r="r" t="t"/>
              <a:pathLst>
                <a:path extrusionOk="0" h="12670" w="13384">
                  <a:moveTo>
                    <a:pt x="4824" y="1"/>
                  </a:moveTo>
                  <a:cubicBezTo>
                    <a:pt x="4002" y="1"/>
                    <a:pt x="3179" y="373"/>
                    <a:pt x="2682" y="1048"/>
                  </a:cubicBezTo>
                  <a:cubicBezTo>
                    <a:pt x="1980" y="1975"/>
                    <a:pt x="2005" y="3379"/>
                    <a:pt x="2732" y="4281"/>
                  </a:cubicBezTo>
                  <a:cubicBezTo>
                    <a:pt x="2318" y="4143"/>
                    <a:pt x="1866" y="4005"/>
                    <a:pt x="1445" y="4005"/>
                  </a:cubicBezTo>
                  <a:cubicBezTo>
                    <a:pt x="1179" y="4005"/>
                    <a:pt x="925" y="4060"/>
                    <a:pt x="702" y="4206"/>
                  </a:cubicBezTo>
                  <a:cubicBezTo>
                    <a:pt x="126" y="4607"/>
                    <a:pt x="0" y="5384"/>
                    <a:pt x="100" y="6085"/>
                  </a:cubicBezTo>
                  <a:cubicBezTo>
                    <a:pt x="276" y="7464"/>
                    <a:pt x="1053" y="8717"/>
                    <a:pt x="2030" y="9694"/>
                  </a:cubicBezTo>
                  <a:cubicBezTo>
                    <a:pt x="3008" y="10672"/>
                    <a:pt x="4211" y="11424"/>
                    <a:pt x="5414" y="12126"/>
                  </a:cubicBezTo>
                  <a:cubicBezTo>
                    <a:pt x="5414" y="12126"/>
                    <a:pt x="6363" y="12670"/>
                    <a:pt x="7570" y="12670"/>
                  </a:cubicBezTo>
                  <a:cubicBezTo>
                    <a:pt x="8060" y="12670"/>
                    <a:pt x="8594" y="12580"/>
                    <a:pt x="9123" y="12326"/>
                  </a:cubicBezTo>
                  <a:cubicBezTo>
                    <a:pt x="10953" y="11449"/>
                    <a:pt x="12406" y="8993"/>
                    <a:pt x="12406" y="8993"/>
                  </a:cubicBezTo>
                  <a:cubicBezTo>
                    <a:pt x="12782" y="7890"/>
                    <a:pt x="13158" y="6762"/>
                    <a:pt x="13258" y="5609"/>
                  </a:cubicBezTo>
                  <a:cubicBezTo>
                    <a:pt x="13384" y="4431"/>
                    <a:pt x="13208" y="3228"/>
                    <a:pt x="12582" y="2226"/>
                  </a:cubicBezTo>
                  <a:cubicBezTo>
                    <a:pt x="12256" y="1725"/>
                    <a:pt x="11780" y="1273"/>
                    <a:pt x="11203" y="1123"/>
                  </a:cubicBezTo>
                  <a:cubicBezTo>
                    <a:pt x="11039" y="1080"/>
                    <a:pt x="10870" y="1060"/>
                    <a:pt x="10701" y="1060"/>
                  </a:cubicBezTo>
                  <a:cubicBezTo>
                    <a:pt x="10174" y="1060"/>
                    <a:pt x="9647" y="1258"/>
                    <a:pt x="9248" y="1599"/>
                  </a:cubicBezTo>
                  <a:cubicBezTo>
                    <a:pt x="8722" y="2050"/>
                    <a:pt x="8396" y="2727"/>
                    <a:pt x="8271" y="3404"/>
                  </a:cubicBezTo>
                  <a:cubicBezTo>
                    <a:pt x="7745" y="2126"/>
                    <a:pt x="7093" y="722"/>
                    <a:pt x="5815" y="196"/>
                  </a:cubicBezTo>
                  <a:cubicBezTo>
                    <a:pt x="5500" y="64"/>
                    <a:pt x="5162" y="1"/>
                    <a:pt x="48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2" name="Google Shape;5382;p55"/>
            <p:cNvSpPr/>
            <p:nvPr/>
          </p:nvSpPr>
          <p:spPr>
            <a:xfrm>
              <a:off x="6493245" y="1014931"/>
              <a:ext cx="714358" cy="668395"/>
            </a:xfrm>
            <a:custGeom>
              <a:rect b="b" l="l" r="r" t="t"/>
              <a:pathLst>
                <a:path extrusionOk="0" h="12826" w="13708">
                  <a:moveTo>
                    <a:pt x="4901" y="144"/>
                  </a:moveTo>
                  <a:cubicBezTo>
                    <a:pt x="5082" y="144"/>
                    <a:pt x="5262" y="163"/>
                    <a:pt x="5439" y="203"/>
                  </a:cubicBezTo>
                  <a:cubicBezTo>
                    <a:pt x="6115" y="353"/>
                    <a:pt x="6692" y="804"/>
                    <a:pt x="7118" y="1355"/>
                  </a:cubicBezTo>
                  <a:cubicBezTo>
                    <a:pt x="7619" y="2007"/>
                    <a:pt x="7945" y="2759"/>
                    <a:pt x="8246" y="3511"/>
                  </a:cubicBezTo>
                  <a:cubicBezTo>
                    <a:pt x="8259" y="3538"/>
                    <a:pt x="8296" y="3558"/>
                    <a:pt x="8330" y="3558"/>
                  </a:cubicBezTo>
                  <a:cubicBezTo>
                    <a:pt x="8358" y="3558"/>
                    <a:pt x="8385" y="3545"/>
                    <a:pt x="8396" y="3511"/>
                  </a:cubicBezTo>
                  <a:cubicBezTo>
                    <a:pt x="8547" y="2734"/>
                    <a:pt x="8948" y="1957"/>
                    <a:pt x="9624" y="1556"/>
                  </a:cubicBezTo>
                  <a:cubicBezTo>
                    <a:pt x="9975" y="1330"/>
                    <a:pt x="10351" y="1205"/>
                    <a:pt x="10752" y="1205"/>
                  </a:cubicBezTo>
                  <a:cubicBezTo>
                    <a:pt x="11128" y="1205"/>
                    <a:pt x="11504" y="1330"/>
                    <a:pt x="11830" y="1556"/>
                  </a:cubicBezTo>
                  <a:cubicBezTo>
                    <a:pt x="12481" y="2007"/>
                    <a:pt x="12882" y="2784"/>
                    <a:pt x="13083" y="3536"/>
                  </a:cubicBezTo>
                  <a:cubicBezTo>
                    <a:pt x="13308" y="4363"/>
                    <a:pt x="13333" y="5215"/>
                    <a:pt x="13208" y="6042"/>
                  </a:cubicBezTo>
                  <a:cubicBezTo>
                    <a:pt x="13058" y="7070"/>
                    <a:pt x="12732" y="8072"/>
                    <a:pt x="12381" y="9075"/>
                  </a:cubicBezTo>
                  <a:cubicBezTo>
                    <a:pt x="12379" y="9082"/>
                    <a:pt x="12378" y="9090"/>
                    <a:pt x="12379" y="9096"/>
                  </a:cubicBezTo>
                  <a:lnTo>
                    <a:pt x="12379" y="9096"/>
                  </a:lnTo>
                  <a:cubicBezTo>
                    <a:pt x="11956" y="9806"/>
                    <a:pt x="11416" y="10466"/>
                    <a:pt x="10852" y="11030"/>
                  </a:cubicBezTo>
                  <a:cubicBezTo>
                    <a:pt x="10376" y="11531"/>
                    <a:pt x="9850" y="11982"/>
                    <a:pt x="9248" y="12283"/>
                  </a:cubicBezTo>
                  <a:cubicBezTo>
                    <a:pt x="8736" y="12548"/>
                    <a:pt x="8175" y="12676"/>
                    <a:pt x="7607" y="12676"/>
                  </a:cubicBezTo>
                  <a:cubicBezTo>
                    <a:pt x="7369" y="12676"/>
                    <a:pt x="7129" y="12653"/>
                    <a:pt x="6892" y="12609"/>
                  </a:cubicBezTo>
                  <a:cubicBezTo>
                    <a:pt x="6441" y="12533"/>
                    <a:pt x="5965" y="12383"/>
                    <a:pt x="5564" y="12157"/>
                  </a:cubicBezTo>
                  <a:cubicBezTo>
                    <a:pt x="5313" y="12032"/>
                    <a:pt x="5063" y="11882"/>
                    <a:pt x="4837" y="11731"/>
                  </a:cubicBezTo>
                  <a:cubicBezTo>
                    <a:pt x="4461" y="11506"/>
                    <a:pt x="4085" y="11280"/>
                    <a:pt x="3709" y="11030"/>
                  </a:cubicBezTo>
                  <a:cubicBezTo>
                    <a:pt x="2331" y="10077"/>
                    <a:pt x="1078" y="8849"/>
                    <a:pt x="476" y="7245"/>
                  </a:cubicBezTo>
                  <a:cubicBezTo>
                    <a:pt x="226" y="6543"/>
                    <a:pt x="50" y="5741"/>
                    <a:pt x="301" y="5015"/>
                  </a:cubicBezTo>
                  <a:cubicBezTo>
                    <a:pt x="426" y="4689"/>
                    <a:pt x="652" y="4388"/>
                    <a:pt x="1003" y="4238"/>
                  </a:cubicBezTo>
                  <a:cubicBezTo>
                    <a:pt x="1161" y="4185"/>
                    <a:pt x="1327" y="4163"/>
                    <a:pt x="1496" y="4163"/>
                  </a:cubicBezTo>
                  <a:cubicBezTo>
                    <a:pt x="1728" y="4163"/>
                    <a:pt x="1963" y="4205"/>
                    <a:pt x="2181" y="4263"/>
                  </a:cubicBezTo>
                  <a:cubicBezTo>
                    <a:pt x="2381" y="4313"/>
                    <a:pt x="2556" y="4363"/>
                    <a:pt x="2757" y="4438"/>
                  </a:cubicBezTo>
                  <a:cubicBezTo>
                    <a:pt x="2765" y="4441"/>
                    <a:pt x="2773" y="4442"/>
                    <a:pt x="2780" y="4442"/>
                  </a:cubicBezTo>
                  <a:cubicBezTo>
                    <a:pt x="2837" y="4442"/>
                    <a:pt x="2855" y="4358"/>
                    <a:pt x="2832" y="4313"/>
                  </a:cubicBezTo>
                  <a:cubicBezTo>
                    <a:pt x="2381" y="3736"/>
                    <a:pt x="2206" y="2984"/>
                    <a:pt x="2331" y="2258"/>
                  </a:cubicBezTo>
                  <a:cubicBezTo>
                    <a:pt x="2431" y="1556"/>
                    <a:pt x="2832" y="954"/>
                    <a:pt x="3459" y="553"/>
                  </a:cubicBezTo>
                  <a:cubicBezTo>
                    <a:pt x="3885" y="294"/>
                    <a:pt x="4392" y="144"/>
                    <a:pt x="4901" y="144"/>
                  </a:cubicBezTo>
                  <a:close/>
                  <a:moveTo>
                    <a:pt x="4899" y="0"/>
                  </a:moveTo>
                  <a:cubicBezTo>
                    <a:pt x="4422" y="0"/>
                    <a:pt x="3946" y="122"/>
                    <a:pt x="3534" y="353"/>
                  </a:cubicBezTo>
                  <a:cubicBezTo>
                    <a:pt x="2882" y="704"/>
                    <a:pt x="2406" y="1305"/>
                    <a:pt x="2231" y="2032"/>
                  </a:cubicBezTo>
                  <a:cubicBezTo>
                    <a:pt x="2048" y="2788"/>
                    <a:pt x="2178" y="3606"/>
                    <a:pt x="2603" y="4239"/>
                  </a:cubicBezTo>
                  <a:lnTo>
                    <a:pt x="2603" y="4239"/>
                  </a:lnTo>
                  <a:cubicBezTo>
                    <a:pt x="2255" y="4118"/>
                    <a:pt x="1870" y="4018"/>
                    <a:pt x="1504" y="4018"/>
                  </a:cubicBezTo>
                  <a:cubicBezTo>
                    <a:pt x="1142" y="4018"/>
                    <a:pt x="798" y="4116"/>
                    <a:pt x="526" y="4388"/>
                  </a:cubicBezTo>
                  <a:cubicBezTo>
                    <a:pt x="0" y="4914"/>
                    <a:pt x="0" y="5741"/>
                    <a:pt x="125" y="6418"/>
                  </a:cubicBezTo>
                  <a:cubicBezTo>
                    <a:pt x="426" y="8122"/>
                    <a:pt x="1579" y="9551"/>
                    <a:pt x="2907" y="10604"/>
                  </a:cubicBezTo>
                  <a:cubicBezTo>
                    <a:pt x="3634" y="11180"/>
                    <a:pt x="4411" y="11656"/>
                    <a:pt x="5188" y="12132"/>
                  </a:cubicBezTo>
                  <a:cubicBezTo>
                    <a:pt x="5539" y="12333"/>
                    <a:pt x="5915" y="12508"/>
                    <a:pt x="6316" y="12609"/>
                  </a:cubicBezTo>
                  <a:cubicBezTo>
                    <a:pt x="6752" y="12744"/>
                    <a:pt x="7206" y="12825"/>
                    <a:pt x="7662" y="12825"/>
                  </a:cubicBezTo>
                  <a:cubicBezTo>
                    <a:pt x="7966" y="12825"/>
                    <a:pt x="8271" y="12789"/>
                    <a:pt x="8572" y="12709"/>
                  </a:cubicBezTo>
                  <a:cubicBezTo>
                    <a:pt x="9298" y="12533"/>
                    <a:pt x="9950" y="12082"/>
                    <a:pt x="10501" y="11581"/>
                  </a:cubicBezTo>
                  <a:cubicBezTo>
                    <a:pt x="11278" y="10879"/>
                    <a:pt x="11955" y="10052"/>
                    <a:pt x="12506" y="9175"/>
                  </a:cubicBezTo>
                  <a:cubicBezTo>
                    <a:pt x="12506" y="9161"/>
                    <a:pt x="12506" y="9147"/>
                    <a:pt x="12511" y="9137"/>
                  </a:cubicBezTo>
                  <a:lnTo>
                    <a:pt x="12511" y="9137"/>
                  </a:lnTo>
                  <a:cubicBezTo>
                    <a:pt x="12514" y="9134"/>
                    <a:pt x="12516" y="9131"/>
                    <a:pt x="12519" y="9128"/>
                  </a:cubicBezTo>
                  <a:lnTo>
                    <a:pt x="12519" y="9128"/>
                  </a:lnTo>
                  <a:cubicBezTo>
                    <a:pt x="12522" y="9126"/>
                    <a:pt x="12526" y="9125"/>
                    <a:pt x="12531" y="9125"/>
                  </a:cubicBezTo>
                  <a:cubicBezTo>
                    <a:pt x="12544" y="9107"/>
                    <a:pt x="12545" y="9088"/>
                    <a:pt x="12541" y="9072"/>
                  </a:cubicBezTo>
                  <a:lnTo>
                    <a:pt x="12541" y="9072"/>
                  </a:lnTo>
                  <a:cubicBezTo>
                    <a:pt x="13114" y="7326"/>
                    <a:pt x="13707" y="5456"/>
                    <a:pt x="13258" y="3611"/>
                  </a:cubicBezTo>
                  <a:cubicBezTo>
                    <a:pt x="13058" y="2834"/>
                    <a:pt x="12657" y="2032"/>
                    <a:pt x="12005" y="1531"/>
                  </a:cubicBezTo>
                  <a:cubicBezTo>
                    <a:pt x="11704" y="1280"/>
                    <a:pt x="11354" y="1130"/>
                    <a:pt x="10953" y="1080"/>
                  </a:cubicBezTo>
                  <a:cubicBezTo>
                    <a:pt x="10882" y="1071"/>
                    <a:pt x="10810" y="1067"/>
                    <a:pt x="10740" y="1067"/>
                  </a:cubicBezTo>
                  <a:cubicBezTo>
                    <a:pt x="10411" y="1067"/>
                    <a:pt x="10088" y="1156"/>
                    <a:pt x="9800" y="1280"/>
                  </a:cubicBezTo>
                  <a:cubicBezTo>
                    <a:pt x="9019" y="1648"/>
                    <a:pt x="8532" y="2416"/>
                    <a:pt x="8302" y="3236"/>
                  </a:cubicBezTo>
                  <a:lnTo>
                    <a:pt x="8302" y="3236"/>
                  </a:lnTo>
                  <a:cubicBezTo>
                    <a:pt x="7764" y="1959"/>
                    <a:pt x="7059" y="528"/>
                    <a:pt x="5639" y="102"/>
                  </a:cubicBezTo>
                  <a:cubicBezTo>
                    <a:pt x="5398" y="33"/>
                    <a:pt x="5149" y="0"/>
                    <a:pt x="489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3" name="Google Shape;5383;p55"/>
            <p:cNvSpPr/>
            <p:nvPr/>
          </p:nvSpPr>
          <p:spPr>
            <a:xfrm>
              <a:off x="6537644" y="1082780"/>
              <a:ext cx="343526" cy="467918"/>
            </a:xfrm>
            <a:custGeom>
              <a:rect b="b" l="l" r="r" t="t"/>
              <a:pathLst>
                <a:path extrusionOk="0" h="8979" w="6592">
                  <a:moveTo>
                    <a:pt x="4396" y="1"/>
                  </a:moveTo>
                  <a:cubicBezTo>
                    <a:pt x="4037" y="1"/>
                    <a:pt x="3672" y="113"/>
                    <a:pt x="3384" y="329"/>
                  </a:cubicBezTo>
                  <a:cubicBezTo>
                    <a:pt x="2983" y="655"/>
                    <a:pt x="2807" y="1181"/>
                    <a:pt x="2807" y="1682"/>
                  </a:cubicBezTo>
                  <a:cubicBezTo>
                    <a:pt x="2807" y="2287"/>
                    <a:pt x="3047" y="2851"/>
                    <a:pt x="3313" y="3394"/>
                  </a:cubicBezTo>
                  <a:lnTo>
                    <a:pt x="3313" y="3394"/>
                  </a:lnTo>
                  <a:cubicBezTo>
                    <a:pt x="3246" y="3374"/>
                    <a:pt x="3176" y="3364"/>
                    <a:pt x="3106" y="3364"/>
                  </a:cubicBezTo>
                  <a:cubicBezTo>
                    <a:pt x="2935" y="3364"/>
                    <a:pt x="2766" y="3426"/>
                    <a:pt x="2657" y="3562"/>
                  </a:cubicBezTo>
                  <a:cubicBezTo>
                    <a:pt x="2500" y="3719"/>
                    <a:pt x="2452" y="3948"/>
                    <a:pt x="2505" y="4149"/>
                  </a:cubicBezTo>
                  <a:lnTo>
                    <a:pt x="2505" y="4149"/>
                  </a:lnTo>
                  <a:cubicBezTo>
                    <a:pt x="2167" y="3977"/>
                    <a:pt x="1788" y="3884"/>
                    <a:pt x="1412" y="3884"/>
                  </a:cubicBezTo>
                  <a:cubicBezTo>
                    <a:pt x="1214" y="3884"/>
                    <a:pt x="1017" y="3910"/>
                    <a:pt x="827" y="3963"/>
                  </a:cubicBezTo>
                  <a:cubicBezTo>
                    <a:pt x="552" y="4038"/>
                    <a:pt x="276" y="4189"/>
                    <a:pt x="201" y="4464"/>
                  </a:cubicBezTo>
                  <a:cubicBezTo>
                    <a:pt x="100" y="4765"/>
                    <a:pt x="201" y="5091"/>
                    <a:pt x="326" y="5367"/>
                  </a:cubicBezTo>
                  <a:cubicBezTo>
                    <a:pt x="827" y="6444"/>
                    <a:pt x="1654" y="7397"/>
                    <a:pt x="2632" y="8073"/>
                  </a:cubicBezTo>
                  <a:cubicBezTo>
                    <a:pt x="3208" y="8474"/>
                    <a:pt x="3810" y="8775"/>
                    <a:pt x="4461" y="8976"/>
                  </a:cubicBezTo>
                  <a:cubicBezTo>
                    <a:pt x="4469" y="8978"/>
                    <a:pt x="4476" y="8979"/>
                    <a:pt x="4483" y="8979"/>
                  </a:cubicBezTo>
                  <a:cubicBezTo>
                    <a:pt x="4565" y="8979"/>
                    <a:pt x="4581" y="8849"/>
                    <a:pt x="4512" y="8825"/>
                  </a:cubicBezTo>
                  <a:cubicBezTo>
                    <a:pt x="3434" y="8500"/>
                    <a:pt x="2456" y="7873"/>
                    <a:pt x="1679" y="7071"/>
                  </a:cubicBezTo>
                  <a:cubicBezTo>
                    <a:pt x="1278" y="6670"/>
                    <a:pt x="953" y="6219"/>
                    <a:pt x="677" y="5743"/>
                  </a:cubicBezTo>
                  <a:cubicBezTo>
                    <a:pt x="426" y="5292"/>
                    <a:pt x="0" y="4490"/>
                    <a:pt x="652" y="4164"/>
                  </a:cubicBezTo>
                  <a:cubicBezTo>
                    <a:pt x="848" y="4057"/>
                    <a:pt x="1094" y="4026"/>
                    <a:pt x="1337" y="4026"/>
                  </a:cubicBezTo>
                  <a:cubicBezTo>
                    <a:pt x="1436" y="4026"/>
                    <a:pt x="1535" y="4031"/>
                    <a:pt x="1629" y="4038"/>
                  </a:cubicBezTo>
                  <a:cubicBezTo>
                    <a:pt x="1980" y="4089"/>
                    <a:pt x="2331" y="4214"/>
                    <a:pt x="2632" y="4389"/>
                  </a:cubicBezTo>
                  <a:cubicBezTo>
                    <a:pt x="2646" y="4399"/>
                    <a:pt x="2661" y="4403"/>
                    <a:pt x="2674" y="4403"/>
                  </a:cubicBezTo>
                  <a:cubicBezTo>
                    <a:pt x="2731" y="4403"/>
                    <a:pt x="2773" y="4330"/>
                    <a:pt x="2732" y="4289"/>
                  </a:cubicBezTo>
                  <a:cubicBezTo>
                    <a:pt x="2582" y="4114"/>
                    <a:pt x="2582" y="3813"/>
                    <a:pt x="2757" y="3637"/>
                  </a:cubicBezTo>
                  <a:cubicBezTo>
                    <a:pt x="2861" y="3546"/>
                    <a:pt x="2986" y="3502"/>
                    <a:pt x="3109" y="3502"/>
                  </a:cubicBezTo>
                  <a:cubicBezTo>
                    <a:pt x="3224" y="3502"/>
                    <a:pt x="3337" y="3540"/>
                    <a:pt x="3434" y="3612"/>
                  </a:cubicBezTo>
                  <a:cubicBezTo>
                    <a:pt x="3448" y="3622"/>
                    <a:pt x="3462" y="3626"/>
                    <a:pt x="3474" y="3626"/>
                  </a:cubicBezTo>
                  <a:cubicBezTo>
                    <a:pt x="3525" y="3626"/>
                    <a:pt x="3554" y="3553"/>
                    <a:pt x="3534" y="3512"/>
                  </a:cubicBezTo>
                  <a:cubicBezTo>
                    <a:pt x="3283" y="3011"/>
                    <a:pt x="3008" y="2484"/>
                    <a:pt x="2958" y="1908"/>
                  </a:cubicBezTo>
                  <a:cubicBezTo>
                    <a:pt x="2908" y="1432"/>
                    <a:pt x="3008" y="906"/>
                    <a:pt x="3334" y="555"/>
                  </a:cubicBezTo>
                  <a:cubicBezTo>
                    <a:pt x="3592" y="296"/>
                    <a:pt x="3977" y="148"/>
                    <a:pt x="4350" y="148"/>
                  </a:cubicBezTo>
                  <a:cubicBezTo>
                    <a:pt x="4447" y="148"/>
                    <a:pt x="4544" y="158"/>
                    <a:pt x="4637" y="179"/>
                  </a:cubicBezTo>
                  <a:cubicBezTo>
                    <a:pt x="5113" y="254"/>
                    <a:pt x="5514" y="555"/>
                    <a:pt x="5815" y="906"/>
                  </a:cubicBezTo>
                  <a:cubicBezTo>
                    <a:pt x="6191" y="1407"/>
                    <a:pt x="6366" y="2008"/>
                    <a:pt x="6441" y="2610"/>
                  </a:cubicBezTo>
                  <a:cubicBezTo>
                    <a:pt x="6454" y="2660"/>
                    <a:pt x="6491" y="2685"/>
                    <a:pt x="6526" y="2685"/>
                  </a:cubicBezTo>
                  <a:cubicBezTo>
                    <a:pt x="6560" y="2685"/>
                    <a:pt x="6592" y="2660"/>
                    <a:pt x="6592" y="2610"/>
                  </a:cubicBezTo>
                  <a:cubicBezTo>
                    <a:pt x="6517" y="2033"/>
                    <a:pt x="6366" y="1432"/>
                    <a:pt x="6040" y="956"/>
                  </a:cubicBezTo>
                  <a:cubicBezTo>
                    <a:pt x="5740" y="530"/>
                    <a:pt x="5314" y="204"/>
                    <a:pt x="4812" y="53"/>
                  </a:cubicBezTo>
                  <a:cubicBezTo>
                    <a:pt x="4678" y="18"/>
                    <a:pt x="4538" y="1"/>
                    <a:pt x="439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4" name="Google Shape;5384;p55"/>
            <p:cNvSpPr/>
            <p:nvPr/>
          </p:nvSpPr>
          <p:spPr>
            <a:xfrm>
              <a:off x="6646036" y="1071889"/>
              <a:ext cx="47735" cy="144612"/>
            </a:xfrm>
            <a:custGeom>
              <a:rect b="b" l="l" r="r" t="t"/>
              <a:pathLst>
                <a:path extrusionOk="0" h="2775" w="916">
                  <a:moveTo>
                    <a:pt x="822" y="0"/>
                  </a:moveTo>
                  <a:cubicBezTo>
                    <a:pt x="808" y="0"/>
                    <a:pt x="794" y="4"/>
                    <a:pt x="777" y="12"/>
                  </a:cubicBezTo>
                  <a:cubicBezTo>
                    <a:pt x="401" y="237"/>
                    <a:pt x="176" y="663"/>
                    <a:pt x="101" y="1089"/>
                  </a:cubicBezTo>
                  <a:cubicBezTo>
                    <a:pt x="0" y="1641"/>
                    <a:pt x="151" y="2192"/>
                    <a:pt x="301" y="2719"/>
                  </a:cubicBezTo>
                  <a:cubicBezTo>
                    <a:pt x="301" y="2759"/>
                    <a:pt x="325" y="2775"/>
                    <a:pt x="353" y="2775"/>
                  </a:cubicBezTo>
                  <a:cubicBezTo>
                    <a:pt x="393" y="2775"/>
                    <a:pt x="442" y="2739"/>
                    <a:pt x="427" y="2693"/>
                  </a:cubicBezTo>
                  <a:cubicBezTo>
                    <a:pt x="301" y="2192"/>
                    <a:pt x="151" y="1666"/>
                    <a:pt x="251" y="1140"/>
                  </a:cubicBezTo>
                  <a:cubicBezTo>
                    <a:pt x="301" y="739"/>
                    <a:pt x="502" y="363"/>
                    <a:pt x="853" y="137"/>
                  </a:cubicBezTo>
                  <a:cubicBezTo>
                    <a:pt x="916" y="95"/>
                    <a:pt x="891" y="0"/>
                    <a:pt x="82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5" name="Google Shape;5385;p55"/>
            <p:cNvSpPr/>
            <p:nvPr/>
          </p:nvSpPr>
          <p:spPr>
            <a:xfrm>
              <a:off x="6666933" y="1233121"/>
              <a:ext cx="10475" cy="7869"/>
            </a:xfrm>
            <a:custGeom>
              <a:rect b="b" l="l" r="r" t="t"/>
              <a:pathLst>
                <a:path extrusionOk="0" h="151" w="201">
                  <a:moveTo>
                    <a:pt x="101" y="0"/>
                  </a:moveTo>
                  <a:cubicBezTo>
                    <a:pt x="0" y="0"/>
                    <a:pt x="0" y="151"/>
                    <a:pt x="101" y="151"/>
                  </a:cubicBezTo>
                  <a:cubicBezTo>
                    <a:pt x="201" y="151"/>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6" name="Google Shape;5386;p55"/>
            <p:cNvSpPr/>
            <p:nvPr/>
          </p:nvSpPr>
          <p:spPr>
            <a:xfrm>
              <a:off x="6742703" y="1039319"/>
              <a:ext cx="14383" cy="21991"/>
            </a:xfrm>
            <a:custGeom>
              <a:rect b="b" l="l" r="r" t="t"/>
              <a:pathLst>
                <a:path extrusionOk="0" h="422" w="276">
                  <a:moveTo>
                    <a:pt x="190" y="0"/>
                  </a:moveTo>
                  <a:cubicBezTo>
                    <a:pt x="162" y="0"/>
                    <a:pt x="144" y="24"/>
                    <a:pt x="125" y="60"/>
                  </a:cubicBezTo>
                  <a:cubicBezTo>
                    <a:pt x="100" y="136"/>
                    <a:pt x="50" y="236"/>
                    <a:pt x="25" y="336"/>
                  </a:cubicBezTo>
                  <a:cubicBezTo>
                    <a:pt x="0" y="361"/>
                    <a:pt x="25" y="386"/>
                    <a:pt x="25" y="386"/>
                  </a:cubicBezTo>
                  <a:cubicBezTo>
                    <a:pt x="25" y="411"/>
                    <a:pt x="50" y="411"/>
                    <a:pt x="75" y="411"/>
                  </a:cubicBezTo>
                  <a:cubicBezTo>
                    <a:pt x="82" y="418"/>
                    <a:pt x="91" y="421"/>
                    <a:pt x="99" y="421"/>
                  </a:cubicBezTo>
                  <a:cubicBezTo>
                    <a:pt x="124" y="421"/>
                    <a:pt x="150" y="398"/>
                    <a:pt x="150" y="361"/>
                  </a:cubicBezTo>
                  <a:cubicBezTo>
                    <a:pt x="201" y="286"/>
                    <a:pt x="226" y="186"/>
                    <a:pt x="276" y="85"/>
                  </a:cubicBezTo>
                  <a:cubicBezTo>
                    <a:pt x="276" y="85"/>
                    <a:pt x="276" y="60"/>
                    <a:pt x="251" y="35"/>
                  </a:cubicBezTo>
                  <a:cubicBezTo>
                    <a:pt x="251" y="35"/>
                    <a:pt x="226" y="10"/>
                    <a:pt x="226" y="10"/>
                  </a:cubicBezTo>
                  <a:cubicBezTo>
                    <a:pt x="212" y="3"/>
                    <a:pt x="201" y="0"/>
                    <a:pt x="19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7" name="Google Shape;5387;p55"/>
            <p:cNvSpPr/>
            <p:nvPr/>
          </p:nvSpPr>
          <p:spPr>
            <a:xfrm>
              <a:off x="6758336" y="1047657"/>
              <a:ext cx="13132" cy="14435"/>
            </a:xfrm>
            <a:custGeom>
              <a:rect b="b" l="l" r="r" t="t"/>
              <a:pathLst>
                <a:path extrusionOk="0" h="277" w="252">
                  <a:moveTo>
                    <a:pt x="176" y="1"/>
                  </a:moveTo>
                  <a:cubicBezTo>
                    <a:pt x="151" y="1"/>
                    <a:pt x="126" y="1"/>
                    <a:pt x="126" y="26"/>
                  </a:cubicBezTo>
                  <a:cubicBezTo>
                    <a:pt x="76" y="51"/>
                    <a:pt x="51" y="101"/>
                    <a:pt x="26" y="151"/>
                  </a:cubicBezTo>
                  <a:cubicBezTo>
                    <a:pt x="1" y="151"/>
                    <a:pt x="1" y="151"/>
                    <a:pt x="1" y="176"/>
                  </a:cubicBezTo>
                  <a:cubicBezTo>
                    <a:pt x="1" y="176"/>
                    <a:pt x="1" y="176"/>
                    <a:pt x="1" y="201"/>
                  </a:cubicBezTo>
                  <a:cubicBezTo>
                    <a:pt x="1" y="226"/>
                    <a:pt x="1" y="226"/>
                    <a:pt x="26" y="251"/>
                  </a:cubicBezTo>
                  <a:cubicBezTo>
                    <a:pt x="26" y="251"/>
                    <a:pt x="51" y="276"/>
                    <a:pt x="76" y="276"/>
                  </a:cubicBezTo>
                  <a:cubicBezTo>
                    <a:pt x="76" y="276"/>
                    <a:pt x="101" y="251"/>
                    <a:pt x="126" y="251"/>
                  </a:cubicBezTo>
                  <a:cubicBezTo>
                    <a:pt x="151" y="201"/>
                    <a:pt x="176" y="176"/>
                    <a:pt x="226" y="126"/>
                  </a:cubicBezTo>
                  <a:cubicBezTo>
                    <a:pt x="226" y="126"/>
                    <a:pt x="226" y="101"/>
                    <a:pt x="226" y="101"/>
                  </a:cubicBezTo>
                  <a:cubicBezTo>
                    <a:pt x="251" y="101"/>
                    <a:pt x="251" y="76"/>
                    <a:pt x="251" y="76"/>
                  </a:cubicBezTo>
                  <a:cubicBezTo>
                    <a:pt x="251" y="51"/>
                    <a:pt x="226" y="26"/>
                    <a:pt x="226" y="26"/>
                  </a:cubicBezTo>
                  <a:cubicBezTo>
                    <a:pt x="201" y="1"/>
                    <a:pt x="201"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8" name="Google Shape;5388;p55"/>
            <p:cNvSpPr/>
            <p:nvPr/>
          </p:nvSpPr>
          <p:spPr>
            <a:xfrm>
              <a:off x="6533736" y="1257405"/>
              <a:ext cx="28766" cy="30642"/>
            </a:xfrm>
            <a:custGeom>
              <a:rect b="b" l="l" r="r" t="t"/>
              <a:pathLst>
                <a:path extrusionOk="0" h="588" w="552">
                  <a:moveTo>
                    <a:pt x="487" y="1"/>
                  </a:moveTo>
                  <a:cubicBezTo>
                    <a:pt x="476" y="1"/>
                    <a:pt x="465" y="4"/>
                    <a:pt x="451" y="11"/>
                  </a:cubicBezTo>
                  <a:cubicBezTo>
                    <a:pt x="201" y="61"/>
                    <a:pt x="25" y="286"/>
                    <a:pt x="0" y="512"/>
                  </a:cubicBezTo>
                  <a:cubicBezTo>
                    <a:pt x="0" y="562"/>
                    <a:pt x="50" y="587"/>
                    <a:pt x="75" y="587"/>
                  </a:cubicBezTo>
                  <a:cubicBezTo>
                    <a:pt x="125" y="587"/>
                    <a:pt x="150" y="562"/>
                    <a:pt x="150" y="512"/>
                  </a:cubicBezTo>
                  <a:cubicBezTo>
                    <a:pt x="150" y="499"/>
                    <a:pt x="150" y="499"/>
                    <a:pt x="150" y="499"/>
                  </a:cubicBezTo>
                  <a:cubicBezTo>
                    <a:pt x="150" y="499"/>
                    <a:pt x="150" y="499"/>
                    <a:pt x="150" y="487"/>
                  </a:cubicBezTo>
                  <a:cubicBezTo>
                    <a:pt x="150" y="487"/>
                    <a:pt x="150" y="462"/>
                    <a:pt x="175" y="462"/>
                  </a:cubicBezTo>
                  <a:cubicBezTo>
                    <a:pt x="175" y="437"/>
                    <a:pt x="175" y="437"/>
                    <a:pt x="175" y="412"/>
                  </a:cubicBezTo>
                  <a:cubicBezTo>
                    <a:pt x="175" y="399"/>
                    <a:pt x="175" y="399"/>
                    <a:pt x="175" y="399"/>
                  </a:cubicBezTo>
                  <a:cubicBezTo>
                    <a:pt x="175" y="399"/>
                    <a:pt x="175" y="399"/>
                    <a:pt x="175" y="387"/>
                  </a:cubicBezTo>
                  <a:cubicBezTo>
                    <a:pt x="201" y="387"/>
                    <a:pt x="201" y="362"/>
                    <a:pt x="226" y="337"/>
                  </a:cubicBezTo>
                  <a:cubicBezTo>
                    <a:pt x="226" y="311"/>
                    <a:pt x="226" y="311"/>
                    <a:pt x="251" y="311"/>
                  </a:cubicBezTo>
                  <a:cubicBezTo>
                    <a:pt x="226" y="311"/>
                    <a:pt x="251" y="286"/>
                    <a:pt x="251" y="286"/>
                  </a:cubicBezTo>
                  <a:cubicBezTo>
                    <a:pt x="276" y="261"/>
                    <a:pt x="301" y="236"/>
                    <a:pt x="301" y="236"/>
                  </a:cubicBezTo>
                  <a:cubicBezTo>
                    <a:pt x="326" y="236"/>
                    <a:pt x="326" y="211"/>
                    <a:pt x="326" y="211"/>
                  </a:cubicBezTo>
                  <a:cubicBezTo>
                    <a:pt x="351" y="211"/>
                    <a:pt x="351" y="186"/>
                    <a:pt x="376" y="186"/>
                  </a:cubicBezTo>
                  <a:cubicBezTo>
                    <a:pt x="376" y="186"/>
                    <a:pt x="376" y="186"/>
                    <a:pt x="401" y="161"/>
                  </a:cubicBezTo>
                  <a:lnTo>
                    <a:pt x="426" y="161"/>
                  </a:lnTo>
                  <a:cubicBezTo>
                    <a:pt x="451" y="161"/>
                    <a:pt x="476" y="136"/>
                    <a:pt x="501" y="136"/>
                  </a:cubicBezTo>
                  <a:cubicBezTo>
                    <a:pt x="526" y="136"/>
                    <a:pt x="551" y="86"/>
                    <a:pt x="551" y="61"/>
                  </a:cubicBezTo>
                  <a:cubicBezTo>
                    <a:pt x="533" y="24"/>
                    <a:pt x="515" y="1"/>
                    <a:pt x="4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9" name="Google Shape;5389;p55"/>
            <p:cNvSpPr/>
            <p:nvPr/>
          </p:nvSpPr>
          <p:spPr>
            <a:xfrm>
              <a:off x="6899402" y="1120821"/>
              <a:ext cx="245606" cy="351707"/>
            </a:xfrm>
            <a:custGeom>
              <a:rect b="b" l="l" r="r" t="t"/>
              <a:pathLst>
                <a:path extrusionOk="0" h="6749" w="4713">
                  <a:moveTo>
                    <a:pt x="2908" y="0"/>
                  </a:moveTo>
                  <a:cubicBezTo>
                    <a:pt x="2607" y="0"/>
                    <a:pt x="2331" y="125"/>
                    <a:pt x="2106" y="326"/>
                  </a:cubicBezTo>
                  <a:cubicBezTo>
                    <a:pt x="1564" y="825"/>
                    <a:pt x="1547" y="1586"/>
                    <a:pt x="1601" y="2286"/>
                  </a:cubicBezTo>
                  <a:lnTo>
                    <a:pt x="1601" y="2286"/>
                  </a:lnTo>
                  <a:cubicBezTo>
                    <a:pt x="1506" y="2203"/>
                    <a:pt x="1384" y="2148"/>
                    <a:pt x="1257" y="2148"/>
                  </a:cubicBezTo>
                  <a:cubicBezTo>
                    <a:pt x="1231" y="2148"/>
                    <a:pt x="1205" y="2151"/>
                    <a:pt x="1179" y="2155"/>
                  </a:cubicBezTo>
                  <a:cubicBezTo>
                    <a:pt x="1031" y="2205"/>
                    <a:pt x="904" y="2340"/>
                    <a:pt x="863" y="2491"/>
                  </a:cubicBezTo>
                  <a:lnTo>
                    <a:pt x="863" y="2491"/>
                  </a:lnTo>
                  <a:cubicBezTo>
                    <a:pt x="769" y="2405"/>
                    <a:pt x="643" y="2353"/>
                    <a:pt x="506" y="2353"/>
                  </a:cubicBezTo>
                  <a:cubicBezTo>
                    <a:pt x="488" y="2353"/>
                    <a:pt x="470" y="2354"/>
                    <a:pt x="452" y="2356"/>
                  </a:cubicBezTo>
                  <a:cubicBezTo>
                    <a:pt x="226" y="2381"/>
                    <a:pt x="51" y="2582"/>
                    <a:pt x="1" y="2832"/>
                  </a:cubicBezTo>
                  <a:cubicBezTo>
                    <a:pt x="1" y="2879"/>
                    <a:pt x="33" y="2898"/>
                    <a:pt x="68" y="2898"/>
                  </a:cubicBezTo>
                  <a:cubicBezTo>
                    <a:pt x="108" y="2898"/>
                    <a:pt x="151" y="2872"/>
                    <a:pt x="151" y="2832"/>
                  </a:cubicBezTo>
                  <a:cubicBezTo>
                    <a:pt x="176" y="2657"/>
                    <a:pt x="326" y="2531"/>
                    <a:pt x="477" y="2506"/>
                  </a:cubicBezTo>
                  <a:cubicBezTo>
                    <a:pt x="495" y="2504"/>
                    <a:pt x="513" y="2503"/>
                    <a:pt x="530" y="2503"/>
                  </a:cubicBezTo>
                  <a:cubicBezTo>
                    <a:pt x="682" y="2503"/>
                    <a:pt x="810" y="2597"/>
                    <a:pt x="878" y="2732"/>
                  </a:cubicBezTo>
                  <a:cubicBezTo>
                    <a:pt x="888" y="2772"/>
                    <a:pt x="918" y="2788"/>
                    <a:pt x="947" y="2788"/>
                  </a:cubicBezTo>
                  <a:cubicBezTo>
                    <a:pt x="991" y="2788"/>
                    <a:pt x="1033" y="2752"/>
                    <a:pt x="1003" y="2707"/>
                  </a:cubicBezTo>
                  <a:cubicBezTo>
                    <a:pt x="953" y="2531"/>
                    <a:pt x="1053" y="2331"/>
                    <a:pt x="1229" y="2306"/>
                  </a:cubicBezTo>
                  <a:cubicBezTo>
                    <a:pt x="1250" y="2301"/>
                    <a:pt x="1271" y="2298"/>
                    <a:pt x="1292" y="2298"/>
                  </a:cubicBezTo>
                  <a:cubicBezTo>
                    <a:pt x="1436" y="2298"/>
                    <a:pt x="1561" y="2421"/>
                    <a:pt x="1625" y="2553"/>
                  </a:cubicBezTo>
                  <a:lnTo>
                    <a:pt x="1625" y="2553"/>
                  </a:lnTo>
                  <a:cubicBezTo>
                    <a:pt x="1626" y="2571"/>
                    <a:pt x="1628" y="2589"/>
                    <a:pt x="1630" y="2607"/>
                  </a:cubicBezTo>
                  <a:cubicBezTo>
                    <a:pt x="1635" y="2607"/>
                    <a:pt x="1641" y="2607"/>
                    <a:pt x="1647" y="2607"/>
                  </a:cubicBezTo>
                  <a:lnTo>
                    <a:pt x="1647" y="2607"/>
                  </a:lnTo>
                  <a:cubicBezTo>
                    <a:pt x="1650" y="2615"/>
                    <a:pt x="1652" y="2623"/>
                    <a:pt x="1655" y="2632"/>
                  </a:cubicBezTo>
                  <a:cubicBezTo>
                    <a:pt x="1655" y="2663"/>
                    <a:pt x="1681" y="2677"/>
                    <a:pt x="1710" y="2677"/>
                  </a:cubicBezTo>
                  <a:cubicBezTo>
                    <a:pt x="1750" y="2677"/>
                    <a:pt x="1795" y="2650"/>
                    <a:pt x="1780" y="2607"/>
                  </a:cubicBezTo>
                  <a:cubicBezTo>
                    <a:pt x="1779" y="2599"/>
                    <a:pt x="1778" y="2591"/>
                    <a:pt x="1777" y="2583"/>
                  </a:cubicBezTo>
                  <a:lnTo>
                    <a:pt x="1777" y="2583"/>
                  </a:lnTo>
                  <a:cubicBezTo>
                    <a:pt x="1778" y="2582"/>
                    <a:pt x="1779" y="2582"/>
                    <a:pt x="1780" y="2582"/>
                  </a:cubicBezTo>
                  <a:cubicBezTo>
                    <a:pt x="1778" y="2574"/>
                    <a:pt x="1777" y="2566"/>
                    <a:pt x="1775" y="2558"/>
                  </a:cubicBezTo>
                  <a:lnTo>
                    <a:pt x="1775" y="2558"/>
                  </a:lnTo>
                  <a:cubicBezTo>
                    <a:pt x="1700" y="1893"/>
                    <a:pt x="1615" y="1140"/>
                    <a:pt x="2056" y="602"/>
                  </a:cubicBezTo>
                  <a:cubicBezTo>
                    <a:pt x="2231" y="376"/>
                    <a:pt x="2507" y="176"/>
                    <a:pt x="2783" y="150"/>
                  </a:cubicBezTo>
                  <a:cubicBezTo>
                    <a:pt x="2808" y="148"/>
                    <a:pt x="2833" y="147"/>
                    <a:pt x="2858" y="147"/>
                  </a:cubicBezTo>
                  <a:cubicBezTo>
                    <a:pt x="3130" y="147"/>
                    <a:pt x="3378" y="270"/>
                    <a:pt x="3585" y="476"/>
                  </a:cubicBezTo>
                  <a:cubicBezTo>
                    <a:pt x="4036" y="927"/>
                    <a:pt x="4261" y="1629"/>
                    <a:pt x="4336" y="2256"/>
                  </a:cubicBezTo>
                  <a:cubicBezTo>
                    <a:pt x="4462" y="2958"/>
                    <a:pt x="4412" y="3684"/>
                    <a:pt x="4236" y="4386"/>
                  </a:cubicBezTo>
                  <a:cubicBezTo>
                    <a:pt x="4061" y="5188"/>
                    <a:pt x="3710" y="5915"/>
                    <a:pt x="3309" y="6642"/>
                  </a:cubicBezTo>
                  <a:cubicBezTo>
                    <a:pt x="3291" y="6695"/>
                    <a:pt x="3349" y="6748"/>
                    <a:pt x="3393" y="6748"/>
                  </a:cubicBezTo>
                  <a:cubicBezTo>
                    <a:pt x="3411" y="6748"/>
                    <a:pt x="3427" y="6739"/>
                    <a:pt x="3434" y="6717"/>
                  </a:cubicBezTo>
                  <a:cubicBezTo>
                    <a:pt x="4186" y="5364"/>
                    <a:pt x="4712" y="3860"/>
                    <a:pt x="4512" y="2306"/>
                  </a:cubicBezTo>
                  <a:cubicBezTo>
                    <a:pt x="4412" y="1629"/>
                    <a:pt x="4186" y="877"/>
                    <a:pt x="3710" y="401"/>
                  </a:cubicBezTo>
                  <a:cubicBezTo>
                    <a:pt x="3509" y="176"/>
                    <a:pt x="3234" y="25"/>
                    <a:pt x="290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0" name="Google Shape;5390;p55"/>
            <p:cNvSpPr/>
            <p:nvPr/>
          </p:nvSpPr>
          <p:spPr>
            <a:xfrm>
              <a:off x="7041092" y="1178977"/>
              <a:ext cx="54301" cy="86872"/>
            </a:xfrm>
            <a:custGeom>
              <a:rect b="b" l="l" r="r" t="t"/>
              <a:pathLst>
                <a:path extrusionOk="0" h="1667" w="1042">
                  <a:moveTo>
                    <a:pt x="103" y="0"/>
                  </a:moveTo>
                  <a:cubicBezTo>
                    <a:pt x="43" y="0"/>
                    <a:pt x="1" y="95"/>
                    <a:pt x="64" y="137"/>
                  </a:cubicBezTo>
                  <a:cubicBezTo>
                    <a:pt x="565" y="438"/>
                    <a:pt x="891" y="1014"/>
                    <a:pt x="891" y="1591"/>
                  </a:cubicBezTo>
                  <a:cubicBezTo>
                    <a:pt x="891" y="1641"/>
                    <a:pt x="928" y="1666"/>
                    <a:pt x="966" y="1666"/>
                  </a:cubicBezTo>
                  <a:cubicBezTo>
                    <a:pt x="1003" y="1666"/>
                    <a:pt x="1041" y="1641"/>
                    <a:pt x="1041" y="1591"/>
                  </a:cubicBezTo>
                  <a:cubicBezTo>
                    <a:pt x="1041" y="964"/>
                    <a:pt x="690" y="338"/>
                    <a:pt x="139" y="12"/>
                  </a:cubicBezTo>
                  <a:cubicBezTo>
                    <a:pt x="127" y="4"/>
                    <a:pt x="114" y="0"/>
                    <a:pt x="1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1" name="Google Shape;5391;p55"/>
            <p:cNvSpPr/>
            <p:nvPr/>
          </p:nvSpPr>
          <p:spPr>
            <a:xfrm>
              <a:off x="7096643" y="1282731"/>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2" name="Google Shape;5392;p55"/>
            <p:cNvSpPr/>
            <p:nvPr/>
          </p:nvSpPr>
          <p:spPr>
            <a:xfrm>
              <a:off x="7118843" y="1131556"/>
              <a:ext cx="30329" cy="46432"/>
            </a:xfrm>
            <a:custGeom>
              <a:rect b="b" l="l" r="r" t="t"/>
              <a:pathLst>
                <a:path extrusionOk="0" h="891" w="582">
                  <a:moveTo>
                    <a:pt x="75" y="1"/>
                  </a:moveTo>
                  <a:cubicBezTo>
                    <a:pt x="57" y="1"/>
                    <a:pt x="38" y="7"/>
                    <a:pt x="25" y="20"/>
                  </a:cubicBezTo>
                  <a:cubicBezTo>
                    <a:pt x="0" y="45"/>
                    <a:pt x="0" y="95"/>
                    <a:pt x="25" y="120"/>
                  </a:cubicBezTo>
                  <a:cubicBezTo>
                    <a:pt x="201" y="345"/>
                    <a:pt x="326" y="571"/>
                    <a:pt x="426" y="847"/>
                  </a:cubicBezTo>
                  <a:cubicBezTo>
                    <a:pt x="436" y="876"/>
                    <a:pt x="466" y="890"/>
                    <a:pt x="494" y="890"/>
                  </a:cubicBezTo>
                  <a:cubicBezTo>
                    <a:pt x="539" y="890"/>
                    <a:pt x="582" y="857"/>
                    <a:pt x="552" y="797"/>
                  </a:cubicBezTo>
                  <a:cubicBezTo>
                    <a:pt x="451" y="521"/>
                    <a:pt x="326" y="245"/>
                    <a:pt x="125" y="20"/>
                  </a:cubicBezTo>
                  <a:cubicBezTo>
                    <a:pt x="113" y="7"/>
                    <a:pt x="94" y="1"/>
                    <a:pt x="7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3" name="Google Shape;5393;p55"/>
            <p:cNvSpPr/>
            <p:nvPr/>
          </p:nvSpPr>
          <p:spPr>
            <a:xfrm>
              <a:off x="7150162" y="1221344"/>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4" name="Google Shape;5394;p55"/>
            <p:cNvSpPr/>
            <p:nvPr/>
          </p:nvSpPr>
          <p:spPr>
            <a:xfrm>
              <a:off x="7045678" y="1086845"/>
              <a:ext cx="10527" cy="15738"/>
            </a:xfrm>
            <a:custGeom>
              <a:rect b="b" l="l" r="r" t="t"/>
              <a:pathLst>
                <a:path extrusionOk="0" h="302" w="202">
                  <a:moveTo>
                    <a:pt x="101" y="0"/>
                  </a:moveTo>
                  <a:cubicBezTo>
                    <a:pt x="76" y="26"/>
                    <a:pt x="76" y="26"/>
                    <a:pt x="76" y="51"/>
                  </a:cubicBezTo>
                  <a:lnTo>
                    <a:pt x="1" y="201"/>
                  </a:lnTo>
                  <a:cubicBezTo>
                    <a:pt x="1" y="226"/>
                    <a:pt x="1" y="251"/>
                    <a:pt x="26" y="251"/>
                  </a:cubicBezTo>
                  <a:cubicBezTo>
                    <a:pt x="26" y="276"/>
                    <a:pt x="51" y="301"/>
                    <a:pt x="51" y="301"/>
                  </a:cubicBezTo>
                  <a:cubicBezTo>
                    <a:pt x="76" y="301"/>
                    <a:pt x="101" y="301"/>
                    <a:pt x="126" y="276"/>
                  </a:cubicBezTo>
                  <a:cubicBezTo>
                    <a:pt x="126" y="276"/>
                    <a:pt x="151" y="251"/>
                    <a:pt x="151" y="251"/>
                  </a:cubicBezTo>
                  <a:cubicBezTo>
                    <a:pt x="176" y="201"/>
                    <a:pt x="176" y="151"/>
                    <a:pt x="201" y="101"/>
                  </a:cubicBezTo>
                  <a:cubicBezTo>
                    <a:pt x="201" y="76"/>
                    <a:pt x="201" y="51"/>
                    <a:pt x="201" y="26"/>
                  </a:cubicBezTo>
                  <a:cubicBezTo>
                    <a:pt x="176" y="26"/>
                    <a:pt x="176"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5" name="Google Shape;5395;p55"/>
            <p:cNvSpPr/>
            <p:nvPr/>
          </p:nvSpPr>
          <p:spPr>
            <a:xfrm>
              <a:off x="7063969" y="1088929"/>
              <a:ext cx="10527" cy="19386"/>
            </a:xfrm>
            <a:custGeom>
              <a:rect b="b" l="l" r="r" t="t"/>
              <a:pathLst>
                <a:path extrusionOk="0" h="372" w="202">
                  <a:moveTo>
                    <a:pt x="116" y="1"/>
                  </a:moveTo>
                  <a:cubicBezTo>
                    <a:pt x="87" y="1"/>
                    <a:pt x="69" y="24"/>
                    <a:pt x="51" y="61"/>
                  </a:cubicBezTo>
                  <a:lnTo>
                    <a:pt x="1" y="286"/>
                  </a:lnTo>
                  <a:cubicBezTo>
                    <a:pt x="1" y="311"/>
                    <a:pt x="1" y="361"/>
                    <a:pt x="51" y="361"/>
                  </a:cubicBezTo>
                  <a:cubicBezTo>
                    <a:pt x="57" y="368"/>
                    <a:pt x="66" y="371"/>
                    <a:pt x="75" y="371"/>
                  </a:cubicBezTo>
                  <a:cubicBezTo>
                    <a:pt x="99" y="371"/>
                    <a:pt x="126" y="348"/>
                    <a:pt x="126" y="311"/>
                  </a:cubicBezTo>
                  <a:lnTo>
                    <a:pt x="201" y="86"/>
                  </a:lnTo>
                  <a:cubicBezTo>
                    <a:pt x="201" y="61"/>
                    <a:pt x="176" y="11"/>
                    <a:pt x="151" y="11"/>
                  </a:cubicBezTo>
                  <a:cubicBezTo>
                    <a:pt x="137" y="4"/>
                    <a:pt x="126" y="1"/>
                    <a:pt x="11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6" name="Google Shape;5396;p55"/>
            <p:cNvSpPr/>
            <p:nvPr/>
          </p:nvSpPr>
          <p:spPr>
            <a:xfrm>
              <a:off x="6618625" y="1283825"/>
              <a:ext cx="294696" cy="217257"/>
            </a:xfrm>
            <a:custGeom>
              <a:rect b="b" l="l" r="r" t="t"/>
              <a:pathLst>
                <a:path extrusionOk="0" h="4169" w="5655">
                  <a:moveTo>
                    <a:pt x="4604" y="0"/>
                  </a:moveTo>
                  <a:cubicBezTo>
                    <a:pt x="4407" y="0"/>
                    <a:pt x="4217" y="80"/>
                    <a:pt x="4085" y="256"/>
                  </a:cubicBezTo>
                  <a:cubicBezTo>
                    <a:pt x="4023" y="328"/>
                    <a:pt x="3978" y="410"/>
                    <a:pt x="3954" y="496"/>
                  </a:cubicBezTo>
                  <a:lnTo>
                    <a:pt x="3954" y="496"/>
                  </a:lnTo>
                  <a:cubicBezTo>
                    <a:pt x="3818" y="349"/>
                    <a:pt x="3615" y="261"/>
                    <a:pt x="3410" y="261"/>
                  </a:cubicBezTo>
                  <a:cubicBezTo>
                    <a:pt x="3307" y="261"/>
                    <a:pt x="3204" y="283"/>
                    <a:pt x="3108" y="331"/>
                  </a:cubicBezTo>
                  <a:cubicBezTo>
                    <a:pt x="2814" y="507"/>
                    <a:pt x="2704" y="883"/>
                    <a:pt x="2814" y="1195"/>
                  </a:cubicBezTo>
                  <a:lnTo>
                    <a:pt x="2814" y="1195"/>
                  </a:lnTo>
                  <a:cubicBezTo>
                    <a:pt x="2452" y="1012"/>
                    <a:pt x="2071" y="853"/>
                    <a:pt x="1654" y="832"/>
                  </a:cubicBezTo>
                  <a:cubicBezTo>
                    <a:pt x="1278" y="832"/>
                    <a:pt x="877" y="982"/>
                    <a:pt x="652" y="1258"/>
                  </a:cubicBezTo>
                  <a:cubicBezTo>
                    <a:pt x="0" y="2035"/>
                    <a:pt x="953" y="2937"/>
                    <a:pt x="1529" y="3388"/>
                  </a:cubicBezTo>
                  <a:cubicBezTo>
                    <a:pt x="1955" y="3714"/>
                    <a:pt x="2406" y="3965"/>
                    <a:pt x="2882" y="4165"/>
                  </a:cubicBezTo>
                  <a:cubicBezTo>
                    <a:pt x="2891" y="4168"/>
                    <a:pt x="2900" y="4169"/>
                    <a:pt x="2907" y="4169"/>
                  </a:cubicBezTo>
                  <a:cubicBezTo>
                    <a:pt x="2986" y="4169"/>
                    <a:pt x="3001" y="4061"/>
                    <a:pt x="2932" y="4015"/>
                  </a:cubicBezTo>
                  <a:cubicBezTo>
                    <a:pt x="2531" y="3865"/>
                    <a:pt x="2181" y="3664"/>
                    <a:pt x="1830" y="3413"/>
                  </a:cubicBezTo>
                  <a:cubicBezTo>
                    <a:pt x="1479" y="3188"/>
                    <a:pt x="1153" y="2887"/>
                    <a:pt x="877" y="2561"/>
                  </a:cubicBezTo>
                  <a:cubicBezTo>
                    <a:pt x="652" y="2261"/>
                    <a:pt x="476" y="1835"/>
                    <a:pt x="677" y="1459"/>
                  </a:cubicBezTo>
                  <a:cubicBezTo>
                    <a:pt x="852" y="1158"/>
                    <a:pt x="1228" y="1007"/>
                    <a:pt x="1554" y="982"/>
                  </a:cubicBezTo>
                  <a:cubicBezTo>
                    <a:pt x="1577" y="981"/>
                    <a:pt x="1601" y="981"/>
                    <a:pt x="1624" y="981"/>
                  </a:cubicBezTo>
                  <a:cubicBezTo>
                    <a:pt x="2100" y="981"/>
                    <a:pt x="2551" y="1218"/>
                    <a:pt x="2958" y="1434"/>
                  </a:cubicBezTo>
                  <a:cubicBezTo>
                    <a:pt x="2972" y="1443"/>
                    <a:pt x="2986" y="1447"/>
                    <a:pt x="2999" y="1447"/>
                  </a:cubicBezTo>
                  <a:cubicBezTo>
                    <a:pt x="3056" y="1447"/>
                    <a:pt x="3099" y="1369"/>
                    <a:pt x="3058" y="1308"/>
                  </a:cubicBezTo>
                  <a:cubicBezTo>
                    <a:pt x="2832" y="1083"/>
                    <a:pt x="2882" y="632"/>
                    <a:pt x="3183" y="456"/>
                  </a:cubicBezTo>
                  <a:cubicBezTo>
                    <a:pt x="3254" y="423"/>
                    <a:pt x="3328" y="408"/>
                    <a:pt x="3402" y="408"/>
                  </a:cubicBezTo>
                  <a:cubicBezTo>
                    <a:pt x="3624" y="408"/>
                    <a:pt x="3841" y="544"/>
                    <a:pt x="3941" y="737"/>
                  </a:cubicBezTo>
                  <a:lnTo>
                    <a:pt x="3941" y="737"/>
                  </a:lnTo>
                  <a:cubicBezTo>
                    <a:pt x="3949" y="785"/>
                    <a:pt x="3964" y="834"/>
                    <a:pt x="3985" y="882"/>
                  </a:cubicBezTo>
                  <a:cubicBezTo>
                    <a:pt x="3992" y="904"/>
                    <a:pt x="4008" y="913"/>
                    <a:pt x="4027" y="913"/>
                  </a:cubicBezTo>
                  <a:cubicBezTo>
                    <a:pt x="4071" y="913"/>
                    <a:pt x="4128" y="860"/>
                    <a:pt x="4110" y="807"/>
                  </a:cubicBezTo>
                  <a:cubicBezTo>
                    <a:pt x="4104" y="772"/>
                    <a:pt x="4095" y="739"/>
                    <a:pt x="4083" y="706"/>
                  </a:cubicBezTo>
                  <a:lnTo>
                    <a:pt x="4083" y="706"/>
                  </a:lnTo>
                  <a:cubicBezTo>
                    <a:pt x="4065" y="559"/>
                    <a:pt x="4134" y="408"/>
                    <a:pt x="4236" y="306"/>
                  </a:cubicBezTo>
                  <a:cubicBezTo>
                    <a:pt x="4341" y="201"/>
                    <a:pt x="4470" y="157"/>
                    <a:pt x="4606" y="157"/>
                  </a:cubicBezTo>
                  <a:cubicBezTo>
                    <a:pt x="4666" y="157"/>
                    <a:pt x="4726" y="165"/>
                    <a:pt x="4787" y="180"/>
                  </a:cubicBezTo>
                  <a:cubicBezTo>
                    <a:pt x="5238" y="306"/>
                    <a:pt x="5439" y="807"/>
                    <a:pt x="5489" y="1233"/>
                  </a:cubicBezTo>
                  <a:cubicBezTo>
                    <a:pt x="5499" y="1273"/>
                    <a:pt x="5529" y="1289"/>
                    <a:pt x="5560" y="1289"/>
                  </a:cubicBezTo>
                  <a:cubicBezTo>
                    <a:pt x="5606" y="1289"/>
                    <a:pt x="5654" y="1253"/>
                    <a:pt x="5639" y="1208"/>
                  </a:cubicBezTo>
                  <a:cubicBezTo>
                    <a:pt x="5564" y="682"/>
                    <a:pt x="5288" y="80"/>
                    <a:pt x="4687" y="5"/>
                  </a:cubicBezTo>
                  <a:cubicBezTo>
                    <a:pt x="4659" y="2"/>
                    <a:pt x="4631" y="0"/>
                    <a:pt x="460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7" name="Google Shape;5397;p55"/>
            <p:cNvSpPr/>
            <p:nvPr/>
          </p:nvSpPr>
          <p:spPr>
            <a:xfrm>
              <a:off x="6740045" y="1132651"/>
              <a:ext cx="115794" cy="116524"/>
            </a:xfrm>
            <a:custGeom>
              <a:rect b="b" l="l" r="r" t="t"/>
              <a:pathLst>
                <a:path extrusionOk="0" h="2236" w="2222">
                  <a:moveTo>
                    <a:pt x="919" y="0"/>
                  </a:moveTo>
                  <a:cubicBezTo>
                    <a:pt x="396" y="0"/>
                    <a:pt x="68" y="665"/>
                    <a:pt x="26" y="1152"/>
                  </a:cubicBezTo>
                  <a:cubicBezTo>
                    <a:pt x="1" y="1527"/>
                    <a:pt x="101" y="1903"/>
                    <a:pt x="327" y="2204"/>
                  </a:cubicBezTo>
                  <a:cubicBezTo>
                    <a:pt x="341" y="2226"/>
                    <a:pt x="363" y="2235"/>
                    <a:pt x="384" y="2235"/>
                  </a:cubicBezTo>
                  <a:cubicBezTo>
                    <a:pt x="435" y="2235"/>
                    <a:pt x="488" y="2182"/>
                    <a:pt x="452" y="2129"/>
                  </a:cubicBezTo>
                  <a:cubicBezTo>
                    <a:pt x="101" y="1678"/>
                    <a:pt x="76" y="1001"/>
                    <a:pt x="377" y="500"/>
                  </a:cubicBezTo>
                  <a:cubicBezTo>
                    <a:pt x="508" y="294"/>
                    <a:pt x="709" y="144"/>
                    <a:pt x="928" y="144"/>
                  </a:cubicBezTo>
                  <a:cubicBezTo>
                    <a:pt x="1002" y="144"/>
                    <a:pt x="1078" y="161"/>
                    <a:pt x="1154" y="199"/>
                  </a:cubicBezTo>
                  <a:cubicBezTo>
                    <a:pt x="1430" y="350"/>
                    <a:pt x="1605" y="600"/>
                    <a:pt x="1755" y="851"/>
                  </a:cubicBezTo>
                  <a:cubicBezTo>
                    <a:pt x="1906" y="1152"/>
                    <a:pt x="1981" y="1477"/>
                    <a:pt x="2056" y="1803"/>
                  </a:cubicBezTo>
                  <a:cubicBezTo>
                    <a:pt x="2066" y="1843"/>
                    <a:pt x="2096" y="1859"/>
                    <a:pt x="2127" y="1859"/>
                  </a:cubicBezTo>
                  <a:cubicBezTo>
                    <a:pt x="2173" y="1859"/>
                    <a:pt x="2222" y="1823"/>
                    <a:pt x="2206" y="1778"/>
                  </a:cubicBezTo>
                  <a:cubicBezTo>
                    <a:pt x="2056" y="1152"/>
                    <a:pt x="1856" y="400"/>
                    <a:pt x="1229" y="74"/>
                  </a:cubicBezTo>
                  <a:cubicBezTo>
                    <a:pt x="1119" y="23"/>
                    <a:pt x="1016" y="0"/>
                    <a:pt x="91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8" name="Google Shape;5398;p55"/>
            <p:cNvSpPr/>
            <p:nvPr/>
          </p:nvSpPr>
          <p:spPr>
            <a:xfrm>
              <a:off x="6723109" y="1125928"/>
              <a:ext cx="23868" cy="43253"/>
            </a:xfrm>
            <a:custGeom>
              <a:rect b="b" l="l" r="r" t="t"/>
              <a:pathLst>
                <a:path extrusionOk="0" h="830" w="458">
                  <a:moveTo>
                    <a:pt x="359" y="1"/>
                  </a:moveTo>
                  <a:cubicBezTo>
                    <a:pt x="340" y="1"/>
                    <a:pt x="320" y="9"/>
                    <a:pt x="301" y="27"/>
                  </a:cubicBezTo>
                  <a:cubicBezTo>
                    <a:pt x="100" y="203"/>
                    <a:pt x="0" y="479"/>
                    <a:pt x="0" y="754"/>
                  </a:cubicBezTo>
                  <a:cubicBezTo>
                    <a:pt x="0" y="804"/>
                    <a:pt x="31" y="829"/>
                    <a:pt x="63" y="829"/>
                  </a:cubicBezTo>
                  <a:cubicBezTo>
                    <a:pt x="94" y="829"/>
                    <a:pt x="125" y="804"/>
                    <a:pt x="125" y="754"/>
                  </a:cubicBezTo>
                  <a:cubicBezTo>
                    <a:pt x="125" y="504"/>
                    <a:pt x="226" y="278"/>
                    <a:pt x="401" y="128"/>
                  </a:cubicBezTo>
                  <a:cubicBezTo>
                    <a:pt x="458" y="71"/>
                    <a:pt x="415" y="1"/>
                    <a:pt x="35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9" name="Google Shape;5399;p55"/>
            <p:cNvSpPr/>
            <p:nvPr/>
          </p:nvSpPr>
          <p:spPr>
            <a:xfrm>
              <a:off x="6719148" y="1178248"/>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0" name="Google Shape;5400;p55"/>
            <p:cNvSpPr/>
            <p:nvPr/>
          </p:nvSpPr>
          <p:spPr>
            <a:xfrm>
              <a:off x="6796221" y="1239635"/>
              <a:ext cx="40544" cy="26369"/>
            </a:xfrm>
            <a:custGeom>
              <a:rect b="b" l="l" r="r" t="t"/>
              <a:pathLst>
                <a:path extrusionOk="0" h="506" w="778">
                  <a:moveTo>
                    <a:pt x="176" y="1"/>
                  </a:moveTo>
                  <a:cubicBezTo>
                    <a:pt x="101" y="1"/>
                    <a:pt x="51" y="51"/>
                    <a:pt x="26" y="101"/>
                  </a:cubicBezTo>
                  <a:cubicBezTo>
                    <a:pt x="1" y="176"/>
                    <a:pt x="1" y="251"/>
                    <a:pt x="51" y="302"/>
                  </a:cubicBezTo>
                  <a:cubicBezTo>
                    <a:pt x="63" y="314"/>
                    <a:pt x="82" y="320"/>
                    <a:pt x="101" y="320"/>
                  </a:cubicBezTo>
                  <a:cubicBezTo>
                    <a:pt x="120" y="320"/>
                    <a:pt x="139" y="314"/>
                    <a:pt x="151" y="302"/>
                  </a:cubicBezTo>
                  <a:cubicBezTo>
                    <a:pt x="176" y="276"/>
                    <a:pt x="176" y="226"/>
                    <a:pt x="151" y="176"/>
                  </a:cubicBezTo>
                  <a:cubicBezTo>
                    <a:pt x="151" y="176"/>
                    <a:pt x="151" y="151"/>
                    <a:pt x="151" y="151"/>
                  </a:cubicBezTo>
                  <a:lnTo>
                    <a:pt x="176" y="151"/>
                  </a:lnTo>
                  <a:cubicBezTo>
                    <a:pt x="151" y="151"/>
                    <a:pt x="176" y="126"/>
                    <a:pt x="176" y="126"/>
                  </a:cubicBezTo>
                  <a:cubicBezTo>
                    <a:pt x="226" y="151"/>
                    <a:pt x="226" y="151"/>
                    <a:pt x="251" y="176"/>
                  </a:cubicBezTo>
                  <a:cubicBezTo>
                    <a:pt x="276" y="226"/>
                    <a:pt x="276" y="251"/>
                    <a:pt x="276" y="302"/>
                  </a:cubicBezTo>
                  <a:cubicBezTo>
                    <a:pt x="276" y="339"/>
                    <a:pt x="308" y="358"/>
                    <a:pt x="342" y="358"/>
                  </a:cubicBezTo>
                  <a:cubicBezTo>
                    <a:pt x="377" y="358"/>
                    <a:pt x="414" y="339"/>
                    <a:pt x="427" y="302"/>
                  </a:cubicBezTo>
                  <a:cubicBezTo>
                    <a:pt x="427" y="276"/>
                    <a:pt x="427" y="276"/>
                    <a:pt x="427" y="276"/>
                  </a:cubicBezTo>
                  <a:cubicBezTo>
                    <a:pt x="427" y="276"/>
                    <a:pt x="452" y="276"/>
                    <a:pt x="452" y="251"/>
                  </a:cubicBezTo>
                  <a:lnTo>
                    <a:pt x="477" y="251"/>
                  </a:lnTo>
                  <a:cubicBezTo>
                    <a:pt x="477" y="251"/>
                    <a:pt x="477" y="251"/>
                    <a:pt x="502" y="226"/>
                  </a:cubicBezTo>
                  <a:lnTo>
                    <a:pt x="527" y="226"/>
                  </a:lnTo>
                  <a:cubicBezTo>
                    <a:pt x="527" y="226"/>
                    <a:pt x="552" y="251"/>
                    <a:pt x="552" y="251"/>
                  </a:cubicBezTo>
                  <a:lnTo>
                    <a:pt x="577" y="251"/>
                  </a:lnTo>
                  <a:cubicBezTo>
                    <a:pt x="577" y="264"/>
                    <a:pt x="577" y="264"/>
                    <a:pt x="577" y="264"/>
                  </a:cubicBezTo>
                  <a:cubicBezTo>
                    <a:pt x="577" y="264"/>
                    <a:pt x="577" y="264"/>
                    <a:pt x="577" y="276"/>
                  </a:cubicBezTo>
                  <a:cubicBezTo>
                    <a:pt x="577" y="302"/>
                    <a:pt x="602" y="302"/>
                    <a:pt x="602" y="302"/>
                  </a:cubicBezTo>
                  <a:cubicBezTo>
                    <a:pt x="602" y="302"/>
                    <a:pt x="602" y="302"/>
                    <a:pt x="602" y="327"/>
                  </a:cubicBezTo>
                  <a:cubicBezTo>
                    <a:pt x="602" y="327"/>
                    <a:pt x="602" y="352"/>
                    <a:pt x="602" y="352"/>
                  </a:cubicBezTo>
                  <a:lnTo>
                    <a:pt x="577" y="352"/>
                  </a:lnTo>
                  <a:cubicBezTo>
                    <a:pt x="577" y="364"/>
                    <a:pt x="583" y="364"/>
                    <a:pt x="587" y="364"/>
                  </a:cubicBezTo>
                  <a:cubicBezTo>
                    <a:pt x="590" y="364"/>
                    <a:pt x="590" y="364"/>
                    <a:pt x="577" y="377"/>
                  </a:cubicBezTo>
                  <a:cubicBezTo>
                    <a:pt x="552" y="402"/>
                    <a:pt x="552" y="452"/>
                    <a:pt x="577" y="477"/>
                  </a:cubicBezTo>
                  <a:cubicBezTo>
                    <a:pt x="592" y="491"/>
                    <a:pt x="614" y="506"/>
                    <a:pt x="636" y="506"/>
                  </a:cubicBezTo>
                  <a:cubicBezTo>
                    <a:pt x="652" y="506"/>
                    <a:pt x="667" y="498"/>
                    <a:pt x="677" y="477"/>
                  </a:cubicBezTo>
                  <a:cubicBezTo>
                    <a:pt x="778" y="377"/>
                    <a:pt x="753" y="201"/>
                    <a:pt x="627" y="126"/>
                  </a:cubicBezTo>
                  <a:cubicBezTo>
                    <a:pt x="594" y="106"/>
                    <a:pt x="555" y="97"/>
                    <a:pt x="515" y="97"/>
                  </a:cubicBezTo>
                  <a:cubicBezTo>
                    <a:pt x="470" y="97"/>
                    <a:pt x="424" y="109"/>
                    <a:pt x="384" y="131"/>
                  </a:cubicBezTo>
                  <a:lnTo>
                    <a:pt x="384" y="131"/>
                  </a:lnTo>
                  <a:cubicBezTo>
                    <a:pt x="375" y="113"/>
                    <a:pt x="364" y="94"/>
                    <a:pt x="352" y="76"/>
                  </a:cubicBezTo>
                  <a:cubicBezTo>
                    <a:pt x="326" y="26"/>
                    <a:pt x="251"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1" name="Google Shape;5401;p55"/>
            <p:cNvSpPr/>
            <p:nvPr/>
          </p:nvSpPr>
          <p:spPr>
            <a:xfrm>
              <a:off x="6596426" y="1327651"/>
              <a:ext cx="27046" cy="53259"/>
            </a:xfrm>
            <a:custGeom>
              <a:rect b="b" l="l" r="r" t="t"/>
              <a:pathLst>
                <a:path extrusionOk="0" h="1022" w="519">
                  <a:moveTo>
                    <a:pt x="341" y="0"/>
                  </a:moveTo>
                  <a:cubicBezTo>
                    <a:pt x="240" y="0"/>
                    <a:pt x="139" y="63"/>
                    <a:pt x="100" y="141"/>
                  </a:cubicBezTo>
                  <a:cubicBezTo>
                    <a:pt x="25" y="267"/>
                    <a:pt x="50" y="417"/>
                    <a:pt x="150" y="517"/>
                  </a:cubicBezTo>
                  <a:cubicBezTo>
                    <a:pt x="175" y="542"/>
                    <a:pt x="175" y="542"/>
                    <a:pt x="150" y="542"/>
                  </a:cubicBezTo>
                  <a:cubicBezTo>
                    <a:pt x="125" y="567"/>
                    <a:pt x="100" y="567"/>
                    <a:pt x="100" y="593"/>
                  </a:cubicBezTo>
                  <a:cubicBezTo>
                    <a:pt x="25" y="618"/>
                    <a:pt x="0" y="693"/>
                    <a:pt x="0" y="743"/>
                  </a:cubicBezTo>
                  <a:cubicBezTo>
                    <a:pt x="0" y="918"/>
                    <a:pt x="150" y="968"/>
                    <a:pt x="276" y="1019"/>
                  </a:cubicBezTo>
                  <a:cubicBezTo>
                    <a:pt x="283" y="1021"/>
                    <a:pt x="289" y="1022"/>
                    <a:pt x="295" y="1022"/>
                  </a:cubicBezTo>
                  <a:cubicBezTo>
                    <a:pt x="359" y="1022"/>
                    <a:pt x="392" y="916"/>
                    <a:pt x="301" y="893"/>
                  </a:cubicBezTo>
                  <a:cubicBezTo>
                    <a:pt x="276" y="868"/>
                    <a:pt x="226" y="843"/>
                    <a:pt x="175" y="818"/>
                  </a:cubicBezTo>
                  <a:cubicBezTo>
                    <a:pt x="150" y="793"/>
                    <a:pt x="125" y="768"/>
                    <a:pt x="150" y="718"/>
                  </a:cubicBezTo>
                  <a:cubicBezTo>
                    <a:pt x="175" y="693"/>
                    <a:pt x="201" y="693"/>
                    <a:pt x="226" y="668"/>
                  </a:cubicBezTo>
                  <a:cubicBezTo>
                    <a:pt x="276" y="643"/>
                    <a:pt x="301" y="593"/>
                    <a:pt x="301" y="542"/>
                  </a:cubicBezTo>
                  <a:cubicBezTo>
                    <a:pt x="301" y="417"/>
                    <a:pt x="175" y="367"/>
                    <a:pt x="201" y="267"/>
                  </a:cubicBezTo>
                  <a:cubicBezTo>
                    <a:pt x="220" y="190"/>
                    <a:pt x="268" y="157"/>
                    <a:pt x="335" y="157"/>
                  </a:cubicBezTo>
                  <a:cubicBezTo>
                    <a:pt x="355" y="157"/>
                    <a:pt x="377" y="161"/>
                    <a:pt x="401" y="166"/>
                  </a:cubicBezTo>
                  <a:cubicBezTo>
                    <a:pt x="407" y="168"/>
                    <a:pt x="412" y="169"/>
                    <a:pt x="418" y="169"/>
                  </a:cubicBezTo>
                  <a:cubicBezTo>
                    <a:pt x="483" y="169"/>
                    <a:pt x="519" y="39"/>
                    <a:pt x="426" y="16"/>
                  </a:cubicBezTo>
                  <a:cubicBezTo>
                    <a:pt x="399" y="5"/>
                    <a:pt x="370" y="0"/>
                    <a:pt x="34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2" name="Google Shape;5402;p55"/>
            <p:cNvSpPr/>
            <p:nvPr/>
          </p:nvSpPr>
          <p:spPr>
            <a:xfrm>
              <a:off x="6966521" y="1305347"/>
              <a:ext cx="110583" cy="158005"/>
            </a:xfrm>
            <a:custGeom>
              <a:rect b="b" l="l" r="r" t="t"/>
              <a:pathLst>
                <a:path extrusionOk="0" h="3032" w="2122">
                  <a:moveTo>
                    <a:pt x="536" y="1"/>
                  </a:moveTo>
                  <a:cubicBezTo>
                    <a:pt x="303" y="1"/>
                    <a:pt x="79" y="162"/>
                    <a:pt x="16" y="394"/>
                  </a:cubicBezTo>
                  <a:cubicBezTo>
                    <a:pt x="1" y="455"/>
                    <a:pt x="41" y="488"/>
                    <a:pt x="80" y="488"/>
                  </a:cubicBezTo>
                  <a:cubicBezTo>
                    <a:pt x="106" y="488"/>
                    <a:pt x="131" y="474"/>
                    <a:pt x="141" y="444"/>
                  </a:cubicBezTo>
                  <a:cubicBezTo>
                    <a:pt x="182" y="279"/>
                    <a:pt x="359" y="149"/>
                    <a:pt x="531" y="149"/>
                  </a:cubicBezTo>
                  <a:cubicBezTo>
                    <a:pt x="569" y="149"/>
                    <a:pt x="607" y="155"/>
                    <a:pt x="642" y="168"/>
                  </a:cubicBezTo>
                  <a:cubicBezTo>
                    <a:pt x="811" y="241"/>
                    <a:pt x="911" y="453"/>
                    <a:pt x="873" y="648"/>
                  </a:cubicBezTo>
                  <a:lnTo>
                    <a:pt x="873" y="648"/>
                  </a:lnTo>
                  <a:cubicBezTo>
                    <a:pt x="871" y="655"/>
                    <a:pt x="869" y="662"/>
                    <a:pt x="868" y="670"/>
                  </a:cubicBezTo>
                  <a:cubicBezTo>
                    <a:pt x="853" y="715"/>
                    <a:pt x="892" y="751"/>
                    <a:pt x="931" y="751"/>
                  </a:cubicBezTo>
                  <a:cubicBezTo>
                    <a:pt x="957" y="751"/>
                    <a:pt x="983" y="735"/>
                    <a:pt x="993" y="695"/>
                  </a:cubicBezTo>
                  <a:cubicBezTo>
                    <a:pt x="998" y="681"/>
                    <a:pt x="1003" y="666"/>
                    <a:pt x="1007" y="652"/>
                  </a:cubicBezTo>
                  <a:lnTo>
                    <a:pt x="1007" y="652"/>
                  </a:lnTo>
                  <a:cubicBezTo>
                    <a:pt x="1079" y="453"/>
                    <a:pt x="1259" y="315"/>
                    <a:pt x="1461" y="315"/>
                  </a:cubicBezTo>
                  <a:cubicBezTo>
                    <a:pt x="1513" y="315"/>
                    <a:pt x="1566" y="324"/>
                    <a:pt x="1620" y="344"/>
                  </a:cubicBezTo>
                  <a:cubicBezTo>
                    <a:pt x="1921" y="444"/>
                    <a:pt x="1971" y="745"/>
                    <a:pt x="1971" y="1021"/>
                  </a:cubicBezTo>
                  <a:cubicBezTo>
                    <a:pt x="1971" y="1672"/>
                    <a:pt x="1745" y="2324"/>
                    <a:pt x="1570" y="2950"/>
                  </a:cubicBezTo>
                  <a:cubicBezTo>
                    <a:pt x="1555" y="2995"/>
                    <a:pt x="1594" y="3032"/>
                    <a:pt x="1633" y="3032"/>
                  </a:cubicBezTo>
                  <a:cubicBezTo>
                    <a:pt x="1659" y="3032"/>
                    <a:pt x="1685" y="3016"/>
                    <a:pt x="1695" y="2975"/>
                  </a:cubicBezTo>
                  <a:cubicBezTo>
                    <a:pt x="1871" y="2399"/>
                    <a:pt x="2071" y="1797"/>
                    <a:pt x="2121" y="1171"/>
                  </a:cubicBezTo>
                  <a:cubicBezTo>
                    <a:pt x="2121" y="945"/>
                    <a:pt x="2121" y="670"/>
                    <a:pt x="1996" y="469"/>
                  </a:cubicBezTo>
                  <a:cubicBezTo>
                    <a:pt x="1881" y="286"/>
                    <a:pt x="1662" y="165"/>
                    <a:pt x="1452" y="165"/>
                  </a:cubicBezTo>
                  <a:cubicBezTo>
                    <a:pt x="1433" y="165"/>
                    <a:pt x="1414" y="166"/>
                    <a:pt x="1394" y="168"/>
                  </a:cubicBezTo>
                  <a:cubicBezTo>
                    <a:pt x="1247" y="198"/>
                    <a:pt x="1108" y="279"/>
                    <a:pt x="1009" y="393"/>
                  </a:cubicBezTo>
                  <a:lnTo>
                    <a:pt x="1009" y="393"/>
                  </a:lnTo>
                  <a:cubicBezTo>
                    <a:pt x="966" y="225"/>
                    <a:pt x="842" y="82"/>
                    <a:pt x="668" y="18"/>
                  </a:cubicBezTo>
                  <a:cubicBezTo>
                    <a:pt x="624" y="6"/>
                    <a:pt x="580" y="1"/>
                    <a:pt x="53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3" name="Google Shape;5403;p55"/>
            <p:cNvSpPr/>
            <p:nvPr/>
          </p:nvSpPr>
          <p:spPr>
            <a:xfrm>
              <a:off x="6705443" y="1385859"/>
              <a:ext cx="196308" cy="137421"/>
            </a:xfrm>
            <a:custGeom>
              <a:rect b="b" l="l" r="r" t="t"/>
              <a:pathLst>
                <a:path extrusionOk="0" h="2637" w="3767">
                  <a:moveTo>
                    <a:pt x="95" y="0"/>
                  </a:moveTo>
                  <a:cubicBezTo>
                    <a:pt x="48" y="0"/>
                    <a:pt x="1" y="71"/>
                    <a:pt x="38" y="127"/>
                  </a:cubicBezTo>
                  <a:cubicBezTo>
                    <a:pt x="765" y="1029"/>
                    <a:pt x="1693" y="1756"/>
                    <a:pt x="2745" y="2257"/>
                  </a:cubicBezTo>
                  <a:cubicBezTo>
                    <a:pt x="3046" y="2408"/>
                    <a:pt x="3347" y="2533"/>
                    <a:pt x="3647" y="2633"/>
                  </a:cubicBezTo>
                  <a:cubicBezTo>
                    <a:pt x="3656" y="2636"/>
                    <a:pt x="3665" y="2637"/>
                    <a:pt x="3672" y="2637"/>
                  </a:cubicBezTo>
                  <a:cubicBezTo>
                    <a:pt x="3751" y="2637"/>
                    <a:pt x="3766" y="2529"/>
                    <a:pt x="3698" y="2483"/>
                  </a:cubicBezTo>
                  <a:cubicBezTo>
                    <a:pt x="2620" y="2132"/>
                    <a:pt x="1617" y="1531"/>
                    <a:pt x="790" y="729"/>
                  </a:cubicBezTo>
                  <a:cubicBezTo>
                    <a:pt x="565" y="503"/>
                    <a:pt x="339" y="278"/>
                    <a:pt x="139" y="27"/>
                  </a:cubicBezTo>
                  <a:cubicBezTo>
                    <a:pt x="126" y="8"/>
                    <a:pt x="110" y="0"/>
                    <a:pt x="9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4" name="Google Shape;5404;p55"/>
            <p:cNvSpPr/>
            <p:nvPr/>
          </p:nvSpPr>
          <p:spPr>
            <a:xfrm>
              <a:off x="6786528" y="1380387"/>
              <a:ext cx="101828" cy="106779"/>
            </a:xfrm>
            <a:custGeom>
              <a:rect b="b" l="l" r="r" t="t"/>
              <a:pathLst>
                <a:path extrusionOk="0" h="2049" w="1954">
                  <a:moveTo>
                    <a:pt x="104" y="1"/>
                  </a:moveTo>
                  <a:cubicBezTo>
                    <a:pt x="53" y="1"/>
                    <a:pt x="1" y="54"/>
                    <a:pt x="36" y="107"/>
                  </a:cubicBezTo>
                  <a:cubicBezTo>
                    <a:pt x="487" y="859"/>
                    <a:pt x="1114" y="1535"/>
                    <a:pt x="1816" y="2037"/>
                  </a:cubicBezTo>
                  <a:cubicBezTo>
                    <a:pt x="1828" y="2045"/>
                    <a:pt x="1840" y="2048"/>
                    <a:pt x="1852" y="2048"/>
                  </a:cubicBezTo>
                  <a:cubicBezTo>
                    <a:pt x="1911" y="2048"/>
                    <a:pt x="1954" y="1953"/>
                    <a:pt x="1891" y="1911"/>
                  </a:cubicBezTo>
                  <a:cubicBezTo>
                    <a:pt x="1189" y="1410"/>
                    <a:pt x="613" y="784"/>
                    <a:pt x="162" y="32"/>
                  </a:cubicBezTo>
                  <a:cubicBezTo>
                    <a:pt x="147" y="10"/>
                    <a:pt x="126" y="1"/>
                    <a:pt x="10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5" name="Google Shape;5405;p55"/>
            <p:cNvSpPr/>
            <p:nvPr/>
          </p:nvSpPr>
          <p:spPr>
            <a:xfrm>
              <a:off x="6831084" y="1356052"/>
              <a:ext cx="82077" cy="122725"/>
            </a:xfrm>
            <a:custGeom>
              <a:rect b="b" l="l" r="r" t="t"/>
              <a:pathLst>
                <a:path extrusionOk="0" h="2355" w="1575">
                  <a:moveTo>
                    <a:pt x="93" y="0"/>
                  </a:moveTo>
                  <a:cubicBezTo>
                    <a:pt x="45" y="0"/>
                    <a:pt x="0" y="56"/>
                    <a:pt x="33" y="123"/>
                  </a:cubicBezTo>
                  <a:cubicBezTo>
                    <a:pt x="409" y="900"/>
                    <a:pt x="886" y="1652"/>
                    <a:pt x="1412" y="2328"/>
                  </a:cubicBezTo>
                  <a:cubicBezTo>
                    <a:pt x="1431" y="2347"/>
                    <a:pt x="1451" y="2355"/>
                    <a:pt x="1470" y="2355"/>
                  </a:cubicBezTo>
                  <a:cubicBezTo>
                    <a:pt x="1528" y="2355"/>
                    <a:pt x="1575" y="2284"/>
                    <a:pt x="1537" y="2228"/>
                  </a:cubicBezTo>
                  <a:cubicBezTo>
                    <a:pt x="986" y="1551"/>
                    <a:pt x="535" y="824"/>
                    <a:pt x="159" y="48"/>
                  </a:cubicBezTo>
                  <a:cubicBezTo>
                    <a:pt x="142" y="14"/>
                    <a:pt x="117" y="0"/>
                    <a:pt x="9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6" name="Google Shape;5406;p55"/>
            <p:cNvSpPr/>
            <p:nvPr/>
          </p:nvSpPr>
          <p:spPr>
            <a:xfrm>
              <a:off x="6929991" y="1324212"/>
              <a:ext cx="32153" cy="178016"/>
            </a:xfrm>
            <a:custGeom>
              <a:rect b="b" l="l" r="r" t="t"/>
              <a:pathLst>
                <a:path extrusionOk="0" h="3416" w="617">
                  <a:moveTo>
                    <a:pt x="78" y="1"/>
                  </a:moveTo>
                  <a:cubicBezTo>
                    <a:pt x="39" y="1"/>
                    <a:pt x="0" y="37"/>
                    <a:pt x="15" y="82"/>
                  </a:cubicBezTo>
                  <a:cubicBezTo>
                    <a:pt x="341" y="1135"/>
                    <a:pt x="466" y="2237"/>
                    <a:pt x="366" y="3340"/>
                  </a:cubicBezTo>
                  <a:cubicBezTo>
                    <a:pt x="366" y="3390"/>
                    <a:pt x="404" y="3415"/>
                    <a:pt x="441" y="3415"/>
                  </a:cubicBezTo>
                  <a:cubicBezTo>
                    <a:pt x="479" y="3415"/>
                    <a:pt x="516" y="3390"/>
                    <a:pt x="516" y="3340"/>
                  </a:cubicBezTo>
                  <a:cubicBezTo>
                    <a:pt x="617" y="2237"/>
                    <a:pt x="491" y="1110"/>
                    <a:pt x="140" y="57"/>
                  </a:cubicBezTo>
                  <a:cubicBezTo>
                    <a:pt x="130" y="17"/>
                    <a:pt x="104" y="1"/>
                    <a:pt x="7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7" name="Google Shape;5407;p55"/>
            <p:cNvSpPr/>
            <p:nvPr/>
          </p:nvSpPr>
          <p:spPr>
            <a:xfrm>
              <a:off x="6970429" y="1392790"/>
              <a:ext cx="16520" cy="67642"/>
            </a:xfrm>
            <a:custGeom>
              <a:rect b="b" l="l" r="r" t="t"/>
              <a:pathLst>
                <a:path extrusionOk="0" h="1298" w="317">
                  <a:moveTo>
                    <a:pt x="97" y="1"/>
                  </a:moveTo>
                  <a:cubicBezTo>
                    <a:pt x="50" y="1"/>
                    <a:pt x="1" y="34"/>
                    <a:pt x="16" y="94"/>
                  </a:cubicBezTo>
                  <a:cubicBezTo>
                    <a:pt x="91" y="470"/>
                    <a:pt x="141" y="846"/>
                    <a:pt x="166" y="1222"/>
                  </a:cubicBezTo>
                  <a:cubicBezTo>
                    <a:pt x="166" y="1272"/>
                    <a:pt x="204" y="1297"/>
                    <a:pt x="242" y="1297"/>
                  </a:cubicBezTo>
                  <a:cubicBezTo>
                    <a:pt x="279" y="1297"/>
                    <a:pt x="317" y="1272"/>
                    <a:pt x="317" y="1222"/>
                  </a:cubicBezTo>
                  <a:cubicBezTo>
                    <a:pt x="292" y="821"/>
                    <a:pt x="242" y="445"/>
                    <a:pt x="166" y="44"/>
                  </a:cubicBezTo>
                  <a:cubicBezTo>
                    <a:pt x="157" y="15"/>
                    <a:pt x="127" y="1"/>
                    <a:pt x="9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8" name="Google Shape;5408;p55"/>
            <p:cNvSpPr/>
            <p:nvPr/>
          </p:nvSpPr>
          <p:spPr>
            <a:xfrm>
              <a:off x="7006491" y="1389872"/>
              <a:ext cx="14435" cy="75459"/>
            </a:xfrm>
            <a:custGeom>
              <a:rect b="b" l="l" r="r" t="t"/>
              <a:pathLst>
                <a:path extrusionOk="0" h="1448" w="277">
                  <a:moveTo>
                    <a:pt x="154" y="0"/>
                  </a:moveTo>
                  <a:cubicBezTo>
                    <a:pt x="120" y="0"/>
                    <a:pt x="88" y="25"/>
                    <a:pt x="101" y="75"/>
                  </a:cubicBezTo>
                  <a:cubicBezTo>
                    <a:pt x="126" y="501"/>
                    <a:pt x="101" y="927"/>
                    <a:pt x="1" y="1353"/>
                  </a:cubicBezTo>
                  <a:cubicBezTo>
                    <a:pt x="1" y="1414"/>
                    <a:pt x="47" y="1447"/>
                    <a:pt x="89" y="1447"/>
                  </a:cubicBezTo>
                  <a:cubicBezTo>
                    <a:pt x="116" y="1447"/>
                    <a:pt x="141" y="1433"/>
                    <a:pt x="151" y="1404"/>
                  </a:cubicBezTo>
                  <a:cubicBezTo>
                    <a:pt x="251" y="952"/>
                    <a:pt x="276" y="526"/>
                    <a:pt x="226" y="75"/>
                  </a:cubicBezTo>
                  <a:cubicBezTo>
                    <a:pt x="226" y="25"/>
                    <a:pt x="189" y="0"/>
                    <a:pt x="15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9" name="Google Shape;5409;p55"/>
            <p:cNvSpPr/>
            <p:nvPr/>
          </p:nvSpPr>
          <p:spPr>
            <a:xfrm>
              <a:off x="6813939" y="1560223"/>
              <a:ext cx="82598" cy="37469"/>
            </a:xfrm>
            <a:custGeom>
              <a:rect b="b" l="l" r="r" t="t"/>
              <a:pathLst>
                <a:path extrusionOk="0" h="719" w="1585">
                  <a:moveTo>
                    <a:pt x="127" y="1"/>
                  </a:moveTo>
                  <a:cubicBezTo>
                    <a:pt x="71" y="1"/>
                    <a:pt x="1" y="74"/>
                    <a:pt x="62" y="115"/>
                  </a:cubicBezTo>
                  <a:cubicBezTo>
                    <a:pt x="463" y="440"/>
                    <a:pt x="964" y="666"/>
                    <a:pt x="1465" y="716"/>
                  </a:cubicBezTo>
                  <a:cubicBezTo>
                    <a:pt x="1473" y="718"/>
                    <a:pt x="1480" y="719"/>
                    <a:pt x="1487" y="719"/>
                  </a:cubicBezTo>
                  <a:cubicBezTo>
                    <a:pt x="1569" y="719"/>
                    <a:pt x="1585" y="591"/>
                    <a:pt x="1515" y="591"/>
                  </a:cubicBezTo>
                  <a:cubicBezTo>
                    <a:pt x="1014" y="516"/>
                    <a:pt x="563" y="315"/>
                    <a:pt x="162" y="14"/>
                  </a:cubicBezTo>
                  <a:cubicBezTo>
                    <a:pt x="152" y="5"/>
                    <a:pt x="140" y="1"/>
                    <a:pt x="1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0" name="Google Shape;5410;p55"/>
            <p:cNvSpPr/>
            <p:nvPr/>
          </p:nvSpPr>
          <p:spPr>
            <a:xfrm>
              <a:off x="6636239" y="1500764"/>
              <a:ext cx="66027" cy="48048"/>
            </a:xfrm>
            <a:custGeom>
              <a:rect b="b" l="l" r="r" t="t"/>
              <a:pathLst>
                <a:path extrusionOk="0" h="922" w="1267">
                  <a:moveTo>
                    <a:pt x="94" y="1"/>
                  </a:moveTo>
                  <a:cubicBezTo>
                    <a:pt x="47" y="1"/>
                    <a:pt x="0" y="71"/>
                    <a:pt x="38" y="128"/>
                  </a:cubicBezTo>
                  <a:cubicBezTo>
                    <a:pt x="364" y="479"/>
                    <a:pt x="740" y="729"/>
                    <a:pt x="1166" y="905"/>
                  </a:cubicBezTo>
                  <a:cubicBezTo>
                    <a:pt x="1176" y="915"/>
                    <a:pt x="1191" y="921"/>
                    <a:pt x="1206" y="921"/>
                  </a:cubicBezTo>
                  <a:cubicBezTo>
                    <a:pt x="1228" y="921"/>
                    <a:pt x="1251" y="909"/>
                    <a:pt x="1266" y="880"/>
                  </a:cubicBezTo>
                  <a:cubicBezTo>
                    <a:pt x="1266" y="855"/>
                    <a:pt x="1266" y="804"/>
                    <a:pt x="1216" y="779"/>
                  </a:cubicBezTo>
                  <a:cubicBezTo>
                    <a:pt x="815" y="604"/>
                    <a:pt x="439" y="353"/>
                    <a:pt x="138" y="27"/>
                  </a:cubicBezTo>
                  <a:cubicBezTo>
                    <a:pt x="126" y="9"/>
                    <a:pt x="110" y="1"/>
                    <a:pt x="9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1" name="Google Shape;5411;p55"/>
            <p:cNvSpPr/>
            <p:nvPr/>
          </p:nvSpPr>
          <p:spPr>
            <a:xfrm>
              <a:off x="6604243" y="1382628"/>
              <a:ext cx="1150696" cy="934950"/>
            </a:xfrm>
            <a:custGeom>
              <a:rect b="b" l="l" r="r" t="t"/>
              <a:pathLst>
                <a:path extrusionOk="0" h="17941" w="22081">
                  <a:moveTo>
                    <a:pt x="11990" y="1"/>
                  </a:moveTo>
                  <a:cubicBezTo>
                    <a:pt x="11509" y="1"/>
                    <a:pt x="11028" y="51"/>
                    <a:pt x="10552" y="164"/>
                  </a:cubicBezTo>
                  <a:cubicBezTo>
                    <a:pt x="9098" y="515"/>
                    <a:pt x="7745" y="1517"/>
                    <a:pt x="7269" y="2946"/>
                  </a:cubicBezTo>
                  <a:cubicBezTo>
                    <a:pt x="6815" y="2565"/>
                    <a:pt x="6147" y="2390"/>
                    <a:pt x="5485" y="2390"/>
                  </a:cubicBezTo>
                  <a:cubicBezTo>
                    <a:pt x="5014" y="2390"/>
                    <a:pt x="4546" y="2479"/>
                    <a:pt x="4161" y="2645"/>
                  </a:cubicBezTo>
                  <a:cubicBezTo>
                    <a:pt x="3234" y="3046"/>
                    <a:pt x="2281" y="4199"/>
                    <a:pt x="1805" y="5101"/>
                  </a:cubicBezTo>
                  <a:cubicBezTo>
                    <a:pt x="1329" y="6004"/>
                    <a:pt x="1078" y="7006"/>
                    <a:pt x="878" y="8009"/>
                  </a:cubicBezTo>
                  <a:cubicBezTo>
                    <a:pt x="326" y="10615"/>
                    <a:pt x="0" y="13297"/>
                    <a:pt x="226" y="15954"/>
                  </a:cubicBezTo>
                  <a:cubicBezTo>
                    <a:pt x="251" y="16430"/>
                    <a:pt x="401" y="17006"/>
                    <a:pt x="878" y="17081"/>
                  </a:cubicBezTo>
                  <a:cubicBezTo>
                    <a:pt x="918" y="17090"/>
                    <a:pt x="957" y="17094"/>
                    <a:pt x="995" y="17094"/>
                  </a:cubicBezTo>
                  <a:cubicBezTo>
                    <a:pt x="1367" y="17094"/>
                    <a:pt x="1655" y="16713"/>
                    <a:pt x="1842" y="16337"/>
                  </a:cubicBezTo>
                  <a:lnTo>
                    <a:pt x="1842" y="16337"/>
                  </a:lnTo>
                  <a:cubicBezTo>
                    <a:pt x="1710" y="16732"/>
                    <a:pt x="1955" y="17245"/>
                    <a:pt x="2381" y="17357"/>
                  </a:cubicBezTo>
                  <a:cubicBezTo>
                    <a:pt x="2426" y="17367"/>
                    <a:pt x="2472" y="17372"/>
                    <a:pt x="2518" y="17372"/>
                  </a:cubicBezTo>
                  <a:cubicBezTo>
                    <a:pt x="2911" y="17372"/>
                    <a:pt x="3313" y="17022"/>
                    <a:pt x="3334" y="16620"/>
                  </a:cubicBezTo>
                  <a:lnTo>
                    <a:pt x="3334" y="16620"/>
                  </a:lnTo>
                  <a:cubicBezTo>
                    <a:pt x="3335" y="16902"/>
                    <a:pt x="3344" y="17201"/>
                    <a:pt x="3484" y="17457"/>
                  </a:cubicBezTo>
                  <a:cubicBezTo>
                    <a:pt x="3598" y="17730"/>
                    <a:pt x="3855" y="17941"/>
                    <a:pt x="4145" y="17941"/>
                  </a:cubicBezTo>
                  <a:cubicBezTo>
                    <a:pt x="4175" y="17941"/>
                    <a:pt x="4205" y="17938"/>
                    <a:pt x="4236" y="17934"/>
                  </a:cubicBezTo>
                  <a:cubicBezTo>
                    <a:pt x="4637" y="17858"/>
                    <a:pt x="4812" y="17357"/>
                    <a:pt x="4938" y="16956"/>
                  </a:cubicBezTo>
                  <a:cubicBezTo>
                    <a:pt x="5539" y="14525"/>
                    <a:pt x="6241" y="11342"/>
                    <a:pt x="9148" y="10816"/>
                  </a:cubicBezTo>
                  <a:cubicBezTo>
                    <a:pt x="9478" y="10757"/>
                    <a:pt x="9808" y="10731"/>
                    <a:pt x="10136" y="10731"/>
                  </a:cubicBezTo>
                  <a:cubicBezTo>
                    <a:pt x="10931" y="10731"/>
                    <a:pt x="11719" y="10886"/>
                    <a:pt x="12482" y="11117"/>
                  </a:cubicBezTo>
                  <a:lnTo>
                    <a:pt x="12532" y="11117"/>
                  </a:lnTo>
                  <a:cubicBezTo>
                    <a:pt x="13610" y="11417"/>
                    <a:pt x="14637" y="11843"/>
                    <a:pt x="15690" y="12169"/>
                  </a:cubicBezTo>
                  <a:cubicBezTo>
                    <a:pt x="16125" y="12307"/>
                    <a:pt x="16602" y="12423"/>
                    <a:pt x="17063" y="12423"/>
                  </a:cubicBezTo>
                  <a:cubicBezTo>
                    <a:pt x="17107" y="12423"/>
                    <a:pt x="17150" y="12422"/>
                    <a:pt x="17194" y="12420"/>
                  </a:cubicBezTo>
                  <a:cubicBezTo>
                    <a:pt x="17695" y="12395"/>
                    <a:pt x="18221" y="12219"/>
                    <a:pt x="18572" y="11843"/>
                  </a:cubicBezTo>
                  <a:lnTo>
                    <a:pt x="18572" y="11843"/>
                  </a:lnTo>
                  <a:cubicBezTo>
                    <a:pt x="18346" y="12570"/>
                    <a:pt x="18121" y="13297"/>
                    <a:pt x="17895" y="14024"/>
                  </a:cubicBezTo>
                  <a:cubicBezTo>
                    <a:pt x="17795" y="14350"/>
                    <a:pt x="17695" y="14751"/>
                    <a:pt x="17895" y="15026"/>
                  </a:cubicBezTo>
                  <a:cubicBezTo>
                    <a:pt x="18021" y="15183"/>
                    <a:pt x="18224" y="15261"/>
                    <a:pt x="18433" y="15261"/>
                  </a:cubicBezTo>
                  <a:cubicBezTo>
                    <a:pt x="18558" y="15261"/>
                    <a:pt x="18685" y="15233"/>
                    <a:pt x="18798" y="15177"/>
                  </a:cubicBezTo>
                  <a:cubicBezTo>
                    <a:pt x="19098" y="15051"/>
                    <a:pt x="19299" y="14801"/>
                    <a:pt x="19499" y="14525"/>
                  </a:cubicBezTo>
                  <a:cubicBezTo>
                    <a:pt x="21279" y="12144"/>
                    <a:pt x="22081" y="8911"/>
                    <a:pt x="21078" y="6104"/>
                  </a:cubicBezTo>
                  <a:cubicBezTo>
                    <a:pt x="20126" y="3422"/>
                    <a:pt x="17670" y="1492"/>
                    <a:pt x="14988" y="565"/>
                  </a:cubicBezTo>
                  <a:cubicBezTo>
                    <a:pt x="14019" y="225"/>
                    <a:pt x="13004" y="1"/>
                    <a:pt x="1199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2" name="Google Shape;5412;p55"/>
            <p:cNvSpPr/>
            <p:nvPr/>
          </p:nvSpPr>
          <p:spPr>
            <a:xfrm>
              <a:off x="6605545" y="1379189"/>
              <a:ext cx="1135062" cy="941517"/>
            </a:xfrm>
            <a:custGeom>
              <a:rect b="b" l="l" r="r" t="t"/>
              <a:pathLst>
                <a:path extrusionOk="0" h="18067" w="21781">
                  <a:moveTo>
                    <a:pt x="11899" y="153"/>
                  </a:moveTo>
                  <a:cubicBezTo>
                    <a:pt x="11951" y="153"/>
                    <a:pt x="12003" y="154"/>
                    <a:pt x="12056" y="155"/>
                  </a:cubicBezTo>
                  <a:cubicBezTo>
                    <a:pt x="13184" y="155"/>
                    <a:pt x="14311" y="456"/>
                    <a:pt x="15364" y="857"/>
                  </a:cubicBezTo>
                  <a:cubicBezTo>
                    <a:pt x="16266" y="1208"/>
                    <a:pt x="17093" y="1659"/>
                    <a:pt x="17870" y="2210"/>
                  </a:cubicBezTo>
                  <a:cubicBezTo>
                    <a:pt x="19424" y="3338"/>
                    <a:pt x="20652" y="4892"/>
                    <a:pt x="21153" y="6771"/>
                  </a:cubicBezTo>
                  <a:cubicBezTo>
                    <a:pt x="21680" y="8751"/>
                    <a:pt x="21379" y="10882"/>
                    <a:pt x="20527" y="12711"/>
                  </a:cubicBezTo>
                  <a:cubicBezTo>
                    <a:pt x="20301" y="13188"/>
                    <a:pt x="20051" y="13639"/>
                    <a:pt x="19750" y="14065"/>
                  </a:cubicBezTo>
                  <a:cubicBezTo>
                    <a:pt x="19625" y="14265"/>
                    <a:pt x="19474" y="14491"/>
                    <a:pt x="19324" y="14666"/>
                  </a:cubicBezTo>
                  <a:cubicBezTo>
                    <a:pt x="19148" y="14892"/>
                    <a:pt x="18973" y="15092"/>
                    <a:pt x="18722" y="15193"/>
                  </a:cubicBezTo>
                  <a:cubicBezTo>
                    <a:pt x="18622" y="15230"/>
                    <a:pt x="18509" y="15255"/>
                    <a:pt x="18397" y="15255"/>
                  </a:cubicBezTo>
                  <a:cubicBezTo>
                    <a:pt x="18284" y="15255"/>
                    <a:pt x="18171" y="15230"/>
                    <a:pt x="18071" y="15168"/>
                  </a:cubicBezTo>
                  <a:cubicBezTo>
                    <a:pt x="17845" y="15042"/>
                    <a:pt x="17820" y="14792"/>
                    <a:pt x="17845" y="14541"/>
                  </a:cubicBezTo>
                  <a:cubicBezTo>
                    <a:pt x="17870" y="14265"/>
                    <a:pt x="17971" y="13990"/>
                    <a:pt x="18071" y="13714"/>
                  </a:cubicBezTo>
                  <a:cubicBezTo>
                    <a:pt x="18146" y="13413"/>
                    <a:pt x="18246" y="13112"/>
                    <a:pt x="18346" y="12812"/>
                  </a:cubicBezTo>
                  <a:lnTo>
                    <a:pt x="18622" y="11934"/>
                  </a:lnTo>
                  <a:cubicBezTo>
                    <a:pt x="18622" y="11896"/>
                    <a:pt x="18578" y="11843"/>
                    <a:pt x="18535" y="11843"/>
                  </a:cubicBezTo>
                  <a:cubicBezTo>
                    <a:pt x="18521" y="11843"/>
                    <a:pt x="18508" y="11848"/>
                    <a:pt x="18497" y="11859"/>
                  </a:cubicBezTo>
                  <a:cubicBezTo>
                    <a:pt x="18119" y="12271"/>
                    <a:pt x="17589" y="12413"/>
                    <a:pt x="17058" y="12413"/>
                  </a:cubicBezTo>
                  <a:cubicBezTo>
                    <a:pt x="16814" y="12413"/>
                    <a:pt x="16570" y="12383"/>
                    <a:pt x="16341" y="12335"/>
                  </a:cubicBezTo>
                  <a:cubicBezTo>
                    <a:pt x="15489" y="12160"/>
                    <a:pt x="14687" y="11859"/>
                    <a:pt x="13910" y="11558"/>
                  </a:cubicBezTo>
                  <a:cubicBezTo>
                    <a:pt x="13434" y="11408"/>
                    <a:pt x="12983" y="11258"/>
                    <a:pt x="12532" y="11107"/>
                  </a:cubicBezTo>
                  <a:cubicBezTo>
                    <a:pt x="11742" y="10889"/>
                    <a:pt x="10918" y="10727"/>
                    <a:pt x="10099" y="10727"/>
                  </a:cubicBezTo>
                  <a:cubicBezTo>
                    <a:pt x="9696" y="10727"/>
                    <a:pt x="9294" y="10766"/>
                    <a:pt x="8898" y="10857"/>
                  </a:cubicBezTo>
                  <a:cubicBezTo>
                    <a:pt x="8096" y="11032"/>
                    <a:pt x="7394" y="11483"/>
                    <a:pt x="6843" y="12085"/>
                  </a:cubicBezTo>
                  <a:cubicBezTo>
                    <a:pt x="5740" y="13338"/>
                    <a:pt x="5339" y="15042"/>
                    <a:pt x="4938" y="16596"/>
                  </a:cubicBezTo>
                  <a:cubicBezTo>
                    <a:pt x="4888" y="16822"/>
                    <a:pt x="4838" y="17047"/>
                    <a:pt x="4762" y="17273"/>
                  </a:cubicBezTo>
                  <a:cubicBezTo>
                    <a:pt x="4687" y="17498"/>
                    <a:pt x="4562" y="17749"/>
                    <a:pt x="4336" y="17874"/>
                  </a:cubicBezTo>
                  <a:cubicBezTo>
                    <a:pt x="4266" y="17913"/>
                    <a:pt x="4192" y="17930"/>
                    <a:pt x="4119" y="17930"/>
                  </a:cubicBezTo>
                  <a:cubicBezTo>
                    <a:pt x="3905" y="17930"/>
                    <a:pt x="3696" y="17785"/>
                    <a:pt x="3584" y="17599"/>
                  </a:cubicBezTo>
                  <a:cubicBezTo>
                    <a:pt x="3384" y="17323"/>
                    <a:pt x="3384" y="16947"/>
                    <a:pt x="3359" y="16621"/>
                  </a:cubicBezTo>
                  <a:cubicBezTo>
                    <a:pt x="3359" y="16571"/>
                    <a:pt x="3328" y="16546"/>
                    <a:pt x="3296" y="16546"/>
                  </a:cubicBezTo>
                  <a:cubicBezTo>
                    <a:pt x="3265" y="16546"/>
                    <a:pt x="3234" y="16571"/>
                    <a:pt x="3234" y="16621"/>
                  </a:cubicBezTo>
                  <a:cubicBezTo>
                    <a:pt x="3234" y="16640"/>
                    <a:pt x="3234" y="16659"/>
                    <a:pt x="3234" y="16677"/>
                  </a:cubicBezTo>
                  <a:lnTo>
                    <a:pt x="3234" y="16677"/>
                  </a:lnTo>
                  <a:cubicBezTo>
                    <a:pt x="3218" y="17036"/>
                    <a:pt x="2866" y="17363"/>
                    <a:pt x="2498" y="17363"/>
                  </a:cubicBezTo>
                  <a:cubicBezTo>
                    <a:pt x="2425" y="17363"/>
                    <a:pt x="2352" y="17351"/>
                    <a:pt x="2281" y="17323"/>
                  </a:cubicBezTo>
                  <a:cubicBezTo>
                    <a:pt x="1951" y="17191"/>
                    <a:pt x="1775" y="16787"/>
                    <a:pt x="1874" y="16436"/>
                  </a:cubicBezTo>
                  <a:lnTo>
                    <a:pt x="1874" y="16436"/>
                  </a:lnTo>
                  <a:cubicBezTo>
                    <a:pt x="1895" y="16391"/>
                    <a:pt x="1914" y="16345"/>
                    <a:pt x="1930" y="16295"/>
                  </a:cubicBezTo>
                  <a:lnTo>
                    <a:pt x="1930" y="16295"/>
                  </a:lnTo>
                  <a:cubicBezTo>
                    <a:pt x="1930" y="16295"/>
                    <a:pt x="1930" y="16295"/>
                    <a:pt x="1930" y="16295"/>
                  </a:cubicBezTo>
                  <a:cubicBezTo>
                    <a:pt x="1963" y="16246"/>
                    <a:pt x="1921" y="16197"/>
                    <a:pt x="1874" y="16197"/>
                  </a:cubicBezTo>
                  <a:cubicBezTo>
                    <a:pt x="1849" y="16197"/>
                    <a:pt x="1822" y="16211"/>
                    <a:pt x="1805" y="16245"/>
                  </a:cubicBezTo>
                  <a:cubicBezTo>
                    <a:pt x="1776" y="16294"/>
                    <a:pt x="1754" y="16345"/>
                    <a:pt x="1738" y="16398"/>
                  </a:cubicBezTo>
                  <a:lnTo>
                    <a:pt x="1738" y="16398"/>
                  </a:lnTo>
                  <a:cubicBezTo>
                    <a:pt x="1642" y="16595"/>
                    <a:pt x="1514" y="16782"/>
                    <a:pt x="1354" y="16922"/>
                  </a:cubicBezTo>
                  <a:cubicBezTo>
                    <a:pt x="1240" y="17022"/>
                    <a:pt x="1093" y="17081"/>
                    <a:pt x="946" y="17081"/>
                  </a:cubicBezTo>
                  <a:cubicBezTo>
                    <a:pt x="835" y="17081"/>
                    <a:pt x="724" y="17047"/>
                    <a:pt x="627" y="16972"/>
                  </a:cubicBezTo>
                  <a:cubicBezTo>
                    <a:pt x="427" y="16822"/>
                    <a:pt x="351" y="16546"/>
                    <a:pt x="301" y="16320"/>
                  </a:cubicBezTo>
                  <a:cubicBezTo>
                    <a:pt x="251" y="15995"/>
                    <a:pt x="226" y="15644"/>
                    <a:pt x="226" y="15293"/>
                  </a:cubicBezTo>
                  <a:cubicBezTo>
                    <a:pt x="151" y="13764"/>
                    <a:pt x="251" y="12210"/>
                    <a:pt x="452" y="10681"/>
                  </a:cubicBezTo>
                  <a:cubicBezTo>
                    <a:pt x="552" y="9904"/>
                    <a:pt x="702" y="9152"/>
                    <a:pt x="853" y="8401"/>
                  </a:cubicBezTo>
                  <a:cubicBezTo>
                    <a:pt x="1003" y="7674"/>
                    <a:pt x="1153" y="6972"/>
                    <a:pt x="1379" y="6270"/>
                  </a:cubicBezTo>
                  <a:cubicBezTo>
                    <a:pt x="1605" y="5644"/>
                    <a:pt x="1880" y="5042"/>
                    <a:pt x="2281" y="4491"/>
                  </a:cubicBezTo>
                  <a:cubicBezTo>
                    <a:pt x="2632" y="3990"/>
                    <a:pt x="3083" y="3488"/>
                    <a:pt x="3610" y="3112"/>
                  </a:cubicBezTo>
                  <a:cubicBezTo>
                    <a:pt x="4061" y="2761"/>
                    <a:pt x="4612" y="2586"/>
                    <a:pt x="5188" y="2536"/>
                  </a:cubicBezTo>
                  <a:cubicBezTo>
                    <a:pt x="5293" y="2526"/>
                    <a:pt x="5399" y="2521"/>
                    <a:pt x="5506" y="2521"/>
                  </a:cubicBezTo>
                  <a:cubicBezTo>
                    <a:pt x="5965" y="2521"/>
                    <a:pt x="6441" y="2613"/>
                    <a:pt x="6868" y="2837"/>
                  </a:cubicBezTo>
                  <a:cubicBezTo>
                    <a:pt x="6968" y="2912"/>
                    <a:pt x="7093" y="2962"/>
                    <a:pt x="7194" y="3062"/>
                  </a:cubicBezTo>
                  <a:cubicBezTo>
                    <a:pt x="7212" y="3071"/>
                    <a:pt x="7230" y="3077"/>
                    <a:pt x="7247" y="3077"/>
                  </a:cubicBezTo>
                  <a:cubicBezTo>
                    <a:pt x="7277" y="3077"/>
                    <a:pt x="7303" y="3060"/>
                    <a:pt x="7319" y="3012"/>
                  </a:cubicBezTo>
                  <a:cubicBezTo>
                    <a:pt x="7620" y="2135"/>
                    <a:pt x="8271" y="1408"/>
                    <a:pt x="9073" y="907"/>
                  </a:cubicBezTo>
                  <a:cubicBezTo>
                    <a:pt x="9931" y="383"/>
                    <a:pt x="10901" y="153"/>
                    <a:pt x="11899" y="153"/>
                  </a:cubicBezTo>
                  <a:close/>
                  <a:moveTo>
                    <a:pt x="11966" y="1"/>
                  </a:moveTo>
                  <a:cubicBezTo>
                    <a:pt x="11156" y="1"/>
                    <a:pt x="10345" y="135"/>
                    <a:pt x="9600" y="481"/>
                  </a:cubicBezTo>
                  <a:cubicBezTo>
                    <a:pt x="8722" y="857"/>
                    <a:pt x="7920" y="1508"/>
                    <a:pt x="7444" y="2360"/>
                  </a:cubicBezTo>
                  <a:cubicBezTo>
                    <a:pt x="7358" y="2532"/>
                    <a:pt x="7273" y="2703"/>
                    <a:pt x="7203" y="2890"/>
                  </a:cubicBezTo>
                  <a:lnTo>
                    <a:pt x="7203" y="2890"/>
                  </a:lnTo>
                  <a:cubicBezTo>
                    <a:pt x="6764" y="2564"/>
                    <a:pt x="6203" y="2409"/>
                    <a:pt x="5665" y="2385"/>
                  </a:cubicBezTo>
                  <a:cubicBezTo>
                    <a:pt x="5608" y="2383"/>
                    <a:pt x="5550" y="2382"/>
                    <a:pt x="5492" y="2382"/>
                  </a:cubicBezTo>
                  <a:cubicBezTo>
                    <a:pt x="4965" y="2382"/>
                    <a:pt x="4412" y="2485"/>
                    <a:pt x="3960" y="2711"/>
                  </a:cubicBezTo>
                  <a:cubicBezTo>
                    <a:pt x="3384" y="3012"/>
                    <a:pt x="2883" y="3488"/>
                    <a:pt x="2482" y="3990"/>
                  </a:cubicBezTo>
                  <a:cubicBezTo>
                    <a:pt x="2056" y="4516"/>
                    <a:pt x="1705" y="5092"/>
                    <a:pt x="1454" y="5694"/>
                  </a:cubicBezTo>
                  <a:cubicBezTo>
                    <a:pt x="1153" y="6421"/>
                    <a:pt x="978" y="7172"/>
                    <a:pt x="803" y="7924"/>
                  </a:cubicBezTo>
                  <a:cubicBezTo>
                    <a:pt x="627" y="8701"/>
                    <a:pt x="477" y="9503"/>
                    <a:pt x="351" y="10330"/>
                  </a:cubicBezTo>
                  <a:cubicBezTo>
                    <a:pt x="126" y="11934"/>
                    <a:pt x="0" y="13563"/>
                    <a:pt x="76" y="15193"/>
                  </a:cubicBezTo>
                  <a:cubicBezTo>
                    <a:pt x="76" y="15569"/>
                    <a:pt x="101" y="15919"/>
                    <a:pt x="151" y="16295"/>
                  </a:cubicBezTo>
                  <a:cubicBezTo>
                    <a:pt x="201" y="16546"/>
                    <a:pt x="276" y="16797"/>
                    <a:pt x="452" y="16997"/>
                  </a:cubicBezTo>
                  <a:cubicBezTo>
                    <a:pt x="572" y="17158"/>
                    <a:pt x="772" y="17238"/>
                    <a:pt x="976" y="17238"/>
                  </a:cubicBezTo>
                  <a:cubicBezTo>
                    <a:pt x="1027" y="17238"/>
                    <a:pt x="1078" y="17233"/>
                    <a:pt x="1128" y="17223"/>
                  </a:cubicBezTo>
                  <a:cubicBezTo>
                    <a:pt x="1366" y="17151"/>
                    <a:pt x="1559" y="16945"/>
                    <a:pt x="1706" y="16731"/>
                  </a:cubicBezTo>
                  <a:lnTo>
                    <a:pt x="1706" y="16731"/>
                  </a:lnTo>
                  <a:cubicBezTo>
                    <a:pt x="1740" y="17050"/>
                    <a:pt x="1944" y="17358"/>
                    <a:pt x="2256" y="17473"/>
                  </a:cubicBezTo>
                  <a:cubicBezTo>
                    <a:pt x="2337" y="17504"/>
                    <a:pt x="2420" y="17518"/>
                    <a:pt x="2502" y="17518"/>
                  </a:cubicBezTo>
                  <a:cubicBezTo>
                    <a:pt x="2809" y="17518"/>
                    <a:pt x="3105" y="17319"/>
                    <a:pt x="3256" y="17044"/>
                  </a:cubicBezTo>
                  <a:lnTo>
                    <a:pt x="3256" y="17044"/>
                  </a:lnTo>
                  <a:cubicBezTo>
                    <a:pt x="3305" y="17448"/>
                    <a:pt x="3452" y="17839"/>
                    <a:pt x="3860" y="18025"/>
                  </a:cubicBezTo>
                  <a:cubicBezTo>
                    <a:pt x="3935" y="18053"/>
                    <a:pt x="4018" y="18067"/>
                    <a:pt x="4100" y="18067"/>
                  </a:cubicBezTo>
                  <a:cubicBezTo>
                    <a:pt x="4238" y="18067"/>
                    <a:pt x="4377" y="18028"/>
                    <a:pt x="4487" y="17949"/>
                  </a:cubicBezTo>
                  <a:cubicBezTo>
                    <a:pt x="4662" y="17799"/>
                    <a:pt x="4762" y="17624"/>
                    <a:pt x="4863" y="17423"/>
                  </a:cubicBezTo>
                  <a:cubicBezTo>
                    <a:pt x="5013" y="17022"/>
                    <a:pt x="5088" y="16596"/>
                    <a:pt x="5188" y="16195"/>
                  </a:cubicBezTo>
                  <a:cubicBezTo>
                    <a:pt x="5289" y="15794"/>
                    <a:pt x="5414" y="15368"/>
                    <a:pt x="5539" y="14967"/>
                  </a:cubicBezTo>
                  <a:cubicBezTo>
                    <a:pt x="6041" y="13388"/>
                    <a:pt x="6843" y="11709"/>
                    <a:pt x="8497" y="11132"/>
                  </a:cubicBezTo>
                  <a:cubicBezTo>
                    <a:pt x="9012" y="10940"/>
                    <a:pt x="9552" y="10863"/>
                    <a:pt x="10096" y="10863"/>
                  </a:cubicBezTo>
                  <a:cubicBezTo>
                    <a:pt x="10902" y="10863"/>
                    <a:pt x="11719" y="11033"/>
                    <a:pt x="12482" y="11258"/>
                  </a:cubicBezTo>
                  <a:cubicBezTo>
                    <a:pt x="13359" y="11508"/>
                    <a:pt x="14186" y="11834"/>
                    <a:pt x="15038" y="12110"/>
                  </a:cubicBezTo>
                  <a:cubicBezTo>
                    <a:pt x="15663" y="12332"/>
                    <a:pt x="16337" y="12553"/>
                    <a:pt x="17020" y="12553"/>
                  </a:cubicBezTo>
                  <a:cubicBezTo>
                    <a:pt x="17186" y="12553"/>
                    <a:pt x="17353" y="12540"/>
                    <a:pt x="17519" y="12511"/>
                  </a:cubicBezTo>
                  <a:cubicBezTo>
                    <a:pt x="17836" y="12471"/>
                    <a:pt x="18138" y="12338"/>
                    <a:pt x="18399" y="12147"/>
                  </a:cubicBezTo>
                  <a:lnTo>
                    <a:pt x="18399" y="12147"/>
                  </a:lnTo>
                  <a:lnTo>
                    <a:pt x="17895" y="13789"/>
                  </a:lnTo>
                  <a:cubicBezTo>
                    <a:pt x="17745" y="14240"/>
                    <a:pt x="17494" y="14892"/>
                    <a:pt x="17920" y="15243"/>
                  </a:cubicBezTo>
                  <a:cubicBezTo>
                    <a:pt x="18058" y="15352"/>
                    <a:pt x="18215" y="15399"/>
                    <a:pt x="18375" y="15399"/>
                  </a:cubicBezTo>
                  <a:cubicBezTo>
                    <a:pt x="18654" y="15399"/>
                    <a:pt x="18942" y="15258"/>
                    <a:pt x="19148" y="15067"/>
                  </a:cubicBezTo>
                  <a:cubicBezTo>
                    <a:pt x="19349" y="14917"/>
                    <a:pt x="19499" y="14691"/>
                    <a:pt x="19625" y="14491"/>
                  </a:cubicBezTo>
                  <a:cubicBezTo>
                    <a:pt x="19800" y="14265"/>
                    <a:pt x="19950" y="14065"/>
                    <a:pt x="20076" y="13814"/>
                  </a:cubicBezTo>
                  <a:cubicBezTo>
                    <a:pt x="21179" y="12010"/>
                    <a:pt x="21780" y="9829"/>
                    <a:pt x="21504" y="7724"/>
                  </a:cubicBezTo>
                  <a:cubicBezTo>
                    <a:pt x="21354" y="6721"/>
                    <a:pt x="21028" y="5719"/>
                    <a:pt x="20502" y="4842"/>
                  </a:cubicBezTo>
                  <a:cubicBezTo>
                    <a:pt x="20001" y="4015"/>
                    <a:pt x="19349" y="3263"/>
                    <a:pt x="18622" y="2636"/>
                  </a:cubicBezTo>
                  <a:cubicBezTo>
                    <a:pt x="17870" y="1984"/>
                    <a:pt x="17018" y="1458"/>
                    <a:pt x="16116" y="1032"/>
                  </a:cubicBezTo>
                  <a:cubicBezTo>
                    <a:pt x="15113" y="556"/>
                    <a:pt x="14011" y="205"/>
                    <a:pt x="12883" y="55"/>
                  </a:cubicBezTo>
                  <a:cubicBezTo>
                    <a:pt x="12580" y="20"/>
                    <a:pt x="12273" y="1"/>
                    <a:pt x="1196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3" name="Google Shape;5413;p55"/>
            <p:cNvSpPr/>
            <p:nvPr/>
          </p:nvSpPr>
          <p:spPr>
            <a:xfrm>
              <a:off x="6680534" y="1569864"/>
              <a:ext cx="277343" cy="376721"/>
            </a:xfrm>
            <a:custGeom>
              <a:rect b="b" l="l" r="r" t="t"/>
              <a:pathLst>
                <a:path extrusionOk="0" h="7229" w="5322">
                  <a:moveTo>
                    <a:pt x="4273" y="0"/>
                  </a:moveTo>
                  <a:cubicBezTo>
                    <a:pt x="3433" y="0"/>
                    <a:pt x="2603" y="413"/>
                    <a:pt x="2045" y="1007"/>
                  </a:cubicBezTo>
                  <a:cubicBezTo>
                    <a:pt x="1118" y="1985"/>
                    <a:pt x="767" y="3338"/>
                    <a:pt x="516" y="4641"/>
                  </a:cubicBezTo>
                  <a:cubicBezTo>
                    <a:pt x="366" y="5468"/>
                    <a:pt x="241" y="6321"/>
                    <a:pt x="15" y="7148"/>
                  </a:cubicBezTo>
                  <a:cubicBezTo>
                    <a:pt x="0" y="7193"/>
                    <a:pt x="39" y="7229"/>
                    <a:pt x="78" y="7229"/>
                  </a:cubicBezTo>
                  <a:cubicBezTo>
                    <a:pt x="104" y="7229"/>
                    <a:pt x="130" y="7213"/>
                    <a:pt x="140" y="7173"/>
                  </a:cubicBezTo>
                  <a:cubicBezTo>
                    <a:pt x="541" y="5819"/>
                    <a:pt x="617" y="4416"/>
                    <a:pt x="1043" y="3062"/>
                  </a:cubicBezTo>
                  <a:cubicBezTo>
                    <a:pt x="1419" y="1909"/>
                    <a:pt x="2120" y="807"/>
                    <a:pt x="3298" y="331"/>
                  </a:cubicBezTo>
                  <a:cubicBezTo>
                    <a:pt x="3614" y="212"/>
                    <a:pt x="3950" y="142"/>
                    <a:pt x="4286" y="142"/>
                  </a:cubicBezTo>
                  <a:cubicBezTo>
                    <a:pt x="4589" y="142"/>
                    <a:pt x="4892" y="200"/>
                    <a:pt x="5178" y="331"/>
                  </a:cubicBezTo>
                  <a:cubicBezTo>
                    <a:pt x="5185" y="333"/>
                    <a:pt x="5192" y="334"/>
                    <a:pt x="5198" y="334"/>
                  </a:cubicBezTo>
                  <a:cubicBezTo>
                    <a:pt x="5266" y="334"/>
                    <a:pt x="5322" y="228"/>
                    <a:pt x="5253" y="205"/>
                  </a:cubicBezTo>
                  <a:cubicBezTo>
                    <a:pt x="4935" y="64"/>
                    <a:pt x="4604" y="0"/>
                    <a:pt x="427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4" name="Google Shape;5414;p55"/>
            <p:cNvSpPr/>
            <p:nvPr/>
          </p:nvSpPr>
          <p:spPr>
            <a:xfrm>
              <a:off x="6745308" y="1633909"/>
              <a:ext cx="191982" cy="467814"/>
            </a:xfrm>
            <a:custGeom>
              <a:rect b="b" l="l" r="r" t="t"/>
              <a:pathLst>
                <a:path extrusionOk="0" h="8977" w="3684">
                  <a:moveTo>
                    <a:pt x="3520" y="0"/>
                  </a:moveTo>
                  <a:cubicBezTo>
                    <a:pt x="2888" y="0"/>
                    <a:pt x="2416" y="503"/>
                    <a:pt x="2080" y="1006"/>
                  </a:cubicBezTo>
                  <a:cubicBezTo>
                    <a:pt x="1730" y="1558"/>
                    <a:pt x="1454" y="2159"/>
                    <a:pt x="1203" y="2786"/>
                  </a:cubicBezTo>
                  <a:cubicBezTo>
                    <a:pt x="727" y="4014"/>
                    <a:pt x="451" y="5342"/>
                    <a:pt x="276" y="6645"/>
                  </a:cubicBezTo>
                  <a:cubicBezTo>
                    <a:pt x="151" y="7397"/>
                    <a:pt x="75" y="8149"/>
                    <a:pt x="0" y="8901"/>
                  </a:cubicBezTo>
                  <a:cubicBezTo>
                    <a:pt x="0" y="8951"/>
                    <a:pt x="32" y="8976"/>
                    <a:pt x="66" y="8976"/>
                  </a:cubicBezTo>
                  <a:cubicBezTo>
                    <a:pt x="100" y="8976"/>
                    <a:pt x="138" y="8951"/>
                    <a:pt x="151" y="8901"/>
                  </a:cubicBezTo>
                  <a:cubicBezTo>
                    <a:pt x="276" y="7623"/>
                    <a:pt x="426" y="6320"/>
                    <a:pt x="702" y="5041"/>
                  </a:cubicBezTo>
                  <a:cubicBezTo>
                    <a:pt x="978" y="3788"/>
                    <a:pt x="1354" y="2560"/>
                    <a:pt x="2005" y="1432"/>
                  </a:cubicBezTo>
                  <a:cubicBezTo>
                    <a:pt x="2321" y="850"/>
                    <a:pt x="2777" y="127"/>
                    <a:pt x="3534" y="127"/>
                  </a:cubicBezTo>
                  <a:cubicBezTo>
                    <a:pt x="3558" y="127"/>
                    <a:pt x="3584" y="127"/>
                    <a:pt x="3609" y="129"/>
                  </a:cubicBezTo>
                  <a:cubicBezTo>
                    <a:pt x="3615" y="131"/>
                    <a:pt x="3620" y="132"/>
                    <a:pt x="3625" y="132"/>
                  </a:cubicBezTo>
                  <a:cubicBezTo>
                    <a:pt x="3684" y="132"/>
                    <a:pt x="3679" y="4"/>
                    <a:pt x="3609" y="4"/>
                  </a:cubicBezTo>
                  <a:cubicBezTo>
                    <a:pt x="3579" y="2"/>
                    <a:pt x="3549" y="0"/>
                    <a:pt x="352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5" name="Google Shape;5415;p55"/>
            <p:cNvSpPr/>
            <p:nvPr/>
          </p:nvSpPr>
          <p:spPr>
            <a:xfrm>
              <a:off x="6868656" y="1692638"/>
              <a:ext cx="96981" cy="233464"/>
            </a:xfrm>
            <a:custGeom>
              <a:rect b="b" l="l" r="r" t="t"/>
              <a:pathLst>
                <a:path extrusionOk="0" h="4480" w="1861">
                  <a:moveTo>
                    <a:pt x="1743" y="1"/>
                  </a:moveTo>
                  <a:cubicBezTo>
                    <a:pt x="1735" y="1"/>
                    <a:pt x="1727" y="2"/>
                    <a:pt x="1718" y="5"/>
                  </a:cubicBezTo>
                  <a:cubicBezTo>
                    <a:pt x="1217" y="255"/>
                    <a:pt x="1017" y="857"/>
                    <a:pt x="841" y="1333"/>
                  </a:cubicBezTo>
                  <a:cubicBezTo>
                    <a:pt x="591" y="1959"/>
                    <a:pt x="390" y="2611"/>
                    <a:pt x="215" y="3263"/>
                  </a:cubicBezTo>
                  <a:cubicBezTo>
                    <a:pt x="139" y="3639"/>
                    <a:pt x="64" y="4015"/>
                    <a:pt x="14" y="4391"/>
                  </a:cubicBezTo>
                  <a:cubicBezTo>
                    <a:pt x="0" y="4447"/>
                    <a:pt x="41" y="4479"/>
                    <a:pt x="80" y="4479"/>
                  </a:cubicBezTo>
                  <a:cubicBezTo>
                    <a:pt x="111" y="4479"/>
                    <a:pt x="139" y="4460"/>
                    <a:pt x="139" y="4416"/>
                  </a:cubicBezTo>
                  <a:cubicBezTo>
                    <a:pt x="240" y="3789"/>
                    <a:pt x="390" y="3163"/>
                    <a:pt x="566" y="2536"/>
                  </a:cubicBezTo>
                  <a:cubicBezTo>
                    <a:pt x="741" y="1934"/>
                    <a:pt x="941" y="1333"/>
                    <a:pt x="1217" y="782"/>
                  </a:cubicBezTo>
                  <a:cubicBezTo>
                    <a:pt x="1343" y="506"/>
                    <a:pt x="1518" y="255"/>
                    <a:pt x="1794" y="130"/>
                  </a:cubicBezTo>
                  <a:cubicBezTo>
                    <a:pt x="1861" y="85"/>
                    <a:pt x="1808" y="1"/>
                    <a:pt x="17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6" name="Google Shape;5416;p55"/>
            <p:cNvSpPr/>
            <p:nvPr/>
          </p:nvSpPr>
          <p:spPr>
            <a:xfrm>
              <a:off x="7021394" y="1442244"/>
              <a:ext cx="556353" cy="196412"/>
            </a:xfrm>
            <a:custGeom>
              <a:rect b="b" l="l" r="r" t="t"/>
              <a:pathLst>
                <a:path extrusionOk="0" h="3769" w="10676">
                  <a:moveTo>
                    <a:pt x="4478" y="0"/>
                  </a:moveTo>
                  <a:cubicBezTo>
                    <a:pt x="3701" y="0"/>
                    <a:pt x="2925" y="145"/>
                    <a:pt x="2196" y="449"/>
                  </a:cubicBezTo>
                  <a:cubicBezTo>
                    <a:pt x="1369" y="774"/>
                    <a:pt x="617" y="1301"/>
                    <a:pt x="41" y="2003"/>
                  </a:cubicBezTo>
                  <a:cubicBezTo>
                    <a:pt x="0" y="2043"/>
                    <a:pt x="58" y="2116"/>
                    <a:pt x="108" y="2116"/>
                  </a:cubicBezTo>
                  <a:cubicBezTo>
                    <a:pt x="120" y="2116"/>
                    <a:pt x="131" y="2112"/>
                    <a:pt x="141" y="2103"/>
                  </a:cubicBezTo>
                  <a:cubicBezTo>
                    <a:pt x="1143" y="875"/>
                    <a:pt x="2697" y="223"/>
                    <a:pt x="4251" y="148"/>
                  </a:cubicBezTo>
                  <a:cubicBezTo>
                    <a:pt x="4340" y="144"/>
                    <a:pt x="4428" y="142"/>
                    <a:pt x="4516" y="142"/>
                  </a:cubicBezTo>
                  <a:cubicBezTo>
                    <a:pt x="6051" y="142"/>
                    <a:pt x="7527" y="754"/>
                    <a:pt x="8712" y="1702"/>
                  </a:cubicBezTo>
                  <a:cubicBezTo>
                    <a:pt x="9414" y="2278"/>
                    <a:pt x="10016" y="2955"/>
                    <a:pt x="10517" y="3732"/>
                  </a:cubicBezTo>
                  <a:cubicBezTo>
                    <a:pt x="10534" y="3757"/>
                    <a:pt x="10559" y="3768"/>
                    <a:pt x="10583" y="3768"/>
                  </a:cubicBezTo>
                  <a:cubicBezTo>
                    <a:pt x="10631" y="3768"/>
                    <a:pt x="10676" y="3724"/>
                    <a:pt x="10642" y="3657"/>
                  </a:cubicBezTo>
                  <a:cubicBezTo>
                    <a:pt x="9765" y="2253"/>
                    <a:pt x="8462" y="1100"/>
                    <a:pt x="6908" y="474"/>
                  </a:cubicBezTo>
                  <a:cubicBezTo>
                    <a:pt x="6133" y="164"/>
                    <a:pt x="5305" y="0"/>
                    <a:pt x="447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7" name="Google Shape;5417;p55"/>
            <p:cNvSpPr/>
            <p:nvPr/>
          </p:nvSpPr>
          <p:spPr>
            <a:xfrm>
              <a:off x="7025407" y="1550062"/>
              <a:ext cx="489805" cy="146176"/>
            </a:xfrm>
            <a:custGeom>
              <a:rect b="b" l="l" r="r" t="t"/>
              <a:pathLst>
                <a:path extrusionOk="0" h="2805" w="9399">
                  <a:moveTo>
                    <a:pt x="3183" y="0"/>
                  </a:moveTo>
                  <a:cubicBezTo>
                    <a:pt x="2801" y="0"/>
                    <a:pt x="2420" y="35"/>
                    <a:pt x="2044" y="109"/>
                  </a:cubicBezTo>
                  <a:cubicBezTo>
                    <a:pt x="1342" y="234"/>
                    <a:pt x="665" y="510"/>
                    <a:pt x="64" y="911"/>
                  </a:cubicBezTo>
                  <a:cubicBezTo>
                    <a:pt x="1" y="953"/>
                    <a:pt x="43" y="1048"/>
                    <a:pt x="103" y="1048"/>
                  </a:cubicBezTo>
                  <a:cubicBezTo>
                    <a:pt x="115" y="1048"/>
                    <a:pt x="127" y="1044"/>
                    <a:pt x="139" y="1036"/>
                  </a:cubicBezTo>
                  <a:cubicBezTo>
                    <a:pt x="1045" y="411"/>
                    <a:pt x="2118" y="138"/>
                    <a:pt x="3198" y="138"/>
                  </a:cubicBezTo>
                  <a:cubicBezTo>
                    <a:pt x="3373" y="138"/>
                    <a:pt x="3548" y="145"/>
                    <a:pt x="3723" y="159"/>
                  </a:cubicBezTo>
                  <a:cubicBezTo>
                    <a:pt x="5051" y="259"/>
                    <a:pt x="6279" y="786"/>
                    <a:pt x="7407" y="1462"/>
                  </a:cubicBezTo>
                  <a:cubicBezTo>
                    <a:pt x="8034" y="1863"/>
                    <a:pt x="8660" y="2289"/>
                    <a:pt x="9237" y="2791"/>
                  </a:cubicBezTo>
                  <a:cubicBezTo>
                    <a:pt x="9251" y="2800"/>
                    <a:pt x="9266" y="2804"/>
                    <a:pt x="9280" y="2804"/>
                  </a:cubicBezTo>
                  <a:cubicBezTo>
                    <a:pt x="9343" y="2804"/>
                    <a:pt x="9398" y="2727"/>
                    <a:pt x="9337" y="2665"/>
                  </a:cubicBezTo>
                  <a:cubicBezTo>
                    <a:pt x="8284" y="1813"/>
                    <a:pt x="7132" y="1036"/>
                    <a:pt x="5878" y="535"/>
                  </a:cubicBezTo>
                  <a:cubicBezTo>
                    <a:pt x="5012" y="199"/>
                    <a:pt x="4096" y="0"/>
                    <a:pt x="318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8" name="Google Shape;5418;p55"/>
            <p:cNvSpPr/>
            <p:nvPr/>
          </p:nvSpPr>
          <p:spPr>
            <a:xfrm>
              <a:off x="6993098" y="1848294"/>
              <a:ext cx="565473" cy="103756"/>
            </a:xfrm>
            <a:custGeom>
              <a:rect b="b" l="l" r="r" t="t"/>
              <a:pathLst>
                <a:path extrusionOk="0" h="1991" w="10851">
                  <a:moveTo>
                    <a:pt x="2490" y="1"/>
                  </a:moveTo>
                  <a:cubicBezTo>
                    <a:pt x="2331" y="1"/>
                    <a:pt x="2172" y="9"/>
                    <a:pt x="2012" y="25"/>
                  </a:cubicBezTo>
                  <a:cubicBezTo>
                    <a:pt x="1285" y="100"/>
                    <a:pt x="609" y="351"/>
                    <a:pt x="57" y="827"/>
                  </a:cubicBezTo>
                  <a:cubicBezTo>
                    <a:pt x="1" y="884"/>
                    <a:pt x="43" y="954"/>
                    <a:pt x="100" y="954"/>
                  </a:cubicBezTo>
                  <a:cubicBezTo>
                    <a:pt x="118" y="954"/>
                    <a:pt x="139" y="946"/>
                    <a:pt x="158" y="927"/>
                  </a:cubicBezTo>
                  <a:cubicBezTo>
                    <a:pt x="801" y="364"/>
                    <a:pt x="1641" y="152"/>
                    <a:pt x="2491" y="152"/>
                  </a:cubicBezTo>
                  <a:cubicBezTo>
                    <a:pt x="2966" y="152"/>
                    <a:pt x="3443" y="218"/>
                    <a:pt x="3892" y="326"/>
                  </a:cubicBezTo>
                  <a:cubicBezTo>
                    <a:pt x="5396" y="702"/>
                    <a:pt x="6749" y="1479"/>
                    <a:pt x="8253" y="1830"/>
                  </a:cubicBezTo>
                  <a:cubicBezTo>
                    <a:pt x="8702" y="1925"/>
                    <a:pt x="9159" y="1991"/>
                    <a:pt x="9615" y="1991"/>
                  </a:cubicBezTo>
                  <a:cubicBezTo>
                    <a:pt x="9998" y="1991"/>
                    <a:pt x="10381" y="1944"/>
                    <a:pt x="10759" y="1830"/>
                  </a:cubicBezTo>
                  <a:cubicBezTo>
                    <a:pt x="10850" y="1807"/>
                    <a:pt x="10817" y="1701"/>
                    <a:pt x="10735" y="1701"/>
                  </a:cubicBezTo>
                  <a:cubicBezTo>
                    <a:pt x="10727" y="1701"/>
                    <a:pt x="10718" y="1702"/>
                    <a:pt x="10709" y="1704"/>
                  </a:cubicBezTo>
                  <a:cubicBezTo>
                    <a:pt x="10339" y="1807"/>
                    <a:pt x="9967" y="1852"/>
                    <a:pt x="9595" y="1852"/>
                  </a:cubicBezTo>
                  <a:cubicBezTo>
                    <a:pt x="8427" y="1852"/>
                    <a:pt x="7262" y="1415"/>
                    <a:pt x="6198" y="978"/>
                  </a:cubicBezTo>
                  <a:cubicBezTo>
                    <a:pt x="5015" y="509"/>
                    <a:pt x="3773" y="1"/>
                    <a:pt x="249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9" name="Google Shape;5419;p55"/>
            <p:cNvSpPr/>
            <p:nvPr/>
          </p:nvSpPr>
          <p:spPr>
            <a:xfrm>
              <a:off x="7043802" y="1778882"/>
              <a:ext cx="174316" cy="28193"/>
            </a:xfrm>
            <a:custGeom>
              <a:rect b="b" l="l" r="r" t="t"/>
              <a:pathLst>
                <a:path extrusionOk="0" h="541" w="3345">
                  <a:moveTo>
                    <a:pt x="2291" y="1"/>
                  </a:moveTo>
                  <a:cubicBezTo>
                    <a:pt x="1541" y="1"/>
                    <a:pt x="789" y="141"/>
                    <a:pt x="87" y="405"/>
                  </a:cubicBezTo>
                  <a:cubicBezTo>
                    <a:pt x="1" y="426"/>
                    <a:pt x="25" y="540"/>
                    <a:pt x="82" y="540"/>
                  </a:cubicBezTo>
                  <a:cubicBezTo>
                    <a:pt x="91" y="540"/>
                    <a:pt x="101" y="537"/>
                    <a:pt x="112" y="530"/>
                  </a:cubicBezTo>
                  <a:cubicBezTo>
                    <a:pt x="778" y="274"/>
                    <a:pt x="1491" y="146"/>
                    <a:pt x="2211" y="146"/>
                  </a:cubicBezTo>
                  <a:cubicBezTo>
                    <a:pt x="2547" y="146"/>
                    <a:pt x="2885" y="173"/>
                    <a:pt x="3220" y="229"/>
                  </a:cubicBezTo>
                  <a:cubicBezTo>
                    <a:pt x="3295" y="229"/>
                    <a:pt x="3345" y="104"/>
                    <a:pt x="3245" y="79"/>
                  </a:cubicBezTo>
                  <a:cubicBezTo>
                    <a:pt x="2930" y="26"/>
                    <a:pt x="2610" y="1"/>
                    <a:pt x="22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0" name="Google Shape;5420;p55"/>
            <p:cNvSpPr/>
            <p:nvPr/>
          </p:nvSpPr>
          <p:spPr>
            <a:xfrm>
              <a:off x="7058081" y="1668667"/>
              <a:ext cx="436963" cy="126112"/>
            </a:xfrm>
            <a:custGeom>
              <a:rect b="b" l="l" r="r" t="t"/>
              <a:pathLst>
                <a:path extrusionOk="0" h="2420" w="8385">
                  <a:moveTo>
                    <a:pt x="1517" y="1"/>
                  </a:moveTo>
                  <a:cubicBezTo>
                    <a:pt x="1017" y="1"/>
                    <a:pt x="523" y="105"/>
                    <a:pt x="63" y="314"/>
                  </a:cubicBezTo>
                  <a:cubicBezTo>
                    <a:pt x="0" y="356"/>
                    <a:pt x="43" y="451"/>
                    <a:pt x="103" y="451"/>
                  </a:cubicBezTo>
                  <a:cubicBezTo>
                    <a:pt x="114" y="451"/>
                    <a:pt x="126" y="448"/>
                    <a:pt x="139" y="440"/>
                  </a:cubicBezTo>
                  <a:cubicBezTo>
                    <a:pt x="564" y="238"/>
                    <a:pt x="1021" y="153"/>
                    <a:pt x="1482" y="153"/>
                  </a:cubicBezTo>
                  <a:cubicBezTo>
                    <a:pt x="2109" y="153"/>
                    <a:pt x="2744" y="309"/>
                    <a:pt x="3322" y="540"/>
                  </a:cubicBezTo>
                  <a:cubicBezTo>
                    <a:pt x="4399" y="966"/>
                    <a:pt x="5377" y="1617"/>
                    <a:pt x="6429" y="2018"/>
                  </a:cubicBezTo>
                  <a:cubicBezTo>
                    <a:pt x="7031" y="2269"/>
                    <a:pt x="7657" y="2419"/>
                    <a:pt x="8284" y="2419"/>
                  </a:cubicBezTo>
                  <a:cubicBezTo>
                    <a:pt x="8384" y="2419"/>
                    <a:pt x="8384" y="2294"/>
                    <a:pt x="8284" y="2294"/>
                  </a:cubicBezTo>
                  <a:cubicBezTo>
                    <a:pt x="7106" y="2269"/>
                    <a:pt x="6028" y="1718"/>
                    <a:pt x="5001" y="1191"/>
                  </a:cubicBezTo>
                  <a:cubicBezTo>
                    <a:pt x="3998" y="665"/>
                    <a:pt x="2971" y="114"/>
                    <a:pt x="1818" y="13"/>
                  </a:cubicBezTo>
                  <a:cubicBezTo>
                    <a:pt x="1718" y="5"/>
                    <a:pt x="1617" y="1"/>
                    <a:pt x="151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1" name="Google Shape;5421;p55"/>
            <p:cNvSpPr/>
            <p:nvPr/>
          </p:nvSpPr>
          <p:spPr>
            <a:xfrm>
              <a:off x="7626460" y="1655118"/>
              <a:ext cx="54041" cy="350926"/>
            </a:xfrm>
            <a:custGeom>
              <a:rect b="b" l="l" r="r" t="t"/>
              <a:pathLst>
                <a:path extrusionOk="0" h="6734" w="1037">
                  <a:moveTo>
                    <a:pt x="93" y="1"/>
                  </a:moveTo>
                  <a:cubicBezTo>
                    <a:pt x="45" y="1"/>
                    <a:pt x="0" y="56"/>
                    <a:pt x="34" y="123"/>
                  </a:cubicBezTo>
                  <a:cubicBezTo>
                    <a:pt x="710" y="1727"/>
                    <a:pt x="886" y="3532"/>
                    <a:pt x="560" y="5236"/>
                  </a:cubicBezTo>
                  <a:cubicBezTo>
                    <a:pt x="460" y="5712"/>
                    <a:pt x="309" y="6188"/>
                    <a:pt x="134" y="6639"/>
                  </a:cubicBezTo>
                  <a:cubicBezTo>
                    <a:pt x="119" y="6700"/>
                    <a:pt x="159" y="6733"/>
                    <a:pt x="204" y="6733"/>
                  </a:cubicBezTo>
                  <a:cubicBezTo>
                    <a:pt x="233" y="6733"/>
                    <a:pt x="265" y="6719"/>
                    <a:pt x="284" y="6690"/>
                  </a:cubicBezTo>
                  <a:cubicBezTo>
                    <a:pt x="911" y="5035"/>
                    <a:pt x="1036" y="3181"/>
                    <a:pt x="610" y="1451"/>
                  </a:cubicBezTo>
                  <a:cubicBezTo>
                    <a:pt x="510" y="975"/>
                    <a:pt x="334" y="499"/>
                    <a:pt x="159" y="48"/>
                  </a:cubicBezTo>
                  <a:cubicBezTo>
                    <a:pt x="142" y="14"/>
                    <a:pt x="117"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2" name="Google Shape;5422;p55"/>
            <p:cNvSpPr/>
            <p:nvPr/>
          </p:nvSpPr>
          <p:spPr>
            <a:xfrm>
              <a:off x="7611712" y="1773515"/>
              <a:ext cx="17822" cy="134554"/>
            </a:xfrm>
            <a:custGeom>
              <a:rect b="b" l="l" r="r" t="t"/>
              <a:pathLst>
                <a:path extrusionOk="0" h="2582" w="342">
                  <a:moveTo>
                    <a:pt x="145" y="0"/>
                  </a:moveTo>
                  <a:cubicBezTo>
                    <a:pt x="99" y="0"/>
                    <a:pt x="51" y="37"/>
                    <a:pt x="66" y="82"/>
                  </a:cubicBezTo>
                  <a:cubicBezTo>
                    <a:pt x="191" y="884"/>
                    <a:pt x="191" y="1711"/>
                    <a:pt x="16" y="2488"/>
                  </a:cubicBezTo>
                  <a:cubicBezTo>
                    <a:pt x="1" y="2548"/>
                    <a:pt x="50" y="2582"/>
                    <a:pt x="91" y="2582"/>
                  </a:cubicBezTo>
                  <a:cubicBezTo>
                    <a:pt x="118" y="2582"/>
                    <a:pt x="141" y="2567"/>
                    <a:pt x="141" y="2538"/>
                  </a:cubicBezTo>
                  <a:cubicBezTo>
                    <a:pt x="317" y="1711"/>
                    <a:pt x="342" y="884"/>
                    <a:pt x="216" y="57"/>
                  </a:cubicBezTo>
                  <a:cubicBezTo>
                    <a:pt x="206" y="17"/>
                    <a:pt x="176" y="0"/>
                    <a:pt x="14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3" name="Google Shape;5423;p55"/>
            <p:cNvSpPr/>
            <p:nvPr/>
          </p:nvSpPr>
          <p:spPr>
            <a:xfrm>
              <a:off x="7596861" y="1724218"/>
              <a:ext cx="9172" cy="7869"/>
            </a:xfrm>
            <a:custGeom>
              <a:rect b="b" l="l" r="r" t="t"/>
              <a:pathLst>
                <a:path extrusionOk="0" h="151" w="176">
                  <a:moveTo>
                    <a:pt x="75" y="0"/>
                  </a:moveTo>
                  <a:cubicBezTo>
                    <a:pt x="0" y="0"/>
                    <a:pt x="0" y="150"/>
                    <a:pt x="75" y="150"/>
                  </a:cubicBezTo>
                  <a:cubicBezTo>
                    <a:pt x="176" y="150"/>
                    <a:pt x="176"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4" name="Google Shape;5424;p55"/>
            <p:cNvSpPr/>
            <p:nvPr/>
          </p:nvSpPr>
          <p:spPr>
            <a:xfrm>
              <a:off x="7550325" y="2044493"/>
              <a:ext cx="38198" cy="90832"/>
            </a:xfrm>
            <a:custGeom>
              <a:rect b="b" l="l" r="r" t="t"/>
              <a:pathLst>
                <a:path extrusionOk="0" h="1743" w="733">
                  <a:moveTo>
                    <a:pt x="637" y="1"/>
                  </a:moveTo>
                  <a:cubicBezTo>
                    <a:pt x="607" y="1"/>
                    <a:pt x="577" y="15"/>
                    <a:pt x="567" y="45"/>
                  </a:cubicBezTo>
                  <a:cubicBezTo>
                    <a:pt x="392" y="596"/>
                    <a:pt x="191" y="1122"/>
                    <a:pt x="16" y="1649"/>
                  </a:cubicBezTo>
                  <a:cubicBezTo>
                    <a:pt x="1" y="1709"/>
                    <a:pt x="41" y="1742"/>
                    <a:pt x="80" y="1742"/>
                  </a:cubicBezTo>
                  <a:cubicBezTo>
                    <a:pt x="106" y="1742"/>
                    <a:pt x="131" y="1728"/>
                    <a:pt x="141" y="1699"/>
                  </a:cubicBezTo>
                  <a:cubicBezTo>
                    <a:pt x="342" y="1147"/>
                    <a:pt x="517" y="621"/>
                    <a:pt x="718" y="95"/>
                  </a:cubicBezTo>
                  <a:cubicBezTo>
                    <a:pt x="733" y="34"/>
                    <a:pt x="684" y="1"/>
                    <a:pt x="63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5" name="Google Shape;5425;p55"/>
            <p:cNvSpPr/>
            <p:nvPr/>
          </p:nvSpPr>
          <p:spPr>
            <a:xfrm>
              <a:off x="7583781" y="2006296"/>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6" name="Google Shape;5426;p55"/>
            <p:cNvSpPr/>
            <p:nvPr/>
          </p:nvSpPr>
          <p:spPr>
            <a:xfrm>
              <a:off x="7592900" y="2078887"/>
              <a:ext cx="15738" cy="24649"/>
            </a:xfrm>
            <a:custGeom>
              <a:rect b="b" l="l" r="r" t="t"/>
              <a:pathLst>
                <a:path extrusionOk="0" h="473" w="302">
                  <a:moveTo>
                    <a:pt x="224" y="1"/>
                  </a:moveTo>
                  <a:cubicBezTo>
                    <a:pt x="199" y="1"/>
                    <a:pt x="169" y="19"/>
                    <a:pt x="151" y="36"/>
                  </a:cubicBezTo>
                  <a:lnTo>
                    <a:pt x="1" y="362"/>
                  </a:lnTo>
                  <a:cubicBezTo>
                    <a:pt x="1" y="387"/>
                    <a:pt x="1" y="437"/>
                    <a:pt x="26" y="462"/>
                  </a:cubicBezTo>
                  <a:cubicBezTo>
                    <a:pt x="41" y="470"/>
                    <a:pt x="55" y="473"/>
                    <a:pt x="69" y="473"/>
                  </a:cubicBezTo>
                  <a:cubicBezTo>
                    <a:pt x="101" y="473"/>
                    <a:pt x="126" y="455"/>
                    <a:pt x="126" y="437"/>
                  </a:cubicBezTo>
                  <a:cubicBezTo>
                    <a:pt x="176" y="337"/>
                    <a:pt x="227" y="212"/>
                    <a:pt x="277" y="111"/>
                  </a:cubicBezTo>
                  <a:cubicBezTo>
                    <a:pt x="302" y="86"/>
                    <a:pt x="302" y="36"/>
                    <a:pt x="252" y="11"/>
                  </a:cubicBezTo>
                  <a:cubicBezTo>
                    <a:pt x="244" y="4"/>
                    <a:pt x="235" y="1"/>
                    <a:pt x="22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7" name="Google Shape;5427;p55"/>
            <p:cNvSpPr/>
            <p:nvPr/>
          </p:nvSpPr>
          <p:spPr>
            <a:xfrm>
              <a:off x="7607283" y="2083681"/>
              <a:ext cx="20949" cy="27151"/>
            </a:xfrm>
            <a:custGeom>
              <a:rect b="b" l="l" r="r" t="t"/>
              <a:pathLst>
                <a:path extrusionOk="0" h="521" w="402">
                  <a:moveTo>
                    <a:pt x="326" y="1"/>
                  </a:moveTo>
                  <a:cubicBezTo>
                    <a:pt x="308" y="1"/>
                    <a:pt x="289" y="7"/>
                    <a:pt x="276" y="19"/>
                  </a:cubicBezTo>
                  <a:cubicBezTo>
                    <a:pt x="151" y="120"/>
                    <a:pt x="76" y="270"/>
                    <a:pt x="26" y="420"/>
                  </a:cubicBezTo>
                  <a:cubicBezTo>
                    <a:pt x="1" y="471"/>
                    <a:pt x="26" y="521"/>
                    <a:pt x="76" y="521"/>
                  </a:cubicBezTo>
                  <a:cubicBezTo>
                    <a:pt x="101" y="521"/>
                    <a:pt x="151" y="521"/>
                    <a:pt x="151" y="471"/>
                  </a:cubicBezTo>
                  <a:cubicBezTo>
                    <a:pt x="176" y="446"/>
                    <a:pt x="176" y="446"/>
                    <a:pt x="176" y="420"/>
                  </a:cubicBezTo>
                  <a:cubicBezTo>
                    <a:pt x="176" y="420"/>
                    <a:pt x="176" y="395"/>
                    <a:pt x="176" y="395"/>
                  </a:cubicBezTo>
                  <a:cubicBezTo>
                    <a:pt x="176" y="395"/>
                    <a:pt x="201" y="370"/>
                    <a:pt x="201" y="370"/>
                  </a:cubicBezTo>
                  <a:cubicBezTo>
                    <a:pt x="201" y="345"/>
                    <a:pt x="226" y="320"/>
                    <a:pt x="251" y="270"/>
                  </a:cubicBezTo>
                  <a:cubicBezTo>
                    <a:pt x="251" y="270"/>
                    <a:pt x="251" y="245"/>
                    <a:pt x="276" y="245"/>
                  </a:cubicBezTo>
                  <a:cubicBezTo>
                    <a:pt x="276" y="220"/>
                    <a:pt x="276" y="220"/>
                    <a:pt x="276" y="220"/>
                  </a:cubicBezTo>
                  <a:cubicBezTo>
                    <a:pt x="301" y="220"/>
                    <a:pt x="301" y="220"/>
                    <a:pt x="301" y="195"/>
                  </a:cubicBezTo>
                  <a:cubicBezTo>
                    <a:pt x="326" y="170"/>
                    <a:pt x="352" y="145"/>
                    <a:pt x="377" y="120"/>
                  </a:cubicBezTo>
                  <a:cubicBezTo>
                    <a:pt x="402" y="95"/>
                    <a:pt x="402" y="44"/>
                    <a:pt x="377" y="19"/>
                  </a:cubicBezTo>
                  <a:cubicBezTo>
                    <a:pt x="364" y="7"/>
                    <a:pt x="345" y="1"/>
                    <a:pt x="3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8" name="Google Shape;5428;p55"/>
            <p:cNvSpPr/>
            <p:nvPr/>
          </p:nvSpPr>
          <p:spPr>
            <a:xfrm>
              <a:off x="7277209" y="1918645"/>
              <a:ext cx="111625" cy="49976"/>
            </a:xfrm>
            <a:custGeom>
              <a:rect b="b" l="l" r="r" t="t"/>
              <a:pathLst>
                <a:path extrusionOk="0" h="959" w="2142">
                  <a:moveTo>
                    <a:pt x="124" y="0"/>
                  </a:moveTo>
                  <a:cubicBezTo>
                    <a:pt x="57" y="0"/>
                    <a:pt x="1" y="106"/>
                    <a:pt x="69" y="129"/>
                  </a:cubicBezTo>
                  <a:cubicBezTo>
                    <a:pt x="696" y="480"/>
                    <a:pt x="1347" y="755"/>
                    <a:pt x="2024" y="956"/>
                  </a:cubicBezTo>
                  <a:cubicBezTo>
                    <a:pt x="2030" y="958"/>
                    <a:pt x="2035" y="959"/>
                    <a:pt x="2041" y="959"/>
                  </a:cubicBezTo>
                  <a:cubicBezTo>
                    <a:pt x="2106" y="959"/>
                    <a:pt x="2142" y="829"/>
                    <a:pt x="2049" y="805"/>
                  </a:cubicBezTo>
                  <a:cubicBezTo>
                    <a:pt x="1397" y="605"/>
                    <a:pt x="746" y="354"/>
                    <a:pt x="144" y="3"/>
                  </a:cubicBezTo>
                  <a:cubicBezTo>
                    <a:pt x="137" y="1"/>
                    <a:pt x="131" y="0"/>
                    <a:pt x="1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9" name="Google Shape;5429;p55"/>
            <p:cNvSpPr/>
            <p:nvPr/>
          </p:nvSpPr>
          <p:spPr>
            <a:xfrm>
              <a:off x="7220721" y="1907024"/>
              <a:ext cx="10475" cy="6618"/>
            </a:xfrm>
            <a:custGeom>
              <a:rect b="b" l="l" r="r" t="t"/>
              <a:pathLst>
                <a:path extrusionOk="0" h="127" w="201">
                  <a:moveTo>
                    <a:pt x="100" y="1"/>
                  </a:moveTo>
                  <a:cubicBezTo>
                    <a:pt x="0" y="1"/>
                    <a:pt x="0" y="126"/>
                    <a:pt x="100" y="126"/>
                  </a:cubicBezTo>
                  <a:cubicBezTo>
                    <a:pt x="201" y="126"/>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0" name="Google Shape;5430;p55"/>
            <p:cNvSpPr/>
            <p:nvPr/>
          </p:nvSpPr>
          <p:spPr>
            <a:xfrm>
              <a:off x="7459703" y="1869921"/>
              <a:ext cx="15738" cy="22825"/>
            </a:xfrm>
            <a:custGeom>
              <a:rect b="b" l="l" r="r" t="t"/>
              <a:pathLst>
                <a:path extrusionOk="0" h="438" w="302">
                  <a:moveTo>
                    <a:pt x="224" y="1"/>
                  </a:moveTo>
                  <a:cubicBezTo>
                    <a:pt x="199" y="1"/>
                    <a:pt x="169" y="18"/>
                    <a:pt x="151" y="36"/>
                  </a:cubicBezTo>
                  <a:lnTo>
                    <a:pt x="1" y="337"/>
                  </a:lnTo>
                  <a:cubicBezTo>
                    <a:pt x="1" y="362"/>
                    <a:pt x="1" y="412"/>
                    <a:pt x="26" y="437"/>
                  </a:cubicBezTo>
                  <a:cubicBezTo>
                    <a:pt x="76" y="437"/>
                    <a:pt x="126" y="437"/>
                    <a:pt x="126" y="412"/>
                  </a:cubicBezTo>
                  <a:lnTo>
                    <a:pt x="276" y="111"/>
                  </a:lnTo>
                  <a:cubicBezTo>
                    <a:pt x="301" y="86"/>
                    <a:pt x="301" y="36"/>
                    <a:pt x="251" y="11"/>
                  </a:cubicBezTo>
                  <a:cubicBezTo>
                    <a:pt x="244" y="4"/>
                    <a:pt x="234" y="1"/>
                    <a:pt x="22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1" name="Google Shape;5431;p55"/>
            <p:cNvSpPr/>
            <p:nvPr/>
          </p:nvSpPr>
          <p:spPr>
            <a:xfrm>
              <a:off x="7474086" y="1877789"/>
              <a:ext cx="17041" cy="21001"/>
            </a:xfrm>
            <a:custGeom>
              <a:rect b="b" l="l" r="r" t="t"/>
              <a:pathLst>
                <a:path extrusionOk="0" h="403" w="327">
                  <a:moveTo>
                    <a:pt x="238" y="0"/>
                  </a:moveTo>
                  <a:cubicBezTo>
                    <a:pt x="211" y="0"/>
                    <a:pt x="193" y="18"/>
                    <a:pt x="176" y="36"/>
                  </a:cubicBezTo>
                  <a:cubicBezTo>
                    <a:pt x="126" y="111"/>
                    <a:pt x="75" y="211"/>
                    <a:pt x="25" y="286"/>
                  </a:cubicBezTo>
                  <a:cubicBezTo>
                    <a:pt x="0" y="336"/>
                    <a:pt x="25" y="386"/>
                    <a:pt x="50" y="386"/>
                  </a:cubicBezTo>
                  <a:cubicBezTo>
                    <a:pt x="61" y="397"/>
                    <a:pt x="75" y="403"/>
                    <a:pt x="91" y="403"/>
                  </a:cubicBezTo>
                  <a:cubicBezTo>
                    <a:pt x="113" y="403"/>
                    <a:pt x="136" y="391"/>
                    <a:pt x="151" y="361"/>
                  </a:cubicBezTo>
                  <a:cubicBezTo>
                    <a:pt x="201" y="286"/>
                    <a:pt x="251" y="186"/>
                    <a:pt x="301" y="111"/>
                  </a:cubicBezTo>
                  <a:cubicBezTo>
                    <a:pt x="326" y="86"/>
                    <a:pt x="301" y="36"/>
                    <a:pt x="276" y="11"/>
                  </a:cubicBezTo>
                  <a:cubicBezTo>
                    <a:pt x="261" y="3"/>
                    <a:pt x="249" y="0"/>
                    <a:pt x="23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2" name="Google Shape;5432;p55"/>
            <p:cNvSpPr/>
            <p:nvPr/>
          </p:nvSpPr>
          <p:spPr>
            <a:xfrm>
              <a:off x="7166212" y="1701810"/>
              <a:ext cx="124236" cy="59617"/>
            </a:xfrm>
            <a:custGeom>
              <a:rect b="b" l="l" r="r" t="t"/>
              <a:pathLst>
                <a:path extrusionOk="0" h="1144" w="2384">
                  <a:moveTo>
                    <a:pt x="93" y="1"/>
                  </a:moveTo>
                  <a:cubicBezTo>
                    <a:pt x="15" y="1"/>
                    <a:pt x="0" y="107"/>
                    <a:pt x="69" y="129"/>
                  </a:cubicBezTo>
                  <a:cubicBezTo>
                    <a:pt x="846" y="355"/>
                    <a:pt x="1572" y="706"/>
                    <a:pt x="2249" y="1132"/>
                  </a:cubicBezTo>
                  <a:cubicBezTo>
                    <a:pt x="2261" y="1140"/>
                    <a:pt x="2273" y="1143"/>
                    <a:pt x="2285" y="1143"/>
                  </a:cubicBezTo>
                  <a:cubicBezTo>
                    <a:pt x="2344" y="1143"/>
                    <a:pt x="2383" y="1049"/>
                    <a:pt x="2299" y="1007"/>
                  </a:cubicBezTo>
                  <a:cubicBezTo>
                    <a:pt x="1623" y="580"/>
                    <a:pt x="896" y="230"/>
                    <a:pt x="119" y="4"/>
                  </a:cubicBezTo>
                  <a:cubicBezTo>
                    <a:pt x="110" y="2"/>
                    <a:pt x="101"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3" name="Google Shape;5433;p55"/>
            <p:cNvSpPr/>
            <p:nvPr/>
          </p:nvSpPr>
          <p:spPr>
            <a:xfrm>
              <a:off x="7326507" y="1781644"/>
              <a:ext cx="10475" cy="7921"/>
            </a:xfrm>
            <a:custGeom>
              <a:rect b="b" l="l" r="r" t="t"/>
              <a:pathLst>
                <a:path extrusionOk="0" h="152"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4" name="Google Shape;5434;p55"/>
            <p:cNvSpPr/>
            <p:nvPr/>
          </p:nvSpPr>
          <p:spPr>
            <a:xfrm>
              <a:off x="6988199" y="1758142"/>
              <a:ext cx="13132" cy="18344"/>
            </a:xfrm>
            <a:custGeom>
              <a:rect b="b" l="l" r="r" t="t"/>
              <a:pathLst>
                <a:path extrusionOk="0" h="352" w="252">
                  <a:moveTo>
                    <a:pt x="151" y="1"/>
                  </a:moveTo>
                  <a:cubicBezTo>
                    <a:pt x="126" y="1"/>
                    <a:pt x="126" y="26"/>
                    <a:pt x="101" y="26"/>
                  </a:cubicBezTo>
                  <a:cubicBezTo>
                    <a:pt x="76" y="101"/>
                    <a:pt x="51" y="176"/>
                    <a:pt x="26" y="226"/>
                  </a:cubicBezTo>
                  <a:cubicBezTo>
                    <a:pt x="1" y="251"/>
                    <a:pt x="1" y="276"/>
                    <a:pt x="1" y="301"/>
                  </a:cubicBezTo>
                  <a:cubicBezTo>
                    <a:pt x="26" y="301"/>
                    <a:pt x="26" y="327"/>
                    <a:pt x="51" y="327"/>
                  </a:cubicBezTo>
                  <a:cubicBezTo>
                    <a:pt x="51" y="352"/>
                    <a:pt x="76" y="352"/>
                    <a:pt x="101" y="352"/>
                  </a:cubicBezTo>
                  <a:cubicBezTo>
                    <a:pt x="126" y="327"/>
                    <a:pt x="126" y="327"/>
                    <a:pt x="151" y="301"/>
                  </a:cubicBezTo>
                  <a:cubicBezTo>
                    <a:pt x="176" y="251"/>
                    <a:pt x="201" y="176"/>
                    <a:pt x="226" y="101"/>
                  </a:cubicBezTo>
                  <a:cubicBezTo>
                    <a:pt x="252" y="76"/>
                    <a:pt x="252" y="76"/>
                    <a:pt x="252" y="51"/>
                  </a:cubicBezTo>
                  <a:cubicBezTo>
                    <a:pt x="226" y="26"/>
                    <a:pt x="226" y="26"/>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5" name="Google Shape;5435;p55"/>
            <p:cNvSpPr/>
            <p:nvPr/>
          </p:nvSpPr>
          <p:spPr>
            <a:xfrm>
              <a:off x="7005188" y="1758142"/>
              <a:ext cx="14435" cy="26160"/>
            </a:xfrm>
            <a:custGeom>
              <a:rect b="b" l="l" r="r" t="t"/>
              <a:pathLst>
                <a:path extrusionOk="0" h="502" w="277">
                  <a:moveTo>
                    <a:pt x="226" y="1"/>
                  </a:moveTo>
                  <a:cubicBezTo>
                    <a:pt x="201" y="1"/>
                    <a:pt x="151" y="1"/>
                    <a:pt x="126" y="26"/>
                  </a:cubicBezTo>
                  <a:cubicBezTo>
                    <a:pt x="51" y="151"/>
                    <a:pt x="1" y="276"/>
                    <a:pt x="1" y="427"/>
                  </a:cubicBezTo>
                  <a:cubicBezTo>
                    <a:pt x="1" y="452"/>
                    <a:pt x="26" y="502"/>
                    <a:pt x="76" y="502"/>
                  </a:cubicBezTo>
                  <a:cubicBezTo>
                    <a:pt x="126" y="502"/>
                    <a:pt x="151" y="452"/>
                    <a:pt x="151" y="427"/>
                  </a:cubicBezTo>
                  <a:cubicBezTo>
                    <a:pt x="151" y="402"/>
                    <a:pt x="151" y="377"/>
                    <a:pt x="151" y="377"/>
                  </a:cubicBezTo>
                  <a:cubicBezTo>
                    <a:pt x="151" y="377"/>
                    <a:pt x="151" y="352"/>
                    <a:pt x="151" y="352"/>
                  </a:cubicBezTo>
                  <a:cubicBezTo>
                    <a:pt x="151" y="301"/>
                    <a:pt x="176" y="276"/>
                    <a:pt x="176" y="251"/>
                  </a:cubicBezTo>
                  <a:cubicBezTo>
                    <a:pt x="176" y="251"/>
                    <a:pt x="176" y="226"/>
                    <a:pt x="201" y="226"/>
                  </a:cubicBezTo>
                  <a:cubicBezTo>
                    <a:pt x="176" y="226"/>
                    <a:pt x="201" y="201"/>
                    <a:pt x="201" y="201"/>
                  </a:cubicBezTo>
                  <a:cubicBezTo>
                    <a:pt x="201" y="201"/>
                    <a:pt x="201" y="201"/>
                    <a:pt x="201" y="176"/>
                  </a:cubicBezTo>
                  <a:cubicBezTo>
                    <a:pt x="226" y="151"/>
                    <a:pt x="226" y="126"/>
                    <a:pt x="251" y="101"/>
                  </a:cubicBezTo>
                  <a:cubicBezTo>
                    <a:pt x="276" y="76"/>
                    <a:pt x="251" y="26"/>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6" name="Google Shape;5436;p55"/>
            <p:cNvSpPr/>
            <p:nvPr/>
          </p:nvSpPr>
          <p:spPr>
            <a:xfrm>
              <a:off x="6971263" y="1585237"/>
              <a:ext cx="13080" cy="27203"/>
            </a:xfrm>
            <a:custGeom>
              <a:rect b="b" l="l" r="r" t="t"/>
              <a:pathLst>
                <a:path extrusionOk="0" h="522" w="251">
                  <a:moveTo>
                    <a:pt x="165" y="1"/>
                  </a:moveTo>
                  <a:cubicBezTo>
                    <a:pt x="137" y="1"/>
                    <a:pt x="119" y="24"/>
                    <a:pt x="100" y="61"/>
                  </a:cubicBezTo>
                  <a:cubicBezTo>
                    <a:pt x="75" y="186"/>
                    <a:pt x="50" y="311"/>
                    <a:pt x="25" y="437"/>
                  </a:cubicBezTo>
                  <a:cubicBezTo>
                    <a:pt x="0" y="462"/>
                    <a:pt x="25" y="512"/>
                    <a:pt x="75" y="512"/>
                  </a:cubicBezTo>
                  <a:cubicBezTo>
                    <a:pt x="82" y="518"/>
                    <a:pt x="90" y="522"/>
                    <a:pt x="99" y="522"/>
                  </a:cubicBezTo>
                  <a:cubicBezTo>
                    <a:pt x="124" y="522"/>
                    <a:pt x="150" y="498"/>
                    <a:pt x="150" y="462"/>
                  </a:cubicBezTo>
                  <a:cubicBezTo>
                    <a:pt x="176" y="336"/>
                    <a:pt x="226" y="211"/>
                    <a:pt x="251" y="86"/>
                  </a:cubicBezTo>
                  <a:cubicBezTo>
                    <a:pt x="251" y="61"/>
                    <a:pt x="226" y="10"/>
                    <a:pt x="201" y="10"/>
                  </a:cubicBezTo>
                  <a:cubicBezTo>
                    <a:pt x="187" y="4"/>
                    <a:pt x="176" y="1"/>
                    <a:pt x="16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7" name="Google Shape;5437;p55"/>
            <p:cNvSpPr/>
            <p:nvPr/>
          </p:nvSpPr>
          <p:spPr>
            <a:xfrm>
              <a:off x="6990857" y="1588363"/>
              <a:ext cx="10475" cy="22773"/>
            </a:xfrm>
            <a:custGeom>
              <a:rect b="b" l="l" r="r" t="t"/>
              <a:pathLst>
                <a:path extrusionOk="0" h="437" w="201">
                  <a:moveTo>
                    <a:pt x="150" y="1"/>
                  </a:moveTo>
                  <a:cubicBezTo>
                    <a:pt x="100" y="1"/>
                    <a:pt x="75" y="26"/>
                    <a:pt x="50" y="51"/>
                  </a:cubicBezTo>
                  <a:lnTo>
                    <a:pt x="0" y="351"/>
                  </a:lnTo>
                  <a:cubicBezTo>
                    <a:pt x="0" y="377"/>
                    <a:pt x="0" y="427"/>
                    <a:pt x="50" y="427"/>
                  </a:cubicBezTo>
                  <a:cubicBezTo>
                    <a:pt x="57" y="433"/>
                    <a:pt x="65" y="436"/>
                    <a:pt x="74" y="436"/>
                  </a:cubicBezTo>
                  <a:cubicBezTo>
                    <a:pt x="98" y="436"/>
                    <a:pt x="125" y="413"/>
                    <a:pt x="125" y="377"/>
                  </a:cubicBezTo>
                  <a:lnTo>
                    <a:pt x="201" y="101"/>
                  </a:lnTo>
                  <a:cubicBezTo>
                    <a:pt x="201" y="51"/>
                    <a:pt x="175" y="26"/>
                    <a:pt x="1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8" name="Google Shape;5438;p55"/>
            <p:cNvSpPr/>
            <p:nvPr/>
          </p:nvSpPr>
          <p:spPr>
            <a:xfrm>
              <a:off x="6778868" y="1620412"/>
              <a:ext cx="55760" cy="61962"/>
            </a:xfrm>
            <a:custGeom>
              <a:rect b="b" l="l" r="r" t="t"/>
              <a:pathLst>
                <a:path extrusionOk="0" h="1189" w="1070">
                  <a:moveTo>
                    <a:pt x="971" y="1"/>
                  </a:moveTo>
                  <a:cubicBezTo>
                    <a:pt x="959" y="1"/>
                    <a:pt x="947" y="4"/>
                    <a:pt x="935" y="12"/>
                  </a:cubicBezTo>
                  <a:cubicBezTo>
                    <a:pt x="534" y="263"/>
                    <a:pt x="208" y="639"/>
                    <a:pt x="33" y="1090"/>
                  </a:cubicBezTo>
                  <a:cubicBezTo>
                    <a:pt x="0" y="1139"/>
                    <a:pt x="42" y="1188"/>
                    <a:pt x="90" y="1188"/>
                  </a:cubicBezTo>
                  <a:cubicBezTo>
                    <a:pt x="115" y="1188"/>
                    <a:pt x="141" y="1175"/>
                    <a:pt x="158" y="1140"/>
                  </a:cubicBezTo>
                  <a:cubicBezTo>
                    <a:pt x="334" y="739"/>
                    <a:pt x="634" y="388"/>
                    <a:pt x="985" y="137"/>
                  </a:cubicBezTo>
                  <a:cubicBezTo>
                    <a:pt x="1069" y="95"/>
                    <a:pt x="1030" y="1"/>
                    <a:pt x="97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9" name="Google Shape;5439;p55"/>
            <p:cNvSpPr/>
            <p:nvPr/>
          </p:nvSpPr>
          <p:spPr>
            <a:xfrm>
              <a:off x="6763599" y="1709835"/>
              <a:ext cx="9172" cy="7869"/>
            </a:xfrm>
            <a:custGeom>
              <a:rect b="b" l="l" r="r" t="t"/>
              <a:pathLst>
                <a:path extrusionOk="0" h="151" w="176">
                  <a:moveTo>
                    <a:pt x="100" y="0"/>
                  </a:moveTo>
                  <a:cubicBezTo>
                    <a:pt x="0" y="0"/>
                    <a:pt x="0" y="151"/>
                    <a:pt x="100" y="151"/>
                  </a:cubicBezTo>
                  <a:cubicBezTo>
                    <a:pt x="176" y="151"/>
                    <a:pt x="176" y="0"/>
                    <a:pt x="10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0" name="Google Shape;5440;p55"/>
            <p:cNvSpPr/>
            <p:nvPr/>
          </p:nvSpPr>
          <p:spPr>
            <a:xfrm>
              <a:off x="6674749" y="1988005"/>
              <a:ext cx="14435" cy="192399"/>
            </a:xfrm>
            <a:custGeom>
              <a:rect b="b" l="l" r="r" t="t"/>
              <a:pathLst>
                <a:path extrusionOk="0" h="3692" w="277">
                  <a:moveTo>
                    <a:pt x="201" y="1"/>
                  </a:moveTo>
                  <a:cubicBezTo>
                    <a:pt x="164" y="1"/>
                    <a:pt x="126" y="26"/>
                    <a:pt x="126" y="76"/>
                  </a:cubicBezTo>
                  <a:cubicBezTo>
                    <a:pt x="26" y="1254"/>
                    <a:pt x="1" y="2432"/>
                    <a:pt x="26" y="3635"/>
                  </a:cubicBezTo>
                  <a:cubicBezTo>
                    <a:pt x="26" y="3672"/>
                    <a:pt x="63" y="3691"/>
                    <a:pt x="101" y="3691"/>
                  </a:cubicBezTo>
                  <a:cubicBezTo>
                    <a:pt x="139" y="3691"/>
                    <a:pt x="176" y="3672"/>
                    <a:pt x="176" y="3635"/>
                  </a:cubicBezTo>
                  <a:cubicBezTo>
                    <a:pt x="126" y="2432"/>
                    <a:pt x="176" y="1254"/>
                    <a:pt x="277" y="76"/>
                  </a:cubicBezTo>
                  <a:cubicBezTo>
                    <a:pt x="277" y="26"/>
                    <a:pt x="239" y="1"/>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1" name="Google Shape;5441;p55"/>
            <p:cNvSpPr/>
            <p:nvPr/>
          </p:nvSpPr>
          <p:spPr>
            <a:xfrm>
              <a:off x="6652550" y="2099054"/>
              <a:ext cx="7921" cy="61441"/>
            </a:xfrm>
            <a:custGeom>
              <a:rect b="b" l="l" r="r" t="t"/>
              <a:pathLst>
                <a:path extrusionOk="0" h="1179" w="152">
                  <a:moveTo>
                    <a:pt x="88" y="0"/>
                  </a:moveTo>
                  <a:cubicBezTo>
                    <a:pt x="57" y="0"/>
                    <a:pt x="26" y="25"/>
                    <a:pt x="26" y="75"/>
                  </a:cubicBezTo>
                  <a:cubicBezTo>
                    <a:pt x="1" y="426"/>
                    <a:pt x="1" y="777"/>
                    <a:pt x="1" y="1103"/>
                  </a:cubicBezTo>
                  <a:cubicBezTo>
                    <a:pt x="1" y="1153"/>
                    <a:pt x="32" y="1178"/>
                    <a:pt x="63" y="1178"/>
                  </a:cubicBezTo>
                  <a:cubicBezTo>
                    <a:pt x="95" y="1178"/>
                    <a:pt x="126" y="1153"/>
                    <a:pt x="126" y="1103"/>
                  </a:cubicBezTo>
                  <a:cubicBezTo>
                    <a:pt x="151" y="777"/>
                    <a:pt x="151" y="426"/>
                    <a:pt x="151" y="75"/>
                  </a:cubicBezTo>
                  <a:cubicBezTo>
                    <a:pt x="151" y="25"/>
                    <a:pt x="120" y="0"/>
                    <a:pt x="8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2" name="Google Shape;5442;p55"/>
            <p:cNvSpPr/>
            <p:nvPr/>
          </p:nvSpPr>
          <p:spPr>
            <a:xfrm>
              <a:off x="6649944" y="2050695"/>
              <a:ext cx="9224" cy="10527"/>
            </a:xfrm>
            <a:custGeom>
              <a:rect b="b" l="l" r="r" t="t"/>
              <a:pathLst>
                <a:path extrusionOk="0" h="202" w="177">
                  <a:moveTo>
                    <a:pt x="51" y="1"/>
                  </a:moveTo>
                  <a:cubicBezTo>
                    <a:pt x="51" y="1"/>
                    <a:pt x="26" y="26"/>
                    <a:pt x="26" y="26"/>
                  </a:cubicBezTo>
                  <a:cubicBezTo>
                    <a:pt x="26" y="51"/>
                    <a:pt x="1" y="76"/>
                    <a:pt x="1" y="76"/>
                  </a:cubicBezTo>
                  <a:cubicBezTo>
                    <a:pt x="1" y="101"/>
                    <a:pt x="1" y="101"/>
                    <a:pt x="1" y="126"/>
                  </a:cubicBezTo>
                  <a:cubicBezTo>
                    <a:pt x="1" y="126"/>
                    <a:pt x="1" y="126"/>
                    <a:pt x="1" y="151"/>
                  </a:cubicBezTo>
                  <a:cubicBezTo>
                    <a:pt x="1" y="151"/>
                    <a:pt x="1" y="151"/>
                    <a:pt x="1" y="176"/>
                  </a:cubicBezTo>
                  <a:lnTo>
                    <a:pt x="26" y="176"/>
                  </a:lnTo>
                  <a:cubicBezTo>
                    <a:pt x="26" y="201"/>
                    <a:pt x="26" y="201"/>
                    <a:pt x="51" y="201"/>
                  </a:cubicBezTo>
                  <a:lnTo>
                    <a:pt x="76" y="201"/>
                  </a:lnTo>
                  <a:cubicBezTo>
                    <a:pt x="76" y="201"/>
                    <a:pt x="101" y="201"/>
                    <a:pt x="101" y="176"/>
                  </a:cubicBezTo>
                  <a:cubicBezTo>
                    <a:pt x="101" y="176"/>
                    <a:pt x="126" y="176"/>
                    <a:pt x="126" y="151"/>
                  </a:cubicBezTo>
                  <a:cubicBezTo>
                    <a:pt x="126" y="151"/>
                    <a:pt x="151" y="126"/>
                    <a:pt x="151" y="101"/>
                  </a:cubicBezTo>
                  <a:cubicBezTo>
                    <a:pt x="151" y="101"/>
                    <a:pt x="151" y="76"/>
                    <a:pt x="151" y="76"/>
                  </a:cubicBezTo>
                  <a:cubicBezTo>
                    <a:pt x="176" y="76"/>
                    <a:pt x="176" y="51"/>
                    <a:pt x="151" y="51"/>
                  </a:cubicBezTo>
                  <a:cubicBezTo>
                    <a:pt x="151" y="26"/>
                    <a:pt x="151" y="26"/>
                    <a:pt x="151" y="26"/>
                  </a:cubicBezTo>
                  <a:cubicBezTo>
                    <a:pt x="151" y="26"/>
                    <a:pt x="126"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3" name="Google Shape;5443;p55"/>
            <p:cNvSpPr/>
            <p:nvPr/>
          </p:nvSpPr>
          <p:spPr>
            <a:xfrm>
              <a:off x="6653853" y="2216565"/>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4" name="Google Shape;5444;p55"/>
            <p:cNvSpPr/>
            <p:nvPr/>
          </p:nvSpPr>
          <p:spPr>
            <a:xfrm>
              <a:off x="6723109" y="2165652"/>
              <a:ext cx="14383" cy="22252"/>
            </a:xfrm>
            <a:custGeom>
              <a:rect b="b" l="l" r="r" t="t"/>
              <a:pathLst>
                <a:path extrusionOk="0" h="427" w="276">
                  <a:moveTo>
                    <a:pt x="226" y="0"/>
                  </a:moveTo>
                  <a:cubicBezTo>
                    <a:pt x="176" y="0"/>
                    <a:pt x="151" y="0"/>
                    <a:pt x="125" y="50"/>
                  </a:cubicBezTo>
                  <a:lnTo>
                    <a:pt x="25" y="351"/>
                  </a:lnTo>
                  <a:cubicBezTo>
                    <a:pt x="0" y="351"/>
                    <a:pt x="0" y="376"/>
                    <a:pt x="25" y="401"/>
                  </a:cubicBezTo>
                  <a:cubicBezTo>
                    <a:pt x="25" y="401"/>
                    <a:pt x="50" y="426"/>
                    <a:pt x="75" y="426"/>
                  </a:cubicBezTo>
                  <a:cubicBezTo>
                    <a:pt x="100" y="426"/>
                    <a:pt x="125" y="426"/>
                    <a:pt x="151" y="376"/>
                  </a:cubicBezTo>
                  <a:lnTo>
                    <a:pt x="276" y="76"/>
                  </a:lnTo>
                  <a:cubicBezTo>
                    <a:pt x="276" y="76"/>
                    <a:pt x="276" y="50"/>
                    <a:pt x="251" y="25"/>
                  </a:cubicBezTo>
                  <a:cubicBezTo>
                    <a:pt x="251" y="25"/>
                    <a:pt x="226" y="0"/>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5" name="Google Shape;5445;p55"/>
            <p:cNvSpPr/>
            <p:nvPr/>
          </p:nvSpPr>
          <p:spPr>
            <a:xfrm>
              <a:off x="6736137" y="2171645"/>
              <a:ext cx="10527" cy="19386"/>
            </a:xfrm>
            <a:custGeom>
              <a:rect b="b" l="l" r="r" t="t"/>
              <a:pathLst>
                <a:path extrusionOk="0" h="372" w="202">
                  <a:moveTo>
                    <a:pt x="127" y="1"/>
                  </a:moveTo>
                  <a:cubicBezTo>
                    <a:pt x="103" y="1"/>
                    <a:pt x="76" y="24"/>
                    <a:pt x="76" y="61"/>
                  </a:cubicBezTo>
                  <a:cubicBezTo>
                    <a:pt x="51" y="136"/>
                    <a:pt x="26" y="211"/>
                    <a:pt x="1" y="286"/>
                  </a:cubicBezTo>
                  <a:cubicBezTo>
                    <a:pt x="1" y="311"/>
                    <a:pt x="26" y="362"/>
                    <a:pt x="51" y="362"/>
                  </a:cubicBezTo>
                  <a:cubicBezTo>
                    <a:pt x="64" y="368"/>
                    <a:pt x="76" y="371"/>
                    <a:pt x="86" y="371"/>
                  </a:cubicBezTo>
                  <a:cubicBezTo>
                    <a:pt x="114" y="371"/>
                    <a:pt x="133" y="348"/>
                    <a:pt x="151" y="311"/>
                  </a:cubicBezTo>
                  <a:cubicBezTo>
                    <a:pt x="151" y="236"/>
                    <a:pt x="176" y="161"/>
                    <a:pt x="201" y="86"/>
                  </a:cubicBezTo>
                  <a:cubicBezTo>
                    <a:pt x="201" y="61"/>
                    <a:pt x="201" y="11"/>
                    <a:pt x="151" y="11"/>
                  </a:cubicBezTo>
                  <a:cubicBezTo>
                    <a:pt x="144" y="4"/>
                    <a:pt x="136" y="1"/>
                    <a:pt x="1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6" name="Google Shape;5446;p55"/>
            <p:cNvSpPr/>
            <p:nvPr/>
          </p:nvSpPr>
          <p:spPr>
            <a:xfrm>
              <a:off x="6809301" y="2132040"/>
              <a:ext cx="20949" cy="148833"/>
            </a:xfrm>
            <a:custGeom>
              <a:rect b="b" l="l" r="r" t="t"/>
              <a:pathLst>
                <a:path extrusionOk="0" h="2856" w="402">
                  <a:moveTo>
                    <a:pt x="314" y="0"/>
                  </a:moveTo>
                  <a:cubicBezTo>
                    <a:pt x="286" y="0"/>
                    <a:pt x="261" y="14"/>
                    <a:pt x="251" y="44"/>
                  </a:cubicBezTo>
                  <a:cubicBezTo>
                    <a:pt x="50" y="946"/>
                    <a:pt x="0" y="1873"/>
                    <a:pt x="126" y="2801"/>
                  </a:cubicBezTo>
                  <a:cubicBezTo>
                    <a:pt x="126" y="2839"/>
                    <a:pt x="148" y="2855"/>
                    <a:pt x="175" y="2855"/>
                  </a:cubicBezTo>
                  <a:cubicBezTo>
                    <a:pt x="219" y="2855"/>
                    <a:pt x="276" y="2813"/>
                    <a:pt x="276" y="2751"/>
                  </a:cubicBezTo>
                  <a:cubicBezTo>
                    <a:pt x="151" y="1873"/>
                    <a:pt x="176" y="971"/>
                    <a:pt x="401" y="94"/>
                  </a:cubicBezTo>
                  <a:cubicBezTo>
                    <a:pt x="401" y="33"/>
                    <a:pt x="355" y="0"/>
                    <a:pt x="3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7" name="Google Shape;5447;p55"/>
            <p:cNvSpPr/>
            <p:nvPr/>
          </p:nvSpPr>
          <p:spPr>
            <a:xfrm>
              <a:off x="6835409" y="2207445"/>
              <a:ext cx="13132" cy="27463"/>
            </a:xfrm>
            <a:custGeom>
              <a:rect b="b" l="l" r="r" t="t"/>
              <a:pathLst>
                <a:path extrusionOk="0" h="527" w="252">
                  <a:moveTo>
                    <a:pt x="176" y="0"/>
                  </a:moveTo>
                  <a:cubicBezTo>
                    <a:pt x="151" y="0"/>
                    <a:pt x="101" y="25"/>
                    <a:pt x="101" y="50"/>
                  </a:cubicBezTo>
                  <a:cubicBezTo>
                    <a:pt x="76" y="176"/>
                    <a:pt x="51" y="301"/>
                    <a:pt x="1" y="426"/>
                  </a:cubicBezTo>
                  <a:cubicBezTo>
                    <a:pt x="1" y="477"/>
                    <a:pt x="26" y="527"/>
                    <a:pt x="51" y="527"/>
                  </a:cubicBezTo>
                  <a:cubicBezTo>
                    <a:pt x="101" y="527"/>
                    <a:pt x="151" y="527"/>
                    <a:pt x="151" y="477"/>
                  </a:cubicBezTo>
                  <a:cubicBezTo>
                    <a:pt x="176" y="351"/>
                    <a:pt x="201" y="226"/>
                    <a:pt x="226" y="101"/>
                  </a:cubicBezTo>
                  <a:cubicBezTo>
                    <a:pt x="251" y="50"/>
                    <a:pt x="226" y="25"/>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8" name="Google Shape;5448;p55"/>
            <p:cNvSpPr/>
            <p:nvPr/>
          </p:nvSpPr>
          <p:spPr>
            <a:xfrm>
              <a:off x="6779233" y="1829274"/>
              <a:ext cx="51748" cy="244981"/>
            </a:xfrm>
            <a:custGeom>
              <a:rect b="b" l="l" r="r" t="t"/>
              <a:pathLst>
                <a:path extrusionOk="0" h="4701" w="993">
                  <a:moveTo>
                    <a:pt x="908" y="0"/>
                  </a:moveTo>
                  <a:cubicBezTo>
                    <a:pt x="874" y="0"/>
                    <a:pt x="839" y="20"/>
                    <a:pt x="828" y="64"/>
                  </a:cubicBezTo>
                  <a:cubicBezTo>
                    <a:pt x="452" y="1568"/>
                    <a:pt x="176" y="3097"/>
                    <a:pt x="1" y="4626"/>
                  </a:cubicBezTo>
                  <a:cubicBezTo>
                    <a:pt x="1" y="4676"/>
                    <a:pt x="32" y="4701"/>
                    <a:pt x="67" y="4701"/>
                  </a:cubicBezTo>
                  <a:cubicBezTo>
                    <a:pt x="101" y="4701"/>
                    <a:pt x="139" y="4676"/>
                    <a:pt x="151" y="4626"/>
                  </a:cubicBezTo>
                  <a:cubicBezTo>
                    <a:pt x="327" y="3097"/>
                    <a:pt x="602" y="1593"/>
                    <a:pt x="978" y="89"/>
                  </a:cubicBezTo>
                  <a:cubicBezTo>
                    <a:pt x="992" y="33"/>
                    <a:pt x="951" y="0"/>
                    <a:pt x="90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9" name="Google Shape;5449;p55"/>
            <p:cNvSpPr/>
            <p:nvPr/>
          </p:nvSpPr>
          <p:spPr>
            <a:xfrm>
              <a:off x="6843225" y="1766011"/>
              <a:ext cx="10527" cy="6566"/>
            </a:xfrm>
            <a:custGeom>
              <a:rect b="b" l="l" r="r" t="t"/>
              <a:pathLst>
                <a:path extrusionOk="0" h="126" w="202">
                  <a:moveTo>
                    <a:pt x="101" y="0"/>
                  </a:moveTo>
                  <a:cubicBezTo>
                    <a:pt x="1" y="0"/>
                    <a:pt x="1" y="125"/>
                    <a:pt x="101" y="125"/>
                  </a:cubicBezTo>
                  <a:cubicBezTo>
                    <a:pt x="201" y="125"/>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0" name="Google Shape;5450;p55"/>
            <p:cNvSpPr/>
            <p:nvPr/>
          </p:nvSpPr>
          <p:spPr>
            <a:xfrm>
              <a:off x="6817118" y="1945690"/>
              <a:ext cx="11830" cy="27203"/>
            </a:xfrm>
            <a:custGeom>
              <a:rect b="b" l="l" r="r" t="t"/>
              <a:pathLst>
                <a:path extrusionOk="0" h="522" w="227">
                  <a:moveTo>
                    <a:pt x="127" y="1"/>
                  </a:moveTo>
                  <a:cubicBezTo>
                    <a:pt x="103" y="1"/>
                    <a:pt x="76" y="24"/>
                    <a:pt x="76" y="61"/>
                  </a:cubicBezTo>
                  <a:cubicBezTo>
                    <a:pt x="51" y="186"/>
                    <a:pt x="26" y="312"/>
                    <a:pt x="1" y="437"/>
                  </a:cubicBezTo>
                  <a:cubicBezTo>
                    <a:pt x="1" y="462"/>
                    <a:pt x="26" y="512"/>
                    <a:pt x="51" y="512"/>
                  </a:cubicBezTo>
                  <a:cubicBezTo>
                    <a:pt x="64" y="519"/>
                    <a:pt x="78" y="522"/>
                    <a:pt x="90" y="522"/>
                  </a:cubicBezTo>
                  <a:cubicBezTo>
                    <a:pt x="124" y="522"/>
                    <a:pt x="151" y="499"/>
                    <a:pt x="151" y="462"/>
                  </a:cubicBezTo>
                  <a:cubicBezTo>
                    <a:pt x="176" y="337"/>
                    <a:pt x="201" y="211"/>
                    <a:pt x="201" y="86"/>
                  </a:cubicBezTo>
                  <a:cubicBezTo>
                    <a:pt x="226" y="61"/>
                    <a:pt x="201" y="11"/>
                    <a:pt x="151" y="11"/>
                  </a:cubicBezTo>
                  <a:cubicBezTo>
                    <a:pt x="144" y="4"/>
                    <a:pt x="136" y="1"/>
                    <a:pt x="1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1" name="Google Shape;5451;p55"/>
            <p:cNvSpPr/>
            <p:nvPr/>
          </p:nvSpPr>
          <p:spPr>
            <a:xfrm>
              <a:off x="6663545" y="1785605"/>
              <a:ext cx="22356" cy="76762"/>
            </a:xfrm>
            <a:custGeom>
              <a:rect b="b" l="l" r="r" t="t"/>
              <a:pathLst>
                <a:path extrusionOk="0" h="1473" w="429">
                  <a:moveTo>
                    <a:pt x="363" y="0"/>
                  </a:moveTo>
                  <a:cubicBezTo>
                    <a:pt x="329" y="0"/>
                    <a:pt x="291" y="25"/>
                    <a:pt x="291" y="75"/>
                  </a:cubicBezTo>
                  <a:cubicBezTo>
                    <a:pt x="241" y="501"/>
                    <a:pt x="141" y="952"/>
                    <a:pt x="15" y="1379"/>
                  </a:cubicBezTo>
                  <a:cubicBezTo>
                    <a:pt x="0" y="1439"/>
                    <a:pt x="49" y="1472"/>
                    <a:pt x="96" y="1472"/>
                  </a:cubicBezTo>
                  <a:cubicBezTo>
                    <a:pt x="126" y="1472"/>
                    <a:pt x="156" y="1458"/>
                    <a:pt x="166" y="1429"/>
                  </a:cubicBezTo>
                  <a:cubicBezTo>
                    <a:pt x="291" y="978"/>
                    <a:pt x="366" y="526"/>
                    <a:pt x="416" y="75"/>
                  </a:cubicBezTo>
                  <a:cubicBezTo>
                    <a:pt x="429" y="25"/>
                    <a:pt x="398" y="0"/>
                    <a:pt x="36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2" name="Google Shape;5452;p55"/>
            <p:cNvSpPr/>
            <p:nvPr/>
          </p:nvSpPr>
          <p:spPr>
            <a:xfrm>
              <a:off x="6768810" y="1577941"/>
              <a:ext cx="9172" cy="26160"/>
            </a:xfrm>
            <a:custGeom>
              <a:rect b="b" l="l" r="r" t="t"/>
              <a:pathLst>
                <a:path extrusionOk="0" h="502" w="176">
                  <a:moveTo>
                    <a:pt x="76" y="0"/>
                  </a:moveTo>
                  <a:cubicBezTo>
                    <a:pt x="50" y="0"/>
                    <a:pt x="0" y="25"/>
                    <a:pt x="0" y="75"/>
                  </a:cubicBezTo>
                  <a:cubicBezTo>
                    <a:pt x="25" y="176"/>
                    <a:pt x="25" y="301"/>
                    <a:pt x="25" y="426"/>
                  </a:cubicBezTo>
                  <a:cubicBezTo>
                    <a:pt x="25" y="451"/>
                    <a:pt x="76" y="501"/>
                    <a:pt x="101" y="501"/>
                  </a:cubicBezTo>
                  <a:cubicBezTo>
                    <a:pt x="151" y="501"/>
                    <a:pt x="176" y="451"/>
                    <a:pt x="176" y="426"/>
                  </a:cubicBezTo>
                  <a:cubicBezTo>
                    <a:pt x="176" y="301"/>
                    <a:pt x="151" y="176"/>
                    <a:pt x="151" y="75"/>
                  </a:cubicBezTo>
                  <a:cubicBezTo>
                    <a:pt x="151" y="25"/>
                    <a:pt x="126" y="0"/>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3" name="Google Shape;5453;p55"/>
            <p:cNvSpPr/>
            <p:nvPr/>
          </p:nvSpPr>
          <p:spPr>
            <a:xfrm>
              <a:off x="6784496" y="1571375"/>
              <a:ext cx="11777" cy="30642"/>
            </a:xfrm>
            <a:custGeom>
              <a:rect b="b" l="l" r="r" t="t"/>
              <a:pathLst>
                <a:path extrusionOk="0" h="588" w="226">
                  <a:moveTo>
                    <a:pt x="125" y="1"/>
                  </a:moveTo>
                  <a:cubicBezTo>
                    <a:pt x="75" y="1"/>
                    <a:pt x="25" y="26"/>
                    <a:pt x="25" y="51"/>
                  </a:cubicBezTo>
                  <a:cubicBezTo>
                    <a:pt x="0" y="226"/>
                    <a:pt x="25" y="402"/>
                    <a:pt x="100" y="552"/>
                  </a:cubicBezTo>
                  <a:cubicBezTo>
                    <a:pt x="100" y="570"/>
                    <a:pt x="125" y="588"/>
                    <a:pt x="158" y="588"/>
                  </a:cubicBezTo>
                  <a:cubicBezTo>
                    <a:pt x="171" y="588"/>
                    <a:pt x="186" y="585"/>
                    <a:pt x="201" y="577"/>
                  </a:cubicBezTo>
                  <a:cubicBezTo>
                    <a:pt x="226" y="552"/>
                    <a:pt x="226" y="527"/>
                    <a:pt x="226" y="477"/>
                  </a:cubicBezTo>
                  <a:cubicBezTo>
                    <a:pt x="226" y="477"/>
                    <a:pt x="201" y="477"/>
                    <a:pt x="201" y="452"/>
                  </a:cubicBezTo>
                  <a:cubicBezTo>
                    <a:pt x="201" y="452"/>
                    <a:pt x="201" y="452"/>
                    <a:pt x="201" y="427"/>
                  </a:cubicBezTo>
                  <a:cubicBezTo>
                    <a:pt x="201" y="427"/>
                    <a:pt x="201" y="402"/>
                    <a:pt x="176" y="377"/>
                  </a:cubicBezTo>
                  <a:cubicBezTo>
                    <a:pt x="176" y="377"/>
                    <a:pt x="176" y="352"/>
                    <a:pt x="176" y="352"/>
                  </a:cubicBezTo>
                  <a:cubicBezTo>
                    <a:pt x="176" y="327"/>
                    <a:pt x="176" y="327"/>
                    <a:pt x="176" y="302"/>
                  </a:cubicBezTo>
                  <a:cubicBezTo>
                    <a:pt x="150" y="276"/>
                    <a:pt x="150" y="226"/>
                    <a:pt x="150" y="201"/>
                  </a:cubicBezTo>
                  <a:cubicBezTo>
                    <a:pt x="150" y="176"/>
                    <a:pt x="150" y="151"/>
                    <a:pt x="150" y="151"/>
                  </a:cubicBezTo>
                  <a:cubicBezTo>
                    <a:pt x="150" y="126"/>
                    <a:pt x="176" y="126"/>
                    <a:pt x="176" y="126"/>
                  </a:cubicBezTo>
                  <a:cubicBezTo>
                    <a:pt x="176" y="101"/>
                    <a:pt x="176" y="101"/>
                    <a:pt x="176" y="101"/>
                  </a:cubicBezTo>
                  <a:cubicBezTo>
                    <a:pt x="176" y="51"/>
                    <a:pt x="150" y="26"/>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4" name="Google Shape;5454;p55"/>
            <p:cNvSpPr/>
            <p:nvPr/>
          </p:nvSpPr>
          <p:spPr>
            <a:xfrm>
              <a:off x="7116862" y="1411915"/>
              <a:ext cx="126112" cy="33456"/>
            </a:xfrm>
            <a:custGeom>
              <a:rect b="b" l="l" r="r" t="t"/>
              <a:pathLst>
                <a:path extrusionOk="0" h="642" w="2420">
                  <a:moveTo>
                    <a:pt x="2173" y="1"/>
                  </a:moveTo>
                  <a:cubicBezTo>
                    <a:pt x="1445" y="1"/>
                    <a:pt x="721" y="175"/>
                    <a:pt x="63" y="504"/>
                  </a:cubicBezTo>
                  <a:cubicBezTo>
                    <a:pt x="0" y="546"/>
                    <a:pt x="43" y="641"/>
                    <a:pt x="103" y="641"/>
                  </a:cubicBezTo>
                  <a:cubicBezTo>
                    <a:pt x="114" y="641"/>
                    <a:pt x="126" y="638"/>
                    <a:pt x="138" y="630"/>
                  </a:cubicBezTo>
                  <a:cubicBezTo>
                    <a:pt x="773" y="301"/>
                    <a:pt x="1473" y="126"/>
                    <a:pt x="2177" y="126"/>
                  </a:cubicBezTo>
                  <a:cubicBezTo>
                    <a:pt x="2225" y="126"/>
                    <a:pt x="2272" y="127"/>
                    <a:pt x="2319" y="128"/>
                  </a:cubicBezTo>
                  <a:cubicBezTo>
                    <a:pt x="2419" y="128"/>
                    <a:pt x="2419" y="3"/>
                    <a:pt x="2319" y="3"/>
                  </a:cubicBezTo>
                  <a:cubicBezTo>
                    <a:pt x="2270" y="2"/>
                    <a:pt x="2221" y="1"/>
                    <a:pt x="217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5" name="Google Shape;5455;p55"/>
            <p:cNvSpPr/>
            <p:nvPr/>
          </p:nvSpPr>
          <p:spPr>
            <a:xfrm>
              <a:off x="7274239" y="1408111"/>
              <a:ext cx="9224" cy="7921"/>
            </a:xfrm>
            <a:custGeom>
              <a:rect b="b" l="l" r="r" t="t"/>
              <a:pathLst>
                <a:path extrusionOk="0" h="152" w="177">
                  <a:moveTo>
                    <a:pt x="76" y="1"/>
                  </a:moveTo>
                  <a:cubicBezTo>
                    <a:pt x="1" y="1"/>
                    <a:pt x="1" y="151"/>
                    <a:pt x="76" y="151"/>
                  </a:cubicBezTo>
                  <a:cubicBezTo>
                    <a:pt x="176" y="151"/>
                    <a:pt x="176"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6" name="Google Shape;5456;p55"/>
            <p:cNvSpPr/>
            <p:nvPr/>
          </p:nvSpPr>
          <p:spPr>
            <a:xfrm>
              <a:off x="7228537" y="1520463"/>
              <a:ext cx="133929" cy="39814"/>
            </a:xfrm>
            <a:custGeom>
              <a:rect b="b" l="l" r="r" t="t"/>
              <a:pathLst>
                <a:path extrusionOk="0" h="764" w="2570">
                  <a:moveTo>
                    <a:pt x="101" y="0"/>
                  </a:moveTo>
                  <a:cubicBezTo>
                    <a:pt x="0" y="0"/>
                    <a:pt x="0" y="151"/>
                    <a:pt x="101" y="151"/>
                  </a:cubicBezTo>
                  <a:cubicBezTo>
                    <a:pt x="903" y="226"/>
                    <a:pt x="1680" y="426"/>
                    <a:pt x="2432" y="752"/>
                  </a:cubicBezTo>
                  <a:cubicBezTo>
                    <a:pt x="2444" y="760"/>
                    <a:pt x="2456" y="764"/>
                    <a:pt x="2467" y="764"/>
                  </a:cubicBezTo>
                  <a:cubicBezTo>
                    <a:pt x="2527" y="764"/>
                    <a:pt x="2570" y="669"/>
                    <a:pt x="2507" y="627"/>
                  </a:cubicBezTo>
                  <a:cubicBezTo>
                    <a:pt x="1730" y="301"/>
                    <a:pt x="928" y="75"/>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7" name="Google Shape;5457;p55"/>
            <p:cNvSpPr/>
            <p:nvPr/>
          </p:nvSpPr>
          <p:spPr>
            <a:xfrm>
              <a:off x="7400922" y="1575284"/>
              <a:ext cx="10527" cy="6618"/>
            </a:xfrm>
            <a:custGeom>
              <a:rect b="b" l="l" r="r" t="t"/>
              <a:pathLst>
                <a:path extrusionOk="0" h="127" w="202">
                  <a:moveTo>
                    <a:pt x="101" y="1"/>
                  </a:moveTo>
                  <a:cubicBezTo>
                    <a:pt x="1" y="1"/>
                    <a:pt x="1" y="126"/>
                    <a:pt x="101" y="126"/>
                  </a:cubicBezTo>
                  <a:cubicBezTo>
                    <a:pt x="201" y="126"/>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8" name="Google Shape;5458;p55"/>
            <p:cNvSpPr/>
            <p:nvPr/>
          </p:nvSpPr>
          <p:spPr>
            <a:xfrm>
              <a:off x="7412230" y="1514626"/>
              <a:ext cx="50810" cy="31320"/>
            </a:xfrm>
            <a:custGeom>
              <a:rect b="b" l="l" r="r" t="t"/>
              <a:pathLst>
                <a:path extrusionOk="0" h="601" w="975">
                  <a:moveTo>
                    <a:pt x="114" y="0"/>
                  </a:moveTo>
                  <a:cubicBezTo>
                    <a:pt x="40" y="0"/>
                    <a:pt x="0" y="95"/>
                    <a:pt x="84" y="137"/>
                  </a:cubicBezTo>
                  <a:cubicBezTo>
                    <a:pt x="335" y="288"/>
                    <a:pt x="586" y="438"/>
                    <a:pt x="836" y="589"/>
                  </a:cubicBezTo>
                  <a:cubicBezTo>
                    <a:pt x="849" y="597"/>
                    <a:pt x="861" y="600"/>
                    <a:pt x="872" y="600"/>
                  </a:cubicBezTo>
                  <a:cubicBezTo>
                    <a:pt x="932" y="600"/>
                    <a:pt x="975" y="505"/>
                    <a:pt x="912" y="463"/>
                  </a:cubicBezTo>
                  <a:cubicBezTo>
                    <a:pt x="661" y="313"/>
                    <a:pt x="410" y="162"/>
                    <a:pt x="160" y="12"/>
                  </a:cubicBezTo>
                  <a:cubicBezTo>
                    <a:pt x="143" y="4"/>
                    <a:pt x="128" y="0"/>
                    <a:pt x="11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9" name="Google Shape;5459;p55"/>
            <p:cNvSpPr/>
            <p:nvPr/>
          </p:nvSpPr>
          <p:spPr>
            <a:xfrm>
              <a:off x="7328539" y="1696077"/>
              <a:ext cx="142580" cy="67486"/>
            </a:xfrm>
            <a:custGeom>
              <a:rect b="b" l="l" r="r" t="t"/>
              <a:pathLst>
                <a:path extrusionOk="0" h="1295" w="2736">
                  <a:moveTo>
                    <a:pt x="117" y="0"/>
                  </a:moveTo>
                  <a:cubicBezTo>
                    <a:pt x="55" y="0"/>
                    <a:pt x="1" y="73"/>
                    <a:pt x="61" y="114"/>
                  </a:cubicBezTo>
                  <a:cubicBezTo>
                    <a:pt x="788" y="716"/>
                    <a:pt x="1665" y="1117"/>
                    <a:pt x="2593" y="1292"/>
                  </a:cubicBezTo>
                  <a:cubicBezTo>
                    <a:pt x="2600" y="1294"/>
                    <a:pt x="2608" y="1295"/>
                    <a:pt x="2615" y="1295"/>
                  </a:cubicBezTo>
                  <a:cubicBezTo>
                    <a:pt x="2700" y="1295"/>
                    <a:pt x="2735" y="1167"/>
                    <a:pt x="2643" y="1167"/>
                  </a:cubicBezTo>
                  <a:cubicBezTo>
                    <a:pt x="1741" y="966"/>
                    <a:pt x="888" y="590"/>
                    <a:pt x="162" y="14"/>
                  </a:cubicBezTo>
                  <a:cubicBezTo>
                    <a:pt x="147" y="4"/>
                    <a:pt x="132" y="0"/>
                    <a:pt x="11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0" name="Google Shape;5460;p55"/>
            <p:cNvSpPr/>
            <p:nvPr/>
          </p:nvSpPr>
          <p:spPr>
            <a:xfrm>
              <a:off x="7150162" y="1586018"/>
              <a:ext cx="76710" cy="11673"/>
            </a:xfrm>
            <a:custGeom>
              <a:rect b="b" l="l" r="r" t="t"/>
              <a:pathLst>
                <a:path extrusionOk="0" h="224" w="1472">
                  <a:moveTo>
                    <a:pt x="636" y="0"/>
                  </a:moveTo>
                  <a:cubicBezTo>
                    <a:pt x="458" y="0"/>
                    <a:pt x="279" y="14"/>
                    <a:pt x="101" y="46"/>
                  </a:cubicBezTo>
                  <a:cubicBezTo>
                    <a:pt x="1" y="71"/>
                    <a:pt x="51" y="196"/>
                    <a:pt x="126" y="196"/>
                  </a:cubicBezTo>
                  <a:cubicBezTo>
                    <a:pt x="294" y="164"/>
                    <a:pt x="466" y="151"/>
                    <a:pt x="639" y="151"/>
                  </a:cubicBezTo>
                  <a:cubicBezTo>
                    <a:pt x="880" y="151"/>
                    <a:pt x="1121" y="177"/>
                    <a:pt x="1354" y="221"/>
                  </a:cubicBezTo>
                  <a:cubicBezTo>
                    <a:pt x="1360" y="223"/>
                    <a:pt x="1365" y="224"/>
                    <a:pt x="1371" y="224"/>
                  </a:cubicBezTo>
                  <a:cubicBezTo>
                    <a:pt x="1436" y="224"/>
                    <a:pt x="1472" y="94"/>
                    <a:pt x="1379" y="71"/>
                  </a:cubicBezTo>
                  <a:cubicBezTo>
                    <a:pt x="1132" y="27"/>
                    <a:pt x="884" y="0"/>
                    <a:pt x="63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1" name="Google Shape;5461;p55"/>
            <p:cNvSpPr/>
            <p:nvPr/>
          </p:nvSpPr>
          <p:spPr>
            <a:xfrm>
              <a:off x="7346101" y="1630157"/>
              <a:ext cx="10475" cy="7869"/>
            </a:xfrm>
            <a:custGeom>
              <a:rect b="b" l="l" r="r" t="t"/>
              <a:pathLst>
                <a:path extrusionOk="0" h="151"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2" name="Google Shape;5462;p55"/>
            <p:cNvSpPr/>
            <p:nvPr/>
          </p:nvSpPr>
          <p:spPr>
            <a:xfrm>
              <a:off x="7538079" y="1673253"/>
              <a:ext cx="13080" cy="24076"/>
            </a:xfrm>
            <a:custGeom>
              <a:rect b="b" l="l" r="r" t="t"/>
              <a:pathLst>
                <a:path extrusionOk="0" h="462" w="251">
                  <a:moveTo>
                    <a:pt x="176" y="1"/>
                  </a:moveTo>
                  <a:cubicBezTo>
                    <a:pt x="151" y="1"/>
                    <a:pt x="101" y="26"/>
                    <a:pt x="101" y="51"/>
                  </a:cubicBezTo>
                  <a:cubicBezTo>
                    <a:pt x="76" y="151"/>
                    <a:pt x="50" y="276"/>
                    <a:pt x="0" y="377"/>
                  </a:cubicBezTo>
                  <a:cubicBezTo>
                    <a:pt x="0" y="402"/>
                    <a:pt x="25" y="452"/>
                    <a:pt x="50" y="452"/>
                  </a:cubicBezTo>
                  <a:cubicBezTo>
                    <a:pt x="64" y="459"/>
                    <a:pt x="77" y="462"/>
                    <a:pt x="90" y="462"/>
                  </a:cubicBezTo>
                  <a:cubicBezTo>
                    <a:pt x="124" y="462"/>
                    <a:pt x="151" y="438"/>
                    <a:pt x="151" y="402"/>
                  </a:cubicBezTo>
                  <a:cubicBezTo>
                    <a:pt x="176" y="301"/>
                    <a:pt x="201" y="201"/>
                    <a:pt x="226" y="101"/>
                  </a:cubicBezTo>
                  <a:cubicBezTo>
                    <a:pt x="251" y="51"/>
                    <a:pt x="226"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3" name="Google Shape;5463;p55"/>
            <p:cNvSpPr/>
            <p:nvPr/>
          </p:nvSpPr>
          <p:spPr>
            <a:xfrm>
              <a:off x="7557673" y="1674556"/>
              <a:ext cx="9172" cy="22617"/>
            </a:xfrm>
            <a:custGeom>
              <a:rect b="b" l="l" r="r" t="t"/>
              <a:pathLst>
                <a:path extrusionOk="0" h="434" w="176">
                  <a:moveTo>
                    <a:pt x="101" y="1"/>
                  </a:moveTo>
                  <a:cubicBezTo>
                    <a:pt x="75" y="1"/>
                    <a:pt x="50" y="26"/>
                    <a:pt x="25" y="76"/>
                  </a:cubicBezTo>
                  <a:lnTo>
                    <a:pt x="0" y="377"/>
                  </a:lnTo>
                  <a:cubicBezTo>
                    <a:pt x="0" y="397"/>
                    <a:pt x="33" y="434"/>
                    <a:pt x="59" y="434"/>
                  </a:cubicBezTo>
                  <a:cubicBezTo>
                    <a:pt x="65" y="434"/>
                    <a:pt x="71" y="432"/>
                    <a:pt x="75" y="427"/>
                  </a:cubicBezTo>
                  <a:cubicBezTo>
                    <a:pt x="126" y="427"/>
                    <a:pt x="151" y="402"/>
                    <a:pt x="151" y="377"/>
                  </a:cubicBezTo>
                  <a:cubicBezTo>
                    <a:pt x="151" y="276"/>
                    <a:pt x="176" y="176"/>
                    <a:pt x="176" y="76"/>
                  </a:cubicBezTo>
                  <a:cubicBezTo>
                    <a:pt x="176" y="26"/>
                    <a:pt x="15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4" name="Google Shape;5464;p55"/>
            <p:cNvSpPr/>
            <p:nvPr/>
          </p:nvSpPr>
          <p:spPr>
            <a:xfrm>
              <a:off x="7090077" y="1628854"/>
              <a:ext cx="22252" cy="10527"/>
            </a:xfrm>
            <a:custGeom>
              <a:rect b="b" l="l" r="r" t="t"/>
              <a:pathLst>
                <a:path extrusionOk="0" h="202" w="427">
                  <a:moveTo>
                    <a:pt x="327" y="1"/>
                  </a:moveTo>
                  <a:cubicBezTo>
                    <a:pt x="226" y="26"/>
                    <a:pt x="151" y="51"/>
                    <a:pt x="51" y="76"/>
                  </a:cubicBezTo>
                  <a:cubicBezTo>
                    <a:pt x="26" y="76"/>
                    <a:pt x="1" y="126"/>
                    <a:pt x="1" y="151"/>
                  </a:cubicBezTo>
                  <a:cubicBezTo>
                    <a:pt x="26" y="201"/>
                    <a:pt x="51" y="201"/>
                    <a:pt x="101" y="201"/>
                  </a:cubicBezTo>
                  <a:cubicBezTo>
                    <a:pt x="176" y="176"/>
                    <a:pt x="276" y="151"/>
                    <a:pt x="352" y="151"/>
                  </a:cubicBezTo>
                  <a:cubicBezTo>
                    <a:pt x="402" y="126"/>
                    <a:pt x="427" y="101"/>
                    <a:pt x="402" y="51"/>
                  </a:cubicBezTo>
                  <a:cubicBezTo>
                    <a:pt x="402" y="26"/>
                    <a:pt x="352" y="1"/>
                    <a:pt x="32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5" name="Google Shape;5465;p55"/>
            <p:cNvSpPr/>
            <p:nvPr/>
          </p:nvSpPr>
          <p:spPr>
            <a:xfrm>
              <a:off x="7513899" y="1521140"/>
              <a:ext cx="83641" cy="79107"/>
            </a:xfrm>
            <a:custGeom>
              <a:rect b="b" l="l" r="r" t="t"/>
              <a:pathLst>
                <a:path extrusionOk="0" h="1518" w="1605">
                  <a:moveTo>
                    <a:pt x="103" y="1"/>
                  </a:moveTo>
                  <a:cubicBezTo>
                    <a:pt x="43" y="1"/>
                    <a:pt x="0" y="96"/>
                    <a:pt x="63" y="138"/>
                  </a:cubicBezTo>
                  <a:cubicBezTo>
                    <a:pt x="590" y="539"/>
                    <a:pt x="1066" y="990"/>
                    <a:pt x="1442" y="1491"/>
                  </a:cubicBezTo>
                  <a:cubicBezTo>
                    <a:pt x="1461" y="1510"/>
                    <a:pt x="1481" y="1518"/>
                    <a:pt x="1500" y="1518"/>
                  </a:cubicBezTo>
                  <a:cubicBezTo>
                    <a:pt x="1558" y="1518"/>
                    <a:pt x="1605" y="1447"/>
                    <a:pt x="1567" y="1391"/>
                  </a:cubicBezTo>
                  <a:cubicBezTo>
                    <a:pt x="1141" y="890"/>
                    <a:pt x="665" y="413"/>
                    <a:pt x="139" y="12"/>
                  </a:cubicBezTo>
                  <a:cubicBezTo>
                    <a:pt x="126" y="4"/>
                    <a:pt x="114" y="1"/>
                    <a:pt x="1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6" name="Google Shape;5466;p55"/>
            <p:cNvSpPr/>
            <p:nvPr/>
          </p:nvSpPr>
          <p:spPr>
            <a:xfrm>
              <a:off x="7523696" y="1833912"/>
              <a:ext cx="24858" cy="9172"/>
            </a:xfrm>
            <a:custGeom>
              <a:rect b="b" l="l" r="r" t="t"/>
              <a:pathLst>
                <a:path extrusionOk="0" h="176" w="477">
                  <a:moveTo>
                    <a:pt x="427" y="0"/>
                  </a:moveTo>
                  <a:cubicBezTo>
                    <a:pt x="301" y="0"/>
                    <a:pt x="176" y="0"/>
                    <a:pt x="76" y="25"/>
                  </a:cubicBezTo>
                  <a:cubicBezTo>
                    <a:pt x="26" y="25"/>
                    <a:pt x="1" y="51"/>
                    <a:pt x="1" y="101"/>
                  </a:cubicBezTo>
                  <a:cubicBezTo>
                    <a:pt x="1" y="126"/>
                    <a:pt x="26" y="176"/>
                    <a:pt x="76" y="176"/>
                  </a:cubicBezTo>
                  <a:cubicBezTo>
                    <a:pt x="176" y="151"/>
                    <a:pt x="301" y="151"/>
                    <a:pt x="427" y="126"/>
                  </a:cubicBezTo>
                  <a:cubicBezTo>
                    <a:pt x="452" y="126"/>
                    <a:pt x="477" y="101"/>
                    <a:pt x="477" y="76"/>
                  </a:cubicBezTo>
                  <a:cubicBezTo>
                    <a:pt x="477" y="25"/>
                    <a:pt x="452" y="0"/>
                    <a:pt x="4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7" name="Google Shape;5467;p55"/>
            <p:cNvSpPr/>
            <p:nvPr/>
          </p:nvSpPr>
          <p:spPr>
            <a:xfrm>
              <a:off x="7310821" y="1830733"/>
              <a:ext cx="45755" cy="22825"/>
            </a:xfrm>
            <a:custGeom>
              <a:rect b="b" l="l" r="r" t="t"/>
              <a:pathLst>
                <a:path extrusionOk="0" h="438" w="878">
                  <a:moveTo>
                    <a:pt x="83" y="1"/>
                  </a:moveTo>
                  <a:cubicBezTo>
                    <a:pt x="51" y="1"/>
                    <a:pt x="25" y="19"/>
                    <a:pt x="25" y="36"/>
                  </a:cubicBezTo>
                  <a:cubicBezTo>
                    <a:pt x="0" y="86"/>
                    <a:pt x="0" y="112"/>
                    <a:pt x="51" y="137"/>
                  </a:cubicBezTo>
                  <a:cubicBezTo>
                    <a:pt x="276" y="312"/>
                    <a:pt x="527" y="412"/>
                    <a:pt x="802" y="437"/>
                  </a:cubicBezTo>
                  <a:cubicBezTo>
                    <a:pt x="853" y="437"/>
                    <a:pt x="878" y="387"/>
                    <a:pt x="878" y="362"/>
                  </a:cubicBezTo>
                  <a:cubicBezTo>
                    <a:pt x="878" y="312"/>
                    <a:pt x="853" y="287"/>
                    <a:pt x="802" y="287"/>
                  </a:cubicBezTo>
                  <a:cubicBezTo>
                    <a:pt x="552" y="262"/>
                    <a:pt x="326" y="162"/>
                    <a:pt x="126" y="11"/>
                  </a:cubicBezTo>
                  <a:cubicBezTo>
                    <a:pt x="111" y="4"/>
                    <a:pt x="96" y="1"/>
                    <a:pt x="8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8" name="Google Shape;5468;p55"/>
            <p:cNvSpPr/>
            <p:nvPr/>
          </p:nvSpPr>
          <p:spPr>
            <a:xfrm>
              <a:off x="6943800" y="1833182"/>
              <a:ext cx="50236" cy="73583"/>
            </a:xfrm>
            <a:custGeom>
              <a:rect b="b" l="l" r="r" t="t"/>
              <a:pathLst>
                <a:path extrusionOk="0" h="1412" w="964">
                  <a:moveTo>
                    <a:pt x="847" y="1"/>
                  </a:moveTo>
                  <a:cubicBezTo>
                    <a:pt x="832" y="1"/>
                    <a:pt x="817" y="5"/>
                    <a:pt x="803" y="14"/>
                  </a:cubicBezTo>
                  <a:cubicBezTo>
                    <a:pt x="402" y="340"/>
                    <a:pt x="101" y="816"/>
                    <a:pt x="1" y="1318"/>
                  </a:cubicBezTo>
                  <a:cubicBezTo>
                    <a:pt x="1" y="1378"/>
                    <a:pt x="47" y="1411"/>
                    <a:pt x="89" y="1411"/>
                  </a:cubicBezTo>
                  <a:cubicBezTo>
                    <a:pt x="116" y="1411"/>
                    <a:pt x="141" y="1397"/>
                    <a:pt x="151" y="1368"/>
                  </a:cubicBezTo>
                  <a:cubicBezTo>
                    <a:pt x="251" y="867"/>
                    <a:pt x="527" y="415"/>
                    <a:pt x="903" y="115"/>
                  </a:cubicBezTo>
                  <a:cubicBezTo>
                    <a:pt x="964" y="74"/>
                    <a:pt x="910" y="1"/>
                    <a:pt x="84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9" name="Google Shape;5469;p55"/>
            <p:cNvSpPr/>
            <p:nvPr/>
          </p:nvSpPr>
          <p:spPr>
            <a:xfrm>
              <a:off x="6926552" y="1827710"/>
              <a:ext cx="24649" cy="54249"/>
            </a:xfrm>
            <a:custGeom>
              <a:rect b="b" l="l" r="r" t="t"/>
              <a:pathLst>
                <a:path extrusionOk="0" h="1041" w="473">
                  <a:moveTo>
                    <a:pt x="393" y="0"/>
                  </a:moveTo>
                  <a:cubicBezTo>
                    <a:pt x="367" y="0"/>
                    <a:pt x="342" y="15"/>
                    <a:pt x="332" y="44"/>
                  </a:cubicBezTo>
                  <a:cubicBezTo>
                    <a:pt x="232" y="345"/>
                    <a:pt x="131" y="646"/>
                    <a:pt x="31" y="946"/>
                  </a:cubicBezTo>
                  <a:cubicBezTo>
                    <a:pt x="1" y="1007"/>
                    <a:pt x="44" y="1040"/>
                    <a:pt x="88" y="1040"/>
                  </a:cubicBezTo>
                  <a:cubicBezTo>
                    <a:pt x="117" y="1040"/>
                    <a:pt x="146" y="1026"/>
                    <a:pt x="156" y="997"/>
                  </a:cubicBezTo>
                  <a:cubicBezTo>
                    <a:pt x="257" y="696"/>
                    <a:pt x="357" y="395"/>
                    <a:pt x="457" y="94"/>
                  </a:cubicBezTo>
                  <a:cubicBezTo>
                    <a:pt x="472" y="34"/>
                    <a:pt x="432" y="0"/>
                    <a:pt x="39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0" name="Google Shape;5470;p55"/>
            <p:cNvSpPr/>
            <p:nvPr/>
          </p:nvSpPr>
          <p:spPr>
            <a:xfrm>
              <a:off x="6826289" y="1935268"/>
              <a:ext cx="241646" cy="272705"/>
            </a:xfrm>
            <a:custGeom>
              <a:rect b="b" l="l" r="r" t="t"/>
              <a:pathLst>
                <a:path extrusionOk="0" h="5233" w="4637">
                  <a:moveTo>
                    <a:pt x="2557" y="0"/>
                  </a:moveTo>
                  <a:cubicBezTo>
                    <a:pt x="1646" y="0"/>
                    <a:pt x="750" y="625"/>
                    <a:pt x="376" y="1489"/>
                  </a:cubicBezTo>
                  <a:cubicBezTo>
                    <a:pt x="0" y="2416"/>
                    <a:pt x="251" y="3544"/>
                    <a:pt x="927" y="4271"/>
                  </a:cubicBezTo>
                  <a:cubicBezTo>
                    <a:pt x="1501" y="4887"/>
                    <a:pt x="2344" y="5233"/>
                    <a:pt x="3182" y="5233"/>
                  </a:cubicBezTo>
                  <a:cubicBezTo>
                    <a:pt x="3334" y="5233"/>
                    <a:pt x="3485" y="5221"/>
                    <a:pt x="3634" y="5198"/>
                  </a:cubicBezTo>
                  <a:lnTo>
                    <a:pt x="4637" y="2015"/>
                  </a:lnTo>
                  <a:cubicBezTo>
                    <a:pt x="4612" y="1013"/>
                    <a:pt x="3760" y="136"/>
                    <a:pt x="2757" y="10"/>
                  </a:cubicBezTo>
                  <a:cubicBezTo>
                    <a:pt x="2690" y="3"/>
                    <a:pt x="2624" y="0"/>
                    <a:pt x="2557"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1" name="Google Shape;5471;p55"/>
            <p:cNvSpPr/>
            <p:nvPr/>
          </p:nvSpPr>
          <p:spPr>
            <a:xfrm>
              <a:off x="6831500" y="1932141"/>
              <a:ext cx="240343" cy="279531"/>
            </a:xfrm>
            <a:custGeom>
              <a:rect b="b" l="l" r="r" t="t"/>
              <a:pathLst>
                <a:path extrusionOk="0" h="5364" w="4612">
                  <a:moveTo>
                    <a:pt x="2441" y="1"/>
                  </a:moveTo>
                  <a:cubicBezTo>
                    <a:pt x="2015" y="1"/>
                    <a:pt x="1591" y="123"/>
                    <a:pt x="1228" y="346"/>
                  </a:cubicBezTo>
                  <a:cubicBezTo>
                    <a:pt x="527" y="772"/>
                    <a:pt x="101" y="1499"/>
                    <a:pt x="50" y="2326"/>
                  </a:cubicBezTo>
                  <a:cubicBezTo>
                    <a:pt x="0" y="3153"/>
                    <a:pt x="326" y="3980"/>
                    <a:pt x="928" y="4557"/>
                  </a:cubicBezTo>
                  <a:cubicBezTo>
                    <a:pt x="1519" y="5084"/>
                    <a:pt x="2305" y="5363"/>
                    <a:pt x="3093" y="5363"/>
                  </a:cubicBezTo>
                  <a:cubicBezTo>
                    <a:pt x="3240" y="5363"/>
                    <a:pt x="3388" y="5353"/>
                    <a:pt x="3534" y="5333"/>
                  </a:cubicBezTo>
                  <a:cubicBezTo>
                    <a:pt x="3627" y="5333"/>
                    <a:pt x="3634" y="5205"/>
                    <a:pt x="3556" y="5205"/>
                  </a:cubicBezTo>
                  <a:cubicBezTo>
                    <a:pt x="3549" y="5205"/>
                    <a:pt x="3542" y="5206"/>
                    <a:pt x="3534" y="5208"/>
                  </a:cubicBezTo>
                  <a:cubicBezTo>
                    <a:pt x="3403" y="5225"/>
                    <a:pt x="3270" y="5233"/>
                    <a:pt x="3137" y="5233"/>
                  </a:cubicBezTo>
                  <a:cubicBezTo>
                    <a:pt x="2483" y="5233"/>
                    <a:pt x="1824" y="5032"/>
                    <a:pt x="1304" y="4657"/>
                  </a:cubicBezTo>
                  <a:cubicBezTo>
                    <a:pt x="652" y="4206"/>
                    <a:pt x="251" y="3454"/>
                    <a:pt x="201" y="2677"/>
                  </a:cubicBezTo>
                  <a:cubicBezTo>
                    <a:pt x="126" y="1925"/>
                    <a:pt x="426" y="1173"/>
                    <a:pt x="1028" y="672"/>
                  </a:cubicBezTo>
                  <a:cubicBezTo>
                    <a:pt x="1417" y="336"/>
                    <a:pt x="1930" y="137"/>
                    <a:pt x="2446" y="137"/>
                  </a:cubicBezTo>
                  <a:cubicBezTo>
                    <a:pt x="2661" y="137"/>
                    <a:pt x="2876" y="172"/>
                    <a:pt x="3083" y="246"/>
                  </a:cubicBezTo>
                  <a:cubicBezTo>
                    <a:pt x="3860" y="521"/>
                    <a:pt x="4436" y="1248"/>
                    <a:pt x="4462" y="2075"/>
                  </a:cubicBezTo>
                  <a:cubicBezTo>
                    <a:pt x="4462" y="2116"/>
                    <a:pt x="4505" y="2141"/>
                    <a:pt x="4545" y="2141"/>
                  </a:cubicBezTo>
                  <a:cubicBezTo>
                    <a:pt x="4579" y="2141"/>
                    <a:pt x="4612" y="2122"/>
                    <a:pt x="4612" y="2075"/>
                  </a:cubicBezTo>
                  <a:cubicBezTo>
                    <a:pt x="4587" y="1298"/>
                    <a:pt x="4111" y="597"/>
                    <a:pt x="3434" y="246"/>
                  </a:cubicBezTo>
                  <a:cubicBezTo>
                    <a:pt x="3122" y="79"/>
                    <a:pt x="2781" y="1"/>
                    <a:pt x="244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2" name="Google Shape;5472;p55"/>
            <p:cNvSpPr/>
            <p:nvPr/>
          </p:nvSpPr>
          <p:spPr>
            <a:xfrm>
              <a:off x="6866780" y="1970235"/>
              <a:ext cx="167229" cy="94897"/>
            </a:xfrm>
            <a:custGeom>
              <a:rect b="b" l="l" r="r" t="t"/>
              <a:pathLst>
                <a:path extrusionOk="0" h="1821" w="3209">
                  <a:moveTo>
                    <a:pt x="1746" y="0"/>
                  </a:moveTo>
                  <a:cubicBezTo>
                    <a:pt x="1208" y="0"/>
                    <a:pt x="679" y="267"/>
                    <a:pt x="351" y="718"/>
                  </a:cubicBezTo>
                  <a:cubicBezTo>
                    <a:pt x="150" y="1018"/>
                    <a:pt x="25" y="1369"/>
                    <a:pt x="0" y="1745"/>
                  </a:cubicBezTo>
                  <a:cubicBezTo>
                    <a:pt x="0" y="1795"/>
                    <a:pt x="38" y="1820"/>
                    <a:pt x="75" y="1820"/>
                  </a:cubicBezTo>
                  <a:cubicBezTo>
                    <a:pt x="113" y="1820"/>
                    <a:pt x="150" y="1795"/>
                    <a:pt x="150" y="1745"/>
                  </a:cubicBezTo>
                  <a:cubicBezTo>
                    <a:pt x="175" y="1144"/>
                    <a:pt x="501" y="567"/>
                    <a:pt x="1053" y="292"/>
                  </a:cubicBezTo>
                  <a:cubicBezTo>
                    <a:pt x="1259" y="194"/>
                    <a:pt x="1487" y="142"/>
                    <a:pt x="1715" y="142"/>
                  </a:cubicBezTo>
                  <a:cubicBezTo>
                    <a:pt x="2070" y="142"/>
                    <a:pt x="2422" y="268"/>
                    <a:pt x="2682" y="542"/>
                  </a:cubicBezTo>
                  <a:cubicBezTo>
                    <a:pt x="2907" y="768"/>
                    <a:pt x="3058" y="1069"/>
                    <a:pt x="3058" y="1369"/>
                  </a:cubicBezTo>
                  <a:cubicBezTo>
                    <a:pt x="3058" y="1419"/>
                    <a:pt x="3095" y="1445"/>
                    <a:pt x="3133" y="1445"/>
                  </a:cubicBezTo>
                  <a:cubicBezTo>
                    <a:pt x="3170" y="1445"/>
                    <a:pt x="3208" y="1419"/>
                    <a:pt x="3208" y="1369"/>
                  </a:cubicBezTo>
                  <a:cubicBezTo>
                    <a:pt x="3183" y="743"/>
                    <a:pt x="2707" y="191"/>
                    <a:pt x="2105" y="41"/>
                  </a:cubicBezTo>
                  <a:cubicBezTo>
                    <a:pt x="1987" y="14"/>
                    <a:pt x="1866" y="0"/>
                    <a:pt x="174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3" name="Google Shape;5473;p55"/>
            <p:cNvSpPr/>
            <p:nvPr/>
          </p:nvSpPr>
          <p:spPr>
            <a:xfrm>
              <a:off x="6939892" y="1974247"/>
              <a:ext cx="69258" cy="177078"/>
            </a:xfrm>
            <a:custGeom>
              <a:rect b="b" l="l" r="r" t="t"/>
              <a:pathLst>
                <a:path extrusionOk="0" h="3398" w="1329">
                  <a:moveTo>
                    <a:pt x="797" y="0"/>
                  </a:moveTo>
                  <a:cubicBezTo>
                    <a:pt x="782" y="0"/>
                    <a:pt x="767" y="5"/>
                    <a:pt x="752" y="14"/>
                  </a:cubicBezTo>
                  <a:cubicBezTo>
                    <a:pt x="377" y="415"/>
                    <a:pt x="126" y="916"/>
                    <a:pt x="51" y="1443"/>
                  </a:cubicBezTo>
                  <a:cubicBezTo>
                    <a:pt x="1" y="1969"/>
                    <a:pt x="101" y="2571"/>
                    <a:pt x="452" y="2972"/>
                  </a:cubicBezTo>
                  <a:cubicBezTo>
                    <a:pt x="652" y="3172"/>
                    <a:pt x="903" y="3348"/>
                    <a:pt x="1204" y="3398"/>
                  </a:cubicBezTo>
                  <a:cubicBezTo>
                    <a:pt x="1279" y="3398"/>
                    <a:pt x="1329" y="3272"/>
                    <a:pt x="1229" y="3247"/>
                  </a:cubicBezTo>
                  <a:cubicBezTo>
                    <a:pt x="577" y="3122"/>
                    <a:pt x="201" y="2470"/>
                    <a:pt x="176" y="1844"/>
                  </a:cubicBezTo>
                  <a:cubicBezTo>
                    <a:pt x="151" y="1217"/>
                    <a:pt x="427" y="591"/>
                    <a:pt x="853" y="114"/>
                  </a:cubicBezTo>
                  <a:cubicBezTo>
                    <a:pt x="914" y="74"/>
                    <a:pt x="860" y="0"/>
                    <a:pt x="79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4" name="Google Shape;5474;p55"/>
            <p:cNvSpPr/>
            <p:nvPr/>
          </p:nvSpPr>
          <p:spPr>
            <a:xfrm>
              <a:off x="6885436" y="2116980"/>
              <a:ext cx="51904" cy="48256"/>
            </a:xfrm>
            <a:custGeom>
              <a:rect b="b" l="l" r="r" t="t"/>
              <a:pathLst>
                <a:path extrusionOk="0" h="926" w="996">
                  <a:moveTo>
                    <a:pt x="102" y="1"/>
                  </a:moveTo>
                  <a:cubicBezTo>
                    <a:pt x="58" y="1"/>
                    <a:pt x="0" y="54"/>
                    <a:pt x="18" y="107"/>
                  </a:cubicBezTo>
                  <a:cubicBezTo>
                    <a:pt x="218" y="458"/>
                    <a:pt x="519" y="759"/>
                    <a:pt x="895" y="909"/>
                  </a:cubicBezTo>
                  <a:cubicBezTo>
                    <a:pt x="906" y="920"/>
                    <a:pt x="920" y="926"/>
                    <a:pt x="936" y="926"/>
                  </a:cubicBezTo>
                  <a:cubicBezTo>
                    <a:pt x="957" y="926"/>
                    <a:pt x="981" y="914"/>
                    <a:pt x="995" y="884"/>
                  </a:cubicBezTo>
                  <a:cubicBezTo>
                    <a:pt x="995" y="859"/>
                    <a:pt x="995" y="809"/>
                    <a:pt x="970" y="784"/>
                  </a:cubicBezTo>
                  <a:cubicBezTo>
                    <a:pt x="619" y="634"/>
                    <a:pt x="319" y="383"/>
                    <a:pt x="143" y="32"/>
                  </a:cubicBezTo>
                  <a:cubicBezTo>
                    <a:pt x="136" y="10"/>
                    <a:pt x="120" y="1"/>
                    <a:pt x="10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5" name="Google Shape;5475;p55"/>
            <p:cNvSpPr/>
            <p:nvPr/>
          </p:nvSpPr>
          <p:spPr>
            <a:xfrm>
              <a:off x="6869385" y="2084671"/>
              <a:ext cx="9172" cy="7869"/>
            </a:xfrm>
            <a:custGeom>
              <a:rect b="b" l="l" r="r" t="t"/>
              <a:pathLst>
                <a:path extrusionOk="0" h="151" w="176">
                  <a:moveTo>
                    <a:pt x="50" y="0"/>
                  </a:moveTo>
                  <a:cubicBezTo>
                    <a:pt x="25" y="0"/>
                    <a:pt x="25" y="25"/>
                    <a:pt x="25" y="25"/>
                  </a:cubicBezTo>
                  <a:cubicBezTo>
                    <a:pt x="25" y="25"/>
                    <a:pt x="0" y="51"/>
                    <a:pt x="0" y="51"/>
                  </a:cubicBezTo>
                  <a:cubicBezTo>
                    <a:pt x="0" y="51"/>
                    <a:pt x="0" y="76"/>
                    <a:pt x="0" y="76"/>
                  </a:cubicBezTo>
                  <a:cubicBezTo>
                    <a:pt x="0" y="76"/>
                    <a:pt x="0" y="76"/>
                    <a:pt x="0" y="101"/>
                  </a:cubicBezTo>
                  <a:cubicBezTo>
                    <a:pt x="0" y="101"/>
                    <a:pt x="25" y="126"/>
                    <a:pt x="25" y="126"/>
                  </a:cubicBezTo>
                  <a:cubicBezTo>
                    <a:pt x="50" y="151"/>
                    <a:pt x="50" y="151"/>
                    <a:pt x="75" y="151"/>
                  </a:cubicBezTo>
                  <a:lnTo>
                    <a:pt x="151" y="151"/>
                  </a:lnTo>
                  <a:cubicBezTo>
                    <a:pt x="151" y="126"/>
                    <a:pt x="151" y="126"/>
                    <a:pt x="151" y="126"/>
                  </a:cubicBezTo>
                  <a:cubicBezTo>
                    <a:pt x="176" y="126"/>
                    <a:pt x="176" y="101"/>
                    <a:pt x="176" y="101"/>
                  </a:cubicBezTo>
                  <a:cubicBezTo>
                    <a:pt x="176" y="101"/>
                    <a:pt x="176" y="76"/>
                    <a:pt x="176" y="76"/>
                  </a:cubicBezTo>
                  <a:cubicBezTo>
                    <a:pt x="176" y="76"/>
                    <a:pt x="176" y="51"/>
                    <a:pt x="176" y="51"/>
                  </a:cubicBezTo>
                  <a:cubicBezTo>
                    <a:pt x="176" y="51"/>
                    <a:pt x="176" y="25"/>
                    <a:pt x="151" y="25"/>
                  </a:cubicBezTo>
                  <a:cubicBezTo>
                    <a:pt x="151" y="25"/>
                    <a:pt x="151" y="25"/>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6" name="Google Shape;5476;p55"/>
            <p:cNvSpPr/>
            <p:nvPr/>
          </p:nvSpPr>
          <p:spPr>
            <a:xfrm>
              <a:off x="6973869" y="2051059"/>
              <a:ext cx="30069" cy="25483"/>
            </a:xfrm>
            <a:custGeom>
              <a:rect b="b" l="l" r="r" t="t"/>
              <a:pathLst>
                <a:path extrusionOk="0" h="489" w="577">
                  <a:moveTo>
                    <a:pt x="501" y="0"/>
                  </a:moveTo>
                  <a:cubicBezTo>
                    <a:pt x="483" y="0"/>
                    <a:pt x="464" y="6"/>
                    <a:pt x="451" y="19"/>
                  </a:cubicBezTo>
                  <a:cubicBezTo>
                    <a:pt x="326" y="144"/>
                    <a:pt x="176" y="244"/>
                    <a:pt x="25" y="370"/>
                  </a:cubicBezTo>
                  <a:cubicBezTo>
                    <a:pt x="0" y="395"/>
                    <a:pt x="0" y="445"/>
                    <a:pt x="25" y="470"/>
                  </a:cubicBezTo>
                  <a:cubicBezTo>
                    <a:pt x="50" y="483"/>
                    <a:pt x="69" y="489"/>
                    <a:pt x="88" y="489"/>
                  </a:cubicBezTo>
                  <a:cubicBezTo>
                    <a:pt x="107" y="489"/>
                    <a:pt x="126" y="483"/>
                    <a:pt x="151" y="470"/>
                  </a:cubicBezTo>
                  <a:cubicBezTo>
                    <a:pt x="276" y="345"/>
                    <a:pt x="426" y="244"/>
                    <a:pt x="552" y="119"/>
                  </a:cubicBezTo>
                  <a:cubicBezTo>
                    <a:pt x="577" y="94"/>
                    <a:pt x="577" y="44"/>
                    <a:pt x="552" y="19"/>
                  </a:cubicBezTo>
                  <a:cubicBezTo>
                    <a:pt x="539" y="6"/>
                    <a:pt x="520" y="0"/>
                    <a:pt x="5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7" name="Google Shape;5477;p55"/>
            <p:cNvSpPr/>
            <p:nvPr/>
          </p:nvSpPr>
          <p:spPr>
            <a:xfrm>
              <a:off x="6981685" y="2063253"/>
              <a:ext cx="35332" cy="28662"/>
            </a:xfrm>
            <a:custGeom>
              <a:rect b="b" l="l" r="r" t="t"/>
              <a:pathLst>
                <a:path extrusionOk="0" h="550" w="678">
                  <a:moveTo>
                    <a:pt x="579" y="0"/>
                  </a:moveTo>
                  <a:cubicBezTo>
                    <a:pt x="569" y="0"/>
                    <a:pt x="559" y="3"/>
                    <a:pt x="552" y="10"/>
                  </a:cubicBezTo>
                  <a:cubicBezTo>
                    <a:pt x="377" y="136"/>
                    <a:pt x="201" y="261"/>
                    <a:pt x="51" y="411"/>
                  </a:cubicBezTo>
                  <a:cubicBezTo>
                    <a:pt x="1" y="436"/>
                    <a:pt x="1" y="487"/>
                    <a:pt x="51" y="512"/>
                  </a:cubicBezTo>
                  <a:cubicBezTo>
                    <a:pt x="63" y="537"/>
                    <a:pt x="76" y="549"/>
                    <a:pt x="91" y="549"/>
                  </a:cubicBezTo>
                  <a:cubicBezTo>
                    <a:pt x="107" y="549"/>
                    <a:pt x="126" y="537"/>
                    <a:pt x="151" y="512"/>
                  </a:cubicBezTo>
                  <a:cubicBezTo>
                    <a:pt x="301" y="386"/>
                    <a:pt x="452" y="236"/>
                    <a:pt x="627" y="136"/>
                  </a:cubicBezTo>
                  <a:cubicBezTo>
                    <a:pt x="652" y="111"/>
                    <a:pt x="677" y="61"/>
                    <a:pt x="652" y="35"/>
                  </a:cubicBezTo>
                  <a:cubicBezTo>
                    <a:pt x="634" y="18"/>
                    <a:pt x="604" y="0"/>
                    <a:pt x="5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8" name="Google Shape;5478;p55"/>
            <p:cNvSpPr/>
            <p:nvPr/>
          </p:nvSpPr>
          <p:spPr>
            <a:xfrm>
              <a:off x="6992160" y="2078470"/>
              <a:ext cx="28766" cy="25535"/>
            </a:xfrm>
            <a:custGeom>
              <a:rect b="b" l="l" r="r" t="t"/>
              <a:pathLst>
                <a:path extrusionOk="0" h="490" w="552">
                  <a:moveTo>
                    <a:pt x="461" y="0"/>
                  </a:moveTo>
                  <a:cubicBezTo>
                    <a:pt x="445" y="0"/>
                    <a:pt x="426" y="7"/>
                    <a:pt x="401" y="19"/>
                  </a:cubicBezTo>
                  <a:cubicBezTo>
                    <a:pt x="276" y="144"/>
                    <a:pt x="150" y="245"/>
                    <a:pt x="25" y="370"/>
                  </a:cubicBezTo>
                  <a:cubicBezTo>
                    <a:pt x="0" y="395"/>
                    <a:pt x="0" y="445"/>
                    <a:pt x="25" y="470"/>
                  </a:cubicBezTo>
                  <a:cubicBezTo>
                    <a:pt x="38" y="483"/>
                    <a:pt x="56" y="489"/>
                    <a:pt x="75" y="489"/>
                  </a:cubicBezTo>
                  <a:cubicBezTo>
                    <a:pt x="94" y="489"/>
                    <a:pt x="113" y="483"/>
                    <a:pt x="125" y="470"/>
                  </a:cubicBezTo>
                  <a:cubicBezTo>
                    <a:pt x="251" y="345"/>
                    <a:pt x="376" y="245"/>
                    <a:pt x="501" y="119"/>
                  </a:cubicBezTo>
                  <a:cubicBezTo>
                    <a:pt x="551" y="94"/>
                    <a:pt x="551" y="44"/>
                    <a:pt x="501" y="19"/>
                  </a:cubicBezTo>
                  <a:cubicBezTo>
                    <a:pt x="489" y="7"/>
                    <a:pt x="476" y="0"/>
                    <a:pt x="4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9" name="Google Shape;5479;p55"/>
            <p:cNvSpPr/>
            <p:nvPr/>
          </p:nvSpPr>
          <p:spPr>
            <a:xfrm>
              <a:off x="6126225" y="2902245"/>
              <a:ext cx="189429" cy="79732"/>
            </a:xfrm>
            <a:custGeom>
              <a:rect b="b" l="l" r="r" t="t"/>
              <a:pathLst>
                <a:path extrusionOk="0" h="1530" w="3635">
                  <a:moveTo>
                    <a:pt x="777" y="1"/>
                  </a:moveTo>
                  <a:cubicBezTo>
                    <a:pt x="376" y="1"/>
                    <a:pt x="26" y="301"/>
                    <a:pt x="26" y="728"/>
                  </a:cubicBezTo>
                  <a:lnTo>
                    <a:pt x="26" y="753"/>
                  </a:lnTo>
                  <a:cubicBezTo>
                    <a:pt x="0" y="1179"/>
                    <a:pt x="351" y="1530"/>
                    <a:pt x="777" y="1530"/>
                  </a:cubicBezTo>
                  <a:lnTo>
                    <a:pt x="2883" y="1530"/>
                  </a:lnTo>
                  <a:cubicBezTo>
                    <a:pt x="3309" y="1530"/>
                    <a:pt x="3635" y="1204"/>
                    <a:pt x="3635" y="778"/>
                  </a:cubicBezTo>
                  <a:cubicBezTo>
                    <a:pt x="3635" y="377"/>
                    <a:pt x="3309" y="51"/>
                    <a:pt x="2908" y="26"/>
                  </a:cubicBezTo>
                  <a:lnTo>
                    <a:pt x="777" y="1"/>
                  </a:ln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0" name="Google Shape;5480;p55"/>
            <p:cNvSpPr/>
            <p:nvPr/>
          </p:nvSpPr>
          <p:spPr>
            <a:xfrm>
              <a:off x="6122316" y="2898336"/>
              <a:ext cx="202457" cy="88122"/>
            </a:xfrm>
            <a:custGeom>
              <a:rect b="b" l="l" r="r" t="t"/>
              <a:pathLst>
                <a:path extrusionOk="0" h="1691" w="3885">
                  <a:moveTo>
                    <a:pt x="852" y="151"/>
                  </a:moveTo>
                  <a:cubicBezTo>
                    <a:pt x="1304" y="151"/>
                    <a:pt x="1755" y="151"/>
                    <a:pt x="2206" y="176"/>
                  </a:cubicBezTo>
                  <a:lnTo>
                    <a:pt x="2882" y="176"/>
                  </a:lnTo>
                  <a:cubicBezTo>
                    <a:pt x="2958" y="176"/>
                    <a:pt x="3033" y="176"/>
                    <a:pt x="3083" y="201"/>
                  </a:cubicBezTo>
                  <a:cubicBezTo>
                    <a:pt x="3309" y="226"/>
                    <a:pt x="3484" y="376"/>
                    <a:pt x="3584" y="552"/>
                  </a:cubicBezTo>
                  <a:cubicBezTo>
                    <a:pt x="3785" y="978"/>
                    <a:pt x="3509" y="1479"/>
                    <a:pt x="3033" y="1529"/>
                  </a:cubicBezTo>
                  <a:cubicBezTo>
                    <a:pt x="2983" y="1538"/>
                    <a:pt x="2933" y="1541"/>
                    <a:pt x="2882" y="1541"/>
                  </a:cubicBezTo>
                  <a:cubicBezTo>
                    <a:pt x="2782" y="1541"/>
                    <a:pt x="2682" y="1529"/>
                    <a:pt x="2582" y="1529"/>
                  </a:cubicBezTo>
                  <a:lnTo>
                    <a:pt x="752" y="1529"/>
                  </a:lnTo>
                  <a:cubicBezTo>
                    <a:pt x="527" y="1504"/>
                    <a:pt x="301" y="1329"/>
                    <a:pt x="201" y="1103"/>
                  </a:cubicBezTo>
                  <a:cubicBezTo>
                    <a:pt x="25" y="652"/>
                    <a:pt x="351" y="151"/>
                    <a:pt x="852" y="151"/>
                  </a:cubicBezTo>
                  <a:close/>
                  <a:moveTo>
                    <a:pt x="852" y="1"/>
                  </a:moveTo>
                  <a:cubicBezTo>
                    <a:pt x="401" y="1"/>
                    <a:pt x="25" y="351"/>
                    <a:pt x="25" y="803"/>
                  </a:cubicBezTo>
                  <a:cubicBezTo>
                    <a:pt x="0" y="1254"/>
                    <a:pt x="326" y="1630"/>
                    <a:pt x="777" y="1680"/>
                  </a:cubicBezTo>
                  <a:cubicBezTo>
                    <a:pt x="836" y="1688"/>
                    <a:pt x="894" y="1691"/>
                    <a:pt x="954" y="1691"/>
                  </a:cubicBezTo>
                  <a:cubicBezTo>
                    <a:pt x="1072" y="1691"/>
                    <a:pt x="1195" y="1680"/>
                    <a:pt x="1329" y="1680"/>
                  </a:cubicBezTo>
                  <a:lnTo>
                    <a:pt x="2958" y="1680"/>
                  </a:lnTo>
                  <a:cubicBezTo>
                    <a:pt x="3334" y="1680"/>
                    <a:pt x="3684" y="1429"/>
                    <a:pt x="3760" y="1053"/>
                  </a:cubicBezTo>
                  <a:cubicBezTo>
                    <a:pt x="3885" y="627"/>
                    <a:pt x="3584" y="151"/>
                    <a:pt x="3133" y="51"/>
                  </a:cubicBezTo>
                  <a:cubicBezTo>
                    <a:pt x="2958" y="26"/>
                    <a:pt x="2757" y="26"/>
                    <a:pt x="2557" y="26"/>
                  </a:cubicBezTo>
                  <a:cubicBezTo>
                    <a:pt x="2005" y="26"/>
                    <a:pt x="1454" y="1"/>
                    <a:pt x="90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1" name="Google Shape;5481;p55"/>
            <p:cNvSpPr/>
            <p:nvPr/>
          </p:nvSpPr>
          <p:spPr>
            <a:xfrm>
              <a:off x="6126225" y="2980568"/>
              <a:ext cx="189429" cy="79784"/>
            </a:xfrm>
            <a:custGeom>
              <a:rect b="b" l="l" r="r" t="t"/>
              <a:pathLst>
                <a:path extrusionOk="0" h="1531" w="3635">
                  <a:moveTo>
                    <a:pt x="734" y="0"/>
                  </a:moveTo>
                  <a:cubicBezTo>
                    <a:pt x="351" y="0"/>
                    <a:pt x="26" y="318"/>
                    <a:pt x="26" y="728"/>
                  </a:cubicBezTo>
                  <a:lnTo>
                    <a:pt x="26" y="753"/>
                  </a:lnTo>
                  <a:cubicBezTo>
                    <a:pt x="0" y="1179"/>
                    <a:pt x="351" y="1530"/>
                    <a:pt x="777" y="1530"/>
                  </a:cubicBezTo>
                  <a:lnTo>
                    <a:pt x="2883" y="1530"/>
                  </a:lnTo>
                  <a:cubicBezTo>
                    <a:pt x="3309" y="1530"/>
                    <a:pt x="3635" y="1205"/>
                    <a:pt x="3635" y="778"/>
                  </a:cubicBezTo>
                  <a:cubicBezTo>
                    <a:pt x="3635" y="377"/>
                    <a:pt x="3309" y="52"/>
                    <a:pt x="2908" y="27"/>
                  </a:cubicBezTo>
                  <a:lnTo>
                    <a:pt x="777" y="2"/>
                  </a:lnTo>
                  <a:cubicBezTo>
                    <a:pt x="763" y="1"/>
                    <a:pt x="748" y="0"/>
                    <a:pt x="734" y="0"/>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2" name="Google Shape;5482;p55"/>
            <p:cNvSpPr/>
            <p:nvPr/>
          </p:nvSpPr>
          <p:spPr>
            <a:xfrm>
              <a:off x="6122316" y="2976712"/>
              <a:ext cx="202457" cy="87549"/>
            </a:xfrm>
            <a:custGeom>
              <a:rect b="b" l="l" r="r" t="t"/>
              <a:pathLst>
                <a:path extrusionOk="0" h="1680" w="3885">
                  <a:moveTo>
                    <a:pt x="852" y="151"/>
                  </a:moveTo>
                  <a:cubicBezTo>
                    <a:pt x="1304" y="151"/>
                    <a:pt x="1755" y="151"/>
                    <a:pt x="2206" y="176"/>
                  </a:cubicBezTo>
                  <a:lnTo>
                    <a:pt x="2882" y="176"/>
                  </a:lnTo>
                  <a:cubicBezTo>
                    <a:pt x="2958" y="176"/>
                    <a:pt x="3033" y="176"/>
                    <a:pt x="3083" y="201"/>
                  </a:cubicBezTo>
                  <a:cubicBezTo>
                    <a:pt x="3309" y="226"/>
                    <a:pt x="3484" y="376"/>
                    <a:pt x="3584" y="552"/>
                  </a:cubicBezTo>
                  <a:cubicBezTo>
                    <a:pt x="3785" y="978"/>
                    <a:pt x="3509" y="1479"/>
                    <a:pt x="3033" y="1529"/>
                  </a:cubicBezTo>
                  <a:cubicBezTo>
                    <a:pt x="2983" y="1538"/>
                    <a:pt x="2933" y="1540"/>
                    <a:pt x="2882" y="1540"/>
                  </a:cubicBezTo>
                  <a:cubicBezTo>
                    <a:pt x="2782" y="1540"/>
                    <a:pt x="2682" y="1529"/>
                    <a:pt x="2582" y="1529"/>
                  </a:cubicBezTo>
                  <a:lnTo>
                    <a:pt x="752" y="1529"/>
                  </a:lnTo>
                  <a:cubicBezTo>
                    <a:pt x="527" y="1504"/>
                    <a:pt x="301" y="1329"/>
                    <a:pt x="201" y="1103"/>
                  </a:cubicBezTo>
                  <a:cubicBezTo>
                    <a:pt x="25" y="652"/>
                    <a:pt x="351" y="151"/>
                    <a:pt x="852" y="151"/>
                  </a:cubicBezTo>
                  <a:close/>
                  <a:moveTo>
                    <a:pt x="852" y="0"/>
                  </a:moveTo>
                  <a:cubicBezTo>
                    <a:pt x="401" y="0"/>
                    <a:pt x="25" y="351"/>
                    <a:pt x="25" y="802"/>
                  </a:cubicBezTo>
                  <a:cubicBezTo>
                    <a:pt x="0" y="1253"/>
                    <a:pt x="326" y="1629"/>
                    <a:pt x="777" y="1680"/>
                  </a:cubicBezTo>
                  <a:lnTo>
                    <a:pt x="2958" y="1680"/>
                  </a:lnTo>
                  <a:cubicBezTo>
                    <a:pt x="3334" y="1680"/>
                    <a:pt x="3684" y="1429"/>
                    <a:pt x="3760" y="1053"/>
                  </a:cubicBezTo>
                  <a:cubicBezTo>
                    <a:pt x="3885" y="602"/>
                    <a:pt x="3584" y="151"/>
                    <a:pt x="3133" y="50"/>
                  </a:cubicBezTo>
                  <a:cubicBezTo>
                    <a:pt x="2958" y="25"/>
                    <a:pt x="2757" y="25"/>
                    <a:pt x="2557" y="25"/>
                  </a:cubicBezTo>
                  <a:cubicBezTo>
                    <a:pt x="2005" y="25"/>
                    <a:pt x="1454" y="0"/>
                    <a:pt x="9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3" name="Google Shape;5483;p55"/>
            <p:cNvSpPr/>
            <p:nvPr/>
          </p:nvSpPr>
          <p:spPr>
            <a:xfrm>
              <a:off x="6126225" y="3058891"/>
              <a:ext cx="189429" cy="79836"/>
            </a:xfrm>
            <a:custGeom>
              <a:rect b="b" l="l" r="r" t="t"/>
              <a:pathLst>
                <a:path extrusionOk="0" h="1532" w="3635">
                  <a:moveTo>
                    <a:pt x="734" y="1"/>
                  </a:moveTo>
                  <a:cubicBezTo>
                    <a:pt x="351" y="1"/>
                    <a:pt x="26" y="318"/>
                    <a:pt x="26" y="704"/>
                  </a:cubicBezTo>
                  <a:lnTo>
                    <a:pt x="26" y="754"/>
                  </a:lnTo>
                  <a:cubicBezTo>
                    <a:pt x="0" y="1180"/>
                    <a:pt x="351" y="1531"/>
                    <a:pt x="777" y="1531"/>
                  </a:cubicBezTo>
                  <a:lnTo>
                    <a:pt x="2883" y="1531"/>
                  </a:lnTo>
                  <a:cubicBezTo>
                    <a:pt x="3309" y="1531"/>
                    <a:pt x="3635" y="1205"/>
                    <a:pt x="3635" y="779"/>
                  </a:cubicBezTo>
                  <a:cubicBezTo>
                    <a:pt x="3635" y="378"/>
                    <a:pt x="3309" y="27"/>
                    <a:pt x="2908" y="27"/>
                  </a:cubicBezTo>
                  <a:lnTo>
                    <a:pt x="777" y="2"/>
                  </a:lnTo>
                  <a:cubicBezTo>
                    <a:pt x="763" y="1"/>
                    <a:pt x="748" y="1"/>
                    <a:pt x="734"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4" name="Google Shape;5484;p55"/>
            <p:cNvSpPr/>
            <p:nvPr/>
          </p:nvSpPr>
          <p:spPr>
            <a:xfrm>
              <a:off x="6122316" y="3055087"/>
              <a:ext cx="202457" cy="87549"/>
            </a:xfrm>
            <a:custGeom>
              <a:rect b="b" l="l" r="r" t="t"/>
              <a:pathLst>
                <a:path extrusionOk="0" h="1680" w="3885">
                  <a:moveTo>
                    <a:pt x="852" y="125"/>
                  </a:moveTo>
                  <a:cubicBezTo>
                    <a:pt x="1304" y="150"/>
                    <a:pt x="1755" y="150"/>
                    <a:pt x="2206" y="150"/>
                  </a:cubicBezTo>
                  <a:cubicBezTo>
                    <a:pt x="2431" y="176"/>
                    <a:pt x="2657" y="176"/>
                    <a:pt x="2882" y="176"/>
                  </a:cubicBezTo>
                  <a:lnTo>
                    <a:pt x="3083" y="176"/>
                  </a:lnTo>
                  <a:cubicBezTo>
                    <a:pt x="3309" y="226"/>
                    <a:pt x="3484" y="351"/>
                    <a:pt x="3584" y="551"/>
                  </a:cubicBezTo>
                  <a:cubicBezTo>
                    <a:pt x="3785" y="952"/>
                    <a:pt x="3509" y="1479"/>
                    <a:pt x="3033" y="1529"/>
                  </a:cubicBezTo>
                  <a:cubicBezTo>
                    <a:pt x="2983" y="1537"/>
                    <a:pt x="2933" y="1540"/>
                    <a:pt x="2882" y="1540"/>
                  </a:cubicBezTo>
                  <a:cubicBezTo>
                    <a:pt x="2782" y="1540"/>
                    <a:pt x="2682" y="1529"/>
                    <a:pt x="2582" y="1529"/>
                  </a:cubicBezTo>
                  <a:lnTo>
                    <a:pt x="752" y="1529"/>
                  </a:lnTo>
                  <a:cubicBezTo>
                    <a:pt x="527" y="1504"/>
                    <a:pt x="301" y="1328"/>
                    <a:pt x="201" y="1103"/>
                  </a:cubicBezTo>
                  <a:cubicBezTo>
                    <a:pt x="25" y="652"/>
                    <a:pt x="351" y="125"/>
                    <a:pt x="852" y="125"/>
                  </a:cubicBezTo>
                  <a:close/>
                  <a:moveTo>
                    <a:pt x="852" y="0"/>
                  </a:moveTo>
                  <a:cubicBezTo>
                    <a:pt x="401" y="0"/>
                    <a:pt x="25" y="351"/>
                    <a:pt x="25" y="802"/>
                  </a:cubicBezTo>
                  <a:cubicBezTo>
                    <a:pt x="0" y="1253"/>
                    <a:pt x="326" y="1629"/>
                    <a:pt x="777" y="1679"/>
                  </a:cubicBezTo>
                  <a:lnTo>
                    <a:pt x="2958" y="1679"/>
                  </a:lnTo>
                  <a:cubicBezTo>
                    <a:pt x="3334" y="1679"/>
                    <a:pt x="3684" y="1429"/>
                    <a:pt x="3760" y="1053"/>
                  </a:cubicBezTo>
                  <a:cubicBezTo>
                    <a:pt x="3885" y="602"/>
                    <a:pt x="3584" y="150"/>
                    <a:pt x="3133" y="50"/>
                  </a:cubicBezTo>
                  <a:cubicBezTo>
                    <a:pt x="3045" y="25"/>
                    <a:pt x="2951" y="19"/>
                    <a:pt x="2854" y="19"/>
                  </a:cubicBezTo>
                  <a:cubicBezTo>
                    <a:pt x="2757" y="19"/>
                    <a:pt x="2657" y="25"/>
                    <a:pt x="2557" y="25"/>
                  </a:cubicBezTo>
                  <a:cubicBezTo>
                    <a:pt x="2005" y="0"/>
                    <a:pt x="1454" y="0"/>
                    <a:pt x="9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5" name="Google Shape;5485;p55"/>
            <p:cNvSpPr/>
            <p:nvPr/>
          </p:nvSpPr>
          <p:spPr>
            <a:xfrm>
              <a:off x="7464915" y="2915325"/>
              <a:ext cx="189429" cy="79732"/>
            </a:xfrm>
            <a:custGeom>
              <a:rect b="b" l="l" r="r" t="t"/>
              <a:pathLst>
                <a:path extrusionOk="0" h="1530" w="3635">
                  <a:moveTo>
                    <a:pt x="778" y="0"/>
                  </a:moveTo>
                  <a:cubicBezTo>
                    <a:pt x="377" y="0"/>
                    <a:pt x="26" y="326"/>
                    <a:pt x="26" y="727"/>
                  </a:cubicBezTo>
                  <a:lnTo>
                    <a:pt x="1" y="752"/>
                  </a:lnTo>
                  <a:cubicBezTo>
                    <a:pt x="1" y="1178"/>
                    <a:pt x="327" y="1529"/>
                    <a:pt x="753" y="1529"/>
                  </a:cubicBezTo>
                  <a:lnTo>
                    <a:pt x="2883" y="1529"/>
                  </a:lnTo>
                  <a:cubicBezTo>
                    <a:pt x="3309" y="1529"/>
                    <a:pt x="3635" y="1203"/>
                    <a:pt x="3635" y="802"/>
                  </a:cubicBezTo>
                  <a:cubicBezTo>
                    <a:pt x="3635" y="376"/>
                    <a:pt x="3309" y="50"/>
                    <a:pt x="2908" y="50"/>
                  </a:cubicBezTo>
                  <a:lnTo>
                    <a:pt x="778" y="0"/>
                  </a:ln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6" name="Google Shape;5486;p55"/>
            <p:cNvSpPr/>
            <p:nvPr/>
          </p:nvSpPr>
          <p:spPr>
            <a:xfrm>
              <a:off x="7461006" y="2911416"/>
              <a:ext cx="201206" cy="88122"/>
            </a:xfrm>
            <a:custGeom>
              <a:rect b="b" l="l" r="r" t="t"/>
              <a:pathLst>
                <a:path extrusionOk="0" h="1691" w="3861">
                  <a:moveTo>
                    <a:pt x="853" y="151"/>
                  </a:moveTo>
                  <a:cubicBezTo>
                    <a:pt x="1304" y="151"/>
                    <a:pt x="1755" y="176"/>
                    <a:pt x="2181" y="176"/>
                  </a:cubicBezTo>
                  <a:lnTo>
                    <a:pt x="2883" y="176"/>
                  </a:lnTo>
                  <a:cubicBezTo>
                    <a:pt x="2958" y="176"/>
                    <a:pt x="3008" y="176"/>
                    <a:pt x="3083" y="201"/>
                  </a:cubicBezTo>
                  <a:cubicBezTo>
                    <a:pt x="3284" y="226"/>
                    <a:pt x="3484" y="376"/>
                    <a:pt x="3560" y="552"/>
                  </a:cubicBezTo>
                  <a:cubicBezTo>
                    <a:pt x="3785" y="978"/>
                    <a:pt x="3509" y="1479"/>
                    <a:pt x="3033" y="1529"/>
                  </a:cubicBezTo>
                  <a:cubicBezTo>
                    <a:pt x="2883" y="1554"/>
                    <a:pt x="2732" y="1554"/>
                    <a:pt x="2582" y="1554"/>
                  </a:cubicBezTo>
                  <a:lnTo>
                    <a:pt x="953" y="1554"/>
                  </a:lnTo>
                  <a:cubicBezTo>
                    <a:pt x="903" y="1554"/>
                    <a:pt x="828" y="1554"/>
                    <a:pt x="753" y="1529"/>
                  </a:cubicBezTo>
                  <a:cubicBezTo>
                    <a:pt x="527" y="1504"/>
                    <a:pt x="301" y="1354"/>
                    <a:pt x="201" y="1128"/>
                  </a:cubicBezTo>
                  <a:cubicBezTo>
                    <a:pt x="26" y="652"/>
                    <a:pt x="351" y="151"/>
                    <a:pt x="853" y="151"/>
                  </a:cubicBezTo>
                  <a:close/>
                  <a:moveTo>
                    <a:pt x="853" y="0"/>
                  </a:moveTo>
                  <a:cubicBezTo>
                    <a:pt x="402" y="0"/>
                    <a:pt x="26" y="351"/>
                    <a:pt x="26" y="802"/>
                  </a:cubicBezTo>
                  <a:cubicBezTo>
                    <a:pt x="1" y="1253"/>
                    <a:pt x="326" y="1654"/>
                    <a:pt x="778" y="1679"/>
                  </a:cubicBezTo>
                  <a:cubicBezTo>
                    <a:pt x="836" y="1688"/>
                    <a:pt x="895" y="1691"/>
                    <a:pt x="953" y="1691"/>
                  </a:cubicBezTo>
                  <a:cubicBezTo>
                    <a:pt x="1070" y="1691"/>
                    <a:pt x="1187" y="1679"/>
                    <a:pt x="1304" y="1679"/>
                  </a:cubicBezTo>
                  <a:lnTo>
                    <a:pt x="2933" y="1679"/>
                  </a:lnTo>
                  <a:cubicBezTo>
                    <a:pt x="3334" y="1679"/>
                    <a:pt x="3660" y="1429"/>
                    <a:pt x="3760" y="1053"/>
                  </a:cubicBezTo>
                  <a:cubicBezTo>
                    <a:pt x="3860" y="627"/>
                    <a:pt x="3585" y="151"/>
                    <a:pt x="3133" y="50"/>
                  </a:cubicBezTo>
                  <a:cubicBezTo>
                    <a:pt x="3046" y="38"/>
                    <a:pt x="2952" y="38"/>
                    <a:pt x="2855" y="38"/>
                  </a:cubicBezTo>
                  <a:cubicBezTo>
                    <a:pt x="2758" y="38"/>
                    <a:pt x="2657" y="38"/>
                    <a:pt x="2557" y="25"/>
                  </a:cubicBezTo>
                  <a:cubicBezTo>
                    <a:pt x="2006" y="25"/>
                    <a:pt x="1454" y="25"/>
                    <a:pt x="87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7" name="Google Shape;5487;p55"/>
            <p:cNvSpPr/>
            <p:nvPr/>
          </p:nvSpPr>
          <p:spPr>
            <a:xfrm>
              <a:off x="7464915" y="2993700"/>
              <a:ext cx="189429" cy="79680"/>
            </a:xfrm>
            <a:custGeom>
              <a:rect b="b" l="l" r="r" t="t"/>
              <a:pathLst>
                <a:path extrusionOk="0" h="1529" w="3635">
                  <a:moveTo>
                    <a:pt x="778" y="0"/>
                  </a:moveTo>
                  <a:cubicBezTo>
                    <a:pt x="377" y="0"/>
                    <a:pt x="26" y="301"/>
                    <a:pt x="26" y="727"/>
                  </a:cubicBezTo>
                  <a:lnTo>
                    <a:pt x="1" y="752"/>
                  </a:lnTo>
                  <a:cubicBezTo>
                    <a:pt x="1" y="1178"/>
                    <a:pt x="327" y="1529"/>
                    <a:pt x="753" y="1529"/>
                  </a:cubicBezTo>
                  <a:lnTo>
                    <a:pt x="2883" y="1529"/>
                  </a:lnTo>
                  <a:cubicBezTo>
                    <a:pt x="3309" y="1529"/>
                    <a:pt x="3635" y="1203"/>
                    <a:pt x="3635" y="777"/>
                  </a:cubicBezTo>
                  <a:cubicBezTo>
                    <a:pt x="3635" y="376"/>
                    <a:pt x="3309" y="50"/>
                    <a:pt x="2908" y="25"/>
                  </a:cubicBezTo>
                  <a:lnTo>
                    <a:pt x="778" y="0"/>
                  </a:ln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8" name="Google Shape;5488;p55"/>
            <p:cNvSpPr/>
            <p:nvPr/>
          </p:nvSpPr>
          <p:spPr>
            <a:xfrm>
              <a:off x="7461006" y="2989739"/>
              <a:ext cx="201206" cy="88174"/>
            </a:xfrm>
            <a:custGeom>
              <a:rect b="b" l="l" r="r" t="t"/>
              <a:pathLst>
                <a:path extrusionOk="0" h="1692" w="3861">
                  <a:moveTo>
                    <a:pt x="853" y="151"/>
                  </a:moveTo>
                  <a:cubicBezTo>
                    <a:pt x="1304" y="151"/>
                    <a:pt x="1755" y="151"/>
                    <a:pt x="2181" y="176"/>
                  </a:cubicBezTo>
                  <a:lnTo>
                    <a:pt x="2883" y="176"/>
                  </a:lnTo>
                  <a:cubicBezTo>
                    <a:pt x="2958" y="176"/>
                    <a:pt x="3008" y="176"/>
                    <a:pt x="3083" y="201"/>
                  </a:cubicBezTo>
                  <a:cubicBezTo>
                    <a:pt x="3284" y="227"/>
                    <a:pt x="3484" y="377"/>
                    <a:pt x="3560" y="552"/>
                  </a:cubicBezTo>
                  <a:cubicBezTo>
                    <a:pt x="3785" y="978"/>
                    <a:pt x="3509" y="1480"/>
                    <a:pt x="3033" y="1530"/>
                  </a:cubicBezTo>
                  <a:cubicBezTo>
                    <a:pt x="2983" y="1538"/>
                    <a:pt x="2933" y="1541"/>
                    <a:pt x="2883" y="1541"/>
                  </a:cubicBezTo>
                  <a:cubicBezTo>
                    <a:pt x="2783" y="1541"/>
                    <a:pt x="2682" y="1530"/>
                    <a:pt x="2582" y="1530"/>
                  </a:cubicBezTo>
                  <a:lnTo>
                    <a:pt x="953" y="1530"/>
                  </a:lnTo>
                  <a:cubicBezTo>
                    <a:pt x="920" y="1530"/>
                    <a:pt x="875" y="1541"/>
                    <a:pt x="827" y="1541"/>
                  </a:cubicBezTo>
                  <a:cubicBezTo>
                    <a:pt x="803" y="1541"/>
                    <a:pt x="778" y="1538"/>
                    <a:pt x="753" y="1530"/>
                  </a:cubicBezTo>
                  <a:cubicBezTo>
                    <a:pt x="527" y="1505"/>
                    <a:pt x="301" y="1354"/>
                    <a:pt x="201" y="1129"/>
                  </a:cubicBezTo>
                  <a:cubicBezTo>
                    <a:pt x="26" y="653"/>
                    <a:pt x="351" y="151"/>
                    <a:pt x="853" y="151"/>
                  </a:cubicBezTo>
                  <a:close/>
                  <a:moveTo>
                    <a:pt x="853" y="1"/>
                  </a:moveTo>
                  <a:cubicBezTo>
                    <a:pt x="402" y="1"/>
                    <a:pt x="26" y="352"/>
                    <a:pt x="26" y="803"/>
                  </a:cubicBezTo>
                  <a:cubicBezTo>
                    <a:pt x="1" y="1254"/>
                    <a:pt x="326" y="1655"/>
                    <a:pt x="778" y="1680"/>
                  </a:cubicBezTo>
                  <a:cubicBezTo>
                    <a:pt x="836" y="1689"/>
                    <a:pt x="895" y="1691"/>
                    <a:pt x="953" y="1691"/>
                  </a:cubicBezTo>
                  <a:cubicBezTo>
                    <a:pt x="1070" y="1691"/>
                    <a:pt x="1187" y="1680"/>
                    <a:pt x="1304" y="1680"/>
                  </a:cubicBezTo>
                  <a:lnTo>
                    <a:pt x="2933" y="1680"/>
                  </a:lnTo>
                  <a:cubicBezTo>
                    <a:pt x="3334" y="1680"/>
                    <a:pt x="3660" y="1430"/>
                    <a:pt x="3760" y="1054"/>
                  </a:cubicBezTo>
                  <a:cubicBezTo>
                    <a:pt x="3860" y="628"/>
                    <a:pt x="3585" y="151"/>
                    <a:pt x="3133" y="51"/>
                  </a:cubicBezTo>
                  <a:cubicBezTo>
                    <a:pt x="2958" y="26"/>
                    <a:pt x="2758" y="26"/>
                    <a:pt x="2557" y="26"/>
                  </a:cubicBezTo>
                  <a:cubicBezTo>
                    <a:pt x="2006" y="26"/>
                    <a:pt x="1454" y="1"/>
                    <a:pt x="87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9" name="Google Shape;5489;p55"/>
            <p:cNvSpPr/>
            <p:nvPr/>
          </p:nvSpPr>
          <p:spPr>
            <a:xfrm>
              <a:off x="7464915" y="3071971"/>
              <a:ext cx="189429" cy="79784"/>
            </a:xfrm>
            <a:custGeom>
              <a:rect b="b" l="l" r="r" t="t"/>
              <a:pathLst>
                <a:path extrusionOk="0" h="1531" w="3635">
                  <a:moveTo>
                    <a:pt x="734" y="1"/>
                  </a:moveTo>
                  <a:cubicBezTo>
                    <a:pt x="352" y="1"/>
                    <a:pt x="26" y="318"/>
                    <a:pt x="26" y="729"/>
                  </a:cubicBezTo>
                  <a:lnTo>
                    <a:pt x="1" y="754"/>
                  </a:lnTo>
                  <a:cubicBezTo>
                    <a:pt x="1" y="1180"/>
                    <a:pt x="327" y="1531"/>
                    <a:pt x="753" y="1531"/>
                  </a:cubicBezTo>
                  <a:lnTo>
                    <a:pt x="2883" y="1531"/>
                  </a:lnTo>
                  <a:cubicBezTo>
                    <a:pt x="3309" y="1531"/>
                    <a:pt x="3635" y="1205"/>
                    <a:pt x="3635" y="779"/>
                  </a:cubicBezTo>
                  <a:cubicBezTo>
                    <a:pt x="3635" y="378"/>
                    <a:pt x="3309" y="52"/>
                    <a:pt x="2908" y="27"/>
                  </a:cubicBezTo>
                  <a:lnTo>
                    <a:pt x="778" y="2"/>
                  </a:lnTo>
                  <a:cubicBezTo>
                    <a:pt x="763" y="1"/>
                    <a:pt x="749" y="1"/>
                    <a:pt x="734"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0" name="Google Shape;5490;p55"/>
            <p:cNvSpPr/>
            <p:nvPr/>
          </p:nvSpPr>
          <p:spPr>
            <a:xfrm>
              <a:off x="7461006" y="3068115"/>
              <a:ext cx="201206" cy="88174"/>
            </a:xfrm>
            <a:custGeom>
              <a:rect b="b" l="l" r="r" t="t"/>
              <a:pathLst>
                <a:path extrusionOk="0" h="1692" w="3861">
                  <a:moveTo>
                    <a:pt x="853" y="151"/>
                  </a:moveTo>
                  <a:cubicBezTo>
                    <a:pt x="1304" y="151"/>
                    <a:pt x="1755" y="151"/>
                    <a:pt x="2181" y="176"/>
                  </a:cubicBezTo>
                  <a:lnTo>
                    <a:pt x="2883" y="176"/>
                  </a:lnTo>
                  <a:cubicBezTo>
                    <a:pt x="2958" y="176"/>
                    <a:pt x="3008" y="176"/>
                    <a:pt x="3083" y="201"/>
                  </a:cubicBezTo>
                  <a:cubicBezTo>
                    <a:pt x="3284" y="226"/>
                    <a:pt x="3484" y="377"/>
                    <a:pt x="3560" y="552"/>
                  </a:cubicBezTo>
                  <a:cubicBezTo>
                    <a:pt x="3785" y="978"/>
                    <a:pt x="3509" y="1479"/>
                    <a:pt x="3033" y="1530"/>
                  </a:cubicBezTo>
                  <a:cubicBezTo>
                    <a:pt x="2983" y="1538"/>
                    <a:pt x="2933" y="1541"/>
                    <a:pt x="2883" y="1541"/>
                  </a:cubicBezTo>
                  <a:cubicBezTo>
                    <a:pt x="2783" y="1541"/>
                    <a:pt x="2682" y="1530"/>
                    <a:pt x="2582" y="1530"/>
                  </a:cubicBezTo>
                  <a:lnTo>
                    <a:pt x="753" y="1530"/>
                  </a:lnTo>
                  <a:cubicBezTo>
                    <a:pt x="527" y="1504"/>
                    <a:pt x="301" y="1329"/>
                    <a:pt x="201" y="1103"/>
                  </a:cubicBezTo>
                  <a:cubicBezTo>
                    <a:pt x="26" y="652"/>
                    <a:pt x="351" y="151"/>
                    <a:pt x="853" y="151"/>
                  </a:cubicBezTo>
                  <a:close/>
                  <a:moveTo>
                    <a:pt x="853" y="1"/>
                  </a:moveTo>
                  <a:cubicBezTo>
                    <a:pt x="402" y="1"/>
                    <a:pt x="26" y="352"/>
                    <a:pt x="26" y="803"/>
                  </a:cubicBezTo>
                  <a:cubicBezTo>
                    <a:pt x="1" y="1254"/>
                    <a:pt x="326" y="1630"/>
                    <a:pt x="778" y="1680"/>
                  </a:cubicBezTo>
                  <a:cubicBezTo>
                    <a:pt x="836" y="1688"/>
                    <a:pt x="895" y="1691"/>
                    <a:pt x="953" y="1691"/>
                  </a:cubicBezTo>
                  <a:cubicBezTo>
                    <a:pt x="1070" y="1691"/>
                    <a:pt x="1187" y="1680"/>
                    <a:pt x="1304" y="1680"/>
                  </a:cubicBezTo>
                  <a:lnTo>
                    <a:pt x="2933" y="1680"/>
                  </a:lnTo>
                  <a:cubicBezTo>
                    <a:pt x="3334" y="1680"/>
                    <a:pt x="3660" y="1429"/>
                    <a:pt x="3760" y="1053"/>
                  </a:cubicBezTo>
                  <a:cubicBezTo>
                    <a:pt x="3860" y="602"/>
                    <a:pt x="3585" y="151"/>
                    <a:pt x="3133" y="51"/>
                  </a:cubicBezTo>
                  <a:cubicBezTo>
                    <a:pt x="2958" y="26"/>
                    <a:pt x="2758" y="26"/>
                    <a:pt x="2557" y="26"/>
                  </a:cubicBezTo>
                  <a:cubicBezTo>
                    <a:pt x="2006" y="26"/>
                    <a:pt x="1454" y="1"/>
                    <a:pt x="87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1" name="Google Shape;5491;p55"/>
            <p:cNvSpPr/>
            <p:nvPr/>
          </p:nvSpPr>
          <p:spPr>
            <a:xfrm>
              <a:off x="7432293" y="3305846"/>
              <a:ext cx="308298" cy="377868"/>
            </a:xfrm>
            <a:custGeom>
              <a:rect b="b" l="l" r="r" t="t"/>
              <a:pathLst>
                <a:path extrusionOk="0" h="7251" w="5916">
                  <a:moveTo>
                    <a:pt x="2657" y="0"/>
                  </a:moveTo>
                  <a:lnTo>
                    <a:pt x="2532" y="2156"/>
                  </a:lnTo>
                  <a:cubicBezTo>
                    <a:pt x="2532" y="2156"/>
                    <a:pt x="2532" y="2206"/>
                    <a:pt x="2532" y="2256"/>
                  </a:cubicBezTo>
                  <a:cubicBezTo>
                    <a:pt x="1986" y="2369"/>
                    <a:pt x="1441" y="2425"/>
                    <a:pt x="896" y="2425"/>
                  </a:cubicBezTo>
                  <a:cubicBezTo>
                    <a:pt x="715" y="2425"/>
                    <a:pt x="533" y="2419"/>
                    <a:pt x="351" y="2406"/>
                  </a:cubicBezTo>
                  <a:lnTo>
                    <a:pt x="0" y="6817"/>
                  </a:lnTo>
                  <a:cubicBezTo>
                    <a:pt x="770" y="7040"/>
                    <a:pt x="1586" y="7250"/>
                    <a:pt x="2385" y="7250"/>
                  </a:cubicBezTo>
                  <a:cubicBezTo>
                    <a:pt x="2757" y="7250"/>
                    <a:pt x="3126" y="7204"/>
                    <a:pt x="3484" y="7093"/>
                  </a:cubicBezTo>
                  <a:cubicBezTo>
                    <a:pt x="4512" y="6767"/>
                    <a:pt x="5314" y="5890"/>
                    <a:pt x="5614" y="4887"/>
                  </a:cubicBezTo>
                  <a:cubicBezTo>
                    <a:pt x="5915" y="3860"/>
                    <a:pt x="5715" y="2732"/>
                    <a:pt x="5163" y="1830"/>
                  </a:cubicBezTo>
                  <a:cubicBezTo>
                    <a:pt x="4587" y="927"/>
                    <a:pt x="3684" y="276"/>
                    <a:pt x="2657"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2" name="Google Shape;5492;p55"/>
            <p:cNvSpPr/>
            <p:nvPr/>
          </p:nvSpPr>
          <p:spPr>
            <a:xfrm>
              <a:off x="7427915" y="3302720"/>
              <a:ext cx="308714" cy="384851"/>
            </a:xfrm>
            <a:custGeom>
              <a:rect b="b" l="l" r="r" t="t"/>
              <a:pathLst>
                <a:path extrusionOk="0" h="7385" w="5924">
                  <a:moveTo>
                    <a:pt x="2815" y="156"/>
                  </a:moveTo>
                  <a:cubicBezTo>
                    <a:pt x="4360" y="605"/>
                    <a:pt x="5600" y="1966"/>
                    <a:pt x="5748" y="3594"/>
                  </a:cubicBezTo>
                  <a:cubicBezTo>
                    <a:pt x="5824" y="4421"/>
                    <a:pt x="5623" y="5223"/>
                    <a:pt x="5147" y="5875"/>
                  </a:cubicBezTo>
                  <a:cubicBezTo>
                    <a:pt x="4696" y="6526"/>
                    <a:pt x="4019" y="7003"/>
                    <a:pt x="3242" y="7153"/>
                  </a:cubicBezTo>
                  <a:cubicBezTo>
                    <a:pt x="2972" y="7211"/>
                    <a:pt x="2701" y="7236"/>
                    <a:pt x="2430" y="7236"/>
                  </a:cubicBezTo>
                  <a:cubicBezTo>
                    <a:pt x="1660" y="7236"/>
                    <a:pt x="887" y="7036"/>
                    <a:pt x="140" y="6818"/>
                  </a:cubicBezTo>
                  <a:lnTo>
                    <a:pt x="140" y="6818"/>
                  </a:lnTo>
                  <a:cubicBezTo>
                    <a:pt x="188" y="6339"/>
                    <a:pt x="236" y="5880"/>
                    <a:pt x="260" y="5399"/>
                  </a:cubicBezTo>
                  <a:lnTo>
                    <a:pt x="460" y="3018"/>
                  </a:lnTo>
                  <a:cubicBezTo>
                    <a:pt x="482" y="2868"/>
                    <a:pt x="485" y="2700"/>
                    <a:pt x="501" y="2546"/>
                  </a:cubicBezTo>
                  <a:lnTo>
                    <a:pt x="501" y="2546"/>
                  </a:lnTo>
                  <a:cubicBezTo>
                    <a:pt x="661" y="2555"/>
                    <a:pt x="822" y="2560"/>
                    <a:pt x="984" y="2560"/>
                  </a:cubicBezTo>
                  <a:cubicBezTo>
                    <a:pt x="1535" y="2560"/>
                    <a:pt x="2089" y="2504"/>
                    <a:pt x="2616" y="2391"/>
                  </a:cubicBezTo>
                  <a:cubicBezTo>
                    <a:pt x="2666" y="2391"/>
                    <a:pt x="2666" y="2341"/>
                    <a:pt x="2666" y="2316"/>
                  </a:cubicBezTo>
                  <a:cubicBezTo>
                    <a:pt x="2716" y="1664"/>
                    <a:pt x="2766" y="1013"/>
                    <a:pt x="2791" y="361"/>
                  </a:cubicBezTo>
                  <a:cubicBezTo>
                    <a:pt x="2808" y="293"/>
                    <a:pt x="2814" y="224"/>
                    <a:pt x="2815" y="156"/>
                  </a:cubicBezTo>
                  <a:close/>
                  <a:moveTo>
                    <a:pt x="2731" y="0"/>
                  </a:moveTo>
                  <a:cubicBezTo>
                    <a:pt x="2702" y="0"/>
                    <a:pt x="2684" y="23"/>
                    <a:pt x="2666" y="60"/>
                  </a:cubicBezTo>
                  <a:lnTo>
                    <a:pt x="2565" y="1990"/>
                  </a:lnTo>
                  <a:cubicBezTo>
                    <a:pt x="2546" y="2070"/>
                    <a:pt x="2541" y="2165"/>
                    <a:pt x="2541" y="2251"/>
                  </a:cubicBezTo>
                  <a:lnTo>
                    <a:pt x="2541" y="2251"/>
                  </a:lnTo>
                  <a:cubicBezTo>
                    <a:pt x="2030" y="2357"/>
                    <a:pt x="1507" y="2410"/>
                    <a:pt x="980" y="2410"/>
                  </a:cubicBezTo>
                  <a:cubicBezTo>
                    <a:pt x="799" y="2410"/>
                    <a:pt x="617" y="2404"/>
                    <a:pt x="435" y="2391"/>
                  </a:cubicBezTo>
                  <a:cubicBezTo>
                    <a:pt x="385" y="2391"/>
                    <a:pt x="360" y="2416"/>
                    <a:pt x="360" y="2466"/>
                  </a:cubicBezTo>
                  <a:cubicBezTo>
                    <a:pt x="335" y="2967"/>
                    <a:pt x="285" y="3469"/>
                    <a:pt x="235" y="3945"/>
                  </a:cubicBezTo>
                  <a:cubicBezTo>
                    <a:pt x="184" y="4747"/>
                    <a:pt x="109" y="5549"/>
                    <a:pt x="34" y="6326"/>
                  </a:cubicBezTo>
                  <a:cubicBezTo>
                    <a:pt x="34" y="6515"/>
                    <a:pt x="12" y="6682"/>
                    <a:pt x="9" y="6848"/>
                  </a:cubicBezTo>
                  <a:lnTo>
                    <a:pt x="9" y="6848"/>
                  </a:lnTo>
                  <a:cubicBezTo>
                    <a:pt x="2" y="6866"/>
                    <a:pt x="1" y="6887"/>
                    <a:pt x="7" y="6906"/>
                  </a:cubicBezTo>
                  <a:lnTo>
                    <a:pt x="7" y="6906"/>
                  </a:lnTo>
                  <a:cubicBezTo>
                    <a:pt x="10" y="6935"/>
                    <a:pt x="33" y="6951"/>
                    <a:pt x="59" y="6952"/>
                  </a:cubicBezTo>
                  <a:lnTo>
                    <a:pt x="59" y="6952"/>
                  </a:lnTo>
                  <a:cubicBezTo>
                    <a:pt x="59" y="6952"/>
                    <a:pt x="59" y="6952"/>
                    <a:pt x="59" y="6952"/>
                  </a:cubicBezTo>
                  <a:cubicBezTo>
                    <a:pt x="848" y="7160"/>
                    <a:pt x="1671" y="7385"/>
                    <a:pt x="2485" y="7385"/>
                  </a:cubicBezTo>
                  <a:cubicBezTo>
                    <a:pt x="2655" y="7385"/>
                    <a:pt x="2823" y="7375"/>
                    <a:pt x="2992" y="7353"/>
                  </a:cubicBezTo>
                  <a:cubicBezTo>
                    <a:pt x="3819" y="7253"/>
                    <a:pt x="4570" y="6827"/>
                    <a:pt x="5097" y="6175"/>
                  </a:cubicBezTo>
                  <a:cubicBezTo>
                    <a:pt x="5648" y="5549"/>
                    <a:pt x="5924" y="4722"/>
                    <a:pt x="5899" y="3895"/>
                  </a:cubicBezTo>
                  <a:cubicBezTo>
                    <a:pt x="5899" y="3018"/>
                    <a:pt x="5573" y="2165"/>
                    <a:pt x="5047" y="1489"/>
                  </a:cubicBezTo>
                  <a:cubicBezTo>
                    <a:pt x="4470" y="762"/>
                    <a:pt x="3668" y="236"/>
                    <a:pt x="2766" y="10"/>
                  </a:cubicBezTo>
                  <a:cubicBezTo>
                    <a:pt x="2753" y="3"/>
                    <a:pt x="2741" y="0"/>
                    <a:pt x="273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3" name="Google Shape;5493;p55"/>
            <p:cNvSpPr/>
            <p:nvPr/>
          </p:nvSpPr>
          <p:spPr>
            <a:xfrm>
              <a:off x="6549369" y="2724649"/>
              <a:ext cx="889508" cy="990867"/>
            </a:xfrm>
            <a:custGeom>
              <a:rect b="b" l="l" r="r" t="t"/>
              <a:pathLst>
                <a:path extrusionOk="0" h="19014" w="17069">
                  <a:moveTo>
                    <a:pt x="1755" y="0"/>
                  </a:moveTo>
                  <a:cubicBezTo>
                    <a:pt x="577" y="652"/>
                    <a:pt x="1" y="2105"/>
                    <a:pt x="76" y="3484"/>
                  </a:cubicBezTo>
                  <a:cubicBezTo>
                    <a:pt x="126" y="4687"/>
                    <a:pt x="853" y="5890"/>
                    <a:pt x="1454" y="6892"/>
                  </a:cubicBezTo>
                  <a:cubicBezTo>
                    <a:pt x="2131" y="8020"/>
                    <a:pt x="2482" y="9298"/>
                    <a:pt x="3033" y="10476"/>
                  </a:cubicBezTo>
                  <a:cubicBezTo>
                    <a:pt x="3459" y="11354"/>
                    <a:pt x="3886" y="12231"/>
                    <a:pt x="4387" y="13058"/>
                  </a:cubicBezTo>
                  <a:cubicBezTo>
                    <a:pt x="5464" y="14862"/>
                    <a:pt x="6793" y="16617"/>
                    <a:pt x="8572" y="17795"/>
                  </a:cubicBezTo>
                  <a:cubicBezTo>
                    <a:pt x="9324" y="18271"/>
                    <a:pt x="10151" y="18647"/>
                    <a:pt x="11053" y="18797"/>
                  </a:cubicBezTo>
                  <a:cubicBezTo>
                    <a:pt x="12011" y="18952"/>
                    <a:pt x="12818" y="19013"/>
                    <a:pt x="13495" y="19013"/>
                  </a:cubicBezTo>
                  <a:cubicBezTo>
                    <a:pt x="16113" y="19013"/>
                    <a:pt x="16793" y="18096"/>
                    <a:pt x="16793" y="18096"/>
                  </a:cubicBezTo>
                  <a:lnTo>
                    <a:pt x="17069" y="13233"/>
                  </a:lnTo>
                  <a:cubicBezTo>
                    <a:pt x="17069" y="13233"/>
                    <a:pt x="15490" y="9900"/>
                    <a:pt x="11705" y="8296"/>
                  </a:cubicBezTo>
                  <a:cubicBezTo>
                    <a:pt x="7921" y="6667"/>
                    <a:pt x="9174" y="3058"/>
                    <a:pt x="6216" y="1078"/>
                  </a:cubicBezTo>
                  <a:lnTo>
                    <a:pt x="175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4" name="Google Shape;5494;p55"/>
            <p:cNvSpPr/>
            <p:nvPr/>
          </p:nvSpPr>
          <p:spPr>
            <a:xfrm>
              <a:off x="6548066" y="2720116"/>
              <a:ext cx="894720" cy="998632"/>
            </a:xfrm>
            <a:custGeom>
              <a:rect b="b" l="l" r="r" t="t"/>
              <a:pathLst>
                <a:path extrusionOk="0" h="19163" w="17169">
                  <a:moveTo>
                    <a:pt x="1791" y="0"/>
                  </a:moveTo>
                  <a:cubicBezTo>
                    <a:pt x="1779" y="0"/>
                    <a:pt x="1767" y="4"/>
                    <a:pt x="1755" y="12"/>
                  </a:cubicBezTo>
                  <a:cubicBezTo>
                    <a:pt x="828" y="538"/>
                    <a:pt x="301" y="1491"/>
                    <a:pt x="101" y="2518"/>
                  </a:cubicBezTo>
                  <a:cubicBezTo>
                    <a:pt x="1" y="3045"/>
                    <a:pt x="1" y="3596"/>
                    <a:pt x="101" y="4147"/>
                  </a:cubicBezTo>
                  <a:cubicBezTo>
                    <a:pt x="226" y="4774"/>
                    <a:pt x="502" y="5375"/>
                    <a:pt x="803" y="5927"/>
                  </a:cubicBezTo>
                  <a:cubicBezTo>
                    <a:pt x="1078" y="6478"/>
                    <a:pt x="1454" y="7005"/>
                    <a:pt x="1730" y="7581"/>
                  </a:cubicBezTo>
                  <a:cubicBezTo>
                    <a:pt x="2031" y="8157"/>
                    <a:pt x="2256" y="8784"/>
                    <a:pt x="2482" y="9385"/>
                  </a:cubicBezTo>
                  <a:cubicBezTo>
                    <a:pt x="2983" y="10639"/>
                    <a:pt x="3560" y="11842"/>
                    <a:pt x="4236" y="12995"/>
                  </a:cubicBezTo>
                  <a:cubicBezTo>
                    <a:pt x="4863" y="14047"/>
                    <a:pt x="5540" y="15075"/>
                    <a:pt x="6342" y="15977"/>
                  </a:cubicBezTo>
                  <a:cubicBezTo>
                    <a:pt x="7144" y="16904"/>
                    <a:pt x="8071" y="17731"/>
                    <a:pt x="9149" y="18283"/>
                  </a:cubicBezTo>
                  <a:cubicBezTo>
                    <a:pt x="9700" y="18584"/>
                    <a:pt x="10302" y="18809"/>
                    <a:pt x="10928" y="18909"/>
                  </a:cubicBezTo>
                  <a:cubicBezTo>
                    <a:pt x="11530" y="19035"/>
                    <a:pt x="12156" y="19110"/>
                    <a:pt x="12783" y="19135"/>
                  </a:cubicBezTo>
                  <a:cubicBezTo>
                    <a:pt x="13058" y="19152"/>
                    <a:pt x="13340" y="19163"/>
                    <a:pt x="13623" y="19163"/>
                  </a:cubicBezTo>
                  <a:cubicBezTo>
                    <a:pt x="14189" y="19163"/>
                    <a:pt x="14763" y="19118"/>
                    <a:pt x="15314" y="18985"/>
                  </a:cubicBezTo>
                  <a:cubicBezTo>
                    <a:pt x="15740" y="18909"/>
                    <a:pt x="16166" y="18759"/>
                    <a:pt x="16542" y="18508"/>
                  </a:cubicBezTo>
                  <a:cubicBezTo>
                    <a:pt x="16642" y="18458"/>
                    <a:pt x="16718" y="18383"/>
                    <a:pt x="16793" y="18308"/>
                  </a:cubicBezTo>
                  <a:cubicBezTo>
                    <a:pt x="16843" y="18283"/>
                    <a:pt x="16868" y="18233"/>
                    <a:pt x="16893" y="18183"/>
                  </a:cubicBezTo>
                  <a:cubicBezTo>
                    <a:pt x="16893" y="18082"/>
                    <a:pt x="16893" y="17982"/>
                    <a:pt x="16918" y="17882"/>
                  </a:cubicBezTo>
                  <a:cubicBezTo>
                    <a:pt x="16918" y="17631"/>
                    <a:pt x="16943" y="17381"/>
                    <a:pt x="16943" y="17130"/>
                  </a:cubicBezTo>
                  <a:lnTo>
                    <a:pt x="17068" y="15025"/>
                  </a:lnTo>
                  <a:cubicBezTo>
                    <a:pt x="17094" y="14523"/>
                    <a:pt x="17119" y="13997"/>
                    <a:pt x="17169" y="13471"/>
                  </a:cubicBezTo>
                  <a:cubicBezTo>
                    <a:pt x="17169" y="13396"/>
                    <a:pt x="17169" y="13320"/>
                    <a:pt x="17144" y="13270"/>
                  </a:cubicBezTo>
                  <a:cubicBezTo>
                    <a:pt x="17119" y="13170"/>
                    <a:pt x="17043" y="13070"/>
                    <a:pt x="16993" y="12995"/>
                  </a:cubicBezTo>
                  <a:cubicBezTo>
                    <a:pt x="16718" y="12493"/>
                    <a:pt x="16392" y="12042"/>
                    <a:pt x="16066" y="11616"/>
                  </a:cubicBezTo>
                  <a:cubicBezTo>
                    <a:pt x="15515" y="10914"/>
                    <a:pt x="14888" y="10313"/>
                    <a:pt x="14186" y="9761"/>
                  </a:cubicBezTo>
                  <a:cubicBezTo>
                    <a:pt x="13785" y="9436"/>
                    <a:pt x="13359" y="9135"/>
                    <a:pt x="12908" y="8884"/>
                  </a:cubicBezTo>
                  <a:cubicBezTo>
                    <a:pt x="12657" y="8734"/>
                    <a:pt x="12407" y="8609"/>
                    <a:pt x="12156" y="8483"/>
                  </a:cubicBezTo>
                  <a:cubicBezTo>
                    <a:pt x="11906" y="8358"/>
                    <a:pt x="11630" y="8258"/>
                    <a:pt x="11379" y="8132"/>
                  </a:cubicBezTo>
                  <a:cubicBezTo>
                    <a:pt x="10577" y="7731"/>
                    <a:pt x="9901" y="7105"/>
                    <a:pt x="9424" y="6328"/>
                  </a:cubicBezTo>
                  <a:cubicBezTo>
                    <a:pt x="8998" y="5626"/>
                    <a:pt x="8748" y="4849"/>
                    <a:pt x="8447" y="4097"/>
                  </a:cubicBezTo>
                  <a:cubicBezTo>
                    <a:pt x="8146" y="3345"/>
                    <a:pt x="7795" y="2593"/>
                    <a:pt x="7269" y="1967"/>
                  </a:cubicBezTo>
                  <a:cubicBezTo>
                    <a:pt x="6968" y="1641"/>
                    <a:pt x="6642" y="1340"/>
                    <a:pt x="6266" y="1090"/>
                  </a:cubicBezTo>
                  <a:cubicBezTo>
                    <a:pt x="6254" y="1082"/>
                    <a:pt x="6242" y="1078"/>
                    <a:pt x="6231" y="1078"/>
                  </a:cubicBezTo>
                  <a:cubicBezTo>
                    <a:pt x="6171" y="1078"/>
                    <a:pt x="6128" y="1173"/>
                    <a:pt x="6191" y="1215"/>
                  </a:cubicBezTo>
                  <a:cubicBezTo>
                    <a:pt x="6918" y="1716"/>
                    <a:pt x="7469" y="2368"/>
                    <a:pt x="7870" y="3145"/>
                  </a:cubicBezTo>
                  <a:cubicBezTo>
                    <a:pt x="8221" y="3872"/>
                    <a:pt x="8472" y="4624"/>
                    <a:pt x="8773" y="5350"/>
                  </a:cubicBezTo>
                  <a:cubicBezTo>
                    <a:pt x="9099" y="6102"/>
                    <a:pt x="9500" y="6804"/>
                    <a:pt x="10076" y="7380"/>
                  </a:cubicBezTo>
                  <a:cubicBezTo>
                    <a:pt x="10402" y="7706"/>
                    <a:pt x="10778" y="7982"/>
                    <a:pt x="11204" y="8208"/>
                  </a:cubicBezTo>
                  <a:cubicBezTo>
                    <a:pt x="11454" y="8333"/>
                    <a:pt x="11705" y="8433"/>
                    <a:pt x="11956" y="8558"/>
                  </a:cubicBezTo>
                  <a:cubicBezTo>
                    <a:pt x="12206" y="8659"/>
                    <a:pt x="12457" y="8784"/>
                    <a:pt x="12683" y="8934"/>
                  </a:cubicBezTo>
                  <a:cubicBezTo>
                    <a:pt x="13560" y="9411"/>
                    <a:pt x="14362" y="10012"/>
                    <a:pt x="15063" y="10714"/>
                  </a:cubicBezTo>
                  <a:cubicBezTo>
                    <a:pt x="15590" y="11240"/>
                    <a:pt x="16066" y="11792"/>
                    <a:pt x="16467" y="12418"/>
                  </a:cubicBezTo>
                  <a:cubicBezTo>
                    <a:pt x="16667" y="12719"/>
                    <a:pt x="16843" y="13020"/>
                    <a:pt x="17018" y="13320"/>
                  </a:cubicBezTo>
                  <a:cubicBezTo>
                    <a:pt x="17018" y="13345"/>
                    <a:pt x="17018" y="13421"/>
                    <a:pt x="17018" y="13446"/>
                  </a:cubicBezTo>
                  <a:cubicBezTo>
                    <a:pt x="17018" y="13621"/>
                    <a:pt x="16993" y="13822"/>
                    <a:pt x="16993" y="14022"/>
                  </a:cubicBezTo>
                  <a:cubicBezTo>
                    <a:pt x="16943" y="14674"/>
                    <a:pt x="16918" y="15300"/>
                    <a:pt x="16868" y="15952"/>
                  </a:cubicBezTo>
                  <a:cubicBezTo>
                    <a:pt x="16843" y="16579"/>
                    <a:pt x="16793" y="17180"/>
                    <a:pt x="16768" y="17782"/>
                  </a:cubicBezTo>
                  <a:cubicBezTo>
                    <a:pt x="16768" y="17898"/>
                    <a:pt x="16746" y="18037"/>
                    <a:pt x="16743" y="18157"/>
                  </a:cubicBezTo>
                  <a:lnTo>
                    <a:pt x="16743" y="18157"/>
                  </a:lnTo>
                  <a:cubicBezTo>
                    <a:pt x="16755" y="18145"/>
                    <a:pt x="16761" y="18139"/>
                    <a:pt x="16765" y="18139"/>
                  </a:cubicBezTo>
                  <a:cubicBezTo>
                    <a:pt x="16768" y="18139"/>
                    <a:pt x="16768" y="18145"/>
                    <a:pt x="16768" y="18157"/>
                  </a:cubicBezTo>
                  <a:cubicBezTo>
                    <a:pt x="16759" y="18157"/>
                    <a:pt x="16750" y="18160"/>
                    <a:pt x="16743" y="18164"/>
                  </a:cubicBezTo>
                  <a:lnTo>
                    <a:pt x="16743" y="18164"/>
                  </a:lnTo>
                  <a:cubicBezTo>
                    <a:pt x="16743" y="18162"/>
                    <a:pt x="16743" y="18160"/>
                    <a:pt x="16743" y="18157"/>
                  </a:cubicBezTo>
                  <a:lnTo>
                    <a:pt x="16743" y="18157"/>
                  </a:lnTo>
                  <a:cubicBezTo>
                    <a:pt x="16743" y="18157"/>
                    <a:pt x="16743" y="18157"/>
                    <a:pt x="16743" y="18157"/>
                  </a:cubicBezTo>
                  <a:cubicBezTo>
                    <a:pt x="16743" y="18160"/>
                    <a:pt x="16743" y="18162"/>
                    <a:pt x="16743" y="18164"/>
                  </a:cubicBezTo>
                  <a:lnTo>
                    <a:pt x="16743" y="18164"/>
                  </a:lnTo>
                  <a:cubicBezTo>
                    <a:pt x="16743" y="18164"/>
                    <a:pt x="16743" y="18164"/>
                    <a:pt x="16743" y="18164"/>
                  </a:cubicBezTo>
                  <a:lnTo>
                    <a:pt x="16743" y="18164"/>
                  </a:lnTo>
                  <a:cubicBezTo>
                    <a:pt x="16743" y="18170"/>
                    <a:pt x="16743" y="18177"/>
                    <a:pt x="16743" y="18183"/>
                  </a:cubicBezTo>
                  <a:cubicBezTo>
                    <a:pt x="16743" y="18178"/>
                    <a:pt x="16743" y="18171"/>
                    <a:pt x="16743" y="18164"/>
                  </a:cubicBezTo>
                  <a:lnTo>
                    <a:pt x="16743" y="18164"/>
                  </a:lnTo>
                  <a:cubicBezTo>
                    <a:pt x="16728" y="18172"/>
                    <a:pt x="16718" y="18183"/>
                    <a:pt x="16718" y="18183"/>
                  </a:cubicBezTo>
                  <a:cubicBezTo>
                    <a:pt x="16542" y="18383"/>
                    <a:pt x="16317" y="18508"/>
                    <a:pt x="16066" y="18609"/>
                  </a:cubicBezTo>
                  <a:cubicBezTo>
                    <a:pt x="15515" y="18834"/>
                    <a:pt x="14913" y="18959"/>
                    <a:pt x="14312" y="18985"/>
                  </a:cubicBezTo>
                  <a:cubicBezTo>
                    <a:pt x="14017" y="19012"/>
                    <a:pt x="13722" y="19024"/>
                    <a:pt x="13428" y="19024"/>
                  </a:cubicBezTo>
                  <a:cubicBezTo>
                    <a:pt x="12647" y="19024"/>
                    <a:pt x="11868" y="18937"/>
                    <a:pt x="11104" y="18809"/>
                  </a:cubicBezTo>
                  <a:cubicBezTo>
                    <a:pt x="9850" y="18609"/>
                    <a:pt x="8748" y="17982"/>
                    <a:pt x="7795" y="17180"/>
                  </a:cubicBezTo>
                  <a:cubicBezTo>
                    <a:pt x="6868" y="16428"/>
                    <a:pt x="6066" y="15501"/>
                    <a:pt x="5389" y="14523"/>
                  </a:cubicBezTo>
                  <a:cubicBezTo>
                    <a:pt x="4662" y="13471"/>
                    <a:pt x="4011" y="12368"/>
                    <a:pt x="3459" y="11240"/>
                  </a:cubicBezTo>
                  <a:cubicBezTo>
                    <a:pt x="3159" y="10639"/>
                    <a:pt x="2908" y="10037"/>
                    <a:pt x="2657" y="9436"/>
                  </a:cubicBezTo>
                  <a:cubicBezTo>
                    <a:pt x="2432" y="8834"/>
                    <a:pt x="2206" y="8233"/>
                    <a:pt x="1931" y="7681"/>
                  </a:cubicBezTo>
                  <a:cubicBezTo>
                    <a:pt x="1655" y="7105"/>
                    <a:pt x="1329" y="6578"/>
                    <a:pt x="1028" y="6052"/>
                  </a:cubicBezTo>
                  <a:cubicBezTo>
                    <a:pt x="702" y="5476"/>
                    <a:pt x="427" y="4899"/>
                    <a:pt x="276" y="4273"/>
                  </a:cubicBezTo>
                  <a:cubicBezTo>
                    <a:pt x="26" y="3245"/>
                    <a:pt x="201" y="2067"/>
                    <a:pt x="778" y="1165"/>
                  </a:cubicBezTo>
                  <a:cubicBezTo>
                    <a:pt x="1028" y="739"/>
                    <a:pt x="1404" y="388"/>
                    <a:pt x="1830" y="137"/>
                  </a:cubicBezTo>
                  <a:cubicBezTo>
                    <a:pt x="1893" y="95"/>
                    <a:pt x="1851" y="0"/>
                    <a:pt x="179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5" name="Google Shape;5495;p55"/>
            <p:cNvSpPr/>
            <p:nvPr/>
          </p:nvSpPr>
          <p:spPr>
            <a:xfrm>
              <a:off x="6652550" y="2838252"/>
              <a:ext cx="65349" cy="60138"/>
            </a:xfrm>
            <a:custGeom>
              <a:rect b="b" l="l" r="r" t="t"/>
              <a:pathLst>
                <a:path extrusionOk="0" h="1154" w="1254">
                  <a:moveTo>
                    <a:pt x="1254" y="1"/>
                  </a:moveTo>
                  <a:lnTo>
                    <a:pt x="1" y="76"/>
                  </a:lnTo>
                  <a:cubicBezTo>
                    <a:pt x="176" y="427"/>
                    <a:pt x="327" y="803"/>
                    <a:pt x="502" y="1154"/>
                  </a:cubicBezTo>
                  <a:lnTo>
                    <a:pt x="125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6" name="Google Shape;5496;p55"/>
            <p:cNvSpPr/>
            <p:nvPr/>
          </p:nvSpPr>
          <p:spPr>
            <a:xfrm>
              <a:off x="6648641" y="2834344"/>
              <a:ext cx="74521" cy="68267"/>
            </a:xfrm>
            <a:custGeom>
              <a:rect b="b" l="l" r="r" t="t"/>
              <a:pathLst>
                <a:path extrusionOk="0" h="1310" w="1430">
                  <a:moveTo>
                    <a:pt x="1209" y="151"/>
                  </a:moveTo>
                  <a:cubicBezTo>
                    <a:pt x="1007" y="443"/>
                    <a:pt x="805" y="738"/>
                    <a:pt x="602" y="1053"/>
                  </a:cubicBezTo>
                  <a:cubicBezTo>
                    <a:pt x="599" y="1060"/>
                    <a:pt x="595" y="1067"/>
                    <a:pt x="592" y="1074"/>
                  </a:cubicBezTo>
                  <a:lnTo>
                    <a:pt x="194" y="218"/>
                  </a:lnTo>
                  <a:lnTo>
                    <a:pt x="194" y="218"/>
                  </a:lnTo>
                  <a:cubicBezTo>
                    <a:pt x="526" y="196"/>
                    <a:pt x="842" y="173"/>
                    <a:pt x="1179" y="151"/>
                  </a:cubicBezTo>
                  <a:close/>
                  <a:moveTo>
                    <a:pt x="1329" y="0"/>
                  </a:moveTo>
                  <a:lnTo>
                    <a:pt x="226" y="76"/>
                  </a:lnTo>
                  <a:lnTo>
                    <a:pt x="76" y="76"/>
                  </a:lnTo>
                  <a:cubicBezTo>
                    <a:pt x="26" y="76"/>
                    <a:pt x="1" y="126"/>
                    <a:pt x="26" y="176"/>
                  </a:cubicBezTo>
                  <a:cubicBezTo>
                    <a:pt x="176" y="552"/>
                    <a:pt x="351" y="903"/>
                    <a:pt x="527" y="1279"/>
                  </a:cubicBezTo>
                  <a:cubicBezTo>
                    <a:pt x="534" y="1301"/>
                    <a:pt x="550" y="1310"/>
                    <a:pt x="568" y="1310"/>
                  </a:cubicBezTo>
                  <a:cubicBezTo>
                    <a:pt x="572" y="1310"/>
                    <a:pt x="577" y="1309"/>
                    <a:pt x="581" y="1309"/>
                  </a:cubicBezTo>
                  <a:lnTo>
                    <a:pt x="581" y="1309"/>
                  </a:lnTo>
                  <a:cubicBezTo>
                    <a:pt x="586" y="1309"/>
                    <a:pt x="590" y="1310"/>
                    <a:pt x="595" y="1310"/>
                  </a:cubicBezTo>
                  <a:cubicBezTo>
                    <a:pt x="616" y="1310"/>
                    <a:pt x="638" y="1301"/>
                    <a:pt x="652" y="1279"/>
                  </a:cubicBezTo>
                  <a:cubicBezTo>
                    <a:pt x="853" y="928"/>
                    <a:pt x="1078" y="602"/>
                    <a:pt x="1304" y="251"/>
                  </a:cubicBezTo>
                  <a:cubicBezTo>
                    <a:pt x="1329" y="201"/>
                    <a:pt x="1379" y="151"/>
                    <a:pt x="1404" y="101"/>
                  </a:cubicBezTo>
                  <a:cubicBezTo>
                    <a:pt x="1429" y="76"/>
                    <a:pt x="1379" y="0"/>
                    <a:pt x="132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7" name="Google Shape;5497;p55"/>
            <p:cNvSpPr/>
            <p:nvPr/>
          </p:nvSpPr>
          <p:spPr>
            <a:xfrm>
              <a:off x="6834106" y="2891822"/>
              <a:ext cx="69258" cy="60138"/>
            </a:xfrm>
            <a:custGeom>
              <a:rect b="b" l="l" r="r" t="t"/>
              <a:pathLst>
                <a:path extrusionOk="0" h="1154" w="1329">
                  <a:moveTo>
                    <a:pt x="878" y="0"/>
                  </a:moveTo>
                  <a:cubicBezTo>
                    <a:pt x="577" y="276"/>
                    <a:pt x="301" y="527"/>
                    <a:pt x="0" y="802"/>
                  </a:cubicBezTo>
                  <a:lnTo>
                    <a:pt x="1329" y="1153"/>
                  </a:lnTo>
                  <a:lnTo>
                    <a:pt x="1329" y="1153"/>
                  </a:lnTo>
                  <a:lnTo>
                    <a:pt x="87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8" name="Google Shape;5498;p55"/>
            <p:cNvSpPr/>
            <p:nvPr/>
          </p:nvSpPr>
          <p:spPr>
            <a:xfrm>
              <a:off x="6829103" y="2887758"/>
              <a:ext cx="79263" cy="68424"/>
            </a:xfrm>
            <a:custGeom>
              <a:rect b="b" l="l" r="r" t="t"/>
              <a:pathLst>
                <a:path extrusionOk="0" h="1313" w="1521">
                  <a:moveTo>
                    <a:pt x="943" y="202"/>
                  </a:moveTo>
                  <a:cubicBezTo>
                    <a:pt x="1074" y="499"/>
                    <a:pt x="1187" y="813"/>
                    <a:pt x="1299" y="1106"/>
                  </a:cubicBezTo>
                  <a:cubicBezTo>
                    <a:pt x="1306" y="1119"/>
                    <a:pt x="1313" y="1132"/>
                    <a:pt x="1319" y="1146"/>
                  </a:cubicBezTo>
                  <a:lnTo>
                    <a:pt x="1319" y="1146"/>
                  </a:lnTo>
                  <a:cubicBezTo>
                    <a:pt x="982" y="1052"/>
                    <a:pt x="630" y="944"/>
                    <a:pt x="297" y="855"/>
                  </a:cubicBezTo>
                  <a:cubicBezTo>
                    <a:pt x="274" y="855"/>
                    <a:pt x="254" y="853"/>
                    <a:pt x="235" y="849"/>
                  </a:cubicBezTo>
                  <a:lnTo>
                    <a:pt x="235" y="849"/>
                  </a:lnTo>
                  <a:lnTo>
                    <a:pt x="943" y="202"/>
                  </a:lnTo>
                  <a:close/>
                  <a:moveTo>
                    <a:pt x="980" y="1"/>
                  </a:moveTo>
                  <a:cubicBezTo>
                    <a:pt x="962" y="1"/>
                    <a:pt x="943" y="9"/>
                    <a:pt x="924" y="28"/>
                  </a:cubicBezTo>
                  <a:lnTo>
                    <a:pt x="69" y="810"/>
                  </a:lnTo>
                  <a:lnTo>
                    <a:pt x="69" y="810"/>
                  </a:lnTo>
                  <a:cubicBezTo>
                    <a:pt x="58" y="815"/>
                    <a:pt x="49" y="824"/>
                    <a:pt x="42" y="835"/>
                  </a:cubicBezTo>
                  <a:lnTo>
                    <a:pt x="42" y="835"/>
                  </a:lnTo>
                  <a:cubicBezTo>
                    <a:pt x="0" y="881"/>
                    <a:pt x="23" y="936"/>
                    <a:pt x="63" y="952"/>
                  </a:cubicBezTo>
                  <a:lnTo>
                    <a:pt x="63" y="952"/>
                  </a:lnTo>
                  <a:cubicBezTo>
                    <a:pt x="66" y="953"/>
                    <a:pt x="69" y="954"/>
                    <a:pt x="71" y="955"/>
                  </a:cubicBezTo>
                  <a:lnTo>
                    <a:pt x="1249" y="1256"/>
                  </a:lnTo>
                  <a:cubicBezTo>
                    <a:pt x="1299" y="1281"/>
                    <a:pt x="1350" y="1306"/>
                    <a:pt x="1425" y="1306"/>
                  </a:cubicBezTo>
                  <a:cubicBezTo>
                    <a:pt x="1434" y="1311"/>
                    <a:pt x="1443" y="1313"/>
                    <a:pt x="1452" y="1313"/>
                  </a:cubicBezTo>
                  <a:cubicBezTo>
                    <a:pt x="1491" y="1313"/>
                    <a:pt x="1520" y="1272"/>
                    <a:pt x="1500" y="1231"/>
                  </a:cubicBezTo>
                  <a:cubicBezTo>
                    <a:pt x="1375" y="880"/>
                    <a:pt x="1224" y="554"/>
                    <a:pt x="1099" y="204"/>
                  </a:cubicBezTo>
                  <a:cubicBezTo>
                    <a:pt x="1074" y="153"/>
                    <a:pt x="1074" y="103"/>
                    <a:pt x="1049" y="53"/>
                  </a:cubicBezTo>
                  <a:cubicBezTo>
                    <a:pt x="1033" y="22"/>
                    <a:pt x="1008" y="1"/>
                    <a:pt x="98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9" name="Google Shape;5499;p55"/>
            <p:cNvSpPr/>
            <p:nvPr/>
          </p:nvSpPr>
          <p:spPr>
            <a:xfrm>
              <a:off x="6777930" y="3075984"/>
              <a:ext cx="69310" cy="61441"/>
            </a:xfrm>
            <a:custGeom>
              <a:rect b="b" l="l" r="r" t="t"/>
              <a:pathLst>
                <a:path extrusionOk="0" h="1179" w="1330">
                  <a:moveTo>
                    <a:pt x="878" y="0"/>
                  </a:moveTo>
                  <a:cubicBezTo>
                    <a:pt x="577" y="276"/>
                    <a:pt x="302" y="551"/>
                    <a:pt x="1" y="827"/>
                  </a:cubicBezTo>
                  <a:lnTo>
                    <a:pt x="1329" y="1178"/>
                  </a:lnTo>
                  <a:lnTo>
                    <a:pt x="87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0" name="Google Shape;5500;p55"/>
            <p:cNvSpPr/>
            <p:nvPr/>
          </p:nvSpPr>
          <p:spPr>
            <a:xfrm>
              <a:off x="6773657" y="3072857"/>
              <a:ext cx="78794" cy="68476"/>
            </a:xfrm>
            <a:custGeom>
              <a:rect b="b" l="l" r="r" t="t"/>
              <a:pathLst>
                <a:path extrusionOk="0" h="1314" w="1512">
                  <a:moveTo>
                    <a:pt x="928" y="186"/>
                  </a:moveTo>
                  <a:lnTo>
                    <a:pt x="928" y="186"/>
                  </a:lnTo>
                  <a:cubicBezTo>
                    <a:pt x="1059" y="499"/>
                    <a:pt x="1173" y="796"/>
                    <a:pt x="1286" y="1113"/>
                  </a:cubicBezTo>
                  <a:cubicBezTo>
                    <a:pt x="1288" y="1117"/>
                    <a:pt x="1290" y="1121"/>
                    <a:pt x="1292" y="1125"/>
                  </a:cubicBezTo>
                  <a:lnTo>
                    <a:pt x="1292" y="1125"/>
                  </a:lnTo>
                  <a:cubicBezTo>
                    <a:pt x="959" y="1037"/>
                    <a:pt x="611" y="950"/>
                    <a:pt x="283" y="862"/>
                  </a:cubicBezTo>
                  <a:cubicBezTo>
                    <a:pt x="264" y="856"/>
                    <a:pt x="247" y="851"/>
                    <a:pt x="231" y="847"/>
                  </a:cubicBezTo>
                  <a:lnTo>
                    <a:pt x="231" y="847"/>
                  </a:lnTo>
                  <a:cubicBezTo>
                    <a:pt x="467" y="627"/>
                    <a:pt x="691" y="407"/>
                    <a:pt x="928" y="186"/>
                  </a:cubicBezTo>
                  <a:close/>
                  <a:moveTo>
                    <a:pt x="950" y="0"/>
                  </a:moveTo>
                  <a:cubicBezTo>
                    <a:pt x="937" y="0"/>
                    <a:pt x="923" y="3"/>
                    <a:pt x="910" y="10"/>
                  </a:cubicBezTo>
                  <a:cubicBezTo>
                    <a:pt x="617" y="279"/>
                    <a:pt x="347" y="548"/>
                    <a:pt x="55" y="817"/>
                  </a:cubicBezTo>
                  <a:lnTo>
                    <a:pt x="55" y="817"/>
                  </a:lnTo>
                  <a:cubicBezTo>
                    <a:pt x="45" y="822"/>
                    <a:pt x="37" y="830"/>
                    <a:pt x="30" y="839"/>
                  </a:cubicBezTo>
                  <a:lnTo>
                    <a:pt x="30" y="839"/>
                  </a:lnTo>
                  <a:cubicBezTo>
                    <a:pt x="1" y="860"/>
                    <a:pt x="1" y="889"/>
                    <a:pt x="16" y="912"/>
                  </a:cubicBezTo>
                  <a:lnTo>
                    <a:pt x="16" y="912"/>
                  </a:lnTo>
                  <a:cubicBezTo>
                    <a:pt x="21" y="935"/>
                    <a:pt x="34" y="955"/>
                    <a:pt x="58" y="962"/>
                  </a:cubicBezTo>
                  <a:cubicBezTo>
                    <a:pt x="459" y="1063"/>
                    <a:pt x="835" y="1163"/>
                    <a:pt x="1236" y="1263"/>
                  </a:cubicBezTo>
                  <a:cubicBezTo>
                    <a:pt x="1286" y="1288"/>
                    <a:pt x="1336" y="1288"/>
                    <a:pt x="1411" y="1313"/>
                  </a:cubicBezTo>
                  <a:cubicBezTo>
                    <a:pt x="1461" y="1313"/>
                    <a:pt x="1511" y="1263"/>
                    <a:pt x="1486" y="1213"/>
                  </a:cubicBezTo>
                  <a:cubicBezTo>
                    <a:pt x="1361" y="887"/>
                    <a:pt x="1211" y="536"/>
                    <a:pt x="1085" y="210"/>
                  </a:cubicBezTo>
                  <a:cubicBezTo>
                    <a:pt x="1060" y="160"/>
                    <a:pt x="1060" y="110"/>
                    <a:pt x="1035" y="60"/>
                  </a:cubicBezTo>
                  <a:cubicBezTo>
                    <a:pt x="1017" y="23"/>
                    <a:pt x="985" y="0"/>
                    <a:pt x="9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1" name="Google Shape;5501;p55"/>
            <p:cNvSpPr/>
            <p:nvPr/>
          </p:nvSpPr>
          <p:spPr>
            <a:xfrm>
              <a:off x="6661721" y="2985831"/>
              <a:ext cx="70560" cy="61441"/>
            </a:xfrm>
            <a:custGeom>
              <a:rect b="b" l="l" r="r" t="t"/>
              <a:pathLst>
                <a:path extrusionOk="0" h="1179" w="1354">
                  <a:moveTo>
                    <a:pt x="877" y="1"/>
                  </a:moveTo>
                  <a:cubicBezTo>
                    <a:pt x="577" y="276"/>
                    <a:pt x="301" y="552"/>
                    <a:pt x="0" y="803"/>
                  </a:cubicBezTo>
                  <a:lnTo>
                    <a:pt x="1354" y="1179"/>
                  </a:lnTo>
                  <a:lnTo>
                    <a:pt x="877"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2" name="Google Shape;5502;p55"/>
            <p:cNvSpPr/>
            <p:nvPr/>
          </p:nvSpPr>
          <p:spPr>
            <a:xfrm>
              <a:off x="6657605" y="2981818"/>
              <a:ext cx="78377" cy="68424"/>
            </a:xfrm>
            <a:custGeom>
              <a:rect b="b" l="l" r="r" t="t"/>
              <a:pathLst>
                <a:path extrusionOk="0" h="1313" w="1504">
                  <a:moveTo>
                    <a:pt x="926" y="202"/>
                  </a:moveTo>
                  <a:cubicBezTo>
                    <a:pt x="1057" y="499"/>
                    <a:pt x="1169" y="815"/>
                    <a:pt x="1282" y="1130"/>
                  </a:cubicBezTo>
                  <a:cubicBezTo>
                    <a:pt x="1284" y="1135"/>
                    <a:pt x="1286" y="1138"/>
                    <a:pt x="1288" y="1142"/>
                  </a:cubicBezTo>
                  <a:lnTo>
                    <a:pt x="1288" y="1142"/>
                  </a:lnTo>
                  <a:cubicBezTo>
                    <a:pt x="955" y="1054"/>
                    <a:pt x="608" y="964"/>
                    <a:pt x="280" y="855"/>
                  </a:cubicBezTo>
                  <a:cubicBezTo>
                    <a:pt x="257" y="855"/>
                    <a:pt x="236" y="852"/>
                    <a:pt x="218" y="849"/>
                  </a:cubicBezTo>
                  <a:lnTo>
                    <a:pt x="218" y="849"/>
                  </a:lnTo>
                  <a:lnTo>
                    <a:pt x="926" y="202"/>
                  </a:lnTo>
                  <a:close/>
                  <a:moveTo>
                    <a:pt x="962" y="0"/>
                  </a:moveTo>
                  <a:cubicBezTo>
                    <a:pt x="945" y="0"/>
                    <a:pt x="925" y="8"/>
                    <a:pt x="906" y="28"/>
                  </a:cubicBezTo>
                  <a:lnTo>
                    <a:pt x="29" y="830"/>
                  </a:lnTo>
                  <a:cubicBezTo>
                    <a:pt x="3" y="856"/>
                    <a:pt x="1" y="886"/>
                    <a:pt x="12" y="910"/>
                  </a:cubicBezTo>
                  <a:lnTo>
                    <a:pt x="12" y="910"/>
                  </a:lnTo>
                  <a:cubicBezTo>
                    <a:pt x="17" y="930"/>
                    <a:pt x="31" y="947"/>
                    <a:pt x="54" y="955"/>
                  </a:cubicBezTo>
                  <a:lnTo>
                    <a:pt x="1232" y="1281"/>
                  </a:lnTo>
                  <a:cubicBezTo>
                    <a:pt x="1282" y="1281"/>
                    <a:pt x="1357" y="1306"/>
                    <a:pt x="1408" y="1306"/>
                  </a:cubicBezTo>
                  <a:cubicBezTo>
                    <a:pt x="1417" y="1310"/>
                    <a:pt x="1426" y="1313"/>
                    <a:pt x="1435" y="1313"/>
                  </a:cubicBezTo>
                  <a:cubicBezTo>
                    <a:pt x="1474" y="1313"/>
                    <a:pt x="1503" y="1272"/>
                    <a:pt x="1483" y="1231"/>
                  </a:cubicBezTo>
                  <a:cubicBezTo>
                    <a:pt x="1357" y="880"/>
                    <a:pt x="1232" y="554"/>
                    <a:pt x="1082" y="203"/>
                  </a:cubicBezTo>
                  <a:cubicBezTo>
                    <a:pt x="1057" y="153"/>
                    <a:pt x="1057" y="103"/>
                    <a:pt x="1032" y="53"/>
                  </a:cubicBezTo>
                  <a:cubicBezTo>
                    <a:pt x="1016" y="22"/>
                    <a:pt x="991" y="0"/>
                    <a:pt x="96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3" name="Google Shape;5503;p55"/>
            <p:cNvSpPr/>
            <p:nvPr/>
          </p:nvSpPr>
          <p:spPr>
            <a:xfrm>
              <a:off x="7291227" y="3360667"/>
              <a:ext cx="69258" cy="61441"/>
            </a:xfrm>
            <a:custGeom>
              <a:rect b="b" l="l" r="r" t="t"/>
              <a:pathLst>
                <a:path extrusionOk="0" h="1179" w="1329">
                  <a:moveTo>
                    <a:pt x="878" y="1"/>
                  </a:moveTo>
                  <a:cubicBezTo>
                    <a:pt x="577" y="276"/>
                    <a:pt x="301" y="552"/>
                    <a:pt x="0" y="828"/>
                  </a:cubicBezTo>
                  <a:lnTo>
                    <a:pt x="1329" y="1179"/>
                  </a:lnTo>
                  <a:lnTo>
                    <a:pt x="1329" y="1179"/>
                  </a:lnTo>
                  <a:lnTo>
                    <a:pt x="87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4" name="Google Shape;5504;p55"/>
            <p:cNvSpPr/>
            <p:nvPr/>
          </p:nvSpPr>
          <p:spPr>
            <a:xfrm>
              <a:off x="7286954" y="3357541"/>
              <a:ext cx="78794" cy="68476"/>
            </a:xfrm>
            <a:custGeom>
              <a:rect b="b" l="l" r="r" t="t"/>
              <a:pathLst>
                <a:path extrusionOk="0" h="1314" w="1512">
                  <a:moveTo>
                    <a:pt x="927" y="187"/>
                  </a:moveTo>
                  <a:cubicBezTo>
                    <a:pt x="1059" y="500"/>
                    <a:pt x="1172" y="796"/>
                    <a:pt x="1285" y="1113"/>
                  </a:cubicBezTo>
                  <a:cubicBezTo>
                    <a:pt x="1287" y="1117"/>
                    <a:pt x="1289" y="1121"/>
                    <a:pt x="1291" y="1125"/>
                  </a:cubicBezTo>
                  <a:lnTo>
                    <a:pt x="1291" y="1125"/>
                  </a:lnTo>
                  <a:cubicBezTo>
                    <a:pt x="958" y="1038"/>
                    <a:pt x="611" y="950"/>
                    <a:pt x="283" y="863"/>
                  </a:cubicBezTo>
                  <a:cubicBezTo>
                    <a:pt x="264" y="856"/>
                    <a:pt x="246" y="852"/>
                    <a:pt x="230" y="848"/>
                  </a:cubicBezTo>
                  <a:lnTo>
                    <a:pt x="230" y="848"/>
                  </a:lnTo>
                  <a:cubicBezTo>
                    <a:pt x="467" y="627"/>
                    <a:pt x="690" y="407"/>
                    <a:pt x="927" y="187"/>
                  </a:cubicBezTo>
                  <a:close/>
                  <a:moveTo>
                    <a:pt x="949" y="1"/>
                  </a:moveTo>
                  <a:cubicBezTo>
                    <a:pt x="936" y="1"/>
                    <a:pt x="923" y="4"/>
                    <a:pt x="910" y="11"/>
                  </a:cubicBezTo>
                  <a:cubicBezTo>
                    <a:pt x="616" y="280"/>
                    <a:pt x="347" y="548"/>
                    <a:pt x="55" y="817"/>
                  </a:cubicBezTo>
                  <a:lnTo>
                    <a:pt x="55" y="817"/>
                  </a:lnTo>
                  <a:cubicBezTo>
                    <a:pt x="45" y="823"/>
                    <a:pt x="36" y="830"/>
                    <a:pt x="30" y="839"/>
                  </a:cubicBezTo>
                  <a:lnTo>
                    <a:pt x="30" y="839"/>
                  </a:lnTo>
                  <a:cubicBezTo>
                    <a:pt x="1" y="860"/>
                    <a:pt x="1" y="889"/>
                    <a:pt x="16" y="913"/>
                  </a:cubicBezTo>
                  <a:lnTo>
                    <a:pt x="16" y="913"/>
                  </a:lnTo>
                  <a:cubicBezTo>
                    <a:pt x="20" y="936"/>
                    <a:pt x="34" y="955"/>
                    <a:pt x="57" y="963"/>
                  </a:cubicBezTo>
                  <a:lnTo>
                    <a:pt x="1235" y="1264"/>
                  </a:lnTo>
                  <a:cubicBezTo>
                    <a:pt x="1285" y="1289"/>
                    <a:pt x="1336" y="1289"/>
                    <a:pt x="1411" y="1314"/>
                  </a:cubicBezTo>
                  <a:cubicBezTo>
                    <a:pt x="1461" y="1314"/>
                    <a:pt x="1511" y="1264"/>
                    <a:pt x="1486" y="1214"/>
                  </a:cubicBezTo>
                  <a:cubicBezTo>
                    <a:pt x="1361" y="888"/>
                    <a:pt x="1210" y="537"/>
                    <a:pt x="1085" y="211"/>
                  </a:cubicBezTo>
                  <a:cubicBezTo>
                    <a:pt x="1060" y="161"/>
                    <a:pt x="1035" y="111"/>
                    <a:pt x="1035" y="61"/>
                  </a:cubicBezTo>
                  <a:cubicBezTo>
                    <a:pt x="1016" y="24"/>
                    <a:pt x="985" y="1"/>
                    <a:pt x="94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5" name="Google Shape;5505;p55"/>
            <p:cNvSpPr/>
            <p:nvPr/>
          </p:nvSpPr>
          <p:spPr>
            <a:xfrm>
              <a:off x="7099249" y="3604913"/>
              <a:ext cx="65349" cy="60138"/>
            </a:xfrm>
            <a:custGeom>
              <a:rect b="b" l="l" r="r" t="t"/>
              <a:pathLst>
                <a:path extrusionOk="0" h="1154" w="1254">
                  <a:moveTo>
                    <a:pt x="0" y="1"/>
                  </a:moveTo>
                  <a:lnTo>
                    <a:pt x="326" y="1153"/>
                  </a:lnTo>
                  <a:lnTo>
                    <a:pt x="1253" y="126"/>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6" name="Google Shape;5506;p55"/>
            <p:cNvSpPr/>
            <p:nvPr/>
          </p:nvSpPr>
          <p:spPr>
            <a:xfrm>
              <a:off x="7095340" y="3601004"/>
              <a:ext cx="74469" cy="68059"/>
            </a:xfrm>
            <a:custGeom>
              <a:rect b="b" l="l" r="r" t="t"/>
              <a:pathLst>
                <a:path extrusionOk="0" h="1306" w="1429">
                  <a:moveTo>
                    <a:pt x="174" y="163"/>
                  </a:moveTo>
                  <a:lnTo>
                    <a:pt x="174" y="163"/>
                  </a:lnTo>
                  <a:cubicBezTo>
                    <a:pt x="509" y="205"/>
                    <a:pt x="828" y="230"/>
                    <a:pt x="1166" y="274"/>
                  </a:cubicBezTo>
                  <a:lnTo>
                    <a:pt x="1166" y="274"/>
                  </a:lnTo>
                  <a:cubicBezTo>
                    <a:pt x="933" y="534"/>
                    <a:pt x="714" y="793"/>
                    <a:pt x="476" y="1053"/>
                  </a:cubicBezTo>
                  <a:lnTo>
                    <a:pt x="444" y="1085"/>
                  </a:lnTo>
                  <a:lnTo>
                    <a:pt x="444" y="1085"/>
                  </a:lnTo>
                  <a:cubicBezTo>
                    <a:pt x="358" y="778"/>
                    <a:pt x="259" y="471"/>
                    <a:pt x="174" y="163"/>
                  </a:cubicBezTo>
                  <a:close/>
                  <a:moveTo>
                    <a:pt x="75" y="0"/>
                  </a:moveTo>
                  <a:cubicBezTo>
                    <a:pt x="25" y="0"/>
                    <a:pt x="0" y="50"/>
                    <a:pt x="25" y="101"/>
                  </a:cubicBezTo>
                  <a:cubicBezTo>
                    <a:pt x="125" y="477"/>
                    <a:pt x="226" y="878"/>
                    <a:pt x="326" y="1253"/>
                  </a:cubicBezTo>
                  <a:cubicBezTo>
                    <a:pt x="334" y="1277"/>
                    <a:pt x="353" y="1290"/>
                    <a:pt x="376" y="1295"/>
                  </a:cubicBezTo>
                  <a:lnTo>
                    <a:pt x="376" y="1295"/>
                  </a:lnTo>
                  <a:cubicBezTo>
                    <a:pt x="386" y="1302"/>
                    <a:pt x="397" y="1305"/>
                    <a:pt x="407" y="1305"/>
                  </a:cubicBezTo>
                  <a:cubicBezTo>
                    <a:pt x="422" y="1305"/>
                    <a:pt x="437" y="1298"/>
                    <a:pt x="449" y="1281"/>
                  </a:cubicBezTo>
                  <a:lnTo>
                    <a:pt x="449" y="1281"/>
                  </a:lnTo>
                  <a:cubicBezTo>
                    <a:pt x="459" y="1275"/>
                    <a:pt x="466" y="1266"/>
                    <a:pt x="472" y="1256"/>
                  </a:cubicBezTo>
                  <a:lnTo>
                    <a:pt x="472" y="1256"/>
                  </a:lnTo>
                  <a:cubicBezTo>
                    <a:pt x="741" y="963"/>
                    <a:pt x="1009" y="670"/>
                    <a:pt x="1278" y="376"/>
                  </a:cubicBezTo>
                  <a:cubicBezTo>
                    <a:pt x="1303" y="351"/>
                    <a:pt x="1353" y="301"/>
                    <a:pt x="1378" y="251"/>
                  </a:cubicBezTo>
                  <a:cubicBezTo>
                    <a:pt x="1429" y="201"/>
                    <a:pt x="1404" y="151"/>
                    <a:pt x="1328" y="126"/>
                  </a:cubicBezTo>
                  <a:cubicBezTo>
                    <a:pt x="977" y="101"/>
                    <a:pt x="602" y="76"/>
                    <a:pt x="251" y="25"/>
                  </a:cubicBezTo>
                  <a:cubicBezTo>
                    <a:pt x="201" y="25"/>
                    <a:pt x="125" y="25"/>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7" name="Google Shape;5507;p55"/>
            <p:cNvSpPr/>
            <p:nvPr/>
          </p:nvSpPr>
          <p:spPr>
            <a:xfrm>
              <a:off x="7261211" y="3542223"/>
              <a:ext cx="65349" cy="60138"/>
            </a:xfrm>
            <a:custGeom>
              <a:rect b="b" l="l" r="r" t="t"/>
              <a:pathLst>
                <a:path extrusionOk="0" h="1154" w="1254">
                  <a:moveTo>
                    <a:pt x="0" y="1"/>
                  </a:moveTo>
                  <a:lnTo>
                    <a:pt x="0" y="1"/>
                  </a:lnTo>
                  <a:cubicBezTo>
                    <a:pt x="100" y="376"/>
                    <a:pt x="226" y="752"/>
                    <a:pt x="326" y="1153"/>
                  </a:cubicBezTo>
                  <a:lnTo>
                    <a:pt x="1253" y="126"/>
                  </a:lnTo>
                  <a:lnTo>
                    <a:pt x="0" y="1"/>
                  </a:lnTo>
                  <a:close/>
                </a:path>
              </a:pathLst>
            </a:custGeom>
            <a:solidFill>
              <a:srgbClr val="97C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8" name="Google Shape;5508;p55"/>
            <p:cNvSpPr/>
            <p:nvPr/>
          </p:nvSpPr>
          <p:spPr>
            <a:xfrm>
              <a:off x="7257251" y="3538315"/>
              <a:ext cx="74521" cy="67381"/>
            </a:xfrm>
            <a:custGeom>
              <a:rect b="b" l="l" r="r" t="t"/>
              <a:pathLst>
                <a:path extrusionOk="0" h="1293" w="1430">
                  <a:moveTo>
                    <a:pt x="182" y="158"/>
                  </a:moveTo>
                  <a:cubicBezTo>
                    <a:pt x="502" y="181"/>
                    <a:pt x="840" y="206"/>
                    <a:pt x="1179" y="251"/>
                  </a:cubicBezTo>
                  <a:cubicBezTo>
                    <a:pt x="1181" y="251"/>
                    <a:pt x="1184" y="251"/>
                    <a:pt x="1186" y="251"/>
                  </a:cubicBezTo>
                  <a:lnTo>
                    <a:pt x="1186" y="251"/>
                  </a:lnTo>
                  <a:cubicBezTo>
                    <a:pt x="942" y="514"/>
                    <a:pt x="697" y="761"/>
                    <a:pt x="452" y="1028"/>
                  </a:cubicBezTo>
                  <a:cubicBezTo>
                    <a:pt x="447" y="1037"/>
                    <a:pt x="442" y="1047"/>
                    <a:pt x="435" y="1056"/>
                  </a:cubicBezTo>
                  <a:lnTo>
                    <a:pt x="435" y="1056"/>
                  </a:lnTo>
                  <a:lnTo>
                    <a:pt x="182" y="158"/>
                  </a:lnTo>
                  <a:close/>
                  <a:moveTo>
                    <a:pt x="76" y="0"/>
                  </a:moveTo>
                  <a:cubicBezTo>
                    <a:pt x="26" y="0"/>
                    <a:pt x="1" y="50"/>
                    <a:pt x="1" y="101"/>
                  </a:cubicBezTo>
                  <a:cubicBezTo>
                    <a:pt x="101" y="477"/>
                    <a:pt x="226" y="852"/>
                    <a:pt x="327" y="1228"/>
                  </a:cubicBezTo>
                  <a:cubicBezTo>
                    <a:pt x="332" y="1248"/>
                    <a:pt x="342" y="1262"/>
                    <a:pt x="354" y="1271"/>
                  </a:cubicBezTo>
                  <a:lnTo>
                    <a:pt x="354" y="1271"/>
                  </a:lnTo>
                  <a:cubicBezTo>
                    <a:pt x="369" y="1284"/>
                    <a:pt x="388" y="1292"/>
                    <a:pt x="408" y="1292"/>
                  </a:cubicBezTo>
                  <a:cubicBezTo>
                    <a:pt x="423" y="1292"/>
                    <a:pt x="438" y="1288"/>
                    <a:pt x="452" y="1279"/>
                  </a:cubicBezTo>
                  <a:cubicBezTo>
                    <a:pt x="728" y="978"/>
                    <a:pt x="978" y="677"/>
                    <a:pt x="1254" y="376"/>
                  </a:cubicBezTo>
                  <a:cubicBezTo>
                    <a:pt x="1304" y="326"/>
                    <a:pt x="1329" y="276"/>
                    <a:pt x="1379" y="251"/>
                  </a:cubicBezTo>
                  <a:cubicBezTo>
                    <a:pt x="1429" y="201"/>
                    <a:pt x="1379" y="126"/>
                    <a:pt x="1329" y="126"/>
                  </a:cubicBezTo>
                  <a:cubicBezTo>
                    <a:pt x="953" y="76"/>
                    <a:pt x="602" y="50"/>
                    <a:pt x="22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9" name="Google Shape;5509;p55"/>
            <p:cNvSpPr/>
            <p:nvPr/>
          </p:nvSpPr>
          <p:spPr>
            <a:xfrm>
              <a:off x="6585951" y="2788538"/>
              <a:ext cx="55552" cy="198966"/>
            </a:xfrm>
            <a:custGeom>
              <a:rect b="b" l="l" r="r" t="t"/>
              <a:pathLst>
                <a:path extrusionOk="0" h="3818" w="1066">
                  <a:moveTo>
                    <a:pt x="972" y="1"/>
                  </a:moveTo>
                  <a:cubicBezTo>
                    <a:pt x="956" y="1"/>
                    <a:pt x="940" y="9"/>
                    <a:pt x="928" y="27"/>
                  </a:cubicBezTo>
                  <a:cubicBezTo>
                    <a:pt x="251" y="829"/>
                    <a:pt x="1" y="1932"/>
                    <a:pt x="201" y="2960"/>
                  </a:cubicBezTo>
                  <a:cubicBezTo>
                    <a:pt x="276" y="3235"/>
                    <a:pt x="376" y="3511"/>
                    <a:pt x="502" y="3787"/>
                  </a:cubicBezTo>
                  <a:cubicBezTo>
                    <a:pt x="516" y="3809"/>
                    <a:pt x="538" y="3818"/>
                    <a:pt x="559" y="3818"/>
                  </a:cubicBezTo>
                  <a:cubicBezTo>
                    <a:pt x="610" y="3818"/>
                    <a:pt x="663" y="3765"/>
                    <a:pt x="627" y="3712"/>
                  </a:cubicBezTo>
                  <a:cubicBezTo>
                    <a:pt x="176" y="2834"/>
                    <a:pt x="176" y="1732"/>
                    <a:pt x="577" y="829"/>
                  </a:cubicBezTo>
                  <a:cubicBezTo>
                    <a:pt x="702" y="579"/>
                    <a:pt x="828" y="328"/>
                    <a:pt x="1028" y="128"/>
                  </a:cubicBezTo>
                  <a:cubicBezTo>
                    <a:pt x="1066" y="71"/>
                    <a:pt x="1019" y="1"/>
                    <a:pt x="97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0" name="Google Shape;5510;p55"/>
            <p:cNvSpPr/>
            <p:nvPr/>
          </p:nvSpPr>
          <p:spPr>
            <a:xfrm>
              <a:off x="6615968" y="3001517"/>
              <a:ext cx="9224" cy="7869"/>
            </a:xfrm>
            <a:custGeom>
              <a:rect b="b" l="l" r="r" t="t"/>
              <a:pathLst>
                <a:path extrusionOk="0" h="151" w="177">
                  <a:moveTo>
                    <a:pt x="101" y="1"/>
                  </a:moveTo>
                  <a:cubicBezTo>
                    <a:pt x="1" y="1"/>
                    <a:pt x="1" y="151"/>
                    <a:pt x="101" y="151"/>
                  </a:cubicBezTo>
                  <a:cubicBezTo>
                    <a:pt x="176" y="151"/>
                    <a:pt x="176"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1" name="Google Shape;5511;p55"/>
            <p:cNvSpPr/>
            <p:nvPr/>
          </p:nvSpPr>
          <p:spPr>
            <a:xfrm>
              <a:off x="6789707" y="2839034"/>
              <a:ext cx="14435" cy="24076"/>
            </a:xfrm>
            <a:custGeom>
              <a:rect b="b" l="l" r="r" t="t"/>
              <a:pathLst>
                <a:path extrusionOk="0" h="462" w="277">
                  <a:moveTo>
                    <a:pt x="191" y="1"/>
                  </a:moveTo>
                  <a:cubicBezTo>
                    <a:pt x="162" y="1"/>
                    <a:pt x="144" y="24"/>
                    <a:pt x="126" y="61"/>
                  </a:cubicBezTo>
                  <a:cubicBezTo>
                    <a:pt x="76" y="161"/>
                    <a:pt x="50" y="261"/>
                    <a:pt x="0" y="362"/>
                  </a:cubicBezTo>
                  <a:cubicBezTo>
                    <a:pt x="0" y="412"/>
                    <a:pt x="25" y="437"/>
                    <a:pt x="50" y="462"/>
                  </a:cubicBezTo>
                  <a:cubicBezTo>
                    <a:pt x="101" y="462"/>
                    <a:pt x="126" y="437"/>
                    <a:pt x="151" y="412"/>
                  </a:cubicBezTo>
                  <a:cubicBezTo>
                    <a:pt x="176" y="311"/>
                    <a:pt x="226" y="186"/>
                    <a:pt x="276" y="86"/>
                  </a:cubicBezTo>
                  <a:cubicBezTo>
                    <a:pt x="276" y="61"/>
                    <a:pt x="251" y="11"/>
                    <a:pt x="226" y="11"/>
                  </a:cubicBezTo>
                  <a:cubicBezTo>
                    <a:pt x="212" y="4"/>
                    <a:pt x="201" y="1"/>
                    <a:pt x="19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2" name="Google Shape;5512;p55"/>
            <p:cNvSpPr/>
            <p:nvPr/>
          </p:nvSpPr>
          <p:spPr>
            <a:xfrm>
              <a:off x="6805393" y="2844766"/>
              <a:ext cx="10475" cy="27880"/>
            </a:xfrm>
            <a:custGeom>
              <a:rect b="b" l="l" r="r" t="t"/>
              <a:pathLst>
                <a:path extrusionOk="0" h="535" w="201">
                  <a:moveTo>
                    <a:pt x="125" y="1"/>
                  </a:moveTo>
                  <a:cubicBezTo>
                    <a:pt x="75" y="1"/>
                    <a:pt x="50" y="51"/>
                    <a:pt x="50" y="76"/>
                  </a:cubicBezTo>
                  <a:lnTo>
                    <a:pt x="0" y="477"/>
                  </a:lnTo>
                  <a:cubicBezTo>
                    <a:pt x="0" y="497"/>
                    <a:pt x="33" y="534"/>
                    <a:pt x="59" y="534"/>
                  </a:cubicBezTo>
                  <a:cubicBezTo>
                    <a:pt x="65" y="534"/>
                    <a:pt x="71" y="532"/>
                    <a:pt x="75" y="527"/>
                  </a:cubicBezTo>
                  <a:cubicBezTo>
                    <a:pt x="125" y="527"/>
                    <a:pt x="150" y="502"/>
                    <a:pt x="150" y="477"/>
                  </a:cubicBezTo>
                  <a:lnTo>
                    <a:pt x="201" y="76"/>
                  </a:lnTo>
                  <a:cubicBezTo>
                    <a:pt x="201" y="51"/>
                    <a:pt x="150"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3" name="Google Shape;5513;p55"/>
            <p:cNvSpPr/>
            <p:nvPr/>
          </p:nvSpPr>
          <p:spPr>
            <a:xfrm>
              <a:off x="6704818" y="3126896"/>
              <a:ext cx="14383" cy="31893"/>
            </a:xfrm>
            <a:custGeom>
              <a:rect b="b" l="l" r="r" t="t"/>
              <a:pathLst>
                <a:path extrusionOk="0" h="612" w="276">
                  <a:moveTo>
                    <a:pt x="50" y="1"/>
                  </a:moveTo>
                  <a:cubicBezTo>
                    <a:pt x="25" y="26"/>
                    <a:pt x="0" y="51"/>
                    <a:pt x="0" y="101"/>
                  </a:cubicBezTo>
                  <a:lnTo>
                    <a:pt x="126" y="552"/>
                  </a:lnTo>
                  <a:cubicBezTo>
                    <a:pt x="126" y="589"/>
                    <a:pt x="152" y="612"/>
                    <a:pt x="186" y="612"/>
                  </a:cubicBezTo>
                  <a:cubicBezTo>
                    <a:pt x="199" y="612"/>
                    <a:pt x="212" y="609"/>
                    <a:pt x="226" y="602"/>
                  </a:cubicBezTo>
                  <a:cubicBezTo>
                    <a:pt x="251" y="602"/>
                    <a:pt x="276" y="552"/>
                    <a:pt x="276" y="527"/>
                  </a:cubicBezTo>
                  <a:cubicBezTo>
                    <a:pt x="226" y="376"/>
                    <a:pt x="176" y="201"/>
                    <a:pt x="151" y="51"/>
                  </a:cubicBezTo>
                  <a:cubicBezTo>
                    <a:pt x="126" y="26"/>
                    <a:pt x="101" y="1"/>
                    <a:pt x="5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4" name="Google Shape;5514;p55"/>
            <p:cNvSpPr/>
            <p:nvPr/>
          </p:nvSpPr>
          <p:spPr>
            <a:xfrm>
              <a:off x="6724411" y="3122988"/>
              <a:ext cx="9172" cy="39241"/>
            </a:xfrm>
            <a:custGeom>
              <a:rect b="b" l="l" r="r" t="t"/>
              <a:pathLst>
                <a:path extrusionOk="0" h="753" w="176">
                  <a:moveTo>
                    <a:pt x="75" y="0"/>
                  </a:moveTo>
                  <a:cubicBezTo>
                    <a:pt x="25" y="0"/>
                    <a:pt x="0" y="25"/>
                    <a:pt x="0" y="76"/>
                  </a:cubicBezTo>
                  <a:lnTo>
                    <a:pt x="25" y="677"/>
                  </a:lnTo>
                  <a:cubicBezTo>
                    <a:pt x="25" y="727"/>
                    <a:pt x="50" y="752"/>
                    <a:pt x="100" y="752"/>
                  </a:cubicBezTo>
                  <a:cubicBezTo>
                    <a:pt x="151" y="752"/>
                    <a:pt x="176" y="727"/>
                    <a:pt x="176" y="677"/>
                  </a:cubicBezTo>
                  <a:lnTo>
                    <a:pt x="126" y="76"/>
                  </a:lnTo>
                  <a:cubicBezTo>
                    <a:pt x="126" y="25"/>
                    <a:pt x="100" y="0"/>
                    <a:pt x="7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5" name="Google Shape;5515;p55"/>
            <p:cNvSpPr/>
            <p:nvPr/>
          </p:nvSpPr>
          <p:spPr>
            <a:xfrm>
              <a:off x="7170172" y="3660880"/>
              <a:ext cx="144143" cy="15477"/>
            </a:xfrm>
            <a:custGeom>
              <a:rect b="b" l="l" r="r" t="t"/>
              <a:pathLst>
                <a:path extrusionOk="0" h="297" w="2766">
                  <a:moveTo>
                    <a:pt x="2669" y="1"/>
                  </a:moveTo>
                  <a:cubicBezTo>
                    <a:pt x="2663" y="1"/>
                    <a:pt x="2656" y="2"/>
                    <a:pt x="2649" y="4"/>
                  </a:cubicBezTo>
                  <a:cubicBezTo>
                    <a:pt x="2222" y="108"/>
                    <a:pt x="1781" y="158"/>
                    <a:pt x="1341" y="158"/>
                  </a:cubicBezTo>
                  <a:cubicBezTo>
                    <a:pt x="929" y="158"/>
                    <a:pt x="518" y="114"/>
                    <a:pt x="118" y="29"/>
                  </a:cubicBezTo>
                  <a:cubicBezTo>
                    <a:pt x="112" y="27"/>
                    <a:pt x="107" y="26"/>
                    <a:pt x="101" y="26"/>
                  </a:cubicBezTo>
                  <a:cubicBezTo>
                    <a:pt x="36" y="26"/>
                    <a:pt x="0" y="157"/>
                    <a:pt x="93" y="180"/>
                  </a:cubicBezTo>
                  <a:cubicBezTo>
                    <a:pt x="476" y="259"/>
                    <a:pt x="865" y="297"/>
                    <a:pt x="1254" y="297"/>
                  </a:cubicBezTo>
                  <a:cubicBezTo>
                    <a:pt x="1730" y="297"/>
                    <a:pt x="2206" y="240"/>
                    <a:pt x="2674" y="130"/>
                  </a:cubicBezTo>
                  <a:cubicBezTo>
                    <a:pt x="2766" y="107"/>
                    <a:pt x="2732" y="1"/>
                    <a:pt x="266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6" name="Google Shape;5516;p55"/>
            <p:cNvSpPr/>
            <p:nvPr/>
          </p:nvSpPr>
          <p:spPr>
            <a:xfrm>
              <a:off x="7339535" y="3646706"/>
              <a:ext cx="11830" cy="6566"/>
            </a:xfrm>
            <a:custGeom>
              <a:rect b="b" l="l" r="r" t="t"/>
              <a:pathLst>
                <a:path extrusionOk="0" h="126" w="227">
                  <a:moveTo>
                    <a:pt x="26" y="1"/>
                  </a:moveTo>
                  <a:cubicBezTo>
                    <a:pt x="1" y="26"/>
                    <a:pt x="1" y="26"/>
                    <a:pt x="1" y="26"/>
                  </a:cubicBezTo>
                  <a:cubicBezTo>
                    <a:pt x="1" y="51"/>
                    <a:pt x="1" y="51"/>
                    <a:pt x="1" y="51"/>
                  </a:cubicBezTo>
                  <a:cubicBezTo>
                    <a:pt x="1" y="76"/>
                    <a:pt x="1" y="76"/>
                    <a:pt x="1" y="76"/>
                  </a:cubicBezTo>
                  <a:cubicBezTo>
                    <a:pt x="1" y="101"/>
                    <a:pt x="1" y="101"/>
                    <a:pt x="26" y="101"/>
                  </a:cubicBezTo>
                  <a:cubicBezTo>
                    <a:pt x="26" y="126"/>
                    <a:pt x="51" y="126"/>
                    <a:pt x="76" y="126"/>
                  </a:cubicBezTo>
                  <a:lnTo>
                    <a:pt x="176" y="126"/>
                  </a:lnTo>
                  <a:cubicBezTo>
                    <a:pt x="176" y="126"/>
                    <a:pt x="201" y="126"/>
                    <a:pt x="201" y="101"/>
                  </a:cubicBezTo>
                  <a:lnTo>
                    <a:pt x="226" y="101"/>
                  </a:lnTo>
                  <a:cubicBezTo>
                    <a:pt x="226" y="76"/>
                    <a:pt x="226" y="76"/>
                    <a:pt x="226" y="51"/>
                  </a:cubicBezTo>
                  <a:cubicBezTo>
                    <a:pt x="226" y="26"/>
                    <a:pt x="201" y="26"/>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7" name="Google Shape;5517;p55"/>
            <p:cNvSpPr/>
            <p:nvPr/>
          </p:nvSpPr>
          <p:spPr>
            <a:xfrm>
              <a:off x="7225932" y="3436906"/>
              <a:ext cx="17041" cy="25691"/>
            </a:xfrm>
            <a:custGeom>
              <a:rect b="b" l="l" r="r" t="t"/>
              <a:pathLst>
                <a:path extrusionOk="0" h="493" w="327">
                  <a:moveTo>
                    <a:pt x="236" y="0"/>
                  </a:moveTo>
                  <a:cubicBezTo>
                    <a:pt x="214" y="0"/>
                    <a:pt x="190" y="12"/>
                    <a:pt x="176" y="42"/>
                  </a:cubicBezTo>
                  <a:cubicBezTo>
                    <a:pt x="126" y="142"/>
                    <a:pt x="76" y="267"/>
                    <a:pt x="25" y="392"/>
                  </a:cubicBezTo>
                  <a:cubicBezTo>
                    <a:pt x="0" y="417"/>
                    <a:pt x="25" y="468"/>
                    <a:pt x="50" y="493"/>
                  </a:cubicBezTo>
                  <a:cubicBezTo>
                    <a:pt x="76" y="493"/>
                    <a:pt x="126" y="493"/>
                    <a:pt x="151" y="468"/>
                  </a:cubicBezTo>
                  <a:cubicBezTo>
                    <a:pt x="201" y="342"/>
                    <a:pt x="251" y="217"/>
                    <a:pt x="301" y="117"/>
                  </a:cubicBezTo>
                  <a:cubicBezTo>
                    <a:pt x="326" y="67"/>
                    <a:pt x="326" y="16"/>
                    <a:pt x="276" y="16"/>
                  </a:cubicBezTo>
                  <a:cubicBezTo>
                    <a:pt x="266" y="6"/>
                    <a:pt x="251" y="0"/>
                    <a:pt x="23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8" name="Google Shape;5518;p55"/>
            <p:cNvSpPr/>
            <p:nvPr/>
          </p:nvSpPr>
          <p:spPr>
            <a:xfrm>
              <a:off x="7240314" y="3440345"/>
              <a:ext cx="14383" cy="27984"/>
            </a:xfrm>
            <a:custGeom>
              <a:rect b="b" l="l" r="r" t="t"/>
              <a:pathLst>
                <a:path extrusionOk="0" h="537" w="276">
                  <a:moveTo>
                    <a:pt x="226" y="1"/>
                  </a:moveTo>
                  <a:cubicBezTo>
                    <a:pt x="175" y="1"/>
                    <a:pt x="150" y="26"/>
                    <a:pt x="125" y="76"/>
                  </a:cubicBezTo>
                  <a:cubicBezTo>
                    <a:pt x="100" y="201"/>
                    <a:pt x="50" y="326"/>
                    <a:pt x="25" y="452"/>
                  </a:cubicBezTo>
                  <a:cubicBezTo>
                    <a:pt x="0" y="477"/>
                    <a:pt x="25" y="527"/>
                    <a:pt x="75" y="527"/>
                  </a:cubicBezTo>
                  <a:cubicBezTo>
                    <a:pt x="82" y="534"/>
                    <a:pt x="90" y="537"/>
                    <a:pt x="99" y="537"/>
                  </a:cubicBezTo>
                  <a:cubicBezTo>
                    <a:pt x="124" y="537"/>
                    <a:pt x="150" y="514"/>
                    <a:pt x="150" y="477"/>
                  </a:cubicBezTo>
                  <a:cubicBezTo>
                    <a:pt x="201" y="351"/>
                    <a:pt x="226" y="226"/>
                    <a:pt x="276" y="101"/>
                  </a:cubicBezTo>
                  <a:cubicBezTo>
                    <a:pt x="276" y="76"/>
                    <a:pt x="251" y="26"/>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9" name="Google Shape;5519;p55"/>
            <p:cNvSpPr/>
            <p:nvPr/>
          </p:nvSpPr>
          <p:spPr>
            <a:xfrm>
              <a:off x="7311551" y="3303814"/>
              <a:ext cx="69362" cy="68059"/>
            </a:xfrm>
            <a:custGeom>
              <a:rect b="b" l="l" r="r" t="t"/>
              <a:pathLst>
                <a:path extrusionOk="0" h="1306" w="1331">
                  <a:moveTo>
                    <a:pt x="117" y="0"/>
                  </a:moveTo>
                  <a:cubicBezTo>
                    <a:pt x="55" y="0"/>
                    <a:pt x="1" y="74"/>
                    <a:pt x="62" y="114"/>
                  </a:cubicBezTo>
                  <a:lnTo>
                    <a:pt x="1164" y="1292"/>
                  </a:lnTo>
                  <a:cubicBezTo>
                    <a:pt x="1179" y="1302"/>
                    <a:pt x="1194" y="1306"/>
                    <a:pt x="1209" y="1306"/>
                  </a:cubicBezTo>
                  <a:cubicBezTo>
                    <a:pt x="1272" y="1306"/>
                    <a:pt x="1330" y="1233"/>
                    <a:pt x="1290" y="1192"/>
                  </a:cubicBezTo>
                  <a:cubicBezTo>
                    <a:pt x="914" y="791"/>
                    <a:pt x="538" y="415"/>
                    <a:pt x="162" y="14"/>
                  </a:cubicBezTo>
                  <a:cubicBezTo>
                    <a:pt x="147" y="5"/>
                    <a:pt x="132" y="0"/>
                    <a:pt x="11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0" name="Google Shape;5520;p55"/>
            <p:cNvSpPr/>
            <p:nvPr/>
          </p:nvSpPr>
          <p:spPr>
            <a:xfrm>
              <a:off x="7382631" y="3376353"/>
              <a:ext cx="9224" cy="7869"/>
            </a:xfrm>
            <a:custGeom>
              <a:rect b="b" l="l" r="r" t="t"/>
              <a:pathLst>
                <a:path extrusionOk="0" h="151" w="177">
                  <a:moveTo>
                    <a:pt x="101" y="1"/>
                  </a:moveTo>
                  <a:cubicBezTo>
                    <a:pt x="1" y="1"/>
                    <a:pt x="1" y="151"/>
                    <a:pt x="101" y="151"/>
                  </a:cubicBezTo>
                  <a:cubicBezTo>
                    <a:pt x="176" y="151"/>
                    <a:pt x="176"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1" name="Google Shape;5521;p55"/>
            <p:cNvSpPr/>
            <p:nvPr/>
          </p:nvSpPr>
          <p:spPr>
            <a:xfrm>
              <a:off x="7374814" y="3396937"/>
              <a:ext cx="94063" cy="304754"/>
            </a:xfrm>
            <a:custGeom>
              <a:rect b="b" l="l" r="r" t="t"/>
              <a:pathLst>
                <a:path extrusionOk="0" h="5848" w="1805">
                  <a:moveTo>
                    <a:pt x="1090" y="1"/>
                  </a:moveTo>
                  <a:cubicBezTo>
                    <a:pt x="753" y="1"/>
                    <a:pt x="475" y="262"/>
                    <a:pt x="452" y="608"/>
                  </a:cubicBezTo>
                  <a:lnTo>
                    <a:pt x="26" y="5094"/>
                  </a:lnTo>
                  <a:cubicBezTo>
                    <a:pt x="0" y="5495"/>
                    <a:pt x="276" y="5821"/>
                    <a:pt x="652" y="5846"/>
                  </a:cubicBezTo>
                  <a:lnTo>
                    <a:pt x="752" y="5846"/>
                  </a:lnTo>
                  <a:cubicBezTo>
                    <a:pt x="768" y="5847"/>
                    <a:pt x="784" y="5848"/>
                    <a:pt x="800" y="5848"/>
                  </a:cubicBezTo>
                  <a:cubicBezTo>
                    <a:pt x="1153" y="5848"/>
                    <a:pt x="1430" y="5580"/>
                    <a:pt x="1454" y="5220"/>
                  </a:cubicBezTo>
                  <a:lnTo>
                    <a:pt x="1780" y="708"/>
                  </a:lnTo>
                  <a:cubicBezTo>
                    <a:pt x="1805" y="357"/>
                    <a:pt x="1529" y="32"/>
                    <a:pt x="1178" y="7"/>
                  </a:cubicBezTo>
                  <a:cubicBezTo>
                    <a:pt x="1149" y="3"/>
                    <a:pt x="1119" y="1"/>
                    <a:pt x="109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2" name="Google Shape;5522;p55"/>
            <p:cNvSpPr/>
            <p:nvPr/>
          </p:nvSpPr>
          <p:spPr>
            <a:xfrm>
              <a:off x="7370906" y="3393185"/>
              <a:ext cx="100629" cy="311998"/>
            </a:xfrm>
            <a:custGeom>
              <a:rect b="b" l="l" r="r" t="t"/>
              <a:pathLst>
                <a:path extrusionOk="0" h="5987" w="1931">
                  <a:moveTo>
                    <a:pt x="1253" y="129"/>
                  </a:moveTo>
                  <a:cubicBezTo>
                    <a:pt x="1253" y="129"/>
                    <a:pt x="1253" y="129"/>
                    <a:pt x="1253" y="129"/>
                  </a:cubicBezTo>
                  <a:lnTo>
                    <a:pt x="1253" y="129"/>
                  </a:lnTo>
                  <a:cubicBezTo>
                    <a:pt x="1259" y="131"/>
                    <a:pt x="1265" y="131"/>
                    <a:pt x="1269" y="131"/>
                  </a:cubicBezTo>
                  <a:cubicBezTo>
                    <a:pt x="1270" y="131"/>
                    <a:pt x="1270" y="131"/>
                    <a:pt x="1270" y="131"/>
                  </a:cubicBezTo>
                  <a:lnTo>
                    <a:pt x="1270" y="131"/>
                  </a:lnTo>
                  <a:cubicBezTo>
                    <a:pt x="1587" y="188"/>
                    <a:pt x="1804" y="460"/>
                    <a:pt x="1780" y="780"/>
                  </a:cubicBezTo>
                  <a:cubicBezTo>
                    <a:pt x="1780" y="855"/>
                    <a:pt x="1780" y="931"/>
                    <a:pt x="1780" y="1031"/>
                  </a:cubicBezTo>
                  <a:cubicBezTo>
                    <a:pt x="1730" y="1407"/>
                    <a:pt x="1705" y="1808"/>
                    <a:pt x="1679" y="2209"/>
                  </a:cubicBezTo>
                  <a:cubicBezTo>
                    <a:pt x="1604" y="3136"/>
                    <a:pt x="1554" y="4064"/>
                    <a:pt x="1479" y="5016"/>
                  </a:cubicBezTo>
                  <a:cubicBezTo>
                    <a:pt x="1479" y="5091"/>
                    <a:pt x="1479" y="5191"/>
                    <a:pt x="1454" y="5267"/>
                  </a:cubicBezTo>
                  <a:cubicBezTo>
                    <a:pt x="1454" y="5567"/>
                    <a:pt x="1253" y="5793"/>
                    <a:pt x="953" y="5843"/>
                  </a:cubicBezTo>
                  <a:cubicBezTo>
                    <a:pt x="916" y="5849"/>
                    <a:pt x="879" y="5851"/>
                    <a:pt x="841" y="5851"/>
                  </a:cubicBezTo>
                  <a:cubicBezTo>
                    <a:pt x="551" y="5851"/>
                    <a:pt x="267" y="5681"/>
                    <a:pt x="201" y="5392"/>
                  </a:cubicBezTo>
                  <a:cubicBezTo>
                    <a:pt x="151" y="5267"/>
                    <a:pt x="176" y="5166"/>
                    <a:pt x="176" y="5066"/>
                  </a:cubicBezTo>
                  <a:cubicBezTo>
                    <a:pt x="276" y="4189"/>
                    <a:pt x="351" y="3337"/>
                    <a:pt x="426" y="2460"/>
                  </a:cubicBezTo>
                  <a:lnTo>
                    <a:pt x="552" y="1131"/>
                  </a:lnTo>
                  <a:cubicBezTo>
                    <a:pt x="577" y="855"/>
                    <a:pt x="552" y="530"/>
                    <a:pt x="752" y="329"/>
                  </a:cubicBezTo>
                  <a:cubicBezTo>
                    <a:pt x="877" y="179"/>
                    <a:pt x="1053" y="129"/>
                    <a:pt x="1253" y="129"/>
                  </a:cubicBezTo>
                  <a:close/>
                  <a:moveTo>
                    <a:pt x="1232" y="1"/>
                  </a:moveTo>
                  <a:cubicBezTo>
                    <a:pt x="1227" y="1"/>
                    <a:pt x="1223" y="1"/>
                    <a:pt x="1219" y="2"/>
                  </a:cubicBezTo>
                  <a:lnTo>
                    <a:pt x="1219" y="2"/>
                  </a:lnTo>
                  <a:cubicBezTo>
                    <a:pt x="1213" y="2"/>
                    <a:pt x="1207" y="2"/>
                    <a:pt x="1202" y="2"/>
                  </a:cubicBezTo>
                  <a:cubicBezTo>
                    <a:pt x="844" y="2"/>
                    <a:pt x="499" y="246"/>
                    <a:pt x="451" y="605"/>
                  </a:cubicBezTo>
                  <a:cubicBezTo>
                    <a:pt x="451" y="680"/>
                    <a:pt x="426" y="780"/>
                    <a:pt x="426" y="855"/>
                  </a:cubicBezTo>
                  <a:cubicBezTo>
                    <a:pt x="401" y="1256"/>
                    <a:pt x="351" y="1657"/>
                    <a:pt x="326" y="2059"/>
                  </a:cubicBezTo>
                  <a:cubicBezTo>
                    <a:pt x="226" y="3011"/>
                    <a:pt x="151" y="3988"/>
                    <a:pt x="50" y="4941"/>
                  </a:cubicBezTo>
                  <a:cubicBezTo>
                    <a:pt x="50" y="5016"/>
                    <a:pt x="25" y="5091"/>
                    <a:pt x="25" y="5166"/>
                  </a:cubicBezTo>
                  <a:cubicBezTo>
                    <a:pt x="0" y="5517"/>
                    <a:pt x="201" y="5843"/>
                    <a:pt x="527" y="5943"/>
                  </a:cubicBezTo>
                  <a:cubicBezTo>
                    <a:pt x="620" y="5972"/>
                    <a:pt x="717" y="5986"/>
                    <a:pt x="813" y="5986"/>
                  </a:cubicBezTo>
                  <a:cubicBezTo>
                    <a:pt x="1055" y="5986"/>
                    <a:pt x="1293" y="5897"/>
                    <a:pt x="1454" y="5718"/>
                  </a:cubicBezTo>
                  <a:cubicBezTo>
                    <a:pt x="1554" y="5567"/>
                    <a:pt x="1604" y="5392"/>
                    <a:pt x="1604" y="5216"/>
                  </a:cubicBezTo>
                  <a:lnTo>
                    <a:pt x="1805" y="2535"/>
                  </a:lnTo>
                  <a:lnTo>
                    <a:pt x="1905" y="1156"/>
                  </a:lnTo>
                  <a:cubicBezTo>
                    <a:pt x="1905" y="1056"/>
                    <a:pt x="1930" y="931"/>
                    <a:pt x="1930" y="830"/>
                  </a:cubicBezTo>
                  <a:cubicBezTo>
                    <a:pt x="1930" y="605"/>
                    <a:pt x="1880" y="379"/>
                    <a:pt x="1705" y="204"/>
                  </a:cubicBezTo>
                  <a:cubicBezTo>
                    <a:pt x="1579" y="79"/>
                    <a:pt x="1429" y="3"/>
                    <a:pt x="1253" y="3"/>
                  </a:cubicBezTo>
                  <a:cubicBezTo>
                    <a:pt x="1246" y="1"/>
                    <a:pt x="1239" y="1"/>
                    <a:pt x="123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3" name="Google Shape;5523;p55"/>
            <p:cNvSpPr/>
            <p:nvPr/>
          </p:nvSpPr>
          <p:spPr>
            <a:xfrm>
              <a:off x="7397013" y="3427265"/>
              <a:ext cx="74208" cy="14592"/>
            </a:xfrm>
            <a:custGeom>
              <a:rect b="b" l="l" r="r" t="t"/>
              <a:pathLst>
                <a:path extrusionOk="0" h="280" w="1424">
                  <a:moveTo>
                    <a:pt x="101" y="1"/>
                  </a:moveTo>
                  <a:cubicBezTo>
                    <a:pt x="1" y="1"/>
                    <a:pt x="1" y="151"/>
                    <a:pt x="101" y="151"/>
                  </a:cubicBezTo>
                  <a:cubicBezTo>
                    <a:pt x="502" y="151"/>
                    <a:pt x="903" y="176"/>
                    <a:pt x="1304" y="277"/>
                  </a:cubicBezTo>
                  <a:cubicBezTo>
                    <a:pt x="1311" y="279"/>
                    <a:pt x="1319" y="279"/>
                    <a:pt x="1325" y="279"/>
                  </a:cubicBezTo>
                  <a:cubicBezTo>
                    <a:pt x="1407" y="279"/>
                    <a:pt x="1423" y="149"/>
                    <a:pt x="1354" y="126"/>
                  </a:cubicBezTo>
                  <a:cubicBezTo>
                    <a:pt x="928" y="51"/>
                    <a:pt x="527"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4" name="Google Shape;5524;p55"/>
            <p:cNvSpPr/>
            <p:nvPr/>
          </p:nvSpPr>
          <p:spPr>
            <a:xfrm>
              <a:off x="7394408" y="3465150"/>
              <a:ext cx="72801" cy="15894"/>
            </a:xfrm>
            <a:custGeom>
              <a:rect b="b" l="l" r="r" t="t"/>
              <a:pathLst>
                <a:path extrusionOk="0" h="305" w="1397">
                  <a:moveTo>
                    <a:pt x="76" y="1"/>
                  </a:moveTo>
                  <a:cubicBezTo>
                    <a:pt x="0" y="1"/>
                    <a:pt x="0" y="151"/>
                    <a:pt x="76" y="151"/>
                  </a:cubicBezTo>
                  <a:cubicBezTo>
                    <a:pt x="477" y="176"/>
                    <a:pt x="878" y="226"/>
                    <a:pt x="1279" y="302"/>
                  </a:cubicBezTo>
                  <a:cubicBezTo>
                    <a:pt x="1284" y="303"/>
                    <a:pt x="1290" y="304"/>
                    <a:pt x="1295" y="304"/>
                  </a:cubicBezTo>
                  <a:cubicBezTo>
                    <a:pt x="1361" y="304"/>
                    <a:pt x="1396" y="174"/>
                    <a:pt x="1304" y="151"/>
                  </a:cubicBezTo>
                  <a:cubicBezTo>
                    <a:pt x="903" y="76"/>
                    <a:pt x="502" y="26"/>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5" name="Google Shape;5525;p55"/>
            <p:cNvSpPr/>
            <p:nvPr/>
          </p:nvSpPr>
          <p:spPr>
            <a:xfrm>
              <a:off x="7389561" y="3508142"/>
              <a:ext cx="75407" cy="13237"/>
            </a:xfrm>
            <a:custGeom>
              <a:rect b="b" l="l" r="r" t="t"/>
              <a:pathLst>
                <a:path extrusionOk="0" h="254" w="1447">
                  <a:moveTo>
                    <a:pt x="97" y="0"/>
                  </a:moveTo>
                  <a:cubicBezTo>
                    <a:pt x="15" y="0"/>
                    <a:pt x="1" y="128"/>
                    <a:pt x="93" y="128"/>
                  </a:cubicBezTo>
                  <a:cubicBezTo>
                    <a:pt x="494" y="203"/>
                    <a:pt x="946" y="228"/>
                    <a:pt x="1372" y="254"/>
                  </a:cubicBezTo>
                  <a:cubicBezTo>
                    <a:pt x="1447" y="254"/>
                    <a:pt x="1447" y="103"/>
                    <a:pt x="1372" y="103"/>
                  </a:cubicBezTo>
                  <a:cubicBezTo>
                    <a:pt x="946" y="103"/>
                    <a:pt x="545" y="53"/>
                    <a:pt x="118" y="3"/>
                  </a:cubicBezTo>
                  <a:cubicBezTo>
                    <a:pt x="111" y="1"/>
                    <a:pt x="104" y="0"/>
                    <a:pt x="9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6" name="Google Shape;5526;p55"/>
            <p:cNvSpPr/>
            <p:nvPr/>
          </p:nvSpPr>
          <p:spPr>
            <a:xfrm>
              <a:off x="7385236" y="3547434"/>
              <a:ext cx="74469" cy="11986"/>
            </a:xfrm>
            <a:custGeom>
              <a:rect b="b" l="l" r="r" t="t"/>
              <a:pathLst>
                <a:path extrusionOk="0" h="230" w="1429">
                  <a:moveTo>
                    <a:pt x="101" y="1"/>
                  </a:moveTo>
                  <a:cubicBezTo>
                    <a:pt x="1" y="1"/>
                    <a:pt x="1" y="151"/>
                    <a:pt x="101" y="151"/>
                  </a:cubicBezTo>
                  <a:cubicBezTo>
                    <a:pt x="527" y="176"/>
                    <a:pt x="928" y="201"/>
                    <a:pt x="1329" y="226"/>
                  </a:cubicBezTo>
                  <a:cubicBezTo>
                    <a:pt x="1337" y="228"/>
                    <a:pt x="1344" y="229"/>
                    <a:pt x="1351" y="229"/>
                  </a:cubicBezTo>
                  <a:cubicBezTo>
                    <a:pt x="1429" y="229"/>
                    <a:pt x="1422" y="101"/>
                    <a:pt x="1329" y="101"/>
                  </a:cubicBezTo>
                  <a:cubicBezTo>
                    <a:pt x="928" y="51"/>
                    <a:pt x="527"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7" name="Google Shape;5527;p55"/>
            <p:cNvSpPr/>
            <p:nvPr/>
          </p:nvSpPr>
          <p:spPr>
            <a:xfrm>
              <a:off x="7381641" y="3583860"/>
              <a:ext cx="76814" cy="13289"/>
            </a:xfrm>
            <a:custGeom>
              <a:rect b="b" l="l" r="r" t="t"/>
              <a:pathLst>
                <a:path extrusionOk="0" h="255" w="1474">
                  <a:moveTo>
                    <a:pt x="98" y="1"/>
                  </a:moveTo>
                  <a:cubicBezTo>
                    <a:pt x="17" y="1"/>
                    <a:pt x="1" y="131"/>
                    <a:pt x="70" y="154"/>
                  </a:cubicBezTo>
                  <a:cubicBezTo>
                    <a:pt x="496" y="204"/>
                    <a:pt x="947" y="254"/>
                    <a:pt x="1373" y="254"/>
                  </a:cubicBezTo>
                  <a:cubicBezTo>
                    <a:pt x="1473" y="254"/>
                    <a:pt x="1473" y="129"/>
                    <a:pt x="1373" y="104"/>
                  </a:cubicBezTo>
                  <a:cubicBezTo>
                    <a:pt x="947" y="104"/>
                    <a:pt x="521" y="54"/>
                    <a:pt x="120" y="4"/>
                  </a:cubicBezTo>
                  <a:cubicBezTo>
                    <a:pt x="112" y="2"/>
                    <a:pt x="105" y="1"/>
                    <a:pt x="9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8" name="Google Shape;5528;p55"/>
            <p:cNvSpPr/>
            <p:nvPr/>
          </p:nvSpPr>
          <p:spPr>
            <a:xfrm>
              <a:off x="7378722" y="3620598"/>
              <a:ext cx="78377" cy="10631"/>
            </a:xfrm>
            <a:custGeom>
              <a:rect b="b" l="l" r="r" t="t"/>
              <a:pathLst>
                <a:path extrusionOk="0" h="204" w="1504">
                  <a:moveTo>
                    <a:pt x="101" y="0"/>
                  </a:moveTo>
                  <a:cubicBezTo>
                    <a:pt x="1" y="0"/>
                    <a:pt x="1" y="151"/>
                    <a:pt x="101" y="151"/>
                  </a:cubicBezTo>
                  <a:lnTo>
                    <a:pt x="1404" y="201"/>
                  </a:lnTo>
                  <a:cubicBezTo>
                    <a:pt x="1412" y="203"/>
                    <a:pt x="1419" y="204"/>
                    <a:pt x="1426" y="204"/>
                  </a:cubicBezTo>
                  <a:cubicBezTo>
                    <a:pt x="1504" y="204"/>
                    <a:pt x="1497" y="75"/>
                    <a:pt x="1404" y="75"/>
                  </a:cubicBezTo>
                  <a:lnTo>
                    <a:pt x="101" y="0"/>
                  </a:ln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9" name="Google Shape;5529;p55"/>
            <p:cNvSpPr/>
            <p:nvPr/>
          </p:nvSpPr>
          <p:spPr>
            <a:xfrm>
              <a:off x="7376117" y="3655825"/>
              <a:ext cx="75824" cy="10527"/>
            </a:xfrm>
            <a:custGeom>
              <a:rect b="b" l="l" r="r" t="t"/>
              <a:pathLst>
                <a:path extrusionOk="0" h="202" w="1455">
                  <a:moveTo>
                    <a:pt x="101" y="1"/>
                  </a:moveTo>
                  <a:cubicBezTo>
                    <a:pt x="1" y="1"/>
                    <a:pt x="1" y="151"/>
                    <a:pt x="101" y="151"/>
                  </a:cubicBezTo>
                  <a:cubicBezTo>
                    <a:pt x="527" y="176"/>
                    <a:pt x="953" y="201"/>
                    <a:pt x="1379" y="201"/>
                  </a:cubicBezTo>
                  <a:cubicBezTo>
                    <a:pt x="1454" y="201"/>
                    <a:pt x="1454" y="76"/>
                    <a:pt x="1379" y="51"/>
                  </a:cubicBezTo>
                  <a:cubicBezTo>
                    <a:pt x="953" y="51"/>
                    <a:pt x="527"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0" name="Google Shape;5530;p55"/>
            <p:cNvSpPr/>
            <p:nvPr/>
          </p:nvSpPr>
          <p:spPr>
            <a:xfrm>
              <a:off x="6045243" y="3305846"/>
              <a:ext cx="308298" cy="377868"/>
            </a:xfrm>
            <a:custGeom>
              <a:rect b="b" l="l" r="r" t="t"/>
              <a:pathLst>
                <a:path extrusionOk="0" h="7251" w="5916">
                  <a:moveTo>
                    <a:pt x="3184" y="0"/>
                  </a:moveTo>
                  <a:cubicBezTo>
                    <a:pt x="2156" y="276"/>
                    <a:pt x="1329" y="927"/>
                    <a:pt x="752" y="1830"/>
                  </a:cubicBezTo>
                  <a:cubicBezTo>
                    <a:pt x="176" y="2732"/>
                    <a:pt x="1" y="3860"/>
                    <a:pt x="301" y="4887"/>
                  </a:cubicBezTo>
                  <a:cubicBezTo>
                    <a:pt x="602" y="5890"/>
                    <a:pt x="1404" y="6767"/>
                    <a:pt x="2407" y="7093"/>
                  </a:cubicBezTo>
                  <a:cubicBezTo>
                    <a:pt x="2773" y="7204"/>
                    <a:pt x="3144" y="7250"/>
                    <a:pt x="3518" y="7250"/>
                  </a:cubicBezTo>
                  <a:cubicBezTo>
                    <a:pt x="4319" y="7250"/>
                    <a:pt x="5129" y="7040"/>
                    <a:pt x="5915" y="6817"/>
                  </a:cubicBezTo>
                  <a:lnTo>
                    <a:pt x="5564" y="2406"/>
                  </a:lnTo>
                  <a:cubicBezTo>
                    <a:pt x="5249" y="2428"/>
                    <a:pt x="4952" y="2445"/>
                    <a:pt x="4660" y="2445"/>
                  </a:cubicBezTo>
                  <a:cubicBezTo>
                    <a:pt x="4279" y="2445"/>
                    <a:pt x="3906" y="2416"/>
                    <a:pt x="3509" y="2331"/>
                  </a:cubicBezTo>
                  <a:cubicBezTo>
                    <a:pt x="3509" y="2281"/>
                    <a:pt x="3459" y="1980"/>
                    <a:pt x="3459" y="1980"/>
                  </a:cubicBezTo>
                  <a:lnTo>
                    <a:pt x="3184" y="0"/>
                  </a:ln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1" name="Google Shape;5531;p55"/>
            <p:cNvSpPr/>
            <p:nvPr/>
          </p:nvSpPr>
          <p:spPr>
            <a:xfrm>
              <a:off x="6046546" y="3301886"/>
              <a:ext cx="310903" cy="385789"/>
            </a:xfrm>
            <a:custGeom>
              <a:rect b="b" l="l" r="r" t="t"/>
              <a:pathLst>
                <a:path extrusionOk="0" h="7403" w="5966">
                  <a:moveTo>
                    <a:pt x="3095" y="176"/>
                  </a:moveTo>
                  <a:lnTo>
                    <a:pt x="3095" y="176"/>
                  </a:lnTo>
                  <a:cubicBezTo>
                    <a:pt x="3190" y="779"/>
                    <a:pt x="3263" y="1404"/>
                    <a:pt x="3359" y="2006"/>
                  </a:cubicBezTo>
                  <a:cubicBezTo>
                    <a:pt x="3384" y="2131"/>
                    <a:pt x="3409" y="2282"/>
                    <a:pt x="3409" y="2407"/>
                  </a:cubicBezTo>
                  <a:cubicBezTo>
                    <a:pt x="3409" y="2432"/>
                    <a:pt x="3434" y="2457"/>
                    <a:pt x="3459" y="2457"/>
                  </a:cubicBezTo>
                  <a:cubicBezTo>
                    <a:pt x="3904" y="2552"/>
                    <a:pt x="4339" y="2587"/>
                    <a:pt x="4777" y="2587"/>
                  </a:cubicBezTo>
                  <a:cubicBezTo>
                    <a:pt x="5006" y="2587"/>
                    <a:pt x="5236" y="2578"/>
                    <a:pt x="5469" y="2562"/>
                  </a:cubicBezTo>
                  <a:lnTo>
                    <a:pt x="5469" y="2562"/>
                  </a:lnTo>
                  <a:cubicBezTo>
                    <a:pt x="5495" y="3037"/>
                    <a:pt x="5542" y="3510"/>
                    <a:pt x="5590" y="3961"/>
                  </a:cubicBezTo>
                  <a:lnTo>
                    <a:pt x="5765" y="6342"/>
                  </a:lnTo>
                  <a:cubicBezTo>
                    <a:pt x="5787" y="6519"/>
                    <a:pt x="5809" y="6677"/>
                    <a:pt x="5814" y="6832"/>
                  </a:cubicBezTo>
                  <a:lnTo>
                    <a:pt x="5814" y="6832"/>
                  </a:lnTo>
                  <a:cubicBezTo>
                    <a:pt x="5058" y="7043"/>
                    <a:pt x="4267" y="7265"/>
                    <a:pt x="3471" y="7265"/>
                  </a:cubicBezTo>
                  <a:cubicBezTo>
                    <a:pt x="3333" y="7265"/>
                    <a:pt x="3196" y="7259"/>
                    <a:pt x="3058" y="7244"/>
                  </a:cubicBezTo>
                  <a:cubicBezTo>
                    <a:pt x="2256" y="7144"/>
                    <a:pt x="1504" y="6743"/>
                    <a:pt x="978" y="6116"/>
                  </a:cubicBezTo>
                  <a:cubicBezTo>
                    <a:pt x="477" y="5515"/>
                    <a:pt x="201" y="4738"/>
                    <a:pt x="201" y="3936"/>
                  </a:cubicBezTo>
                  <a:cubicBezTo>
                    <a:pt x="201" y="3084"/>
                    <a:pt x="527" y="2257"/>
                    <a:pt x="1053" y="1580"/>
                  </a:cubicBezTo>
                  <a:cubicBezTo>
                    <a:pt x="1561" y="903"/>
                    <a:pt x="2279" y="412"/>
                    <a:pt x="3095" y="176"/>
                  </a:cubicBezTo>
                  <a:close/>
                  <a:moveTo>
                    <a:pt x="3133" y="1"/>
                  </a:moveTo>
                  <a:cubicBezTo>
                    <a:pt x="1504" y="452"/>
                    <a:pt x="226" y="1906"/>
                    <a:pt x="76" y="3610"/>
                  </a:cubicBezTo>
                  <a:cubicBezTo>
                    <a:pt x="1" y="4437"/>
                    <a:pt x="201" y="5289"/>
                    <a:pt x="702" y="5991"/>
                  </a:cubicBezTo>
                  <a:cubicBezTo>
                    <a:pt x="1154" y="6643"/>
                    <a:pt x="1830" y="7119"/>
                    <a:pt x="2632" y="7294"/>
                  </a:cubicBezTo>
                  <a:cubicBezTo>
                    <a:pt x="2931" y="7371"/>
                    <a:pt x="3237" y="7403"/>
                    <a:pt x="3544" y="7403"/>
                  </a:cubicBezTo>
                  <a:cubicBezTo>
                    <a:pt x="4342" y="7403"/>
                    <a:pt x="5155" y="7186"/>
                    <a:pt x="5915" y="6968"/>
                  </a:cubicBezTo>
                  <a:cubicBezTo>
                    <a:pt x="5921" y="6967"/>
                    <a:pt x="5926" y="6964"/>
                    <a:pt x="5930" y="6961"/>
                  </a:cubicBezTo>
                  <a:lnTo>
                    <a:pt x="5930" y="6961"/>
                  </a:lnTo>
                  <a:cubicBezTo>
                    <a:pt x="5951" y="6950"/>
                    <a:pt x="5966" y="6928"/>
                    <a:pt x="5966" y="6893"/>
                  </a:cubicBezTo>
                  <a:lnTo>
                    <a:pt x="5840" y="5415"/>
                  </a:lnTo>
                  <a:cubicBezTo>
                    <a:pt x="5765" y="4613"/>
                    <a:pt x="5715" y="3811"/>
                    <a:pt x="5640" y="3034"/>
                  </a:cubicBezTo>
                  <a:cubicBezTo>
                    <a:pt x="5640" y="2858"/>
                    <a:pt x="5615" y="2658"/>
                    <a:pt x="5590" y="2482"/>
                  </a:cubicBezTo>
                  <a:cubicBezTo>
                    <a:pt x="5590" y="2432"/>
                    <a:pt x="5565" y="2407"/>
                    <a:pt x="5539" y="2407"/>
                  </a:cubicBezTo>
                  <a:cubicBezTo>
                    <a:pt x="5277" y="2426"/>
                    <a:pt x="5015" y="2438"/>
                    <a:pt x="4753" y="2438"/>
                  </a:cubicBezTo>
                  <a:cubicBezTo>
                    <a:pt x="4354" y="2438"/>
                    <a:pt x="3955" y="2411"/>
                    <a:pt x="3556" y="2340"/>
                  </a:cubicBezTo>
                  <a:lnTo>
                    <a:pt x="3556" y="2340"/>
                  </a:lnTo>
                  <a:cubicBezTo>
                    <a:pt x="3544" y="2231"/>
                    <a:pt x="3509" y="2110"/>
                    <a:pt x="3509" y="2006"/>
                  </a:cubicBezTo>
                  <a:cubicBezTo>
                    <a:pt x="3484" y="1881"/>
                    <a:pt x="3459" y="1755"/>
                    <a:pt x="3434" y="1630"/>
                  </a:cubicBezTo>
                  <a:lnTo>
                    <a:pt x="3259" y="377"/>
                  </a:lnTo>
                  <a:cubicBezTo>
                    <a:pt x="3259" y="277"/>
                    <a:pt x="3234" y="176"/>
                    <a:pt x="3234" y="51"/>
                  </a:cubicBezTo>
                  <a:cubicBezTo>
                    <a:pt x="3209" y="26"/>
                    <a:pt x="3159" y="1"/>
                    <a:pt x="313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2" name="Google Shape;5532;p55"/>
            <p:cNvSpPr/>
            <p:nvPr/>
          </p:nvSpPr>
          <p:spPr>
            <a:xfrm>
              <a:off x="6335191" y="2724649"/>
              <a:ext cx="1088005" cy="990502"/>
            </a:xfrm>
            <a:custGeom>
              <a:rect b="b" l="l" r="r" t="t"/>
              <a:pathLst>
                <a:path extrusionOk="0" h="19007" w="20878">
                  <a:moveTo>
                    <a:pt x="18998" y="0"/>
                  </a:moveTo>
                  <a:lnTo>
                    <a:pt x="15439" y="301"/>
                  </a:lnTo>
                  <a:cubicBezTo>
                    <a:pt x="11905" y="1905"/>
                    <a:pt x="12808" y="6692"/>
                    <a:pt x="9600" y="9248"/>
                  </a:cubicBezTo>
                  <a:cubicBezTo>
                    <a:pt x="6141" y="12030"/>
                    <a:pt x="0" y="13559"/>
                    <a:pt x="0" y="13559"/>
                  </a:cubicBezTo>
                  <a:lnTo>
                    <a:pt x="351" y="17970"/>
                  </a:lnTo>
                  <a:lnTo>
                    <a:pt x="376" y="17970"/>
                  </a:lnTo>
                  <a:cubicBezTo>
                    <a:pt x="1655" y="18396"/>
                    <a:pt x="3008" y="18647"/>
                    <a:pt x="4336" y="18822"/>
                  </a:cubicBezTo>
                  <a:cubicBezTo>
                    <a:pt x="5225" y="18933"/>
                    <a:pt x="6115" y="19007"/>
                    <a:pt x="6997" y="19007"/>
                  </a:cubicBezTo>
                  <a:cubicBezTo>
                    <a:pt x="8901" y="19007"/>
                    <a:pt x="10761" y="18664"/>
                    <a:pt x="12457" y="17619"/>
                  </a:cubicBezTo>
                  <a:cubicBezTo>
                    <a:pt x="13083" y="17243"/>
                    <a:pt x="13685" y="16767"/>
                    <a:pt x="14211" y="16266"/>
                  </a:cubicBezTo>
                  <a:cubicBezTo>
                    <a:pt x="15865" y="14762"/>
                    <a:pt x="17043" y="12882"/>
                    <a:pt x="18096" y="10928"/>
                  </a:cubicBezTo>
                  <a:cubicBezTo>
                    <a:pt x="19174" y="8872"/>
                    <a:pt x="20151" y="6717"/>
                    <a:pt x="20577" y="4411"/>
                  </a:cubicBezTo>
                  <a:cubicBezTo>
                    <a:pt x="20878" y="2732"/>
                    <a:pt x="20627" y="902"/>
                    <a:pt x="1899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3" name="Google Shape;5533;p55"/>
            <p:cNvSpPr/>
            <p:nvPr/>
          </p:nvSpPr>
          <p:spPr>
            <a:xfrm>
              <a:off x="6331283" y="2720116"/>
              <a:ext cx="1090610" cy="998684"/>
            </a:xfrm>
            <a:custGeom>
              <a:rect b="b" l="l" r="r" t="t"/>
              <a:pathLst>
                <a:path extrusionOk="0" h="19164" w="20928">
                  <a:moveTo>
                    <a:pt x="19079" y="0"/>
                  </a:moveTo>
                  <a:cubicBezTo>
                    <a:pt x="19010" y="0"/>
                    <a:pt x="18985" y="95"/>
                    <a:pt x="19048" y="137"/>
                  </a:cubicBezTo>
                  <a:cubicBezTo>
                    <a:pt x="19825" y="588"/>
                    <a:pt x="20351" y="1290"/>
                    <a:pt x="20577" y="2167"/>
                  </a:cubicBezTo>
                  <a:cubicBezTo>
                    <a:pt x="20777" y="3045"/>
                    <a:pt x="20702" y="3947"/>
                    <a:pt x="20527" y="4824"/>
                  </a:cubicBezTo>
                  <a:cubicBezTo>
                    <a:pt x="20051" y="7080"/>
                    <a:pt x="19073" y="9185"/>
                    <a:pt x="17970" y="11215"/>
                  </a:cubicBezTo>
                  <a:cubicBezTo>
                    <a:pt x="16918" y="13120"/>
                    <a:pt x="15740" y="15000"/>
                    <a:pt x="14086" y="16453"/>
                  </a:cubicBezTo>
                  <a:cubicBezTo>
                    <a:pt x="13233" y="17205"/>
                    <a:pt x="12281" y="17857"/>
                    <a:pt x="11203" y="18308"/>
                  </a:cubicBezTo>
                  <a:cubicBezTo>
                    <a:pt x="10201" y="18709"/>
                    <a:pt x="9148" y="18909"/>
                    <a:pt x="8071" y="18985"/>
                  </a:cubicBezTo>
                  <a:cubicBezTo>
                    <a:pt x="7717" y="19009"/>
                    <a:pt x="7366" y="19020"/>
                    <a:pt x="7017" y="19020"/>
                  </a:cubicBezTo>
                  <a:cubicBezTo>
                    <a:pt x="6277" y="19020"/>
                    <a:pt x="5545" y="18969"/>
                    <a:pt x="4812" y="18884"/>
                  </a:cubicBezTo>
                  <a:cubicBezTo>
                    <a:pt x="3609" y="18759"/>
                    <a:pt x="2431" y="18558"/>
                    <a:pt x="1279" y="18233"/>
                  </a:cubicBezTo>
                  <a:cubicBezTo>
                    <a:pt x="1018" y="18162"/>
                    <a:pt x="757" y="18090"/>
                    <a:pt x="496" y="17998"/>
                  </a:cubicBezTo>
                  <a:lnTo>
                    <a:pt x="496" y="17998"/>
                  </a:lnTo>
                  <a:cubicBezTo>
                    <a:pt x="449" y="17516"/>
                    <a:pt x="424" y="17036"/>
                    <a:pt x="376" y="16579"/>
                  </a:cubicBezTo>
                  <a:cubicBezTo>
                    <a:pt x="301" y="15777"/>
                    <a:pt x="251" y="14975"/>
                    <a:pt x="176" y="14198"/>
                  </a:cubicBezTo>
                  <a:cubicBezTo>
                    <a:pt x="176" y="14020"/>
                    <a:pt x="156" y="13862"/>
                    <a:pt x="134" y="13707"/>
                  </a:cubicBezTo>
                  <a:lnTo>
                    <a:pt x="134" y="13707"/>
                  </a:lnTo>
                  <a:cubicBezTo>
                    <a:pt x="815" y="13533"/>
                    <a:pt x="1473" y="13315"/>
                    <a:pt x="2131" y="13120"/>
                  </a:cubicBezTo>
                  <a:cubicBezTo>
                    <a:pt x="3634" y="12619"/>
                    <a:pt x="5138" y="12042"/>
                    <a:pt x="6542" y="11365"/>
                  </a:cubicBezTo>
                  <a:cubicBezTo>
                    <a:pt x="7319" y="10964"/>
                    <a:pt x="8071" y="10563"/>
                    <a:pt x="8797" y="10087"/>
                  </a:cubicBezTo>
                  <a:cubicBezTo>
                    <a:pt x="9499" y="9611"/>
                    <a:pt x="10151" y="9110"/>
                    <a:pt x="10677" y="8458"/>
                  </a:cubicBezTo>
                  <a:cubicBezTo>
                    <a:pt x="11655" y="7230"/>
                    <a:pt x="12106" y="5726"/>
                    <a:pt x="12632" y="4273"/>
                  </a:cubicBezTo>
                  <a:cubicBezTo>
                    <a:pt x="13133" y="2919"/>
                    <a:pt x="13760" y="1516"/>
                    <a:pt x="15038" y="714"/>
                  </a:cubicBezTo>
                  <a:cubicBezTo>
                    <a:pt x="15213" y="614"/>
                    <a:pt x="15364" y="538"/>
                    <a:pt x="15539" y="463"/>
                  </a:cubicBezTo>
                  <a:cubicBezTo>
                    <a:pt x="15623" y="421"/>
                    <a:pt x="15584" y="326"/>
                    <a:pt x="15510" y="326"/>
                  </a:cubicBezTo>
                  <a:cubicBezTo>
                    <a:pt x="15496" y="326"/>
                    <a:pt x="15480" y="330"/>
                    <a:pt x="15464" y="338"/>
                  </a:cubicBezTo>
                  <a:cubicBezTo>
                    <a:pt x="14787" y="639"/>
                    <a:pt x="14211" y="1115"/>
                    <a:pt x="13760" y="1691"/>
                  </a:cubicBezTo>
                  <a:cubicBezTo>
                    <a:pt x="13334" y="2268"/>
                    <a:pt x="13008" y="2919"/>
                    <a:pt x="12757" y="3596"/>
                  </a:cubicBezTo>
                  <a:cubicBezTo>
                    <a:pt x="12181" y="5000"/>
                    <a:pt x="11780" y="6528"/>
                    <a:pt x="10953" y="7832"/>
                  </a:cubicBezTo>
                  <a:cubicBezTo>
                    <a:pt x="10502" y="8508"/>
                    <a:pt x="9925" y="9085"/>
                    <a:pt x="9248" y="9586"/>
                  </a:cubicBezTo>
                  <a:cubicBezTo>
                    <a:pt x="8572" y="10087"/>
                    <a:pt x="7820" y="10538"/>
                    <a:pt x="7068" y="10939"/>
                  </a:cubicBezTo>
                  <a:cubicBezTo>
                    <a:pt x="5614" y="11691"/>
                    <a:pt x="4086" y="12293"/>
                    <a:pt x="2557" y="12819"/>
                  </a:cubicBezTo>
                  <a:cubicBezTo>
                    <a:pt x="1730" y="13095"/>
                    <a:pt x="903" y="13345"/>
                    <a:pt x="75" y="13571"/>
                  </a:cubicBezTo>
                  <a:lnTo>
                    <a:pt x="50" y="13571"/>
                  </a:lnTo>
                  <a:cubicBezTo>
                    <a:pt x="25" y="13571"/>
                    <a:pt x="0" y="13621"/>
                    <a:pt x="0" y="13646"/>
                  </a:cubicBezTo>
                  <a:cubicBezTo>
                    <a:pt x="25" y="14147"/>
                    <a:pt x="75" y="14649"/>
                    <a:pt x="126" y="15125"/>
                  </a:cubicBezTo>
                  <a:cubicBezTo>
                    <a:pt x="176" y="15927"/>
                    <a:pt x="251" y="16729"/>
                    <a:pt x="301" y="17506"/>
                  </a:cubicBezTo>
                  <a:lnTo>
                    <a:pt x="351" y="18057"/>
                  </a:lnTo>
                  <a:cubicBezTo>
                    <a:pt x="351" y="18082"/>
                    <a:pt x="376" y="18107"/>
                    <a:pt x="401" y="18132"/>
                  </a:cubicBezTo>
                  <a:cubicBezTo>
                    <a:pt x="1579" y="18508"/>
                    <a:pt x="2782" y="18759"/>
                    <a:pt x="4010" y="18934"/>
                  </a:cubicBezTo>
                  <a:cubicBezTo>
                    <a:pt x="4999" y="19069"/>
                    <a:pt x="6008" y="19164"/>
                    <a:pt x="7020" y="19164"/>
                  </a:cubicBezTo>
                  <a:cubicBezTo>
                    <a:pt x="7136" y="19164"/>
                    <a:pt x="7252" y="19163"/>
                    <a:pt x="7369" y="19160"/>
                  </a:cubicBezTo>
                  <a:cubicBezTo>
                    <a:pt x="8446" y="19135"/>
                    <a:pt x="9549" y="19010"/>
                    <a:pt x="10577" y="18684"/>
                  </a:cubicBezTo>
                  <a:cubicBezTo>
                    <a:pt x="11680" y="18333"/>
                    <a:pt x="12657" y="17782"/>
                    <a:pt x="13559" y="17080"/>
                  </a:cubicBezTo>
                  <a:cubicBezTo>
                    <a:pt x="15339" y="15701"/>
                    <a:pt x="16667" y="13822"/>
                    <a:pt x="17745" y="11892"/>
                  </a:cubicBezTo>
                  <a:cubicBezTo>
                    <a:pt x="18898" y="9862"/>
                    <a:pt x="19950" y="7731"/>
                    <a:pt x="20527" y="5476"/>
                  </a:cubicBezTo>
                  <a:cubicBezTo>
                    <a:pt x="20752" y="4548"/>
                    <a:pt x="20928" y="3596"/>
                    <a:pt x="20802" y="2619"/>
                  </a:cubicBezTo>
                  <a:cubicBezTo>
                    <a:pt x="20677" y="1791"/>
                    <a:pt x="20326" y="964"/>
                    <a:pt x="19675" y="413"/>
                  </a:cubicBezTo>
                  <a:cubicBezTo>
                    <a:pt x="19499" y="263"/>
                    <a:pt x="19324" y="137"/>
                    <a:pt x="19123" y="12"/>
                  </a:cubicBezTo>
                  <a:cubicBezTo>
                    <a:pt x="19107" y="4"/>
                    <a:pt x="19092" y="0"/>
                    <a:pt x="190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4" name="Google Shape;5534;p55"/>
            <p:cNvSpPr/>
            <p:nvPr/>
          </p:nvSpPr>
          <p:spPr>
            <a:xfrm>
              <a:off x="6523261" y="3309755"/>
              <a:ext cx="343578" cy="408823"/>
            </a:xfrm>
            <a:custGeom>
              <a:rect b="b" l="l" r="r" t="t"/>
              <a:pathLst>
                <a:path extrusionOk="0" h="7845" w="6593">
                  <a:moveTo>
                    <a:pt x="2695" y="483"/>
                  </a:moveTo>
                  <a:cubicBezTo>
                    <a:pt x="2707" y="483"/>
                    <a:pt x="2720" y="489"/>
                    <a:pt x="2732" y="502"/>
                  </a:cubicBezTo>
                  <a:cubicBezTo>
                    <a:pt x="2732" y="502"/>
                    <a:pt x="2757" y="527"/>
                    <a:pt x="2757" y="552"/>
                  </a:cubicBezTo>
                  <a:lnTo>
                    <a:pt x="2783" y="552"/>
                  </a:lnTo>
                  <a:cubicBezTo>
                    <a:pt x="2783" y="577"/>
                    <a:pt x="2783" y="577"/>
                    <a:pt x="2783" y="577"/>
                  </a:cubicBezTo>
                  <a:cubicBezTo>
                    <a:pt x="2783" y="602"/>
                    <a:pt x="2808" y="602"/>
                    <a:pt x="2808" y="602"/>
                  </a:cubicBezTo>
                  <a:cubicBezTo>
                    <a:pt x="2833" y="627"/>
                    <a:pt x="2833" y="627"/>
                    <a:pt x="2833" y="627"/>
                  </a:cubicBezTo>
                  <a:cubicBezTo>
                    <a:pt x="2833" y="627"/>
                    <a:pt x="2858" y="627"/>
                    <a:pt x="2858" y="652"/>
                  </a:cubicBezTo>
                  <a:lnTo>
                    <a:pt x="2958" y="652"/>
                  </a:lnTo>
                  <a:cubicBezTo>
                    <a:pt x="2983" y="652"/>
                    <a:pt x="3033" y="702"/>
                    <a:pt x="3033" y="727"/>
                  </a:cubicBezTo>
                  <a:cubicBezTo>
                    <a:pt x="3033" y="777"/>
                    <a:pt x="2983" y="802"/>
                    <a:pt x="2958" y="802"/>
                  </a:cubicBezTo>
                  <a:cubicBezTo>
                    <a:pt x="2883" y="802"/>
                    <a:pt x="2808" y="777"/>
                    <a:pt x="2757" y="752"/>
                  </a:cubicBezTo>
                  <a:cubicBezTo>
                    <a:pt x="2732" y="727"/>
                    <a:pt x="2707" y="702"/>
                    <a:pt x="2682" y="677"/>
                  </a:cubicBezTo>
                  <a:cubicBezTo>
                    <a:pt x="2657" y="652"/>
                    <a:pt x="2632" y="627"/>
                    <a:pt x="2607" y="577"/>
                  </a:cubicBezTo>
                  <a:cubicBezTo>
                    <a:pt x="2607" y="552"/>
                    <a:pt x="2607" y="527"/>
                    <a:pt x="2632" y="527"/>
                  </a:cubicBezTo>
                  <a:cubicBezTo>
                    <a:pt x="2632" y="502"/>
                    <a:pt x="2657" y="502"/>
                    <a:pt x="2657" y="502"/>
                  </a:cubicBezTo>
                  <a:cubicBezTo>
                    <a:pt x="2670" y="489"/>
                    <a:pt x="2682" y="483"/>
                    <a:pt x="2695" y="483"/>
                  </a:cubicBezTo>
                  <a:close/>
                  <a:moveTo>
                    <a:pt x="3534" y="852"/>
                  </a:moveTo>
                  <a:cubicBezTo>
                    <a:pt x="3610" y="903"/>
                    <a:pt x="3710" y="978"/>
                    <a:pt x="3785" y="1028"/>
                  </a:cubicBezTo>
                  <a:cubicBezTo>
                    <a:pt x="3810" y="1053"/>
                    <a:pt x="3835" y="1103"/>
                    <a:pt x="3810" y="1128"/>
                  </a:cubicBezTo>
                  <a:cubicBezTo>
                    <a:pt x="3810" y="1153"/>
                    <a:pt x="3785" y="1153"/>
                    <a:pt x="3760" y="1178"/>
                  </a:cubicBezTo>
                  <a:cubicBezTo>
                    <a:pt x="3760" y="1178"/>
                    <a:pt x="3735" y="1178"/>
                    <a:pt x="3710" y="1153"/>
                  </a:cubicBezTo>
                  <a:cubicBezTo>
                    <a:pt x="3635" y="1103"/>
                    <a:pt x="3534" y="1028"/>
                    <a:pt x="3459" y="978"/>
                  </a:cubicBezTo>
                  <a:cubicBezTo>
                    <a:pt x="3434" y="953"/>
                    <a:pt x="3409" y="928"/>
                    <a:pt x="3434" y="878"/>
                  </a:cubicBezTo>
                  <a:cubicBezTo>
                    <a:pt x="3434" y="852"/>
                    <a:pt x="3459" y="852"/>
                    <a:pt x="3484" y="852"/>
                  </a:cubicBezTo>
                  <a:close/>
                  <a:moveTo>
                    <a:pt x="1630" y="1053"/>
                  </a:moveTo>
                  <a:cubicBezTo>
                    <a:pt x="1730" y="1078"/>
                    <a:pt x="1830" y="1103"/>
                    <a:pt x="1930" y="1128"/>
                  </a:cubicBezTo>
                  <a:cubicBezTo>
                    <a:pt x="1955" y="1128"/>
                    <a:pt x="1980" y="1178"/>
                    <a:pt x="1980" y="1203"/>
                  </a:cubicBezTo>
                  <a:cubicBezTo>
                    <a:pt x="1962" y="1240"/>
                    <a:pt x="1944" y="1263"/>
                    <a:pt x="1916" y="1263"/>
                  </a:cubicBezTo>
                  <a:cubicBezTo>
                    <a:pt x="1905" y="1263"/>
                    <a:pt x="1894" y="1260"/>
                    <a:pt x="1880" y="1253"/>
                  </a:cubicBezTo>
                  <a:lnTo>
                    <a:pt x="1605" y="1203"/>
                  </a:lnTo>
                  <a:cubicBezTo>
                    <a:pt x="1554" y="1178"/>
                    <a:pt x="1529" y="1128"/>
                    <a:pt x="1554" y="1103"/>
                  </a:cubicBezTo>
                  <a:cubicBezTo>
                    <a:pt x="1554" y="1053"/>
                    <a:pt x="1605" y="1053"/>
                    <a:pt x="1630" y="1053"/>
                  </a:cubicBezTo>
                  <a:close/>
                  <a:moveTo>
                    <a:pt x="2281" y="1529"/>
                  </a:moveTo>
                  <a:cubicBezTo>
                    <a:pt x="2306" y="1529"/>
                    <a:pt x="2331" y="1554"/>
                    <a:pt x="2331" y="1554"/>
                  </a:cubicBezTo>
                  <a:cubicBezTo>
                    <a:pt x="2382" y="1629"/>
                    <a:pt x="2407" y="1680"/>
                    <a:pt x="2457" y="1730"/>
                  </a:cubicBezTo>
                  <a:cubicBezTo>
                    <a:pt x="2457" y="1780"/>
                    <a:pt x="2457" y="1830"/>
                    <a:pt x="2432" y="1830"/>
                  </a:cubicBezTo>
                  <a:cubicBezTo>
                    <a:pt x="2407" y="1855"/>
                    <a:pt x="2382" y="1855"/>
                    <a:pt x="2356" y="1855"/>
                  </a:cubicBezTo>
                  <a:cubicBezTo>
                    <a:pt x="2356" y="1830"/>
                    <a:pt x="2331" y="1830"/>
                    <a:pt x="2331" y="1805"/>
                  </a:cubicBezTo>
                  <a:cubicBezTo>
                    <a:pt x="2281" y="1755"/>
                    <a:pt x="2256" y="1705"/>
                    <a:pt x="2206" y="1629"/>
                  </a:cubicBezTo>
                  <a:cubicBezTo>
                    <a:pt x="2181" y="1604"/>
                    <a:pt x="2206" y="1554"/>
                    <a:pt x="2231" y="1529"/>
                  </a:cubicBezTo>
                  <a:close/>
                  <a:moveTo>
                    <a:pt x="3908" y="1393"/>
                  </a:moveTo>
                  <a:cubicBezTo>
                    <a:pt x="3919" y="1393"/>
                    <a:pt x="3928" y="1397"/>
                    <a:pt x="3935" y="1404"/>
                  </a:cubicBezTo>
                  <a:cubicBezTo>
                    <a:pt x="3960" y="1429"/>
                    <a:pt x="3986" y="1479"/>
                    <a:pt x="3960" y="1504"/>
                  </a:cubicBezTo>
                  <a:cubicBezTo>
                    <a:pt x="3885" y="1654"/>
                    <a:pt x="3785" y="1780"/>
                    <a:pt x="3710" y="1930"/>
                  </a:cubicBezTo>
                  <a:cubicBezTo>
                    <a:pt x="3695" y="1960"/>
                    <a:pt x="3672" y="1972"/>
                    <a:pt x="3650" y="1972"/>
                  </a:cubicBezTo>
                  <a:cubicBezTo>
                    <a:pt x="3635" y="1972"/>
                    <a:pt x="3620" y="1966"/>
                    <a:pt x="3610" y="1955"/>
                  </a:cubicBezTo>
                  <a:cubicBezTo>
                    <a:pt x="3585" y="1930"/>
                    <a:pt x="3559" y="1905"/>
                    <a:pt x="3585" y="1855"/>
                  </a:cubicBezTo>
                  <a:cubicBezTo>
                    <a:pt x="3660" y="1705"/>
                    <a:pt x="3760" y="1579"/>
                    <a:pt x="3835" y="1429"/>
                  </a:cubicBezTo>
                  <a:cubicBezTo>
                    <a:pt x="3853" y="1411"/>
                    <a:pt x="3883" y="1393"/>
                    <a:pt x="3908" y="1393"/>
                  </a:cubicBezTo>
                  <a:close/>
                  <a:moveTo>
                    <a:pt x="2532" y="2406"/>
                  </a:moveTo>
                  <a:cubicBezTo>
                    <a:pt x="2582" y="2406"/>
                    <a:pt x="2607" y="2456"/>
                    <a:pt x="2582" y="2482"/>
                  </a:cubicBezTo>
                  <a:cubicBezTo>
                    <a:pt x="2557" y="2607"/>
                    <a:pt x="2532" y="2707"/>
                    <a:pt x="2482" y="2807"/>
                  </a:cubicBezTo>
                  <a:cubicBezTo>
                    <a:pt x="2482" y="2844"/>
                    <a:pt x="2455" y="2867"/>
                    <a:pt x="2431" y="2867"/>
                  </a:cubicBezTo>
                  <a:cubicBezTo>
                    <a:pt x="2422" y="2867"/>
                    <a:pt x="2413" y="2864"/>
                    <a:pt x="2407" y="2857"/>
                  </a:cubicBezTo>
                  <a:cubicBezTo>
                    <a:pt x="2356" y="2857"/>
                    <a:pt x="2331" y="2807"/>
                    <a:pt x="2356" y="2782"/>
                  </a:cubicBezTo>
                  <a:cubicBezTo>
                    <a:pt x="2382" y="2682"/>
                    <a:pt x="2407" y="2557"/>
                    <a:pt x="2457" y="2456"/>
                  </a:cubicBezTo>
                  <a:cubicBezTo>
                    <a:pt x="2457" y="2406"/>
                    <a:pt x="2507" y="2406"/>
                    <a:pt x="2532" y="2406"/>
                  </a:cubicBezTo>
                  <a:close/>
                  <a:moveTo>
                    <a:pt x="3409" y="2281"/>
                  </a:moveTo>
                  <a:cubicBezTo>
                    <a:pt x="3459" y="2281"/>
                    <a:pt x="3484" y="2331"/>
                    <a:pt x="3484" y="2356"/>
                  </a:cubicBezTo>
                  <a:cubicBezTo>
                    <a:pt x="3484" y="2532"/>
                    <a:pt x="3459" y="2707"/>
                    <a:pt x="3459" y="2857"/>
                  </a:cubicBezTo>
                  <a:cubicBezTo>
                    <a:pt x="3459" y="2908"/>
                    <a:pt x="3409" y="2933"/>
                    <a:pt x="3384" y="2933"/>
                  </a:cubicBezTo>
                  <a:cubicBezTo>
                    <a:pt x="3334" y="2933"/>
                    <a:pt x="3309" y="2908"/>
                    <a:pt x="3309" y="2857"/>
                  </a:cubicBezTo>
                  <a:lnTo>
                    <a:pt x="3334" y="2356"/>
                  </a:lnTo>
                  <a:cubicBezTo>
                    <a:pt x="3334" y="2331"/>
                    <a:pt x="3359" y="2281"/>
                    <a:pt x="3409" y="2281"/>
                  </a:cubicBezTo>
                  <a:close/>
                  <a:moveTo>
                    <a:pt x="3484" y="3484"/>
                  </a:moveTo>
                  <a:cubicBezTo>
                    <a:pt x="3484" y="3484"/>
                    <a:pt x="3509" y="3509"/>
                    <a:pt x="3509" y="3509"/>
                  </a:cubicBezTo>
                  <a:lnTo>
                    <a:pt x="3710" y="3785"/>
                  </a:lnTo>
                  <a:cubicBezTo>
                    <a:pt x="3735" y="3810"/>
                    <a:pt x="3710" y="3860"/>
                    <a:pt x="3685" y="3860"/>
                  </a:cubicBezTo>
                  <a:cubicBezTo>
                    <a:pt x="3660" y="3885"/>
                    <a:pt x="3635" y="3885"/>
                    <a:pt x="3610" y="3885"/>
                  </a:cubicBezTo>
                  <a:cubicBezTo>
                    <a:pt x="3610" y="3885"/>
                    <a:pt x="3585" y="3860"/>
                    <a:pt x="3585" y="3835"/>
                  </a:cubicBezTo>
                  <a:cubicBezTo>
                    <a:pt x="3509" y="3760"/>
                    <a:pt x="3459" y="3685"/>
                    <a:pt x="3384" y="3584"/>
                  </a:cubicBezTo>
                  <a:cubicBezTo>
                    <a:pt x="3359" y="3559"/>
                    <a:pt x="3384" y="3509"/>
                    <a:pt x="3409" y="3484"/>
                  </a:cubicBezTo>
                  <a:close/>
                  <a:moveTo>
                    <a:pt x="2081" y="3440"/>
                  </a:moveTo>
                  <a:cubicBezTo>
                    <a:pt x="2100" y="3440"/>
                    <a:pt x="2118" y="3446"/>
                    <a:pt x="2131" y="3459"/>
                  </a:cubicBezTo>
                  <a:cubicBezTo>
                    <a:pt x="2156" y="3484"/>
                    <a:pt x="2156" y="3534"/>
                    <a:pt x="2131" y="3559"/>
                  </a:cubicBezTo>
                  <a:cubicBezTo>
                    <a:pt x="2106" y="3584"/>
                    <a:pt x="2081" y="3609"/>
                    <a:pt x="2081" y="3634"/>
                  </a:cubicBezTo>
                  <a:cubicBezTo>
                    <a:pt x="2064" y="3634"/>
                    <a:pt x="2058" y="3646"/>
                    <a:pt x="2057" y="3646"/>
                  </a:cubicBezTo>
                  <a:cubicBezTo>
                    <a:pt x="2056" y="3646"/>
                    <a:pt x="2056" y="3643"/>
                    <a:pt x="2056" y="3634"/>
                  </a:cubicBezTo>
                  <a:cubicBezTo>
                    <a:pt x="2056" y="3660"/>
                    <a:pt x="2056" y="3660"/>
                    <a:pt x="2056" y="3660"/>
                  </a:cubicBezTo>
                  <a:cubicBezTo>
                    <a:pt x="2031" y="3685"/>
                    <a:pt x="2031" y="3685"/>
                    <a:pt x="2031" y="3710"/>
                  </a:cubicBezTo>
                  <a:cubicBezTo>
                    <a:pt x="2031" y="3710"/>
                    <a:pt x="2006" y="3735"/>
                    <a:pt x="2006" y="3735"/>
                  </a:cubicBezTo>
                  <a:cubicBezTo>
                    <a:pt x="2006" y="3735"/>
                    <a:pt x="2006" y="3735"/>
                    <a:pt x="2006" y="3760"/>
                  </a:cubicBezTo>
                  <a:cubicBezTo>
                    <a:pt x="2006" y="3760"/>
                    <a:pt x="2006" y="3760"/>
                    <a:pt x="2006" y="3785"/>
                  </a:cubicBezTo>
                  <a:cubicBezTo>
                    <a:pt x="1980" y="3810"/>
                    <a:pt x="1980" y="3835"/>
                    <a:pt x="1980" y="3860"/>
                  </a:cubicBezTo>
                  <a:cubicBezTo>
                    <a:pt x="1962" y="3897"/>
                    <a:pt x="1930" y="3920"/>
                    <a:pt x="1905" y="3920"/>
                  </a:cubicBezTo>
                  <a:cubicBezTo>
                    <a:pt x="1895" y="3920"/>
                    <a:pt x="1887" y="3917"/>
                    <a:pt x="1880" y="3910"/>
                  </a:cubicBezTo>
                  <a:cubicBezTo>
                    <a:pt x="1855" y="3910"/>
                    <a:pt x="1855" y="3885"/>
                    <a:pt x="1830" y="3885"/>
                  </a:cubicBezTo>
                  <a:cubicBezTo>
                    <a:pt x="1830" y="3860"/>
                    <a:pt x="1830" y="3835"/>
                    <a:pt x="1830" y="3835"/>
                  </a:cubicBezTo>
                  <a:cubicBezTo>
                    <a:pt x="1855" y="3685"/>
                    <a:pt x="1930" y="3559"/>
                    <a:pt x="2031" y="3459"/>
                  </a:cubicBezTo>
                  <a:cubicBezTo>
                    <a:pt x="2043" y="3446"/>
                    <a:pt x="2062" y="3440"/>
                    <a:pt x="2081" y="3440"/>
                  </a:cubicBezTo>
                  <a:close/>
                  <a:moveTo>
                    <a:pt x="4351" y="4101"/>
                  </a:moveTo>
                  <a:cubicBezTo>
                    <a:pt x="4361" y="4101"/>
                    <a:pt x="4373" y="4104"/>
                    <a:pt x="4387" y="4111"/>
                  </a:cubicBezTo>
                  <a:cubicBezTo>
                    <a:pt x="4487" y="4136"/>
                    <a:pt x="4562" y="4161"/>
                    <a:pt x="4662" y="4186"/>
                  </a:cubicBezTo>
                  <a:cubicBezTo>
                    <a:pt x="4712" y="4186"/>
                    <a:pt x="4737" y="4236"/>
                    <a:pt x="4712" y="4261"/>
                  </a:cubicBezTo>
                  <a:cubicBezTo>
                    <a:pt x="4712" y="4311"/>
                    <a:pt x="4662" y="4311"/>
                    <a:pt x="4637" y="4311"/>
                  </a:cubicBezTo>
                  <a:cubicBezTo>
                    <a:pt x="4537" y="4286"/>
                    <a:pt x="4437" y="4261"/>
                    <a:pt x="4336" y="4236"/>
                  </a:cubicBezTo>
                  <a:cubicBezTo>
                    <a:pt x="4311" y="4236"/>
                    <a:pt x="4286" y="4186"/>
                    <a:pt x="4286" y="4161"/>
                  </a:cubicBezTo>
                  <a:cubicBezTo>
                    <a:pt x="4305" y="4124"/>
                    <a:pt x="4323" y="4101"/>
                    <a:pt x="4351" y="4101"/>
                  </a:cubicBezTo>
                  <a:close/>
                  <a:moveTo>
                    <a:pt x="2131" y="4211"/>
                  </a:moveTo>
                  <a:lnTo>
                    <a:pt x="2432" y="4286"/>
                  </a:lnTo>
                  <a:cubicBezTo>
                    <a:pt x="2457" y="4286"/>
                    <a:pt x="2482" y="4336"/>
                    <a:pt x="2482" y="4361"/>
                  </a:cubicBezTo>
                  <a:cubicBezTo>
                    <a:pt x="2482" y="4398"/>
                    <a:pt x="2455" y="4421"/>
                    <a:pt x="2421" y="4421"/>
                  </a:cubicBezTo>
                  <a:cubicBezTo>
                    <a:pt x="2408" y="4421"/>
                    <a:pt x="2395" y="4418"/>
                    <a:pt x="2382" y="4411"/>
                  </a:cubicBezTo>
                  <a:cubicBezTo>
                    <a:pt x="2281" y="4386"/>
                    <a:pt x="2206" y="4361"/>
                    <a:pt x="2106" y="4361"/>
                  </a:cubicBezTo>
                  <a:cubicBezTo>
                    <a:pt x="2056" y="4336"/>
                    <a:pt x="2031" y="4286"/>
                    <a:pt x="2056" y="4261"/>
                  </a:cubicBezTo>
                  <a:cubicBezTo>
                    <a:pt x="2056" y="4211"/>
                    <a:pt x="2106" y="4211"/>
                    <a:pt x="2131" y="4211"/>
                  </a:cubicBezTo>
                  <a:close/>
                  <a:moveTo>
                    <a:pt x="5473" y="4204"/>
                  </a:moveTo>
                  <a:cubicBezTo>
                    <a:pt x="5479" y="4204"/>
                    <a:pt x="5485" y="4206"/>
                    <a:pt x="5489" y="4211"/>
                  </a:cubicBezTo>
                  <a:cubicBezTo>
                    <a:pt x="5615" y="4236"/>
                    <a:pt x="5715" y="4286"/>
                    <a:pt x="5815" y="4311"/>
                  </a:cubicBezTo>
                  <a:cubicBezTo>
                    <a:pt x="5865" y="4336"/>
                    <a:pt x="5890" y="4361"/>
                    <a:pt x="5865" y="4411"/>
                  </a:cubicBezTo>
                  <a:cubicBezTo>
                    <a:pt x="5865" y="4436"/>
                    <a:pt x="5815" y="4462"/>
                    <a:pt x="5790" y="4462"/>
                  </a:cubicBezTo>
                  <a:cubicBezTo>
                    <a:pt x="5690" y="4411"/>
                    <a:pt x="5564" y="4386"/>
                    <a:pt x="5464" y="4361"/>
                  </a:cubicBezTo>
                  <a:cubicBezTo>
                    <a:pt x="5414" y="4336"/>
                    <a:pt x="5414" y="4311"/>
                    <a:pt x="5414" y="4261"/>
                  </a:cubicBezTo>
                  <a:cubicBezTo>
                    <a:pt x="5414" y="4241"/>
                    <a:pt x="5447" y="4204"/>
                    <a:pt x="5473" y="4204"/>
                  </a:cubicBezTo>
                  <a:close/>
                  <a:moveTo>
                    <a:pt x="3241" y="4351"/>
                  </a:moveTo>
                  <a:cubicBezTo>
                    <a:pt x="3254" y="4351"/>
                    <a:pt x="3269" y="4354"/>
                    <a:pt x="3284" y="4361"/>
                  </a:cubicBezTo>
                  <a:cubicBezTo>
                    <a:pt x="3359" y="4411"/>
                    <a:pt x="3434" y="4462"/>
                    <a:pt x="3534" y="4512"/>
                  </a:cubicBezTo>
                  <a:cubicBezTo>
                    <a:pt x="3559" y="4537"/>
                    <a:pt x="3559" y="4587"/>
                    <a:pt x="3559" y="4612"/>
                  </a:cubicBezTo>
                  <a:cubicBezTo>
                    <a:pt x="3542" y="4630"/>
                    <a:pt x="3511" y="4647"/>
                    <a:pt x="3486" y="4647"/>
                  </a:cubicBezTo>
                  <a:cubicBezTo>
                    <a:pt x="3476" y="4647"/>
                    <a:pt x="3467" y="4644"/>
                    <a:pt x="3459" y="4637"/>
                  </a:cubicBezTo>
                  <a:cubicBezTo>
                    <a:pt x="3359" y="4587"/>
                    <a:pt x="3284" y="4537"/>
                    <a:pt x="3209" y="4487"/>
                  </a:cubicBezTo>
                  <a:cubicBezTo>
                    <a:pt x="3158" y="4462"/>
                    <a:pt x="3158" y="4436"/>
                    <a:pt x="3184" y="4386"/>
                  </a:cubicBezTo>
                  <a:cubicBezTo>
                    <a:pt x="3184" y="4369"/>
                    <a:pt x="3209" y="4351"/>
                    <a:pt x="3241" y="4351"/>
                  </a:cubicBezTo>
                  <a:close/>
                  <a:moveTo>
                    <a:pt x="5882" y="4758"/>
                  </a:moveTo>
                  <a:cubicBezTo>
                    <a:pt x="5903" y="4758"/>
                    <a:pt x="5926" y="4773"/>
                    <a:pt x="5940" y="4787"/>
                  </a:cubicBezTo>
                  <a:cubicBezTo>
                    <a:pt x="5940" y="4787"/>
                    <a:pt x="5965" y="4812"/>
                    <a:pt x="5965" y="4837"/>
                  </a:cubicBezTo>
                  <a:cubicBezTo>
                    <a:pt x="5965" y="4837"/>
                    <a:pt x="5940" y="4863"/>
                    <a:pt x="5940" y="4888"/>
                  </a:cubicBezTo>
                  <a:cubicBezTo>
                    <a:pt x="5865" y="4963"/>
                    <a:pt x="5790" y="5038"/>
                    <a:pt x="5715" y="5138"/>
                  </a:cubicBezTo>
                  <a:cubicBezTo>
                    <a:pt x="5702" y="5151"/>
                    <a:pt x="5684" y="5157"/>
                    <a:pt x="5665" y="5157"/>
                  </a:cubicBezTo>
                  <a:cubicBezTo>
                    <a:pt x="5646" y="5157"/>
                    <a:pt x="5627" y="5151"/>
                    <a:pt x="5615" y="5138"/>
                  </a:cubicBezTo>
                  <a:cubicBezTo>
                    <a:pt x="5615" y="5113"/>
                    <a:pt x="5590" y="5088"/>
                    <a:pt x="5590" y="5088"/>
                  </a:cubicBezTo>
                  <a:cubicBezTo>
                    <a:pt x="5590" y="5063"/>
                    <a:pt x="5615" y="5038"/>
                    <a:pt x="5615" y="5038"/>
                  </a:cubicBezTo>
                  <a:cubicBezTo>
                    <a:pt x="5690" y="4938"/>
                    <a:pt x="5765" y="4863"/>
                    <a:pt x="5840" y="4787"/>
                  </a:cubicBezTo>
                  <a:cubicBezTo>
                    <a:pt x="5851" y="4766"/>
                    <a:pt x="5866" y="4758"/>
                    <a:pt x="5882" y="4758"/>
                  </a:cubicBezTo>
                  <a:close/>
                  <a:moveTo>
                    <a:pt x="4253" y="4856"/>
                  </a:moveTo>
                  <a:cubicBezTo>
                    <a:pt x="4279" y="4856"/>
                    <a:pt x="4311" y="4892"/>
                    <a:pt x="4311" y="4913"/>
                  </a:cubicBezTo>
                  <a:cubicBezTo>
                    <a:pt x="4361" y="5013"/>
                    <a:pt x="4387" y="5138"/>
                    <a:pt x="4437" y="5238"/>
                  </a:cubicBezTo>
                  <a:cubicBezTo>
                    <a:pt x="4437" y="5264"/>
                    <a:pt x="4412" y="5314"/>
                    <a:pt x="4387" y="5314"/>
                  </a:cubicBezTo>
                  <a:cubicBezTo>
                    <a:pt x="4373" y="5320"/>
                    <a:pt x="4361" y="5323"/>
                    <a:pt x="4351" y="5323"/>
                  </a:cubicBezTo>
                  <a:cubicBezTo>
                    <a:pt x="4323" y="5323"/>
                    <a:pt x="4305" y="5300"/>
                    <a:pt x="4286" y="5264"/>
                  </a:cubicBezTo>
                  <a:cubicBezTo>
                    <a:pt x="4261" y="5163"/>
                    <a:pt x="4211" y="5063"/>
                    <a:pt x="4186" y="4938"/>
                  </a:cubicBezTo>
                  <a:cubicBezTo>
                    <a:pt x="4161" y="4913"/>
                    <a:pt x="4186" y="4863"/>
                    <a:pt x="4236" y="4863"/>
                  </a:cubicBezTo>
                  <a:cubicBezTo>
                    <a:pt x="4241" y="4858"/>
                    <a:pt x="4247" y="4856"/>
                    <a:pt x="4253" y="4856"/>
                  </a:cubicBezTo>
                  <a:close/>
                  <a:moveTo>
                    <a:pt x="5063" y="5690"/>
                  </a:moveTo>
                  <a:cubicBezTo>
                    <a:pt x="5088" y="5690"/>
                    <a:pt x="5113" y="5740"/>
                    <a:pt x="5113" y="5790"/>
                  </a:cubicBezTo>
                  <a:cubicBezTo>
                    <a:pt x="5088" y="5890"/>
                    <a:pt x="5063" y="5990"/>
                    <a:pt x="5038" y="6116"/>
                  </a:cubicBezTo>
                  <a:cubicBezTo>
                    <a:pt x="5038" y="6141"/>
                    <a:pt x="4988" y="6166"/>
                    <a:pt x="4938" y="6166"/>
                  </a:cubicBezTo>
                  <a:cubicBezTo>
                    <a:pt x="4913" y="6141"/>
                    <a:pt x="4888" y="6116"/>
                    <a:pt x="4888" y="6066"/>
                  </a:cubicBezTo>
                  <a:cubicBezTo>
                    <a:pt x="4913" y="5965"/>
                    <a:pt x="4938" y="5840"/>
                    <a:pt x="4963" y="5740"/>
                  </a:cubicBezTo>
                  <a:cubicBezTo>
                    <a:pt x="4988" y="5690"/>
                    <a:pt x="5013" y="5690"/>
                    <a:pt x="5063" y="5690"/>
                  </a:cubicBezTo>
                  <a:close/>
                  <a:moveTo>
                    <a:pt x="4278" y="5723"/>
                  </a:moveTo>
                  <a:cubicBezTo>
                    <a:pt x="4295" y="5723"/>
                    <a:pt x="4316" y="5729"/>
                    <a:pt x="4336" y="5740"/>
                  </a:cubicBezTo>
                  <a:cubicBezTo>
                    <a:pt x="4361" y="5765"/>
                    <a:pt x="4361" y="5790"/>
                    <a:pt x="4361" y="5840"/>
                  </a:cubicBezTo>
                  <a:cubicBezTo>
                    <a:pt x="4286" y="5940"/>
                    <a:pt x="4236" y="6040"/>
                    <a:pt x="4161" y="6166"/>
                  </a:cubicBezTo>
                  <a:cubicBezTo>
                    <a:pt x="4161" y="6184"/>
                    <a:pt x="4136" y="6201"/>
                    <a:pt x="4103" y="6201"/>
                  </a:cubicBezTo>
                  <a:cubicBezTo>
                    <a:pt x="4090" y="6201"/>
                    <a:pt x="4075" y="6198"/>
                    <a:pt x="4061" y="6191"/>
                  </a:cubicBezTo>
                  <a:cubicBezTo>
                    <a:pt x="4036" y="6166"/>
                    <a:pt x="4036" y="6116"/>
                    <a:pt x="4036" y="6091"/>
                  </a:cubicBezTo>
                  <a:cubicBezTo>
                    <a:pt x="4111" y="5990"/>
                    <a:pt x="4161" y="5865"/>
                    <a:pt x="4236" y="5765"/>
                  </a:cubicBezTo>
                  <a:cubicBezTo>
                    <a:pt x="4236" y="5735"/>
                    <a:pt x="4253" y="5723"/>
                    <a:pt x="4278" y="5723"/>
                  </a:cubicBezTo>
                  <a:close/>
                  <a:moveTo>
                    <a:pt x="3911" y="6632"/>
                  </a:moveTo>
                  <a:cubicBezTo>
                    <a:pt x="3920" y="6632"/>
                    <a:pt x="3929" y="6635"/>
                    <a:pt x="3935" y="6642"/>
                  </a:cubicBezTo>
                  <a:cubicBezTo>
                    <a:pt x="3986" y="6642"/>
                    <a:pt x="3986" y="6692"/>
                    <a:pt x="3986" y="6717"/>
                  </a:cubicBezTo>
                  <a:cubicBezTo>
                    <a:pt x="3960" y="6842"/>
                    <a:pt x="3935" y="6968"/>
                    <a:pt x="3910" y="7093"/>
                  </a:cubicBezTo>
                  <a:cubicBezTo>
                    <a:pt x="3910" y="7118"/>
                    <a:pt x="3860" y="7143"/>
                    <a:pt x="3835" y="7143"/>
                  </a:cubicBezTo>
                  <a:cubicBezTo>
                    <a:pt x="3785" y="7118"/>
                    <a:pt x="3760" y="7068"/>
                    <a:pt x="3785" y="7043"/>
                  </a:cubicBezTo>
                  <a:cubicBezTo>
                    <a:pt x="3810" y="6918"/>
                    <a:pt x="3835" y="6792"/>
                    <a:pt x="3860" y="6692"/>
                  </a:cubicBezTo>
                  <a:cubicBezTo>
                    <a:pt x="3860" y="6655"/>
                    <a:pt x="3887" y="6632"/>
                    <a:pt x="3911" y="6632"/>
                  </a:cubicBezTo>
                  <a:close/>
                  <a:moveTo>
                    <a:pt x="5039" y="6635"/>
                  </a:moveTo>
                  <a:cubicBezTo>
                    <a:pt x="5072" y="6635"/>
                    <a:pt x="5088" y="6672"/>
                    <a:pt x="5088" y="6692"/>
                  </a:cubicBezTo>
                  <a:lnTo>
                    <a:pt x="5113" y="7143"/>
                  </a:lnTo>
                  <a:cubicBezTo>
                    <a:pt x="5113" y="7168"/>
                    <a:pt x="5088" y="7218"/>
                    <a:pt x="5038" y="7218"/>
                  </a:cubicBezTo>
                  <a:cubicBezTo>
                    <a:pt x="5013" y="7218"/>
                    <a:pt x="4988" y="7168"/>
                    <a:pt x="4988" y="7143"/>
                  </a:cubicBezTo>
                  <a:lnTo>
                    <a:pt x="4938" y="6692"/>
                  </a:lnTo>
                  <a:cubicBezTo>
                    <a:pt x="4938" y="6667"/>
                    <a:pt x="4963" y="6642"/>
                    <a:pt x="5013" y="6642"/>
                  </a:cubicBezTo>
                  <a:cubicBezTo>
                    <a:pt x="5023" y="6637"/>
                    <a:pt x="5031" y="6635"/>
                    <a:pt x="5039" y="6635"/>
                  </a:cubicBezTo>
                  <a:close/>
                  <a:moveTo>
                    <a:pt x="2632" y="0"/>
                  </a:moveTo>
                  <a:cubicBezTo>
                    <a:pt x="1780" y="401"/>
                    <a:pt x="903" y="777"/>
                    <a:pt x="1" y="1103"/>
                  </a:cubicBezTo>
                  <a:cubicBezTo>
                    <a:pt x="26" y="1128"/>
                    <a:pt x="26" y="1128"/>
                    <a:pt x="51" y="1153"/>
                  </a:cubicBezTo>
                  <a:cubicBezTo>
                    <a:pt x="427" y="1529"/>
                    <a:pt x="1028" y="1379"/>
                    <a:pt x="1504" y="1554"/>
                  </a:cubicBezTo>
                  <a:cubicBezTo>
                    <a:pt x="1705" y="1629"/>
                    <a:pt x="1880" y="1755"/>
                    <a:pt x="2006" y="1930"/>
                  </a:cubicBezTo>
                  <a:cubicBezTo>
                    <a:pt x="2106" y="2156"/>
                    <a:pt x="2106" y="2406"/>
                    <a:pt x="2006" y="2632"/>
                  </a:cubicBezTo>
                  <a:cubicBezTo>
                    <a:pt x="1805" y="3133"/>
                    <a:pt x="1304" y="3409"/>
                    <a:pt x="1078" y="3910"/>
                  </a:cubicBezTo>
                  <a:cubicBezTo>
                    <a:pt x="1003" y="4161"/>
                    <a:pt x="1003" y="4411"/>
                    <a:pt x="1204" y="4612"/>
                  </a:cubicBezTo>
                  <a:cubicBezTo>
                    <a:pt x="1354" y="4762"/>
                    <a:pt x="1579" y="4837"/>
                    <a:pt x="1805" y="4888"/>
                  </a:cubicBezTo>
                  <a:cubicBezTo>
                    <a:pt x="1888" y="4899"/>
                    <a:pt x="1971" y="4904"/>
                    <a:pt x="2056" y="4904"/>
                  </a:cubicBezTo>
                  <a:cubicBezTo>
                    <a:pt x="2304" y="4904"/>
                    <a:pt x="2559" y="4866"/>
                    <a:pt x="2808" y="4866"/>
                  </a:cubicBezTo>
                  <a:cubicBezTo>
                    <a:pt x="3015" y="4866"/>
                    <a:pt x="3217" y="4892"/>
                    <a:pt x="3409" y="4988"/>
                  </a:cubicBezTo>
                  <a:cubicBezTo>
                    <a:pt x="3610" y="5088"/>
                    <a:pt x="3760" y="5238"/>
                    <a:pt x="3860" y="5439"/>
                  </a:cubicBezTo>
                  <a:cubicBezTo>
                    <a:pt x="3935" y="5665"/>
                    <a:pt x="3885" y="5915"/>
                    <a:pt x="3785" y="6116"/>
                  </a:cubicBezTo>
                  <a:cubicBezTo>
                    <a:pt x="3534" y="6592"/>
                    <a:pt x="2983" y="6842"/>
                    <a:pt x="2808" y="7344"/>
                  </a:cubicBezTo>
                  <a:cubicBezTo>
                    <a:pt x="2757" y="7519"/>
                    <a:pt x="2732" y="7670"/>
                    <a:pt x="2732" y="7845"/>
                  </a:cubicBezTo>
                  <a:lnTo>
                    <a:pt x="3635" y="7845"/>
                  </a:lnTo>
                  <a:cubicBezTo>
                    <a:pt x="4361" y="7845"/>
                    <a:pt x="5063" y="7770"/>
                    <a:pt x="5740" y="7644"/>
                  </a:cubicBezTo>
                  <a:cubicBezTo>
                    <a:pt x="5464" y="7243"/>
                    <a:pt x="5314" y="6742"/>
                    <a:pt x="5439" y="6266"/>
                  </a:cubicBezTo>
                  <a:cubicBezTo>
                    <a:pt x="5514" y="5990"/>
                    <a:pt x="5690" y="5765"/>
                    <a:pt x="5890" y="5589"/>
                  </a:cubicBezTo>
                  <a:cubicBezTo>
                    <a:pt x="6091" y="5364"/>
                    <a:pt x="6341" y="5163"/>
                    <a:pt x="6467" y="4888"/>
                  </a:cubicBezTo>
                  <a:cubicBezTo>
                    <a:pt x="6592" y="4612"/>
                    <a:pt x="6567" y="4311"/>
                    <a:pt x="6341" y="4136"/>
                  </a:cubicBezTo>
                  <a:cubicBezTo>
                    <a:pt x="6141" y="3935"/>
                    <a:pt x="5840" y="3885"/>
                    <a:pt x="5590" y="3885"/>
                  </a:cubicBezTo>
                  <a:cubicBezTo>
                    <a:pt x="5351" y="3885"/>
                    <a:pt x="5104" y="3911"/>
                    <a:pt x="4862" y="3911"/>
                  </a:cubicBezTo>
                  <a:cubicBezTo>
                    <a:pt x="4520" y="3911"/>
                    <a:pt x="4189" y="3859"/>
                    <a:pt x="3910" y="3609"/>
                  </a:cubicBezTo>
                  <a:cubicBezTo>
                    <a:pt x="3735" y="3434"/>
                    <a:pt x="3660" y="3183"/>
                    <a:pt x="3710" y="2933"/>
                  </a:cubicBezTo>
                  <a:cubicBezTo>
                    <a:pt x="3760" y="2657"/>
                    <a:pt x="3935" y="2406"/>
                    <a:pt x="4111" y="2206"/>
                  </a:cubicBezTo>
                  <a:cubicBezTo>
                    <a:pt x="4311" y="1955"/>
                    <a:pt x="4537" y="1755"/>
                    <a:pt x="4662" y="1479"/>
                  </a:cubicBezTo>
                  <a:cubicBezTo>
                    <a:pt x="4788" y="1203"/>
                    <a:pt x="4762" y="903"/>
                    <a:pt x="4512" y="702"/>
                  </a:cubicBezTo>
                  <a:cubicBezTo>
                    <a:pt x="4061" y="351"/>
                    <a:pt x="3409" y="552"/>
                    <a:pt x="2908" y="251"/>
                  </a:cubicBezTo>
                  <a:cubicBezTo>
                    <a:pt x="2808" y="176"/>
                    <a:pt x="2707" y="101"/>
                    <a:pt x="26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5" name="Google Shape;5535;p55"/>
            <p:cNvSpPr/>
            <p:nvPr/>
          </p:nvSpPr>
          <p:spPr>
            <a:xfrm>
              <a:off x="6660419" y="3305846"/>
              <a:ext cx="215537" cy="402308"/>
            </a:xfrm>
            <a:custGeom>
              <a:rect b="b" l="l" r="r" t="t"/>
              <a:pathLst>
                <a:path extrusionOk="0" h="7720" w="4136">
                  <a:moveTo>
                    <a:pt x="125" y="0"/>
                  </a:moveTo>
                  <a:cubicBezTo>
                    <a:pt x="100" y="25"/>
                    <a:pt x="50" y="50"/>
                    <a:pt x="0" y="75"/>
                  </a:cubicBezTo>
                  <a:cubicBezTo>
                    <a:pt x="75" y="176"/>
                    <a:pt x="176" y="251"/>
                    <a:pt x="276" y="326"/>
                  </a:cubicBezTo>
                  <a:cubicBezTo>
                    <a:pt x="777" y="627"/>
                    <a:pt x="1429" y="426"/>
                    <a:pt x="1880" y="777"/>
                  </a:cubicBezTo>
                  <a:cubicBezTo>
                    <a:pt x="2130" y="978"/>
                    <a:pt x="2156" y="1278"/>
                    <a:pt x="2030" y="1554"/>
                  </a:cubicBezTo>
                  <a:cubicBezTo>
                    <a:pt x="1905" y="1830"/>
                    <a:pt x="1679" y="2030"/>
                    <a:pt x="1479" y="2281"/>
                  </a:cubicBezTo>
                  <a:cubicBezTo>
                    <a:pt x="1303" y="2481"/>
                    <a:pt x="1128" y="2732"/>
                    <a:pt x="1078" y="3008"/>
                  </a:cubicBezTo>
                  <a:cubicBezTo>
                    <a:pt x="1028" y="3258"/>
                    <a:pt x="1103" y="3509"/>
                    <a:pt x="1278" y="3684"/>
                  </a:cubicBezTo>
                  <a:cubicBezTo>
                    <a:pt x="1557" y="3934"/>
                    <a:pt x="1888" y="3986"/>
                    <a:pt x="2230" y="3986"/>
                  </a:cubicBezTo>
                  <a:cubicBezTo>
                    <a:pt x="2472" y="3986"/>
                    <a:pt x="2719" y="3960"/>
                    <a:pt x="2958" y="3960"/>
                  </a:cubicBezTo>
                  <a:cubicBezTo>
                    <a:pt x="3208" y="3960"/>
                    <a:pt x="3509" y="4010"/>
                    <a:pt x="3709" y="4211"/>
                  </a:cubicBezTo>
                  <a:cubicBezTo>
                    <a:pt x="3935" y="4386"/>
                    <a:pt x="3960" y="4687"/>
                    <a:pt x="3835" y="4963"/>
                  </a:cubicBezTo>
                  <a:cubicBezTo>
                    <a:pt x="3709" y="5238"/>
                    <a:pt x="3459" y="5439"/>
                    <a:pt x="3258" y="5664"/>
                  </a:cubicBezTo>
                  <a:cubicBezTo>
                    <a:pt x="3058" y="5840"/>
                    <a:pt x="2882" y="6065"/>
                    <a:pt x="2807" y="6341"/>
                  </a:cubicBezTo>
                  <a:cubicBezTo>
                    <a:pt x="2682" y="6817"/>
                    <a:pt x="2832" y="7318"/>
                    <a:pt x="3108" y="7719"/>
                  </a:cubicBezTo>
                  <a:cubicBezTo>
                    <a:pt x="3158" y="7694"/>
                    <a:pt x="3208" y="7694"/>
                    <a:pt x="3258" y="7669"/>
                  </a:cubicBezTo>
                  <a:cubicBezTo>
                    <a:pt x="3008" y="7344"/>
                    <a:pt x="2857" y="6917"/>
                    <a:pt x="2932" y="6491"/>
                  </a:cubicBezTo>
                  <a:cubicBezTo>
                    <a:pt x="2983" y="6216"/>
                    <a:pt x="3108" y="5990"/>
                    <a:pt x="3308" y="5790"/>
                  </a:cubicBezTo>
                  <a:cubicBezTo>
                    <a:pt x="3509" y="5589"/>
                    <a:pt x="3734" y="5414"/>
                    <a:pt x="3885" y="5163"/>
                  </a:cubicBezTo>
                  <a:cubicBezTo>
                    <a:pt x="4035" y="4938"/>
                    <a:pt x="4135" y="4662"/>
                    <a:pt x="4035" y="4386"/>
                  </a:cubicBezTo>
                  <a:cubicBezTo>
                    <a:pt x="3960" y="4186"/>
                    <a:pt x="3760" y="4035"/>
                    <a:pt x="3559" y="3935"/>
                  </a:cubicBezTo>
                  <a:cubicBezTo>
                    <a:pt x="3355" y="3842"/>
                    <a:pt x="3145" y="3818"/>
                    <a:pt x="2931" y="3818"/>
                  </a:cubicBezTo>
                  <a:cubicBezTo>
                    <a:pt x="2698" y="3818"/>
                    <a:pt x="2460" y="3847"/>
                    <a:pt x="2224" y="3847"/>
                  </a:cubicBezTo>
                  <a:cubicBezTo>
                    <a:pt x="2092" y="3847"/>
                    <a:pt x="1960" y="3838"/>
                    <a:pt x="1830" y="3810"/>
                  </a:cubicBezTo>
                  <a:cubicBezTo>
                    <a:pt x="1604" y="3760"/>
                    <a:pt x="1354" y="3634"/>
                    <a:pt x="1253" y="3409"/>
                  </a:cubicBezTo>
                  <a:cubicBezTo>
                    <a:pt x="1128" y="3133"/>
                    <a:pt x="1253" y="2832"/>
                    <a:pt x="1404" y="2607"/>
                  </a:cubicBezTo>
                  <a:cubicBezTo>
                    <a:pt x="1704" y="2181"/>
                    <a:pt x="2281" y="1805"/>
                    <a:pt x="2256" y="1203"/>
                  </a:cubicBezTo>
                  <a:cubicBezTo>
                    <a:pt x="2231" y="652"/>
                    <a:pt x="1654" y="451"/>
                    <a:pt x="1203" y="401"/>
                  </a:cubicBezTo>
                  <a:cubicBezTo>
                    <a:pt x="902" y="376"/>
                    <a:pt x="602" y="351"/>
                    <a:pt x="351" y="201"/>
                  </a:cubicBezTo>
                  <a:cubicBezTo>
                    <a:pt x="251" y="151"/>
                    <a:pt x="201" y="75"/>
                    <a:pt x="12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6" name="Google Shape;5536;p55"/>
            <p:cNvSpPr/>
            <p:nvPr/>
          </p:nvSpPr>
          <p:spPr>
            <a:xfrm>
              <a:off x="6516747" y="3367233"/>
              <a:ext cx="211629" cy="351342"/>
            </a:xfrm>
            <a:custGeom>
              <a:rect b="b" l="l" r="r" t="t"/>
              <a:pathLst>
                <a:path extrusionOk="0" h="6742" w="4061">
                  <a:moveTo>
                    <a:pt x="126" y="0"/>
                  </a:moveTo>
                  <a:cubicBezTo>
                    <a:pt x="75" y="25"/>
                    <a:pt x="25" y="25"/>
                    <a:pt x="0" y="50"/>
                  </a:cubicBezTo>
                  <a:cubicBezTo>
                    <a:pt x="126" y="201"/>
                    <a:pt x="301" y="326"/>
                    <a:pt x="501" y="401"/>
                  </a:cubicBezTo>
                  <a:cubicBezTo>
                    <a:pt x="953" y="526"/>
                    <a:pt x="1579" y="426"/>
                    <a:pt x="1930" y="827"/>
                  </a:cubicBezTo>
                  <a:cubicBezTo>
                    <a:pt x="2356" y="1303"/>
                    <a:pt x="1755" y="1880"/>
                    <a:pt x="1454" y="2206"/>
                  </a:cubicBezTo>
                  <a:cubicBezTo>
                    <a:pt x="1128" y="2582"/>
                    <a:pt x="827" y="3083"/>
                    <a:pt x="1153" y="3534"/>
                  </a:cubicBezTo>
                  <a:cubicBezTo>
                    <a:pt x="1402" y="3860"/>
                    <a:pt x="1798" y="3922"/>
                    <a:pt x="2172" y="3922"/>
                  </a:cubicBezTo>
                  <a:cubicBezTo>
                    <a:pt x="2287" y="3922"/>
                    <a:pt x="2400" y="3916"/>
                    <a:pt x="2507" y="3910"/>
                  </a:cubicBezTo>
                  <a:cubicBezTo>
                    <a:pt x="2607" y="3910"/>
                    <a:pt x="2707" y="3907"/>
                    <a:pt x="2805" y="3907"/>
                  </a:cubicBezTo>
                  <a:cubicBezTo>
                    <a:pt x="3002" y="3907"/>
                    <a:pt x="3192" y="3918"/>
                    <a:pt x="3359" y="3985"/>
                  </a:cubicBezTo>
                  <a:cubicBezTo>
                    <a:pt x="3584" y="4060"/>
                    <a:pt x="3785" y="4186"/>
                    <a:pt x="3860" y="4411"/>
                  </a:cubicBezTo>
                  <a:cubicBezTo>
                    <a:pt x="3935" y="4712"/>
                    <a:pt x="3785" y="4988"/>
                    <a:pt x="3609" y="5213"/>
                  </a:cubicBezTo>
                  <a:cubicBezTo>
                    <a:pt x="3434" y="5414"/>
                    <a:pt x="3208" y="5564"/>
                    <a:pt x="3033" y="5790"/>
                  </a:cubicBezTo>
                  <a:cubicBezTo>
                    <a:pt x="2807" y="6065"/>
                    <a:pt x="2707" y="6391"/>
                    <a:pt x="2732" y="6742"/>
                  </a:cubicBezTo>
                  <a:lnTo>
                    <a:pt x="2857" y="6742"/>
                  </a:lnTo>
                  <a:cubicBezTo>
                    <a:pt x="2857" y="6567"/>
                    <a:pt x="2882" y="6416"/>
                    <a:pt x="2933" y="6241"/>
                  </a:cubicBezTo>
                  <a:cubicBezTo>
                    <a:pt x="3108" y="5739"/>
                    <a:pt x="3659" y="5489"/>
                    <a:pt x="3910" y="5013"/>
                  </a:cubicBezTo>
                  <a:cubicBezTo>
                    <a:pt x="4010" y="4812"/>
                    <a:pt x="4060" y="4562"/>
                    <a:pt x="3985" y="4336"/>
                  </a:cubicBezTo>
                  <a:cubicBezTo>
                    <a:pt x="3885" y="4135"/>
                    <a:pt x="3735" y="3985"/>
                    <a:pt x="3534" y="3885"/>
                  </a:cubicBezTo>
                  <a:cubicBezTo>
                    <a:pt x="3342" y="3789"/>
                    <a:pt x="3140" y="3763"/>
                    <a:pt x="2933" y="3763"/>
                  </a:cubicBezTo>
                  <a:cubicBezTo>
                    <a:pt x="2684" y="3763"/>
                    <a:pt x="2429" y="3801"/>
                    <a:pt x="2181" y="3801"/>
                  </a:cubicBezTo>
                  <a:cubicBezTo>
                    <a:pt x="2096" y="3801"/>
                    <a:pt x="2013" y="3796"/>
                    <a:pt x="1930" y="3785"/>
                  </a:cubicBezTo>
                  <a:cubicBezTo>
                    <a:pt x="1704" y="3734"/>
                    <a:pt x="1479" y="3659"/>
                    <a:pt x="1329" y="3509"/>
                  </a:cubicBezTo>
                  <a:cubicBezTo>
                    <a:pt x="1128" y="3308"/>
                    <a:pt x="1128" y="3058"/>
                    <a:pt x="1203" y="2807"/>
                  </a:cubicBezTo>
                  <a:cubicBezTo>
                    <a:pt x="1429" y="2306"/>
                    <a:pt x="1930" y="2030"/>
                    <a:pt x="2131" y="1529"/>
                  </a:cubicBezTo>
                  <a:cubicBezTo>
                    <a:pt x="2231" y="1303"/>
                    <a:pt x="2231" y="1053"/>
                    <a:pt x="2131" y="827"/>
                  </a:cubicBezTo>
                  <a:cubicBezTo>
                    <a:pt x="2005" y="652"/>
                    <a:pt x="1830" y="526"/>
                    <a:pt x="1629" y="451"/>
                  </a:cubicBezTo>
                  <a:cubicBezTo>
                    <a:pt x="1153" y="276"/>
                    <a:pt x="552" y="426"/>
                    <a:pt x="176" y="50"/>
                  </a:cubicBezTo>
                  <a:cubicBezTo>
                    <a:pt x="151" y="25"/>
                    <a:pt x="151" y="25"/>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7" name="Google Shape;5537;p55"/>
            <p:cNvSpPr/>
            <p:nvPr/>
          </p:nvSpPr>
          <p:spPr>
            <a:xfrm>
              <a:off x="6602940" y="3364576"/>
              <a:ext cx="23555" cy="11048"/>
            </a:xfrm>
            <a:custGeom>
              <a:rect b="b" l="l" r="r" t="t"/>
              <a:pathLst>
                <a:path extrusionOk="0" h="212" w="452">
                  <a:moveTo>
                    <a:pt x="101" y="1"/>
                  </a:moveTo>
                  <a:cubicBezTo>
                    <a:pt x="76" y="1"/>
                    <a:pt x="25" y="1"/>
                    <a:pt x="25" y="51"/>
                  </a:cubicBezTo>
                  <a:cubicBezTo>
                    <a:pt x="0" y="76"/>
                    <a:pt x="25" y="126"/>
                    <a:pt x="76" y="151"/>
                  </a:cubicBezTo>
                  <a:lnTo>
                    <a:pt x="351" y="201"/>
                  </a:lnTo>
                  <a:cubicBezTo>
                    <a:pt x="365" y="208"/>
                    <a:pt x="376" y="211"/>
                    <a:pt x="387" y="211"/>
                  </a:cubicBezTo>
                  <a:cubicBezTo>
                    <a:pt x="415" y="211"/>
                    <a:pt x="433" y="188"/>
                    <a:pt x="451" y="151"/>
                  </a:cubicBezTo>
                  <a:cubicBezTo>
                    <a:pt x="451" y="126"/>
                    <a:pt x="426" y="76"/>
                    <a:pt x="401" y="76"/>
                  </a:cubicBezTo>
                  <a:cubicBezTo>
                    <a:pt x="301" y="51"/>
                    <a:pt x="201"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8" name="Google Shape;5538;p55"/>
            <p:cNvSpPr/>
            <p:nvPr/>
          </p:nvSpPr>
          <p:spPr>
            <a:xfrm>
              <a:off x="6636864" y="3389433"/>
              <a:ext cx="14435" cy="16989"/>
            </a:xfrm>
            <a:custGeom>
              <a:rect b="b" l="l" r="r" t="t"/>
              <a:pathLst>
                <a:path extrusionOk="0" h="326" w="277">
                  <a:moveTo>
                    <a:pt x="51" y="0"/>
                  </a:moveTo>
                  <a:cubicBezTo>
                    <a:pt x="26" y="25"/>
                    <a:pt x="1" y="75"/>
                    <a:pt x="26" y="100"/>
                  </a:cubicBezTo>
                  <a:lnTo>
                    <a:pt x="151" y="276"/>
                  </a:lnTo>
                  <a:cubicBezTo>
                    <a:pt x="151" y="301"/>
                    <a:pt x="176" y="301"/>
                    <a:pt x="176" y="326"/>
                  </a:cubicBezTo>
                  <a:cubicBezTo>
                    <a:pt x="202" y="326"/>
                    <a:pt x="227" y="326"/>
                    <a:pt x="252" y="301"/>
                  </a:cubicBezTo>
                  <a:cubicBezTo>
                    <a:pt x="277" y="301"/>
                    <a:pt x="277" y="251"/>
                    <a:pt x="277" y="201"/>
                  </a:cubicBezTo>
                  <a:cubicBezTo>
                    <a:pt x="227" y="151"/>
                    <a:pt x="202" y="100"/>
                    <a:pt x="151" y="25"/>
                  </a:cubicBezTo>
                  <a:cubicBezTo>
                    <a:pt x="151" y="25"/>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9" name="Google Shape;5539;p55"/>
            <p:cNvSpPr/>
            <p:nvPr/>
          </p:nvSpPr>
          <p:spPr>
            <a:xfrm>
              <a:off x="6644733" y="3435134"/>
              <a:ext cx="14435" cy="24076"/>
            </a:xfrm>
            <a:custGeom>
              <a:rect b="b" l="l" r="r" t="t"/>
              <a:pathLst>
                <a:path extrusionOk="0" h="462" w="277">
                  <a:moveTo>
                    <a:pt x="201" y="0"/>
                  </a:moveTo>
                  <a:cubicBezTo>
                    <a:pt x="176" y="0"/>
                    <a:pt x="126" y="0"/>
                    <a:pt x="126" y="50"/>
                  </a:cubicBezTo>
                  <a:cubicBezTo>
                    <a:pt x="76" y="151"/>
                    <a:pt x="51" y="276"/>
                    <a:pt x="25" y="376"/>
                  </a:cubicBezTo>
                  <a:cubicBezTo>
                    <a:pt x="0" y="401"/>
                    <a:pt x="25" y="451"/>
                    <a:pt x="76" y="451"/>
                  </a:cubicBezTo>
                  <a:cubicBezTo>
                    <a:pt x="82" y="458"/>
                    <a:pt x="91" y="461"/>
                    <a:pt x="100" y="461"/>
                  </a:cubicBezTo>
                  <a:cubicBezTo>
                    <a:pt x="124" y="461"/>
                    <a:pt x="151" y="438"/>
                    <a:pt x="151" y="401"/>
                  </a:cubicBezTo>
                  <a:cubicBezTo>
                    <a:pt x="201" y="301"/>
                    <a:pt x="226" y="201"/>
                    <a:pt x="251" y="76"/>
                  </a:cubicBezTo>
                  <a:cubicBezTo>
                    <a:pt x="276" y="50"/>
                    <a:pt x="251" y="0"/>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0" name="Google Shape;5540;p55"/>
            <p:cNvSpPr/>
            <p:nvPr/>
          </p:nvSpPr>
          <p:spPr>
            <a:xfrm>
              <a:off x="6618625" y="3489017"/>
              <a:ext cx="16989" cy="25014"/>
            </a:xfrm>
            <a:custGeom>
              <a:rect b="b" l="l" r="r" t="t"/>
              <a:pathLst>
                <a:path extrusionOk="0" h="480" w="326">
                  <a:moveTo>
                    <a:pt x="251" y="0"/>
                  </a:moveTo>
                  <a:cubicBezTo>
                    <a:pt x="232" y="0"/>
                    <a:pt x="213" y="6"/>
                    <a:pt x="201" y="19"/>
                  </a:cubicBezTo>
                  <a:cubicBezTo>
                    <a:pt x="100" y="119"/>
                    <a:pt x="25" y="245"/>
                    <a:pt x="0" y="395"/>
                  </a:cubicBezTo>
                  <a:cubicBezTo>
                    <a:pt x="0" y="395"/>
                    <a:pt x="0" y="420"/>
                    <a:pt x="0" y="445"/>
                  </a:cubicBezTo>
                  <a:cubicBezTo>
                    <a:pt x="25" y="445"/>
                    <a:pt x="25" y="470"/>
                    <a:pt x="50" y="470"/>
                  </a:cubicBezTo>
                  <a:cubicBezTo>
                    <a:pt x="64" y="477"/>
                    <a:pt x="75" y="480"/>
                    <a:pt x="86" y="480"/>
                  </a:cubicBezTo>
                  <a:cubicBezTo>
                    <a:pt x="114" y="480"/>
                    <a:pt x="132" y="457"/>
                    <a:pt x="150" y="420"/>
                  </a:cubicBezTo>
                  <a:cubicBezTo>
                    <a:pt x="150" y="395"/>
                    <a:pt x="150" y="370"/>
                    <a:pt x="176" y="345"/>
                  </a:cubicBezTo>
                  <a:cubicBezTo>
                    <a:pt x="176" y="320"/>
                    <a:pt x="176" y="320"/>
                    <a:pt x="176" y="320"/>
                  </a:cubicBezTo>
                  <a:cubicBezTo>
                    <a:pt x="176" y="295"/>
                    <a:pt x="176" y="295"/>
                    <a:pt x="176" y="295"/>
                  </a:cubicBezTo>
                  <a:cubicBezTo>
                    <a:pt x="176" y="295"/>
                    <a:pt x="201" y="270"/>
                    <a:pt x="201" y="270"/>
                  </a:cubicBezTo>
                  <a:cubicBezTo>
                    <a:pt x="201" y="245"/>
                    <a:pt x="201" y="245"/>
                    <a:pt x="226" y="220"/>
                  </a:cubicBezTo>
                  <a:cubicBezTo>
                    <a:pt x="226" y="220"/>
                    <a:pt x="226" y="220"/>
                    <a:pt x="226" y="194"/>
                  </a:cubicBezTo>
                  <a:cubicBezTo>
                    <a:pt x="226" y="203"/>
                    <a:pt x="226" y="206"/>
                    <a:pt x="227" y="206"/>
                  </a:cubicBezTo>
                  <a:cubicBezTo>
                    <a:pt x="228" y="206"/>
                    <a:pt x="234" y="194"/>
                    <a:pt x="251" y="194"/>
                  </a:cubicBezTo>
                  <a:cubicBezTo>
                    <a:pt x="251" y="169"/>
                    <a:pt x="276" y="144"/>
                    <a:pt x="301" y="119"/>
                  </a:cubicBezTo>
                  <a:cubicBezTo>
                    <a:pt x="326" y="94"/>
                    <a:pt x="326" y="44"/>
                    <a:pt x="301" y="19"/>
                  </a:cubicBezTo>
                  <a:cubicBezTo>
                    <a:pt x="288" y="6"/>
                    <a:pt x="270" y="0"/>
                    <a:pt x="2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1" name="Google Shape;5541;p55"/>
            <p:cNvSpPr/>
            <p:nvPr/>
          </p:nvSpPr>
          <p:spPr>
            <a:xfrm>
              <a:off x="6629048" y="3529143"/>
              <a:ext cx="23555" cy="11048"/>
            </a:xfrm>
            <a:custGeom>
              <a:rect b="b" l="l" r="r" t="t"/>
              <a:pathLst>
                <a:path extrusionOk="0" h="212" w="452">
                  <a:moveTo>
                    <a:pt x="101" y="1"/>
                  </a:moveTo>
                  <a:cubicBezTo>
                    <a:pt x="76" y="1"/>
                    <a:pt x="26" y="1"/>
                    <a:pt x="26" y="51"/>
                  </a:cubicBezTo>
                  <a:cubicBezTo>
                    <a:pt x="1" y="76"/>
                    <a:pt x="26" y="126"/>
                    <a:pt x="76" y="151"/>
                  </a:cubicBezTo>
                  <a:cubicBezTo>
                    <a:pt x="176" y="151"/>
                    <a:pt x="251" y="176"/>
                    <a:pt x="352" y="201"/>
                  </a:cubicBezTo>
                  <a:cubicBezTo>
                    <a:pt x="365" y="208"/>
                    <a:pt x="378" y="211"/>
                    <a:pt x="391" y="211"/>
                  </a:cubicBezTo>
                  <a:cubicBezTo>
                    <a:pt x="425" y="211"/>
                    <a:pt x="452" y="188"/>
                    <a:pt x="452" y="151"/>
                  </a:cubicBezTo>
                  <a:cubicBezTo>
                    <a:pt x="452" y="126"/>
                    <a:pt x="427" y="76"/>
                    <a:pt x="402" y="76"/>
                  </a:cubicBezTo>
                  <a:cubicBezTo>
                    <a:pt x="301" y="51"/>
                    <a:pt x="201"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2" name="Google Shape;5542;p55"/>
            <p:cNvSpPr/>
            <p:nvPr/>
          </p:nvSpPr>
          <p:spPr>
            <a:xfrm>
              <a:off x="6687829" y="3536439"/>
              <a:ext cx="20949" cy="15530"/>
            </a:xfrm>
            <a:custGeom>
              <a:rect b="b" l="l" r="r" t="t"/>
              <a:pathLst>
                <a:path extrusionOk="0" h="298" w="402">
                  <a:moveTo>
                    <a:pt x="83" y="1"/>
                  </a:moveTo>
                  <a:cubicBezTo>
                    <a:pt x="51" y="1"/>
                    <a:pt x="26" y="19"/>
                    <a:pt x="26" y="36"/>
                  </a:cubicBezTo>
                  <a:cubicBezTo>
                    <a:pt x="0" y="86"/>
                    <a:pt x="0" y="112"/>
                    <a:pt x="51" y="137"/>
                  </a:cubicBezTo>
                  <a:cubicBezTo>
                    <a:pt x="126" y="187"/>
                    <a:pt x="201" y="237"/>
                    <a:pt x="301" y="287"/>
                  </a:cubicBezTo>
                  <a:cubicBezTo>
                    <a:pt x="309" y="294"/>
                    <a:pt x="318" y="297"/>
                    <a:pt x="328" y="297"/>
                  </a:cubicBezTo>
                  <a:cubicBezTo>
                    <a:pt x="353" y="297"/>
                    <a:pt x="384" y="280"/>
                    <a:pt x="401" y="262"/>
                  </a:cubicBezTo>
                  <a:cubicBezTo>
                    <a:pt x="401" y="237"/>
                    <a:pt x="401" y="187"/>
                    <a:pt x="376" y="162"/>
                  </a:cubicBezTo>
                  <a:cubicBezTo>
                    <a:pt x="276" y="112"/>
                    <a:pt x="201" y="61"/>
                    <a:pt x="126" y="11"/>
                  </a:cubicBezTo>
                  <a:cubicBezTo>
                    <a:pt x="111" y="4"/>
                    <a:pt x="96" y="1"/>
                    <a:pt x="8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3" name="Google Shape;5543;p55"/>
            <p:cNvSpPr/>
            <p:nvPr/>
          </p:nvSpPr>
          <p:spPr>
            <a:xfrm>
              <a:off x="6740045" y="3562755"/>
              <a:ext cx="14435" cy="24441"/>
            </a:xfrm>
            <a:custGeom>
              <a:rect b="b" l="l" r="r" t="t"/>
              <a:pathLst>
                <a:path extrusionOk="0" h="469" w="277">
                  <a:moveTo>
                    <a:pt x="93" y="1"/>
                  </a:moveTo>
                  <a:cubicBezTo>
                    <a:pt x="87" y="1"/>
                    <a:pt x="81" y="3"/>
                    <a:pt x="76" y="8"/>
                  </a:cubicBezTo>
                  <a:cubicBezTo>
                    <a:pt x="26" y="8"/>
                    <a:pt x="1" y="58"/>
                    <a:pt x="26" y="83"/>
                  </a:cubicBezTo>
                  <a:cubicBezTo>
                    <a:pt x="51" y="208"/>
                    <a:pt x="101" y="308"/>
                    <a:pt x="126" y="409"/>
                  </a:cubicBezTo>
                  <a:cubicBezTo>
                    <a:pt x="145" y="445"/>
                    <a:pt x="163" y="468"/>
                    <a:pt x="191" y="468"/>
                  </a:cubicBezTo>
                  <a:cubicBezTo>
                    <a:pt x="201" y="468"/>
                    <a:pt x="213" y="465"/>
                    <a:pt x="227" y="459"/>
                  </a:cubicBezTo>
                  <a:cubicBezTo>
                    <a:pt x="252" y="459"/>
                    <a:pt x="277" y="409"/>
                    <a:pt x="277" y="383"/>
                  </a:cubicBezTo>
                  <a:cubicBezTo>
                    <a:pt x="227" y="283"/>
                    <a:pt x="201" y="158"/>
                    <a:pt x="151" y="58"/>
                  </a:cubicBezTo>
                  <a:cubicBezTo>
                    <a:pt x="151" y="37"/>
                    <a:pt x="119"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4" name="Google Shape;5544;p55"/>
            <p:cNvSpPr/>
            <p:nvPr/>
          </p:nvSpPr>
          <p:spPr>
            <a:xfrm>
              <a:off x="6733531" y="3607987"/>
              <a:ext cx="17041" cy="24962"/>
            </a:xfrm>
            <a:custGeom>
              <a:rect b="b" l="l" r="r" t="t"/>
              <a:pathLst>
                <a:path extrusionOk="0" h="479" w="327">
                  <a:moveTo>
                    <a:pt x="243" y="0"/>
                  </a:moveTo>
                  <a:cubicBezTo>
                    <a:pt x="218" y="0"/>
                    <a:pt x="201" y="12"/>
                    <a:pt x="201" y="42"/>
                  </a:cubicBezTo>
                  <a:cubicBezTo>
                    <a:pt x="126" y="142"/>
                    <a:pt x="76" y="267"/>
                    <a:pt x="1" y="368"/>
                  </a:cubicBezTo>
                  <a:cubicBezTo>
                    <a:pt x="1" y="393"/>
                    <a:pt x="1" y="443"/>
                    <a:pt x="26" y="468"/>
                  </a:cubicBezTo>
                  <a:cubicBezTo>
                    <a:pt x="40" y="475"/>
                    <a:pt x="55" y="478"/>
                    <a:pt x="68" y="478"/>
                  </a:cubicBezTo>
                  <a:cubicBezTo>
                    <a:pt x="101" y="478"/>
                    <a:pt x="126" y="461"/>
                    <a:pt x="126" y="443"/>
                  </a:cubicBezTo>
                  <a:cubicBezTo>
                    <a:pt x="201" y="317"/>
                    <a:pt x="251" y="217"/>
                    <a:pt x="326" y="117"/>
                  </a:cubicBezTo>
                  <a:cubicBezTo>
                    <a:pt x="326" y="67"/>
                    <a:pt x="326" y="42"/>
                    <a:pt x="301" y="17"/>
                  </a:cubicBezTo>
                  <a:cubicBezTo>
                    <a:pt x="281" y="6"/>
                    <a:pt x="260" y="0"/>
                    <a:pt x="24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5" name="Google Shape;5545;p55"/>
            <p:cNvSpPr/>
            <p:nvPr/>
          </p:nvSpPr>
          <p:spPr>
            <a:xfrm>
              <a:off x="6719148" y="3655356"/>
              <a:ext cx="11830" cy="26682"/>
            </a:xfrm>
            <a:custGeom>
              <a:rect b="b" l="l" r="r" t="t"/>
              <a:pathLst>
                <a:path extrusionOk="0" h="512" w="227">
                  <a:moveTo>
                    <a:pt x="152" y="0"/>
                  </a:moveTo>
                  <a:cubicBezTo>
                    <a:pt x="128" y="0"/>
                    <a:pt x="101" y="23"/>
                    <a:pt x="101" y="60"/>
                  </a:cubicBezTo>
                  <a:cubicBezTo>
                    <a:pt x="76" y="160"/>
                    <a:pt x="51" y="286"/>
                    <a:pt x="26" y="411"/>
                  </a:cubicBezTo>
                  <a:cubicBezTo>
                    <a:pt x="1" y="436"/>
                    <a:pt x="26" y="486"/>
                    <a:pt x="76" y="511"/>
                  </a:cubicBezTo>
                  <a:cubicBezTo>
                    <a:pt x="101" y="511"/>
                    <a:pt x="151" y="486"/>
                    <a:pt x="151" y="461"/>
                  </a:cubicBezTo>
                  <a:cubicBezTo>
                    <a:pt x="176" y="336"/>
                    <a:pt x="201" y="210"/>
                    <a:pt x="227" y="85"/>
                  </a:cubicBezTo>
                  <a:cubicBezTo>
                    <a:pt x="227" y="60"/>
                    <a:pt x="227" y="10"/>
                    <a:pt x="176" y="10"/>
                  </a:cubicBezTo>
                  <a:cubicBezTo>
                    <a:pt x="170" y="3"/>
                    <a:pt x="161" y="0"/>
                    <a:pt x="15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6" name="Google Shape;5546;p55"/>
            <p:cNvSpPr/>
            <p:nvPr/>
          </p:nvSpPr>
          <p:spPr>
            <a:xfrm>
              <a:off x="6659116" y="3334872"/>
              <a:ext cx="22252" cy="16728"/>
            </a:xfrm>
            <a:custGeom>
              <a:rect b="b" l="l" r="r" t="t"/>
              <a:pathLst>
                <a:path extrusionOk="0" h="321" w="427">
                  <a:moveTo>
                    <a:pt x="88" y="1"/>
                  </a:moveTo>
                  <a:cubicBezTo>
                    <a:pt x="75" y="1"/>
                    <a:pt x="63" y="7"/>
                    <a:pt x="50" y="20"/>
                  </a:cubicBezTo>
                  <a:cubicBezTo>
                    <a:pt x="50" y="20"/>
                    <a:pt x="25" y="20"/>
                    <a:pt x="25" y="45"/>
                  </a:cubicBezTo>
                  <a:cubicBezTo>
                    <a:pt x="0" y="45"/>
                    <a:pt x="0" y="70"/>
                    <a:pt x="0" y="95"/>
                  </a:cubicBezTo>
                  <a:cubicBezTo>
                    <a:pt x="25" y="145"/>
                    <a:pt x="50" y="170"/>
                    <a:pt x="75" y="195"/>
                  </a:cubicBezTo>
                  <a:cubicBezTo>
                    <a:pt x="100" y="220"/>
                    <a:pt x="125" y="245"/>
                    <a:pt x="150" y="270"/>
                  </a:cubicBezTo>
                  <a:cubicBezTo>
                    <a:pt x="201" y="295"/>
                    <a:pt x="276" y="320"/>
                    <a:pt x="351" y="320"/>
                  </a:cubicBezTo>
                  <a:cubicBezTo>
                    <a:pt x="376" y="320"/>
                    <a:pt x="426" y="295"/>
                    <a:pt x="426" y="245"/>
                  </a:cubicBezTo>
                  <a:cubicBezTo>
                    <a:pt x="426" y="220"/>
                    <a:pt x="376" y="170"/>
                    <a:pt x="351" y="170"/>
                  </a:cubicBezTo>
                  <a:lnTo>
                    <a:pt x="251" y="170"/>
                  </a:lnTo>
                  <a:cubicBezTo>
                    <a:pt x="251" y="145"/>
                    <a:pt x="226" y="145"/>
                    <a:pt x="226" y="145"/>
                  </a:cubicBezTo>
                  <a:cubicBezTo>
                    <a:pt x="226" y="145"/>
                    <a:pt x="226" y="145"/>
                    <a:pt x="201" y="120"/>
                  </a:cubicBezTo>
                  <a:cubicBezTo>
                    <a:pt x="201" y="120"/>
                    <a:pt x="176" y="120"/>
                    <a:pt x="176" y="95"/>
                  </a:cubicBezTo>
                  <a:cubicBezTo>
                    <a:pt x="176" y="95"/>
                    <a:pt x="176" y="95"/>
                    <a:pt x="176" y="70"/>
                  </a:cubicBezTo>
                  <a:lnTo>
                    <a:pt x="150" y="70"/>
                  </a:lnTo>
                  <a:cubicBezTo>
                    <a:pt x="150" y="45"/>
                    <a:pt x="125" y="20"/>
                    <a:pt x="125" y="20"/>
                  </a:cubicBezTo>
                  <a:cubicBezTo>
                    <a:pt x="113" y="7"/>
                    <a:pt x="100" y="1"/>
                    <a:pt x="88"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7" name="Google Shape;5547;p55"/>
            <p:cNvSpPr/>
            <p:nvPr/>
          </p:nvSpPr>
          <p:spPr>
            <a:xfrm>
              <a:off x="6700909" y="3354153"/>
              <a:ext cx="22252" cy="17041"/>
            </a:xfrm>
            <a:custGeom>
              <a:rect b="b" l="l" r="r" t="t"/>
              <a:pathLst>
                <a:path extrusionOk="0" h="327" w="427">
                  <a:moveTo>
                    <a:pt x="75" y="0"/>
                  </a:moveTo>
                  <a:cubicBezTo>
                    <a:pt x="50" y="0"/>
                    <a:pt x="25" y="0"/>
                    <a:pt x="25" y="26"/>
                  </a:cubicBezTo>
                  <a:cubicBezTo>
                    <a:pt x="0" y="76"/>
                    <a:pt x="25" y="101"/>
                    <a:pt x="50" y="126"/>
                  </a:cubicBezTo>
                  <a:cubicBezTo>
                    <a:pt x="125" y="176"/>
                    <a:pt x="226" y="251"/>
                    <a:pt x="301" y="301"/>
                  </a:cubicBezTo>
                  <a:cubicBezTo>
                    <a:pt x="326" y="326"/>
                    <a:pt x="351" y="326"/>
                    <a:pt x="351" y="326"/>
                  </a:cubicBezTo>
                  <a:cubicBezTo>
                    <a:pt x="376" y="301"/>
                    <a:pt x="401" y="301"/>
                    <a:pt x="401" y="276"/>
                  </a:cubicBezTo>
                  <a:cubicBezTo>
                    <a:pt x="426" y="251"/>
                    <a:pt x="401" y="201"/>
                    <a:pt x="376" y="176"/>
                  </a:cubicBezTo>
                  <a:lnTo>
                    <a:pt x="125" y="0"/>
                  </a:ln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8" name="Google Shape;5548;p55"/>
            <p:cNvSpPr/>
            <p:nvPr/>
          </p:nvSpPr>
          <p:spPr>
            <a:xfrm>
              <a:off x="6708726" y="3382346"/>
              <a:ext cx="22252" cy="30173"/>
            </a:xfrm>
            <a:custGeom>
              <a:rect b="b" l="l" r="r" t="t"/>
              <a:pathLst>
                <a:path extrusionOk="0" h="579" w="427">
                  <a:moveTo>
                    <a:pt x="349" y="0"/>
                  </a:moveTo>
                  <a:cubicBezTo>
                    <a:pt x="324" y="0"/>
                    <a:pt x="294" y="18"/>
                    <a:pt x="276" y="36"/>
                  </a:cubicBezTo>
                  <a:cubicBezTo>
                    <a:pt x="201" y="186"/>
                    <a:pt x="101" y="312"/>
                    <a:pt x="26" y="462"/>
                  </a:cubicBezTo>
                  <a:cubicBezTo>
                    <a:pt x="0" y="512"/>
                    <a:pt x="26" y="537"/>
                    <a:pt x="51" y="562"/>
                  </a:cubicBezTo>
                  <a:cubicBezTo>
                    <a:pt x="61" y="573"/>
                    <a:pt x="76" y="579"/>
                    <a:pt x="91" y="579"/>
                  </a:cubicBezTo>
                  <a:cubicBezTo>
                    <a:pt x="113" y="579"/>
                    <a:pt x="136" y="567"/>
                    <a:pt x="151" y="537"/>
                  </a:cubicBezTo>
                  <a:lnTo>
                    <a:pt x="401" y="111"/>
                  </a:lnTo>
                  <a:cubicBezTo>
                    <a:pt x="427" y="86"/>
                    <a:pt x="401" y="36"/>
                    <a:pt x="376" y="11"/>
                  </a:cubicBezTo>
                  <a:cubicBezTo>
                    <a:pt x="369" y="4"/>
                    <a:pt x="360" y="0"/>
                    <a:pt x="34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9" name="Google Shape;5549;p55"/>
            <p:cNvSpPr/>
            <p:nvPr/>
          </p:nvSpPr>
          <p:spPr>
            <a:xfrm>
              <a:off x="6695646" y="3428620"/>
              <a:ext cx="9224" cy="33977"/>
            </a:xfrm>
            <a:custGeom>
              <a:rect b="b" l="l" r="r" t="t"/>
              <a:pathLst>
                <a:path extrusionOk="0" h="652" w="177">
                  <a:moveTo>
                    <a:pt x="101" y="0"/>
                  </a:moveTo>
                  <a:cubicBezTo>
                    <a:pt x="51" y="0"/>
                    <a:pt x="26" y="50"/>
                    <a:pt x="26" y="75"/>
                  </a:cubicBezTo>
                  <a:lnTo>
                    <a:pt x="1" y="576"/>
                  </a:lnTo>
                  <a:cubicBezTo>
                    <a:pt x="1" y="627"/>
                    <a:pt x="26" y="652"/>
                    <a:pt x="76" y="652"/>
                  </a:cubicBezTo>
                  <a:cubicBezTo>
                    <a:pt x="101" y="652"/>
                    <a:pt x="151" y="627"/>
                    <a:pt x="151" y="576"/>
                  </a:cubicBezTo>
                  <a:lnTo>
                    <a:pt x="176" y="75"/>
                  </a:lnTo>
                  <a:cubicBezTo>
                    <a:pt x="176" y="50"/>
                    <a:pt x="15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0" name="Google Shape;5550;p55"/>
            <p:cNvSpPr/>
            <p:nvPr/>
          </p:nvSpPr>
          <p:spPr>
            <a:xfrm>
              <a:off x="6698252" y="3491310"/>
              <a:ext cx="19646" cy="20949"/>
            </a:xfrm>
            <a:custGeom>
              <a:rect b="b" l="l" r="r" t="t"/>
              <a:pathLst>
                <a:path extrusionOk="0" h="402" w="377">
                  <a:moveTo>
                    <a:pt x="51" y="0"/>
                  </a:moveTo>
                  <a:cubicBezTo>
                    <a:pt x="26" y="25"/>
                    <a:pt x="1" y="75"/>
                    <a:pt x="26" y="100"/>
                  </a:cubicBezTo>
                  <a:cubicBezTo>
                    <a:pt x="101" y="201"/>
                    <a:pt x="151" y="276"/>
                    <a:pt x="227" y="351"/>
                  </a:cubicBezTo>
                  <a:cubicBezTo>
                    <a:pt x="227" y="376"/>
                    <a:pt x="252" y="401"/>
                    <a:pt x="252" y="401"/>
                  </a:cubicBezTo>
                  <a:cubicBezTo>
                    <a:pt x="277" y="401"/>
                    <a:pt x="302" y="401"/>
                    <a:pt x="327" y="376"/>
                  </a:cubicBezTo>
                  <a:cubicBezTo>
                    <a:pt x="352" y="376"/>
                    <a:pt x="377" y="326"/>
                    <a:pt x="352" y="301"/>
                  </a:cubicBezTo>
                  <a:cubicBezTo>
                    <a:pt x="277" y="201"/>
                    <a:pt x="227" y="125"/>
                    <a:pt x="151" y="25"/>
                  </a:cubicBezTo>
                  <a:cubicBezTo>
                    <a:pt x="151" y="25"/>
                    <a:pt x="126" y="0"/>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1" name="Google Shape;5551;p55"/>
            <p:cNvSpPr/>
            <p:nvPr/>
          </p:nvSpPr>
          <p:spPr>
            <a:xfrm>
              <a:off x="6746611" y="3523411"/>
              <a:ext cx="23555" cy="11048"/>
            </a:xfrm>
            <a:custGeom>
              <a:rect b="b" l="l" r="r" t="t"/>
              <a:pathLst>
                <a:path extrusionOk="0" h="212" w="452">
                  <a:moveTo>
                    <a:pt x="65" y="1"/>
                  </a:moveTo>
                  <a:cubicBezTo>
                    <a:pt x="37" y="1"/>
                    <a:pt x="19" y="24"/>
                    <a:pt x="0" y="61"/>
                  </a:cubicBezTo>
                  <a:cubicBezTo>
                    <a:pt x="0" y="86"/>
                    <a:pt x="25" y="136"/>
                    <a:pt x="50" y="136"/>
                  </a:cubicBezTo>
                  <a:cubicBezTo>
                    <a:pt x="151" y="161"/>
                    <a:pt x="251" y="186"/>
                    <a:pt x="351" y="211"/>
                  </a:cubicBezTo>
                  <a:cubicBezTo>
                    <a:pt x="376" y="211"/>
                    <a:pt x="426" y="211"/>
                    <a:pt x="426" y="161"/>
                  </a:cubicBezTo>
                  <a:cubicBezTo>
                    <a:pt x="451" y="136"/>
                    <a:pt x="426" y="86"/>
                    <a:pt x="376" y="86"/>
                  </a:cubicBezTo>
                  <a:cubicBezTo>
                    <a:pt x="276" y="61"/>
                    <a:pt x="201" y="36"/>
                    <a:pt x="101" y="11"/>
                  </a:cubicBezTo>
                  <a:cubicBezTo>
                    <a:pt x="87" y="4"/>
                    <a:pt x="75" y="1"/>
                    <a:pt x="6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2" name="Google Shape;5552;p55"/>
            <p:cNvSpPr/>
            <p:nvPr/>
          </p:nvSpPr>
          <p:spPr>
            <a:xfrm>
              <a:off x="6805393" y="3528830"/>
              <a:ext cx="24858" cy="13445"/>
            </a:xfrm>
            <a:custGeom>
              <a:rect b="b" l="l" r="r" t="t"/>
              <a:pathLst>
                <a:path extrusionOk="0" h="258" w="477">
                  <a:moveTo>
                    <a:pt x="59" y="0"/>
                  </a:moveTo>
                  <a:cubicBezTo>
                    <a:pt x="33" y="0"/>
                    <a:pt x="0" y="37"/>
                    <a:pt x="0" y="57"/>
                  </a:cubicBezTo>
                  <a:cubicBezTo>
                    <a:pt x="0" y="107"/>
                    <a:pt x="0" y="132"/>
                    <a:pt x="50" y="157"/>
                  </a:cubicBezTo>
                  <a:cubicBezTo>
                    <a:pt x="150" y="182"/>
                    <a:pt x="276" y="207"/>
                    <a:pt x="376" y="258"/>
                  </a:cubicBezTo>
                  <a:cubicBezTo>
                    <a:pt x="401" y="258"/>
                    <a:pt x="451" y="232"/>
                    <a:pt x="451" y="207"/>
                  </a:cubicBezTo>
                  <a:cubicBezTo>
                    <a:pt x="476" y="157"/>
                    <a:pt x="451" y="132"/>
                    <a:pt x="401" y="107"/>
                  </a:cubicBezTo>
                  <a:cubicBezTo>
                    <a:pt x="301" y="82"/>
                    <a:pt x="201" y="32"/>
                    <a:pt x="75" y="7"/>
                  </a:cubicBezTo>
                  <a:cubicBezTo>
                    <a:pt x="71" y="2"/>
                    <a:pt x="65" y="0"/>
                    <a:pt x="5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3" name="Google Shape;5553;p55"/>
            <p:cNvSpPr/>
            <p:nvPr/>
          </p:nvSpPr>
          <p:spPr>
            <a:xfrm>
              <a:off x="6814512" y="3557700"/>
              <a:ext cx="19646" cy="20793"/>
            </a:xfrm>
            <a:custGeom>
              <a:rect b="b" l="l" r="r" t="t"/>
              <a:pathLst>
                <a:path extrusionOk="0" h="399" w="377">
                  <a:moveTo>
                    <a:pt x="293" y="0"/>
                  </a:moveTo>
                  <a:cubicBezTo>
                    <a:pt x="277" y="0"/>
                    <a:pt x="262" y="8"/>
                    <a:pt x="251" y="29"/>
                  </a:cubicBezTo>
                  <a:cubicBezTo>
                    <a:pt x="176" y="105"/>
                    <a:pt x="101" y="180"/>
                    <a:pt x="26" y="280"/>
                  </a:cubicBezTo>
                  <a:cubicBezTo>
                    <a:pt x="26" y="280"/>
                    <a:pt x="1" y="305"/>
                    <a:pt x="1" y="330"/>
                  </a:cubicBezTo>
                  <a:cubicBezTo>
                    <a:pt x="1" y="330"/>
                    <a:pt x="26" y="355"/>
                    <a:pt x="26" y="380"/>
                  </a:cubicBezTo>
                  <a:cubicBezTo>
                    <a:pt x="38" y="393"/>
                    <a:pt x="57" y="399"/>
                    <a:pt x="76" y="399"/>
                  </a:cubicBezTo>
                  <a:cubicBezTo>
                    <a:pt x="95" y="399"/>
                    <a:pt x="113" y="393"/>
                    <a:pt x="126" y="380"/>
                  </a:cubicBezTo>
                  <a:cubicBezTo>
                    <a:pt x="201" y="280"/>
                    <a:pt x="276" y="205"/>
                    <a:pt x="351" y="130"/>
                  </a:cubicBezTo>
                  <a:cubicBezTo>
                    <a:pt x="351" y="105"/>
                    <a:pt x="376" y="79"/>
                    <a:pt x="376" y="79"/>
                  </a:cubicBezTo>
                  <a:cubicBezTo>
                    <a:pt x="376" y="54"/>
                    <a:pt x="351" y="29"/>
                    <a:pt x="351" y="29"/>
                  </a:cubicBezTo>
                  <a:cubicBezTo>
                    <a:pt x="337" y="15"/>
                    <a:pt x="314" y="0"/>
                    <a:pt x="29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4" name="Google Shape;5554;p55"/>
            <p:cNvSpPr/>
            <p:nvPr/>
          </p:nvSpPr>
          <p:spPr>
            <a:xfrm>
              <a:off x="6777930" y="3606216"/>
              <a:ext cx="11830" cy="24858"/>
            </a:xfrm>
            <a:custGeom>
              <a:rect b="b" l="l" r="r" t="t"/>
              <a:pathLst>
                <a:path extrusionOk="0" h="477" w="227">
                  <a:moveTo>
                    <a:pt x="176" y="1"/>
                  </a:moveTo>
                  <a:cubicBezTo>
                    <a:pt x="126" y="1"/>
                    <a:pt x="101" y="1"/>
                    <a:pt x="76" y="51"/>
                  </a:cubicBezTo>
                  <a:cubicBezTo>
                    <a:pt x="51" y="151"/>
                    <a:pt x="26" y="276"/>
                    <a:pt x="1" y="377"/>
                  </a:cubicBezTo>
                  <a:cubicBezTo>
                    <a:pt x="1" y="427"/>
                    <a:pt x="26" y="452"/>
                    <a:pt x="51" y="477"/>
                  </a:cubicBezTo>
                  <a:cubicBezTo>
                    <a:pt x="101" y="477"/>
                    <a:pt x="151" y="452"/>
                    <a:pt x="151" y="427"/>
                  </a:cubicBezTo>
                  <a:cubicBezTo>
                    <a:pt x="176" y="301"/>
                    <a:pt x="201" y="201"/>
                    <a:pt x="226" y="101"/>
                  </a:cubicBezTo>
                  <a:cubicBezTo>
                    <a:pt x="226" y="51"/>
                    <a:pt x="201" y="1"/>
                    <a:pt x="1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5" name="Google Shape;5555;p55"/>
            <p:cNvSpPr/>
            <p:nvPr/>
          </p:nvSpPr>
          <p:spPr>
            <a:xfrm>
              <a:off x="6780535" y="3655513"/>
              <a:ext cx="9224" cy="30434"/>
            </a:xfrm>
            <a:custGeom>
              <a:rect b="b" l="l" r="r" t="t"/>
              <a:pathLst>
                <a:path extrusionOk="0" h="584" w="177">
                  <a:moveTo>
                    <a:pt x="102" y="0"/>
                  </a:moveTo>
                  <a:cubicBezTo>
                    <a:pt x="94" y="0"/>
                    <a:pt x="86" y="2"/>
                    <a:pt x="76" y="7"/>
                  </a:cubicBezTo>
                  <a:cubicBezTo>
                    <a:pt x="51" y="7"/>
                    <a:pt x="1" y="32"/>
                    <a:pt x="1" y="57"/>
                  </a:cubicBezTo>
                  <a:lnTo>
                    <a:pt x="51" y="508"/>
                  </a:lnTo>
                  <a:cubicBezTo>
                    <a:pt x="51" y="533"/>
                    <a:pt x="76" y="583"/>
                    <a:pt x="101" y="583"/>
                  </a:cubicBezTo>
                  <a:cubicBezTo>
                    <a:pt x="151" y="583"/>
                    <a:pt x="176" y="533"/>
                    <a:pt x="176" y="508"/>
                  </a:cubicBezTo>
                  <a:lnTo>
                    <a:pt x="151" y="57"/>
                  </a:lnTo>
                  <a:cubicBezTo>
                    <a:pt x="151" y="37"/>
                    <a:pt x="135" y="0"/>
                    <a:pt x="10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6" name="Google Shape;5556;p55"/>
            <p:cNvSpPr/>
            <p:nvPr/>
          </p:nvSpPr>
          <p:spPr>
            <a:xfrm>
              <a:off x="6832803" y="3060298"/>
              <a:ext cx="402309" cy="461091"/>
            </a:xfrm>
            <a:custGeom>
              <a:rect b="b" l="l" r="r" t="t"/>
              <a:pathLst>
                <a:path extrusionOk="0" h="8848" w="7720">
                  <a:moveTo>
                    <a:pt x="3600" y="533"/>
                  </a:moveTo>
                  <a:cubicBezTo>
                    <a:pt x="3609" y="533"/>
                    <a:pt x="3622" y="539"/>
                    <a:pt x="3635" y="552"/>
                  </a:cubicBezTo>
                  <a:cubicBezTo>
                    <a:pt x="3635" y="552"/>
                    <a:pt x="3660" y="577"/>
                    <a:pt x="3660" y="602"/>
                  </a:cubicBezTo>
                  <a:cubicBezTo>
                    <a:pt x="3660" y="602"/>
                    <a:pt x="3660" y="627"/>
                    <a:pt x="3660" y="652"/>
                  </a:cubicBezTo>
                  <a:cubicBezTo>
                    <a:pt x="3635" y="652"/>
                    <a:pt x="3635" y="677"/>
                    <a:pt x="3609" y="677"/>
                  </a:cubicBezTo>
                  <a:cubicBezTo>
                    <a:pt x="3559" y="702"/>
                    <a:pt x="3484" y="702"/>
                    <a:pt x="3434" y="727"/>
                  </a:cubicBezTo>
                  <a:cubicBezTo>
                    <a:pt x="3409" y="727"/>
                    <a:pt x="3384" y="727"/>
                    <a:pt x="3384" y="702"/>
                  </a:cubicBezTo>
                  <a:cubicBezTo>
                    <a:pt x="3359" y="702"/>
                    <a:pt x="3359" y="677"/>
                    <a:pt x="3334" y="677"/>
                  </a:cubicBezTo>
                  <a:cubicBezTo>
                    <a:pt x="3334" y="652"/>
                    <a:pt x="3334" y="627"/>
                    <a:pt x="3359" y="602"/>
                  </a:cubicBezTo>
                  <a:cubicBezTo>
                    <a:pt x="3359" y="602"/>
                    <a:pt x="3384" y="577"/>
                    <a:pt x="3384" y="577"/>
                  </a:cubicBezTo>
                  <a:lnTo>
                    <a:pt x="3584" y="552"/>
                  </a:lnTo>
                  <a:cubicBezTo>
                    <a:pt x="3584" y="539"/>
                    <a:pt x="3591" y="533"/>
                    <a:pt x="3600" y="533"/>
                  </a:cubicBezTo>
                  <a:close/>
                  <a:moveTo>
                    <a:pt x="2482" y="677"/>
                  </a:moveTo>
                  <a:lnTo>
                    <a:pt x="2807" y="727"/>
                  </a:lnTo>
                  <a:cubicBezTo>
                    <a:pt x="2833" y="727"/>
                    <a:pt x="2858" y="752"/>
                    <a:pt x="2858" y="802"/>
                  </a:cubicBezTo>
                  <a:cubicBezTo>
                    <a:pt x="2858" y="827"/>
                    <a:pt x="2833" y="878"/>
                    <a:pt x="2807" y="878"/>
                  </a:cubicBezTo>
                  <a:lnTo>
                    <a:pt x="2482" y="827"/>
                  </a:lnTo>
                  <a:cubicBezTo>
                    <a:pt x="2432" y="827"/>
                    <a:pt x="2406" y="802"/>
                    <a:pt x="2406" y="752"/>
                  </a:cubicBezTo>
                  <a:cubicBezTo>
                    <a:pt x="2406" y="727"/>
                    <a:pt x="2432" y="677"/>
                    <a:pt x="2482" y="677"/>
                  </a:cubicBezTo>
                  <a:close/>
                  <a:moveTo>
                    <a:pt x="4061" y="708"/>
                  </a:moveTo>
                  <a:cubicBezTo>
                    <a:pt x="4079" y="708"/>
                    <a:pt x="4098" y="715"/>
                    <a:pt x="4111" y="727"/>
                  </a:cubicBezTo>
                  <a:cubicBezTo>
                    <a:pt x="4211" y="802"/>
                    <a:pt x="4236" y="953"/>
                    <a:pt x="4211" y="1053"/>
                  </a:cubicBezTo>
                  <a:cubicBezTo>
                    <a:pt x="4193" y="1090"/>
                    <a:pt x="4174" y="1113"/>
                    <a:pt x="4146" y="1113"/>
                  </a:cubicBezTo>
                  <a:cubicBezTo>
                    <a:pt x="4136" y="1113"/>
                    <a:pt x="4124" y="1110"/>
                    <a:pt x="4111" y="1103"/>
                  </a:cubicBezTo>
                  <a:cubicBezTo>
                    <a:pt x="4086" y="1103"/>
                    <a:pt x="4061" y="1053"/>
                    <a:pt x="4061" y="1028"/>
                  </a:cubicBezTo>
                  <a:cubicBezTo>
                    <a:pt x="4061" y="1003"/>
                    <a:pt x="4061" y="1003"/>
                    <a:pt x="4061" y="1003"/>
                  </a:cubicBezTo>
                  <a:cubicBezTo>
                    <a:pt x="4061" y="978"/>
                    <a:pt x="4061" y="953"/>
                    <a:pt x="4061" y="953"/>
                  </a:cubicBezTo>
                  <a:cubicBezTo>
                    <a:pt x="4061" y="928"/>
                    <a:pt x="4061" y="928"/>
                    <a:pt x="4061" y="903"/>
                  </a:cubicBezTo>
                  <a:cubicBezTo>
                    <a:pt x="4061" y="903"/>
                    <a:pt x="4061" y="903"/>
                    <a:pt x="4061" y="878"/>
                  </a:cubicBezTo>
                  <a:cubicBezTo>
                    <a:pt x="4036" y="878"/>
                    <a:pt x="4036" y="878"/>
                    <a:pt x="4036" y="852"/>
                  </a:cubicBezTo>
                  <a:cubicBezTo>
                    <a:pt x="4010" y="852"/>
                    <a:pt x="4010" y="852"/>
                    <a:pt x="4010" y="827"/>
                  </a:cubicBezTo>
                  <a:cubicBezTo>
                    <a:pt x="3985" y="802"/>
                    <a:pt x="3985" y="752"/>
                    <a:pt x="4010" y="727"/>
                  </a:cubicBezTo>
                  <a:cubicBezTo>
                    <a:pt x="4023" y="715"/>
                    <a:pt x="4042" y="708"/>
                    <a:pt x="4061" y="708"/>
                  </a:cubicBezTo>
                  <a:close/>
                  <a:moveTo>
                    <a:pt x="3835" y="1554"/>
                  </a:moveTo>
                  <a:cubicBezTo>
                    <a:pt x="3885" y="1554"/>
                    <a:pt x="3910" y="1579"/>
                    <a:pt x="3910" y="1629"/>
                  </a:cubicBezTo>
                  <a:cubicBezTo>
                    <a:pt x="3885" y="1780"/>
                    <a:pt x="3885" y="1930"/>
                    <a:pt x="3885" y="2081"/>
                  </a:cubicBezTo>
                  <a:cubicBezTo>
                    <a:pt x="3860" y="2131"/>
                    <a:pt x="3835" y="2156"/>
                    <a:pt x="3810" y="2156"/>
                  </a:cubicBezTo>
                  <a:cubicBezTo>
                    <a:pt x="3760" y="2156"/>
                    <a:pt x="3735" y="2131"/>
                    <a:pt x="3735" y="2081"/>
                  </a:cubicBezTo>
                  <a:cubicBezTo>
                    <a:pt x="3735" y="1930"/>
                    <a:pt x="3760" y="1780"/>
                    <a:pt x="3760" y="1629"/>
                  </a:cubicBezTo>
                  <a:cubicBezTo>
                    <a:pt x="3760" y="1579"/>
                    <a:pt x="3785" y="1554"/>
                    <a:pt x="3835" y="1554"/>
                  </a:cubicBezTo>
                  <a:close/>
                  <a:moveTo>
                    <a:pt x="1629" y="2081"/>
                  </a:moveTo>
                  <a:lnTo>
                    <a:pt x="1805" y="2131"/>
                  </a:lnTo>
                  <a:cubicBezTo>
                    <a:pt x="1830" y="2131"/>
                    <a:pt x="1830" y="2156"/>
                    <a:pt x="1855" y="2156"/>
                  </a:cubicBezTo>
                  <a:cubicBezTo>
                    <a:pt x="1855" y="2181"/>
                    <a:pt x="1855" y="2206"/>
                    <a:pt x="1855" y="2206"/>
                  </a:cubicBezTo>
                  <a:cubicBezTo>
                    <a:pt x="1855" y="2231"/>
                    <a:pt x="1830" y="2256"/>
                    <a:pt x="1830" y="2256"/>
                  </a:cubicBezTo>
                  <a:cubicBezTo>
                    <a:pt x="1817" y="2269"/>
                    <a:pt x="1805" y="2275"/>
                    <a:pt x="1792" y="2275"/>
                  </a:cubicBezTo>
                  <a:cubicBezTo>
                    <a:pt x="1780" y="2275"/>
                    <a:pt x="1767" y="2269"/>
                    <a:pt x="1755" y="2256"/>
                  </a:cubicBezTo>
                  <a:cubicBezTo>
                    <a:pt x="1705" y="2256"/>
                    <a:pt x="1655" y="2231"/>
                    <a:pt x="1579" y="2231"/>
                  </a:cubicBezTo>
                  <a:cubicBezTo>
                    <a:pt x="1554" y="2231"/>
                    <a:pt x="1554" y="2206"/>
                    <a:pt x="1529" y="2206"/>
                  </a:cubicBezTo>
                  <a:cubicBezTo>
                    <a:pt x="1529" y="2181"/>
                    <a:pt x="1529" y="2156"/>
                    <a:pt x="1529" y="2131"/>
                  </a:cubicBezTo>
                  <a:cubicBezTo>
                    <a:pt x="1529" y="2131"/>
                    <a:pt x="1554" y="2106"/>
                    <a:pt x="1554" y="2106"/>
                  </a:cubicBezTo>
                  <a:cubicBezTo>
                    <a:pt x="1579" y="2081"/>
                    <a:pt x="1604" y="2081"/>
                    <a:pt x="1629" y="2081"/>
                  </a:cubicBezTo>
                  <a:close/>
                  <a:moveTo>
                    <a:pt x="2482" y="2482"/>
                  </a:moveTo>
                  <a:cubicBezTo>
                    <a:pt x="2507" y="2482"/>
                    <a:pt x="2557" y="2482"/>
                    <a:pt x="2582" y="2507"/>
                  </a:cubicBezTo>
                  <a:cubicBezTo>
                    <a:pt x="2632" y="2607"/>
                    <a:pt x="2682" y="2682"/>
                    <a:pt x="2707" y="2782"/>
                  </a:cubicBezTo>
                  <a:cubicBezTo>
                    <a:pt x="2732" y="2807"/>
                    <a:pt x="2732" y="2857"/>
                    <a:pt x="2682" y="2883"/>
                  </a:cubicBezTo>
                  <a:cubicBezTo>
                    <a:pt x="2657" y="2883"/>
                    <a:pt x="2607" y="2883"/>
                    <a:pt x="2582" y="2832"/>
                  </a:cubicBezTo>
                  <a:cubicBezTo>
                    <a:pt x="2557" y="2757"/>
                    <a:pt x="2507" y="2682"/>
                    <a:pt x="2457" y="2582"/>
                  </a:cubicBezTo>
                  <a:cubicBezTo>
                    <a:pt x="2432" y="2557"/>
                    <a:pt x="2432" y="2507"/>
                    <a:pt x="2482" y="2482"/>
                  </a:cubicBezTo>
                  <a:close/>
                  <a:moveTo>
                    <a:pt x="4010" y="2632"/>
                  </a:moveTo>
                  <a:cubicBezTo>
                    <a:pt x="4061" y="2632"/>
                    <a:pt x="4086" y="2682"/>
                    <a:pt x="4061" y="2732"/>
                  </a:cubicBezTo>
                  <a:cubicBezTo>
                    <a:pt x="4061" y="2732"/>
                    <a:pt x="4061" y="2757"/>
                    <a:pt x="4061" y="2782"/>
                  </a:cubicBezTo>
                  <a:cubicBezTo>
                    <a:pt x="4061" y="2807"/>
                    <a:pt x="4061" y="2807"/>
                    <a:pt x="4061" y="2807"/>
                  </a:cubicBezTo>
                  <a:cubicBezTo>
                    <a:pt x="4061" y="2832"/>
                    <a:pt x="4061" y="2857"/>
                    <a:pt x="4061" y="2857"/>
                  </a:cubicBezTo>
                  <a:lnTo>
                    <a:pt x="4061" y="2883"/>
                  </a:lnTo>
                  <a:cubicBezTo>
                    <a:pt x="4061" y="2883"/>
                    <a:pt x="4061" y="2883"/>
                    <a:pt x="4061" y="2908"/>
                  </a:cubicBezTo>
                  <a:cubicBezTo>
                    <a:pt x="4061" y="2908"/>
                    <a:pt x="4061" y="2933"/>
                    <a:pt x="4086" y="2958"/>
                  </a:cubicBezTo>
                  <a:cubicBezTo>
                    <a:pt x="4086" y="2958"/>
                    <a:pt x="4086" y="2983"/>
                    <a:pt x="4086" y="2983"/>
                  </a:cubicBezTo>
                  <a:cubicBezTo>
                    <a:pt x="4111" y="3008"/>
                    <a:pt x="4111" y="3008"/>
                    <a:pt x="4111" y="3033"/>
                  </a:cubicBezTo>
                  <a:lnTo>
                    <a:pt x="4136" y="3033"/>
                  </a:lnTo>
                  <a:cubicBezTo>
                    <a:pt x="4136" y="3033"/>
                    <a:pt x="4136" y="3058"/>
                    <a:pt x="4136" y="3058"/>
                  </a:cubicBezTo>
                  <a:cubicBezTo>
                    <a:pt x="4161" y="3083"/>
                    <a:pt x="4161" y="3133"/>
                    <a:pt x="4136" y="3158"/>
                  </a:cubicBezTo>
                  <a:cubicBezTo>
                    <a:pt x="4123" y="3171"/>
                    <a:pt x="4104" y="3177"/>
                    <a:pt x="4086" y="3177"/>
                  </a:cubicBezTo>
                  <a:cubicBezTo>
                    <a:pt x="4067" y="3177"/>
                    <a:pt x="4048" y="3171"/>
                    <a:pt x="4036" y="3158"/>
                  </a:cubicBezTo>
                  <a:cubicBezTo>
                    <a:pt x="3935" y="3033"/>
                    <a:pt x="3885" y="2857"/>
                    <a:pt x="3935" y="2682"/>
                  </a:cubicBezTo>
                  <a:cubicBezTo>
                    <a:pt x="3935" y="2657"/>
                    <a:pt x="3985" y="2632"/>
                    <a:pt x="4010" y="2632"/>
                  </a:cubicBezTo>
                  <a:close/>
                  <a:moveTo>
                    <a:pt x="6602" y="3048"/>
                  </a:moveTo>
                  <a:cubicBezTo>
                    <a:pt x="6630" y="3048"/>
                    <a:pt x="6649" y="3071"/>
                    <a:pt x="6667" y="3108"/>
                  </a:cubicBezTo>
                  <a:cubicBezTo>
                    <a:pt x="6667" y="3133"/>
                    <a:pt x="6642" y="3183"/>
                    <a:pt x="6617" y="3183"/>
                  </a:cubicBezTo>
                  <a:lnTo>
                    <a:pt x="6391" y="3259"/>
                  </a:lnTo>
                  <a:cubicBezTo>
                    <a:pt x="6378" y="3265"/>
                    <a:pt x="6366" y="3268"/>
                    <a:pt x="6356" y="3268"/>
                  </a:cubicBezTo>
                  <a:cubicBezTo>
                    <a:pt x="6328" y="3268"/>
                    <a:pt x="6310" y="3245"/>
                    <a:pt x="6291" y="3208"/>
                  </a:cubicBezTo>
                  <a:cubicBezTo>
                    <a:pt x="6291" y="3183"/>
                    <a:pt x="6316" y="3133"/>
                    <a:pt x="6341" y="3133"/>
                  </a:cubicBezTo>
                  <a:cubicBezTo>
                    <a:pt x="6416" y="3108"/>
                    <a:pt x="6492" y="3083"/>
                    <a:pt x="6567" y="3058"/>
                  </a:cubicBezTo>
                  <a:cubicBezTo>
                    <a:pt x="6580" y="3051"/>
                    <a:pt x="6592" y="3048"/>
                    <a:pt x="6602" y="3048"/>
                  </a:cubicBezTo>
                  <a:close/>
                  <a:moveTo>
                    <a:pt x="5740" y="3208"/>
                  </a:moveTo>
                  <a:cubicBezTo>
                    <a:pt x="5765" y="3208"/>
                    <a:pt x="5765" y="3233"/>
                    <a:pt x="5790" y="3233"/>
                  </a:cubicBezTo>
                  <a:cubicBezTo>
                    <a:pt x="5790" y="3259"/>
                    <a:pt x="5790" y="3284"/>
                    <a:pt x="5790" y="3309"/>
                  </a:cubicBezTo>
                  <a:cubicBezTo>
                    <a:pt x="5790" y="3309"/>
                    <a:pt x="5765" y="3334"/>
                    <a:pt x="5765" y="3334"/>
                  </a:cubicBezTo>
                  <a:cubicBezTo>
                    <a:pt x="5715" y="3359"/>
                    <a:pt x="5665" y="3384"/>
                    <a:pt x="5614" y="3409"/>
                  </a:cubicBezTo>
                  <a:cubicBezTo>
                    <a:pt x="5589" y="3434"/>
                    <a:pt x="5589" y="3434"/>
                    <a:pt x="5564" y="3434"/>
                  </a:cubicBezTo>
                  <a:cubicBezTo>
                    <a:pt x="5539" y="3409"/>
                    <a:pt x="5539" y="3409"/>
                    <a:pt x="5514" y="3384"/>
                  </a:cubicBezTo>
                  <a:cubicBezTo>
                    <a:pt x="5514" y="3384"/>
                    <a:pt x="5514" y="3359"/>
                    <a:pt x="5514" y="3334"/>
                  </a:cubicBezTo>
                  <a:cubicBezTo>
                    <a:pt x="5514" y="3309"/>
                    <a:pt x="5539" y="3309"/>
                    <a:pt x="5539" y="3284"/>
                  </a:cubicBezTo>
                  <a:cubicBezTo>
                    <a:pt x="5589" y="3259"/>
                    <a:pt x="5640" y="3233"/>
                    <a:pt x="5690" y="3208"/>
                  </a:cubicBezTo>
                  <a:close/>
                  <a:moveTo>
                    <a:pt x="4586" y="3402"/>
                  </a:moveTo>
                  <a:cubicBezTo>
                    <a:pt x="4594" y="3402"/>
                    <a:pt x="4602" y="3404"/>
                    <a:pt x="4612" y="3409"/>
                  </a:cubicBezTo>
                  <a:cubicBezTo>
                    <a:pt x="4712" y="3409"/>
                    <a:pt x="4812" y="3409"/>
                    <a:pt x="4938" y="3434"/>
                  </a:cubicBezTo>
                  <a:cubicBezTo>
                    <a:pt x="4963" y="3434"/>
                    <a:pt x="4988" y="3459"/>
                    <a:pt x="5013" y="3509"/>
                  </a:cubicBezTo>
                  <a:cubicBezTo>
                    <a:pt x="5013" y="3534"/>
                    <a:pt x="4963" y="3584"/>
                    <a:pt x="4938" y="3584"/>
                  </a:cubicBezTo>
                  <a:cubicBezTo>
                    <a:pt x="4812" y="3559"/>
                    <a:pt x="4712" y="3559"/>
                    <a:pt x="4612" y="3534"/>
                  </a:cubicBezTo>
                  <a:cubicBezTo>
                    <a:pt x="4562" y="3534"/>
                    <a:pt x="4537" y="3509"/>
                    <a:pt x="4537" y="3459"/>
                  </a:cubicBezTo>
                  <a:cubicBezTo>
                    <a:pt x="4537" y="3439"/>
                    <a:pt x="4553" y="3402"/>
                    <a:pt x="4586" y="3402"/>
                  </a:cubicBezTo>
                  <a:close/>
                  <a:moveTo>
                    <a:pt x="3008" y="3309"/>
                  </a:moveTo>
                  <a:cubicBezTo>
                    <a:pt x="3033" y="3334"/>
                    <a:pt x="3058" y="3384"/>
                    <a:pt x="3058" y="3409"/>
                  </a:cubicBezTo>
                  <a:lnTo>
                    <a:pt x="2933" y="3835"/>
                  </a:lnTo>
                  <a:cubicBezTo>
                    <a:pt x="2933" y="3872"/>
                    <a:pt x="2906" y="3895"/>
                    <a:pt x="2882" y="3895"/>
                  </a:cubicBezTo>
                  <a:cubicBezTo>
                    <a:pt x="2873" y="3895"/>
                    <a:pt x="2864" y="3892"/>
                    <a:pt x="2858" y="3885"/>
                  </a:cubicBezTo>
                  <a:cubicBezTo>
                    <a:pt x="2807" y="3885"/>
                    <a:pt x="2782" y="3835"/>
                    <a:pt x="2807" y="3810"/>
                  </a:cubicBezTo>
                  <a:cubicBezTo>
                    <a:pt x="2833" y="3660"/>
                    <a:pt x="2883" y="3509"/>
                    <a:pt x="2908" y="3359"/>
                  </a:cubicBezTo>
                  <a:cubicBezTo>
                    <a:pt x="2908" y="3334"/>
                    <a:pt x="2958" y="3309"/>
                    <a:pt x="3008" y="3309"/>
                  </a:cubicBezTo>
                  <a:close/>
                  <a:moveTo>
                    <a:pt x="6943" y="3384"/>
                  </a:moveTo>
                  <a:cubicBezTo>
                    <a:pt x="6968" y="3384"/>
                    <a:pt x="7018" y="3409"/>
                    <a:pt x="7018" y="3434"/>
                  </a:cubicBezTo>
                  <a:cubicBezTo>
                    <a:pt x="7068" y="3609"/>
                    <a:pt x="7068" y="3785"/>
                    <a:pt x="7018" y="3960"/>
                  </a:cubicBezTo>
                  <a:cubicBezTo>
                    <a:pt x="7018" y="3985"/>
                    <a:pt x="6968" y="4010"/>
                    <a:pt x="6943" y="4010"/>
                  </a:cubicBezTo>
                  <a:cubicBezTo>
                    <a:pt x="6893" y="3985"/>
                    <a:pt x="6868" y="3960"/>
                    <a:pt x="6893" y="3910"/>
                  </a:cubicBezTo>
                  <a:cubicBezTo>
                    <a:pt x="6918" y="3760"/>
                    <a:pt x="6918" y="3634"/>
                    <a:pt x="6893" y="3484"/>
                  </a:cubicBezTo>
                  <a:cubicBezTo>
                    <a:pt x="6868" y="3434"/>
                    <a:pt x="6893" y="3409"/>
                    <a:pt x="6943" y="3384"/>
                  </a:cubicBezTo>
                  <a:close/>
                  <a:moveTo>
                    <a:pt x="2783" y="4326"/>
                  </a:moveTo>
                  <a:cubicBezTo>
                    <a:pt x="2792" y="4326"/>
                    <a:pt x="2801" y="4329"/>
                    <a:pt x="2807" y="4336"/>
                  </a:cubicBezTo>
                  <a:cubicBezTo>
                    <a:pt x="2858" y="4336"/>
                    <a:pt x="2858" y="4386"/>
                    <a:pt x="2858" y="4411"/>
                  </a:cubicBezTo>
                  <a:cubicBezTo>
                    <a:pt x="2833" y="4612"/>
                    <a:pt x="2807" y="4787"/>
                    <a:pt x="2782" y="4963"/>
                  </a:cubicBezTo>
                  <a:cubicBezTo>
                    <a:pt x="2782" y="5013"/>
                    <a:pt x="2732" y="5013"/>
                    <a:pt x="2682" y="5013"/>
                  </a:cubicBezTo>
                  <a:cubicBezTo>
                    <a:pt x="2657" y="5013"/>
                    <a:pt x="2632" y="4963"/>
                    <a:pt x="2632" y="4913"/>
                  </a:cubicBezTo>
                  <a:cubicBezTo>
                    <a:pt x="2657" y="4737"/>
                    <a:pt x="2707" y="4562"/>
                    <a:pt x="2732" y="4386"/>
                  </a:cubicBezTo>
                  <a:cubicBezTo>
                    <a:pt x="2732" y="4350"/>
                    <a:pt x="2759" y="4326"/>
                    <a:pt x="2783" y="4326"/>
                  </a:cubicBezTo>
                  <a:close/>
                  <a:moveTo>
                    <a:pt x="6767" y="4436"/>
                  </a:moveTo>
                  <a:cubicBezTo>
                    <a:pt x="6792" y="4462"/>
                    <a:pt x="6817" y="4512"/>
                    <a:pt x="6792" y="4537"/>
                  </a:cubicBezTo>
                  <a:cubicBezTo>
                    <a:pt x="6717" y="4662"/>
                    <a:pt x="6717" y="4812"/>
                    <a:pt x="6742" y="4963"/>
                  </a:cubicBezTo>
                  <a:cubicBezTo>
                    <a:pt x="6742" y="4988"/>
                    <a:pt x="6717" y="5038"/>
                    <a:pt x="6692" y="5038"/>
                  </a:cubicBezTo>
                  <a:cubicBezTo>
                    <a:pt x="6679" y="5045"/>
                    <a:pt x="6667" y="5048"/>
                    <a:pt x="6657" y="5048"/>
                  </a:cubicBezTo>
                  <a:cubicBezTo>
                    <a:pt x="6629" y="5048"/>
                    <a:pt x="6610" y="5025"/>
                    <a:pt x="6592" y="4988"/>
                  </a:cubicBezTo>
                  <a:cubicBezTo>
                    <a:pt x="6567" y="4812"/>
                    <a:pt x="6592" y="4637"/>
                    <a:pt x="6667" y="4462"/>
                  </a:cubicBezTo>
                  <a:cubicBezTo>
                    <a:pt x="6692" y="4436"/>
                    <a:pt x="6742" y="4436"/>
                    <a:pt x="6767" y="4436"/>
                  </a:cubicBezTo>
                  <a:close/>
                  <a:moveTo>
                    <a:pt x="4336" y="4863"/>
                  </a:moveTo>
                  <a:cubicBezTo>
                    <a:pt x="4361" y="4863"/>
                    <a:pt x="4361" y="4863"/>
                    <a:pt x="4386" y="4888"/>
                  </a:cubicBezTo>
                  <a:cubicBezTo>
                    <a:pt x="4411" y="4888"/>
                    <a:pt x="4411" y="4913"/>
                    <a:pt x="4411" y="4938"/>
                  </a:cubicBezTo>
                  <a:cubicBezTo>
                    <a:pt x="4437" y="4938"/>
                    <a:pt x="4411" y="4963"/>
                    <a:pt x="4411" y="4988"/>
                  </a:cubicBezTo>
                  <a:cubicBezTo>
                    <a:pt x="4411" y="4988"/>
                    <a:pt x="4386" y="5013"/>
                    <a:pt x="4361" y="5013"/>
                  </a:cubicBezTo>
                  <a:cubicBezTo>
                    <a:pt x="4311" y="5038"/>
                    <a:pt x="4261" y="5038"/>
                    <a:pt x="4186" y="5038"/>
                  </a:cubicBezTo>
                  <a:cubicBezTo>
                    <a:pt x="4173" y="5050"/>
                    <a:pt x="4167" y="5057"/>
                    <a:pt x="4161" y="5057"/>
                  </a:cubicBezTo>
                  <a:cubicBezTo>
                    <a:pt x="4155" y="5057"/>
                    <a:pt x="4148" y="5050"/>
                    <a:pt x="4136" y="5038"/>
                  </a:cubicBezTo>
                  <a:cubicBezTo>
                    <a:pt x="4111" y="5038"/>
                    <a:pt x="4111" y="5013"/>
                    <a:pt x="4111" y="4988"/>
                  </a:cubicBezTo>
                  <a:cubicBezTo>
                    <a:pt x="4086" y="4988"/>
                    <a:pt x="4111" y="4963"/>
                    <a:pt x="4111" y="4938"/>
                  </a:cubicBezTo>
                  <a:cubicBezTo>
                    <a:pt x="4111" y="4938"/>
                    <a:pt x="4136" y="4913"/>
                    <a:pt x="4161" y="4913"/>
                  </a:cubicBezTo>
                  <a:cubicBezTo>
                    <a:pt x="4211" y="4888"/>
                    <a:pt x="4261" y="4888"/>
                    <a:pt x="4336" y="4863"/>
                  </a:cubicBezTo>
                  <a:close/>
                  <a:moveTo>
                    <a:pt x="5123" y="4794"/>
                  </a:moveTo>
                  <a:cubicBezTo>
                    <a:pt x="5132" y="4794"/>
                    <a:pt x="5138" y="4800"/>
                    <a:pt x="5138" y="4812"/>
                  </a:cubicBezTo>
                  <a:cubicBezTo>
                    <a:pt x="5239" y="4888"/>
                    <a:pt x="5339" y="4963"/>
                    <a:pt x="5439" y="5038"/>
                  </a:cubicBezTo>
                  <a:cubicBezTo>
                    <a:pt x="5464" y="5038"/>
                    <a:pt x="5464" y="5063"/>
                    <a:pt x="5464" y="5063"/>
                  </a:cubicBezTo>
                  <a:cubicBezTo>
                    <a:pt x="5464" y="5088"/>
                    <a:pt x="5464" y="5113"/>
                    <a:pt x="5464" y="5113"/>
                  </a:cubicBezTo>
                  <a:cubicBezTo>
                    <a:pt x="5464" y="5138"/>
                    <a:pt x="5439" y="5163"/>
                    <a:pt x="5414" y="5163"/>
                  </a:cubicBezTo>
                  <a:lnTo>
                    <a:pt x="5364" y="5163"/>
                  </a:lnTo>
                  <a:lnTo>
                    <a:pt x="5063" y="4938"/>
                  </a:lnTo>
                  <a:cubicBezTo>
                    <a:pt x="5063" y="4913"/>
                    <a:pt x="5038" y="4913"/>
                    <a:pt x="5038" y="4888"/>
                  </a:cubicBezTo>
                  <a:cubicBezTo>
                    <a:pt x="5038" y="4863"/>
                    <a:pt x="5038" y="4863"/>
                    <a:pt x="5038" y="4837"/>
                  </a:cubicBezTo>
                  <a:cubicBezTo>
                    <a:pt x="5063" y="4812"/>
                    <a:pt x="5063" y="4812"/>
                    <a:pt x="5088" y="4812"/>
                  </a:cubicBezTo>
                  <a:cubicBezTo>
                    <a:pt x="5101" y="4800"/>
                    <a:pt x="5113" y="4794"/>
                    <a:pt x="5123" y="4794"/>
                  </a:cubicBezTo>
                  <a:close/>
                  <a:moveTo>
                    <a:pt x="3409" y="5088"/>
                  </a:moveTo>
                  <a:cubicBezTo>
                    <a:pt x="3434" y="5088"/>
                    <a:pt x="3484" y="5088"/>
                    <a:pt x="3509" y="5113"/>
                  </a:cubicBezTo>
                  <a:cubicBezTo>
                    <a:pt x="3534" y="5163"/>
                    <a:pt x="3509" y="5213"/>
                    <a:pt x="3484" y="5213"/>
                  </a:cubicBezTo>
                  <a:cubicBezTo>
                    <a:pt x="3421" y="5251"/>
                    <a:pt x="3359" y="5270"/>
                    <a:pt x="3296" y="5270"/>
                  </a:cubicBezTo>
                  <a:cubicBezTo>
                    <a:pt x="3234" y="5270"/>
                    <a:pt x="3171" y="5251"/>
                    <a:pt x="3108" y="5213"/>
                  </a:cubicBezTo>
                  <a:cubicBezTo>
                    <a:pt x="3083" y="5213"/>
                    <a:pt x="3083" y="5163"/>
                    <a:pt x="3083" y="5138"/>
                  </a:cubicBezTo>
                  <a:cubicBezTo>
                    <a:pt x="3098" y="5109"/>
                    <a:pt x="3121" y="5097"/>
                    <a:pt x="3143" y="5097"/>
                  </a:cubicBezTo>
                  <a:cubicBezTo>
                    <a:pt x="3158" y="5097"/>
                    <a:pt x="3173" y="5103"/>
                    <a:pt x="3183" y="5113"/>
                  </a:cubicBezTo>
                  <a:lnTo>
                    <a:pt x="3384" y="5113"/>
                  </a:lnTo>
                  <a:cubicBezTo>
                    <a:pt x="3409" y="5113"/>
                    <a:pt x="3409" y="5088"/>
                    <a:pt x="3409" y="5088"/>
                  </a:cubicBezTo>
                  <a:close/>
                  <a:moveTo>
                    <a:pt x="5840" y="5389"/>
                  </a:moveTo>
                  <a:cubicBezTo>
                    <a:pt x="5865" y="5389"/>
                    <a:pt x="5915" y="5414"/>
                    <a:pt x="5915" y="5439"/>
                  </a:cubicBezTo>
                  <a:lnTo>
                    <a:pt x="5915" y="5840"/>
                  </a:lnTo>
                  <a:cubicBezTo>
                    <a:pt x="5915" y="5890"/>
                    <a:pt x="5865" y="5915"/>
                    <a:pt x="5840" y="5915"/>
                  </a:cubicBezTo>
                  <a:cubicBezTo>
                    <a:pt x="5790" y="5915"/>
                    <a:pt x="5765" y="5890"/>
                    <a:pt x="5765" y="5840"/>
                  </a:cubicBezTo>
                  <a:lnTo>
                    <a:pt x="5765" y="5439"/>
                  </a:lnTo>
                  <a:cubicBezTo>
                    <a:pt x="5765" y="5414"/>
                    <a:pt x="5790" y="5389"/>
                    <a:pt x="5840" y="5389"/>
                  </a:cubicBezTo>
                  <a:close/>
                  <a:moveTo>
                    <a:pt x="6727" y="5347"/>
                  </a:moveTo>
                  <a:cubicBezTo>
                    <a:pt x="6742" y="5347"/>
                    <a:pt x="6757" y="5353"/>
                    <a:pt x="6767" y="5364"/>
                  </a:cubicBezTo>
                  <a:cubicBezTo>
                    <a:pt x="6817" y="5364"/>
                    <a:pt x="6817" y="5414"/>
                    <a:pt x="6792" y="5464"/>
                  </a:cubicBezTo>
                  <a:cubicBezTo>
                    <a:pt x="6792" y="5464"/>
                    <a:pt x="6792" y="5464"/>
                    <a:pt x="6792" y="5489"/>
                  </a:cubicBezTo>
                  <a:cubicBezTo>
                    <a:pt x="6767" y="5514"/>
                    <a:pt x="6767" y="5539"/>
                    <a:pt x="6767" y="5539"/>
                  </a:cubicBezTo>
                  <a:cubicBezTo>
                    <a:pt x="6767" y="5539"/>
                    <a:pt x="6767" y="5539"/>
                    <a:pt x="6767" y="5564"/>
                  </a:cubicBezTo>
                  <a:cubicBezTo>
                    <a:pt x="6767" y="5564"/>
                    <a:pt x="6767" y="5589"/>
                    <a:pt x="6767" y="5589"/>
                  </a:cubicBezTo>
                  <a:cubicBezTo>
                    <a:pt x="6767" y="5589"/>
                    <a:pt x="6767" y="5614"/>
                    <a:pt x="6767" y="5614"/>
                  </a:cubicBezTo>
                  <a:cubicBezTo>
                    <a:pt x="6767" y="5614"/>
                    <a:pt x="6767" y="5614"/>
                    <a:pt x="6767" y="5639"/>
                  </a:cubicBezTo>
                  <a:cubicBezTo>
                    <a:pt x="6767" y="5639"/>
                    <a:pt x="6767" y="5665"/>
                    <a:pt x="6767" y="5690"/>
                  </a:cubicBezTo>
                  <a:lnTo>
                    <a:pt x="6792" y="5690"/>
                  </a:lnTo>
                  <a:cubicBezTo>
                    <a:pt x="6792" y="5690"/>
                    <a:pt x="6792" y="5715"/>
                    <a:pt x="6792" y="5715"/>
                  </a:cubicBezTo>
                  <a:cubicBezTo>
                    <a:pt x="6792" y="5740"/>
                    <a:pt x="6792" y="5740"/>
                    <a:pt x="6817" y="5740"/>
                  </a:cubicBezTo>
                  <a:cubicBezTo>
                    <a:pt x="6817" y="5765"/>
                    <a:pt x="6817" y="5765"/>
                    <a:pt x="6817" y="5765"/>
                  </a:cubicBezTo>
                  <a:cubicBezTo>
                    <a:pt x="6817" y="5765"/>
                    <a:pt x="6843" y="5790"/>
                    <a:pt x="6843" y="5790"/>
                  </a:cubicBezTo>
                  <a:cubicBezTo>
                    <a:pt x="6843" y="5790"/>
                    <a:pt x="6843" y="5790"/>
                    <a:pt x="6868" y="5815"/>
                  </a:cubicBezTo>
                  <a:cubicBezTo>
                    <a:pt x="6893" y="5840"/>
                    <a:pt x="6893" y="5890"/>
                    <a:pt x="6868" y="5915"/>
                  </a:cubicBezTo>
                  <a:cubicBezTo>
                    <a:pt x="6843" y="5928"/>
                    <a:pt x="6824" y="5934"/>
                    <a:pt x="6805" y="5934"/>
                  </a:cubicBezTo>
                  <a:cubicBezTo>
                    <a:pt x="6786" y="5934"/>
                    <a:pt x="6767" y="5928"/>
                    <a:pt x="6742" y="5915"/>
                  </a:cubicBezTo>
                  <a:cubicBezTo>
                    <a:pt x="6617" y="5765"/>
                    <a:pt x="6567" y="5539"/>
                    <a:pt x="6667" y="5389"/>
                  </a:cubicBezTo>
                  <a:cubicBezTo>
                    <a:pt x="6682" y="5359"/>
                    <a:pt x="6705" y="5347"/>
                    <a:pt x="6727" y="5347"/>
                  </a:cubicBezTo>
                  <a:close/>
                  <a:moveTo>
                    <a:pt x="5966" y="6432"/>
                  </a:moveTo>
                  <a:cubicBezTo>
                    <a:pt x="5975" y="6432"/>
                    <a:pt x="5984" y="6435"/>
                    <a:pt x="5990" y="6441"/>
                  </a:cubicBezTo>
                  <a:cubicBezTo>
                    <a:pt x="6041" y="6441"/>
                    <a:pt x="6066" y="6492"/>
                    <a:pt x="6041" y="6517"/>
                  </a:cubicBezTo>
                  <a:cubicBezTo>
                    <a:pt x="6015" y="6642"/>
                    <a:pt x="5990" y="6767"/>
                    <a:pt x="5965" y="6868"/>
                  </a:cubicBezTo>
                  <a:cubicBezTo>
                    <a:pt x="5965" y="6918"/>
                    <a:pt x="5915" y="6943"/>
                    <a:pt x="5890" y="6943"/>
                  </a:cubicBezTo>
                  <a:cubicBezTo>
                    <a:pt x="5840" y="6918"/>
                    <a:pt x="5840" y="6868"/>
                    <a:pt x="5840" y="6842"/>
                  </a:cubicBezTo>
                  <a:cubicBezTo>
                    <a:pt x="5865" y="6717"/>
                    <a:pt x="5890" y="6592"/>
                    <a:pt x="5915" y="6492"/>
                  </a:cubicBezTo>
                  <a:cubicBezTo>
                    <a:pt x="5915" y="6455"/>
                    <a:pt x="5942" y="6432"/>
                    <a:pt x="5966" y="6432"/>
                  </a:cubicBezTo>
                  <a:close/>
                  <a:moveTo>
                    <a:pt x="5790" y="7319"/>
                  </a:moveTo>
                  <a:cubicBezTo>
                    <a:pt x="5815" y="7319"/>
                    <a:pt x="5865" y="7369"/>
                    <a:pt x="5865" y="7394"/>
                  </a:cubicBezTo>
                  <a:cubicBezTo>
                    <a:pt x="5840" y="7544"/>
                    <a:pt x="5840" y="7695"/>
                    <a:pt x="5815" y="7845"/>
                  </a:cubicBezTo>
                  <a:cubicBezTo>
                    <a:pt x="5815" y="7870"/>
                    <a:pt x="5790" y="7895"/>
                    <a:pt x="5765" y="7920"/>
                  </a:cubicBezTo>
                  <a:cubicBezTo>
                    <a:pt x="5715" y="7920"/>
                    <a:pt x="5690" y="7870"/>
                    <a:pt x="5690" y="7845"/>
                  </a:cubicBezTo>
                  <a:cubicBezTo>
                    <a:pt x="5690" y="7695"/>
                    <a:pt x="5715" y="7544"/>
                    <a:pt x="5715" y="7394"/>
                  </a:cubicBezTo>
                  <a:cubicBezTo>
                    <a:pt x="5715" y="7369"/>
                    <a:pt x="5740" y="7344"/>
                    <a:pt x="5790" y="7319"/>
                  </a:cubicBezTo>
                  <a:close/>
                  <a:moveTo>
                    <a:pt x="2005" y="0"/>
                  </a:moveTo>
                  <a:cubicBezTo>
                    <a:pt x="1830" y="401"/>
                    <a:pt x="1629" y="802"/>
                    <a:pt x="1404" y="1153"/>
                  </a:cubicBezTo>
                  <a:cubicBezTo>
                    <a:pt x="1028" y="1780"/>
                    <a:pt x="527" y="2306"/>
                    <a:pt x="0" y="2757"/>
                  </a:cubicBezTo>
                  <a:cubicBezTo>
                    <a:pt x="138" y="2875"/>
                    <a:pt x="307" y="2916"/>
                    <a:pt x="494" y="2916"/>
                  </a:cubicBezTo>
                  <a:cubicBezTo>
                    <a:pt x="545" y="2916"/>
                    <a:pt x="598" y="2913"/>
                    <a:pt x="652" y="2908"/>
                  </a:cubicBezTo>
                  <a:cubicBezTo>
                    <a:pt x="953" y="2883"/>
                    <a:pt x="1228" y="2757"/>
                    <a:pt x="1529" y="2732"/>
                  </a:cubicBezTo>
                  <a:cubicBezTo>
                    <a:pt x="1583" y="2727"/>
                    <a:pt x="1637" y="2724"/>
                    <a:pt x="1691" y="2724"/>
                  </a:cubicBezTo>
                  <a:cubicBezTo>
                    <a:pt x="1885" y="2724"/>
                    <a:pt x="2074" y="2765"/>
                    <a:pt x="2231" y="2883"/>
                  </a:cubicBezTo>
                  <a:cubicBezTo>
                    <a:pt x="2432" y="3033"/>
                    <a:pt x="2507" y="3259"/>
                    <a:pt x="2532" y="3484"/>
                  </a:cubicBezTo>
                  <a:cubicBezTo>
                    <a:pt x="2532" y="4010"/>
                    <a:pt x="2181" y="4462"/>
                    <a:pt x="2131" y="4988"/>
                  </a:cubicBezTo>
                  <a:cubicBezTo>
                    <a:pt x="2106" y="5238"/>
                    <a:pt x="2181" y="5514"/>
                    <a:pt x="2432" y="5639"/>
                  </a:cubicBezTo>
                  <a:cubicBezTo>
                    <a:pt x="2570" y="5716"/>
                    <a:pt x="2717" y="5746"/>
                    <a:pt x="2868" y="5746"/>
                  </a:cubicBezTo>
                  <a:cubicBezTo>
                    <a:pt x="2964" y="5746"/>
                    <a:pt x="3061" y="5734"/>
                    <a:pt x="3158" y="5715"/>
                  </a:cubicBezTo>
                  <a:cubicBezTo>
                    <a:pt x="3640" y="5577"/>
                    <a:pt x="4080" y="5229"/>
                    <a:pt x="4593" y="5229"/>
                  </a:cubicBezTo>
                  <a:cubicBezTo>
                    <a:pt x="4641" y="5229"/>
                    <a:pt x="4689" y="5232"/>
                    <a:pt x="4737" y="5238"/>
                  </a:cubicBezTo>
                  <a:cubicBezTo>
                    <a:pt x="4963" y="5264"/>
                    <a:pt x="5163" y="5364"/>
                    <a:pt x="5314" y="5564"/>
                  </a:cubicBezTo>
                  <a:cubicBezTo>
                    <a:pt x="5464" y="5765"/>
                    <a:pt x="5464" y="6040"/>
                    <a:pt x="5414" y="6291"/>
                  </a:cubicBezTo>
                  <a:cubicBezTo>
                    <a:pt x="5339" y="6592"/>
                    <a:pt x="5188" y="6842"/>
                    <a:pt x="5063" y="7118"/>
                  </a:cubicBezTo>
                  <a:cubicBezTo>
                    <a:pt x="4963" y="7369"/>
                    <a:pt x="4938" y="7644"/>
                    <a:pt x="5013" y="7920"/>
                  </a:cubicBezTo>
                  <a:cubicBezTo>
                    <a:pt x="5113" y="8321"/>
                    <a:pt x="5389" y="8647"/>
                    <a:pt x="5740" y="8848"/>
                  </a:cubicBezTo>
                  <a:cubicBezTo>
                    <a:pt x="6467" y="7995"/>
                    <a:pt x="7118" y="7043"/>
                    <a:pt x="7720" y="6091"/>
                  </a:cubicBezTo>
                  <a:cubicBezTo>
                    <a:pt x="7319" y="5790"/>
                    <a:pt x="7043" y="5364"/>
                    <a:pt x="7043" y="4863"/>
                  </a:cubicBezTo>
                  <a:cubicBezTo>
                    <a:pt x="7018" y="4587"/>
                    <a:pt x="7143" y="4311"/>
                    <a:pt x="7269" y="4035"/>
                  </a:cubicBezTo>
                  <a:cubicBezTo>
                    <a:pt x="7394" y="3760"/>
                    <a:pt x="7544" y="3484"/>
                    <a:pt x="7519" y="3158"/>
                  </a:cubicBezTo>
                  <a:cubicBezTo>
                    <a:pt x="7494" y="2883"/>
                    <a:pt x="7294" y="2682"/>
                    <a:pt x="7018" y="2632"/>
                  </a:cubicBezTo>
                  <a:cubicBezTo>
                    <a:pt x="6944" y="2619"/>
                    <a:pt x="6870" y="2612"/>
                    <a:pt x="6797" y="2612"/>
                  </a:cubicBezTo>
                  <a:cubicBezTo>
                    <a:pt x="6596" y="2612"/>
                    <a:pt x="6399" y="2659"/>
                    <a:pt x="6216" y="2732"/>
                  </a:cubicBezTo>
                  <a:cubicBezTo>
                    <a:pt x="5849" y="2887"/>
                    <a:pt x="5451" y="3131"/>
                    <a:pt x="5036" y="3131"/>
                  </a:cubicBezTo>
                  <a:cubicBezTo>
                    <a:pt x="4913" y="3131"/>
                    <a:pt x="4788" y="3110"/>
                    <a:pt x="4662" y="3058"/>
                  </a:cubicBezTo>
                  <a:cubicBezTo>
                    <a:pt x="4437" y="2958"/>
                    <a:pt x="4261" y="2757"/>
                    <a:pt x="4211" y="2507"/>
                  </a:cubicBezTo>
                  <a:cubicBezTo>
                    <a:pt x="4161" y="2256"/>
                    <a:pt x="4236" y="1980"/>
                    <a:pt x="4311" y="1730"/>
                  </a:cubicBezTo>
                  <a:cubicBezTo>
                    <a:pt x="4462" y="1304"/>
                    <a:pt x="4838" y="627"/>
                    <a:pt x="4386" y="251"/>
                  </a:cubicBezTo>
                  <a:cubicBezTo>
                    <a:pt x="4264" y="129"/>
                    <a:pt x="4095" y="90"/>
                    <a:pt x="3925" y="90"/>
                  </a:cubicBezTo>
                  <a:cubicBezTo>
                    <a:pt x="3817" y="90"/>
                    <a:pt x="3707" y="106"/>
                    <a:pt x="3609" y="126"/>
                  </a:cubicBezTo>
                  <a:cubicBezTo>
                    <a:pt x="3284" y="201"/>
                    <a:pt x="2983" y="301"/>
                    <a:pt x="2657" y="301"/>
                  </a:cubicBezTo>
                  <a:cubicBezTo>
                    <a:pt x="2406" y="276"/>
                    <a:pt x="2181" y="176"/>
                    <a:pt x="20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7" name="Google Shape;5557;p55"/>
            <p:cNvSpPr/>
            <p:nvPr/>
          </p:nvSpPr>
          <p:spPr>
            <a:xfrm>
              <a:off x="6937287" y="3053784"/>
              <a:ext cx="300429" cy="323931"/>
            </a:xfrm>
            <a:custGeom>
              <a:rect b="b" l="l" r="r" t="t"/>
              <a:pathLst>
                <a:path extrusionOk="0" h="6216" w="5765">
                  <a:moveTo>
                    <a:pt x="51" y="0"/>
                  </a:moveTo>
                  <a:cubicBezTo>
                    <a:pt x="26" y="50"/>
                    <a:pt x="0" y="75"/>
                    <a:pt x="0" y="125"/>
                  </a:cubicBezTo>
                  <a:cubicBezTo>
                    <a:pt x="176" y="301"/>
                    <a:pt x="401" y="401"/>
                    <a:pt x="652" y="426"/>
                  </a:cubicBezTo>
                  <a:cubicBezTo>
                    <a:pt x="978" y="426"/>
                    <a:pt x="1279" y="326"/>
                    <a:pt x="1604" y="251"/>
                  </a:cubicBezTo>
                  <a:cubicBezTo>
                    <a:pt x="1702" y="231"/>
                    <a:pt x="1812" y="215"/>
                    <a:pt x="1920" y="215"/>
                  </a:cubicBezTo>
                  <a:cubicBezTo>
                    <a:pt x="2090" y="215"/>
                    <a:pt x="2259" y="254"/>
                    <a:pt x="2381" y="376"/>
                  </a:cubicBezTo>
                  <a:cubicBezTo>
                    <a:pt x="2833" y="752"/>
                    <a:pt x="2457" y="1429"/>
                    <a:pt x="2306" y="1855"/>
                  </a:cubicBezTo>
                  <a:cubicBezTo>
                    <a:pt x="2231" y="2105"/>
                    <a:pt x="2156" y="2381"/>
                    <a:pt x="2206" y="2632"/>
                  </a:cubicBezTo>
                  <a:cubicBezTo>
                    <a:pt x="2256" y="2882"/>
                    <a:pt x="2432" y="3083"/>
                    <a:pt x="2657" y="3183"/>
                  </a:cubicBezTo>
                  <a:cubicBezTo>
                    <a:pt x="2783" y="3235"/>
                    <a:pt x="2908" y="3256"/>
                    <a:pt x="3031" y="3256"/>
                  </a:cubicBezTo>
                  <a:cubicBezTo>
                    <a:pt x="3446" y="3256"/>
                    <a:pt x="3844" y="3012"/>
                    <a:pt x="4211" y="2857"/>
                  </a:cubicBezTo>
                  <a:cubicBezTo>
                    <a:pt x="4394" y="2784"/>
                    <a:pt x="4591" y="2737"/>
                    <a:pt x="4792" y="2737"/>
                  </a:cubicBezTo>
                  <a:cubicBezTo>
                    <a:pt x="4865" y="2737"/>
                    <a:pt x="4939" y="2744"/>
                    <a:pt x="5013" y="2757"/>
                  </a:cubicBezTo>
                  <a:cubicBezTo>
                    <a:pt x="5289" y="2807"/>
                    <a:pt x="5489" y="3008"/>
                    <a:pt x="5514" y="3283"/>
                  </a:cubicBezTo>
                  <a:cubicBezTo>
                    <a:pt x="5539" y="3609"/>
                    <a:pt x="5389" y="3885"/>
                    <a:pt x="5264" y="4160"/>
                  </a:cubicBezTo>
                  <a:cubicBezTo>
                    <a:pt x="5138" y="4436"/>
                    <a:pt x="5013" y="4712"/>
                    <a:pt x="5038" y="4988"/>
                  </a:cubicBezTo>
                  <a:cubicBezTo>
                    <a:pt x="5038" y="5489"/>
                    <a:pt x="5314" y="5915"/>
                    <a:pt x="5715" y="6216"/>
                  </a:cubicBezTo>
                  <a:cubicBezTo>
                    <a:pt x="5740" y="6165"/>
                    <a:pt x="5765" y="6140"/>
                    <a:pt x="5765" y="6090"/>
                  </a:cubicBezTo>
                  <a:cubicBezTo>
                    <a:pt x="5464" y="5840"/>
                    <a:pt x="5214" y="5489"/>
                    <a:pt x="5188" y="5113"/>
                  </a:cubicBezTo>
                  <a:cubicBezTo>
                    <a:pt x="5113" y="4511"/>
                    <a:pt x="5589" y="4060"/>
                    <a:pt x="5640" y="3484"/>
                  </a:cubicBezTo>
                  <a:cubicBezTo>
                    <a:pt x="5665" y="3233"/>
                    <a:pt x="5615" y="2957"/>
                    <a:pt x="5414" y="2807"/>
                  </a:cubicBezTo>
                  <a:cubicBezTo>
                    <a:pt x="5239" y="2657"/>
                    <a:pt x="5013" y="2581"/>
                    <a:pt x="4787" y="2581"/>
                  </a:cubicBezTo>
                  <a:cubicBezTo>
                    <a:pt x="4211" y="2607"/>
                    <a:pt x="3760" y="3033"/>
                    <a:pt x="3208" y="3083"/>
                  </a:cubicBezTo>
                  <a:cubicBezTo>
                    <a:pt x="3148" y="3095"/>
                    <a:pt x="3085" y="3101"/>
                    <a:pt x="3023" y="3101"/>
                  </a:cubicBezTo>
                  <a:cubicBezTo>
                    <a:pt x="2830" y="3101"/>
                    <a:pt x="2640" y="3040"/>
                    <a:pt x="2507" y="2907"/>
                  </a:cubicBezTo>
                  <a:cubicBezTo>
                    <a:pt x="2306" y="2707"/>
                    <a:pt x="2306" y="2406"/>
                    <a:pt x="2381" y="2155"/>
                  </a:cubicBezTo>
                  <a:cubicBezTo>
                    <a:pt x="2482" y="1679"/>
                    <a:pt x="2807" y="1228"/>
                    <a:pt x="2707" y="702"/>
                  </a:cubicBezTo>
                  <a:cubicBezTo>
                    <a:pt x="2682" y="451"/>
                    <a:pt x="2532" y="251"/>
                    <a:pt x="2331" y="150"/>
                  </a:cubicBezTo>
                  <a:cubicBezTo>
                    <a:pt x="2199" y="92"/>
                    <a:pt x="2050" y="67"/>
                    <a:pt x="1898" y="67"/>
                  </a:cubicBezTo>
                  <a:cubicBezTo>
                    <a:pt x="1791" y="67"/>
                    <a:pt x="1683" y="80"/>
                    <a:pt x="1579" y="100"/>
                  </a:cubicBezTo>
                  <a:cubicBezTo>
                    <a:pt x="1305" y="169"/>
                    <a:pt x="1031" y="279"/>
                    <a:pt x="738" y="279"/>
                  </a:cubicBezTo>
                  <a:cubicBezTo>
                    <a:pt x="710" y="279"/>
                    <a:pt x="681" y="278"/>
                    <a:pt x="652" y="276"/>
                  </a:cubicBezTo>
                  <a:cubicBezTo>
                    <a:pt x="427" y="276"/>
                    <a:pt x="201" y="150"/>
                    <a:pt x="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8" name="Google Shape;5558;p55"/>
            <p:cNvSpPr/>
            <p:nvPr/>
          </p:nvSpPr>
          <p:spPr>
            <a:xfrm>
              <a:off x="6826289" y="3202197"/>
              <a:ext cx="305640" cy="324400"/>
            </a:xfrm>
            <a:custGeom>
              <a:rect b="b" l="l" r="r" t="t"/>
              <a:pathLst>
                <a:path extrusionOk="0" h="6225" w="5865">
                  <a:moveTo>
                    <a:pt x="1816" y="1"/>
                  </a:moveTo>
                  <a:cubicBezTo>
                    <a:pt x="1762" y="1"/>
                    <a:pt x="1708" y="4"/>
                    <a:pt x="1654" y="9"/>
                  </a:cubicBezTo>
                  <a:cubicBezTo>
                    <a:pt x="1353" y="34"/>
                    <a:pt x="1078" y="160"/>
                    <a:pt x="777" y="185"/>
                  </a:cubicBezTo>
                  <a:cubicBezTo>
                    <a:pt x="723" y="190"/>
                    <a:pt x="670" y="193"/>
                    <a:pt x="619" y="193"/>
                  </a:cubicBezTo>
                  <a:cubicBezTo>
                    <a:pt x="432" y="193"/>
                    <a:pt x="263" y="152"/>
                    <a:pt x="125" y="34"/>
                  </a:cubicBezTo>
                  <a:cubicBezTo>
                    <a:pt x="75" y="84"/>
                    <a:pt x="50" y="109"/>
                    <a:pt x="0" y="134"/>
                  </a:cubicBezTo>
                  <a:cubicBezTo>
                    <a:pt x="125" y="235"/>
                    <a:pt x="301" y="310"/>
                    <a:pt x="451" y="335"/>
                  </a:cubicBezTo>
                  <a:cubicBezTo>
                    <a:pt x="504" y="343"/>
                    <a:pt x="556" y="347"/>
                    <a:pt x="607" y="347"/>
                  </a:cubicBezTo>
                  <a:cubicBezTo>
                    <a:pt x="874" y="347"/>
                    <a:pt x="1126" y="252"/>
                    <a:pt x="1379" y="210"/>
                  </a:cubicBezTo>
                  <a:cubicBezTo>
                    <a:pt x="1533" y="168"/>
                    <a:pt x="1695" y="133"/>
                    <a:pt x="1852" y="133"/>
                  </a:cubicBezTo>
                  <a:cubicBezTo>
                    <a:pt x="1975" y="133"/>
                    <a:pt x="2095" y="155"/>
                    <a:pt x="2206" y="210"/>
                  </a:cubicBezTo>
                  <a:cubicBezTo>
                    <a:pt x="2732" y="510"/>
                    <a:pt x="2431" y="1212"/>
                    <a:pt x="2281" y="1638"/>
                  </a:cubicBezTo>
                  <a:cubicBezTo>
                    <a:pt x="2105" y="2089"/>
                    <a:pt x="1955" y="2691"/>
                    <a:pt x="2431" y="3017"/>
                  </a:cubicBezTo>
                  <a:cubicBezTo>
                    <a:pt x="2587" y="3129"/>
                    <a:pt x="2760" y="3173"/>
                    <a:pt x="2938" y="3173"/>
                  </a:cubicBezTo>
                  <a:cubicBezTo>
                    <a:pt x="3276" y="3173"/>
                    <a:pt x="3631" y="3014"/>
                    <a:pt x="3910" y="2866"/>
                  </a:cubicBezTo>
                  <a:cubicBezTo>
                    <a:pt x="4186" y="2766"/>
                    <a:pt x="4461" y="2641"/>
                    <a:pt x="4762" y="2641"/>
                  </a:cubicBezTo>
                  <a:cubicBezTo>
                    <a:pt x="4988" y="2666"/>
                    <a:pt x="5263" y="2766"/>
                    <a:pt x="5364" y="2992"/>
                  </a:cubicBezTo>
                  <a:cubicBezTo>
                    <a:pt x="5489" y="3267"/>
                    <a:pt x="5389" y="3593"/>
                    <a:pt x="5288" y="3869"/>
                  </a:cubicBezTo>
                  <a:cubicBezTo>
                    <a:pt x="5163" y="4145"/>
                    <a:pt x="4988" y="4395"/>
                    <a:pt x="4963" y="4696"/>
                  </a:cubicBezTo>
                  <a:cubicBezTo>
                    <a:pt x="4887" y="5222"/>
                    <a:pt x="5138" y="5724"/>
                    <a:pt x="5514" y="6049"/>
                  </a:cubicBezTo>
                  <a:cubicBezTo>
                    <a:pt x="5589" y="6125"/>
                    <a:pt x="5664" y="6175"/>
                    <a:pt x="5765" y="6225"/>
                  </a:cubicBezTo>
                  <a:cubicBezTo>
                    <a:pt x="5790" y="6200"/>
                    <a:pt x="5815" y="6150"/>
                    <a:pt x="5865" y="6125"/>
                  </a:cubicBezTo>
                  <a:cubicBezTo>
                    <a:pt x="5514" y="5924"/>
                    <a:pt x="5238" y="5598"/>
                    <a:pt x="5138" y="5197"/>
                  </a:cubicBezTo>
                  <a:cubicBezTo>
                    <a:pt x="5063" y="4921"/>
                    <a:pt x="5088" y="4646"/>
                    <a:pt x="5188" y="4395"/>
                  </a:cubicBezTo>
                  <a:cubicBezTo>
                    <a:pt x="5313" y="4119"/>
                    <a:pt x="5464" y="3869"/>
                    <a:pt x="5539" y="3568"/>
                  </a:cubicBezTo>
                  <a:cubicBezTo>
                    <a:pt x="5589" y="3317"/>
                    <a:pt x="5589" y="3042"/>
                    <a:pt x="5439" y="2841"/>
                  </a:cubicBezTo>
                  <a:cubicBezTo>
                    <a:pt x="5288" y="2641"/>
                    <a:pt x="5088" y="2541"/>
                    <a:pt x="4862" y="2515"/>
                  </a:cubicBezTo>
                  <a:cubicBezTo>
                    <a:pt x="4814" y="2509"/>
                    <a:pt x="4766" y="2506"/>
                    <a:pt x="4718" y="2506"/>
                  </a:cubicBezTo>
                  <a:cubicBezTo>
                    <a:pt x="4205" y="2506"/>
                    <a:pt x="3765" y="2854"/>
                    <a:pt x="3283" y="2992"/>
                  </a:cubicBezTo>
                  <a:cubicBezTo>
                    <a:pt x="3186" y="3011"/>
                    <a:pt x="3089" y="3023"/>
                    <a:pt x="2993" y="3023"/>
                  </a:cubicBezTo>
                  <a:cubicBezTo>
                    <a:pt x="2842" y="3023"/>
                    <a:pt x="2695" y="2993"/>
                    <a:pt x="2557" y="2916"/>
                  </a:cubicBezTo>
                  <a:cubicBezTo>
                    <a:pt x="2306" y="2791"/>
                    <a:pt x="2231" y="2515"/>
                    <a:pt x="2256" y="2265"/>
                  </a:cubicBezTo>
                  <a:cubicBezTo>
                    <a:pt x="2306" y="1739"/>
                    <a:pt x="2657" y="1287"/>
                    <a:pt x="2657" y="761"/>
                  </a:cubicBezTo>
                  <a:cubicBezTo>
                    <a:pt x="2632" y="536"/>
                    <a:pt x="2557" y="310"/>
                    <a:pt x="2356" y="160"/>
                  </a:cubicBezTo>
                  <a:cubicBezTo>
                    <a:pt x="2199" y="42"/>
                    <a:pt x="2010" y="1"/>
                    <a:pt x="181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9" name="Google Shape;5559;p55"/>
            <p:cNvSpPr/>
            <p:nvPr/>
          </p:nvSpPr>
          <p:spPr>
            <a:xfrm>
              <a:off x="6912482" y="3168689"/>
              <a:ext cx="17041" cy="10162"/>
            </a:xfrm>
            <a:custGeom>
              <a:rect b="b" l="l" r="r" t="t"/>
              <a:pathLst>
                <a:path extrusionOk="0" h="195" w="327">
                  <a:moveTo>
                    <a:pt x="100" y="1"/>
                  </a:moveTo>
                  <a:cubicBezTo>
                    <a:pt x="75" y="1"/>
                    <a:pt x="50" y="1"/>
                    <a:pt x="25" y="26"/>
                  </a:cubicBezTo>
                  <a:cubicBezTo>
                    <a:pt x="25" y="26"/>
                    <a:pt x="0" y="51"/>
                    <a:pt x="0" y="51"/>
                  </a:cubicBezTo>
                  <a:cubicBezTo>
                    <a:pt x="0" y="76"/>
                    <a:pt x="0" y="101"/>
                    <a:pt x="0" y="126"/>
                  </a:cubicBezTo>
                  <a:cubicBezTo>
                    <a:pt x="25" y="126"/>
                    <a:pt x="25" y="151"/>
                    <a:pt x="50" y="151"/>
                  </a:cubicBezTo>
                  <a:cubicBezTo>
                    <a:pt x="126" y="151"/>
                    <a:pt x="176" y="176"/>
                    <a:pt x="226" y="176"/>
                  </a:cubicBezTo>
                  <a:cubicBezTo>
                    <a:pt x="238" y="189"/>
                    <a:pt x="251" y="195"/>
                    <a:pt x="263" y="195"/>
                  </a:cubicBezTo>
                  <a:cubicBezTo>
                    <a:pt x="276" y="195"/>
                    <a:pt x="288" y="189"/>
                    <a:pt x="301" y="176"/>
                  </a:cubicBezTo>
                  <a:cubicBezTo>
                    <a:pt x="301" y="176"/>
                    <a:pt x="326" y="151"/>
                    <a:pt x="326" y="126"/>
                  </a:cubicBezTo>
                  <a:cubicBezTo>
                    <a:pt x="326" y="126"/>
                    <a:pt x="326" y="101"/>
                    <a:pt x="326" y="76"/>
                  </a:cubicBezTo>
                  <a:cubicBezTo>
                    <a:pt x="301" y="76"/>
                    <a:pt x="301" y="51"/>
                    <a:pt x="276" y="51"/>
                  </a:cubicBezTo>
                  <a:cubicBezTo>
                    <a:pt x="226" y="26"/>
                    <a:pt x="151" y="26"/>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0" name="Google Shape;5560;p55"/>
            <p:cNvSpPr/>
            <p:nvPr/>
          </p:nvSpPr>
          <p:spPr>
            <a:xfrm>
              <a:off x="6959486" y="3189586"/>
              <a:ext cx="15738" cy="20949"/>
            </a:xfrm>
            <a:custGeom>
              <a:rect b="b" l="l" r="r" t="t"/>
              <a:pathLst>
                <a:path extrusionOk="0" h="402" w="302">
                  <a:moveTo>
                    <a:pt x="51" y="1"/>
                  </a:moveTo>
                  <a:cubicBezTo>
                    <a:pt x="1" y="26"/>
                    <a:pt x="1" y="76"/>
                    <a:pt x="26" y="101"/>
                  </a:cubicBezTo>
                  <a:cubicBezTo>
                    <a:pt x="76" y="201"/>
                    <a:pt x="126" y="276"/>
                    <a:pt x="151" y="376"/>
                  </a:cubicBezTo>
                  <a:cubicBezTo>
                    <a:pt x="176" y="402"/>
                    <a:pt x="226" y="402"/>
                    <a:pt x="251" y="402"/>
                  </a:cubicBezTo>
                  <a:cubicBezTo>
                    <a:pt x="301" y="376"/>
                    <a:pt x="301" y="326"/>
                    <a:pt x="276" y="301"/>
                  </a:cubicBezTo>
                  <a:cubicBezTo>
                    <a:pt x="251" y="201"/>
                    <a:pt x="201" y="126"/>
                    <a:pt x="151" y="26"/>
                  </a:cubicBezTo>
                  <a:cubicBezTo>
                    <a:pt x="126" y="1"/>
                    <a:pt x="76" y="1"/>
                    <a:pt x="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1" name="Google Shape;5561;p55"/>
            <p:cNvSpPr/>
            <p:nvPr/>
          </p:nvSpPr>
          <p:spPr>
            <a:xfrm>
              <a:off x="6977777" y="3232682"/>
              <a:ext cx="14435" cy="30590"/>
            </a:xfrm>
            <a:custGeom>
              <a:rect b="b" l="l" r="r" t="t"/>
              <a:pathLst>
                <a:path extrusionOk="0" h="587" w="277">
                  <a:moveTo>
                    <a:pt x="226" y="1"/>
                  </a:moveTo>
                  <a:cubicBezTo>
                    <a:pt x="176" y="1"/>
                    <a:pt x="126" y="26"/>
                    <a:pt x="126" y="51"/>
                  </a:cubicBezTo>
                  <a:cubicBezTo>
                    <a:pt x="101" y="201"/>
                    <a:pt x="51" y="352"/>
                    <a:pt x="25" y="502"/>
                  </a:cubicBezTo>
                  <a:cubicBezTo>
                    <a:pt x="0" y="527"/>
                    <a:pt x="25" y="577"/>
                    <a:pt x="76" y="577"/>
                  </a:cubicBezTo>
                  <a:cubicBezTo>
                    <a:pt x="82" y="584"/>
                    <a:pt x="91" y="587"/>
                    <a:pt x="100" y="587"/>
                  </a:cubicBezTo>
                  <a:cubicBezTo>
                    <a:pt x="124" y="587"/>
                    <a:pt x="151" y="564"/>
                    <a:pt x="151" y="527"/>
                  </a:cubicBezTo>
                  <a:lnTo>
                    <a:pt x="276" y="101"/>
                  </a:lnTo>
                  <a:cubicBezTo>
                    <a:pt x="276" y="76"/>
                    <a:pt x="251" y="26"/>
                    <a:pt x="2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2" name="Google Shape;5562;p55"/>
            <p:cNvSpPr/>
            <p:nvPr/>
          </p:nvSpPr>
          <p:spPr>
            <a:xfrm>
              <a:off x="6969960" y="3285731"/>
              <a:ext cx="11777" cy="35801"/>
            </a:xfrm>
            <a:custGeom>
              <a:rect b="b" l="l" r="r" t="t"/>
              <a:pathLst>
                <a:path extrusionOk="0" h="687" w="226">
                  <a:moveTo>
                    <a:pt x="151" y="0"/>
                  </a:moveTo>
                  <a:cubicBezTo>
                    <a:pt x="127" y="0"/>
                    <a:pt x="100" y="24"/>
                    <a:pt x="100" y="60"/>
                  </a:cubicBezTo>
                  <a:cubicBezTo>
                    <a:pt x="50" y="236"/>
                    <a:pt x="25" y="411"/>
                    <a:pt x="0" y="587"/>
                  </a:cubicBezTo>
                  <a:cubicBezTo>
                    <a:pt x="0" y="637"/>
                    <a:pt x="25" y="687"/>
                    <a:pt x="50" y="687"/>
                  </a:cubicBezTo>
                  <a:cubicBezTo>
                    <a:pt x="100" y="687"/>
                    <a:pt x="150" y="687"/>
                    <a:pt x="150" y="637"/>
                  </a:cubicBezTo>
                  <a:cubicBezTo>
                    <a:pt x="175" y="461"/>
                    <a:pt x="201" y="286"/>
                    <a:pt x="226" y="85"/>
                  </a:cubicBezTo>
                  <a:cubicBezTo>
                    <a:pt x="226" y="60"/>
                    <a:pt x="226" y="10"/>
                    <a:pt x="175" y="10"/>
                  </a:cubicBezTo>
                  <a:cubicBezTo>
                    <a:pt x="169" y="3"/>
                    <a:pt x="160" y="0"/>
                    <a:pt x="1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3" name="Google Shape;5563;p55"/>
            <p:cNvSpPr/>
            <p:nvPr/>
          </p:nvSpPr>
          <p:spPr>
            <a:xfrm>
              <a:off x="6993463" y="3325440"/>
              <a:ext cx="23555" cy="9484"/>
            </a:xfrm>
            <a:custGeom>
              <a:rect b="b" l="l" r="r" t="t"/>
              <a:pathLst>
                <a:path extrusionOk="0" h="182" w="452">
                  <a:moveTo>
                    <a:pt x="326" y="0"/>
                  </a:moveTo>
                  <a:cubicBezTo>
                    <a:pt x="326" y="0"/>
                    <a:pt x="326" y="25"/>
                    <a:pt x="301" y="25"/>
                  </a:cubicBezTo>
                  <a:lnTo>
                    <a:pt x="100" y="25"/>
                  </a:lnTo>
                  <a:cubicBezTo>
                    <a:pt x="90" y="15"/>
                    <a:pt x="75" y="9"/>
                    <a:pt x="60" y="9"/>
                  </a:cubicBezTo>
                  <a:cubicBezTo>
                    <a:pt x="38" y="9"/>
                    <a:pt x="15" y="21"/>
                    <a:pt x="0" y="50"/>
                  </a:cubicBezTo>
                  <a:cubicBezTo>
                    <a:pt x="0" y="75"/>
                    <a:pt x="0" y="125"/>
                    <a:pt x="25" y="125"/>
                  </a:cubicBezTo>
                  <a:cubicBezTo>
                    <a:pt x="88" y="163"/>
                    <a:pt x="151" y="182"/>
                    <a:pt x="213" y="182"/>
                  </a:cubicBezTo>
                  <a:cubicBezTo>
                    <a:pt x="276" y="182"/>
                    <a:pt x="338" y="163"/>
                    <a:pt x="401" y="125"/>
                  </a:cubicBezTo>
                  <a:cubicBezTo>
                    <a:pt x="426" y="125"/>
                    <a:pt x="451" y="75"/>
                    <a:pt x="426" y="25"/>
                  </a:cubicBezTo>
                  <a:cubicBezTo>
                    <a:pt x="401" y="0"/>
                    <a:pt x="351" y="0"/>
                    <a:pt x="3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4" name="Google Shape;5564;p55"/>
            <p:cNvSpPr/>
            <p:nvPr/>
          </p:nvSpPr>
          <p:spPr>
            <a:xfrm>
              <a:off x="7045678" y="3313976"/>
              <a:ext cx="18344" cy="10214"/>
            </a:xfrm>
            <a:custGeom>
              <a:rect b="b" l="l" r="r" t="t"/>
              <a:pathLst>
                <a:path extrusionOk="0" h="196" w="352">
                  <a:moveTo>
                    <a:pt x="276" y="1"/>
                  </a:moveTo>
                  <a:cubicBezTo>
                    <a:pt x="270" y="1"/>
                    <a:pt x="264" y="7"/>
                    <a:pt x="251" y="20"/>
                  </a:cubicBezTo>
                  <a:cubicBezTo>
                    <a:pt x="176" y="20"/>
                    <a:pt x="126" y="20"/>
                    <a:pt x="76" y="45"/>
                  </a:cubicBezTo>
                  <a:cubicBezTo>
                    <a:pt x="51" y="45"/>
                    <a:pt x="26" y="70"/>
                    <a:pt x="26" y="70"/>
                  </a:cubicBezTo>
                  <a:cubicBezTo>
                    <a:pt x="26" y="95"/>
                    <a:pt x="1" y="120"/>
                    <a:pt x="26" y="120"/>
                  </a:cubicBezTo>
                  <a:cubicBezTo>
                    <a:pt x="26" y="145"/>
                    <a:pt x="26" y="170"/>
                    <a:pt x="51" y="170"/>
                  </a:cubicBezTo>
                  <a:cubicBezTo>
                    <a:pt x="76" y="195"/>
                    <a:pt x="76" y="195"/>
                    <a:pt x="101" y="195"/>
                  </a:cubicBezTo>
                  <a:lnTo>
                    <a:pt x="276" y="145"/>
                  </a:lnTo>
                  <a:cubicBezTo>
                    <a:pt x="301" y="145"/>
                    <a:pt x="326" y="120"/>
                    <a:pt x="326" y="120"/>
                  </a:cubicBezTo>
                  <a:cubicBezTo>
                    <a:pt x="326" y="95"/>
                    <a:pt x="352" y="70"/>
                    <a:pt x="326" y="70"/>
                  </a:cubicBezTo>
                  <a:cubicBezTo>
                    <a:pt x="326" y="45"/>
                    <a:pt x="326" y="20"/>
                    <a:pt x="301" y="20"/>
                  </a:cubicBezTo>
                  <a:cubicBezTo>
                    <a:pt x="289" y="7"/>
                    <a:pt x="283" y="1"/>
                    <a:pt x="2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5" name="Google Shape;5565;p55"/>
            <p:cNvSpPr/>
            <p:nvPr/>
          </p:nvSpPr>
          <p:spPr>
            <a:xfrm>
              <a:off x="7095340" y="3310067"/>
              <a:ext cx="22252" cy="19334"/>
            </a:xfrm>
            <a:custGeom>
              <a:rect b="b" l="l" r="r" t="t"/>
              <a:pathLst>
                <a:path extrusionOk="0" h="371" w="427">
                  <a:moveTo>
                    <a:pt x="85" y="1"/>
                  </a:moveTo>
                  <a:cubicBezTo>
                    <a:pt x="75" y="1"/>
                    <a:pt x="63" y="7"/>
                    <a:pt x="50" y="19"/>
                  </a:cubicBezTo>
                  <a:cubicBezTo>
                    <a:pt x="25" y="19"/>
                    <a:pt x="25" y="19"/>
                    <a:pt x="0" y="44"/>
                  </a:cubicBezTo>
                  <a:cubicBezTo>
                    <a:pt x="0" y="70"/>
                    <a:pt x="0" y="70"/>
                    <a:pt x="0" y="95"/>
                  </a:cubicBezTo>
                  <a:cubicBezTo>
                    <a:pt x="0" y="120"/>
                    <a:pt x="25" y="120"/>
                    <a:pt x="25" y="145"/>
                  </a:cubicBezTo>
                  <a:cubicBezTo>
                    <a:pt x="125" y="220"/>
                    <a:pt x="226" y="295"/>
                    <a:pt x="326" y="370"/>
                  </a:cubicBezTo>
                  <a:lnTo>
                    <a:pt x="376" y="370"/>
                  </a:lnTo>
                  <a:cubicBezTo>
                    <a:pt x="401" y="370"/>
                    <a:pt x="426" y="345"/>
                    <a:pt x="426" y="345"/>
                  </a:cubicBezTo>
                  <a:cubicBezTo>
                    <a:pt x="426" y="320"/>
                    <a:pt x="426" y="295"/>
                    <a:pt x="426" y="270"/>
                  </a:cubicBezTo>
                  <a:cubicBezTo>
                    <a:pt x="426" y="270"/>
                    <a:pt x="401" y="245"/>
                    <a:pt x="401" y="245"/>
                  </a:cubicBezTo>
                  <a:cubicBezTo>
                    <a:pt x="301" y="170"/>
                    <a:pt x="201" y="95"/>
                    <a:pt x="100" y="19"/>
                  </a:cubicBezTo>
                  <a:cubicBezTo>
                    <a:pt x="100" y="7"/>
                    <a:pt x="94" y="1"/>
                    <a:pt x="8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6" name="Google Shape;5566;p55"/>
            <p:cNvSpPr/>
            <p:nvPr/>
          </p:nvSpPr>
          <p:spPr>
            <a:xfrm>
              <a:off x="7133173" y="3341073"/>
              <a:ext cx="7921" cy="27515"/>
            </a:xfrm>
            <a:custGeom>
              <a:rect b="b" l="l" r="r" t="t"/>
              <a:pathLst>
                <a:path extrusionOk="0" h="528" w="152">
                  <a:moveTo>
                    <a:pt x="76" y="1"/>
                  </a:moveTo>
                  <a:cubicBezTo>
                    <a:pt x="26" y="1"/>
                    <a:pt x="1" y="26"/>
                    <a:pt x="1" y="51"/>
                  </a:cubicBezTo>
                  <a:lnTo>
                    <a:pt x="1" y="452"/>
                  </a:lnTo>
                  <a:cubicBezTo>
                    <a:pt x="1" y="502"/>
                    <a:pt x="26" y="527"/>
                    <a:pt x="76" y="527"/>
                  </a:cubicBezTo>
                  <a:cubicBezTo>
                    <a:pt x="101" y="527"/>
                    <a:pt x="151" y="502"/>
                    <a:pt x="151" y="452"/>
                  </a:cubicBezTo>
                  <a:lnTo>
                    <a:pt x="151" y="51"/>
                  </a:ln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7" name="Google Shape;5567;p55"/>
            <p:cNvSpPr/>
            <p:nvPr/>
          </p:nvSpPr>
          <p:spPr>
            <a:xfrm>
              <a:off x="7137134" y="3395426"/>
              <a:ext cx="11777" cy="26682"/>
            </a:xfrm>
            <a:custGeom>
              <a:rect b="b" l="l" r="r" t="t"/>
              <a:pathLst>
                <a:path extrusionOk="0" h="512" w="226">
                  <a:moveTo>
                    <a:pt x="126" y="1"/>
                  </a:moveTo>
                  <a:cubicBezTo>
                    <a:pt x="102" y="1"/>
                    <a:pt x="75" y="24"/>
                    <a:pt x="75" y="61"/>
                  </a:cubicBezTo>
                  <a:cubicBezTo>
                    <a:pt x="50" y="161"/>
                    <a:pt x="25" y="286"/>
                    <a:pt x="0" y="411"/>
                  </a:cubicBezTo>
                  <a:cubicBezTo>
                    <a:pt x="0" y="437"/>
                    <a:pt x="0" y="487"/>
                    <a:pt x="50" y="512"/>
                  </a:cubicBezTo>
                  <a:cubicBezTo>
                    <a:pt x="75" y="512"/>
                    <a:pt x="125" y="487"/>
                    <a:pt x="125" y="437"/>
                  </a:cubicBezTo>
                  <a:cubicBezTo>
                    <a:pt x="150" y="336"/>
                    <a:pt x="175" y="211"/>
                    <a:pt x="201" y="86"/>
                  </a:cubicBezTo>
                  <a:cubicBezTo>
                    <a:pt x="226" y="61"/>
                    <a:pt x="201" y="10"/>
                    <a:pt x="150" y="10"/>
                  </a:cubicBezTo>
                  <a:cubicBezTo>
                    <a:pt x="144" y="4"/>
                    <a:pt x="135" y="1"/>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8" name="Google Shape;5568;p55"/>
            <p:cNvSpPr/>
            <p:nvPr/>
          </p:nvSpPr>
          <p:spPr>
            <a:xfrm>
              <a:off x="7129265" y="3441648"/>
              <a:ext cx="9224" cy="31424"/>
            </a:xfrm>
            <a:custGeom>
              <a:rect b="b" l="l" r="r" t="t"/>
              <a:pathLst>
                <a:path extrusionOk="0" h="603" w="177">
                  <a:moveTo>
                    <a:pt x="101" y="1"/>
                  </a:moveTo>
                  <a:cubicBezTo>
                    <a:pt x="51" y="26"/>
                    <a:pt x="26" y="51"/>
                    <a:pt x="26" y="76"/>
                  </a:cubicBezTo>
                  <a:cubicBezTo>
                    <a:pt x="26" y="226"/>
                    <a:pt x="1" y="377"/>
                    <a:pt x="1" y="527"/>
                  </a:cubicBezTo>
                  <a:cubicBezTo>
                    <a:pt x="1" y="552"/>
                    <a:pt x="26" y="602"/>
                    <a:pt x="76" y="602"/>
                  </a:cubicBezTo>
                  <a:cubicBezTo>
                    <a:pt x="101" y="577"/>
                    <a:pt x="126" y="552"/>
                    <a:pt x="126" y="527"/>
                  </a:cubicBezTo>
                  <a:cubicBezTo>
                    <a:pt x="151" y="377"/>
                    <a:pt x="151" y="226"/>
                    <a:pt x="176" y="76"/>
                  </a:cubicBezTo>
                  <a:cubicBezTo>
                    <a:pt x="176" y="51"/>
                    <a:pt x="126"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9" name="Google Shape;5569;p55"/>
            <p:cNvSpPr/>
            <p:nvPr/>
          </p:nvSpPr>
          <p:spPr>
            <a:xfrm>
              <a:off x="6958183" y="3095577"/>
              <a:ext cx="23555" cy="10475"/>
            </a:xfrm>
            <a:custGeom>
              <a:rect b="b" l="l" r="r" t="t"/>
              <a:pathLst>
                <a:path extrusionOk="0" h="201" w="452">
                  <a:moveTo>
                    <a:pt x="76" y="0"/>
                  </a:moveTo>
                  <a:cubicBezTo>
                    <a:pt x="26" y="0"/>
                    <a:pt x="0" y="50"/>
                    <a:pt x="0" y="75"/>
                  </a:cubicBezTo>
                  <a:cubicBezTo>
                    <a:pt x="0" y="125"/>
                    <a:pt x="26" y="150"/>
                    <a:pt x="76" y="150"/>
                  </a:cubicBezTo>
                  <a:lnTo>
                    <a:pt x="401" y="201"/>
                  </a:lnTo>
                  <a:cubicBezTo>
                    <a:pt x="427" y="201"/>
                    <a:pt x="452" y="150"/>
                    <a:pt x="452" y="125"/>
                  </a:cubicBezTo>
                  <a:cubicBezTo>
                    <a:pt x="452" y="75"/>
                    <a:pt x="427" y="50"/>
                    <a:pt x="401" y="50"/>
                  </a:cubicBezTo>
                  <a:lnTo>
                    <a:pt x="76" y="0"/>
                  </a:ln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0" name="Google Shape;5570;p55"/>
            <p:cNvSpPr/>
            <p:nvPr/>
          </p:nvSpPr>
          <p:spPr>
            <a:xfrm>
              <a:off x="7006491" y="3088021"/>
              <a:ext cx="17041" cy="10214"/>
            </a:xfrm>
            <a:custGeom>
              <a:rect b="b" l="l" r="r" t="t"/>
              <a:pathLst>
                <a:path extrusionOk="0" h="196" w="327">
                  <a:moveTo>
                    <a:pt x="267" y="1"/>
                  </a:moveTo>
                  <a:cubicBezTo>
                    <a:pt x="258" y="1"/>
                    <a:pt x="251" y="7"/>
                    <a:pt x="251" y="20"/>
                  </a:cubicBezTo>
                  <a:cubicBezTo>
                    <a:pt x="176" y="20"/>
                    <a:pt x="126" y="20"/>
                    <a:pt x="51" y="45"/>
                  </a:cubicBezTo>
                  <a:cubicBezTo>
                    <a:pt x="51" y="45"/>
                    <a:pt x="26" y="70"/>
                    <a:pt x="26" y="70"/>
                  </a:cubicBezTo>
                  <a:cubicBezTo>
                    <a:pt x="1" y="95"/>
                    <a:pt x="1" y="120"/>
                    <a:pt x="1" y="145"/>
                  </a:cubicBezTo>
                  <a:cubicBezTo>
                    <a:pt x="26" y="145"/>
                    <a:pt x="26" y="170"/>
                    <a:pt x="51" y="170"/>
                  </a:cubicBezTo>
                  <a:cubicBezTo>
                    <a:pt x="51" y="195"/>
                    <a:pt x="76" y="195"/>
                    <a:pt x="101" y="195"/>
                  </a:cubicBezTo>
                  <a:cubicBezTo>
                    <a:pt x="151" y="170"/>
                    <a:pt x="226" y="170"/>
                    <a:pt x="276" y="145"/>
                  </a:cubicBezTo>
                  <a:cubicBezTo>
                    <a:pt x="302" y="145"/>
                    <a:pt x="302" y="120"/>
                    <a:pt x="327" y="120"/>
                  </a:cubicBezTo>
                  <a:cubicBezTo>
                    <a:pt x="327" y="95"/>
                    <a:pt x="327" y="70"/>
                    <a:pt x="327" y="70"/>
                  </a:cubicBezTo>
                  <a:cubicBezTo>
                    <a:pt x="327" y="45"/>
                    <a:pt x="302" y="20"/>
                    <a:pt x="302" y="20"/>
                  </a:cubicBezTo>
                  <a:cubicBezTo>
                    <a:pt x="289" y="7"/>
                    <a:pt x="276" y="1"/>
                    <a:pt x="26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1" name="Google Shape;5571;p55"/>
            <p:cNvSpPr/>
            <p:nvPr/>
          </p:nvSpPr>
          <p:spPr>
            <a:xfrm>
              <a:off x="7040467" y="3097193"/>
              <a:ext cx="13132" cy="21106"/>
            </a:xfrm>
            <a:custGeom>
              <a:rect b="b" l="l" r="r" t="t"/>
              <a:pathLst>
                <a:path extrusionOk="0" h="405" w="252">
                  <a:moveTo>
                    <a:pt x="76" y="0"/>
                  </a:moveTo>
                  <a:cubicBezTo>
                    <a:pt x="57" y="0"/>
                    <a:pt x="38" y="7"/>
                    <a:pt x="25" y="19"/>
                  </a:cubicBezTo>
                  <a:cubicBezTo>
                    <a:pt x="0" y="44"/>
                    <a:pt x="0" y="94"/>
                    <a:pt x="25" y="119"/>
                  </a:cubicBezTo>
                  <a:cubicBezTo>
                    <a:pt x="25" y="144"/>
                    <a:pt x="25" y="144"/>
                    <a:pt x="51" y="144"/>
                  </a:cubicBezTo>
                  <a:cubicBezTo>
                    <a:pt x="51" y="170"/>
                    <a:pt x="51" y="170"/>
                    <a:pt x="76" y="170"/>
                  </a:cubicBezTo>
                  <a:cubicBezTo>
                    <a:pt x="76" y="195"/>
                    <a:pt x="76" y="195"/>
                    <a:pt x="76" y="195"/>
                  </a:cubicBezTo>
                  <a:cubicBezTo>
                    <a:pt x="76" y="220"/>
                    <a:pt x="76" y="220"/>
                    <a:pt x="76" y="245"/>
                  </a:cubicBezTo>
                  <a:cubicBezTo>
                    <a:pt x="76" y="245"/>
                    <a:pt x="76" y="270"/>
                    <a:pt x="76" y="295"/>
                  </a:cubicBezTo>
                  <a:cubicBezTo>
                    <a:pt x="76" y="295"/>
                    <a:pt x="76" y="295"/>
                    <a:pt x="76" y="320"/>
                  </a:cubicBezTo>
                  <a:cubicBezTo>
                    <a:pt x="76" y="345"/>
                    <a:pt x="101" y="395"/>
                    <a:pt x="126" y="395"/>
                  </a:cubicBezTo>
                  <a:cubicBezTo>
                    <a:pt x="139" y="402"/>
                    <a:pt x="151" y="405"/>
                    <a:pt x="161" y="405"/>
                  </a:cubicBezTo>
                  <a:cubicBezTo>
                    <a:pt x="189" y="405"/>
                    <a:pt x="208" y="382"/>
                    <a:pt x="226" y="345"/>
                  </a:cubicBezTo>
                  <a:cubicBezTo>
                    <a:pt x="251" y="245"/>
                    <a:pt x="226" y="94"/>
                    <a:pt x="126" y="19"/>
                  </a:cubicBezTo>
                  <a:cubicBezTo>
                    <a:pt x="113" y="7"/>
                    <a:pt x="94" y="0"/>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2" name="Google Shape;5572;p55"/>
            <p:cNvSpPr/>
            <p:nvPr/>
          </p:nvSpPr>
          <p:spPr>
            <a:xfrm>
              <a:off x="7027387" y="3141279"/>
              <a:ext cx="9224" cy="31372"/>
            </a:xfrm>
            <a:custGeom>
              <a:rect b="b" l="l" r="r" t="t"/>
              <a:pathLst>
                <a:path extrusionOk="0" h="602" w="177">
                  <a:moveTo>
                    <a:pt x="101" y="0"/>
                  </a:moveTo>
                  <a:cubicBezTo>
                    <a:pt x="51" y="0"/>
                    <a:pt x="26" y="25"/>
                    <a:pt x="26" y="75"/>
                  </a:cubicBezTo>
                  <a:cubicBezTo>
                    <a:pt x="26" y="226"/>
                    <a:pt x="1" y="376"/>
                    <a:pt x="1" y="527"/>
                  </a:cubicBezTo>
                  <a:cubicBezTo>
                    <a:pt x="1" y="577"/>
                    <a:pt x="26" y="602"/>
                    <a:pt x="76" y="602"/>
                  </a:cubicBezTo>
                  <a:cubicBezTo>
                    <a:pt x="101" y="602"/>
                    <a:pt x="126" y="577"/>
                    <a:pt x="151" y="527"/>
                  </a:cubicBezTo>
                  <a:cubicBezTo>
                    <a:pt x="151" y="376"/>
                    <a:pt x="151" y="226"/>
                    <a:pt x="176" y="75"/>
                  </a:cubicBezTo>
                  <a:cubicBezTo>
                    <a:pt x="176" y="25"/>
                    <a:pt x="15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3" name="Google Shape;5573;p55"/>
            <p:cNvSpPr/>
            <p:nvPr/>
          </p:nvSpPr>
          <p:spPr>
            <a:xfrm>
              <a:off x="7035256" y="3197403"/>
              <a:ext cx="14383" cy="28506"/>
            </a:xfrm>
            <a:custGeom>
              <a:rect b="b" l="l" r="r" t="t"/>
              <a:pathLst>
                <a:path extrusionOk="0" h="547" w="276">
                  <a:moveTo>
                    <a:pt x="125" y="1"/>
                  </a:moveTo>
                  <a:cubicBezTo>
                    <a:pt x="100" y="1"/>
                    <a:pt x="50" y="26"/>
                    <a:pt x="50" y="51"/>
                  </a:cubicBezTo>
                  <a:cubicBezTo>
                    <a:pt x="0" y="226"/>
                    <a:pt x="50" y="402"/>
                    <a:pt x="151" y="527"/>
                  </a:cubicBezTo>
                  <a:cubicBezTo>
                    <a:pt x="163" y="540"/>
                    <a:pt x="182" y="546"/>
                    <a:pt x="201" y="546"/>
                  </a:cubicBezTo>
                  <a:cubicBezTo>
                    <a:pt x="219" y="546"/>
                    <a:pt x="238" y="540"/>
                    <a:pt x="251" y="527"/>
                  </a:cubicBezTo>
                  <a:cubicBezTo>
                    <a:pt x="276" y="502"/>
                    <a:pt x="276" y="452"/>
                    <a:pt x="251" y="427"/>
                  </a:cubicBezTo>
                  <a:cubicBezTo>
                    <a:pt x="251" y="427"/>
                    <a:pt x="251" y="402"/>
                    <a:pt x="251" y="402"/>
                  </a:cubicBezTo>
                  <a:lnTo>
                    <a:pt x="226" y="402"/>
                  </a:lnTo>
                  <a:cubicBezTo>
                    <a:pt x="226" y="377"/>
                    <a:pt x="226" y="377"/>
                    <a:pt x="201" y="352"/>
                  </a:cubicBezTo>
                  <a:cubicBezTo>
                    <a:pt x="201" y="352"/>
                    <a:pt x="201" y="327"/>
                    <a:pt x="201" y="327"/>
                  </a:cubicBezTo>
                  <a:cubicBezTo>
                    <a:pt x="176" y="302"/>
                    <a:pt x="176" y="277"/>
                    <a:pt x="176" y="277"/>
                  </a:cubicBezTo>
                  <a:cubicBezTo>
                    <a:pt x="176" y="252"/>
                    <a:pt x="176" y="252"/>
                    <a:pt x="176" y="252"/>
                  </a:cubicBezTo>
                  <a:lnTo>
                    <a:pt x="176" y="226"/>
                  </a:lnTo>
                  <a:cubicBezTo>
                    <a:pt x="176" y="226"/>
                    <a:pt x="176" y="201"/>
                    <a:pt x="176" y="176"/>
                  </a:cubicBezTo>
                  <a:cubicBezTo>
                    <a:pt x="176" y="176"/>
                    <a:pt x="176" y="176"/>
                    <a:pt x="176" y="151"/>
                  </a:cubicBezTo>
                  <a:cubicBezTo>
                    <a:pt x="176" y="126"/>
                    <a:pt x="176" y="101"/>
                    <a:pt x="176" y="101"/>
                  </a:cubicBezTo>
                  <a:cubicBezTo>
                    <a:pt x="201" y="51"/>
                    <a:pt x="176"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4" name="Google Shape;5574;p55"/>
            <p:cNvSpPr/>
            <p:nvPr/>
          </p:nvSpPr>
          <p:spPr>
            <a:xfrm>
              <a:off x="7069181" y="3237581"/>
              <a:ext cx="24858" cy="9537"/>
            </a:xfrm>
            <a:custGeom>
              <a:rect b="b" l="l" r="r" t="t"/>
              <a:pathLst>
                <a:path extrusionOk="0" h="183" w="477">
                  <a:moveTo>
                    <a:pt x="50" y="0"/>
                  </a:moveTo>
                  <a:cubicBezTo>
                    <a:pt x="17" y="0"/>
                    <a:pt x="1" y="37"/>
                    <a:pt x="1" y="57"/>
                  </a:cubicBezTo>
                  <a:cubicBezTo>
                    <a:pt x="1" y="107"/>
                    <a:pt x="26" y="132"/>
                    <a:pt x="76" y="132"/>
                  </a:cubicBezTo>
                  <a:lnTo>
                    <a:pt x="402" y="182"/>
                  </a:lnTo>
                  <a:cubicBezTo>
                    <a:pt x="427" y="182"/>
                    <a:pt x="477" y="132"/>
                    <a:pt x="477" y="107"/>
                  </a:cubicBezTo>
                  <a:cubicBezTo>
                    <a:pt x="452" y="57"/>
                    <a:pt x="427" y="32"/>
                    <a:pt x="402" y="32"/>
                  </a:cubicBezTo>
                  <a:cubicBezTo>
                    <a:pt x="276" y="7"/>
                    <a:pt x="176" y="7"/>
                    <a:pt x="76" y="7"/>
                  </a:cubicBezTo>
                  <a:cubicBezTo>
                    <a:pt x="66" y="2"/>
                    <a:pt x="58" y="0"/>
                    <a:pt x="5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5" name="Google Shape;5575;p55"/>
            <p:cNvSpPr/>
            <p:nvPr/>
          </p:nvSpPr>
          <p:spPr>
            <a:xfrm>
              <a:off x="7120145" y="3227471"/>
              <a:ext cx="14383" cy="11777"/>
            </a:xfrm>
            <a:custGeom>
              <a:rect b="b" l="l" r="r" t="t"/>
              <a:pathLst>
                <a:path extrusionOk="0" h="226" w="276">
                  <a:moveTo>
                    <a:pt x="176" y="0"/>
                  </a:moveTo>
                  <a:cubicBezTo>
                    <a:pt x="126" y="25"/>
                    <a:pt x="75" y="51"/>
                    <a:pt x="25" y="76"/>
                  </a:cubicBezTo>
                  <a:cubicBezTo>
                    <a:pt x="25" y="101"/>
                    <a:pt x="0" y="101"/>
                    <a:pt x="0" y="126"/>
                  </a:cubicBezTo>
                  <a:cubicBezTo>
                    <a:pt x="0" y="151"/>
                    <a:pt x="0" y="176"/>
                    <a:pt x="0" y="176"/>
                  </a:cubicBezTo>
                  <a:cubicBezTo>
                    <a:pt x="25" y="201"/>
                    <a:pt x="25" y="201"/>
                    <a:pt x="50" y="226"/>
                  </a:cubicBezTo>
                  <a:cubicBezTo>
                    <a:pt x="75" y="226"/>
                    <a:pt x="75" y="226"/>
                    <a:pt x="100" y="201"/>
                  </a:cubicBezTo>
                  <a:cubicBezTo>
                    <a:pt x="151" y="176"/>
                    <a:pt x="201" y="151"/>
                    <a:pt x="251" y="126"/>
                  </a:cubicBezTo>
                  <a:cubicBezTo>
                    <a:pt x="251" y="126"/>
                    <a:pt x="276" y="101"/>
                    <a:pt x="276" y="101"/>
                  </a:cubicBezTo>
                  <a:cubicBezTo>
                    <a:pt x="276" y="76"/>
                    <a:pt x="276" y="51"/>
                    <a:pt x="276" y="25"/>
                  </a:cubicBezTo>
                  <a:cubicBezTo>
                    <a:pt x="251" y="25"/>
                    <a:pt x="251" y="0"/>
                    <a:pt x="2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6" name="Google Shape;5576;p55"/>
            <p:cNvSpPr/>
            <p:nvPr/>
          </p:nvSpPr>
          <p:spPr>
            <a:xfrm>
              <a:off x="7160636" y="3219133"/>
              <a:ext cx="19646" cy="11517"/>
            </a:xfrm>
            <a:custGeom>
              <a:rect b="b" l="l" r="r" t="t"/>
              <a:pathLst>
                <a:path extrusionOk="0" h="221" w="377">
                  <a:moveTo>
                    <a:pt x="311" y="0"/>
                  </a:moveTo>
                  <a:cubicBezTo>
                    <a:pt x="301" y="0"/>
                    <a:pt x="289" y="3"/>
                    <a:pt x="276" y="10"/>
                  </a:cubicBezTo>
                  <a:cubicBezTo>
                    <a:pt x="201" y="35"/>
                    <a:pt x="125" y="60"/>
                    <a:pt x="50" y="85"/>
                  </a:cubicBezTo>
                  <a:cubicBezTo>
                    <a:pt x="25" y="85"/>
                    <a:pt x="0" y="135"/>
                    <a:pt x="0" y="160"/>
                  </a:cubicBezTo>
                  <a:cubicBezTo>
                    <a:pt x="19" y="197"/>
                    <a:pt x="37" y="220"/>
                    <a:pt x="65" y="220"/>
                  </a:cubicBezTo>
                  <a:cubicBezTo>
                    <a:pt x="75" y="220"/>
                    <a:pt x="87" y="217"/>
                    <a:pt x="100" y="211"/>
                  </a:cubicBezTo>
                  <a:cubicBezTo>
                    <a:pt x="176" y="185"/>
                    <a:pt x="251" y="160"/>
                    <a:pt x="326" y="135"/>
                  </a:cubicBezTo>
                  <a:cubicBezTo>
                    <a:pt x="351" y="135"/>
                    <a:pt x="376" y="85"/>
                    <a:pt x="376" y="60"/>
                  </a:cubicBezTo>
                  <a:cubicBezTo>
                    <a:pt x="358" y="23"/>
                    <a:pt x="339" y="0"/>
                    <a:pt x="31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7" name="Google Shape;5577;p55"/>
            <p:cNvSpPr/>
            <p:nvPr/>
          </p:nvSpPr>
          <p:spPr>
            <a:xfrm>
              <a:off x="7190652" y="3236590"/>
              <a:ext cx="10527" cy="32727"/>
            </a:xfrm>
            <a:custGeom>
              <a:rect b="b" l="l" r="r" t="t"/>
              <a:pathLst>
                <a:path extrusionOk="0" h="628" w="202">
                  <a:moveTo>
                    <a:pt x="76" y="1"/>
                  </a:moveTo>
                  <a:cubicBezTo>
                    <a:pt x="26" y="26"/>
                    <a:pt x="1" y="51"/>
                    <a:pt x="26" y="101"/>
                  </a:cubicBezTo>
                  <a:cubicBezTo>
                    <a:pt x="51" y="251"/>
                    <a:pt x="51" y="377"/>
                    <a:pt x="26" y="527"/>
                  </a:cubicBezTo>
                  <a:cubicBezTo>
                    <a:pt x="1" y="577"/>
                    <a:pt x="26" y="602"/>
                    <a:pt x="76" y="627"/>
                  </a:cubicBezTo>
                  <a:cubicBezTo>
                    <a:pt x="101" y="627"/>
                    <a:pt x="151" y="602"/>
                    <a:pt x="151" y="577"/>
                  </a:cubicBezTo>
                  <a:cubicBezTo>
                    <a:pt x="201" y="402"/>
                    <a:pt x="201" y="226"/>
                    <a:pt x="151" y="51"/>
                  </a:cubicBezTo>
                  <a:cubicBezTo>
                    <a:pt x="15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8" name="Google Shape;5578;p55"/>
            <p:cNvSpPr/>
            <p:nvPr/>
          </p:nvSpPr>
          <p:spPr>
            <a:xfrm>
              <a:off x="7174967" y="3291464"/>
              <a:ext cx="13132" cy="31893"/>
            </a:xfrm>
            <a:custGeom>
              <a:rect b="b" l="l" r="r" t="t"/>
              <a:pathLst>
                <a:path extrusionOk="0" h="612" w="252">
                  <a:moveTo>
                    <a:pt x="201" y="0"/>
                  </a:moveTo>
                  <a:cubicBezTo>
                    <a:pt x="176" y="0"/>
                    <a:pt x="126" y="0"/>
                    <a:pt x="101" y="26"/>
                  </a:cubicBezTo>
                  <a:cubicBezTo>
                    <a:pt x="26" y="201"/>
                    <a:pt x="1" y="376"/>
                    <a:pt x="26" y="552"/>
                  </a:cubicBezTo>
                  <a:cubicBezTo>
                    <a:pt x="44" y="589"/>
                    <a:pt x="63" y="612"/>
                    <a:pt x="91" y="612"/>
                  </a:cubicBezTo>
                  <a:cubicBezTo>
                    <a:pt x="101" y="612"/>
                    <a:pt x="113" y="609"/>
                    <a:pt x="126" y="602"/>
                  </a:cubicBezTo>
                  <a:cubicBezTo>
                    <a:pt x="151" y="602"/>
                    <a:pt x="176" y="552"/>
                    <a:pt x="176" y="527"/>
                  </a:cubicBezTo>
                  <a:cubicBezTo>
                    <a:pt x="151" y="376"/>
                    <a:pt x="151" y="226"/>
                    <a:pt x="226" y="101"/>
                  </a:cubicBezTo>
                  <a:cubicBezTo>
                    <a:pt x="251" y="76"/>
                    <a:pt x="226" y="26"/>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9" name="Google Shape;5579;p55"/>
            <p:cNvSpPr/>
            <p:nvPr/>
          </p:nvSpPr>
          <p:spPr>
            <a:xfrm>
              <a:off x="7174967" y="3338937"/>
              <a:ext cx="17041" cy="30590"/>
            </a:xfrm>
            <a:custGeom>
              <a:rect b="b" l="l" r="r" t="t"/>
              <a:pathLst>
                <a:path extrusionOk="0" h="587" w="327">
                  <a:moveTo>
                    <a:pt x="161" y="0"/>
                  </a:moveTo>
                  <a:cubicBezTo>
                    <a:pt x="139" y="0"/>
                    <a:pt x="116" y="12"/>
                    <a:pt x="101" y="42"/>
                  </a:cubicBezTo>
                  <a:cubicBezTo>
                    <a:pt x="1" y="192"/>
                    <a:pt x="51" y="418"/>
                    <a:pt x="176" y="568"/>
                  </a:cubicBezTo>
                  <a:cubicBezTo>
                    <a:pt x="201" y="581"/>
                    <a:pt x="220" y="587"/>
                    <a:pt x="239" y="587"/>
                  </a:cubicBezTo>
                  <a:cubicBezTo>
                    <a:pt x="258" y="587"/>
                    <a:pt x="277" y="581"/>
                    <a:pt x="302" y="568"/>
                  </a:cubicBezTo>
                  <a:cubicBezTo>
                    <a:pt x="327" y="543"/>
                    <a:pt x="327" y="493"/>
                    <a:pt x="302" y="468"/>
                  </a:cubicBezTo>
                  <a:cubicBezTo>
                    <a:pt x="277" y="443"/>
                    <a:pt x="277" y="443"/>
                    <a:pt x="277" y="443"/>
                  </a:cubicBezTo>
                  <a:cubicBezTo>
                    <a:pt x="277" y="443"/>
                    <a:pt x="251" y="418"/>
                    <a:pt x="251" y="418"/>
                  </a:cubicBezTo>
                  <a:cubicBezTo>
                    <a:pt x="251" y="418"/>
                    <a:pt x="251" y="418"/>
                    <a:pt x="251" y="393"/>
                  </a:cubicBezTo>
                  <a:cubicBezTo>
                    <a:pt x="226" y="393"/>
                    <a:pt x="226" y="393"/>
                    <a:pt x="226" y="368"/>
                  </a:cubicBezTo>
                  <a:cubicBezTo>
                    <a:pt x="226" y="368"/>
                    <a:pt x="226" y="343"/>
                    <a:pt x="226" y="343"/>
                  </a:cubicBezTo>
                  <a:lnTo>
                    <a:pt x="201" y="343"/>
                  </a:lnTo>
                  <a:cubicBezTo>
                    <a:pt x="201" y="318"/>
                    <a:pt x="201" y="292"/>
                    <a:pt x="201" y="292"/>
                  </a:cubicBezTo>
                  <a:cubicBezTo>
                    <a:pt x="201" y="267"/>
                    <a:pt x="201" y="267"/>
                    <a:pt x="201" y="267"/>
                  </a:cubicBezTo>
                  <a:cubicBezTo>
                    <a:pt x="201" y="267"/>
                    <a:pt x="201" y="242"/>
                    <a:pt x="201" y="242"/>
                  </a:cubicBezTo>
                  <a:cubicBezTo>
                    <a:pt x="201" y="242"/>
                    <a:pt x="201" y="217"/>
                    <a:pt x="201" y="217"/>
                  </a:cubicBezTo>
                  <a:cubicBezTo>
                    <a:pt x="201" y="192"/>
                    <a:pt x="201" y="192"/>
                    <a:pt x="201" y="192"/>
                  </a:cubicBezTo>
                  <a:cubicBezTo>
                    <a:pt x="201" y="192"/>
                    <a:pt x="201" y="167"/>
                    <a:pt x="226" y="142"/>
                  </a:cubicBezTo>
                  <a:cubicBezTo>
                    <a:pt x="226" y="117"/>
                    <a:pt x="226" y="117"/>
                    <a:pt x="226" y="117"/>
                  </a:cubicBezTo>
                  <a:cubicBezTo>
                    <a:pt x="251" y="67"/>
                    <a:pt x="251" y="17"/>
                    <a:pt x="201" y="17"/>
                  </a:cubicBezTo>
                  <a:cubicBezTo>
                    <a:pt x="191" y="6"/>
                    <a:pt x="176" y="0"/>
                    <a:pt x="1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0" name="Google Shape;5580;p55"/>
            <p:cNvSpPr/>
            <p:nvPr/>
          </p:nvSpPr>
          <p:spPr>
            <a:xfrm>
              <a:off x="7024000" y="2801618"/>
              <a:ext cx="95210" cy="170252"/>
            </a:xfrm>
            <a:custGeom>
              <a:rect b="b" l="l" r="r" t="t"/>
              <a:pathLst>
                <a:path extrusionOk="0" h="3267" w="1827">
                  <a:moveTo>
                    <a:pt x="1717" y="0"/>
                  </a:moveTo>
                  <a:cubicBezTo>
                    <a:pt x="1700" y="0"/>
                    <a:pt x="1682" y="8"/>
                    <a:pt x="1670" y="27"/>
                  </a:cubicBezTo>
                  <a:cubicBezTo>
                    <a:pt x="893" y="929"/>
                    <a:pt x="316" y="2007"/>
                    <a:pt x="16" y="3185"/>
                  </a:cubicBezTo>
                  <a:cubicBezTo>
                    <a:pt x="1" y="3230"/>
                    <a:pt x="40" y="3266"/>
                    <a:pt x="79" y="3266"/>
                  </a:cubicBezTo>
                  <a:cubicBezTo>
                    <a:pt x="105" y="3266"/>
                    <a:pt x="131" y="3250"/>
                    <a:pt x="141" y="3210"/>
                  </a:cubicBezTo>
                  <a:cubicBezTo>
                    <a:pt x="442" y="2082"/>
                    <a:pt x="993" y="1029"/>
                    <a:pt x="1770" y="127"/>
                  </a:cubicBezTo>
                  <a:cubicBezTo>
                    <a:pt x="1826" y="71"/>
                    <a:pt x="1770" y="0"/>
                    <a:pt x="171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1" name="Google Shape;5581;p55"/>
            <p:cNvSpPr/>
            <p:nvPr/>
          </p:nvSpPr>
          <p:spPr>
            <a:xfrm>
              <a:off x="7054850" y="2987134"/>
              <a:ext cx="9172" cy="7921"/>
            </a:xfrm>
            <a:custGeom>
              <a:rect b="b" l="l" r="r" t="t"/>
              <a:pathLst>
                <a:path extrusionOk="0" h="152" w="176">
                  <a:moveTo>
                    <a:pt x="100" y="1"/>
                  </a:moveTo>
                  <a:cubicBezTo>
                    <a:pt x="0" y="1"/>
                    <a:pt x="0" y="151"/>
                    <a:pt x="100" y="151"/>
                  </a:cubicBezTo>
                  <a:cubicBezTo>
                    <a:pt x="176" y="151"/>
                    <a:pt x="176"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2" name="Google Shape;5582;p55"/>
            <p:cNvSpPr/>
            <p:nvPr/>
          </p:nvSpPr>
          <p:spPr>
            <a:xfrm>
              <a:off x="7336512" y="2769778"/>
              <a:ext cx="50132" cy="213192"/>
            </a:xfrm>
            <a:custGeom>
              <a:rect b="b" l="l" r="r" t="t"/>
              <a:pathLst>
                <a:path extrusionOk="0" h="4091" w="962">
                  <a:moveTo>
                    <a:pt x="93" y="0"/>
                  </a:moveTo>
                  <a:cubicBezTo>
                    <a:pt x="45" y="0"/>
                    <a:pt x="0" y="45"/>
                    <a:pt x="34" y="112"/>
                  </a:cubicBezTo>
                  <a:cubicBezTo>
                    <a:pt x="710" y="1265"/>
                    <a:pt x="911" y="2693"/>
                    <a:pt x="535" y="3996"/>
                  </a:cubicBezTo>
                  <a:cubicBezTo>
                    <a:pt x="520" y="4057"/>
                    <a:pt x="569" y="4090"/>
                    <a:pt x="616" y="4090"/>
                  </a:cubicBezTo>
                  <a:cubicBezTo>
                    <a:pt x="646" y="4090"/>
                    <a:pt x="675" y="4076"/>
                    <a:pt x="685" y="4047"/>
                  </a:cubicBezTo>
                  <a:cubicBezTo>
                    <a:pt x="961" y="2994"/>
                    <a:pt x="936" y="1866"/>
                    <a:pt x="560" y="864"/>
                  </a:cubicBezTo>
                  <a:cubicBezTo>
                    <a:pt x="435" y="563"/>
                    <a:pt x="309" y="287"/>
                    <a:pt x="159" y="36"/>
                  </a:cubicBezTo>
                  <a:cubicBezTo>
                    <a:pt x="142" y="11"/>
                    <a:pt x="117" y="0"/>
                    <a:pt x="9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3" name="Google Shape;5583;p55"/>
            <p:cNvSpPr/>
            <p:nvPr/>
          </p:nvSpPr>
          <p:spPr>
            <a:xfrm>
              <a:off x="7336929" y="3013294"/>
              <a:ext cx="10527" cy="7869"/>
            </a:xfrm>
            <a:custGeom>
              <a:rect b="b" l="l" r="r" t="t"/>
              <a:pathLst>
                <a:path extrusionOk="0" h="151" w="202">
                  <a:moveTo>
                    <a:pt x="101" y="0"/>
                  </a:moveTo>
                  <a:cubicBezTo>
                    <a:pt x="1" y="0"/>
                    <a:pt x="1" y="150"/>
                    <a:pt x="101" y="150"/>
                  </a:cubicBezTo>
                  <a:cubicBezTo>
                    <a:pt x="201" y="150"/>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4" name="Google Shape;5584;p55"/>
            <p:cNvSpPr/>
            <p:nvPr/>
          </p:nvSpPr>
          <p:spPr>
            <a:xfrm>
              <a:off x="7265119" y="2877752"/>
              <a:ext cx="25118" cy="37313"/>
            </a:xfrm>
            <a:custGeom>
              <a:rect b="b" l="l" r="r" t="t"/>
              <a:pathLst>
                <a:path extrusionOk="0" h="716" w="482">
                  <a:moveTo>
                    <a:pt x="394" y="1"/>
                  </a:moveTo>
                  <a:cubicBezTo>
                    <a:pt x="365" y="1"/>
                    <a:pt x="336" y="15"/>
                    <a:pt x="326" y="45"/>
                  </a:cubicBezTo>
                  <a:cubicBezTo>
                    <a:pt x="251" y="245"/>
                    <a:pt x="151" y="446"/>
                    <a:pt x="25" y="596"/>
                  </a:cubicBezTo>
                  <a:cubicBezTo>
                    <a:pt x="0" y="621"/>
                    <a:pt x="0" y="671"/>
                    <a:pt x="25" y="696"/>
                  </a:cubicBezTo>
                  <a:cubicBezTo>
                    <a:pt x="38" y="709"/>
                    <a:pt x="57" y="715"/>
                    <a:pt x="75" y="715"/>
                  </a:cubicBezTo>
                  <a:cubicBezTo>
                    <a:pt x="94" y="715"/>
                    <a:pt x="113" y="709"/>
                    <a:pt x="126" y="696"/>
                  </a:cubicBezTo>
                  <a:cubicBezTo>
                    <a:pt x="276" y="521"/>
                    <a:pt x="401" y="320"/>
                    <a:pt x="451" y="95"/>
                  </a:cubicBezTo>
                  <a:cubicBezTo>
                    <a:pt x="482" y="34"/>
                    <a:pt x="439" y="1"/>
                    <a:pt x="39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5" name="Google Shape;5585;p55"/>
            <p:cNvSpPr/>
            <p:nvPr/>
          </p:nvSpPr>
          <p:spPr>
            <a:xfrm>
              <a:off x="7292530" y="2894845"/>
              <a:ext cx="22252" cy="26265"/>
            </a:xfrm>
            <a:custGeom>
              <a:rect b="b" l="l" r="r" t="t"/>
              <a:pathLst>
                <a:path extrusionOk="0" h="504" w="427">
                  <a:moveTo>
                    <a:pt x="325" y="1"/>
                  </a:moveTo>
                  <a:cubicBezTo>
                    <a:pt x="306" y="1"/>
                    <a:pt x="291" y="13"/>
                    <a:pt x="276" y="42"/>
                  </a:cubicBezTo>
                  <a:cubicBezTo>
                    <a:pt x="201" y="143"/>
                    <a:pt x="101" y="268"/>
                    <a:pt x="26" y="393"/>
                  </a:cubicBezTo>
                  <a:cubicBezTo>
                    <a:pt x="1" y="418"/>
                    <a:pt x="26" y="469"/>
                    <a:pt x="51" y="494"/>
                  </a:cubicBezTo>
                  <a:cubicBezTo>
                    <a:pt x="58" y="501"/>
                    <a:pt x="67" y="504"/>
                    <a:pt x="78" y="504"/>
                  </a:cubicBezTo>
                  <a:cubicBezTo>
                    <a:pt x="103" y="504"/>
                    <a:pt x="133" y="486"/>
                    <a:pt x="151" y="469"/>
                  </a:cubicBezTo>
                  <a:cubicBezTo>
                    <a:pt x="226" y="343"/>
                    <a:pt x="326" y="218"/>
                    <a:pt x="402" y="93"/>
                  </a:cubicBezTo>
                  <a:cubicBezTo>
                    <a:pt x="427" y="68"/>
                    <a:pt x="402" y="17"/>
                    <a:pt x="376" y="17"/>
                  </a:cubicBezTo>
                  <a:cubicBezTo>
                    <a:pt x="356" y="7"/>
                    <a:pt x="339" y="1"/>
                    <a:pt x="3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6" name="Google Shape;5586;p55"/>
            <p:cNvSpPr/>
            <p:nvPr/>
          </p:nvSpPr>
          <p:spPr>
            <a:xfrm>
              <a:off x="7235051" y="3116474"/>
              <a:ext cx="9224" cy="10475"/>
            </a:xfrm>
            <a:custGeom>
              <a:rect b="b" l="l" r="r" t="t"/>
              <a:pathLst>
                <a:path extrusionOk="0" h="201" w="177">
                  <a:moveTo>
                    <a:pt x="76" y="0"/>
                  </a:moveTo>
                  <a:cubicBezTo>
                    <a:pt x="76" y="25"/>
                    <a:pt x="51" y="25"/>
                    <a:pt x="51" y="25"/>
                  </a:cubicBezTo>
                  <a:cubicBezTo>
                    <a:pt x="51" y="50"/>
                    <a:pt x="26" y="50"/>
                    <a:pt x="26" y="75"/>
                  </a:cubicBezTo>
                  <a:cubicBezTo>
                    <a:pt x="1" y="75"/>
                    <a:pt x="1" y="75"/>
                    <a:pt x="1" y="100"/>
                  </a:cubicBezTo>
                  <a:cubicBezTo>
                    <a:pt x="1" y="100"/>
                    <a:pt x="1" y="100"/>
                    <a:pt x="1" y="125"/>
                  </a:cubicBezTo>
                  <a:cubicBezTo>
                    <a:pt x="1" y="125"/>
                    <a:pt x="1" y="125"/>
                    <a:pt x="1" y="150"/>
                  </a:cubicBezTo>
                  <a:cubicBezTo>
                    <a:pt x="1" y="150"/>
                    <a:pt x="1" y="150"/>
                    <a:pt x="26" y="175"/>
                  </a:cubicBezTo>
                  <a:cubicBezTo>
                    <a:pt x="51" y="175"/>
                    <a:pt x="51" y="201"/>
                    <a:pt x="76" y="201"/>
                  </a:cubicBezTo>
                  <a:cubicBezTo>
                    <a:pt x="76" y="201"/>
                    <a:pt x="76" y="175"/>
                    <a:pt x="76" y="175"/>
                  </a:cubicBezTo>
                  <a:lnTo>
                    <a:pt x="126" y="175"/>
                  </a:lnTo>
                  <a:cubicBezTo>
                    <a:pt x="126" y="150"/>
                    <a:pt x="151" y="150"/>
                    <a:pt x="151" y="125"/>
                  </a:cubicBezTo>
                  <a:cubicBezTo>
                    <a:pt x="151" y="125"/>
                    <a:pt x="176" y="125"/>
                    <a:pt x="176" y="100"/>
                  </a:cubicBezTo>
                  <a:cubicBezTo>
                    <a:pt x="176" y="100"/>
                    <a:pt x="176" y="100"/>
                    <a:pt x="176" y="75"/>
                  </a:cubicBezTo>
                  <a:cubicBezTo>
                    <a:pt x="176" y="75"/>
                    <a:pt x="176" y="50"/>
                    <a:pt x="176" y="50"/>
                  </a:cubicBezTo>
                  <a:cubicBezTo>
                    <a:pt x="176" y="50"/>
                    <a:pt x="151" y="25"/>
                    <a:pt x="151" y="25"/>
                  </a:cubicBezTo>
                  <a:cubicBezTo>
                    <a:pt x="126" y="0"/>
                    <a:pt x="1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7" name="Google Shape;5587;p55"/>
            <p:cNvSpPr/>
            <p:nvPr/>
          </p:nvSpPr>
          <p:spPr>
            <a:xfrm>
              <a:off x="6370471" y="3446859"/>
              <a:ext cx="6566" cy="35332"/>
            </a:xfrm>
            <a:custGeom>
              <a:rect b="b" l="l" r="r" t="t"/>
              <a:pathLst>
                <a:path extrusionOk="0" h="678" w="126">
                  <a:moveTo>
                    <a:pt x="63" y="1"/>
                  </a:moveTo>
                  <a:cubicBezTo>
                    <a:pt x="32" y="1"/>
                    <a:pt x="0" y="26"/>
                    <a:pt x="0" y="76"/>
                  </a:cubicBezTo>
                  <a:lnTo>
                    <a:pt x="0" y="602"/>
                  </a:lnTo>
                  <a:cubicBezTo>
                    <a:pt x="0" y="653"/>
                    <a:pt x="32" y="678"/>
                    <a:pt x="63" y="678"/>
                  </a:cubicBezTo>
                  <a:cubicBezTo>
                    <a:pt x="94" y="678"/>
                    <a:pt x="126" y="653"/>
                    <a:pt x="126" y="602"/>
                  </a:cubicBezTo>
                  <a:lnTo>
                    <a:pt x="126" y="76"/>
                  </a:lnTo>
                  <a:cubicBezTo>
                    <a:pt x="126" y="26"/>
                    <a:pt x="94" y="1"/>
                    <a:pt x="6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8" name="Google Shape;5588;p55"/>
            <p:cNvSpPr/>
            <p:nvPr/>
          </p:nvSpPr>
          <p:spPr>
            <a:xfrm>
              <a:off x="6375682" y="3514812"/>
              <a:ext cx="7869" cy="23920"/>
            </a:xfrm>
            <a:custGeom>
              <a:rect b="b" l="l" r="r" t="t"/>
              <a:pathLst>
                <a:path extrusionOk="0" h="459" w="151">
                  <a:moveTo>
                    <a:pt x="76" y="0"/>
                  </a:moveTo>
                  <a:cubicBezTo>
                    <a:pt x="26" y="0"/>
                    <a:pt x="0" y="25"/>
                    <a:pt x="0" y="75"/>
                  </a:cubicBezTo>
                  <a:lnTo>
                    <a:pt x="0" y="401"/>
                  </a:lnTo>
                  <a:cubicBezTo>
                    <a:pt x="0" y="421"/>
                    <a:pt x="17" y="458"/>
                    <a:pt x="50" y="458"/>
                  </a:cubicBezTo>
                  <a:cubicBezTo>
                    <a:pt x="57" y="458"/>
                    <a:pt x="66" y="456"/>
                    <a:pt x="76" y="451"/>
                  </a:cubicBezTo>
                  <a:cubicBezTo>
                    <a:pt x="101" y="451"/>
                    <a:pt x="151" y="426"/>
                    <a:pt x="151" y="401"/>
                  </a:cubicBezTo>
                  <a:lnTo>
                    <a:pt x="151" y="75"/>
                  </a:lnTo>
                  <a:cubicBezTo>
                    <a:pt x="151" y="25"/>
                    <a:pt x="101" y="0"/>
                    <a:pt x="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9" name="Google Shape;5589;p55"/>
            <p:cNvSpPr/>
            <p:nvPr/>
          </p:nvSpPr>
          <p:spPr>
            <a:xfrm>
              <a:off x="6379590" y="3570936"/>
              <a:ext cx="9224" cy="26213"/>
            </a:xfrm>
            <a:custGeom>
              <a:rect b="b" l="l" r="r" t="t"/>
              <a:pathLst>
                <a:path extrusionOk="0" h="503" w="177">
                  <a:moveTo>
                    <a:pt x="76" y="1"/>
                  </a:moveTo>
                  <a:cubicBezTo>
                    <a:pt x="26" y="26"/>
                    <a:pt x="1" y="51"/>
                    <a:pt x="1" y="76"/>
                  </a:cubicBezTo>
                  <a:lnTo>
                    <a:pt x="1" y="101"/>
                  </a:lnTo>
                  <a:cubicBezTo>
                    <a:pt x="1" y="106"/>
                    <a:pt x="1" y="111"/>
                    <a:pt x="1" y="116"/>
                  </a:cubicBezTo>
                  <a:lnTo>
                    <a:pt x="1" y="116"/>
                  </a:lnTo>
                  <a:cubicBezTo>
                    <a:pt x="6" y="228"/>
                    <a:pt x="26" y="337"/>
                    <a:pt x="26" y="427"/>
                  </a:cubicBezTo>
                  <a:cubicBezTo>
                    <a:pt x="26" y="477"/>
                    <a:pt x="51" y="502"/>
                    <a:pt x="101" y="502"/>
                  </a:cubicBezTo>
                  <a:cubicBezTo>
                    <a:pt x="151" y="502"/>
                    <a:pt x="176" y="477"/>
                    <a:pt x="176" y="427"/>
                  </a:cubicBezTo>
                  <a:cubicBezTo>
                    <a:pt x="176" y="327"/>
                    <a:pt x="151" y="201"/>
                    <a:pt x="151" y="76"/>
                  </a:cubicBezTo>
                  <a:cubicBezTo>
                    <a:pt x="126" y="51"/>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0" name="Google Shape;5590;p55"/>
            <p:cNvSpPr/>
            <p:nvPr/>
          </p:nvSpPr>
          <p:spPr>
            <a:xfrm>
              <a:off x="6383499" y="3612729"/>
              <a:ext cx="6618" cy="24910"/>
            </a:xfrm>
            <a:custGeom>
              <a:rect b="b" l="l" r="r" t="t"/>
              <a:pathLst>
                <a:path extrusionOk="0" h="478" w="127">
                  <a:moveTo>
                    <a:pt x="76" y="1"/>
                  </a:moveTo>
                  <a:cubicBezTo>
                    <a:pt x="26" y="1"/>
                    <a:pt x="1" y="26"/>
                    <a:pt x="1" y="76"/>
                  </a:cubicBezTo>
                  <a:lnTo>
                    <a:pt x="1" y="402"/>
                  </a:lnTo>
                  <a:cubicBezTo>
                    <a:pt x="1" y="427"/>
                    <a:pt x="26" y="477"/>
                    <a:pt x="76" y="477"/>
                  </a:cubicBezTo>
                  <a:cubicBezTo>
                    <a:pt x="101" y="452"/>
                    <a:pt x="126" y="427"/>
                    <a:pt x="126" y="402"/>
                  </a:cubicBezTo>
                  <a:lnTo>
                    <a:pt x="126" y="76"/>
                  </a:lnTo>
                  <a:cubicBezTo>
                    <a:pt x="126"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1" name="Google Shape;5591;p55"/>
            <p:cNvSpPr/>
            <p:nvPr/>
          </p:nvSpPr>
          <p:spPr>
            <a:xfrm>
              <a:off x="6434464" y="3640192"/>
              <a:ext cx="172388" cy="28922"/>
            </a:xfrm>
            <a:custGeom>
              <a:rect b="b" l="l" r="r" t="t"/>
              <a:pathLst>
                <a:path extrusionOk="0" h="555" w="3308">
                  <a:moveTo>
                    <a:pt x="126" y="0"/>
                  </a:moveTo>
                  <a:cubicBezTo>
                    <a:pt x="25" y="0"/>
                    <a:pt x="0" y="126"/>
                    <a:pt x="75" y="151"/>
                  </a:cubicBezTo>
                  <a:cubicBezTo>
                    <a:pt x="1103" y="351"/>
                    <a:pt x="2156" y="476"/>
                    <a:pt x="3208" y="552"/>
                  </a:cubicBezTo>
                  <a:cubicBezTo>
                    <a:pt x="3216" y="554"/>
                    <a:pt x="3223" y="554"/>
                    <a:pt x="3230" y="554"/>
                  </a:cubicBezTo>
                  <a:cubicBezTo>
                    <a:pt x="3308" y="554"/>
                    <a:pt x="3301" y="426"/>
                    <a:pt x="3208" y="426"/>
                  </a:cubicBezTo>
                  <a:cubicBezTo>
                    <a:pt x="2181" y="351"/>
                    <a:pt x="1128" y="201"/>
                    <a:pt x="12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2" name="Google Shape;5592;p55"/>
            <p:cNvSpPr/>
            <p:nvPr/>
          </p:nvSpPr>
          <p:spPr>
            <a:xfrm>
              <a:off x="6630350" y="3659786"/>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3" name="Google Shape;5593;p55"/>
            <p:cNvSpPr/>
            <p:nvPr/>
          </p:nvSpPr>
          <p:spPr>
            <a:xfrm>
              <a:off x="6845310" y="3292454"/>
              <a:ext cx="24649" cy="33352"/>
            </a:xfrm>
            <a:custGeom>
              <a:rect b="b" l="l" r="r" t="t"/>
              <a:pathLst>
                <a:path extrusionOk="0" h="640" w="473">
                  <a:moveTo>
                    <a:pt x="369" y="0"/>
                  </a:moveTo>
                  <a:cubicBezTo>
                    <a:pt x="348" y="0"/>
                    <a:pt x="326" y="10"/>
                    <a:pt x="312" y="32"/>
                  </a:cubicBezTo>
                  <a:lnTo>
                    <a:pt x="36" y="533"/>
                  </a:lnTo>
                  <a:cubicBezTo>
                    <a:pt x="1" y="586"/>
                    <a:pt x="53" y="639"/>
                    <a:pt x="104" y="639"/>
                  </a:cubicBezTo>
                  <a:cubicBezTo>
                    <a:pt x="126" y="639"/>
                    <a:pt x="147" y="630"/>
                    <a:pt x="161" y="608"/>
                  </a:cubicBezTo>
                  <a:cubicBezTo>
                    <a:pt x="262" y="433"/>
                    <a:pt x="362" y="282"/>
                    <a:pt x="437" y="107"/>
                  </a:cubicBezTo>
                  <a:cubicBezTo>
                    <a:pt x="473" y="54"/>
                    <a:pt x="420" y="0"/>
                    <a:pt x="36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4" name="Google Shape;5594;p55"/>
            <p:cNvSpPr/>
            <p:nvPr/>
          </p:nvSpPr>
          <p:spPr>
            <a:xfrm>
              <a:off x="6871991" y="3307149"/>
              <a:ext cx="17041" cy="26682"/>
            </a:xfrm>
            <a:custGeom>
              <a:rect b="b" l="l" r="r" t="t"/>
              <a:pathLst>
                <a:path extrusionOk="0" h="512" w="327">
                  <a:moveTo>
                    <a:pt x="251" y="0"/>
                  </a:moveTo>
                  <a:cubicBezTo>
                    <a:pt x="226" y="0"/>
                    <a:pt x="176" y="25"/>
                    <a:pt x="176" y="50"/>
                  </a:cubicBezTo>
                  <a:cubicBezTo>
                    <a:pt x="126" y="176"/>
                    <a:pt x="75" y="301"/>
                    <a:pt x="25" y="426"/>
                  </a:cubicBezTo>
                  <a:cubicBezTo>
                    <a:pt x="0" y="451"/>
                    <a:pt x="25" y="501"/>
                    <a:pt x="75" y="501"/>
                  </a:cubicBezTo>
                  <a:cubicBezTo>
                    <a:pt x="89" y="508"/>
                    <a:pt x="101" y="511"/>
                    <a:pt x="110" y="511"/>
                  </a:cubicBezTo>
                  <a:cubicBezTo>
                    <a:pt x="137" y="511"/>
                    <a:pt x="151" y="488"/>
                    <a:pt x="151" y="451"/>
                  </a:cubicBezTo>
                  <a:cubicBezTo>
                    <a:pt x="201" y="326"/>
                    <a:pt x="251" y="226"/>
                    <a:pt x="301" y="100"/>
                  </a:cubicBezTo>
                  <a:cubicBezTo>
                    <a:pt x="326" y="50"/>
                    <a:pt x="301" y="0"/>
                    <a:pt x="25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5" name="Google Shape;5595;p55"/>
            <p:cNvSpPr/>
            <p:nvPr/>
          </p:nvSpPr>
          <p:spPr>
            <a:xfrm>
              <a:off x="6452755" y="3456031"/>
              <a:ext cx="13080" cy="33977"/>
            </a:xfrm>
            <a:custGeom>
              <a:rect b="b" l="l" r="r" t="t"/>
              <a:pathLst>
                <a:path extrusionOk="0" h="652" w="251">
                  <a:moveTo>
                    <a:pt x="201" y="0"/>
                  </a:moveTo>
                  <a:cubicBezTo>
                    <a:pt x="176" y="0"/>
                    <a:pt x="125" y="25"/>
                    <a:pt x="100" y="50"/>
                  </a:cubicBezTo>
                  <a:cubicBezTo>
                    <a:pt x="75" y="226"/>
                    <a:pt x="50" y="401"/>
                    <a:pt x="0" y="552"/>
                  </a:cubicBezTo>
                  <a:cubicBezTo>
                    <a:pt x="0" y="602"/>
                    <a:pt x="25" y="627"/>
                    <a:pt x="50" y="652"/>
                  </a:cubicBezTo>
                  <a:cubicBezTo>
                    <a:pt x="100" y="652"/>
                    <a:pt x="125" y="627"/>
                    <a:pt x="151" y="602"/>
                  </a:cubicBezTo>
                  <a:cubicBezTo>
                    <a:pt x="176" y="426"/>
                    <a:pt x="226" y="251"/>
                    <a:pt x="251" y="101"/>
                  </a:cubicBezTo>
                  <a:cubicBezTo>
                    <a:pt x="251" y="50"/>
                    <a:pt x="251" y="25"/>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6" name="Google Shape;5596;p55"/>
            <p:cNvSpPr/>
            <p:nvPr/>
          </p:nvSpPr>
          <p:spPr>
            <a:xfrm>
              <a:off x="6468388" y="3456031"/>
              <a:ext cx="13132" cy="37938"/>
            </a:xfrm>
            <a:custGeom>
              <a:rect b="b" l="l" r="r" t="t"/>
              <a:pathLst>
                <a:path extrusionOk="0" h="728" w="252">
                  <a:moveTo>
                    <a:pt x="201" y="0"/>
                  </a:moveTo>
                  <a:cubicBezTo>
                    <a:pt x="151" y="0"/>
                    <a:pt x="101" y="25"/>
                    <a:pt x="101" y="50"/>
                  </a:cubicBezTo>
                  <a:cubicBezTo>
                    <a:pt x="76" y="251"/>
                    <a:pt x="51" y="451"/>
                    <a:pt x="1" y="627"/>
                  </a:cubicBezTo>
                  <a:cubicBezTo>
                    <a:pt x="1" y="677"/>
                    <a:pt x="26" y="702"/>
                    <a:pt x="51" y="727"/>
                  </a:cubicBezTo>
                  <a:cubicBezTo>
                    <a:pt x="101" y="727"/>
                    <a:pt x="151" y="702"/>
                    <a:pt x="151" y="677"/>
                  </a:cubicBezTo>
                  <a:cubicBezTo>
                    <a:pt x="176" y="477"/>
                    <a:pt x="201" y="276"/>
                    <a:pt x="252" y="101"/>
                  </a:cubicBezTo>
                  <a:cubicBezTo>
                    <a:pt x="252" y="50"/>
                    <a:pt x="226" y="25"/>
                    <a:pt x="2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7" name="Google Shape;5597;p55"/>
            <p:cNvSpPr/>
            <p:nvPr/>
          </p:nvSpPr>
          <p:spPr>
            <a:xfrm>
              <a:off x="6948022" y="3534302"/>
              <a:ext cx="93125" cy="70821"/>
            </a:xfrm>
            <a:custGeom>
              <a:rect b="b" l="l" r="r" t="t"/>
              <a:pathLst>
                <a:path extrusionOk="0" h="1359" w="1787">
                  <a:moveTo>
                    <a:pt x="1693" y="1"/>
                  </a:moveTo>
                  <a:cubicBezTo>
                    <a:pt x="1677" y="1"/>
                    <a:pt x="1662" y="8"/>
                    <a:pt x="1649" y="27"/>
                  </a:cubicBezTo>
                  <a:cubicBezTo>
                    <a:pt x="1223" y="554"/>
                    <a:pt x="697" y="955"/>
                    <a:pt x="70" y="1205"/>
                  </a:cubicBezTo>
                  <a:cubicBezTo>
                    <a:pt x="1" y="1228"/>
                    <a:pt x="17" y="1358"/>
                    <a:pt x="99" y="1358"/>
                  </a:cubicBezTo>
                  <a:cubicBezTo>
                    <a:pt x="105" y="1358"/>
                    <a:pt x="113" y="1357"/>
                    <a:pt x="120" y="1356"/>
                  </a:cubicBezTo>
                  <a:cubicBezTo>
                    <a:pt x="747" y="1080"/>
                    <a:pt x="1323" y="679"/>
                    <a:pt x="1749" y="127"/>
                  </a:cubicBezTo>
                  <a:cubicBezTo>
                    <a:pt x="1787" y="71"/>
                    <a:pt x="1740" y="1"/>
                    <a:pt x="16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8" name="Google Shape;5598;p55"/>
            <p:cNvSpPr/>
            <p:nvPr/>
          </p:nvSpPr>
          <p:spPr>
            <a:xfrm>
              <a:off x="6331283" y="2720116"/>
              <a:ext cx="1090610" cy="998684"/>
            </a:xfrm>
            <a:custGeom>
              <a:rect b="b" l="l" r="r" t="t"/>
              <a:pathLst>
                <a:path extrusionOk="0" h="19164" w="20928">
                  <a:moveTo>
                    <a:pt x="19079" y="0"/>
                  </a:moveTo>
                  <a:cubicBezTo>
                    <a:pt x="19010" y="0"/>
                    <a:pt x="18985" y="95"/>
                    <a:pt x="19048" y="137"/>
                  </a:cubicBezTo>
                  <a:cubicBezTo>
                    <a:pt x="19825" y="588"/>
                    <a:pt x="20351" y="1290"/>
                    <a:pt x="20577" y="2167"/>
                  </a:cubicBezTo>
                  <a:cubicBezTo>
                    <a:pt x="20777" y="3045"/>
                    <a:pt x="20702" y="3947"/>
                    <a:pt x="20527" y="4824"/>
                  </a:cubicBezTo>
                  <a:cubicBezTo>
                    <a:pt x="20051" y="7080"/>
                    <a:pt x="19073" y="9185"/>
                    <a:pt x="17970" y="11215"/>
                  </a:cubicBezTo>
                  <a:cubicBezTo>
                    <a:pt x="16918" y="13120"/>
                    <a:pt x="15740" y="15000"/>
                    <a:pt x="14086" y="16453"/>
                  </a:cubicBezTo>
                  <a:cubicBezTo>
                    <a:pt x="13233" y="17205"/>
                    <a:pt x="12281" y="17857"/>
                    <a:pt x="11203" y="18308"/>
                  </a:cubicBezTo>
                  <a:cubicBezTo>
                    <a:pt x="10201" y="18709"/>
                    <a:pt x="9148" y="18909"/>
                    <a:pt x="8071" y="18985"/>
                  </a:cubicBezTo>
                  <a:cubicBezTo>
                    <a:pt x="7717" y="19009"/>
                    <a:pt x="7366" y="19020"/>
                    <a:pt x="7017" y="19020"/>
                  </a:cubicBezTo>
                  <a:cubicBezTo>
                    <a:pt x="6277" y="19020"/>
                    <a:pt x="5545" y="18969"/>
                    <a:pt x="4812" y="18884"/>
                  </a:cubicBezTo>
                  <a:cubicBezTo>
                    <a:pt x="3609" y="18759"/>
                    <a:pt x="2431" y="18558"/>
                    <a:pt x="1279" y="18233"/>
                  </a:cubicBezTo>
                  <a:cubicBezTo>
                    <a:pt x="1018" y="18162"/>
                    <a:pt x="757" y="18090"/>
                    <a:pt x="496" y="17998"/>
                  </a:cubicBezTo>
                  <a:lnTo>
                    <a:pt x="496" y="17998"/>
                  </a:lnTo>
                  <a:cubicBezTo>
                    <a:pt x="449" y="17516"/>
                    <a:pt x="424" y="17036"/>
                    <a:pt x="376" y="16579"/>
                  </a:cubicBezTo>
                  <a:cubicBezTo>
                    <a:pt x="301" y="15777"/>
                    <a:pt x="251" y="14975"/>
                    <a:pt x="176" y="14198"/>
                  </a:cubicBezTo>
                  <a:cubicBezTo>
                    <a:pt x="176" y="14020"/>
                    <a:pt x="156" y="13862"/>
                    <a:pt x="134" y="13707"/>
                  </a:cubicBezTo>
                  <a:lnTo>
                    <a:pt x="134" y="13707"/>
                  </a:lnTo>
                  <a:cubicBezTo>
                    <a:pt x="815" y="13533"/>
                    <a:pt x="1473" y="13315"/>
                    <a:pt x="2131" y="13120"/>
                  </a:cubicBezTo>
                  <a:cubicBezTo>
                    <a:pt x="3634" y="12619"/>
                    <a:pt x="5138" y="12042"/>
                    <a:pt x="6542" y="11365"/>
                  </a:cubicBezTo>
                  <a:cubicBezTo>
                    <a:pt x="7319" y="10964"/>
                    <a:pt x="8071" y="10563"/>
                    <a:pt x="8797" y="10087"/>
                  </a:cubicBezTo>
                  <a:cubicBezTo>
                    <a:pt x="9499" y="9611"/>
                    <a:pt x="10151" y="9110"/>
                    <a:pt x="10677" y="8458"/>
                  </a:cubicBezTo>
                  <a:cubicBezTo>
                    <a:pt x="11655" y="7230"/>
                    <a:pt x="12106" y="5726"/>
                    <a:pt x="12632" y="4273"/>
                  </a:cubicBezTo>
                  <a:cubicBezTo>
                    <a:pt x="13133" y="2919"/>
                    <a:pt x="13760" y="1516"/>
                    <a:pt x="15038" y="714"/>
                  </a:cubicBezTo>
                  <a:cubicBezTo>
                    <a:pt x="15213" y="614"/>
                    <a:pt x="15364" y="538"/>
                    <a:pt x="15539" y="463"/>
                  </a:cubicBezTo>
                  <a:cubicBezTo>
                    <a:pt x="15623" y="421"/>
                    <a:pt x="15584" y="326"/>
                    <a:pt x="15510" y="326"/>
                  </a:cubicBezTo>
                  <a:cubicBezTo>
                    <a:pt x="15496" y="326"/>
                    <a:pt x="15480" y="330"/>
                    <a:pt x="15464" y="338"/>
                  </a:cubicBezTo>
                  <a:cubicBezTo>
                    <a:pt x="14787" y="639"/>
                    <a:pt x="14211" y="1115"/>
                    <a:pt x="13760" y="1691"/>
                  </a:cubicBezTo>
                  <a:cubicBezTo>
                    <a:pt x="13334" y="2268"/>
                    <a:pt x="13008" y="2919"/>
                    <a:pt x="12757" y="3596"/>
                  </a:cubicBezTo>
                  <a:cubicBezTo>
                    <a:pt x="12181" y="5000"/>
                    <a:pt x="11780" y="6528"/>
                    <a:pt x="10953" y="7832"/>
                  </a:cubicBezTo>
                  <a:cubicBezTo>
                    <a:pt x="10502" y="8508"/>
                    <a:pt x="9925" y="9085"/>
                    <a:pt x="9248" y="9586"/>
                  </a:cubicBezTo>
                  <a:cubicBezTo>
                    <a:pt x="8572" y="10087"/>
                    <a:pt x="7820" y="10538"/>
                    <a:pt x="7068" y="10939"/>
                  </a:cubicBezTo>
                  <a:cubicBezTo>
                    <a:pt x="5614" y="11691"/>
                    <a:pt x="4086" y="12293"/>
                    <a:pt x="2557" y="12819"/>
                  </a:cubicBezTo>
                  <a:cubicBezTo>
                    <a:pt x="1730" y="13095"/>
                    <a:pt x="903" y="13345"/>
                    <a:pt x="75" y="13571"/>
                  </a:cubicBezTo>
                  <a:lnTo>
                    <a:pt x="50" y="13571"/>
                  </a:lnTo>
                  <a:cubicBezTo>
                    <a:pt x="25" y="13571"/>
                    <a:pt x="0" y="13621"/>
                    <a:pt x="0" y="13646"/>
                  </a:cubicBezTo>
                  <a:cubicBezTo>
                    <a:pt x="25" y="14147"/>
                    <a:pt x="75" y="14649"/>
                    <a:pt x="126" y="15125"/>
                  </a:cubicBezTo>
                  <a:cubicBezTo>
                    <a:pt x="176" y="15927"/>
                    <a:pt x="251" y="16729"/>
                    <a:pt x="301" y="17506"/>
                  </a:cubicBezTo>
                  <a:lnTo>
                    <a:pt x="351" y="18057"/>
                  </a:lnTo>
                  <a:cubicBezTo>
                    <a:pt x="351" y="18082"/>
                    <a:pt x="376" y="18107"/>
                    <a:pt x="401" y="18132"/>
                  </a:cubicBezTo>
                  <a:cubicBezTo>
                    <a:pt x="1579" y="18508"/>
                    <a:pt x="2782" y="18759"/>
                    <a:pt x="4010" y="18934"/>
                  </a:cubicBezTo>
                  <a:cubicBezTo>
                    <a:pt x="4999" y="19069"/>
                    <a:pt x="6008" y="19164"/>
                    <a:pt x="7020" y="19164"/>
                  </a:cubicBezTo>
                  <a:cubicBezTo>
                    <a:pt x="7136" y="19164"/>
                    <a:pt x="7252" y="19163"/>
                    <a:pt x="7369" y="19160"/>
                  </a:cubicBezTo>
                  <a:cubicBezTo>
                    <a:pt x="8446" y="19135"/>
                    <a:pt x="9549" y="19010"/>
                    <a:pt x="10577" y="18684"/>
                  </a:cubicBezTo>
                  <a:cubicBezTo>
                    <a:pt x="11680" y="18333"/>
                    <a:pt x="12657" y="17782"/>
                    <a:pt x="13559" y="17080"/>
                  </a:cubicBezTo>
                  <a:cubicBezTo>
                    <a:pt x="15339" y="15701"/>
                    <a:pt x="16667" y="13822"/>
                    <a:pt x="17745" y="11892"/>
                  </a:cubicBezTo>
                  <a:cubicBezTo>
                    <a:pt x="18898" y="9862"/>
                    <a:pt x="19950" y="7731"/>
                    <a:pt x="20527" y="5476"/>
                  </a:cubicBezTo>
                  <a:cubicBezTo>
                    <a:pt x="20752" y="4548"/>
                    <a:pt x="20928" y="3596"/>
                    <a:pt x="20802" y="2619"/>
                  </a:cubicBezTo>
                  <a:cubicBezTo>
                    <a:pt x="20677" y="1791"/>
                    <a:pt x="20326" y="964"/>
                    <a:pt x="19675" y="413"/>
                  </a:cubicBezTo>
                  <a:cubicBezTo>
                    <a:pt x="19499" y="263"/>
                    <a:pt x="19324" y="137"/>
                    <a:pt x="19123" y="12"/>
                  </a:cubicBezTo>
                  <a:cubicBezTo>
                    <a:pt x="19107" y="4"/>
                    <a:pt x="19092" y="0"/>
                    <a:pt x="1907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9" name="Google Shape;5599;p55"/>
            <p:cNvSpPr/>
            <p:nvPr/>
          </p:nvSpPr>
          <p:spPr>
            <a:xfrm>
              <a:off x="7536776" y="2173469"/>
              <a:ext cx="737965" cy="577354"/>
            </a:xfrm>
            <a:custGeom>
              <a:rect b="b" l="l" r="r" t="t"/>
              <a:pathLst>
                <a:path extrusionOk="0" h="11079" w="14161">
                  <a:moveTo>
                    <a:pt x="7598" y="1"/>
                  </a:moveTo>
                  <a:cubicBezTo>
                    <a:pt x="4637" y="1"/>
                    <a:pt x="2256" y="2397"/>
                    <a:pt x="2256" y="5339"/>
                  </a:cubicBezTo>
                  <a:cubicBezTo>
                    <a:pt x="2256" y="6116"/>
                    <a:pt x="2431" y="6868"/>
                    <a:pt x="2707" y="7545"/>
                  </a:cubicBezTo>
                  <a:cubicBezTo>
                    <a:pt x="1805" y="8723"/>
                    <a:pt x="903" y="9901"/>
                    <a:pt x="0" y="11078"/>
                  </a:cubicBezTo>
                  <a:cubicBezTo>
                    <a:pt x="1379" y="10527"/>
                    <a:pt x="2757" y="9976"/>
                    <a:pt x="4136" y="9424"/>
                  </a:cubicBezTo>
                  <a:cubicBezTo>
                    <a:pt x="5038" y="10201"/>
                    <a:pt x="6216" y="10677"/>
                    <a:pt x="7494" y="10703"/>
                  </a:cubicBezTo>
                  <a:lnTo>
                    <a:pt x="8697" y="10728"/>
                  </a:lnTo>
                  <a:cubicBezTo>
                    <a:pt x="8742" y="10729"/>
                    <a:pt x="8788" y="10729"/>
                    <a:pt x="8833" y="10729"/>
                  </a:cubicBezTo>
                  <a:cubicBezTo>
                    <a:pt x="11778" y="10729"/>
                    <a:pt x="14161" y="8327"/>
                    <a:pt x="14161" y="5389"/>
                  </a:cubicBezTo>
                  <a:lnTo>
                    <a:pt x="14161" y="5364"/>
                  </a:lnTo>
                  <a:cubicBezTo>
                    <a:pt x="14161" y="2432"/>
                    <a:pt x="11805" y="51"/>
                    <a:pt x="8872" y="1"/>
                  </a:cubicBezTo>
                  <a:lnTo>
                    <a:pt x="7644" y="1"/>
                  </a:lnTo>
                  <a:cubicBezTo>
                    <a:pt x="7629" y="1"/>
                    <a:pt x="7614" y="1"/>
                    <a:pt x="759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0" name="Google Shape;5600;p55"/>
            <p:cNvSpPr/>
            <p:nvPr/>
          </p:nvSpPr>
          <p:spPr>
            <a:xfrm>
              <a:off x="7531565" y="2169248"/>
              <a:ext cx="756257" cy="585484"/>
            </a:xfrm>
            <a:custGeom>
              <a:rect b="b" l="l" r="r" t="t"/>
              <a:pathLst>
                <a:path extrusionOk="0" h="11235" w="14512">
                  <a:moveTo>
                    <a:pt x="7920" y="146"/>
                  </a:moveTo>
                  <a:cubicBezTo>
                    <a:pt x="8271" y="146"/>
                    <a:pt x="8622" y="157"/>
                    <a:pt x="8972" y="157"/>
                  </a:cubicBezTo>
                  <a:cubicBezTo>
                    <a:pt x="10426" y="182"/>
                    <a:pt x="11830" y="809"/>
                    <a:pt x="12807" y="1861"/>
                  </a:cubicBezTo>
                  <a:cubicBezTo>
                    <a:pt x="13785" y="2939"/>
                    <a:pt x="14286" y="4393"/>
                    <a:pt x="14186" y="5821"/>
                  </a:cubicBezTo>
                  <a:cubicBezTo>
                    <a:pt x="14085" y="7250"/>
                    <a:pt x="13384" y="8603"/>
                    <a:pt x="12281" y="9530"/>
                  </a:cubicBezTo>
                  <a:cubicBezTo>
                    <a:pt x="11754" y="9982"/>
                    <a:pt x="11103" y="10332"/>
                    <a:pt x="10426" y="10533"/>
                  </a:cubicBezTo>
                  <a:cubicBezTo>
                    <a:pt x="9941" y="10681"/>
                    <a:pt x="9438" y="10739"/>
                    <a:pt x="8932" y="10739"/>
                  </a:cubicBezTo>
                  <a:cubicBezTo>
                    <a:pt x="8837" y="10739"/>
                    <a:pt x="8742" y="10737"/>
                    <a:pt x="8647" y="10733"/>
                  </a:cubicBezTo>
                  <a:cubicBezTo>
                    <a:pt x="8170" y="10733"/>
                    <a:pt x="7719" y="10733"/>
                    <a:pt x="7243" y="10708"/>
                  </a:cubicBezTo>
                  <a:cubicBezTo>
                    <a:pt x="6366" y="10633"/>
                    <a:pt x="5539" y="10332"/>
                    <a:pt x="4787" y="9831"/>
                  </a:cubicBezTo>
                  <a:cubicBezTo>
                    <a:pt x="4612" y="9731"/>
                    <a:pt x="4436" y="9606"/>
                    <a:pt x="4286" y="9455"/>
                  </a:cubicBezTo>
                  <a:cubicBezTo>
                    <a:pt x="4261" y="9455"/>
                    <a:pt x="4236" y="9430"/>
                    <a:pt x="4211" y="9430"/>
                  </a:cubicBezTo>
                  <a:cubicBezTo>
                    <a:pt x="2907" y="9952"/>
                    <a:pt x="1603" y="10473"/>
                    <a:pt x="321" y="10994"/>
                  </a:cubicBezTo>
                  <a:lnTo>
                    <a:pt x="321" y="10994"/>
                  </a:lnTo>
                  <a:cubicBezTo>
                    <a:pt x="1175" y="9880"/>
                    <a:pt x="2029" y="8765"/>
                    <a:pt x="2882" y="7651"/>
                  </a:cubicBezTo>
                  <a:cubicBezTo>
                    <a:pt x="2907" y="7626"/>
                    <a:pt x="2882" y="7601"/>
                    <a:pt x="2882" y="7575"/>
                  </a:cubicBezTo>
                  <a:cubicBezTo>
                    <a:pt x="2231" y="6097"/>
                    <a:pt x="2281" y="4342"/>
                    <a:pt x="3058" y="2914"/>
                  </a:cubicBezTo>
                  <a:cubicBezTo>
                    <a:pt x="3734" y="1686"/>
                    <a:pt x="4862" y="758"/>
                    <a:pt x="6216" y="357"/>
                  </a:cubicBezTo>
                  <a:cubicBezTo>
                    <a:pt x="6592" y="257"/>
                    <a:pt x="6993" y="182"/>
                    <a:pt x="7394" y="157"/>
                  </a:cubicBezTo>
                  <a:cubicBezTo>
                    <a:pt x="7569" y="149"/>
                    <a:pt x="7744" y="146"/>
                    <a:pt x="7920" y="146"/>
                  </a:cubicBezTo>
                  <a:close/>
                  <a:moveTo>
                    <a:pt x="8114" y="1"/>
                  </a:moveTo>
                  <a:cubicBezTo>
                    <a:pt x="7538" y="1"/>
                    <a:pt x="6959" y="23"/>
                    <a:pt x="6391" y="157"/>
                  </a:cubicBezTo>
                  <a:cubicBezTo>
                    <a:pt x="5689" y="332"/>
                    <a:pt x="5038" y="658"/>
                    <a:pt x="4461" y="1084"/>
                  </a:cubicBezTo>
                  <a:cubicBezTo>
                    <a:pt x="3308" y="1961"/>
                    <a:pt x="2531" y="3265"/>
                    <a:pt x="2331" y="4693"/>
                  </a:cubicBezTo>
                  <a:cubicBezTo>
                    <a:pt x="2208" y="5678"/>
                    <a:pt x="2351" y="6688"/>
                    <a:pt x="2736" y="7602"/>
                  </a:cubicBezTo>
                  <a:lnTo>
                    <a:pt x="2736" y="7602"/>
                  </a:lnTo>
                  <a:cubicBezTo>
                    <a:pt x="1841" y="8771"/>
                    <a:pt x="946" y="9940"/>
                    <a:pt x="50" y="11109"/>
                  </a:cubicBezTo>
                  <a:cubicBezTo>
                    <a:pt x="0" y="11159"/>
                    <a:pt x="75" y="11235"/>
                    <a:pt x="125" y="11235"/>
                  </a:cubicBezTo>
                  <a:lnTo>
                    <a:pt x="4230" y="9593"/>
                  </a:lnTo>
                  <a:lnTo>
                    <a:pt x="4230" y="9593"/>
                  </a:lnTo>
                  <a:cubicBezTo>
                    <a:pt x="4897" y="10150"/>
                    <a:pt x="5683" y="10562"/>
                    <a:pt x="6541" y="10733"/>
                  </a:cubicBezTo>
                  <a:cubicBezTo>
                    <a:pt x="7118" y="10859"/>
                    <a:pt x="7719" y="10859"/>
                    <a:pt x="8321" y="10884"/>
                  </a:cubicBezTo>
                  <a:cubicBezTo>
                    <a:pt x="8478" y="10884"/>
                    <a:pt x="8636" y="10886"/>
                    <a:pt x="8793" y="10886"/>
                  </a:cubicBezTo>
                  <a:cubicBezTo>
                    <a:pt x="9187" y="10886"/>
                    <a:pt x="9581" y="10873"/>
                    <a:pt x="9975" y="10784"/>
                  </a:cubicBezTo>
                  <a:cubicBezTo>
                    <a:pt x="10702" y="10633"/>
                    <a:pt x="11379" y="10357"/>
                    <a:pt x="11980" y="9931"/>
                  </a:cubicBezTo>
                  <a:cubicBezTo>
                    <a:pt x="13183" y="9104"/>
                    <a:pt x="14035" y="7801"/>
                    <a:pt x="14261" y="6347"/>
                  </a:cubicBezTo>
                  <a:cubicBezTo>
                    <a:pt x="14511" y="4894"/>
                    <a:pt x="14135" y="3340"/>
                    <a:pt x="13233" y="2162"/>
                  </a:cubicBezTo>
                  <a:cubicBezTo>
                    <a:pt x="12356" y="984"/>
                    <a:pt x="11003" y="232"/>
                    <a:pt x="9549" y="57"/>
                  </a:cubicBezTo>
                  <a:cubicBezTo>
                    <a:pt x="9373" y="32"/>
                    <a:pt x="9173" y="7"/>
                    <a:pt x="8972" y="7"/>
                  </a:cubicBezTo>
                  <a:cubicBezTo>
                    <a:pt x="8688" y="7"/>
                    <a:pt x="8402" y="1"/>
                    <a:pt x="811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1" name="Google Shape;5601;p55"/>
            <p:cNvSpPr/>
            <p:nvPr/>
          </p:nvSpPr>
          <p:spPr>
            <a:xfrm>
              <a:off x="7760074" y="2273679"/>
              <a:ext cx="370989" cy="379535"/>
            </a:xfrm>
            <a:custGeom>
              <a:rect b="b" l="l" r="r" t="t"/>
              <a:pathLst>
                <a:path extrusionOk="0" h="7283" w="7119">
                  <a:moveTo>
                    <a:pt x="5564" y="1"/>
                  </a:moveTo>
                  <a:cubicBezTo>
                    <a:pt x="5239" y="1"/>
                    <a:pt x="4910" y="113"/>
                    <a:pt x="4638" y="283"/>
                  </a:cubicBezTo>
                  <a:cubicBezTo>
                    <a:pt x="4212" y="559"/>
                    <a:pt x="3886" y="985"/>
                    <a:pt x="3610" y="1436"/>
                  </a:cubicBezTo>
                  <a:cubicBezTo>
                    <a:pt x="3334" y="1060"/>
                    <a:pt x="2983" y="784"/>
                    <a:pt x="2557" y="609"/>
                  </a:cubicBezTo>
                  <a:cubicBezTo>
                    <a:pt x="2345" y="538"/>
                    <a:pt x="2121" y="502"/>
                    <a:pt x="1897" y="502"/>
                  </a:cubicBezTo>
                  <a:cubicBezTo>
                    <a:pt x="1486" y="502"/>
                    <a:pt x="1078" y="625"/>
                    <a:pt x="753" y="885"/>
                  </a:cubicBezTo>
                  <a:cubicBezTo>
                    <a:pt x="202" y="1336"/>
                    <a:pt x="1" y="2163"/>
                    <a:pt x="151" y="2890"/>
                  </a:cubicBezTo>
                  <a:cubicBezTo>
                    <a:pt x="302" y="3592"/>
                    <a:pt x="703" y="4243"/>
                    <a:pt x="1179" y="4795"/>
                  </a:cubicBezTo>
                  <a:cubicBezTo>
                    <a:pt x="1831" y="5597"/>
                    <a:pt x="2608" y="6298"/>
                    <a:pt x="3460" y="6875"/>
                  </a:cubicBezTo>
                  <a:cubicBezTo>
                    <a:pt x="3635" y="6975"/>
                    <a:pt x="3836" y="7100"/>
                    <a:pt x="4036" y="7175"/>
                  </a:cubicBezTo>
                  <a:cubicBezTo>
                    <a:pt x="4201" y="7237"/>
                    <a:pt x="4366" y="7282"/>
                    <a:pt x="4545" y="7282"/>
                  </a:cubicBezTo>
                  <a:cubicBezTo>
                    <a:pt x="4584" y="7282"/>
                    <a:pt x="4623" y="7280"/>
                    <a:pt x="4663" y="7276"/>
                  </a:cubicBezTo>
                  <a:cubicBezTo>
                    <a:pt x="5114" y="7201"/>
                    <a:pt x="5440" y="6825"/>
                    <a:pt x="5690" y="6449"/>
                  </a:cubicBezTo>
                  <a:cubicBezTo>
                    <a:pt x="6517" y="5271"/>
                    <a:pt x="7019" y="3842"/>
                    <a:pt x="7069" y="2389"/>
                  </a:cubicBezTo>
                  <a:cubicBezTo>
                    <a:pt x="7119" y="1461"/>
                    <a:pt x="6868" y="383"/>
                    <a:pt x="6016" y="83"/>
                  </a:cubicBezTo>
                  <a:cubicBezTo>
                    <a:pt x="5871" y="26"/>
                    <a:pt x="5718" y="1"/>
                    <a:pt x="556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2" name="Google Shape;5602;p55"/>
            <p:cNvSpPr/>
            <p:nvPr/>
          </p:nvSpPr>
          <p:spPr>
            <a:xfrm>
              <a:off x="7737874" y="2269458"/>
              <a:ext cx="399755" cy="386883"/>
            </a:xfrm>
            <a:custGeom>
              <a:rect b="b" l="l" r="r" t="t"/>
              <a:pathLst>
                <a:path extrusionOk="0" h="7424" w="7671">
                  <a:moveTo>
                    <a:pt x="6029" y="161"/>
                  </a:moveTo>
                  <a:cubicBezTo>
                    <a:pt x="6346" y="161"/>
                    <a:pt x="6639" y="285"/>
                    <a:pt x="6868" y="515"/>
                  </a:cubicBezTo>
                  <a:cubicBezTo>
                    <a:pt x="7094" y="740"/>
                    <a:pt x="7219" y="1041"/>
                    <a:pt x="7294" y="1317"/>
                  </a:cubicBezTo>
                  <a:cubicBezTo>
                    <a:pt x="7495" y="2018"/>
                    <a:pt x="7445" y="2770"/>
                    <a:pt x="7319" y="3472"/>
                  </a:cubicBezTo>
                  <a:cubicBezTo>
                    <a:pt x="7169" y="4299"/>
                    <a:pt x="6893" y="5076"/>
                    <a:pt x="6492" y="5803"/>
                  </a:cubicBezTo>
                  <a:cubicBezTo>
                    <a:pt x="6267" y="6204"/>
                    <a:pt x="6041" y="6605"/>
                    <a:pt x="5715" y="6906"/>
                  </a:cubicBezTo>
                  <a:cubicBezTo>
                    <a:pt x="5565" y="7056"/>
                    <a:pt x="5389" y="7181"/>
                    <a:pt x="5214" y="7231"/>
                  </a:cubicBezTo>
                  <a:cubicBezTo>
                    <a:pt x="5115" y="7261"/>
                    <a:pt x="5016" y="7275"/>
                    <a:pt x="4917" y="7275"/>
                  </a:cubicBezTo>
                  <a:cubicBezTo>
                    <a:pt x="4766" y="7275"/>
                    <a:pt x="4614" y="7242"/>
                    <a:pt x="4462" y="7181"/>
                  </a:cubicBezTo>
                  <a:lnTo>
                    <a:pt x="4462" y="7181"/>
                  </a:lnTo>
                  <a:cubicBezTo>
                    <a:pt x="4462" y="7181"/>
                    <a:pt x="4462" y="7181"/>
                    <a:pt x="4462" y="7181"/>
                  </a:cubicBezTo>
                  <a:cubicBezTo>
                    <a:pt x="4111" y="7031"/>
                    <a:pt x="3785" y="6805"/>
                    <a:pt x="3485" y="6555"/>
                  </a:cubicBezTo>
                  <a:cubicBezTo>
                    <a:pt x="3159" y="6329"/>
                    <a:pt x="2858" y="6079"/>
                    <a:pt x="2582" y="5803"/>
                  </a:cubicBezTo>
                  <a:cubicBezTo>
                    <a:pt x="2031" y="5302"/>
                    <a:pt x="1505" y="4725"/>
                    <a:pt x="1104" y="4074"/>
                  </a:cubicBezTo>
                  <a:cubicBezTo>
                    <a:pt x="753" y="3472"/>
                    <a:pt x="502" y="2770"/>
                    <a:pt x="653" y="2069"/>
                  </a:cubicBezTo>
                  <a:cubicBezTo>
                    <a:pt x="778" y="1392"/>
                    <a:pt x="1229" y="840"/>
                    <a:pt x="1906" y="690"/>
                  </a:cubicBezTo>
                  <a:cubicBezTo>
                    <a:pt x="2034" y="662"/>
                    <a:pt x="2162" y="649"/>
                    <a:pt x="2288" y="649"/>
                  </a:cubicBezTo>
                  <a:cubicBezTo>
                    <a:pt x="2949" y="649"/>
                    <a:pt x="3561" y="1016"/>
                    <a:pt x="3961" y="1542"/>
                  </a:cubicBezTo>
                  <a:cubicBezTo>
                    <a:pt x="3986" y="1567"/>
                    <a:pt x="4011" y="1580"/>
                    <a:pt x="4033" y="1580"/>
                  </a:cubicBezTo>
                  <a:cubicBezTo>
                    <a:pt x="4055" y="1580"/>
                    <a:pt x="4074" y="1567"/>
                    <a:pt x="4086" y="1542"/>
                  </a:cubicBezTo>
                  <a:cubicBezTo>
                    <a:pt x="4487" y="891"/>
                    <a:pt x="5089" y="189"/>
                    <a:pt x="5941" y="164"/>
                  </a:cubicBezTo>
                  <a:cubicBezTo>
                    <a:pt x="5970" y="162"/>
                    <a:pt x="6000" y="161"/>
                    <a:pt x="6029" y="161"/>
                  </a:cubicBezTo>
                  <a:close/>
                  <a:moveTo>
                    <a:pt x="5990" y="1"/>
                  </a:moveTo>
                  <a:cubicBezTo>
                    <a:pt x="5126" y="1"/>
                    <a:pt x="4463" y="705"/>
                    <a:pt x="4018" y="1400"/>
                  </a:cubicBezTo>
                  <a:lnTo>
                    <a:pt x="4018" y="1400"/>
                  </a:lnTo>
                  <a:cubicBezTo>
                    <a:pt x="3614" y="879"/>
                    <a:pt x="3016" y="511"/>
                    <a:pt x="2330" y="511"/>
                  </a:cubicBezTo>
                  <a:cubicBezTo>
                    <a:pt x="2289" y="511"/>
                    <a:pt x="2248" y="512"/>
                    <a:pt x="2206" y="515"/>
                  </a:cubicBezTo>
                  <a:cubicBezTo>
                    <a:pt x="1505" y="540"/>
                    <a:pt x="903" y="966"/>
                    <a:pt x="628" y="1617"/>
                  </a:cubicBezTo>
                  <a:cubicBezTo>
                    <a:pt x="1" y="3146"/>
                    <a:pt x="1204" y="4650"/>
                    <a:pt x="2232" y="5678"/>
                  </a:cubicBezTo>
                  <a:cubicBezTo>
                    <a:pt x="2532" y="6003"/>
                    <a:pt x="2883" y="6304"/>
                    <a:pt x="3259" y="6580"/>
                  </a:cubicBezTo>
                  <a:cubicBezTo>
                    <a:pt x="3608" y="6854"/>
                    <a:pt x="4006" y="7152"/>
                    <a:pt x="4429" y="7328"/>
                  </a:cubicBezTo>
                  <a:lnTo>
                    <a:pt x="4429" y="7328"/>
                  </a:lnTo>
                  <a:cubicBezTo>
                    <a:pt x="4432" y="7330"/>
                    <a:pt x="4434" y="7331"/>
                    <a:pt x="4437" y="7332"/>
                  </a:cubicBezTo>
                  <a:cubicBezTo>
                    <a:pt x="4605" y="7391"/>
                    <a:pt x="4770" y="7423"/>
                    <a:pt x="4930" y="7423"/>
                  </a:cubicBezTo>
                  <a:cubicBezTo>
                    <a:pt x="5176" y="7423"/>
                    <a:pt x="5413" y="7348"/>
                    <a:pt x="5640" y="7181"/>
                  </a:cubicBezTo>
                  <a:cubicBezTo>
                    <a:pt x="5966" y="6931"/>
                    <a:pt x="6191" y="6580"/>
                    <a:pt x="6392" y="6229"/>
                  </a:cubicBezTo>
                  <a:cubicBezTo>
                    <a:pt x="6868" y="5477"/>
                    <a:pt x="7219" y="4650"/>
                    <a:pt x="7394" y="3773"/>
                  </a:cubicBezTo>
                  <a:cubicBezTo>
                    <a:pt x="7570" y="2996"/>
                    <a:pt x="7670" y="2169"/>
                    <a:pt x="7470" y="1417"/>
                  </a:cubicBezTo>
                  <a:cubicBezTo>
                    <a:pt x="7319" y="740"/>
                    <a:pt x="6893" y="114"/>
                    <a:pt x="6191" y="13"/>
                  </a:cubicBezTo>
                  <a:cubicBezTo>
                    <a:pt x="6123" y="5"/>
                    <a:pt x="6056" y="1"/>
                    <a:pt x="599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3" name="Google Shape;5603;p55"/>
            <p:cNvSpPr/>
            <p:nvPr/>
          </p:nvSpPr>
          <p:spPr>
            <a:xfrm>
              <a:off x="7809736" y="2343143"/>
              <a:ext cx="69987" cy="182915"/>
            </a:xfrm>
            <a:custGeom>
              <a:rect b="b" l="l" r="r" t="t"/>
              <a:pathLst>
                <a:path extrusionOk="0" h="3510" w="1343">
                  <a:moveTo>
                    <a:pt x="649" y="0"/>
                  </a:moveTo>
                  <a:cubicBezTo>
                    <a:pt x="642" y="0"/>
                    <a:pt x="635" y="1"/>
                    <a:pt x="627" y="3"/>
                  </a:cubicBezTo>
                  <a:cubicBezTo>
                    <a:pt x="76" y="153"/>
                    <a:pt x="0" y="805"/>
                    <a:pt x="76" y="1281"/>
                  </a:cubicBezTo>
                  <a:cubicBezTo>
                    <a:pt x="126" y="1807"/>
                    <a:pt x="351" y="2309"/>
                    <a:pt x="627" y="2760"/>
                  </a:cubicBezTo>
                  <a:cubicBezTo>
                    <a:pt x="777" y="3010"/>
                    <a:pt x="978" y="3261"/>
                    <a:pt x="1178" y="3487"/>
                  </a:cubicBezTo>
                  <a:cubicBezTo>
                    <a:pt x="1195" y="3503"/>
                    <a:pt x="1212" y="3510"/>
                    <a:pt x="1229" y="3510"/>
                  </a:cubicBezTo>
                  <a:cubicBezTo>
                    <a:pt x="1290" y="3510"/>
                    <a:pt x="1343" y="3420"/>
                    <a:pt x="1304" y="3361"/>
                  </a:cubicBezTo>
                  <a:cubicBezTo>
                    <a:pt x="903" y="2910"/>
                    <a:pt x="527" y="2384"/>
                    <a:pt x="351" y="1782"/>
                  </a:cubicBezTo>
                  <a:cubicBezTo>
                    <a:pt x="251" y="1507"/>
                    <a:pt x="201" y="1206"/>
                    <a:pt x="226" y="880"/>
                  </a:cubicBezTo>
                  <a:cubicBezTo>
                    <a:pt x="226" y="579"/>
                    <a:pt x="351" y="253"/>
                    <a:pt x="677" y="178"/>
                  </a:cubicBezTo>
                  <a:cubicBezTo>
                    <a:pt x="770" y="132"/>
                    <a:pt x="734" y="0"/>
                    <a:pt x="64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4" name="Google Shape;5604;p55"/>
            <p:cNvSpPr/>
            <p:nvPr/>
          </p:nvSpPr>
          <p:spPr>
            <a:xfrm>
              <a:off x="7888111" y="2547002"/>
              <a:ext cx="11777" cy="9224"/>
            </a:xfrm>
            <a:custGeom>
              <a:rect b="b" l="l" r="r" t="t"/>
              <a:pathLst>
                <a:path extrusionOk="0" h="177" w="226">
                  <a:moveTo>
                    <a:pt x="125" y="1"/>
                  </a:moveTo>
                  <a:cubicBezTo>
                    <a:pt x="0" y="1"/>
                    <a:pt x="0" y="176"/>
                    <a:pt x="125" y="176"/>
                  </a:cubicBezTo>
                  <a:cubicBezTo>
                    <a:pt x="226" y="176"/>
                    <a:pt x="226" y="1"/>
                    <a:pt x="125"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5" name="Google Shape;5605;p55"/>
            <p:cNvSpPr/>
            <p:nvPr/>
          </p:nvSpPr>
          <p:spPr>
            <a:xfrm>
              <a:off x="8017400" y="2317817"/>
              <a:ext cx="28766" cy="33873"/>
            </a:xfrm>
            <a:custGeom>
              <a:rect b="b" l="l" r="r" t="t"/>
              <a:pathLst>
                <a:path extrusionOk="0" h="650" w="552">
                  <a:moveTo>
                    <a:pt x="455" y="0"/>
                  </a:moveTo>
                  <a:cubicBezTo>
                    <a:pt x="433" y="0"/>
                    <a:pt x="414" y="13"/>
                    <a:pt x="401" y="38"/>
                  </a:cubicBezTo>
                  <a:cubicBezTo>
                    <a:pt x="226" y="163"/>
                    <a:pt x="101" y="313"/>
                    <a:pt x="25" y="514"/>
                  </a:cubicBezTo>
                  <a:cubicBezTo>
                    <a:pt x="0" y="564"/>
                    <a:pt x="25" y="614"/>
                    <a:pt x="50" y="639"/>
                  </a:cubicBezTo>
                  <a:cubicBezTo>
                    <a:pt x="65" y="647"/>
                    <a:pt x="80" y="650"/>
                    <a:pt x="94" y="650"/>
                  </a:cubicBezTo>
                  <a:cubicBezTo>
                    <a:pt x="128" y="650"/>
                    <a:pt x="158" y="632"/>
                    <a:pt x="176" y="614"/>
                  </a:cubicBezTo>
                  <a:cubicBezTo>
                    <a:pt x="201" y="514"/>
                    <a:pt x="251" y="414"/>
                    <a:pt x="326" y="338"/>
                  </a:cubicBezTo>
                  <a:cubicBezTo>
                    <a:pt x="351" y="313"/>
                    <a:pt x="351" y="313"/>
                    <a:pt x="351" y="313"/>
                  </a:cubicBezTo>
                  <a:cubicBezTo>
                    <a:pt x="376" y="288"/>
                    <a:pt x="401" y="263"/>
                    <a:pt x="401" y="238"/>
                  </a:cubicBezTo>
                  <a:cubicBezTo>
                    <a:pt x="451" y="213"/>
                    <a:pt x="477" y="188"/>
                    <a:pt x="527" y="138"/>
                  </a:cubicBezTo>
                  <a:cubicBezTo>
                    <a:pt x="552" y="113"/>
                    <a:pt x="552" y="63"/>
                    <a:pt x="527" y="38"/>
                  </a:cubicBezTo>
                  <a:cubicBezTo>
                    <a:pt x="502" y="13"/>
                    <a:pt x="477" y="0"/>
                    <a:pt x="45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6" name="Google Shape;5606;p55"/>
            <p:cNvSpPr/>
            <p:nvPr/>
          </p:nvSpPr>
          <p:spPr>
            <a:xfrm>
              <a:off x="8031783" y="2329229"/>
              <a:ext cx="26160" cy="34967"/>
            </a:xfrm>
            <a:custGeom>
              <a:rect b="b" l="l" r="r" t="t"/>
              <a:pathLst>
                <a:path extrusionOk="0" h="671" w="502">
                  <a:moveTo>
                    <a:pt x="404" y="0"/>
                  </a:moveTo>
                  <a:cubicBezTo>
                    <a:pt x="382" y="0"/>
                    <a:pt x="363" y="7"/>
                    <a:pt x="351" y="19"/>
                  </a:cubicBezTo>
                  <a:cubicBezTo>
                    <a:pt x="201" y="170"/>
                    <a:pt x="75" y="370"/>
                    <a:pt x="25" y="571"/>
                  </a:cubicBezTo>
                  <a:cubicBezTo>
                    <a:pt x="0" y="621"/>
                    <a:pt x="25" y="671"/>
                    <a:pt x="75" y="671"/>
                  </a:cubicBezTo>
                  <a:cubicBezTo>
                    <a:pt x="125" y="671"/>
                    <a:pt x="175" y="646"/>
                    <a:pt x="175" y="621"/>
                  </a:cubicBezTo>
                  <a:cubicBezTo>
                    <a:pt x="201" y="596"/>
                    <a:pt x="201" y="571"/>
                    <a:pt x="201" y="546"/>
                  </a:cubicBezTo>
                  <a:cubicBezTo>
                    <a:pt x="201" y="546"/>
                    <a:pt x="226" y="520"/>
                    <a:pt x="226" y="520"/>
                  </a:cubicBezTo>
                  <a:cubicBezTo>
                    <a:pt x="226" y="520"/>
                    <a:pt x="226" y="520"/>
                    <a:pt x="226" y="495"/>
                  </a:cubicBezTo>
                  <a:cubicBezTo>
                    <a:pt x="251" y="445"/>
                    <a:pt x="276" y="395"/>
                    <a:pt x="301" y="370"/>
                  </a:cubicBezTo>
                  <a:cubicBezTo>
                    <a:pt x="301" y="345"/>
                    <a:pt x="326" y="320"/>
                    <a:pt x="326" y="295"/>
                  </a:cubicBezTo>
                  <a:cubicBezTo>
                    <a:pt x="351" y="295"/>
                    <a:pt x="351" y="295"/>
                    <a:pt x="351" y="270"/>
                  </a:cubicBezTo>
                  <a:lnTo>
                    <a:pt x="376" y="270"/>
                  </a:lnTo>
                  <a:cubicBezTo>
                    <a:pt x="401" y="220"/>
                    <a:pt x="426" y="195"/>
                    <a:pt x="476" y="145"/>
                  </a:cubicBezTo>
                  <a:cubicBezTo>
                    <a:pt x="501" y="119"/>
                    <a:pt x="501" y="69"/>
                    <a:pt x="476" y="19"/>
                  </a:cubicBezTo>
                  <a:cubicBezTo>
                    <a:pt x="451" y="7"/>
                    <a:pt x="426" y="0"/>
                    <a:pt x="40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7" name="Google Shape;5607;p55"/>
            <p:cNvSpPr/>
            <p:nvPr/>
          </p:nvSpPr>
          <p:spPr>
            <a:xfrm>
              <a:off x="8029021" y="2399423"/>
              <a:ext cx="55031" cy="169418"/>
            </a:xfrm>
            <a:custGeom>
              <a:rect b="b" l="l" r="r" t="t"/>
              <a:pathLst>
                <a:path extrusionOk="0" h="3251" w="1056">
                  <a:moveTo>
                    <a:pt x="843" y="1"/>
                  </a:moveTo>
                  <a:cubicBezTo>
                    <a:pt x="799" y="1"/>
                    <a:pt x="755" y="26"/>
                    <a:pt x="755" y="76"/>
                  </a:cubicBezTo>
                  <a:cubicBezTo>
                    <a:pt x="880" y="1128"/>
                    <a:pt x="630" y="2231"/>
                    <a:pt x="53" y="3133"/>
                  </a:cubicBezTo>
                  <a:cubicBezTo>
                    <a:pt x="0" y="3186"/>
                    <a:pt x="58" y="3251"/>
                    <a:pt x="123" y="3251"/>
                  </a:cubicBezTo>
                  <a:cubicBezTo>
                    <a:pt x="151" y="3251"/>
                    <a:pt x="181" y="3239"/>
                    <a:pt x="203" y="3209"/>
                  </a:cubicBezTo>
                  <a:cubicBezTo>
                    <a:pt x="780" y="2281"/>
                    <a:pt x="1056" y="1153"/>
                    <a:pt x="930" y="76"/>
                  </a:cubicBezTo>
                  <a:cubicBezTo>
                    <a:pt x="930" y="26"/>
                    <a:pt x="886" y="1"/>
                    <a:pt x="8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8" name="Google Shape;5608;p55"/>
            <p:cNvSpPr/>
            <p:nvPr/>
          </p:nvSpPr>
          <p:spPr>
            <a:xfrm>
              <a:off x="8003017" y="2594007"/>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9" name="Google Shape;5609;p55"/>
            <p:cNvSpPr/>
            <p:nvPr/>
          </p:nvSpPr>
          <p:spPr>
            <a:xfrm>
              <a:off x="7859346" y="2398902"/>
              <a:ext cx="14435" cy="29287"/>
            </a:xfrm>
            <a:custGeom>
              <a:rect b="b" l="l" r="r" t="t"/>
              <a:pathLst>
                <a:path extrusionOk="0" h="562" w="277">
                  <a:moveTo>
                    <a:pt x="187" y="1"/>
                  </a:moveTo>
                  <a:cubicBezTo>
                    <a:pt x="151" y="1"/>
                    <a:pt x="119" y="24"/>
                    <a:pt x="101" y="61"/>
                  </a:cubicBezTo>
                  <a:cubicBezTo>
                    <a:pt x="76" y="186"/>
                    <a:pt x="26" y="311"/>
                    <a:pt x="1" y="437"/>
                  </a:cubicBezTo>
                  <a:cubicBezTo>
                    <a:pt x="1" y="487"/>
                    <a:pt x="26" y="537"/>
                    <a:pt x="51" y="562"/>
                  </a:cubicBezTo>
                  <a:cubicBezTo>
                    <a:pt x="101" y="562"/>
                    <a:pt x="151" y="537"/>
                    <a:pt x="176" y="487"/>
                  </a:cubicBezTo>
                  <a:cubicBezTo>
                    <a:pt x="201" y="361"/>
                    <a:pt x="251" y="236"/>
                    <a:pt x="276" y="111"/>
                  </a:cubicBezTo>
                  <a:cubicBezTo>
                    <a:pt x="276" y="61"/>
                    <a:pt x="251" y="11"/>
                    <a:pt x="226" y="11"/>
                  </a:cubicBezTo>
                  <a:cubicBezTo>
                    <a:pt x="213" y="4"/>
                    <a:pt x="199" y="1"/>
                    <a:pt x="18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0" name="Google Shape;5610;p55"/>
            <p:cNvSpPr/>
            <p:nvPr/>
          </p:nvSpPr>
          <p:spPr>
            <a:xfrm>
              <a:off x="7876334" y="2407240"/>
              <a:ext cx="14435" cy="28037"/>
            </a:xfrm>
            <a:custGeom>
              <a:rect b="b" l="l" r="r" t="t"/>
              <a:pathLst>
                <a:path extrusionOk="0" h="538" w="277">
                  <a:moveTo>
                    <a:pt x="201" y="1"/>
                  </a:moveTo>
                  <a:cubicBezTo>
                    <a:pt x="151" y="1"/>
                    <a:pt x="101" y="26"/>
                    <a:pt x="101" y="76"/>
                  </a:cubicBezTo>
                  <a:cubicBezTo>
                    <a:pt x="76" y="176"/>
                    <a:pt x="51" y="302"/>
                    <a:pt x="1" y="427"/>
                  </a:cubicBezTo>
                  <a:cubicBezTo>
                    <a:pt x="1" y="477"/>
                    <a:pt x="26" y="527"/>
                    <a:pt x="76" y="527"/>
                  </a:cubicBezTo>
                  <a:cubicBezTo>
                    <a:pt x="89" y="534"/>
                    <a:pt x="103" y="537"/>
                    <a:pt x="115" y="537"/>
                  </a:cubicBezTo>
                  <a:cubicBezTo>
                    <a:pt x="149" y="537"/>
                    <a:pt x="176" y="514"/>
                    <a:pt x="176" y="477"/>
                  </a:cubicBezTo>
                  <a:cubicBezTo>
                    <a:pt x="201" y="352"/>
                    <a:pt x="226" y="227"/>
                    <a:pt x="251" y="101"/>
                  </a:cubicBezTo>
                  <a:cubicBezTo>
                    <a:pt x="276" y="76"/>
                    <a:pt x="251" y="26"/>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1" name="Google Shape;5611;p55"/>
            <p:cNvSpPr/>
            <p:nvPr/>
          </p:nvSpPr>
          <p:spPr>
            <a:xfrm>
              <a:off x="7952104" y="2582073"/>
              <a:ext cx="14383" cy="22460"/>
            </a:xfrm>
            <a:custGeom>
              <a:rect b="b" l="l" r="r" t="t"/>
              <a:pathLst>
                <a:path extrusionOk="0" h="431" w="276">
                  <a:moveTo>
                    <a:pt x="177" y="0"/>
                  </a:moveTo>
                  <a:cubicBezTo>
                    <a:pt x="156" y="0"/>
                    <a:pt x="136" y="8"/>
                    <a:pt x="126" y="29"/>
                  </a:cubicBezTo>
                  <a:cubicBezTo>
                    <a:pt x="50" y="105"/>
                    <a:pt x="0" y="205"/>
                    <a:pt x="0" y="330"/>
                  </a:cubicBezTo>
                  <a:cubicBezTo>
                    <a:pt x="0" y="355"/>
                    <a:pt x="0" y="380"/>
                    <a:pt x="25" y="405"/>
                  </a:cubicBezTo>
                  <a:cubicBezTo>
                    <a:pt x="25" y="405"/>
                    <a:pt x="50" y="430"/>
                    <a:pt x="75" y="430"/>
                  </a:cubicBezTo>
                  <a:cubicBezTo>
                    <a:pt x="100" y="405"/>
                    <a:pt x="126" y="405"/>
                    <a:pt x="151" y="405"/>
                  </a:cubicBezTo>
                  <a:cubicBezTo>
                    <a:pt x="151" y="380"/>
                    <a:pt x="151" y="355"/>
                    <a:pt x="176" y="330"/>
                  </a:cubicBezTo>
                  <a:cubicBezTo>
                    <a:pt x="176" y="305"/>
                    <a:pt x="176" y="255"/>
                    <a:pt x="201" y="230"/>
                  </a:cubicBezTo>
                  <a:lnTo>
                    <a:pt x="201" y="230"/>
                  </a:lnTo>
                  <a:cubicBezTo>
                    <a:pt x="200" y="231"/>
                    <a:pt x="176" y="255"/>
                    <a:pt x="176" y="255"/>
                  </a:cubicBezTo>
                  <a:cubicBezTo>
                    <a:pt x="201" y="205"/>
                    <a:pt x="226" y="180"/>
                    <a:pt x="226" y="155"/>
                  </a:cubicBezTo>
                  <a:cubicBezTo>
                    <a:pt x="226" y="155"/>
                    <a:pt x="226" y="180"/>
                    <a:pt x="226" y="180"/>
                  </a:cubicBezTo>
                  <a:cubicBezTo>
                    <a:pt x="226" y="155"/>
                    <a:pt x="251" y="155"/>
                    <a:pt x="251" y="155"/>
                  </a:cubicBezTo>
                  <a:cubicBezTo>
                    <a:pt x="276" y="105"/>
                    <a:pt x="276" y="54"/>
                    <a:pt x="251" y="29"/>
                  </a:cubicBezTo>
                  <a:cubicBezTo>
                    <a:pt x="236" y="15"/>
                    <a:pt x="205" y="0"/>
                    <a:pt x="17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2" name="Google Shape;5612;p55"/>
            <p:cNvSpPr/>
            <p:nvPr/>
          </p:nvSpPr>
          <p:spPr>
            <a:xfrm>
              <a:off x="7967738" y="2590463"/>
              <a:ext cx="14435" cy="23190"/>
            </a:xfrm>
            <a:custGeom>
              <a:rect b="b" l="l" r="r" t="t"/>
              <a:pathLst>
                <a:path extrusionOk="0" h="445" w="277">
                  <a:moveTo>
                    <a:pt x="189" y="0"/>
                  </a:moveTo>
                  <a:cubicBezTo>
                    <a:pt x="176" y="0"/>
                    <a:pt x="164" y="6"/>
                    <a:pt x="151" y="19"/>
                  </a:cubicBezTo>
                  <a:cubicBezTo>
                    <a:pt x="126" y="19"/>
                    <a:pt x="126" y="44"/>
                    <a:pt x="101" y="69"/>
                  </a:cubicBezTo>
                  <a:cubicBezTo>
                    <a:pt x="76" y="169"/>
                    <a:pt x="51" y="244"/>
                    <a:pt x="1" y="345"/>
                  </a:cubicBezTo>
                  <a:cubicBezTo>
                    <a:pt x="1" y="370"/>
                    <a:pt x="1" y="395"/>
                    <a:pt x="1" y="420"/>
                  </a:cubicBezTo>
                  <a:cubicBezTo>
                    <a:pt x="26" y="420"/>
                    <a:pt x="51" y="445"/>
                    <a:pt x="51" y="445"/>
                  </a:cubicBezTo>
                  <a:lnTo>
                    <a:pt x="126" y="445"/>
                  </a:lnTo>
                  <a:cubicBezTo>
                    <a:pt x="151" y="420"/>
                    <a:pt x="151" y="420"/>
                    <a:pt x="176" y="395"/>
                  </a:cubicBezTo>
                  <a:cubicBezTo>
                    <a:pt x="201" y="294"/>
                    <a:pt x="252" y="194"/>
                    <a:pt x="277" y="119"/>
                  </a:cubicBezTo>
                  <a:cubicBezTo>
                    <a:pt x="277" y="94"/>
                    <a:pt x="277" y="69"/>
                    <a:pt x="277" y="44"/>
                  </a:cubicBezTo>
                  <a:cubicBezTo>
                    <a:pt x="252" y="19"/>
                    <a:pt x="227" y="19"/>
                    <a:pt x="227" y="19"/>
                  </a:cubicBezTo>
                  <a:cubicBezTo>
                    <a:pt x="214" y="6"/>
                    <a:pt x="201" y="0"/>
                    <a:pt x="189"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3" name="Google Shape;5613;p55"/>
            <p:cNvSpPr/>
            <p:nvPr/>
          </p:nvSpPr>
          <p:spPr>
            <a:xfrm>
              <a:off x="8008228" y="2429491"/>
              <a:ext cx="11830" cy="7869"/>
            </a:xfrm>
            <a:custGeom>
              <a:rect b="b" l="l" r="r" t="t"/>
              <a:pathLst>
                <a:path extrusionOk="0" h="151" w="227">
                  <a:moveTo>
                    <a:pt x="101" y="0"/>
                  </a:moveTo>
                  <a:cubicBezTo>
                    <a:pt x="1" y="0"/>
                    <a:pt x="1" y="150"/>
                    <a:pt x="101" y="150"/>
                  </a:cubicBezTo>
                  <a:cubicBezTo>
                    <a:pt x="226" y="150"/>
                    <a:pt x="226"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4" name="Google Shape;5614;p55"/>
            <p:cNvSpPr/>
            <p:nvPr/>
          </p:nvSpPr>
          <p:spPr>
            <a:xfrm>
              <a:off x="7894625" y="2339339"/>
              <a:ext cx="17041" cy="11830"/>
            </a:xfrm>
            <a:custGeom>
              <a:rect b="b" l="l" r="r" t="t"/>
              <a:pathLst>
                <a:path extrusionOk="0" h="227" w="327">
                  <a:moveTo>
                    <a:pt x="101" y="1"/>
                  </a:moveTo>
                  <a:cubicBezTo>
                    <a:pt x="76" y="1"/>
                    <a:pt x="51" y="1"/>
                    <a:pt x="26" y="26"/>
                  </a:cubicBezTo>
                  <a:cubicBezTo>
                    <a:pt x="26" y="26"/>
                    <a:pt x="0" y="51"/>
                    <a:pt x="0" y="76"/>
                  </a:cubicBezTo>
                  <a:cubicBezTo>
                    <a:pt x="0" y="101"/>
                    <a:pt x="0" y="126"/>
                    <a:pt x="0" y="126"/>
                  </a:cubicBezTo>
                  <a:cubicBezTo>
                    <a:pt x="26" y="151"/>
                    <a:pt x="26" y="176"/>
                    <a:pt x="51" y="176"/>
                  </a:cubicBezTo>
                  <a:cubicBezTo>
                    <a:pt x="101" y="201"/>
                    <a:pt x="176" y="201"/>
                    <a:pt x="226" y="226"/>
                  </a:cubicBezTo>
                  <a:lnTo>
                    <a:pt x="276" y="226"/>
                  </a:lnTo>
                  <a:cubicBezTo>
                    <a:pt x="301" y="201"/>
                    <a:pt x="326" y="201"/>
                    <a:pt x="326" y="176"/>
                  </a:cubicBezTo>
                  <a:cubicBezTo>
                    <a:pt x="326" y="151"/>
                    <a:pt x="326" y="126"/>
                    <a:pt x="326" y="101"/>
                  </a:cubicBezTo>
                  <a:cubicBezTo>
                    <a:pt x="301" y="76"/>
                    <a:pt x="276" y="76"/>
                    <a:pt x="276" y="76"/>
                  </a:cubicBezTo>
                  <a:cubicBezTo>
                    <a:pt x="201" y="51"/>
                    <a:pt x="151" y="26"/>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5" name="Google Shape;5615;p55"/>
            <p:cNvSpPr/>
            <p:nvPr/>
          </p:nvSpPr>
          <p:spPr>
            <a:xfrm>
              <a:off x="8072273" y="2308802"/>
              <a:ext cx="24858" cy="46797"/>
            </a:xfrm>
            <a:custGeom>
              <a:rect b="b" l="l" r="r" t="t"/>
              <a:pathLst>
                <a:path extrusionOk="0" h="898" w="477">
                  <a:moveTo>
                    <a:pt x="90" y="0"/>
                  </a:moveTo>
                  <a:cubicBezTo>
                    <a:pt x="77" y="0"/>
                    <a:pt x="64" y="4"/>
                    <a:pt x="50" y="10"/>
                  </a:cubicBezTo>
                  <a:cubicBezTo>
                    <a:pt x="25" y="35"/>
                    <a:pt x="0" y="110"/>
                    <a:pt x="25" y="136"/>
                  </a:cubicBezTo>
                  <a:cubicBezTo>
                    <a:pt x="175" y="361"/>
                    <a:pt x="251" y="587"/>
                    <a:pt x="301" y="837"/>
                  </a:cubicBezTo>
                  <a:cubicBezTo>
                    <a:pt x="301" y="874"/>
                    <a:pt x="328" y="897"/>
                    <a:pt x="362" y="897"/>
                  </a:cubicBezTo>
                  <a:cubicBezTo>
                    <a:pt x="374" y="897"/>
                    <a:pt x="388" y="894"/>
                    <a:pt x="401" y="887"/>
                  </a:cubicBezTo>
                  <a:cubicBezTo>
                    <a:pt x="451" y="887"/>
                    <a:pt x="476" y="837"/>
                    <a:pt x="451" y="787"/>
                  </a:cubicBezTo>
                  <a:cubicBezTo>
                    <a:pt x="426" y="537"/>
                    <a:pt x="326" y="286"/>
                    <a:pt x="175" y="60"/>
                  </a:cubicBezTo>
                  <a:cubicBezTo>
                    <a:pt x="157" y="24"/>
                    <a:pt x="125" y="0"/>
                    <a:pt x="9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6" name="Google Shape;5616;p55"/>
            <p:cNvSpPr/>
            <p:nvPr/>
          </p:nvSpPr>
          <p:spPr>
            <a:xfrm>
              <a:off x="5245959" y="4200803"/>
              <a:ext cx="3056294" cy="394492"/>
            </a:xfrm>
            <a:custGeom>
              <a:rect b="b" l="l" r="r" t="t"/>
              <a:pathLst>
                <a:path extrusionOk="0" h="7570" w="58648">
                  <a:moveTo>
                    <a:pt x="0" y="0"/>
                  </a:moveTo>
                  <a:lnTo>
                    <a:pt x="0" y="7294"/>
                  </a:lnTo>
                  <a:cubicBezTo>
                    <a:pt x="14386" y="7394"/>
                    <a:pt x="44236" y="7469"/>
                    <a:pt x="58647" y="7569"/>
                  </a:cubicBezTo>
                  <a:lnTo>
                    <a:pt x="58647" y="276"/>
                  </a:lnTo>
                  <a:cubicBezTo>
                    <a:pt x="44236" y="176"/>
                    <a:pt x="14386" y="76"/>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7" name="Google Shape;5617;p55"/>
            <p:cNvSpPr/>
            <p:nvPr/>
          </p:nvSpPr>
          <p:spPr>
            <a:xfrm>
              <a:off x="5241998" y="4201795"/>
              <a:ext cx="3064163" cy="402308"/>
            </a:xfrm>
            <a:custGeom>
              <a:rect b="b" l="l" r="r" t="t"/>
              <a:pathLst>
                <a:path extrusionOk="0" h="7720" w="58799">
                  <a:moveTo>
                    <a:pt x="151" y="151"/>
                  </a:moveTo>
                  <a:cubicBezTo>
                    <a:pt x="3435" y="176"/>
                    <a:pt x="6743" y="176"/>
                    <a:pt x="10051" y="201"/>
                  </a:cubicBezTo>
                  <a:cubicBezTo>
                    <a:pt x="14086" y="226"/>
                    <a:pt x="18121" y="226"/>
                    <a:pt x="22131" y="251"/>
                  </a:cubicBezTo>
                  <a:cubicBezTo>
                    <a:pt x="26442" y="276"/>
                    <a:pt x="30753" y="301"/>
                    <a:pt x="35064" y="301"/>
                  </a:cubicBezTo>
                  <a:cubicBezTo>
                    <a:pt x="39149" y="326"/>
                    <a:pt x="43234" y="351"/>
                    <a:pt x="47319" y="351"/>
                  </a:cubicBezTo>
                  <a:cubicBezTo>
                    <a:pt x="50753" y="376"/>
                    <a:pt x="54212" y="401"/>
                    <a:pt x="57645" y="401"/>
                  </a:cubicBezTo>
                  <a:cubicBezTo>
                    <a:pt x="57971" y="425"/>
                    <a:pt x="58319" y="426"/>
                    <a:pt x="58648" y="426"/>
                  </a:cubicBezTo>
                  <a:lnTo>
                    <a:pt x="58648" y="426"/>
                  </a:lnTo>
                  <a:lnTo>
                    <a:pt x="58648" y="6717"/>
                  </a:lnTo>
                  <a:lnTo>
                    <a:pt x="58648" y="7569"/>
                  </a:lnTo>
                  <a:lnTo>
                    <a:pt x="58648" y="7569"/>
                  </a:lnTo>
                  <a:cubicBezTo>
                    <a:pt x="55340" y="7544"/>
                    <a:pt x="52031" y="7544"/>
                    <a:pt x="48748" y="7519"/>
                  </a:cubicBezTo>
                  <a:cubicBezTo>
                    <a:pt x="44713" y="7494"/>
                    <a:pt x="40678" y="7494"/>
                    <a:pt x="36643" y="7469"/>
                  </a:cubicBezTo>
                  <a:cubicBezTo>
                    <a:pt x="32332" y="7444"/>
                    <a:pt x="28046" y="7419"/>
                    <a:pt x="23735" y="7419"/>
                  </a:cubicBezTo>
                  <a:cubicBezTo>
                    <a:pt x="19650" y="7394"/>
                    <a:pt x="15565" y="7369"/>
                    <a:pt x="11480" y="7369"/>
                  </a:cubicBezTo>
                  <a:cubicBezTo>
                    <a:pt x="8021" y="7344"/>
                    <a:pt x="4587" y="7319"/>
                    <a:pt x="1154" y="7293"/>
                  </a:cubicBezTo>
                  <a:lnTo>
                    <a:pt x="151" y="7293"/>
                  </a:lnTo>
                  <a:lnTo>
                    <a:pt x="151" y="1003"/>
                  </a:lnTo>
                  <a:lnTo>
                    <a:pt x="151" y="151"/>
                  </a:lnTo>
                  <a:close/>
                  <a:moveTo>
                    <a:pt x="76" y="0"/>
                  </a:moveTo>
                  <a:cubicBezTo>
                    <a:pt x="53" y="0"/>
                    <a:pt x="34" y="9"/>
                    <a:pt x="22" y="21"/>
                  </a:cubicBezTo>
                  <a:lnTo>
                    <a:pt x="22" y="21"/>
                  </a:lnTo>
                  <a:cubicBezTo>
                    <a:pt x="9" y="34"/>
                    <a:pt x="1" y="52"/>
                    <a:pt x="1" y="75"/>
                  </a:cubicBezTo>
                  <a:lnTo>
                    <a:pt x="1" y="6441"/>
                  </a:lnTo>
                  <a:lnTo>
                    <a:pt x="1" y="7369"/>
                  </a:lnTo>
                  <a:cubicBezTo>
                    <a:pt x="1" y="7419"/>
                    <a:pt x="26" y="7444"/>
                    <a:pt x="76" y="7444"/>
                  </a:cubicBezTo>
                  <a:cubicBezTo>
                    <a:pt x="3384" y="7469"/>
                    <a:pt x="6718" y="7494"/>
                    <a:pt x="10051" y="7494"/>
                  </a:cubicBezTo>
                  <a:cubicBezTo>
                    <a:pt x="14086" y="7519"/>
                    <a:pt x="18121" y="7544"/>
                    <a:pt x="22131" y="7544"/>
                  </a:cubicBezTo>
                  <a:cubicBezTo>
                    <a:pt x="26442" y="7569"/>
                    <a:pt x="30753" y="7594"/>
                    <a:pt x="35064" y="7619"/>
                  </a:cubicBezTo>
                  <a:cubicBezTo>
                    <a:pt x="39149" y="7619"/>
                    <a:pt x="43234" y="7644"/>
                    <a:pt x="47319" y="7669"/>
                  </a:cubicBezTo>
                  <a:cubicBezTo>
                    <a:pt x="50753" y="7669"/>
                    <a:pt x="54212" y="7694"/>
                    <a:pt x="57645" y="7720"/>
                  </a:cubicBezTo>
                  <a:lnTo>
                    <a:pt x="58723" y="7720"/>
                  </a:lnTo>
                  <a:cubicBezTo>
                    <a:pt x="58773" y="7720"/>
                    <a:pt x="58798" y="7694"/>
                    <a:pt x="58798" y="7644"/>
                  </a:cubicBezTo>
                  <a:lnTo>
                    <a:pt x="58798" y="1278"/>
                  </a:lnTo>
                  <a:lnTo>
                    <a:pt x="58798" y="351"/>
                  </a:lnTo>
                  <a:cubicBezTo>
                    <a:pt x="58798" y="301"/>
                    <a:pt x="58773" y="276"/>
                    <a:pt x="58723" y="276"/>
                  </a:cubicBezTo>
                  <a:cubicBezTo>
                    <a:pt x="55390" y="251"/>
                    <a:pt x="52056" y="226"/>
                    <a:pt x="48748" y="226"/>
                  </a:cubicBezTo>
                  <a:cubicBezTo>
                    <a:pt x="44713" y="201"/>
                    <a:pt x="40678" y="176"/>
                    <a:pt x="36643" y="151"/>
                  </a:cubicBezTo>
                  <a:cubicBezTo>
                    <a:pt x="32332" y="151"/>
                    <a:pt x="28046" y="126"/>
                    <a:pt x="23735" y="100"/>
                  </a:cubicBezTo>
                  <a:cubicBezTo>
                    <a:pt x="19650" y="100"/>
                    <a:pt x="15565" y="75"/>
                    <a:pt x="11480" y="50"/>
                  </a:cubicBezTo>
                  <a:cubicBezTo>
                    <a:pt x="8021" y="50"/>
                    <a:pt x="4587" y="25"/>
                    <a:pt x="115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8" name="Google Shape;5618;p55"/>
            <p:cNvSpPr/>
            <p:nvPr/>
          </p:nvSpPr>
          <p:spPr>
            <a:xfrm>
              <a:off x="4931154" y="2191760"/>
              <a:ext cx="738017" cy="577354"/>
            </a:xfrm>
            <a:custGeom>
              <a:rect b="b" l="l" r="r" t="t"/>
              <a:pathLst>
                <a:path extrusionOk="0" h="11079" w="14162">
                  <a:moveTo>
                    <a:pt x="7620" y="1"/>
                  </a:moveTo>
                  <a:cubicBezTo>
                    <a:pt x="4663" y="1"/>
                    <a:pt x="2257" y="2407"/>
                    <a:pt x="2257" y="5364"/>
                  </a:cubicBezTo>
                  <a:cubicBezTo>
                    <a:pt x="2257" y="6141"/>
                    <a:pt x="2407" y="6868"/>
                    <a:pt x="2708" y="7544"/>
                  </a:cubicBezTo>
                  <a:cubicBezTo>
                    <a:pt x="1806" y="8722"/>
                    <a:pt x="903" y="9900"/>
                    <a:pt x="1" y="11078"/>
                  </a:cubicBezTo>
                  <a:cubicBezTo>
                    <a:pt x="1379" y="10527"/>
                    <a:pt x="2758" y="10001"/>
                    <a:pt x="4136" y="9449"/>
                  </a:cubicBezTo>
                  <a:cubicBezTo>
                    <a:pt x="5039" y="10226"/>
                    <a:pt x="6217" y="10702"/>
                    <a:pt x="7495" y="10727"/>
                  </a:cubicBezTo>
                  <a:lnTo>
                    <a:pt x="8698" y="10753"/>
                  </a:lnTo>
                  <a:cubicBezTo>
                    <a:pt x="8743" y="10754"/>
                    <a:pt x="8788" y="10754"/>
                    <a:pt x="8834" y="10754"/>
                  </a:cubicBezTo>
                  <a:cubicBezTo>
                    <a:pt x="11779" y="10754"/>
                    <a:pt x="14161" y="8351"/>
                    <a:pt x="14161" y="5389"/>
                  </a:cubicBezTo>
                  <a:lnTo>
                    <a:pt x="14161" y="5364"/>
                  </a:lnTo>
                  <a:cubicBezTo>
                    <a:pt x="14161" y="2432"/>
                    <a:pt x="11806" y="51"/>
                    <a:pt x="8873" y="26"/>
                  </a:cubicBezTo>
                  <a:cubicBezTo>
                    <a:pt x="8472" y="1"/>
                    <a:pt x="8046" y="1"/>
                    <a:pt x="762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9" name="Google Shape;5619;p55"/>
            <p:cNvSpPr/>
            <p:nvPr/>
          </p:nvSpPr>
          <p:spPr>
            <a:xfrm>
              <a:off x="4926307" y="2187956"/>
              <a:ext cx="755944" cy="585328"/>
            </a:xfrm>
            <a:custGeom>
              <a:rect b="b" l="l" r="r" t="t"/>
              <a:pathLst>
                <a:path extrusionOk="0" h="11232" w="14506">
                  <a:moveTo>
                    <a:pt x="7914" y="138"/>
                  </a:moveTo>
                  <a:cubicBezTo>
                    <a:pt x="8264" y="138"/>
                    <a:pt x="8615" y="149"/>
                    <a:pt x="8966" y="149"/>
                  </a:cubicBezTo>
                  <a:cubicBezTo>
                    <a:pt x="10420" y="174"/>
                    <a:pt x="11823" y="800"/>
                    <a:pt x="12801" y="1878"/>
                  </a:cubicBezTo>
                  <a:cubicBezTo>
                    <a:pt x="13778" y="2956"/>
                    <a:pt x="14280" y="4384"/>
                    <a:pt x="14179" y="5838"/>
                  </a:cubicBezTo>
                  <a:cubicBezTo>
                    <a:pt x="14079" y="7267"/>
                    <a:pt x="13377" y="8620"/>
                    <a:pt x="12275" y="9522"/>
                  </a:cubicBezTo>
                  <a:cubicBezTo>
                    <a:pt x="11723" y="9998"/>
                    <a:pt x="11097" y="10324"/>
                    <a:pt x="10420" y="10525"/>
                  </a:cubicBezTo>
                  <a:cubicBezTo>
                    <a:pt x="9843" y="10700"/>
                    <a:pt x="9242" y="10750"/>
                    <a:pt x="8640" y="10750"/>
                  </a:cubicBezTo>
                  <a:cubicBezTo>
                    <a:pt x="8164" y="10750"/>
                    <a:pt x="7688" y="10750"/>
                    <a:pt x="7237" y="10700"/>
                  </a:cubicBezTo>
                  <a:cubicBezTo>
                    <a:pt x="6360" y="10625"/>
                    <a:pt x="5508" y="10324"/>
                    <a:pt x="4781" y="9848"/>
                  </a:cubicBezTo>
                  <a:cubicBezTo>
                    <a:pt x="4605" y="9723"/>
                    <a:pt x="4430" y="9597"/>
                    <a:pt x="4279" y="9472"/>
                  </a:cubicBezTo>
                  <a:cubicBezTo>
                    <a:pt x="4254" y="9447"/>
                    <a:pt x="4229" y="9447"/>
                    <a:pt x="4204" y="9447"/>
                  </a:cubicBezTo>
                  <a:cubicBezTo>
                    <a:pt x="2911" y="9964"/>
                    <a:pt x="1618" y="10482"/>
                    <a:pt x="324" y="10999"/>
                  </a:cubicBezTo>
                  <a:lnTo>
                    <a:pt x="324" y="10999"/>
                  </a:lnTo>
                  <a:cubicBezTo>
                    <a:pt x="1175" y="9889"/>
                    <a:pt x="2025" y="8778"/>
                    <a:pt x="2876" y="7668"/>
                  </a:cubicBezTo>
                  <a:cubicBezTo>
                    <a:pt x="2876" y="7643"/>
                    <a:pt x="2876" y="7592"/>
                    <a:pt x="2876" y="7592"/>
                  </a:cubicBezTo>
                  <a:cubicBezTo>
                    <a:pt x="2199" y="6089"/>
                    <a:pt x="2274" y="4334"/>
                    <a:pt x="3051" y="2906"/>
                  </a:cubicBezTo>
                  <a:cubicBezTo>
                    <a:pt x="3728" y="1703"/>
                    <a:pt x="4856" y="750"/>
                    <a:pt x="6184" y="374"/>
                  </a:cubicBezTo>
                  <a:cubicBezTo>
                    <a:pt x="6585" y="249"/>
                    <a:pt x="6986" y="174"/>
                    <a:pt x="7387" y="149"/>
                  </a:cubicBezTo>
                  <a:cubicBezTo>
                    <a:pt x="7563" y="140"/>
                    <a:pt x="7738" y="138"/>
                    <a:pt x="7914" y="138"/>
                  </a:cubicBezTo>
                  <a:close/>
                  <a:moveTo>
                    <a:pt x="7959" y="1"/>
                  </a:moveTo>
                  <a:cubicBezTo>
                    <a:pt x="7423" y="1"/>
                    <a:pt x="6894" y="35"/>
                    <a:pt x="6385" y="174"/>
                  </a:cubicBezTo>
                  <a:cubicBezTo>
                    <a:pt x="5683" y="349"/>
                    <a:pt x="5006" y="650"/>
                    <a:pt x="4430" y="1101"/>
                  </a:cubicBezTo>
                  <a:cubicBezTo>
                    <a:pt x="3302" y="1953"/>
                    <a:pt x="2525" y="3257"/>
                    <a:pt x="2325" y="4685"/>
                  </a:cubicBezTo>
                  <a:cubicBezTo>
                    <a:pt x="2177" y="5671"/>
                    <a:pt x="2320" y="6681"/>
                    <a:pt x="2730" y="7620"/>
                  </a:cubicBezTo>
                  <a:lnTo>
                    <a:pt x="2730" y="7620"/>
                  </a:lnTo>
                  <a:cubicBezTo>
                    <a:pt x="1834" y="8789"/>
                    <a:pt x="939" y="9957"/>
                    <a:pt x="44" y="11126"/>
                  </a:cubicBezTo>
                  <a:cubicBezTo>
                    <a:pt x="1" y="11170"/>
                    <a:pt x="51" y="11232"/>
                    <a:pt x="97" y="11232"/>
                  </a:cubicBezTo>
                  <a:cubicBezTo>
                    <a:pt x="105" y="11232"/>
                    <a:pt x="112" y="11230"/>
                    <a:pt x="119" y="11227"/>
                  </a:cubicBezTo>
                  <a:cubicBezTo>
                    <a:pt x="1493" y="10677"/>
                    <a:pt x="2866" y="10128"/>
                    <a:pt x="4215" y="9603"/>
                  </a:cubicBezTo>
                  <a:lnTo>
                    <a:pt x="4215" y="9603"/>
                  </a:lnTo>
                  <a:cubicBezTo>
                    <a:pt x="4884" y="10163"/>
                    <a:pt x="5673" y="10553"/>
                    <a:pt x="6535" y="10750"/>
                  </a:cubicBezTo>
                  <a:cubicBezTo>
                    <a:pt x="7112" y="10876"/>
                    <a:pt x="7713" y="10876"/>
                    <a:pt x="8290" y="10876"/>
                  </a:cubicBezTo>
                  <a:cubicBezTo>
                    <a:pt x="8482" y="10884"/>
                    <a:pt x="8671" y="10890"/>
                    <a:pt x="8859" y="10890"/>
                  </a:cubicBezTo>
                  <a:cubicBezTo>
                    <a:pt x="9234" y="10890"/>
                    <a:pt x="9601" y="10867"/>
                    <a:pt x="9969" y="10800"/>
                  </a:cubicBezTo>
                  <a:cubicBezTo>
                    <a:pt x="10670" y="10650"/>
                    <a:pt x="11372" y="10349"/>
                    <a:pt x="11974" y="9948"/>
                  </a:cubicBezTo>
                  <a:cubicBezTo>
                    <a:pt x="13177" y="9121"/>
                    <a:pt x="14029" y="7818"/>
                    <a:pt x="14254" y="6364"/>
                  </a:cubicBezTo>
                  <a:cubicBezTo>
                    <a:pt x="14505" y="4886"/>
                    <a:pt x="14129" y="3357"/>
                    <a:pt x="13227" y="2154"/>
                  </a:cubicBezTo>
                  <a:cubicBezTo>
                    <a:pt x="12350" y="1001"/>
                    <a:pt x="10996" y="224"/>
                    <a:pt x="9543" y="49"/>
                  </a:cubicBezTo>
                  <a:cubicBezTo>
                    <a:pt x="9342" y="23"/>
                    <a:pt x="9167" y="23"/>
                    <a:pt x="8966" y="23"/>
                  </a:cubicBezTo>
                  <a:cubicBezTo>
                    <a:pt x="8630" y="14"/>
                    <a:pt x="8293" y="1"/>
                    <a:pt x="795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0" name="Google Shape;5620;p55"/>
            <p:cNvSpPr/>
            <p:nvPr/>
          </p:nvSpPr>
          <p:spPr>
            <a:xfrm>
              <a:off x="5155806" y="2298223"/>
              <a:ext cx="380161" cy="335917"/>
            </a:xfrm>
            <a:custGeom>
              <a:rect b="b" l="l" r="r" t="t"/>
              <a:pathLst>
                <a:path extrusionOk="0" h="6446" w="7295">
                  <a:moveTo>
                    <a:pt x="3557" y="1"/>
                  </a:moveTo>
                  <a:cubicBezTo>
                    <a:pt x="3154" y="1"/>
                    <a:pt x="2754" y="76"/>
                    <a:pt x="2382" y="238"/>
                  </a:cubicBezTo>
                  <a:cubicBezTo>
                    <a:pt x="803" y="915"/>
                    <a:pt x="1" y="2995"/>
                    <a:pt x="703" y="4549"/>
                  </a:cubicBezTo>
                  <a:cubicBezTo>
                    <a:pt x="1214" y="5705"/>
                    <a:pt x="2499" y="6445"/>
                    <a:pt x="3757" y="6445"/>
                  </a:cubicBezTo>
                  <a:cubicBezTo>
                    <a:pt x="4162" y="6445"/>
                    <a:pt x="4565" y="6368"/>
                    <a:pt x="4938" y="6203"/>
                  </a:cubicBezTo>
                  <a:cubicBezTo>
                    <a:pt x="6492" y="5527"/>
                    <a:pt x="7294" y="3522"/>
                    <a:pt x="6642" y="1968"/>
                  </a:cubicBezTo>
                  <a:cubicBezTo>
                    <a:pt x="6147" y="767"/>
                    <a:pt x="4839" y="1"/>
                    <a:pt x="355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1" name="Google Shape;5621;p55"/>
            <p:cNvSpPr/>
            <p:nvPr/>
          </p:nvSpPr>
          <p:spPr>
            <a:xfrm>
              <a:off x="5162372" y="2295096"/>
              <a:ext cx="359211" cy="343004"/>
            </a:xfrm>
            <a:custGeom>
              <a:rect b="b" l="l" r="r" t="t"/>
              <a:pathLst>
                <a:path extrusionOk="0" h="6582" w="6893">
                  <a:moveTo>
                    <a:pt x="3458" y="135"/>
                  </a:moveTo>
                  <a:cubicBezTo>
                    <a:pt x="3619" y="135"/>
                    <a:pt x="3778" y="148"/>
                    <a:pt x="3935" y="173"/>
                  </a:cubicBezTo>
                  <a:cubicBezTo>
                    <a:pt x="5213" y="373"/>
                    <a:pt x="6366" y="1301"/>
                    <a:pt x="6617" y="2604"/>
                  </a:cubicBezTo>
                  <a:cubicBezTo>
                    <a:pt x="6867" y="3857"/>
                    <a:pt x="6291" y="5286"/>
                    <a:pt x="5188" y="5988"/>
                  </a:cubicBezTo>
                  <a:cubicBezTo>
                    <a:pt x="5067" y="6060"/>
                    <a:pt x="4947" y="6132"/>
                    <a:pt x="4804" y="6205"/>
                  </a:cubicBezTo>
                  <a:lnTo>
                    <a:pt x="4804" y="6205"/>
                  </a:lnTo>
                  <a:cubicBezTo>
                    <a:pt x="4798" y="6207"/>
                    <a:pt x="4793" y="6209"/>
                    <a:pt x="4787" y="6213"/>
                  </a:cubicBezTo>
                  <a:cubicBezTo>
                    <a:pt x="4787" y="6213"/>
                    <a:pt x="4787" y="6213"/>
                    <a:pt x="4787" y="6213"/>
                  </a:cubicBezTo>
                  <a:lnTo>
                    <a:pt x="4787" y="6213"/>
                  </a:lnTo>
                  <a:cubicBezTo>
                    <a:pt x="4777" y="6216"/>
                    <a:pt x="4769" y="6219"/>
                    <a:pt x="4762" y="6223"/>
                  </a:cubicBezTo>
                  <a:lnTo>
                    <a:pt x="4762" y="6223"/>
                  </a:lnTo>
                  <a:cubicBezTo>
                    <a:pt x="4405" y="6368"/>
                    <a:pt x="4025" y="6436"/>
                    <a:pt x="3642" y="6436"/>
                  </a:cubicBezTo>
                  <a:cubicBezTo>
                    <a:pt x="2742" y="6436"/>
                    <a:pt x="1832" y="6058"/>
                    <a:pt x="1203" y="5411"/>
                  </a:cubicBezTo>
                  <a:cubicBezTo>
                    <a:pt x="752" y="4935"/>
                    <a:pt x="476" y="4333"/>
                    <a:pt x="401" y="3707"/>
                  </a:cubicBezTo>
                  <a:cubicBezTo>
                    <a:pt x="351" y="3055"/>
                    <a:pt x="476" y="2429"/>
                    <a:pt x="752" y="1852"/>
                  </a:cubicBezTo>
                  <a:cubicBezTo>
                    <a:pt x="1053" y="1276"/>
                    <a:pt x="1504" y="774"/>
                    <a:pt x="2055" y="474"/>
                  </a:cubicBezTo>
                  <a:cubicBezTo>
                    <a:pt x="2488" y="248"/>
                    <a:pt x="2976" y="135"/>
                    <a:pt x="3458" y="135"/>
                  </a:cubicBezTo>
                  <a:close/>
                  <a:moveTo>
                    <a:pt x="3441" y="1"/>
                  </a:moveTo>
                  <a:cubicBezTo>
                    <a:pt x="3096" y="1"/>
                    <a:pt x="2754" y="57"/>
                    <a:pt x="2431" y="173"/>
                  </a:cubicBezTo>
                  <a:cubicBezTo>
                    <a:pt x="1780" y="399"/>
                    <a:pt x="1253" y="825"/>
                    <a:pt x="877" y="1376"/>
                  </a:cubicBezTo>
                  <a:cubicBezTo>
                    <a:pt x="100" y="2479"/>
                    <a:pt x="0" y="4033"/>
                    <a:pt x="802" y="5160"/>
                  </a:cubicBezTo>
                  <a:cubicBezTo>
                    <a:pt x="1450" y="6051"/>
                    <a:pt x="2538" y="6582"/>
                    <a:pt x="3620" y="6582"/>
                  </a:cubicBezTo>
                  <a:cubicBezTo>
                    <a:pt x="3878" y="6582"/>
                    <a:pt x="4135" y="6552"/>
                    <a:pt x="4386" y="6489"/>
                  </a:cubicBezTo>
                  <a:cubicBezTo>
                    <a:pt x="4562" y="6439"/>
                    <a:pt x="4712" y="6389"/>
                    <a:pt x="4862" y="6313"/>
                  </a:cubicBezTo>
                  <a:cubicBezTo>
                    <a:pt x="4865" y="6312"/>
                    <a:pt x="4868" y="6311"/>
                    <a:pt x="4871" y="6310"/>
                  </a:cubicBezTo>
                  <a:lnTo>
                    <a:pt x="4871" y="6310"/>
                  </a:lnTo>
                  <a:cubicBezTo>
                    <a:pt x="6119" y="5781"/>
                    <a:pt x="6892" y="4380"/>
                    <a:pt x="6817" y="3055"/>
                  </a:cubicBezTo>
                  <a:cubicBezTo>
                    <a:pt x="6792" y="2353"/>
                    <a:pt x="6541" y="1702"/>
                    <a:pt x="6090" y="1201"/>
                  </a:cubicBezTo>
                  <a:cubicBezTo>
                    <a:pt x="5639" y="699"/>
                    <a:pt x="5063" y="323"/>
                    <a:pt x="4411" y="148"/>
                  </a:cubicBezTo>
                  <a:cubicBezTo>
                    <a:pt x="4095" y="51"/>
                    <a:pt x="3767" y="1"/>
                    <a:pt x="344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2" name="Google Shape;5622;p55"/>
            <p:cNvSpPr/>
            <p:nvPr/>
          </p:nvSpPr>
          <p:spPr>
            <a:xfrm>
              <a:off x="5386972" y="2398120"/>
              <a:ext cx="27515" cy="52321"/>
            </a:xfrm>
            <a:custGeom>
              <a:rect b="b" l="l" r="r" t="t"/>
              <a:pathLst>
                <a:path extrusionOk="0" h="1004" w="528">
                  <a:moveTo>
                    <a:pt x="277" y="1"/>
                  </a:moveTo>
                  <a:cubicBezTo>
                    <a:pt x="126" y="1"/>
                    <a:pt x="1" y="226"/>
                    <a:pt x="1" y="502"/>
                  </a:cubicBezTo>
                  <a:cubicBezTo>
                    <a:pt x="1" y="777"/>
                    <a:pt x="126" y="1003"/>
                    <a:pt x="277" y="1003"/>
                  </a:cubicBezTo>
                  <a:cubicBezTo>
                    <a:pt x="427" y="1003"/>
                    <a:pt x="527" y="777"/>
                    <a:pt x="527" y="502"/>
                  </a:cubicBezTo>
                  <a:cubicBezTo>
                    <a:pt x="527" y="226"/>
                    <a:pt x="427" y="1"/>
                    <a:pt x="277"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3" name="Google Shape;5623;p55"/>
            <p:cNvSpPr/>
            <p:nvPr/>
          </p:nvSpPr>
          <p:spPr>
            <a:xfrm>
              <a:off x="5373267" y="2374462"/>
              <a:ext cx="66965" cy="38667"/>
            </a:xfrm>
            <a:custGeom>
              <a:rect b="b" l="l" r="r" t="t"/>
              <a:pathLst>
                <a:path extrusionOk="0" h="742" w="1285">
                  <a:moveTo>
                    <a:pt x="1161" y="0"/>
                  </a:moveTo>
                  <a:cubicBezTo>
                    <a:pt x="1155" y="0"/>
                    <a:pt x="1148" y="1"/>
                    <a:pt x="1141" y="3"/>
                  </a:cubicBezTo>
                  <a:lnTo>
                    <a:pt x="63" y="605"/>
                  </a:lnTo>
                  <a:cubicBezTo>
                    <a:pt x="0" y="647"/>
                    <a:pt x="43" y="742"/>
                    <a:pt x="103" y="742"/>
                  </a:cubicBezTo>
                  <a:cubicBezTo>
                    <a:pt x="114" y="742"/>
                    <a:pt x="126" y="738"/>
                    <a:pt x="139" y="730"/>
                  </a:cubicBezTo>
                  <a:cubicBezTo>
                    <a:pt x="515" y="530"/>
                    <a:pt x="865" y="329"/>
                    <a:pt x="1216" y="129"/>
                  </a:cubicBezTo>
                  <a:cubicBezTo>
                    <a:pt x="1285" y="106"/>
                    <a:pt x="1229" y="0"/>
                    <a:pt x="116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4" name="Google Shape;5624;p55"/>
            <p:cNvSpPr/>
            <p:nvPr/>
          </p:nvSpPr>
          <p:spPr>
            <a:xfrm>
              <a:off x="5278580" y="2398120"/>
              <a:ext cx="27515" cy="52321"/>
            </a:xfrm>
            <a:custGeom>
              <a:rect b="b" l="l" r="r" t="t"/>
              <a:pathLst>
                <a:path extrusionOk="0" h="1004" w="528">
                  <a:moveTo>
                    <a:pt x="251" y="1"/>
                  </a:moveTo>
                  <a:cubicBezTo>
                    <a:pt x="101" y="1"/>
                    <a:pt x="1" y="226"/>
                    <a:pt x="1" y="502"/>
                  </a:cubicBezTo>
                  <a:cubicBezTo>
                    <a:pt x="1" y="777"/>
                    <a:pt x="101" y="1003"/>
                    <a:pt x="251" y="1003"/>
                  </a:cubicBezTo>
                  <a:cubicBezTo>
                    <a:pt x="402" y="1003"/>
                    <a:pt x="527" y="777"/>
                    <a:pt x="527" y="502"/>
                  </a:cubicBezTo>
                  <a:cubicBezTo>
                    <a:pt x="527" y="226"/>
                    <a:pt x="402" y="1"/>
                    <a:pt x="25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5" name="Google Shape;5625;p55"/>
            <p:cNvSpPr/>
            <p:nvPr/>
          </p:nvSpPr>
          <p:spPr>
            <a:xfrm>
              <a:off x="5252837" y="2374462"/>
              <a:ext cx="66965" cy="38667"/>
            </a:xfrm>
            <a:custGeom>
              <a:rect b="b" l="l" r="r" t="t"/>
              <a:pathLst>
                <a:path extrusionOk="0" h="742" w="1285">
                  <a:moveTo>
                    <a:pt x="124" y="0"/>
                  </a:moveTo>
                  <a:cubicBezTo>
                    <a:pt x="56" y="0"/>
                    <a:pt x="0" y="106"/>
                    <a:pt x="69" y="129"/>
                  </a:cubicBezTo>
                  <a:cubicBezTo>
                    <a:pt x="420" y="329"/>
                    <a:pt x="795" y="530"/>
                    <a:pt x="1146" y="730"/>
                  </a:cubicBezTo>
                  <a:cubicBezTo>
                    <a:pt x="1158" y="738"/>
                    <a:pt x="1171" y="742"/>
                    <a:pt x="1182" y="742"/>
                  </a:cubicBezTo>
                  <a:cubicBezTo>
                    <a:pt x="1242" y="742"/>
                    <a:pt x="1285" y="647"/>
                    <a:pt x="1222" y="605"/>
                  </a:cubicBezTo>
                  <a:cubicBezTo>
                    <a:pt x="846" y="404"/>
                    <a:pt x="495" y="204"/>
                    <a:pt x="144" y="3"/>
                  </a:cubicBezTo>
                  <a:cubicBezTo>
                    <a:pt x="137" y="1"/>
                    <a:pt x="130" y="0"/>
                    <a:pt x="124"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6" name="Google Shape;5626;p55"/>
            <p:cNvSpPr/>
            <p:nvPr/>
          </p:nvSpPr>
          <p:spPr>
            <a:xfrm>
              <a:off x="5300311" y="2322663"/>
              <a:ext cx="74521" cy="16051"/>
            </a:xfrm>
            <a:custGeom>
              <a:rect b="b" l="l" r="r" t="t"/>
              <a:pathLst>
                <a:path extrusionOk="0" h="308" w="1430">
                  <a:moveTo>
                    <a:pt x="857" y="0"/>
                  </a:moveTo>
                  <a:cubicBezTo>
                    <a:pt x="594" y="0"/>
                    <a:pt x="335" y="61"/>
                    <a:pt x="85" y="170"/>
                  </a:cubicBezTo>
                  <a:cubicBezTo>
                    <a:pt x="1" y="212"/>
                    <a:pt x="40" y="307"/>
                    <a:pt x="114" y="307"/>
                  </a:cubicBezTo>
                  <a:cubicBezTo>
                    <a:pt x="128" y="307"/>
                    <a:pt x="144" y="304"/>
                    <a:pt x="160" y="296"/>
                  </a:cubicBezTo>
                  <a:cubicBezTo>
                    <a:pt x="387" y="199"/>
                    <a:pt x="634" y="143"/>
                    <a:pt x="889" y="143"/>
                  </a:cubicBezTo>
                  <a:cubicBezTo>
                    <a:pt x="1029" y="143"/>
                    <a:pt x="1171" y="160"/>
                    <a:pt x="1313" y="195"/>
                  </a:cubicBezTo>
                  <a:cubicBezTo>
                    <a:pt x="1320" y="198"/>
                    <a:pt x="1326" y="199"/>
                    <a:pt x="1333" y="199"/>
                  </a:cubicBezTo>
                  <a:cubicBezTo>
                    <a:pt x="1396" y="199"/>
                    <a:pt x="1429" y="93"/>
                    <a:pt x="1338" y="70"/>
                  </a:cubicBezTo>
                  <a:cubicBezTo>
                    <a:pt x="1177" y="23"/>
                    <a:pt x="1016" y="0"/>
                    <a:pt x="85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7" name="Google Shape;5627;p55"/>
            <p:cNvSpPr/>
            <p:nvPr/>
          </p:nvSpPr>
          <p:spPr>
            <a:xfrm>
              <a:off x="5286449" y="2336733"/>
              <a:ext cx="10475" cy="7869"/>
            </a:xfrm>
            <a:custGeom>
              <a:rect b="b" l="l" r="r" t="t"/>
              <a:pathLst>
                <a:path extrusionOk="0" h="151"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8" name="Google Shape;5628;p55"/>
            <p:cNvSpPr/>
            <p:nvPr/>
          </p:nvSpPr>
          <p:spPr>
            <a:xfrm>
              <a:off x="5466650" y="2471284"/>
              <a:ext cx="27515" cy="61076"/>
            </a:xfrm>
            <a:custGeom>
              <a:rect b="b" l="l" r="r" t="t"/>
              <a:pathLst>
                <a:path extrusionOk="0" h="1172" w="528">
                  <a:moveTo>
                    <a:pt x="452" y="0"/>
                  </a:moveTo>
                  <a:cubicBezTo>
                    <a:pt x="414" y="0"/>
                    <a:pt x="377" y="25"/>
                    <a:pt x="377" y="75"/>
                  </a:cubicBezTo>
                  <a:cubicBezTo>
                    <a:pt x="377" y="426"/>
                    <a:pt x="251" y="777"/>
                    <a:pt x="26" y="1053"/>
                  </a:cubicBezTo>
                  <a:cubicBezTo>
                    <a:pt x="1" y="1078"/>
                    <a:pt x="1" y="1128"/>
                    <a:pt x="26" y="1153"/>
                  </a:cubicBezTo>
                  <a:cubicBezTo>
                    <a:pt x="38" y="1165"/>
                    <a:pt x="57" y="1172"/>
                    <a:pt x="76" y="1172"/>
                  </a:cubicBezTo>
                  <a:cubicBezTo>
                    <a:pt x="95" y="1172"/>
                    <a:pt x="114" y="1165"/>
                    <a:pt x="126" y="1153"/>
                  </a:cubicBezTo>
                  <a:cubicBezTo>
                    <a:pt x="377" y="827"/>
                    <a:pt x="502" y="451"/>
                    <a:pt x="527" y="75"/>
                  </a:cubicBezTo>
                  <a:cubicBezTo>
                    <a:pt x="527" y="25"/>
                    <a:pt x="489" y="0"/>
                    <a:pt x="452"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9" name="Google Shape;5629;p55"/>
            <p:cNvSpPr/>
            <p:nvPr/>
          </p:nvSpPr>
          <p:spPr>
            <a:xfrm>
              <a:off x="5486244" y="2437308"/>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0" name="Google Shape;5630;p55"/>
            <p:cNvSpPr/>
            <p:nvPr/>
          </p:nvSpPr>
          <p:spPr>
            <a:xfrm>
              <a:off x="5209376" y="2502603"/>
              <a:ext cx="15738" cy="32258"/>
            </a:xfrm>
            <a:custGeom>
              <a:rect b="b" l="l" r="r" t="t"/>
              <a:pathLst>
                <a:path extrusionOk="0" h="619" w="302">
                  <a:moveTo>
                    <a:pt x="76" y="1"/>
                  </a:moveTo>
                  <a:cubicBezTo>
                    <a:pt x="25" y="1"/>
                    <a:pt x="0" y="51"/>
                    <a:pt x="0" y="76"/>
                  </a:cubicBezTo>
                  <a:cubicBezTo>
                    <a:pt x="0" y="251"/>
                    <a:pt x="50" y="427"/>
                    <a:pt x="151" y="577"/>
                  </a:cubicBezTo>
                  <a:cubicBezTo>
                    <a:pt x="165" y="606"/>
                    <a:pt x="180" y="618"/>
                    <a:pt x="200" y="618"/>
                  </a:cubicBezTo>
                  <a:cubicBezTo>
                    <a:pt x="214" y="618"/>
                    <a:pt x="230" y="612"/>
                    <a:pt x="251" y="602"/>
                  </a:cubicBezTo>
                  <a:cubicBezTo>
                    <a:pt x="276" y="602"/>
                    <a:pt x="301" y="552"/>
                    <a:pt x="276" y="502"/>
                  </a:cubicBezTo>
                  <a:cubicBezTo>
                    <a:pt x="226" y="452"/>
                    <a:pt x="201" y="376"/>
                    <a:pt x="176" y="301"/>
                  </a:cubicBezTo>
                  <a:cubicBezTo>
                    <a:pt x="176" y="276"/>
                    <a:pt x="151" y="226"/>
                    <a:pt x="151" y="201"/>
                  </a:cubicBezTo>
                  <a:cubicBezTo>
                    <a:pt x="151" y="151"/>
                    <a:pt x="151" y="126"/>
                    <a:pt x="151" y="76"/>
                  </a:cubicBezTo>
                  <a:cubicBezTo>
                    <a:pt x="126" y="51"/>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1" name="Google Shape;5631;p55"/>
            <p:cNvSpPr/>
            <p:nvPr/>
          </p:nvSpPr>
          <p:spPr>
            <a:xfrm>
              <a:off x="5200205" y="2464718"/>
              <a:ext cx="7921" cy="9224"/>
            </a:xfrm>
            <a:custGeom>
              <a:rect b="b" l="l" r="r" t="t"/>
              <a:pathLst>
                <a:path extrusionOk="0" h="177" w="152">
                  <a:moveTo>
                    <a:pt x="76" y="1"/>
                  </a:moveTo>
                  <a:cubicBezTo>
                    <a:pt x="76" y="1"/>
                    <a:pt x="76" y="26"/>
                    <a:pt x="76" y="26"/>
                  </a:cubicBezTo>
                  <a:lnTo>
                    <a:pt x="26" y="26"/>
                  </a:lnTo>
                  <a:cubicBezTo>
                    <a:pt x="26" y="51"/>
                    <a:pt x="26" y="51"/>
                    <a:pt x="26" y="51"/>
                  </a:cubicBezTo>
                  <a:cubicBezTo>
                    <a:pt x="26" y="51"/>
                    <a:pt x="1" y="76"/>
                    <a:pt x="1" y="76"/>
                  </a:cubicBezTo>
                  <a:lnTo>
                    <a:pt x="1" y="101"/>
                  </a:lnTo>
                  <a:cubicBezTo>
                    <a:pt x="1" y="126"/>
                    <a:pt x="26" y="126"/>
                    <a:pt x="26" y="126"/>
                  </a:cubicBezTo>
                  <a:cubicBezTo>
                    <a:pt x="26" y="151"/>
                    <a:pt x="26" y="151"/>
                    <a:pt x="26" y="151"/>
                  </a:cubicBezTo>
                  <a:cubicBezTo>
                    <a:pt x="51" y="176"/>
                    <a:pt x="51" y="176"/>
                    <a:pt x="51" y="176"/>
                  </a:cubicBezTo>
                  <a:lnTo>
                    <a:pt x="101" y="176"/>
                  </a:lnTo>
                  <a:cubicBezTo>
                    <a:pt x="126" y="176"/>
                    <a:pt x="126" y="176"/>
                    <a:pt x="126" y="151"/>
                  </a:cubicBezTo>
                  <a:lnTo>
                    <a:pt x="151" y="151"/>
                  </a:lnTo>
                  <a:cubicBezTo>
                    <a:pt x="151" y="126"/>
                    <a:pt x="151" y="126"/>
                    <a:pt x="151" y="101"/>
                  </a:cubicBezTo>
                  <a:lnTo>
                    <a:pt x="151" y="76"/>
                  </a:lnTo>
                  <a:cubicBezTo>
                    <a:pt x="151" y="76"/>
                    <a:pt x="151" y="76"/>
                    <a:pt x="151" y="51"/>
                  </a:cubicBezTo>
                  <a:cubicBezTo>
                    <a:pt x="151" y="51"/>
                    <a:pt x="151" y="51"/>
                    <a:pt x="126" y="26"/>
                  </a:cubicBezTo>
                  <a:lnTo>
                    <a:pt x="101" y="26"/>
                  </a:lnTo>
                  <a:cubicBezTo>
                    <a:pt x="101" y="26"/>
                    <a:pt x="101" y="1"/>
                    <a:pt x="7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2" name="Google Shape;5632;p55"/>
            <p:cNvSpPr/>
            <p:nvPr/>
          </p:nvSpPr>
          <p:spPr>
            <a:xfrm>
              <a:off x="5225062" y="2436005"/>
              <a:ext cx="237737" cy="151543"/>
            </a:xfrm>
            <a:custGeom>
              <a:rect b="b" l="l" r="r" t="t"/>
              <a:pathLst>
                <a:path extrusionOk="0" h="2908" w="4562">
                  <a:moveTo>
                    <a:pt x="276" y="0"/>
                  </a:moveTo>
                  <a:lnTo>
                    <a:pt x="276" y="0"/>
                  </a:lnTo>
                  <a:cubicBezTo>
                    <a:pt x="276" y="0"/>
                    <a:pt x="0" y="2908"/>
                    <a:pt x="2281" y="2908"/>
                  </a:cubicBezTo>
                  <a:cubicBezTo>
                    <a:pt x="4561" y="2908"/>
                    <a:pt x="4386" y="226"/>
                    <a:pt x="4386" y="226"/>
                  </a:cubicBezTo>
                  <a:lnTo>
                    <a:pt x="4386" y="226"/>
                  </a:lnTo>
                  <a:cubicBezTo>
                    <a:pt x="3855" y="688"/>
                    <a:pt x="3152" y="959"/>
                    <a:pt x="2457" y="959"/>
                  </a:cubicBezTo>
                  <a:cubicBezTo>
                    <a:pt x="2398" y="959"/>
                    <a:pt x="2339" y="957"/>
                    <a:pt x="2281" y="953"/>
                  </a:cubicBezTo>
                  <a:cubicBezTo>
                    <a:pt x="1529" y="903"/>
                    <a:pt x="777" y="552"/>
                    <a:pt x="2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3" name="Google Shape;5633;p55"/>
            <p:cNvSpPr/>
            <p:nvPr/>
          </p:nvSpPr>
          <p:spPr>
            <a:xfrm>
              <a:off x="5234181" y="2431993"/>
              <a:ext cx="224709" cy="16040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4" name="Google Shape;5634;p55"/>
            <p:cNvSpPr/>
            <p:nvPr/>
          </p:nvSpPr>
          <p:spPr>
            <a:xfrm>
              <a:off x="5257684" y="2512244"/>
              <a:ext cx="177704" cy="79941"/>
            </a:xfrm>
            <a:custGeom>
              <a:rect b="b" l="l" r="r" t="t"/>
              <a:pathLst>
                <a:path extrusionOk="0" h="1534" w="3410">
                  <a:moveTo>
                    <a:pt x="814" y="251"/>
                  </a:moveTo>
                  <a:cubicBezTo>
                    <a:pt x="957" y="251"/>
                    <a:pt x="1099" y="323"/>
                    <a:pt x="1179" y="442"/>
                  </a:cubicBezTo>
                  <a:cubicBezTo>
                    <a:pt x="1204" y="492"/>
                    <a:pt x="1179" y="517"/>
                    <a:pt x="1154" y="542"/>
                  </a:cubicBezTo>
                  <a:cubicBezTo>
                    <a:pt x="1146" y="550"/>
                    <a:pt x="1137" y="553"/>
                    <a:pt x="1126" y="553"/>
                  </a:cubicBezTo>
                  <a:cubicBezTo>
                    <a:pt x="1101" y="553"/>
                    <a:pt x="1071" y="535"/>
                    <a:pt x="1053" y="517"/>
                  </a:cubicBezTo>
                  <a:cubicBezTo>
                    <a:pt x="1053" y="492"/>
                    <a:pt x="1028" y="492"/>
                    <a:pt x="1028" y="492"/>
                  </a:cubicBezTo>
                  <a:cubicBezTo>
                    <a:pt x="1028" y="492"/>
                    <a:pt x="1028" y="467"/>
                    <a:pt x="1003" y="467"/>
                  </a:cubicBezTo>
                  <a:cubicBezTo>
                    <a:pt x="978" y="442"/>
                    <a:pt x="978" y="442"/>
                    <a:pt x="953" y="442"/>
                  </a:cubicBezTo>
                  <a:cubicBezTo>
                    <a:pt x="953" y="417"/>
                    <a:pt x="953" y="417"/>
                    <a:pt x="953" y="417"/>
                  </a:cubicBezTo>
                  <a:lnTo>
                    <a:pt x="928" y="417"/>
                  </a:lnTo>
                  <a:cubicBezTo>
                    <a:pt x="903" y="417"/>
                    <a:pt x="878" y="417"/>
                    <a:pt x="878" y="392"/>
                  </a:cubicBezTo>
                  <a:lnTo>
                    <a:pt x="778" y="392"/>
                  </a:lnTo>
                  <a:cubicBezTo>
                    <a:pt x="778" y="392"/>
                    <a:pt x="753" y="417"/>
                    <a:pt x="728" y="417"/>
                  </a:cubicBezTo>
                  <a:cubicBezTo>
                    <a:pt x="702" y="417"/>
                    <a:pt x="652" y="392"/>
                    <a:pt x="652" y="367"/>
                  </a:cubicBezTo>
                  <a:cubicBezTo>
                    <a:pt x="627" y="317"/>
                    <a:pt x="652" y="292"/>
                    <a:pt x="702" y="267"/>
                  </a:cubicBezTo>
                  <a:cubicBezTo>
                    <a:pt x="739" y="256"/>
                    <a:pt x="777" y="251"/>
                    <a:pt x="814" y="251"/>
                  </a:cubicBezTo>
                  <a:close/>
                  <a:moveTo>
                    <a:pt x="2567" y="352"/>
                  </a:moveTo>
                  <a:cubicBezTo>
                    <a:pt x="2614" y="352"/>
                    <a:pt x="2661" y="357"/>
                    <a:pt x="2707" y="367"/>
                  </a:cubicBezTo>
                  <a:cubicBezTo>
                    <a:pt x="2758" y="367"/>
                    <a:pt x="2758" y="417"/>
                    <a:pt x="2758" y="442"/>
                  </a:cubicBezTo>
                  <a:cubicBezTo>
                    <a:pt x="2758" y="479"/>
                    <a:pt x="2731" y="502"/>
                    <a:pt x="2707" y="502"/>
                  </a:cubicBezTo>
                  <a:cubicBezTo>
                    <a:pt x="2698" y="502"/>
                    <a:pt x="2689" y="499"/>
                    <a:pt x="2682" y="492"/>
                  </a:cubicBezTo>
                  <a:cubicBezTo>
                    <a:pt x="2657" y="489"/>
                    <a:pt x="2631" y="487"/>
                    <a:pt x="2606" y="487"/>
                  </a:cubicBezTo>
                  <a:cubicBezTo>
                    <a:pt x="2437" y="487"/>
                    <a:pt x="2290" y="559"/>
                    <a:pt x="2181" y="668"/>
                  </a:cubicBezTo>
                  <a:cubicBezTo>
                    <a:pt x="2162" y="686"/>
                    <a:pt x="2142" y="694"/>
                    <a:pt x="2123" y="694"/>
                  </a:cubicBezTo>
                  <a:cubicBezTo>
                    <a:pt x="2067" y="694"/>
                    <a:pt x="2025" y="624"/>
                    <a:pt x="2081" y="567"/>
                  </a:cubicBezTo>
                  <a:cubicBezTo>
                    <a:pt x="2201" y="428"/>
                    <a:pt x="2384" y="352"/>
                    <a:pt x="2567" y="352"/>
                  </a:cubicBezTo>
                  <a:close/>
                  <a:moveTo>
                    <a:pt x="1905" y="643"/>
                  </a:moveTo>
                  <a:cubicBezTo>
                    <a:pt x="2006" y="643"/>
                    <a:pt x="2006" y="793"/>
                    <a:pt x="1905" y="793"/>
                  </a:cubicBezTo>
                  <a:cubicBezTo>
                    <a:pt x="1805" y="793"/>
                    <a:pt x="1805" y="643"/>
                    <a:pt x="1905" y="643"/>
                  </a:cubicBezTo>
                  <a:close/>
                  <a:moveTo>
                    <a:pt x="963" y="0"/>
                  </a:moveTo>
                  <a:cubicBezTo>
                    <a:pt x="849" y="0"/>
                    <a:pt x="735" y="26"/>
                    <a:pt x="627" y="66"/>
                  </a:cubicBezTo>
                  <a:cubicBezTo>
                    <a:pt x="352" y="191"/>
                    <a:pt x="151" y="392"/>
                    <a:pt x="1" y="668"/>
                  </a:cubicBezTo>
                  <a:cubicBezTo>
                    <a:pt x="126" y="843"/>
                    <a:pt x="276" y="1019"/>
                    <a:pt x="452" y="1144"/>
                  </a:cubicBezTo>
                  <a:cubicBezTo>
                    <a:pt x="788" y="1407"/>
                    <a:pt x="1227" y="1534"/>
                    <a:pt x="1669" y="1534"/>
                  </a:cubicBezTo>
                  <a:cubicBezTo>
                    <a:pt x="1984" y="1534"/>
                    <a:pt x="2301" y="1470"/>
                    <a:pt x="2582" y="1344"/>
                  </a:cubicBezTo>
                  <a:cubicBezTo>
                    <a:pt x="2933" y="1194"/>
                    <a:pt x="3209" y="918"/>
                    <a:pt x="3409" y="592"/>
                  </a:cubicBezTo>
                  <a:cubicBezTo>
                    <a:pt x="3409" y="592"/>
                    <a:pt x="3409" y="592"/>
                    <a:pt x="3409" y="567"/>
                  </a:cubicBezTo>
                  <a:cubicBezTo>
                    <a:pt x="3209" y="317"/>
                    <a:pt x="2908" y="166"/>
                    <a:pt x="2582" y="166"/>
                  </a:cubicBezTo>
                  <a:cubicBezTo>
                    <a:pt x="2231" y="166"/>
                    <a:pt x="1931" y="317"/>
                    <a:pt x="1705" y="567"/>
                  </a:cubicBezTo>
                  <a:cubicBezTo>
                    <a:pt x="1687" y="594"/>
                    <a:pt x="1667" y="605"/>
                    <a:pt x="1648" y="605"/>
                  </a:cubicBezTo>
                  <a:cubicBezTo>
                    <a:pt x="1612" y="605"/>
                    <a:pt x="1580" y="566"/>
                    <a:pt x="1580" y="517"/>
                  </a:cubicBezTo>
                  <a:cubicBezTo>
                    <a:pt x="1580" y="317"/>
                    <a:pt x="1429" y="141"/>
                    <a:pt x="1254" y="66"/>
                  </a:cubicBezTo>
                  <a:cubicBezTo>
                    <a:pt x="1161" y="20"/>
                    <a:pt x="1062" y="0"/>
                    <a:pt x="96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5" name="Google Shape;5635;p55"/>
            <p:cNvSpPr/>
            <p:nvPr/>
          </p:nvSpPr>
          <p:spPr>
            <a:xfrm>
              <a:off x="5234181" y="2431993"/>
              <a:ext cx="224709" cy="160402"/>
            </a:xfrm>
            <a:custGeom>
              <a:rect b="b" l="l" r="r" t="t"/>
              <a:pathLst>
                <a:path extrusionOk="0" h="3078" w="4312">
                  <a:moveTo>
                    <a:pt x="151" y="232"/>
                  </a:moveTo>
                  <a:cubicBezTo>
                    <a:pt x="722" y="796"/>
                    <a:pt x="1509" y="1106"/>
                    <a:pt x="2304" y="1106"/>
                  </a:cubicBezTo>
                  <a:cubicBezTo>
                    <a:pt x="2669" y="1106"/>
                    <a:pt x="3036" y="1041"/>
                    <a:pt x="3384" y="904"/>
                  </a:cubicBezTo>
                  <a:cubicBezTo>
                    <a:pt x="3663" y="797"/>
                    <a:pt x="3905" y="635"/>
                    <a:pt x="4142" y="448"/>
                  </a:cubicBezTo>
                  <a:lnTo>
                    <a:pt x="4142" y="448"/>
                  </a:lnTo>
                  <a:cubicBezTo>
                    <a:pt x="4145" y="707"/>
                    <a:pt x="4103" y="977"/>
                    <a:pt x="4061" y="1230"/>
                  </a:cubicBezTo>
                  <a:cubicBezTo>
                    <a:pt x="3935" y="1782"/>
                    <a:pt x="3685" y="2333"/>
                    <a:pt x="3184" y="2659"/>
                  </a:cubicBezTo>
                  <a:cubicBezTo>
                    <a:pt x="2858" y="2834"/>
                    <a:pt x="2482" y="2934"/>
                    <a:pt x="2106" y="2934"/>
                  </a:cubicBezTo>
                  <a:cubicBezTo>
                    <a:pt x="1755" y="2934"/>
                    <a:pt x="1379" y="2834"/>
                    <a:pt x="1078" y="2634"/>
                  </a:cubicBezTo>
                  <a:cubicBezTo>
                    <a:pt x="577" y="2308"/>
                    <a:pt x="351" y="1731"/>
                    <a:pt x="226" y="1180"/>
                  </a:cubicBezTo>
                  <a:cubicBezTo>
                    <a:pt x="160" y="850"/>
                    <a:pt x="152" y="540"/>
                    <a:pt x="151" y="232"/>
                  </a:cubicBezTo>
                  <a:close/>
                  <a:moveTo>
                    <a:pt x="93" y="1"/>
                  </a:moveTo>
                  <a:cubicBezTo>
                    <a:pt x="51" y="1"/>
                    <a:pt x="17" y="39"/>
                    <a:pt x="25" y="82"/>
                  </a:cubicBezTo>
                  <a:lnTo>
                    <a:pt x="25" y="82"/>
                  </a:lnTo>
                  <a:cubicBezTo>
                    <a:pt x="1" y="406"/>
                    <a:pt x="26" y="731"/>
                    <a:pt x="76" y="1055"/>
                  </a:cubicBezTo>
                  <a:cubicBezTo>
                    <a:pt x="151" y="1656"/>
                    <a:pt x="377" y="2258"/>
                    <a:pt x="853" y="2659"/>
                  </a:cubicBezTo>
                  <a:cubicBezTo>
                    <a:pt x="1199" y="2945"/>
                    <a:pt x="1664" y="3077"/>
                    <a:pt x="2126" y="3077"/>
                  </a:cubicBezTo>
                  <a:cubicBezTo>
                    <a:pt x="2433" y="3077"/>
                    <a:pt x="2738" y="3019"/>
                    <a:pt x="3008" y="2909"/>
                  </a:cubicBezTo>
                  <a:cubicBezTo>
                    <a:pt x="3610" y="2659"/>
                    <a:pt x="3960" y="2107"/>
                    <a:pt x="4136" y="1506"/>
                  </a:cubicBezTo>
                  <a:cubicBezTo>
                    <a:pt x="4236" y="1130"/>
                    <a:pt x="4311" y="729"/>
                    <a:pt x="4286" y="328"/>
                  </a:cubicBezTo>
                  <a:cubicBezTo>
                    <a:pt x="4286" y="328"/>
                    <a:pt x="4286" y="328"/>
                    <a:pt x="4286" y="303"/>
                  </a:cubicBezTo>
                  <a:cubicBezTo>
                    <a:pt x="4286" y="266"/>
                    <a:pt x="4246" y="243"/>
                    <a:pt x="4205" y="243"/>
                  </a:cubicBezTo>
                  <a:cubicBezTo>
                    <a:pt x="4190" y="243"/>
                    <a:pt x="4174" y="246"/>
                    <a:pt x="4161" y="253"/>
                  </a:cubicBezTo>
                  <a:cubicBezTo>
                    <a:pt x="3621" y="718"/>
                    <a:pt x="2937" y="958"/>
                    <a:pt x="2250" y="958"/>
                  </a:cubicBezTo>
                  <a:cubicBezTo>
                    <a:pt x="1788" y="958"/>
                    <a:pt x="1325" y="850"/>
                    <a:pt x="903" y="629"/>
                  </a:cubicBezTo>
                  <a:cubicBezTo>
                    <a:pt x="635" y="458"/>
                    <a:pt x="391" y="264"/>
                    <a:pt x="170" y="47"/>
                  </a:cubicBezTo>
                  <a:lnTo>
                    <a:pt x="170" y="47"/>
                  </a:lnTo>
                  <a:cubicBezTo>
                    <a:pt x="160" y="20"/>
                    <a:pt x="135" y="5"/>
                    <a:pt x="109" y="3"/>
                  </a:cubicBezTo>
                  <a:lnTo>
                    <a:pt x="109" y="3"/>
                  </a:lnTo>
                  <a:cubicBezTo>
                    <a:pt x="104" y="1"/>
                    <a:pt x="98" y="1"/>
                    <a:pt x="9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6" name="Google Shape;5636;p55"/>
            <p:cNvSpPr/>
            <p:nvPr/>
          </p:nvSpPr>
          <p:spPr>
            <a:xfrm>
              <a:off x="7834541" y="3045915"/>
              <a:ext cx="738017" cy="577354"/>
            </a:xfrm>
            <a:custGeom>
              <a:rect b="b" l="l" r="r" t="t"/>
              <a:pathLst>
                <a:path extrusionOk="0" h="11079" w="14162">
                  <a:moveTo>
                    <a:pt x="6542" y="1"/>
                  </a:moveTo>
                  <a:cubicBezTo>
                    <a:pt x="6116" y="1"/>
                    <a:pt x="5690" y="1"/>
                    <a:pt x="5289" y="26"/>
                  </a:cubicBezTo>
                  <a:cubicBezTo>
                    <a:pt x="2356" y="51"/>
                    <a:pt x="1" y="2457"/>
                    <a:pt x="1" y="5389"/>
                  </a:cubicBezTo>
                  <a:cubicBezTo>
                    <a:pt x="1" y="8351"/>
                    <a:pt x="2383" y="10754"/>
                    <a:pt x="5329" y="10754"/>
                  </a:cubicBezTo>
                  <a:cubicBezTo>
                    <a:pt x="5374" y="10754"/>
                    <a:pt x="5419" y="10754"/>
                    <a:pt x="5464" y="10753"/>
                  </a:cubicBezTo>
                  <a:lnTo>
                    <a:pt x="6667" y="10728"/>
                  </a:lnTo>
                  <a:cubicBezTo>
                    <a:pt x="7945" y="10702"/>
                    <a:pt x="9123" y="10226"/>
                    <a:pt x="10026" y="9449"/>
                  </a:cubicBezTo>
                  <a:cubicBezTo>
                    <a:pt x="11404" y="10001"/>
                    <a:pt x="12783" y="10552"/>
                    <a:pt x="14161" y="11078"/>
                  </a:cubicBezTo>
                  <a:cubicBezTo>
                    <a:pt x="13259" y="9900"/>
                    <a:pt x="12357" y="8723"/>
                    <a:pt x="11454" y="7545"/>
                  </a:cubicBezTo>
                  <a:cubicBezTo>
                    <a:pt x="11755" y="6893"/>
                    <a:pt x="11905" y="6141"/>
                    <a:pt x="11905" y="5364"/>
                  </a:cubicBezTo>
                  <a:cubicBezTo>
                    <a:pt x="11905" y="2407"/>
                    <a:pt x="9499" y="1"/>
                    <a:pt x="654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7" name="Google Shape;5637;p55"/>
            <p:cNvSpPr/>
            <p:nvPr/>
          </p:nvSpPr>
          <p:spPr>
            <a:xfrm>
              <a:off x="7826724" y="3041799"/>
              <a:ext cx="750681" cy="585640"/>
            </a:xfrm>
            <a:custGeom>
              <a:rect b="b" l="l" r="r" t="t"/>
              <a:pathLst>
                <a:path extrusionOk="0" h="11238" w="14405">
                  <a:moveTo>
                    <a:pt x="6475" y="155"/>
                  </a:moveTo>
                  <a:cubicBezTo>
                    <a:pt x="6978" y="155"/>
                    <a:pt x="7479" y="186"/>
                    <a:pt x="7970" y="305"/>
                  </a:cubicBezTo>
                  <a:cubicBezTo>
                    <a:pt x="8647" y="481"/>
                    <a:pt x="9298" y="781"/>
                    <a:pt x="9850" y="1207"/>
                  </a:cubicBezTo>
                  <a:cubicBezTo>
                    <a:pt x="10978" y="2035"/>
                    <a:pt x="11730" y="3313"/>
                    <a:pt x="11930" y="4691"/>
                  </a:cubicBezTo>
                  <a:cubicBezTo>
                    <a:pt x="12080" y="5669"/>
                    <a:pt x="11930" y="6696"/>
                    <a:pt x="11529" y="7598"/>
                  </a:cubicBezTo>
                  <a:cubicBezTo>
                    <a:pt x="11529" y="7624"/>
                    <a:pt x="11529" y="7649"/>
                    <a:pt x="11529" y="7674"/>
                  </a:cubicBezTo>
                  <a:cubicBezTo>
                    <a:pt x="12380" y="8784"/>
                    <a:pt x="13230" y="9895"/>
                    <a:pt x="14081" y="11005"/>
                  </a:cubicBezTo>
                  <a:lnTo>
                    <a:pt x="14081" y="11005"/>
                  </a:lnTo>
                  <a:cubicBezTo>
                    <a:pt x="12788" y="10488"/>
                    <a:pt x="11494" y="9970"/>
                    <a:pt x="10201" y="9453"/>
                  </a:cubicBezTo>
                  <a:cubicBezTo>
                    <a:pt x="10176" y="9453"/>
                    <a:pt x="10151" y="9453"/>
                    <a:pt x="10126" y="9478"/>
                  </a:cubicBezTo>
                  <a:cubicBezTo>
                    <a:pt x="9474" y="10055"/>
                    <a:pt x="8672" y="10431"/>
                    <a:pt x="7795" y="10631"/>
                  </a:cubicBezTo>
                  <a:cubicBezTo>
                    <a:pt x="7243" y="10731"/>
                    <a:pt x="6667" y="10731"/>
                    <a:pt x="6116" y="10756"/>
                  </a:cubicBezTo>
                  <a:cubicBezTo>
                    <a:pt x="5958" y="10756"/>
                    <a:pt x="5802" y="10758"/>
                    <a:pt x="5648" y="10758"/>
                  </a:cubicBezTo>
                  <a:cubicBezTo>
                    <a:pt x="5261" y="10758"/>
                    <a:pt x="4880" y="10746"/>
                    <a:pt x="4486" y="10656"/>
                  </a:cubicBezTo>
                  <a:cubicBezTo>
                    <a:pt x="3785" y="10531"/>
                    <a:pt x="3133" y="10255"/>
                    <a:pt x="2532" y="9854"/>
                  </a:cubicBezTo>
                  <a:cubicBezTo>
                    <a:pt x="1354" y="9052"/>
                    <a:pt x="527" y="7774"/>
                    <a:pt x="301" y="6370"/>
                  </a:cubicBezTo>
                  <a:cubicBezTo>
                    <a:pt x="50" y="4942"/>
                    <a:pt x="401" y="3438"/>
                    <a:pt x="1278" y="2285"/>
                  </a:cubicBezTo>
                  <a:cubicBezTo>
                    <a:pt x="2131" y="1132"/>
                    <a:pt x="3459" y="380"/>
                    <a:pt x="4887" y="205"/>
                  </a:cubicBezTo>
                  <a:cubicBezTo>
                    <a:pt x="5063" y="180"/>
                    <a:pt x="5263" y="180"/>
                    <a:pt x="5439" y="180"/>
                  </a:cubicBezTo>
                  <a:cubicBezTo>
                    <a:pt x="5785" y="170"/>
                    <a:pt x="6130" y="155"/>
                    <a:pt x="6475" y="155"/>
                  </a:cubicBezTo>
                  <a:close/>
                  <a:moveTo>
                    <a:pt x="6389" y="1"/>
                  </a:moveTo>
                  <a:cubicBezTo>
                    <a:pt x="6076" y="1"/>
                    <a:pt x="5757" y="15"/>
                    <a:pt x="5439" y="30"/>
                  </a:cubicBezTo>
                  <a:cubicBezTo>
                    <a:pt x="5438" y="30"/>
                    <a:pt x="5437" y="30"/>
                    <a:pt x="5435" y="30"/>
                  </a:cubicBezTo>
                  <a:lnTo>
                    <a:pt x="5435" y="30"/>
                  </a:lnTo>
                  <a:cubicBezTo>
                    <a:pt x="3958" y="56"/>
                    <a:pt x="2506" y="682"/>
                    <a:pt x="1504" y="1784"/>
                  </a:cubicBezTo>
                  <a:cubicBezTo>
                    <a:pt x="501" y="2887"/>
                    <a:pt x="0" y="4340"/>
                    <a:pt x="75" y="5819"/>
                  </a:cubicBezTo>
                  <a:cubicBezTo>
                    <a:pt x="176" y="7298"/>
                    <a:pt x="877" y="8701"/>
                    <a:pt x="2005" y="9629"/>
                  </a:cubicBezTo>
                  <a:cubicBezTo>
                    <a:pt x="2582" y="10105"/>
                    <a:pt x="3208" y="10456"/>
                    <a:pt x="3910" y="10656"/>
                  </a:cubicBezTo>
                  <a:cubicBezTo>
                    <a:pt x="4512" y="10857"/>
                    <a:pt x="5138" y="10907"/>
                    <a:pt x="5765" y="10907"/>
                  </a:cubicBezTo>
                  <a:cubicBezTo>
                    <a:pt x="6266" y="10882"/>
                    <a:pt x="6742" y="10907"/>
                    <a:pt x="7243" y="10857"/>
                  </a:cubicBezTo>
                  <a:cubicBezTo>
                    <a:pt x="8121" y="10756"/>
                    <a:pt x="8973" y="10456"/>
                    <a:pt x="9725" y="9979"/>
                  </a:cubicBezTo>
                  <a:cubicBezTo>
                    <a:pt x="9886" y="9864"/>
                    <a:pt x="10047" y="9728"/>
                    <a:pt x="10189" y="9609"/>
                  </a:cubicBezTo>
                  <a:lnTo>
                    <a:pt x="10189" y="9609"/>
                  </a:lnTo>
                  <a:lnTo>
                    <a:pt x="14286" y="11233"/>
                  </a:lnTo>
                  <a:cubicBezTo>
                    <a:pt x="14293" y="11236"/>
                    <a:pt x="14300" y="11238"/>
                    <a:pt x="14308" y="11238"/>
                  </a:cubicBezTo>
                  <a:cubicBezTo>
                    <a:pt x="14354" y="11238"/>
                    <a:pt x="14404" y="11176"/>
                    <a:pt x="14361" y="11132"/>
                  </a:cubicBezTo>
                  <a:cubicBezTo>
                    <a:pt x="13466" y="9963"/>
                    <a:pt x="12571" y="8795"/>
                    <a:pt x="11675" y="7626"/>
                  </a:cubicBezTo>
                  <a:lnTo>
                    <a:pt x="11675" y="7626"/>
                  </a:lnTo>
                  <a:cubicBezTo>
                    <a:pt x="12330" y="6108"/>
                    <a:pt x="12273" y="4350"/>
                    <a:pt x="11504" y="2887"/>
                  </a:cubicBezTo>
                  <a:cubicBezTo>
                    <a:pt x="10827" y="1634"/>
                    <a:pt x="9674" y="681"/>
                    <a:pt x="8296" y="255"/>
                  </a:cubicBezTo>
                  <a:cubicBezTo>
                    <a:pt x="7895" y="130"/>
                    <a:pt x="7494" y="55"/>
                    <a:pt x="7068" y="30"/>
                  </a:cubicBezTo>
                  <a:cubicBezTo>
                    <a:pt x="6845" y="8"/>
                    <a:pt x="6619" y="1"/>
                    <a:pt x="638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8" name="Google Shape;5638;p55"/>
            <p:cNvSpPr/>
            <p:nvPr/>
          </p:nvSpPr>
          <p:spPr>
            <a:xfrm>
              <a:off x="7952104" y="3153108"/>
              <a:ext cx="380109" cy="335188"/>
            </a:xfrm>
            <a:custGeom>
              <a:rect b="b" l="l" r="r" t="t"/>
              <a:pathLst>
                <a:path extrusionOk="0" h="6432" w="7294">
                  <a:moveTo>
                    <a:pt x="3724" y="1"/>
                  </a:moveTo>
                  <a:cubicBezTo>
                    <a:pt x="2447" y="1"/>
                    <a:pt x="1146" y="776"/>
                    <a:pt x="652" y="1954"/>
                  </a:cubicBezTo>
                  <a:cubicBezTo>
                    <a:pt x="0" y="3533"/>
                    <a:pt x="802" y="5513"/>
                    <a:pt x="2356" y="6189"/>
                  </a:cubicBezTo>
                  <a:cubicBezTo>
                    <a:pt x="2729" y="6354"/>
                    <a:pt x="3132" y="6431"/>
                    <a:pt x="3538" y="6431"/>
                  </a:cubicBezTo>
                  <a:cubicBezTo>
                    <a:pt x="4795" y="6431"/>
                    <a:pt x="6080" y="5691"/>
                    <a:pt x="6592" y="4535"/>
                  </a:cubicBezTo>
                  <a:cubicBezTo>
                    <a:pt x="7294" y="2981"/>
                    <a:pt x="6491" y="926"/>
                    <a:pt x="4913" y="249"/>
                  </a:cubicBezTo>
                  <a:cubicBezTo>
                    <a:pt x="4537" y="80"/>
                    <a:pt x="4132" y="1"/>
                    <a:pt x="372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9" name="Google Shape;5639;p55"/>
            <p:cNvSpPr/>
            <p:nvPr/>
          </p:nvSpPr>
          <p:spPr>
            <a:xfrm>
              <a:off x="7959921" y="3149773"/>
              <a:ext cx="357909" cy="342275"/>
            </a:xfrm>
            <a:custGeom>
              <a:rect b="b" l="l" r="r" t="t"/>
              <a:pathLst>
                <a:path extrusionOk="0" h="6568" w="6868">
                  <a:moveTo>
                    <a:pt x="3572" y="138"/>
                  </a:moveTo>
                  <a:cubicBezTo>
                    <a:pt x="3892" y="138"/>
                    <a:pt x="4211" y="188"/>
                    <a:pt x="4512" y="288"/>
                  </a:cubicBezTo>
                  <a:cubicBezTo>
                    <a:pt x="5138" y="489"/>
                    <a:pt x="5665" y="915"/>
                    <a:pt x="6016" y="1441"/>
                  </a:cubicBezTo>
                  <a:cubicBezTo>
                    <a:pt x="6742" y="2494"/>
                    <a:pt x="6868" y="3973"/>
                    <a:pt x="6116" y="5025"/>
                  </a:cubicBezTo>
                  <a:cubicBezTo>
                    <a:pt x="5522" y="5906"/>
                    <a:pt x="4443" y="6435"/>
                    <a:pt x="3384" y="6435"/>
                  </a:cubicBezTo>
                  <a:cubicBezTo>
                    <a:pt x="3147" y="6435"/>
                    <a:pt x="2911" y="6409"/>
                    <a:pt x="2682" y="6354"/>
                  </a:cubicBezTo>
                  <a:cubicBezTo>
                    <a:pt x="2537" y="6305"/>
                    <a:pt x="2391" y="6257"/>
                    <a:pt x="2246" y="6208"/>
                  </a:cubicBezTo>
                  <a:lnTo>
                    <a:pt x="2246" y="6208"/>
                  </a:lnTo>
                  <a:cubicBezTo>
                    <a:pt x="2242" y="6206"/>
                    <a:pt x="2237" y="6205"/>
                    <a:pt x="2231" y="6203"/>
                  </a:cubicBezTo>
                  <a:lnTo>
                    <a:pt x="2231" y="6203"/>
                  </a:lnTo>
                  <a:cubicBezTo>
                    <a:pt x="2231" y="6203"/>
                    <a:pt x="2231" y="6203"/>
                    <a:pt x="2231" y="6203"/>
                  </a:cubicBezTo>
                  <a:cubicBezTo>
                    <a:pt x="2224" y="6198"/>
                    <a:pt x="2216" y="6195"/>
                    <a:pt x="2208" y="6193"/>
                  </a:cubicBezTo>
                  <a:lnTo>
                    <a:pt x="2208" y="6193"/>
                  </a:lnTo>
                  <a:cubicBezTo>
                    <a:pt x="1019" y="5660"/>
                    <a:pt x="302" y="4340"/>
                    <a:pt x="351" y="3070"/>
                  </a:cubicBezTo>
                  <a:cubicBezTo>
                    <a:pt x="377" y="2419"/>
                    <a:pt x="602" y="1792"/>
                    <a:pt x="1028" y="1291"/>
                  </a:cubicBezTo>
                  <a:cubicBezTo>
                    <a:pt x="1454" y="815"/>
                    <a:pt x="2006" y="464"/>
                    <a:pt x="2632" y="288"/>
                  </a:cubicBezTo>
                  <a:cubicBezTo>
                    <a:pt x="2933" y="188"/>
                    <a:pt x="3253" y="138"/>
                    <a:pt x="3572" y="138"/>
                  </a:cubicBezTo>
                  <a:close/>
                  <a:moveTo>
                    <a:pt x="3582" y="1"/>
                  </a:moveTo>
                  <a:cubicBezTo>
                    <a:pt x="3417" y="1"/>
                    <a:pt x="3250" y="13"/>
                    <a:pt x="3083" y="38"/>
                  </a:cubicBezTo>
                  <a:cubicBezTo>
                    <a:pt x="1755" y="213"/>
                    <a:pt x="527" y="1191"/>
                    <a:pt x="251" y="2544"/>
                  </a:cubicBezTo>
                  <a:cubicBezTo>
                    <a:pt x="1" y="3872"/>
                    <a:pt x="602" y="5351"/>
                    <a:pt x="1730" y="6078"/>
                  </a:cubicBezTo>
                  <a:cubicBezTo>
                    <a:pt x="1855" y="6178"/>
                    <a:pt x="2006" y="6253"/>
                    <a:pt x="2156" y="6328"/>
                  </a:cubicBezTo>
                  <a:cubicBezTo>
                    <a:pt x="2543" y="6491"/>
                    <a:pt x="2959" y="6568"/>
                    <a:pt x="3376" y="6568"/>
                  </a:cubicBezTo>
                  <a:cubicBezTo>
                    <a:pt x="4309" y="6568"/>
                    <a:pt x="5249" y="6185"/>
                    <a:pt x="5890" y="5526"/>
                  </a:cubicBezTo>
                  <a:cubicBezTo>
                    <a:pt x="6367" y="5025"/>
                    <a:pt x="6667" y="4399"/>
                    <a:pt x="6742" y="3722"/>
                  </a:cubicBezTo>
                  <a:cubicBezTo>
                    <a:pt x="6818" y="3070"/>
                    <a:pt x="6692" y="2394"/>
                    <a:pt x="6392" y="1792"/>
                  </a:cubicBezTo>
                  <a:cubicBezTo>
                    <a:pt x="6091" y="1191"/>
                    <a:pt x="5640" y="664"/>
                    <a:pt x="5038" y="364"/>
                  </a:cubicBezTo>
                  <a:cubicBezTo>
                    <a:pt x="4585" y="118"/>
                    <a:pt x="4089" y="1"/>
                    <a:pt x="358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0" name="Google Shape;5640;p55"/>
            <p:cNvSpPr/>
            <p:nvPr/>
          </p:nvSpPr>
          <p:spPr>
            <a:xfrm>
              <a:off x="8264252" y="3356759"/>
              <a:ext cx="14383" cy="32258"/>
            </a:xfrm>
            <a:custGeom>
              <a:rect b="b" l="l" r="r" t="t"/>
              <a:pathLst>
                <a:path extrusionOk="0" h="619" w="276">
                  <a:moveTo>
                    <a:pt x="201" y="1"/>
                  </a:moveTo>
                  <a:cubicBezTo>
                    <a:pt x="176" y="26"/>
                    <a:pt x="151" y="51"/>
                    <a:pt x="126" y="76"/>
                  </a:cubicBezTo>
                  <a:cubicBezTo>
                    <a:pt x="126" y="126"/>
                    <a:pt x="126" y="151"/>
                    <a:pt x="126" y="201"/>
                  </a:cubicBezTo>
                  <a:cubicBezTo>
                    <a:pt x="126" y="226"/>
                    <a:pt x="100" y="276"/>
                    <a:pt x="100" y="301"/>
                  </a:cubicBezTo>
                  <a:cubicBezTo>
                    <a:pt x="75" y="377"/>
                    <a:pt x="50" y="452"/>
                    <a:pt x="0" y="527"/>
                  </a:cubicBezTo>
                  <a:cubicBezTo>
                    <a:pt x="0" y="552"/>
                    <a:pt x="0" y="602"/>
                    <a:pt x="25" y="602"/>
                  </a:cubicBezTo>
                  <a:cubicBezTo>
                    <a:pt x="46" y="612"/>
                    <a:pt x="63" y="619"/>
                    <a:pt x="76" y="619"/>
                  </a:cubicBezTo>
                  <a:cubicBezTo>
                    <a:pt x="96" y="619"/>
                    <a:pt x="111" y="606"/>
                    <a:pt x="126" y="577"/>
                  </a:cubicBezTo>
                  <a:cubicBezTo>
                    <a:pt x="226" y="427"/>
                    <a:pt x="276" y="251"/>
                    <a:pt x="276" y="76"/>
                  </a:cubicBezTo>
                  <a:cubicBezTo>
                    <a:pt x="276" y="51"/>
                    <a:pt x="251" y="1"/>
                    <a:pt x="2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1" name="Google Shape;5641;p55"/>
            <p:cNvSpPr/>
            <p:nvPr/>
          </p:nvSpPr>
          <p:spPr>
            <a:xfrm>
              <a:off x="8279885" y="3320177"/>
              <a:ext cx="7921" cy="7921"/>
            </a:xfrm>
            <a:custGeom>
              <a:rect b="b" l="l" r="r" t="t"/>
              <a:pathLst>
                <a:path extrusionOk="0" h="152" w="152">
                  <a:moveTo>
                    <a:pt x="26" y="1"/>
                  </a:moveTo>
                  <a:cubicBezTo>
                    <a:pt x="26" y="26"/>
                    <a:pt x="1" y="26"/>
                    <a:pt x="1" y="26"/>
                  </a:cubicBezTo>
                  <a:cubicBezTo>
                    <a:pt x="1" y="26"/>
                    <a:pt x="1" y="51"/>
                    <a:pt x="1" y="51"/>
                  </a:cubicBezTo>
                  <a:lnTo>
                    <a:pt x="1" y="76"/>
                  </a:lnTo>
                  <a:cubicBezTo>
                    <a:pt x="1" y="101"/>
                    <a:pt x="1" y="101"/>
                    <a:pt x="1" y="101"/>
                  </a:cubicBezTo>
                  <a:cubicBezTo>
                    <a:pt x="1" y="126"/>
                    <a:pt x="1" y="126"/>
                    <a:pt x="26" y="126"/>
                  </a:cubicBezTo>
                  <a:cubicBezTo>
                    <a:pt x="26" y="151"/>
                    <a:pt x="26" y="151"/>
                    <a:pt x="51" y="151"/>
                  </a:cubicBezTo>
                  <a:lnTo>
                    <a:pt x="76" y="151"/>
                  </a:lnTo>
                  <a:cubicBezTo>
                    <a:pt x="101" y="151"/>
                    <a:pt x="101" y="151"/>
                    <a:pt x="126" y="126"/>
                  </a:cubicBezTo>
                  <a:cubicBezTo>
                    <a:pt x="126" y="101"/>
                    <a:pt x="151" y="101"/>
                    <a:pt x="151" y="76"/>
                  </a:cubicBezTo>
                  <a:lnTo>
                    <a:pt x="151" y="51"/>
                  </a:lnTo>
                  <a:cubicBezTo>
                    <a:pt x="151" y="51"/>
                    <a:pt x="151" y="51"/>
                    <a:pt x="126" y="26"/>
                  </a:cubicBezTo>
                  <a:cubicBezTo>
                    <a:pt x="126" y="26"/>
                    <a:pt x="126" y="26"/>
                    <a:pt x="126"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2" name="Google Shape;5642;p55"/>
            <p:cNvSpPr/>
            <p:nvPr/>
          </p:nvSpPr>
          <p:spPr>
            <a:xfrm>
              <a:off x="7988634" y="3302251"/>
              <a:ext cx="15738" cy="24545"/>
            </a:xfrm>
            <a:custGeom>
              <a:rect b="b" l="l" r="r" t="t"/>
              <a:pathLst>
                <a:path extrusionOk="0" h="471" w="302">
                  <a:moveTo>
                    <a:pt x="227" y="0"/>
                  </a:moveTo>
                  <a:cubicBezTo>
                    <a:pt x="208" y="0"/>
                    <a:pt x="189" y="6"/>
                    <a:pt x="176" y="19"/>
                  </a:cubicBezTo>
                  <a:cubicBezTo>
                    <a:pt x="76" y="119"/>
                    <a:pt x="26" y="245"/>
                    <a:pt x="1" y="395"/>
                  </a:cubicBezTo>
                  <a:cubicBezTo>
                    <a:pt x="1" y="420"/>
                    <a:pt x="26" y="470"/>
                    <a:pt x="76" y="470"/>
                  </a:cubicBezTo>
                  <a:cubicBezTo>
                    <a:pt x="126" y="470"/>
                    <a:pt x="151" y="445"/>
                    <a:pt x="151" y="395"/>
                  </a:cubicBezTo>
                  <a:cubicBezTo>
                    <a:pt x="151" y="370"/>
                    <a:pt x="151" y="370"/>
                    <a:pt x="151" y="370"/>
                  </a:cubicBezTo>
                  <a:cubicBezTo>
                    <a:pt x="151" y="345"/>
                    <a:pt x="151" y="345"/>
                    <a:pt x="151" y="320"/>
                  </a:cubicBezTo>
                  <a:cubicBezTo>
                    <a:pt x="151" y="320"/>
                    <a:pt x="176" y="295"/>
                    <a:pt x="176" y="295"/>
                  </a:cubicBezTo>
                  <a:cubicBezTo>
                    <a:pt x="176" y="270"/>
                    <a:pt x="176" y="270"/>
                    <a:pt x="176" y="270"/>
                  </a:cubicBezTo>
                  <a:lnTo>
                    <a:pt x="176" y="245"/>
                  </a:lnTo>
                  <a:cubicBezTo>
                    <a:pt x="201" y="220"/>
                    <a:pt x="201" y="194"/>
                    <a:pt x="227" y="194"/>
                  </a:cubicBezTo>
                  <a:cubicBezTo>
                    <a:pt x="227" y="169"/>
                    <a:pt x="227" y="169"/>
                    <a:pt x="252" y="144"/>
                  </a:cubicBezTo>
                  <a:cubicBezTo>
                    <a:pt x="252" y="144"/>
                    <a:pt x="252" y="119"/>
                    <a:pt x="277" y="119"/>
                  </a:cubicBezTo>
                  <a:cubicBezTo>
                    <a:pt x="302" y="94"/>
                    <a:pt x="302" y="44"/>
                    <a:pt x="277" y="19"/>
                  </a:cubicBezTo>
                  <a:cubicBezTo>
                    <a:pt x="264" y="6"/>
                    <a:pt x="245" y="0"/>
                    <a:pt x="22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3" name="Google Shape;5643;p55"/>
            <p:cNvSpPr/>
            <p:nvPr/>
          </p:nvSpPr>
          <p:spPr>
            <a:xfrm>
              <a:off x="8004320" y="3308452"/>
              <a:ext cx="13132" cy="18917"/>
            </a:xfrm>
            <a:custGeom>
              <a:rect b="b" l="l" r="r" t="t"/>
              <a:pathLst>
                <a:path extrusionOk="0" h="363" w="252">
                  <a:moveTo>
                    <a:pt x="176" y="0"/>
                  </a:moveTo>
                  <a:cubicBezTo>
                    <a:pt x="151" y="25"/>
                    <a:pt x="126" y="25"/>
                    <a:pt x="126" y="50"/>
                  </a:cubicBezTo>
                  <a:cubicBezTo>
                    <a:pt x="101" y="126"/>
                    <a:pt x="51" y="176"/>
                    <a:pt x="26" y="251"/>
                  </a:cubicBezTo>
                  <a:cubicBezTo>
                    <a:pt x="26" y="276"/>
                    <a:pt x="1" y="276"/>
                    <a:pt x="26" y="301"/>
                  </a:cubicBezTo>
                  <a:cubicBezTo>
                    <a:pt x="26" y="326"/>
                    <a:pt x="26" y="351"/>
                    <a:pt x="51" y="351"/>
                  </a:cubicBezTo>
                  <a:cubicBezTo>
                    <a:pt x="68" y="351"/>
                    <a:pt x="73" y="362"/>
                    <a:pt x="82" y="362"/>
                  </a:cubicBezTo>
                  <a:cubicBezTo>
                    <a:pt x="87" y="362"/>
                    <a:pt x="93" y="360"/>
                    <a:pt x="101" y="351"/>
                  </a:cubicBezTo>
                  <a:cubicBezTo>
                    <a:pt x="126" y="351"/>
                    <a:pt x="151" y="351"/>
                    <a:pt x="151" y="326"/>
                  </a:cubicBezTo>
                  <a:lnTo>
                    <a:pt x="251" y="126"/>
                  </a:lnTo>
                  <a:cubicBezTo>
                    <a:pt x="251" y="101"/>
                    <a:pt x="251" y="75"/>
                    <a:pt x="251" y="50"/>
                  </a:cubicBezTo>
                  <a:cubicBezTo>
                    <a:pt x="251" y="50"/>
                    <a:pt x="226" y="25"/>
                    <a:pt x="226" y="25"/>
                  </a:cubicBezTo>
                  <a:cubicBezTo>
                    <a:pt x="201" y="0"/>
                    <a:pt x="176" y="0"/>
                    <a:pt x="17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4" name="Google Shape;5644;p55"/>
            <p:cNvSpPr/>
            <p:nvPr/>
          </p:nvSpPr>
          <p:spPr>
            <a:xfrm>
              <a:off x="8101612" y="3172910"/>
              <a:ext cx="85204" cy="17353"/>
            </a:xfrm>
            <a:custGeom>
              <a:rect b="b" l="l" r="r" t="t"/>
              <a:pathLst>
                <a:path extrusionOk="0" h="333" w="1635">
                  <a:moveTo>
                    <a:pt x="921" y="0"/>
                  </a:moveTo>
                  <a:cubicBezTo>
                    <a:pt x="624" y="0"/>
                    <a:pt x="327" y="64"/>
                    <a:pt x="64" y="195"/>
                  </a:cubicBezTo>
                  <a:cubicBezTo>
                    <a:pt x="1" y="237"/>
                    <a:pt x="43" y="332"/>
                    <a:pt x="103" y="332"/>
                  </a:cubicBezTo>
                  <a:cubicBezTo>
                    <a:pt x="114" y="332"/>
                    <a:pt x="127" y="329"/>
                    <a:pt x="139" y="321"/>
                  </a:cubicBezTo>
                  <a:cubicBezTo>
                    <a:pt x="382" y="206"/>
                    <a:pt x="650" y="149"/>
                    <a:pt x="919" y="149"/>
                  </a:cubicBezTo>
                  <a:cubicBezTo>
                    <a:pt x="1121" y="149"/>
                    <a:pt x="1324" y="181"/>
                    <a:pt x="1517" y="245"/>
                  </a:cubicBezTo>
                  <a:cubicBezTo>
                    <a:pt x="1523" y="247"/>
                    <a:pt x="1529" y="248"/>
                    <a:pt x="1534" y="248"/>
                  </a:cubicBezTo>
                  <a:cubicBezTo>
                    <a:pt x="1599" y="248"/>
                    <a:pt x="1635" y="118"/>
                    <a:pt x="1542" y="95"/>
                  </a:cubicBezTo>
                  <a:cubicBezTo>
                    <a:pt x="1344" y="32"/>
                    <a:pt x="1133" y="0"/>
                    <a:pt x="921"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5" name="Google Shape;5645;p55"/>
            <p:cNvSpPr/>
            <p:nvPr/>
          </p:nvSpPr>
          <p:spPr>
            <a:xfrm>
              <a:off x="8082695" y="3190889"/>
              <a:ext cx="10527" cy="7869"/>
            </a:xfrm>
            <a:custGeom>
              <a:rect b="b" l="l" r="r" t="t"/>
              <a:pathLst>
                <a:path extrusionOk="0" h="151"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6" name="Google Shape;5646;p55"/>
            <p:cNvSpPr/>
            <p:nvPr/>
          </p:nvSpPr>
          <p:spPr>
            <a:xfrm>
              <a:off x="8082018" y="3448892"/>
              <a:ext cx="77804" cy="19594"/>
            </a:xfrm>
            <a:custGeom>
              <a:rect b="b" l="l" r="r" t="t"/>
              <a:pathLst>
                <a:path extrusionOk="0" h="376" w="1493">
                  <a:moveTo>
                    <a:pt x="103" y="0"/>
                  </a:moveTo>
                  <a:cubicBezTo>
                    <a:pt x="43" y="0"/>
                    <a:pt x="1" y="95"/>
                    <a:pt x="64" y="137"/>
                  </a:cubicBezTo>
                  <a:cubicBezTo>
                    <a:pt x="415" y="282"/>
                    <a:pt x="784" y="376"/>
                    <a:pt x="1156" y="376"/>
                  </a:cubicBezTo>
                  <a:cubicBezTo>
                    <a:pt x="1235" y="376"/>
                    <a:pt x="1313" y="372"/>
                    <a:pt x="1392" y="363"/>
                  </a:cubicBezTo>
                  <a:cubicBezTo>
                    <a:pt x="1492" y="363"/>
                    <a:pt x="1492" y="213"/>
                    <a:pt x="1392" y="213"/>
                  </a:cubicBezTo>
                  <a:cubicBezTo>
                    <a:pt x="1305" y="223"/>
                    <a:pt x="1218" y="228"/>
                    <a:pt x="1131" y="228"/>
                  </a:cubicBezTo>
                  <a:cubicBezTo>
                    <a:pt x="793" y="228"/>
                    <a:pt x="458" y="152"/>
                    <a:pt x="139" y="12"/>
                  </a:cubicBezTo>
                  <a:cubicBezTo>
                    <a:pt x="127" y="4"/>
                    <a:pt x="115" y="0"/>
                    <a:pt x="103"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7" name="Google Shape;5647;p55"/>
            <p:cNvSpPr/>
            <p:nvPr/>
          </p:nvSpPr>
          <p:spPr>
            <a:xfrm>
              <a:off x="8025216" y="3290161"/>
              <a:ext cx="237789" cy="152846"/>
            </a:xfrm>
            <a:custGeom>
              <a:rect b="b" l="l" r="r" t="t"/>
              <a:pathLst>
                <a:path extrusionOk="0" h="2933" w="4563">
                  <a:moveTo>
                    <a:pt x="4286" y="0"/>
                  </a:moveTo>
                  <a:cubicBezTo>
                    <a:pt x="3785" y="552"/>
                    <a:pt x="3033" y="903"/>
                    <a:pt x="2281" y="953"/>
                  </a:cubicBezTo>
                  <a:cubicBezTo>
                    <a:pt x="2223" y="957"/>
                    <a:pt x="2164" y="959"/>
                    <a:pt x="2105" y="959"/>
                  </a:cubicBezTo>
                  <a:cubicBezTo>
                    <a:pt x="1410" y="959"/>
                    <a:pt x="708" y="688"/>
                    <a:pt x="176" y="226"/>
                  </a:cubicBezTo>
                  <a:lnTo>
                    <a:pt x="176" y="226"/>
                  </a:lnTo>
                  <a:cubicBezTo>
                    <a:pt x="176" y="226"/>
                    <a:pt x="1" y="2933"/>
                    <a:pt x="2281" y="2933"/>
                  </a:cubicBezTo>
                  <a:cubicBezTo>
                    <a:pt x="4562" y="2933"/>
                    <a:pt x="4287" y="1"/>
                    <a:pt x="4286"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8" name="Google Shape;5648;p55"/>
            <p:cNvSpPr/>
            <p:nvPr/>
          </p:nvSpPr>
          <p:spPr>
            <a:xfrm>
              <a:off x="8029125" y="3286148"/>
              <a:ext cx="226012" cy="159464"/>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9" name="Google Shape;5649;p55"/>
            <p:cNvSpPr/>
            <p:nvPr/>
          </p:nvSpPr>
          <p:spPr>
            <a:xfrm>
              <a:off x="8052679" y="3366400"/>
              <a:ext cx="177652" cy="80410"/>
            </a:xfrm>
            <a:custGeom>
              <a:rect b="b" l="l" r="r" t="t"/>
              <a:pathLst>
                <a:path extrusionOk="0" h="1543" w="3409">
                  <a:moveTo>
                    <a:pt x="2595" y="251"/>
                  </a:moveTo>
                  <a:cubicBezTo>
                    <a:pt x="2633" y="251"/>
                    <a:pt x="2670" y="256"/>
                    <a:pt x="2707" y="267"/>
                  </a:cubicBezTo>
                  <a:cubicBezTo>
                    <a:pt x="2757" y="292"/>
                    <a:pt x="2782" y="317"/>
                    <a:pt x="2757" y="367"/>
                  </a:cubicBezTo>
                  <a:cubicBezTo>
                    <a:pt x="2757" y="392"/>
                    <a:pt x="2707" y="417"/>
                    <a:pt x="2682" y="417"/>
                  </a:cubicBezTo>
                  <a:cubicBezTo>
                    <a:pt x="2657" y="417"/>
                    <a:pt x="2632" y="392"/>
                    <a:pt x="2632" y="392"/>
                  </a:cubicBezTo>
                  <a:lnTo>
                    <a:pt x="2556" y="392"/>
                  </a:lnTo>
                  <a:cubicBezTo>
                    <a:pt x="2556" y="392"/>
                    <a:pt x="2531" y="417"/>
                    <a:pt x="2531" y="417"/>
                  </a:cubicBezTo>
                  <a:lnTo>
                    <a:pt x="2481" y="417"/>
                  </a:lnTo>
                  <a:cubicBezTo>
                    <a:pt x="2456" y="417"/>
                    <a:pt x="2456" y="442"/>
                    <a:pt x="2456" y="442"/>
                  </a:cubicBezTo>
                  <a:cubicBezTo>
                    <a:pt x="2431" y="442"/>
                    <a:pt x="2431" y="442"/>
                    <a:pt x="2406" y="467"/>
                  </a:cubicBezTo>
                  <a:cubicBezTo>
                    <a:pt x="2381" y="467"/>
                    <a:pt x="2381" y="492"/>
                    <a:pt x="2381" y="492"/>
                  </a:cubicBezTo>
                  <a:cubicBezTo>
                    <a:pt x="2381" y="492"/>
                    <a:pt x="2381" y="492"/>
                    <a:pt x="2356" y="517"/>
                  </a:cubicBezTo>
                  <a:cubicBezTo>
                    <a:pt x="2341" y="547"/>
                    <a:pt x="2318" y="559"/>
                    <a:pt x="2296" y="559"/>
                  </a:cubicBezTo>
                  <a:cubicBezTo>
                    <a:pt x="2281" y="559"/>
                    <a:pt x="2266" y="553"/>
                    <a:pt x="2256" y="542"/>
                  </a:cubicBezTo>
                  <a:cubicBezTo>
                    <a:pt x="2231" y="542"/>
                    <a:pt x="2206" y="492"/>
                    <a:pt x="2231" y="442"/>
                  </a:cubicBezTo>
                  <a:cubicBezTo>
                    <a:pt x="2310" y="323"/>
                    <a:pt x="2452" y="251"/>
                    <a:pt x="2595" y="251"/>
                  </a:cubicBezTo>
                  <a:close/>
                  <a:moveTo>
                    <a:pt x="789" y="362"/>
                  </a:moveTo>
                  <a:cubicBezTo>
                    <a:pt x="989" y="362"/>
                    <a:pt x="1197" y="436"/>
                    <a:pt x="1328" y="567"/>
                  </a:cubicBezTo>
                  <a:cubicBezTo>
                    <a:pt x="1385" y="624"/>
                    <a:pt x="1342" y="694"/>
                    <a:pt x="1286" y="694"/>
                  </a:cubicBezTo>
                  <a:cubicBezTo>
                    <a:pt x="1267" y="694"/>
                    <a:pt x="1247" y="687"/>
                    <a:pt x="1228" y="668"/>
                  </a:cubicBezTo>
                  <a:cubicBezTo>
                    <a:pt x="1119" y="559"/>
                    <a:pt x="972" y="487"/>
                    <a:pt x="803" y="487"/>
                  </a:cubicBezTo>
                  <a:cubicBezTo>
                    <a:pt x="778" y="487"/>
                    <a:pt x="753" y="489"/>
                    <a:pt x="727" y="492"/>
                  </a:cubicBezTo>
                  <a:cubicBezTo>
                    <a:pt x="720" y="499"/>
                    <a:pt x="712" y="502"/>
                    <a:pt x="703" y="502"/>
                  </a:cubicBezTo>
                  <a:cubicBezTo>
                    <a:pt x="679" y="502"/>
                    <a:pt x="652" y="479"/>
                    <a:pt x="652" y="442"/>
                  </a:cubicBezTo>
                  <a:cubicBezTo>
                    <a:pt x="652" y="417"/>
                    <a:pt x="652" y="367"/>
                    <a:pt x="702" y="367"/>
                  </a:cubicBezTo>
                  <a:cubicBezTo>
                    <a:pt x="730" y="364"/>
                    <a:pt x="760" y="362"/>
                    <a:pt x="789" y="362"/>
                  </a:cubicBezTo>
                  <a:close/>
                  <a:moveTo>
                    <a:pt x="1504" y="643"/>
                  </a:moveTo>
                  <a:cubicBezTo>
                    <a:pt x="1604" y="643"/>
                    <a:pt x="1604" y="793"/>
                    <a:pt x="1504" y="793"/>
                  </a:cubicBezTo>
                  <a:cubicBezTo>
                    <a:pt x="1404" y="793"/>
                    <a:pt x="1404" y="643"/>
                    <a:pt x="1504" y="643"/>
                  </a:cubicBezTo>
                  <a:close/>
                  <a:moveTo>
                    <a:pt x="2446" y="0"/>
                  </a:moveTo>
                  <a:cubicBezTo>
                    <a:pt x="2347" y="0"/>
                    <a:pt x="2249" y="20"/>
                    <a:pt x="2155" y="66"/>
                  </a:cubicBezTo>
                  <a:cubicBezTo>
                    <a:pt x="1980" y="166"/>
                    <a:pt x="1830" y="317"/>
                    <a:pt x="1830" y="542"/>
                  </a:cubicBezTo>
                  <a:cubicBezTo>
                    <a:pt x="1830" y="578"/>
                    <a:pt x="1792" y="613"/>
                    <a:pt x="1752" y="613"/>
                  </a:cubicBezTo>
                  <a:cubicBezTo>
                    <a:pt x="1736" y="613"/>
                    <a:pt x="1719" y="607"/>
                    <a:pt x="1704" y="593"/>
                  </a:cubicBezTo>
                  <a:cubicBezTo>
                    <a:pt x="1472" y="313"/>
                    <a:pt x="1131" y="164"/>
                    <a:pt x="783" y="164"/>
                  </a:cubicBezTo>
                  <a:cubicBezTo>
                    <a:pt x="756" y="164"/>
                    <a:pt x="729" y="165"/>
                    <a:pt x="702" y="166"/>
                  </a:cubicBezTo>
                  <a:cubicBezTo>
                    <a:pt x="426" y="217"/>
                    <a:pt x="176" y="367"/>
                    <a:pt x="0" y="593"/>
                  </a:cubicBezTo>
                  <a:cubicBezTo>
                    <a:pt x="150" y="868"/>
                    <a:pt x="351" y="1094"/>
                    <a:pt x="627" y="1244"/>
                  </a:cubicBezTo>
                  <a:cubicBezTo>
                    <a:pt x="956" y="1442"/>
                    <a:pt x="1355" y="1543"/>
                    <a:pt x="1750" y="1543"/>
                  </a:cubicBezTo>
                  <a:cubicBezTo>
                    <a:pt x="2106" y="1543"/>
                    <a:pt x="2460" y="1461"/>
                    <a:pt x="2757" y="1294"/>
                  </a:cubicBezTo>
                  <a:cubicBezTo>
                    <a:pt x="3033" y="1119"/>
                    <a:pt x="3233" y="918"/>
                    <a:pt x="3409" y="668"/>
                  </a:cubicBezTo>
                  <a:cubicBezTo>
                    <a:pt x="3258" y="417"/>
                    <a:pt x="3058" y="192"/>
                    <a:pt x="2782" y="66"/>
                  </a:cubicBezTo>
                  <a:cubicBezTo>
                    <a:pt x="2675" y="26"/>
                    <a:pt x="2560" y="0"/>
                    <a:pt x="244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0" name="Google Shape;5650;p55"/>
            <p:cNvSpPr/>
            <p:nvPr/>
          </p:nvSpPr>
          <p:spPr>
            <a:xfrm>
              <a:off x="8029125" y="3286148"/>
              <a:ext cx="226012" cy="159464"/>
            </a:xfrm>
            <a:custGeom>
              <a:rect b="b" l="l" r="r" t="t"/>
              <a:pathLst>
                <a:path extrusionOk="0" h="3060" w="4337">
                  <a:moveTo>
                    <a:pt x="4156" y="239"/>
                  </a:moveTo>
                  <a:lnTo>
                    <a:pt x="4156" y="239"/>
                  </a:lnTo>
                  <a:cubicBezTo>
                    <a:pt x="4177" y="492"/>
                    <a:pt x="4152" y="753"/>
                    <a:pt x="4111" y="980"/>
                  </a:cubicBezTo>
                  <a:cubicBezTo>
                    <a:pt x="4036" y="1556"/>
                    <a:pt x="3836" y="2133"/>
                    <a:pt x="3409" y="2508"/>
                  </a:cubicBezTo>
                  <a:cubicBezTo>
                    <a:pt x="3078" y="2795"/>
                    <a:pt x="2628" y="2927"/>
                    <a:pt x="2187" y="2927"/>
                  </a:cubicBezTo>
                  <a:cubicBezTo>
                    <a:pt x="1894" y="2927"/>
                    <a:pt x="1604" y="2869"/>
                    <a:pt x="1354" y="2759"/>
                  </a:cubicBezTo>
                  <a:cubicBezTo>
                    <a:pt x="778" y="2508"/>
                    <a:pt x="452" y="1982"/>
                    <a:pt x="302" y="1406"/>
                  </a:cubicBezTo>
                  <a:cubicBezTo>
                    <a:pt x="226" y="1180"/>
                    <a:pt x="201" y="955"/>
                    <a:pt x="176" y="729"/>
                  </a:cubicBezTo>
                  <a:cubicBezTo>
                    <a:pt x="176" y="629"/>
                    <a:pt x="176" y="554"/>
                    <a:pt x="176" y="478"/>
                  </a:cubicBezTo>
                  <a:cubicBezTo>
                    <a:pt x="176" y="471"/>
                    <a:pt x="176" y="464"/>
                    <a:pt x="176" y="456"/>
                  </a:cubicBezTo>
                  <a:lnTo>
                    <a:pt x="176" y="456"/>
                  </a:lnTo>
                  <a:cubicBezTo>
                    <a:pt x="723" y="883"/>
                    <a:pt x="1385" y="1100"/>
                    <a:pt x="2050" y="1100"/>
                  </a:cubicBezTo>
                  <a:cubicBezTo>
                    <a:pt x="2532" y="1100"/>
                    <a:pt x="3016" y="986"/>
                    <a:pt x="3460" y="754"/>
                  </a:cubicBezTo>
                  <a:cubicBezTo>
                    <a:pt x="3715" y="626"/>
                    <a:pt x="3952" y="445"/>
                    <a:pt x="4156" y="239"/>
                  </a:cubicBezTo>
                  <a:close/>
                  <a:moveTo>
                    <a:pt x="4219" y="1"/>
                  </a:moveTo>
                  <a:cubicBezTo>
                    <a:pt x="4214" y="1"/>
                    <a:pt x="4208" y="1"/>
                    <a:pt x="4203" y="3"/>
                  </a:cubicBezTo>
                  <a:lnTo>
                    <a:pt x="4203" y="3"/>
                  </a:lnTo>
                  <a:cubicBezTo>
                    <a:pt x="4176" y="5"/>
                    <a:pt x="4151" y="21"/>
                    <a:pt x="4141" y="50"/>
                  </a:cubicBezTo>
                  <a:lnTo>
                    <a:pt x="4141" y="50"/>
                  </a:lnTo>
                  <a:cubicBezTo>
                    <a:pt x="3594" y="636"/>
                    <a:pt x="2819" y="955"/>
                    <a:pt x="2028" y="955"/>
                  </a:cubicBezTo>
                  <a:cubicBezTo>
                    <a:pt x="1692" y="955"/>
                    <a:pt x="1354" y="897"/>
                    <a:pt x="1029" y="779"/>
                  </a:cubicBezTo>
                  <a:cubicBezTo>
                    <a:pt x="703" y="654"/>
                    <a:pt x="402" y="478"/>
                    <a:pt x="151" y="253"/>
                  </a:cubicBezTo>
                  <a:cubicBezTo>
                    <a:pt x="138" y="246"/>
                    <a:pt x="123" y="243"/>
                    <a:pt x="108" y="243"/>
                  </a:cubicBezTo>
                  <a:cubicBezTo>
                    <a:pt x="66" y="243"/>
                    <a:pt x="26" y="266"/>
                    <a:pt x="26" y="303"/>
                  </a:cubicBezTo>
                  <a:cubicBezTo>
                    <a:pt x="1" y="629"/>
                    <a:pt x="51" y="980"/>
                    <a:pt x="126" y="1305"/>
                  </a:cubicBezTo>
                  <a:cubicBezTo>
                    <a:pt x="252" y="1882"/>
                    <a:pt x="552" y="2458"/>
                    <a:pt x="1079" y="2784"/>
                  </a:cubicBezTo>
                  <a:cubicBezTo>
                    <a:pt x="1430" y="2985"/>
                    <a:pt x="1805" y="3060"/>
                    <a:pt x="2206" y="3060"/>
                  </a:cubicBezTo>
                  <a:cubicBezTo>
                    <a:pt x="2582" y="3060"/>
                    <a:pt x="2958" y="2985"/>
                    <a:pt x="3284" y="2784"/>
                  </a:cubicBezTo>
                  <a:cubicBezTo>
                    <a:pt x="3810" y="2458"/>
                    <a:pt x="4086" y="1857"/>
                    <a:pt x="4211" y="1280"/>
                  </a:cubicBezTo>
                  <a:cubicBezTo>
                    <a:pt x="4287" y="879"/>
                    <a:pt x="4337" y="478"/>
                    <a:pt x="4287" y="102"/>
                  </a:cubicBezTo>
                  <a:cubicBezTo>
                    <a:pt x="4287" y="102"/>
                    <a:pt x="4287" y="92"/>
                    <a:pt x="4287" y="84"/>
                  </a:cubicBezTo>
                  <a:lnTo>
                    <a:pt x="4287" y="84"/>
                  </a:lnTo>
                  <a:cubicBezTo>
                    <a:pt x="4296" y="40"/>
                    <a:pt x="4262" y="1"/>
                    <a:pt x="4219"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1" name="Google Shape;5651;p55"/>
            <p:cNvSpPr/>
            <p:nvPr/>
          </p:nvSpPr>
          <p:spPr>
            <a:xfrm>
              <a:off x="8042205" y="3222051"/>
              <a:ext cx="61441" cy="64619"/>
            </a:xfrm>
            <a:custGeom>
              <a:rect b="b" l="l" r="r" t="t"/>
              <a:pathLst>
                <a:path extrusionOk="0" h="1240" w="1179">
                  <a:moveTo>
                    <a:pt x="80" y="0"/>
                  </a:moveTo>
                  <a:cubicBezTo>
                    <a:pt x="64" y="0"/>
                    <a:pt x="47" y="8"/>
                    <a:pt x="26" y="29"/>
                  </a:cubicBezTo>
                  <a:cubicBezTo>
                    <a:pt x="1" y="54"/>
                    <a:pt x="1" y="104"/>
                    <a:pt x="26" y="129"/>
                  </a:cubicBezTo>
                  <a:lnTo>
                    <a:pt x="911" y="816"/>
                  </a:lnTo>
                  <a:lnTo>
                    <a:pt x="911" y="816"/>
                  </a:lnTo>
                  <a:cubicBezTo>
                    <a:pt x="639" y="886"/>
                    <a:pt x="382" y="975"/>
                    <a:pt x="126" y="1082"/>
                  </a:cubicBezTo>
                  <a:cubicBezTo>
                    <a:pt x="76" y="1107"/>
                    <a:pt x="51" y="1132"/>
                    <a:pt x="51" y="1182"/>
                  </a:cubicBezTo>
                  <a:cubicBezTo>
                    <a:pt x="71" y="1202"/>
                    <a:pt x="108" y="1239"/>
                    <a:pt x="134" y="1239"/>
                  </a:cubicBezTo>
                  <a:cubicBezTo>
                    <a:pt x="140" y="1239"/>
                    <a:pt x="146" y="1237"/>
                    <a:pt x="151" y="1232"/>
                  </a:cubicBezTo>
                  <a:cubicBezTo>
                    <a:pt x="452" y="1107"/>
                    <a:pt x="778" y="1007"/>
                    <a:pt x="1103" y="906"/>
                  </a:cubicBezTo>
                  <a:cubicBezTo>
                    <a:pt x="1153" y="906"/>
                    <a:pt x="1179" y="831"/>
                    <a:pt x="1128" y="781"/>
                  </a:cubicBezTo>
                  <a:cubicBezTo>
                    <a:pt x="803" y="530"/>
                    <a:pt x="477" y="280"/>
                    <a:pt x="151" y="29"/>
                  </a:cubicBezTo>
                  <a:cubicBezTo>
                    <a:pt x="122" y="15"/>
                    <a:pt x="101" y="0"/>
                    <a:pt x="8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2" name="Google Shape;5652;p55"/>
            <p:cNvSpPr/>
            <p:nvPr/>
          </p:nvSpPr>
          <p:spPr>
            <a:xfrm>
              <a:off x="8184573" y="3217361"/>
              <a:ext cx="55917" cy="65141"/>
            </a:xfrm>
            <a:custGeom>
              <a:rect b="b" l="l" r="r" t="t"/>
              <a:pathLst>
                <a:path extrusionOk="0" h="1250" w="1073">
                  <a:moveTo>
                    <a:pt x="915" y="0"/>
                  </a:moveTo>
                  <a:cubicBezTo>
                    <a:pt x="890" y="0"/>
                    <a:pt x="865" y="6"/>
                    <a:pt x="853" y="19"/>
                  </a:cubicBezTo>
                  <a:cubicBezTo>
                    <a:pt x="627" y="320"/>
                    <a:pt x="351" y="570"/>
                    <a:pt x="51" y="771"/>
                  </a:cubicBezTo>
                  <a:cubicBezTo>
                    <a:pt x="0" y="821"/>
                    <a:pt x="0" y="896"/>
                    <a:pt x="76" y="921"/>
                  </a:cubicBezTo>
                  <a:cubicBezTo>
                    <a:pt x="376" y="1021"/>
                    <a:pt x="652" y="1122"/>
                    <a:pt x="953" y="1247"/>
                  </a:cubicBezTo>
                  <a:cubicBezTo>
                    <a:pt x="960" y="1249"/>
                    <a:pt x="968" y="1250"/>
                    <a:pt x="974" y="1250"/>
                  </a:cubicBezTo>
                  <a:cubicBezTo>
                    <a:pt x="1056" y="1250"/>
                    <a:pt x="1072" y="1120"/>
                    <a:pt x="1003" y="1097"/>
                  </a:cubicBezTo>
                  <a:cubicBezTo>
                    <a:pt x="755" y="1014"/>
                    <a:pt x="507" y="914"/>
                    <a:pt x="259" y="826"/>
                  </a:cubicBezTo>
                  <a:lnTo>
                    <a:pt x="259" y="826"/>
                  </a:lnTo>
                  <a:cubicBezTo>
                    <a:pt x="528" y="625"/>
                    <a:pt x="762" y="403"/>
                    <a:pt x="978" y="144"/>
                  </a:cubicBezTo>
                  <a:cubicBezTo>
                    <a:pt x="1003" y="94"/>
                    <a:pt x="1003" y="69"/>
                    <a:pt x="978" y="19"/>
                  </a:cubicBezTo>
                  <a:cubicBezTo>
                    <a:pt x="965" y="6"/>
                    <a:pt x="940" y="0"/>
                    <a:pt x="915"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3" name="Google Shape;5653;p55"/>
            <p:cNvSpPr/>
            <p:nvPr/>
          </p:nvSpPr>
          <p:spPr>
            <a:xfrm>
              <a:off x="4508009" y="1028063"/>
              <a:ext cx="1043605" cy="587360"/>
            </a:xfrm>
            <a:custGeom>
              <a:rect b="b" l="l" r="r" t="t"/>
              <a:pathLst>
                <a:path extrusionOk="0" h="11271" w="20026">
                  <a:moveTo>
                    <a:pt x="151" y="1"/>
                  </a:moveTo>
                  <a:lnTo>
                    <a:pt x="1" y="5189"/>
                  </a:lnTo>
                  <a:cubicBezTo>
                    <a:pt x="3735" y="5615"/>
                    <a:pt x="7469" y="6041"/>
                    <a:pt x="11229" y="6442"/>
                  </a:cubicBezTo>
                  <a:cubicBezTo>
                    <a:pt x="11154" y="6542"/>
                    <a:pt x="11103" y="6642"/>
                    <a:pt x="11103" y="6642"/>
                  </a:cubicBezTo>
                  <a:cubicBezTo>
                    <a:pt x="10878" y="6993"/>
                    <a:pt x="11078" y="7469"/>
                    <a:pt x="11354" y="7770"/>
                  </a:cubicBezTo>
                  <a:cubicBezTo>
                    <a:pt x="11630" y="8071"/>
                    <a:pt x="11981" y="8347"/>
                    <a:pt x="12131" y="8722"/>
                  </a:cubicBezTo>
                  <a:cubicBezTo>
                    <a:pt x="12281" y="9098"/>
                    <a:pt x="12206" y="9499"/>
                    <a:pt x="12156" y="9900"/>
                  </a:cubicBezTo>
                  <a:cubicBezTo>
                    <a:pt x="12131" y="10301"/>
                    <a:pt x="12156" y="10753"/>
                    <a:pt x="12432" y="11028"/>
                  </a:cubicBezTo>
                  <a:cubicBezTo>
                    <a:pt x="12583" y="11195"/>
                    <a:pt x="12808" y="11270"/>
                    <a:pt x="13040" y="11270"/>
                  </a:cubicBezTo>
                  <a:cubicBezTo>
                    <a:pt x="13192" y="11270"/>
                    <a:pt x="13346" y="11238"/>
                    <a:pt x="13484" y="11179"/>
                  </a:cubicBezTo>
                  <a:cubicBezTo>
                    <a:pt x="13835" y="11028"/>
                    <a:pt x="14086" y="10702"/>
                    <a:pt x="14261" y="10352"/>
                  </a:cubicBezTo>
                  <a:cubicBezTo>
                    <a:pt x="14712" y="9399"/>
                    <a:pt x="14512" y="8171"/>
                    <a:pt x="13760" y="7419"/>
                  </a:cubicBezTo>
                  <a:lnTo>
                    <a:pt x="13760" y="7419"/>
                  </a:lnTo>
                  <a:cubicBezTo>
                    <a:pt x="14036" y="7695"/>
                    <a:pt x="14562" y="7870"/>
                    <a:pt x="14938" y="7996"/>
                  </a:cubicBezTo>
                  <a:cubicBezTo>
                    <a:pt x="15364" y="8171"/>
                    <a:pt x="15815" y="8271"/>
                    <a:pt x="16266" y="8347"/>
                  </a:cubicBezTo>
                  <a:cubicBezTo>
                    <a:pt x="16681" y="8427"/>
                    <a:pt x="17149" y="8476"/>
                    <a:pt x="17622" y="8476"/>
                  </a:cubicBezTo>
                  <a:cubicBezTo>
                    <a:pt x="18176" y="8476"/>
                    <a:pt x="18737" y="8409"/>
                    <a:pt x="19224" y="8246"/>
                  </a:cubicBezTo>
                  <a:cubicBezTo>
                    <a:pt x="19550" y="8121"/>
                    <a:pt x="19875" y="7895"/>
                    <a:pt x="19875" y="7519"/>
                  </a:cubicBezTo>
                  <a:cubicBezTo>
                    <a:pt x="19875" y="7043"/>
                    <a:pt x="19575" y="6692"/>
                    <a:pt x="19098" y="6667"/>
                  </a:cubicBezTo>
                  <a:cubicBezTo>
                    <a:pt x="19500" y="6592"/>
                    <a:pt x="19775" y="6467"/>
                    <a:pt x="19850" y="5991"/>
                  </a:cubicBezTo>
                  <a:cubicBezTo>
                    <a:pt x="19921" y="5639"/>
                    <a:pt x="19597" y="5156"/>
                    <a:pt x="19206" y="5156"/>
                  </a:cubicBezTo>
                  <a:cubicBezTo>
                    <a:pt x="19200" y="5156"/>
                    <a:pt x="19194" y="5156"/>
                    <a:pt x="19189" y="5157"/>
                  </a:cubicBezTo>
                  <a:lnTo>
                    <a:pt x="19189" y="5157"/>
                  </a:lnTo>
                  <a:cubicBezTo>
                    <a:pt x="19552" y="5104"/>
                    <a:pt x="19974" y="4816"/>
                    <a:pt x="19951" y="4462"/>
                  </a:cubicBezTo>
                  <a:cubicBezTo>
                    <a:pt x="19951" y="4144"/>
                    <a:pt x="19699" y="3844"/>
                    <a:pt x="19394" y="3759"/>
                  </a:cubicBezTo>
                  <a:lnTo>
                    <a:pt x="19394" y="3759"/>
                  </a:lnTo>
                  <a:cubicBezTo>
                    <a:pt x="19693" y="3740"/>
                    <a:pt x="19980" y="3424"/>
                    <a:pt x="20001" y="3108"/>
                  </a:cubicBezTo>
                  <a:cubicBezTo>
                    <a:pt x="20026" y="2707"/>
                    <a:pt x="19725" y="2357"/>
                    <a:pt x="19399" y="2181"/>
                  </a:cubicBezTo>
                  <a:cubicBezTo>
                    <a:pt x="19048" y="1981"/>
                    <a:pt x="18647" y="1930"/>
                    <a:pt x="18271" y="1880"/>
                  </a:cubicBezTo>
                  <a:cubicBezTo>
                    <a:pt x="17119" y="1730"/>
                    <a:pt x="15966" y="1555"/>
                    <a:pt x="14788" y="1404"/>
                  </a:cubicBezTo>
                  <a:cubicBezTo>
                    <a:pt x="14502" y="1359"/>
                    <a:pt x="14207" y="1323"/>
                    <a:pt x="13909" y="1323"/>
                  </a:cubicBezTo>
                  <a:cubicBezTo>
                    <a:pt x="13710" y="1323"/>
                    <a:pt x="13509" y="1339"/>
                    <a:pt x="13309" y="1379"/>
                  </a:cubicBezTo>
                  <a:cubicBezTo>
                    <a:pt x="12883" y="1454"/>
                    <a:pt x="12457" y="1705"/>
                    <a:pt x="12231" y="2081"/>
                  </a:cubicBezTo>
                  <a:cubicBezTo>
                    <a:pt x="8221" y="1404"/>
                    <a:pt x="4186" y="702"/>
                    <a:pt x="151" y="1"/>
                  </a:cubicBezTo>
                  <a:close/>
                </a:path>
              </a:pathLst>
            </a:custGeom>
            <a:solidFill>
              <a:srgbClr val="BA9B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4" name="Google Shape;5654;p55"/>
            <p:cNvSpPr/>
            <p:nvPr/>
          </p:nvSpPr>
          <p:spPr>
            <a:xfrm>
              <a:off x="4504101" y="1024155"/>
              <a:ext cx="1052777" cy="595125"/>
            </a:xfrm>
            <a:custGeom>
              <a:rect b="b" l="l" r="r" t="t"/>
              <a:pathLst>
                <a:path extrusionOk="0" h="11420" w="20202">
                  <a:moveTo>
                    <a:pt x="301" y="164"/>
                  </a:moveTo>
                  <a:cubicBezTo>
                    <a:pt x="1854" y="435"/>
                    <a:pt x="3384" y="706"/>
                    <a:pt x="4938" y="953"/>
                  </a:cubicBezTo>
                  <a:cubicBezTo>
                    <a:pt x="6517" y="1229"/>
                    <a:pt x="8071" y="1504"/>
                    <a:pt x="9650" y="1780"/>
                  </a:cubicBezTo>
                  <a:lnTo>
                    <a:pt x="12306" y="2231"/>
                  </a:lnTo>
                  <a:cubicBezTo>
                    <a:pt x="12331" y="2231"/>
                    <a:pt x="12356" y="2231"/>
                    <a:pt x="12381" y="2206"/>
                  </a:cubicBezTo>
                  <a:cubicBezTo>
                    <a:pt x="12682" y="1680"/>
                    <a:pt x="13284" y="1479"/>
                    <a:pt x="13860" y="1479"/>
                  </a:cubicBezTo>
                  <a:cubicBezTo>
                    <a:pt x="13925" y="1475"/>
                    <a:pt x="13988" y="1472"/>
                    <a:pt x="14051" y="1472"/>
                  </a:cubicBezTo>
                  <a:cubicBezTo>
                    <a:pt x="14331" y="1472"/>
                    <a:pt x="14597" y="1513"/>
                    <a:pt x="14863" y="1554"/>
                  </a:cubicBezTo>
                  <a:cubicBezTo>
                    <a:pt x="15214" y="1604"/>
                    <a:pt x="15564" y="1655"/>
                    <a:pt x="15890" y="1705"/>
                  </a:cubicBezTo>
                  <a:cubicBezTo>
                    <a:pt x="16592" y="1780"/>
                    <a:pt x="17294" y="1880"/>
                    <a:pt x="17970" y="1980"/>
                  </a:cubicBezTo>
                  <a:cubicBezTo>
                    <a:pt x="18547" y="2056"/>
                    <a:pt x="19274" y="2081"/>
                    <a:pt x="19700" y="2507"/>
                  </a:cubicBezTo>
                  <a:cubicBezTo>
                    <a:pt x="19925" y="2732"/>
                    <a:pt x="20076" y="3033"/>
                    <a:pt x="19976" y="3334"/>
                  </a:cubicBezTo>
                  <a:cubicBezTo>
                    <a:pt x="19913" y="3562"/>
                    <a:pt x="19697" y="3756"/>
                    <a:pt x="19453" y="3759"/>
                  </a:cubicBezTo>
                  <a:lnTo>
                    <a:pt x="19453" y="3759"/>
                  </a:lnTo>
                  <a:cubicBezTo>
                    <a:pt x="19402" y="3746"/>
                    <a:pt x="19351" y="3738"/>
                    <a:pt x="19299" y="3735"/>
                  </a:cubicBezTo>
                  <a:cubicBezTo>
                    <a:pt x="19199" y="3735"/>
                    <a:pt x="19199" y="3860"/>
                    <a:pt x="19274" y="3885"/>
                  </a:cubicBezTo>
                  <a:cubicBezTo>
                    <a:pt x="19330" y="3902"/>
                    <a:pt x="19388" y="3910"/>
                    <a:pt x="19445" y="3910"/>
                  </a:cubicBezTo>
                  <a:cubicBezTo>
                    <a:pt x="19451" y="3910"/>
                    <a:pt x="19457" y="3910"/>
                    <a:pt x="19463" y="3910"/>
                  </a:cubicBezTo>
                  <a:lnTo>
                    <a:pt x="19463" y="3910"/>
                  </a:lnTo>
                  <a:cubicBezTo>
                    <a:pt x="19750" y="3996"/>
                    <a:pt x="19993" y="4291"/>
                    <a:pt x="19950" y="4587"/>
                  </a:cubicBezTo>
                  <a:cubicBezTo>
                    <a:pt x="19926" y="4923"/>
                    <a:pt x="19533" y="5122"/>
                    <a:pt x="19236" y="5159"/>
                  </a:cubicBezTo>
                  <a:lnTo>
                    <a:pt x="19236" y="5159"/>
                  </a:lnTo>
                  <a:cubicBezTo>
                    <a:pt x="19215" y="5160"/>
                    <a:pt x="19194" y="5161"/>
                    <a:pt x="19173" y="5163"/>
                  </a:cubicBezTo>
                  <a:cubicBezTo>
                    <a:pt x="19098" y="5188"/>
                    <a:pt x="19123" y="5314"/>
                    <a:pt x="19199" y="5314"/>
                  </a:cubicBezTo>
                  <a:cubicBezTo>
                    <a:pt x="19207" y="5313"/>
                    <a:pt x="19215" y="5313"/>
                    <a:pt x="19224" y="5312"/>
                  </a:cubicBezTo>
                  <a:lnTo>
                    <a:pt x="19224" y="5312"/>
                  </a:lnTo>
                  <a:cubicBezTo>
                    <a:pt x="19224" y="5312"/>
                    <a:pt x="19224" y="5313"/>
                    <a:pt x="19224" y="5314"/>
                  </a:cubicBezTo>
                  <a:cubicBezTo>
                    <a:pt x="19244" y="5311"/>
                    <a:pt x="19264" y="5310"/>
                    <a:pt x="19284" y="5310"/>
                  </a:cubicBezTo>
                  <a:cubicBezTo>
                    <a:pt x="19631" y="5310"/>
                    <a:pt x="19899" y="5709"/>
                    <a:pt x="19875" y="6041"/>
                  </a:cubicBezTo>
                  <a:cubicBezTo>
                    <a:pt x="19850" y="6216"/>
                    <a:pt x="19775" y="6391"/>
                    <a:pt x="19625" y="6492"/>
                  </a:cubicBezTo>
                  <a:cubicBezTo>
                    <a:pt x="19514" y="6580"/>
                    <a:pt x="19366" y="6629"/>
                    <a:pt x="19229" y="6674"/>
                  </a:cubicBezTo>
                  <a:lnTo>
                    <a:pt x="19229" y="6674"/>
                  </a:lnTo>
                  <a:cubicBezTo>
                    <a:pt x="19211" y="6671"/>
                    <a:pt x="19192" y="6669"/>
                    <a:pt x="19173" y="6667"/>
                  </a:cubicBezTo>
                  <a:lnTo>
                    <a:pt x="19173" y="6667"/>
                  </a:lnTo>
                  <a:cubicBezTo>
                    <a:pt x="19177" y="6674"/>
                    <a:pt x="19180" y="6682"/>
                    <a:pt x="19183" y="6689"/>
                  </a:cubicBezTo>
                  <a:lnTo>
                    <a:pt x="19183" y="6689"/>
                  </a:lnTo>
                  <a:cubicBezTo>
                    <a:pt x="19180" y="6690"/>
                    <a:pt x="19177" y="6691"/>
                    <a:pt x="19173" y="6692"/>
                  </a:cubicBezTo>
                  <a:cubicBezTo>
                    <a:pt x="19073" y="6692"/>
                    <a:pt x="19098" y="6818"/>
                    <a:pt x="19173" y="6818"/>
                  </a:cubicBezTo>
                  <a:cubicBezTo>
                    <a:pt x="19374" y="6843"/>
                    <a:pt x="19575" y="6918"/>
                    <a:pt x="19725" y="7068"/>
                  </a:cubicBezTo>
                  <a:cubicBezTo>
                    <a:pt x="19850" y="7244"/>
                    <a:pt x="19900" y="7469"/>
                    <a:pt x="19875" y="7695"/>
                  </a:cubicBezTo>
                  <a:cubicBezTo>
                    <a:pt x="19775" y="8171"/>
                    <a:pt x="19148" y="8321"/>
                    <a:pt x="18722" y="8396"/>
                  </a:cubicBezTo>
                  <a:cubicBezTo>
                    <a:pt x="18414" y="8455"/>
                    <a:pt x="18089" y="8480"/>
                    <a:pt x="17766" y="8480"/>
                  </a:cubicBezTo>
                  <a:cubicBezTo>
                    <a:pt x="17538" y="8480"/>
                    <a:pt x="17311" y="8467"/>
                    <a:pt x="17093" y="8447"/>
                  </a:cubicBezTo>
                  <a:cubicBezTo>
                    <a:pt x="16517" y="8396"/>
                    <a:pt x="15940" y="8296"/>
                    <a:pt x="15389" y="8121"/>
                  </a:cubicBezTo>
                  <a:cubicBezTo>
                    <a:pt x="15113" y="8046"/>
                    <a:pt x="14838" y="7945"/>
                    <a:pt x="14587" y="7845"/>
                  </a:cubicBezTo>
                  <a:cubicBezTo>
                    <a:pt x="14346" y="7749"/>
                    <a:pt x="14082" y="7629"/>
                    <a:pt x="13906" y="7464"/>
                  </a:cubicBezTo>
                  <a:lnTo>
                    <a:pt x="13906" y="7464"/>
                  </a:lnTo>
                  <a:cubicBezTo>
                    <a:pt x="13899" y="7458"/>
                    <a:pt x="13892" y="7451"/>
                    <a:pt x="13885" y="7444"/>
                  </a:cubicBezTo>
                  <a:cubicBezTo>
                    <a:pt x="13866" y="7425"/>
                    <a:pt x="13846" y="7417"/>
                    <a:pt x="13827" y="7417"/>
                  </a:cubicBezTo>
                  <a:cubicBezTo>
                    <a:pt x="13771" y="7417"/>
                    <a:pt x="13729" y="7488"/>
                    <a:pt x="13785" y="7544"/>
                  </a:cubicBezTo>
                  <a:cubicBezTo>
                    <a:pt x="14236" y="7995"/>
                    <a:pt x="14487" y="8622"/>
                    <a:pt x="14512" y="9249"/>
                  </a:cubicBezTo>
                  <a:cubicBezTo>
                    <a:pt x="14537" y="9900"/>
                    <a:pt x="14311" y="10602"/>
                    <a:pt x="13810" y="11028"/>
                  </a:cubicBezTo>
                  <a:cubicBezTo>
                    <a:pt x="13608" y="11175"/>
                    <a:pt x="13366" y="11268"/>
                    <a:pt x="13123" y="11268"/>
                  </a:cubicBezTo>
                  <a:cubicBezTo>
                    <a:pt x="13034" y="11268"/>
                    <a:pt x="12945" y="11255"/>
                    <a:pt x="12858" y="11229"/>
                  </a:cubicBezTo>
                  <a:cubicBezTo>
                    <a:pt x="12532" y="11128"/>
                    <a:pt x="12356" y="10828"/>
                    <a:pt x="12306" y="10502"/>
                  </a:cubicBezTo>
                  <a:cubicBezTo>
                    <a:pt x="12256" y="10126"/>
                    <a:pt x="12356" y="9775"/>
                    <a:pt x="12356" y="9424"/>
                  </a:cubicBezTo>
                  <a:cubicBezTo>
                    <a:pt x="12381" y="9048"/>
                    <a:pt x="12306" y="8722"/>
                    <a:pt x="12081" y="8422"/>
                  </a:cubicBezTo>
                  <a:cubicBezTo>
                    <a:pt x="11830" y="8121"/>
                    <a:pt x="11529" y="7895"/>
                    <a:pt x="11329" y="7594"/>
                  </a:cubicBezTo>
                  <a:cubicBezTo>
                    <a:pt x="11229" y="7419"/>
                    <a:pt x="11153" y="7219"/>
                    <a:pt x="11153" y="7043"/>
                  </a:cubicBezTo>
                  <a:cubicBezTo>
                    <a:pt x="11153" y="6843"/>
                    <a:pt x="11254" y="6717"/>
                    <a:pt x="11354" y="6567"/>
                  </a:cubicBezTo>
                  <a:cubicBezTo>
                    <a:pt x="11379" y="6517"/>
                    <a:pt x="11354" y="6467"/>
                    <a:pt x="11304" y="6442"/>
                  </a:cubicBezTo>
                  <a:lnTo>
                    <a:pt x="6918" y="5965"/>
                  </a:lnTo>
                  <a:lnTo>
                    <a:pt x="2557" y="5464"/>
                  </a:lnTo>
                  <a:cubicBezTo>
                    <a:pt x="1755" y="5391"/>
                    <a:pt x="953" y="5295"/>
                    <a:pt x="151" y="5198"/>
                  </a:cubicBezTo>
                  <a:lnTo>
                    <a:pt x="151" y="5198"/>
                  </a:lnTo>
                  <a:cubicBezTo>
                    <a:pt x="153" y="4641"/>
                    <a:pt x="177" y="4064"/>
                    <a:pt x="201" y="3509"/>
                  </a:cubicBezTo>
                  <a:cubicBezTo>
                    <a:pt x="226" y="2582"/>
                    <a:pt x="251" y="1655"/>
                    <a:pt x="301" y="727"/>
                  </a:cubicBezTo>
                  <a:cubicBezTo>
                    <a:pt x="301" y="532"/>
                    <a:pt x="301" y="355"/>
                    <a:pt x="301" y="164"/>
                  </a:cubicBezTo>
                  <a:close/>
                  <a:moveTo>
                    <a:pt x="251" y="0"/>
                  </a:moveTo>
                  <a:cubicBezTo>
                    <a:pt x="201" y="0"/>
                    <a:pt x="176" y="26"/>
                    <a:pt x="176" y="76"/>
                  </a:cubicBezTo>
                  <a:cubicBezTo>
                    <a:pt x="151" y="652"/>
                    <a:pt x="126" y="1254"/>
                    <a:pt x="101" y="1830"/>
                  </a:cubicBezTo>
                  <a:cubicBezTo>
                    <a:pt x="76" y="2757"/>
                    <a:pt x="51" y="3685"/>
                    <a:pt x="26" y="4612"/>
                  </a:cubicBezTo>
                  <a:lnTo>
                    <a:pt x="1" y="5257"/>
                  </a:lnTo>
                  <a:lnTo>
                    <a:pt x="1" y="5257"/>
                  </a:lnTo>
                  <a:cubicBezTo>
                    <a:pt x="1" y="5259"/>
                    <a:pt x="0" y="5262"/>
                    <a:pt x="0" y="5264"/>
                  </a:cubicBezTo>
                  <a:lnTo>
                    <a:pt x="0" y="5264"/>
                  </a:lnTo>
                  <a:cubicBezTo>
                    <a:pt x="0" y="5287"/>
                    <a:pt x="9" y="5305"/>
                    <a:pt x="22" y="5318"/>
                  </a:cubicBezTo>
                  <a:lnTo>
                    <a:pt x="22" y="5318"/>
                  </a:lnTo>
                  <a:cubicBezTo>
                    <a:pt x="34" y="5330"/>
                    <a:pt x="52" y="5339"/>
                    <a:pt x="76" y="5339"/>
                  </a:cubicBezTo>
                  <a:lnTo>
                    <a:pt x="76" y="5339"/>
                  </a:lnTo>
                  <a:cubicBezTo>
                    <a:pt x="76" y="5339"/>
                    <a:pt x="76" y="5339"/>
                    <a:pt x="76" y="5339"/>
                  </a:cubicBezTo>
                  <a:lnTo>
                    <a:pt x="76" y="5339"/>
                  </a:lnTo>
                  <a:lnTo>
                    <a:pt x="4462" y="5840"/>
                  </a:lnTo>
                  <a:cubicBezTo>
                    <a:pt x="5915" y="5990"/>
                    <a:pt x="7369" y="6166"/>
                    <a:pt x="8823" y="6316"/>
                  </a:cubicBezTo>
                  <a:cubicBezTo>
                    <a:pt x="9607" y="6411"/>
                    <a:pt x="10391" y="6506"/>
                    <a:pt x="11175" y="6580"/>
                  </a:cubicBezTo>
                  <a:lnTo>
                    <a:pt x="11175" y="6580"/>
                  </a:lnTo>
                  <a:cubicBezTo>
                    <a:pt x="11112" y="6685"/>
                    <a:pt x="11047" y="6801"/>
                    <a:pt x="11028" y="6918"/>
                  </a:cubicBezTo>
                  <a:cubicBezTo>
                    <a:pt x="11003" y="7093"/>
                    <a:pt x="11028" y="7269"/>
                    <a:pt x="11078" y="7419"/>
                  </a:cubicBezTo>
                  <a:cubicBezTo>
                    <a:pt x="11229" y="7770"/>
                    <a:pt x="11504" y="8021"/>
                    <a:pt x="11755" y="8271"/>
                  </a:cubicBezTo>
                  <a:cubicBezTo>
                    <a:pt x="11880" y="8396"/>
                    <a:pt x="12006" y="8547"/>
                    <a:pt x="12081" y="8697"/>
                  </a:cubicBezTo>
                  <a:cubicBezTo>
                    <a:pt x="12181" y="8898"/>
                    <a:pt x="12231" y="9123"/>
                    <a:pt x="12206" y="9349"/>
                  </a:cubicBezTo>
                  <a:cubicBezTo>
                    <a:pt x="12206" y="9725"/>
                    <a:pt x="12106" y="10126"/>
                    <a:pt x="12156" y="10527"/>
                  </a:cubicBezTo>
                  <a:cubicBezTo>
                    <a:pt x="12206" y="10853"/>
                    <a:pt x="12381" y="11178"/>
                    <a:pt x="12682" y="11329"/>
                  </a:cubicBezTo>
                  <a:cubicBezTo>
                    <a:pt x="12819" y="11392"/>
                    <a:pt x="12960" y="11420"/>
                    <a:pt x="13099" y="11420"/>
                  </a:cubicBezTo>
                  <a:cubicBezTo>
                    <a:pt x="13293" y="11420"/>
                    <a:pt x="13485" y="11366"/>
                    <a:pt x="13660" y="11279"/>
                  </a:cubicBezTo>
                  <a:cubicBezTo>
                    <a:pt x="14286" y="10978"/>
                    <a:pt x="14587" y="10201"/>
                    <a:pt x="14637" y="9524"/>
                  </a:cubicBezTo>
                  <a:cubicBezTo>
                    <a:pt x="14676" y="8934"/>
                    <a:pt x="14531" y="8314"/>
                    <a:pt x="14200" y="7819"/>
                  </a:cubicBezTo>
                  <a:lnTo>
                    <a:pt x="14200" y="7819"/>
                  </a:lnTo>
                  <a:cubicBezTo>
                    <a:pt x="14275" y="7855"/>
                    <a:pt x="14355" y="7888"/>
                    <a:pt x="14437" y="7920"/>
                  </a:cubicBezTo>
                  <a:cubicBezTo>
                    <a:pt x="14687" y="8046"/>
                    <a:pt x="14938" y="8121"/>
                    <a:pt x="15214" y="8221"/>
                  </a:cubicBezTo>
                  <a:cubicBezTo>
                    <a:pt x="15815" y="8422"/>
                    <a:pt x="16442" y="8547"/>
                    <a:pt x="17068" y="8597"/>
                  </a:cubicBezTo>
                  <a:cubicBezTo>
                    <a:pt x="17288" y="8615"/>
                    <a:pt x="17512" y="8627"/>
                    <a:pt x="17735" y="8627"/>
                  </a:cubicBezTo>
                  <a:cubicBezTo>
                    <a:pt x="18122" y="8627"/>
                    <a:pt x="18507" y="8592"/>
                    <a:pt x="18873" y="8497"/>
                  </a:cubicBezTo>
                  <a:cubicBezTo>
                    <a:pt x="19324" y="8422"/>
                    <a:pt x="19925" y="8221"/>
                    <a:pt x="20001" y="7695"/>
                  </a:cubicBezTo>
                  <a:cubicBezTo>
                    <a:pt x="20051" y="7444"/>
                    <a:pt x="19976" y="7168"/>
                    <a:pt x="19825" y="6993"/>
                  </a:cubicBezTo>
                  <a:cubicBezTo>
                    <a:pt x="19736" y="6874"/>
                    <a:pt x="19612" y="6791"/>
                    <a:pt x="19474" y="6737"/>
                  </a:cubicBezTo>
                  <a:lnTo>
                    <a:pt x="19474" y="6737"/>
                  </a:lnTo>
                  <a:cubicBezTo>
                    <a:pt x="19575" y="6699"/>
                    <a:pt x="19670" y="6647"/>
                    <a:pt x="19750" y="6567"/>
                  </a:cubicBezTo>
                  <a:cubicBezTo>
                    <a:pt x="19925" y="6442"/>
                    <a:pt x="20001" y="6191"/>
                    <a:pt x="20026" y="5990"/>
                  </a:cubicBezTo>
                  <a:cubicBezTo>
                    <a:pt x="20026" y="5671"/>
                    <a:pt x="19824" y="5364"/>
                    <a:pt x="19546" y="5230"/>
                  </a:cubicBezTo>
                  <a:lnTo>
                    <a:pt x="19546" y="5230"/>
                  </a:lnTo>
                  <a:cubicBezTo>
                    <a:pt x="19827" y="5114"/>
                    <a:pt x="20083" y="4888"/>
                    <a:pt x="20101" y="4587"/>
                  </a:cubicBezTo>
                  <a:cubicBezTo>
                    <a:pt x="20135" y="4281"/>
                    <a:pt x="19950" y="4010"/>
                    <a:pt x="19694" y="3859"/>
                  </a:cubicBezTo>
                  <a:lnTo>
                    <a:pt x="19694" y="3859"/>
                  </a:lnTo>
                  <a:cubicBezTo>
                    <a:pt x="19795" y="3816"/>
                    <a:pt x="19885" y="3747"/>
                    <a:pt x="19950" y="3660"/>
                  </a:cubicBezTo>
                  <a:cubicBezTo>
                    <a:pt x="20126" y="3434"/>
                    <a:pt x="20201" y="3158"/>
                    <a:pt x="20101" y="2908"/>
                  </a:cubicBezTo>
                  <a:cubicBezTo>
                    <a:pt x="19925" y="2256"/>
                    <a:pt x="19249" y="2031"/>
                    <a:pt x="18647" y="1930"/>
                  </a:cubicBezTo>
                  <a:cubicBezTo>
                    <a:pt x="17895" y="1805"/>
                    <a:pt x="17118" y="1705"/>
                    <a:pt x="16366" y="1604"/>
                  </a:cubicBezTo>
                  <a:cubicBezTo>
                    <a:pt x="15991" y="1554"/>
                    <a:pt x="15590" y="1504"/>
                    <a:pt x="15214" y="1454"/>
                  </a:cubicBezTo>
                  <a:cubicBezTo>
                    <a:pt x="14838" y="1404"/>
                    <a:pt x="14462" y="1354"/>
                    <a:pt x="14086" y="1329"/>
                  </a:cubicBezTo>
                  <a:cubicBezTo>
                    <a:pt x="14045" y="1327"/>
                    <a:pt x="14004" y="1326"/>
                    <a:pt x="13963" y="1326"/>
                  </a:cubicBezTo>
                  <a:cubicBezTo>
                    <a:pt x="13338" y="1326"/>
                    <a:pt x="12654" y="1506"/>
                    <a:pt x="12291" y="2074"/>
                  </a:cubicBezTo>
                  <a:lnTo>
                    <a:pt x="12291" y="2074"/>
                  </a:lnTo>
                  <a:cubicBezTo>
                    <a:pt x="10726" y="1825"/>
                    <a:pt x="9185" y="1552"/>
                    <a:pt x="7620" y="1279"/>
                  </a:cubicBezTo>
                  <a:lnTo>
                    <a:pt x="2908" y="477"/>
                  </a:lnTo>
                  <a:cubicBezTo>
                    <a:pt x="2031" y="301"/>
                    <a:pt x="1153" y="151"/>
                    <a:pt x="2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5" name="Google Shape;5655;p55"/>
            <p:cNvSpPr/>
            <p:nvPr/>
          </p:nvSpPr>
          <p:spPr>
            <a:xfrm>
              <a:off x="5444451" y="1210922"/>
              <a:ext cx="80722" cy="18500"/>
            </a:xfrm>
            <a:custGeom>
              <a:rect b="b" l="l" r="r" t="t"/>
              <a:pathLst>
                <a:path extrusionOk="0" h="355" w="1549">
                  <a:moveTo>
                    <a:pt x="126" y="0"/>
                  </a:moveTo>
                  <a:cubicBezTo>
                    <a:pt x="51" y="0"/>
                    <a:pt x="1" y="126"/>
                    <a:pt x="101" y="151"/>
                  </a:cubicBezTo>
                  <a:lnTo>
                    <a:pt x="1429" y="351"/>
                  </a:lnTo>
                  <a:cubicBezTo>
                    <a:pt x="1437" y="353"/>
                    <a:pt x="1444" y="354"/>
                    <a:pt x="1451" y="354"/>
                  </a:cubicBezTo>
                  <a:cubicBezTo>
                    <a:pt x="1533" y="354"/>
                    <a:pt x="1549" y="224"/>
                    <a:pt x="1479" y="201"/>
                  </a:cubicBezTo>
                  <a:cubicBezTo>
                    <a:pt x="1028" y="151"/>
                    <a:pt x="577" y="76"/>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6" name="Google Shape;5656;p55"/>
            <p:cNvSpPr/>
            <p:nvPr/>
          </p:nvSpPr>
          <p:spPr>
            <a:xfrm>
              <a:off x="5437937" y="1286691"/>
              <a:ext cx="70560" cy="14383"/>
            </a:xfrm>
            <a:custGeom>
              <a:rect b="b" l="l" r="r" t="t"/>
              <a:pathLst>
                <a:path extrusionOk="0" h="276" w="1354">
                  <a:moveTo>
                    <a:pt x="101" y="0"/>
                  </a:moveTo>
                  <a:cubicBezTo>
                    <a:pt x="0" y="0"/>
                    <a:pt x="0" y="125"/>
                    <a:pt x="101" y="150"/>
                  </a:cubicBezTo>
                  <a:cubicBezTo>
                    <a:pt x="477" y="176"/>
                    <a:pt x="878" y="226"/>
                    <a:pt x="1253" y="276"/>
                  </a:cubicBezTo>
                  <a:cubicBezTo>
                    <a:pt x="1354" y="276"/>
                    <a:pt x="1354" y="125"/>
                    <a:pt x="1253" y="125"/>
                  </a:cubicBezTo>
                  <a:cubicBezTo>
                    <a:pt x="878" y="75"/>
                    <a:pt x="477" y="5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7" name="Google Shape;5657;p55"/>
            <p:cNvSpPr/>
            <p:nvPr/>
          </p:nvSpPr>
          <p:spPr>
            <a:xfrm>
              <a:off x="5427463" y="1362409"/>
              <a:ext cx="87601" cy="18344"/>
            </a:xfrm>
            <a:custGeom>
              <a:rect b="b" l="l" r="r" t="t"/>
              <a:pathLst>
                <a:path extrusionOk="0" h="352" w="1681">
                  <a:moveTo>
                    <a:pt x="126" y="1"/>
                  </a:moveTo>
                  <a:cubicBezTo>
                    <a:pt x="26" y="1"/>
                    <a:pt x="1" y="126"/>
                    <a:pt x="76" y="151"/>
                  </a:cubicBezTo>
                  <a:cubicBezTo>
                    <a:pt x="577" y="276"/>
                    <a:pt x="1079" y="327"/>
                    <a:pt x="1580" y="352"/>
                  </a:cubicBezTo>
                  <a:cubicBezTo>
                    <a:pt x="1680" y="352"/>
                    <a:pt x="1680" y="201"/>
                    <a:pt x="1580" y="201"/>
                  </a:cubicBezTo>
                  <a:cubicBezTo>
                    <a:pt x="1104" y="201"/>
                    <a:pt x="602" y="126"/>
                    <a:pt x="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8" name="Google Shape;5658;p55"/>
            <p:cNvSpPr/>
            <p:nvPr/>
          </p:nvSpPr>
          <p:spPr>
            <a:xfrm>
              <a:off x="5255078" y="1331820"/>
              <a:ext cx="18344" cy="17614"/>
            </a:xfrm>
            <a:custGeom>
              <a:rect b="b" l="l" r="r" t="t"/>
              <a:pathLst>
                <a:path extrusionOk="0" h="338" w="352">
                  <a:moveTo>
                    <a:pt x="253" y="1"/>
                  </a:moveTo>
                  <a:cubicBezTo>
                    <a:pt x="243" y="1"/>
                    <a:pt x="233" y="4"/>
                    <a:pt x="226" y="11"/>
                  </a:cubicBezTo>
                  <a:cubicBezTo>
                    <a:pt x="126" y="61"/>
                    <a:pt x="51" y="137"/>
                    <a:pt x="26" y="237"/>
                  </a:cubicBezTo>
                  <a:cubicBezTo>
                    <a:pt x="1" y="262"/>
                    <a:pt x="1" y="262"/>
                    <a:pt x="1" y="287"/>
                  </a:cubicBezTo>
                  <a:cubicBezTo>
                    <a:pt x="26" y="312"/>
                    <a:pt x="26" y="337"/>
                    <a:pt x="51" y="337"/>
                  </a:cubicBezTo>
                  <a:lnTo>
                    <a:pt x="101" y="337"/>
                  </a:lnTo>
                  <a:cubicBezTo>
                    <a:pt x="126" y="337"/>
                    <a:pt x="126" y="337"/>
                    <a:pt x="151" y="312"/>
                  </a:cubicBezTo>
                  <a:cubicBezTo>
                    <a:pt x="151" y="294"/>
                    <a:pt x="164" y="262"/>
                    <a:pt x="182" y="236"/>
                  </a:cubicBezTo>
                  <a:lnTo>
                    <a:pt x="182" y="236"/>
                  </a:lnTo>
                  <a:cubicBezTo>
                    <a:pt x="178" y="237"/>
                    <a:pt x="176" y="237"/>
                    <a:pt x="176" y="237"/>
                  </a:cubicBezTo>
                  <a:cubicBezTo>
                    <a:pt x="182" y="230"/>
                    <a:pt x="189" y="224"/>
                    <a:pt x="195" y="218"/>
                  </a:cubicBezTo>
                  <a:lnTo>
                    <a:pt x="195" y="218"/>
                  </a:lnTo>
                  <a:cubicBezTo>
                    <a:pt x="191" y="223"/>
                    <a:pt x="186" y="229"/>
                    <a:pt x="182" y="236"/>
                  </a:cubicBezTo>
                  <a:lnTo>
                    <a:pt x="182" y="236"/>
                  </a:lnTo>
                  <a:cubicBezTo>
                    <a:pt x="189" y="235"/>
                    <a:pt x="201" y="229"/>
                    <a:pt x="201" y="213"/>
                  </a:cubicBezTo>
                  <a:lnTo>
                    <a:pt x="201" y="213"/>
                  </a:lnTo>
                  <a:cubicBezTo>
                    <a:pt x="199" y="214"/>
                    <a:pt x="197" y="216"/>
                    <a:pt x="195" y="218"/>
                  </a:cubicBezTo>
                  <a:lnTo>
                    <a:pt x="195" y="218"/>
                  </a:lnTo>
                  <a:cubicBezTo>
                    <a:pt x="197" y="216"/>
                    <a:pt x="199" y="214"/>
                    <a:pt x="201" y="212"/>
                  </a:cubicBezTo>
                  <a:lnTo>
                    <a:pt x="201" y="212"/>
                  </a:lnTo>
                  <a:cubicBezTo>
                    <a:pt x="201" y="212"/>
                    <a:pt x="201" y="212"/>
                    <a:pt x="201" y="213"/>
                  </a:cubicBezTo>
                  <a:lnTo>
                    <a:pt x="201" y="213"/>
                  </a:lnTo>
                  <a:cubicBezTo>
                    <a:pt x="220" y="196"/>
                    <a:pt x="242" y="179"/>
                    <a:pt x="276" y="162"/>
                  </a:cubicBezTo>
                  <a:lnTo>
                    <a:pt x="251" y="162"/>
                  </a:lnTo>
                  <a:cubicBezTo>
                    <a:pt x="276" y="162"/>
                    <a:pt x="276" y="137"/>
                    <a:pt x="301" y="137"/>
                  </a:cubicBezTo>
                  <a:cubicBezTo>
                    <a:pt x="326" y="112"/>
                    <a:pt x="351" y="61"/>
                    <a:pt x="326" y="36"/>
                  </a:cubicBezTo>
                  <a:cubicBezTo>
                    <a:pt x="309" y="19"/>
                    <a:pt x="278" y="1"/>
                    <a:pt x="2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9" name="Google Shape;5659;p55"/>
            <p:cNvSpPr/>
            <p:nvPr/>
          </p:nvSpPr>
          <p:spPr>
            <a:xfrm>
              <a:off x="5274672" y="1337917"/>
              <a:ext cx="17041" cy="16937"/>
            </a:xfrm>
            <a:custGeom>
              <a:rect b="b" l="l" r="r" t="t"/>
              <a:pathLst>
                <a:path extrusionOk="0" h="325" w="327">
                  <a:moveTo>
                    <a:pt x="251" y="1"/>
                  </a:moveTo>
                  <a:cubicBezTo>
                    <a:pt x="232" y="1"/>
                    <a:pt x="214" y="7"/>
                    <a:pt x="201" y="20"/>
                  </a:cubicBezTo>
                  <a:cubicBezTo>
                    <a:pt x="151" y="70"/>
                    <a:pt x="76" y="145"/>
                    <a:pt x="26" y="195"/>
                  </a:cubicBezTo>
                  <a:cubicBezTo>
                    <a:pt x="1" y="220"/>
                    <a:pt x="1" y="270"/>
                    <a:pt x="26" y="295"/>
                  </a:cubicBezTo>
                  <a:cubicBezTo>
                    <a:pt x="40" y="310"/>
                    <a:pt x="63" y="324"/>
                    <a:pt x="84" y="324"/>
                  </a:cubicBezTo>
                  <a:cubicBezTo>
                    <a:pt x="100" y="324"/>
                    <a:pt x="115" y="316"/>
                    <a:pt x="126" y="295"/>
                  </a:cubicBezTo>
                  <a:cubicBezTo>
                    <a:pt x="176" y="245"/>
                    <a:pt x="251" y="195"/>
                    <a:pt x="301" y="120"/>
                  </a:cubicBezTo>
                  <a:cubicBezTo>
                    <a:pt x="326" y="95"/>
                    <a:pt x="326" y="45"/>
                    <a:pt x="301" y="20"/>
                  </a:cubicBezTo>
                  <a:cubicBezTo>
                    <a:pt x="289" y="7"/>
                    <a:pt x="270"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0" name="Google Shape;5660;p55"/>
            <p:cNvSpPr/>
            <p:nvPr/>
          </p:nvSpPr>
          <p:spPr>
            <a:xfrm>
              <a:off x="4766638" y="1111962"/>
              <a:ext cx="18291" cy="17718"/>
            </a:xfrm>
            <a:custGeom>
              <a:rect b="b" l="l" r="r" t="t"/>
              <a:pathLst>
                <a:path extrusionOk="0" h="340" w="351">
                  <a:moveTo>
                    <a:pt x="251" y="1"/>
                  </a:moveTo>
                  <a:cubicBezTo>
                    <a:pt x="232" y="1"/>
                    <a:pt x="213" y="7"/>
                    <a:pt x="201" y="20"/>
                  </a:cubicBezTo>
                  <a:cubicBezTo>
                    <a:pt x="150" y="95"/>
                    <a:pt x="100" y="145"/>
                    <a:pt x="25" y="195"/>
                  </a:cubicBezTo>
                  <a:cubicBezTo>
                    <a:pt x="0" y="220"/>
                    <a:pt x="0" y="270"/>
                    <a:pt x="25" y="320"/>
                  </a:cubicBezTo>
                  <a:cubicBezTo>
                    <a:pt x="38" y="333"/>
                    <a:pt x="56" y="339"/>
                    <a:pt x="75" y="339"/>
                  </a:cubicBezTo>
                  <a:cubicBezTo>
                    <a:pt x="94" y="339"/>
                    <a:pt x="113" y="333"/>
                    <a:pt x="125" y="320"/>
                  </a:cubicBezTo>
                  <a:cubicBezTo>
                    <a:pt x="201" y="245"/>
                    <a:pt x="251" y="195"/>
                    <a:pt x="301" y="120"/>
                  </a:cubicBezTo>
                  <a:cubicBezTo>
                    <a:pt x="326" y="95"/>
                    <a:pt x="351" y="45"/>
                    <a:pt x="301" y="20"/>
                  </a:cubicBezTo>
                  <a:cubicBezTo>
                    <a:pt x="288" y="7"/>
                    <a:pt x="270" y="1"/>
                    <a:pt x="2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1" name="Google Shape;5661;p55"/>
            <p:cNvSpPr/>
            <p:nvPr/>
          </p:nvSpPr>
          <p:spPr>
            <a:xfrm>
              <a:off x="4780969" y="1118164"/>
              <a:ext cx="14435" cy="15738"/>
            </a:xfrm>
            <a:custGeom>
              <a:rect b="b" l="l" r="r" t="t"/>
              <a:pathLst>
                <a:path extrusionOk="0" h="302" w="277">
                  <a:moveTo>
                    <a:pt x="201" y="1"/>
                  </a:moveTo>
                  <a:cubicBezTo>
                    <a:pt x="201" y="1"/>
                    <a:pt x="176" y="1"/>
                    <a:pt x="151" y="26"/>
                  </a:cubicBezTo>
                  <a:lnTo>
                    <a:pt x="26" y="176"/>
                  </a:lnTo>
                  <a:cubicBezTo>
                    <a:pt x="26" y="176"/>
                    <a:pt x="1" y="201"/>
                    <a:pt x="1" y="227"/>
                  </a:cubicBezTo>
                  <a:cubicBezTo>
                    <a:pt x="1" y="227"/>
                    <a:pt x="26" y="252"/>
                    <a:pt x="26" y="277"/>
                  </a:cubicBezTo>
                  <a:cubicBezTo>
                    <a:pt x="51" y="277"/>
                    <a:pt x="76" y="302"/>
                    <a:pt x="76" y="302"/>
                  </a:cubicBezTo>
                  <a:cubicBezTo>
                    <a:pt x="101" y="302"/>
                    <a:pt x="126" y="277"/>
                    <a:pt x="126" y="277"/>
                  </a:cubicBezTo>
                  <a:lnTo>
                    <a:pt x="251" y="126"/>
                  </a:lnTo>
                  <a:cubicBezTo>
                    <a:pt x="276" y="101"/>
                    <a:pt x="276" y="101"/>
                    <a:pt x="276" y="76"/>
                  </a:cubicBezTo>
                  <a:cubicBezTo>
                    <a:pt x="276" y="51"/>
                    <a:pt x="276" y="26"/>
                    <a:pt x="251" y="26"/>
                  </a:cubicBezTo>
                  <a:cubicBezTo>
                    <a:pt x="251" y="1"/>
                    <a:pt x="226"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2" name="Google Shape;5662;p55"/>
            <p:cNvSpPr/>
            <p:nvPr/>
          </p:nvSpPr>
          <p:spPr>
            <a:xfrm>
              <a:off x="4814945" y="1291746"/>
              <a:ext cx="150240" cy="23711"/>
            </a:xfrm>
            <a:custGeom>
              <a:rect b="b" l="l" r="r" t="t"/>
              <a:pathLst>
                <a:path extrusionOk="0" h="455" w="2883">
                  <a:moveTo>
                    <a:pt x="60" y="1"/>
                  </a:moveTo>
                  <a:cubicBezTo>
                    <a:pt x="1" y="1"/>
                    <a:pt x="6" y="129"/>
                    <a:pt x="76" y="129"/>
                  </a:cubicBezTo>
                  <a:cubicBezTo>
                    <a:pt x="978" y="254"/>
                    <a:pt x="1905" y="354"/>
                    <a:pt x="2807" y="454"/>
                  </a:cubicBezTo>
                  <a:cubicBezTo>
                    <a:pt x="2883" y="454"/>
                    <a:pt x="2883" y="329"/>
                    <a:pt x="2807" y="304"/>
                  </a:cubicBezTo>
                  <a:cubicBezTo>
                    <a:pt x="1905" y="204"/>
                    <a:pt x="978" y="104"/>
                    <a:pt x="76" y="3"/>
                  </a:cubicBezTo>
                  <a:cubicBezTo>
                    <a:pt x="70" y="1"/>
                    <a:pt x="64"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3" name="Google Shape;5663;p55"/>
            <p:cNvSpPr/>
            <p:nvPr/>
          </p:nvSpPr>
          <p:spPr>
            <a:xfrm>
              <a:off x="4997804" y="1308891"/>
              <a:ext cx="9172" cy="7869"/>
            </a:xfrm>
            <a:custGeom>
              <a:rect b="b" l="l" r="r" t="t"/>
              <a:pathLst>
                <a:path extrusionOk="0" h="151" w="176">
                  <a:moveTo>
                    <a:pt x="75" y="0"/>
                  </a:moveTo>
                  <a:cubicBezTo>
                    <a:pt x="0" y="0"/>
                    <a:pt x="0" y="151"/>
                    <a:pt x="75" y="151"/>
                  </a:cubicBezTo>
                  <a:cubicBezTo>
                    <a:pt x="176" y="151"/>
                    <a:pt x="176"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4" name="Google Shape;5664;p55"/>
            <p:cNvSpPr/>
            <p:nvPr/>
          </p:nvSpPr>
          <p:spPr>
            <a:xfrm>
              <a:off x="5018701" y="1132546"/>
              <a:ext cx="45755" cy="13653"/>
            </a:xfrm>
            <a:custGeom>
              <a:rect b="b" l="l" r="r" t="t"/>
              <a:pathLst>
                <a:path extrusionOk="0" h="262" w="878">
                  <a:moveTo>
                    <a:pt x="100" y="1"/>
                  </a:moveTo>
                  <a:cubicBezTo>
                    <a:pt x="75" y="1"/>
                    <a:pt x="25" y="26"/>
                    <a:pt x="25" y="51"/>
                  </a:cubicBezTo>
                  <a:cubicBezTo>
                    <a:pt x="0" y="101"/>
                    <a:pt x="25" y="151"/>
                    <a:pt x="75" y="151"/>
                  </a:cubicBezTo>
                  <a:cubicBezTo>
                    <a:pt x="301" y="176"/>
                    <a:pt x="552" y="226"/>
                    <a:pt x="777" y="251"/>
                  </a:cubicBezTo>
                  <a:cubicBezTo>
                    <a:pt x="784" y="258"/>
                    <a:pt x="792" y="261"/>
                    <a:pt x="801" y="261"/>
                  </a:cubicBezTo>
                  <a:cubicBezTo>
                    <a:pt x="825" y="261"/>
                    <a:pt x="852" y="238"/>
                    <a:pt x="852" y="201"/>
                  </a:cubicBezTo>
                  <a:cubicBezTo>
                    <a:pt x="877" y="176"/>
                    <a:pt x="852" y="126"/>
                    <a:pt x="802" y="126"/>
                  </a:cubicBezTo>
                  <a:cubicBezTo>
                    <a:pt x="577" y="76"/>
                    <a:pt x="351" y="51"/>
                    <a:pt x="1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5" name="Google Shape;5665;p55"/>
            <p:cNvSpPr/>
            <p:nvPr/>
          </p:nvSpPr>
          <p:spPr>
            <a:xfrm>
              <a:off x="5095721" y="1143021"/>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6" name="Google Shape;5666;p55"/>
            <p:cNvSpPr/>
            <p:nvPr/>
          </p:nvSpPr>
          <p:spPr>
            <a:xfrm>
              <a:off x="5359562" y="1123427"/>
              <a:ext cx="22252" cy="15373"/>
            </a:xfrm>
            <a:custGeom>
              <a:rect b="b" l="l" r="r" t="t"/>
              <a:pathLst>
                <a:path extrusionOk="0" h="295" w="427">
                  <a:moveTo>
                    <a:pt x="326" y="0"/>
                  </a:moveTo>
                  <a:cubicBezTo>
                    <a:pt x="201" y="25"/>
                    <a:pt x="101" y="100"/>
                    <a:pt x="26" y="176"/>
                  </a:cubicBezTo>
                  <a:cubicBezTo>
                    <a:pt x="1" y="201"/>
                    <a:pt x="1" y="251"/>
                    <a:pt x="26" y="276"/>
                  </a:cubicBezTo>
                  <a:cubicBezTo>
                    <a:pt x="51" y="288"/>
                    <a:pt x="70" y="295"/>
                    <a:pt x="88" y="295"/>
                  </a:cubicBezTo>
                  <a:cubicBezTo>
                    <a:pt x="107" y="295"/>
                    <a:pt x="126" y="288"/>
                    <a:pt x="151" y="276"/>
                  </a:cubicBezTo>
                  <a:cubicBezTo>
                    <a:pt x="151" y="251"/>
                    <a:pt x="176" y="251"/>
                    <a:pt x="201" y="226"/>
                  </a:cubicBezTo>
                  <a:cubicBezTo>
                    <a:pt x="201" y="226"/>
                    <a:pt x="201" y="226"/>
                    <a:pt x="201" y="201"/>
                  </a:cubicBezTo>
                  <a:lnTo>
                    <a:pt x="226" y="201"/>
                  </a:lnTo>
                  <a:cubicBezTo>
                    <a:pt x="251" y="176"/>
                    <a:pt x="251" y="176"/>
                    <a:pt x="276" y="176"/>
                  </a:cubicBezTo>
                  <a:cubicBezTo>
                    <a:pt x="301" y="151"/>
                    <a:pt x="326" y="151"/>
                    <a:pt x="351" y="151"/>
                  </a:cubicBezTo>
                  <a:cubicBezTo>
                    <a:pt x="402" y="126"/>
                    <a:pt x="427" y="100"/>
                    <a:pt x="402" y="50"/>
                  </a:cubicBezTo>
                  <a:cubicBezTo>
                    <a:pt x="402" y="25"/>
                    <a:pt x="351" y="0"/>
                    <a:pt x="3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7" name="Google Shape;5667;p55"/>
            <p:cNvSpPr/>
            <p:nvPr/>
          </p:nvSpPr>
          <p:spPr>
            <a:xfrm>
              <a:off x="5368733" y="1131244"/>
              <a:ext cx="22252" cy="14435"/>
            </a:xfrm>
            <a:custGeom>
              <a:rect b="b" l="l" r="r" t="t"/>
              <a:pathLst>
                <a:path extrusionOk="0" h="277" w="427">
                  <a:moveTo>
                    <a:pt x="351" y="1"/>
                  </a:moveTo>
                  <a:cubicBezTo>
                    <a:pt x="226" y="1"/>
                    <a:pt x="100" y="51"/>
                    <a:pt x="25" y="176"/>
                  </a:cubicBezTo>
                  <a:cubicBezTo>
                    <a:pt x="0" y="201"/>
                    <a:pt x="0" y="251"/>
                    <a:pt x="50" y="276"/>
                  </a:cubicBezTo>
                  <a:cubicBezTo>
                    <a:pt x="75" y="276"/>
                    <a:pt x="125" y="276"/>
                    <a:pt x="150" y="251"/>
                  </a:cubicBezTo>
                  <a:cubicBezTo>
                    <a:pt x="150" y="226"/>
                    <a:pt x="150" y="226"/>
                    <a:pt x="150" y="226"/>
                  </a:cubicBezTo>
                  <a:cubicBezTo>
                    <a:pt x="175" y="201"/>
                    <a:pt x="175" y="201"/>
                    <a:pt x="175" y="201"/>
                  </a:cubicBezTo>
                  <a:cubicBezTo>
                    <a:pt x="201" y="201"/>
                    <a:pt x="201" y="176"/>
                    <a:pt x="201" y="176"/>
                  </a:cubicBezTo>
                  <a:lnTo>
                    <a:pt x="226" y="176"/>
                  </a:lnTo>
                  <a:cubicBezTo>
                    <a:pt x="251" y="176"/>
                    <a:pt x="251" y="151"/>
                    <a:pt x="251" y="151"/>
                  </a:cubicBezTo>
                  <a:lnTo>
                    <a:pt x="351" y="151"/>
                  </a:lnTo>
                  <a:cubicBezTo>
                    <a:pt x="351" y="151"/>
                    <a:pt x="376" y="151"/>
                    <a:pt x="401" y="126"/>
                  </a:cubicBezTo>
                  <a:cubicBezTo>
                    <a:pt x="401" y="126"/>
                    <a:pt x="426" y="101"/>
                    <a:pt x="426" y="76"/>
                  </a:cubicBezTo>
                  <a:cubicBezTo>
                    <a:pt x="426" y="51"/>
                    <a:pt x="401" y="51"/>
                    <a:pt x="401" y="26"/>
                  </a:cubicBezTo>
                  <a:cubicBezTo>
                    <a:pt x="376" y="26"/>
                    <a:pt x="376" y="1"/>
                    <a:pt x="3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8" name="Google Shape;5668;p55"/>
            <p:cNvSpPr/>
            <p:nvPr/>
          </p:nvSpPr>
          <p:spPr>
            <a:xfrm>
              <a:off x="5396144" y="1406808"/>
              <a:ext cx="10475" cy="7921"/>
            </a:xfrm>
            <a:custGeom>
              <a:rect b="b" l="l" r="r" t="t"/>
              <a:pathLst>
                <a:path extrusionOk="0" h="152" w="201">
                  <a:moveTo>
                    <a:pt x="101" y="1"/>
                  </a:moveTo>
                  <a:cubicBezTo>
                    <a:pt x="0" y="1"/>
                    <a:pt x="0"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9" name="Google Shape;5669;p55"/>
            <p:cNvSpPr/>
            <p:nvPr/>
          </p:nvSpPr>
          <p:spPr>
            <a:xfrm>
              <a:off x="5234181" y="1231818"/>
              <a:ext cx="10527" cy="7869"/>
            </a:xfrm>
            <a:custGeom>
              <a:rect b="b" l="l" r="r" t="t"/>
              <a:pathLst>
                <a:path extrusionOk="0" h="151" w="202">
                  <a:moveTo>
                    <a:pt x="101" y="0"/>
                  </a:moveTo>
                  <a:cubicBezTo>
                    <a:pt x="1" y="0"/>
                    <a:pt x="1"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0" name="Google Shape;5670;p55"/>
            <p:cNvSpPr/>
            <p:nvPr/>
          </p:nvSpPr>
          <p:spPr>
            <a:xfrm>
              <a:off x="5384367" y="1233121"/>
              <a:ext cx="9224" cy="7869"/>
            </a:xfrm>
            <a:custGeom>
              <a:rect b="b" l="l" r="r" t="t"/>
              <a:pathLst>
                <a:path extrusionOk="0" h="151" w="177">
                  <a:moveTo>
                    <a:pt x="101" y="0"/>
                  </a:moveTo>
                  <a:cubicBezTo>
                    <a:pt x="1" y="0"/>
                    <a:pt x="1" y="151"/>
                    <a:pt x="101" y="151"/>
                  </a:cubicBezTo>
                  <a:cubicBezTo>
                    <a:pt x="176" y="151"/>
                    <a:pt x="176"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1" name="Google Shape;5671;p55"/>
            <p:cNvSpPr/>
            <p:nvPr/>
          </p:nvSpPr>
          <p:spPr>
            <a:xfrm>
              <a:off x="5467953" y="1153443"/>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2" name="Google Shape;5672;p55"/>
            <p:cNvSpPr/>
            <p:nvPr/>
          </p:nvSpPr>
          <p:spPr>
            <a:xfrm>
              <a:off x="4680394" y="1237029"/>
              <a:ext cx="23607" cy="22825"/>
            </a:xfrm>
            <a:custGeom>
              <a:rect b="b" l="l" r="r" t="t"/>
              <a:pathLst>
                <a:path extrusionOk="0" h="438" w="453">
                  <a:moveTo>
                    <a:pt x="402" y="1"/>
                  </a:moveTo>
                  <a:cubicBezTo>
                    <a:pt x="377" y="1"/>
                    <a:pt x="352" y="1"/>
                    <a:pt x="352" y="26"/>
                  </a:cubicBezTo>
                  <a:cubicBezTo>
                    <a:pt x="201" y="76"/>
                    <a:pt x="76" y="201"/>
                    <a:pt x="26" y="326"/>
                  </a:cubicBezTo>
                  <a:cubicBezTo>
                    <a:pt x="1" y="352"/>
                    <a:pt x="1" y="402"/>
                    <a:pt x="51" y="427"/>
                  </a:cubicBezTo>
                  <a:cubicBezTo>
                    <a:pt x="58" y="434"/>
                    <a:pt x="68" y="437"/>
                    <a:pt x="78" y="437"/>
                  </a:cubicBezTo>
                  <a:cubicBezTo>
                    <a:pt x="103" y="437"/>
                    <a:pt x="134" y="419"/>
                    <a:pt x="151" y="402"/>
                  </a:cubicBezTo>
                  <a:cubicBezTo>
                    <a:pt x="151" y="377"/>
                    <a:pt x="176" y="352"/>
                    <a:pt x="201" y="301"/>
                  </a:cubicBezTo>
                  <a:lnTo>
                    <a:pt x="226" y="276"/>
                  </a:lnTo>
                  <a:cubicBezTo>
                    <a:pt x="226" y="276"/>
                    <a:pt x="252" y="251"/>
                    <a:pt x="252" y="251"/>
                  </a:cubicBezTo>
                  <a:cubicBezTo>
                    <a:pt x="277" y="226"/>
                    <a:pt x="277" y="226"/>
                    <a:pt x="302" y="201"/>
                  </a:cubicBezTo>
                  <a:lnTo>
                    <a:pt x="327" y="201"/>
                  </a:lnTo>
                  <a:cubicBezTo>
                    <a:pt x="352" y="176"/>
                    <a:pt x="377" y="151"/>
                    <a:pt x="402" y="151"/>
                  </a:cubicBezTo>
                  <a:cubicBezTo>
                    <a:pt x="427" y="126"/>
                    <a:pt x="452" y="126"/>
                    <a:pt x="452" y="101"/>
                  </a:cubicBezTo>
                  <a:cubicBezTo>
                    <a:pt x="452" y="76"/>
                    <a:pt x="452" y="51"/>
                    <a:pt x="452" y="51"/>
                  </a:cubicBezTo>
                  <a:cubicBezTo>
                    <a:pt x="427" y="26"/>
                    <a:pt x="427" y="26"/>
                    <a:pt x="4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3" name="Google Shape;5673;p55"/>
            <p:cNvSpPr/>
            <p:nvPr/>
          </p:nvSpPr>
          <p:spPr>
            <a:xfrm>
              <a:off x="4690868" y="1242710"/>
              <a:ext cx="27463" cy="23972"/>
            </a:xfrm>
            <a:custGeom>
              <a:rect b="b" l="l" r="r" t="t"/>
              <a:pathLst>
                <a:path extrusionOk="0" h="460" w="527">
                  <a:moveTo>
                    <a:pt x="453" y="1"/>
                  </a:moveTo>
                  <a:cubicBezTo>
                    <a:pt x="439" y="1"/>
                    <a:pt x="422" y="7"/>
                    <a:pt x="401" y="17"/>
                  </a:cubicBezTo>
                  <a:cubicBezTo>
                    <a:pt x="251" y="92"/>
                    <a:pt x="126" y="217"/>
                    <a:pt x="25" y="368"/>
                  </a:cubicBezTo>
                  <a:cubicBezTo>
                    <a:pt x="0" y="393"/>
                    <a:pt x="25" y="443"/>
                    <a:pt x="51" y="443"/>
                  </a:cubicBezTo>
                  <a:cubicBezTo>
                    <a:pt x="71" y="453"/>
                    <a:pt x="88" y="460"/>
                    <a:pt x="102" y="460"/>
                  </a:cubicBezTo>
                  <a:cubicBezTo>
                    <a:pt x="121" y="460"/>
                    <a:pt x="136" y="447"/>
                    <a:pt x="151" y="418"/>
                  </a:cubicBezTo>
                  <a:cubicBezTo>
                    <a:pt x="176" y="418"/>
                    <a:pt x="176" y="393"/>
                    <a:pt x="201" y="393"/>
                  </a:cubicBezTo>
                  <a:cubicBezTo>
                    <a:pt x="201" y="380"/>
                    <a:pt x="195" y="380"/>
                    <a:pt x="192" y="380"/>
                  </a:cubicBezTo>
                  <a:cubicBezTo>
                    <a:pt x="188" y="380"/>
                    <a:pt x="188" y="380"/>
                    <a:pt x="201" y="368"/>
                  </a:cubicBezTo>
                  <a:cubicBezTo>
                    <a:pt x="201" y="368"/>
                    <a:pt x="201" y="343"/>
                    <a:pt x="226" y="343"/>
                  </a:cubicBezTo>
                  <a:cubicBezTo>
                    <a:pt x="251" y="318"/>
                    <a:pt x="276" y="293"/>
                    <a:pt x="301" y="268"/>
                  </a:cubicBezTo>
                  <a:cubicBezTo>
                    <a:pt x="326" y="243"/>
                    <a:pt x="326" y="243"/>
                    <a:pt x="351" y="217"/>
                  </a:cubicBezTo>
                  <a:lnTo>
                    <a:pt x="376" y="192"/>
                  </a:lnTo>
                  <a:cubicBezTo>
                    <a:pt x="401" y="167"/>
                    <a:pt x="452" y="142"/>
                    <a:pt x="477" y="142"/>
                  </a:cubicBezTo>
                  <a:cubicBezTo>
                    <a:pt x="527" y="117"/>
                    <a:pt x="527" y="67"/>
                    <a:pt x="502" y="42"/>
                  </a:cubicBezTo>
                  <a:cubicBezTo>
                    <a:pt x="487" y="13"/>
                    <a:pt x="472" y="1"/>
                    <a:pt x="4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4" name="Google Shape;5674;p55"/>
            <p:cNvSpPr/>
            <p:nvPr/>
          </p:nvSpPr>
          <p:spPr>
            <a:xfrm>
              <a:off x="5127562" y="1420461"/>
              <a:ext cx="45286" cy="72958"/>
            </a:xfrm>
            <a:custGeom>
              <a:rect b="b" l="l" r="r" t="t"/>
              <a:pathLst>
                <a:path extrusionOk="0" h="1400" w="869">
                  <a:moveTo>
                    <a:pt x="109" y="1"/>
                  </a:moveTo>
                  <a:cubicBezTo>
                    <a:pt x="59" y="1"/>
                    <a:pt x="1" y="74"/>
                    <a:pt x="42" y="115"/>
                  </a:cubicBezTo>
                  <a:cubicBezTo>
                    <a:pt x="392" y="441"/>
                    <a:pt x="643" y="867"/>
                    <a:pt x="718" y="1343"/>
                  </a:cubicBezTo>
                  <a:cubicBezTo>
                    <a:pt x="728" y="1383"/>
                    <a:pt x="754" y="1399"/>
                    <a:pt x="782" y="1399"/>
                  </a:cubicBezTo>
                  <a:cubicBezTo>
                    <a:pt x="823" y="1399"/>
                    <a:pt x="869" y="1363"/>
                    <a:pt x="869" y="1318"/>
                  </a:cubicBezTo>
                  <a:cubicBezTo>
                    <a:pt x="768" y="817"/>
                    <a:pt x="518" y="365"/>
                    <a:pt x="142" y="15"/>
                  </a:cubicBezTo>
                  <a:cubicBezTo>
                    <a:pt x="132" y="5"/>
                    <a:pt x="121" y="1"/>
                    <a:pt x="1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5" name="Google Shape;5675;p55"/>
            <p:cNvSpPr/>
            <p:nvPr/>
          </p:nvSpPr>
          <p:spPr>
            <a:xfrm>
              <a:off x="5170189" y="1540056"/>
              <a:ext cx="9172" cy="9172"/>
            </a:xfrm>
            <a:custGeom>
              <a:rect b="b" l="l" r="r" t="t"/>
              <a:pathLst>
                <a:path extrusionOk="0" h="176" w="176">
                  <a:moveTo>
                    <a:pt x="0" y="0"/>
                  </a:moveTo>
                  <a:lnTo>
                    <a:pt x="0" y="25"/>
                  </a:lnTo>
                  <a:cubicBezTo>
                    <a:pt x="0" y="25"/>
                    <a:pt x="0" y="50"/>
                    <a:pt x="0" y="50"/>
                  </a:cubicBezTo>
                  <a:cubicBezTo>
                    <a:pt x="0" y="75"/>
                    <a:pt x="0" y="75"/>
                    <a:pt x="0" y="75"/>
                  </a:cubicBezTo>
                  <a:cubicBezTo>
                    <a:pt x="0" y="101"/>
                    <a:pt x="0" y="101"/>
                    <a:pt x="0" y="101"/>
                  </a:cubicBezTo>
                  <a:cubicBezTo>
                    <a:pt x="26" y="126"/>
                    <a:pt x="51" y="126"/>
                    <a:pt x="51" y="151"/>
                  </a:cubicBezTo>
                  <a:lnTo>
                    <a:pt x="76" y="151"/>
                  </a:lnTo>
                  <a:cubicBezTo>
                    <a:pt x="76" y="176"/>
                    <a:pt x="101" y="176"/>
                    <a:pt x="101" y="176"/>
                  </a:cubicBezTo>
                  <a:cubicBezTo>
                    <a:pt x="126" y="176"/>
                    <a:pt x="126" y="176"/>
                    <a:pt x="126" y="151"/>
                  </a:cubicBezTo>
                  <a:lnTo>
                    <a:pt x="151" y="151"/>
                  </a:lnTo>
                  <a:lnTo>
                    <a:pt x="176" y="126"/>
                  </a:lnTo>
                  <a:cubicBezTo>
                    <a:pt x="176" y="126"/>
                    <a:pt x="176" y="101"/>
                    <a:pt x="176" y="101"/>
                  </a:cubicBezTo>
                  <a:cubicBezTo>
                    <a:pt x="176" y="75"/>
                    <a:pt x="176" y="75"/>
                    <a:pt x="176" y="75"/>
                  </a:cubicBezTo>
                  <a:cubicBezTo>
                    <a:pt x="176" y="50"/>
                    <a:pt x="176" y="50"/>
                    <a:pt x="151" y="50"/>
                  </a:cubicBezTo>
                  <a:cubicBezTo>
                    <a:pt x="151" y="25"/>
                    <a:pt x="126" y="25"/>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6" name="Google Shape;5676;p55"/>
            <p:cNvSpPr/>
            <p:nvPr/>
          </p:nvSpPr>
          <p:spPr>
            <a:xfrm>
              <a:off x="4711765" y="3232057"/>
              <a:ext cx="1154605" cy="636763"/>
            </a:xfrm>
            <a:custGeom>
              <a:rect b="b" l="l" r="r" t="t"/>
              <a:pathLst>
                <a:path extrusionOk="0" h="12219" w="22156">
                  <a:moveTo>
                    <a:pt x="20862" y="0"/>
                  </a:moveTo>
                  <a:cubicBezTo>
                    <a:pt x="20633" y="0"/>
                    <a:pt x="20405" y="39"/>
                    <a:pt x="20176" y="88"/>
                  </a:cubicBezTo>
                  <a:cubicBezTo>
                    <a:pt x="18046" y="439"/>
                    <a:pt x="15965" y="1040"/>
                    <a:pt x="13960" y="1842"/>
                  </a:cubicBezTo>
                  <a:cubicBezTo>
                    <a:pt x="14011" y="1466"/>
                    <a:pt x="13635" y="1115"/>
                    <a:pt x="13259" y="1040"/>
                  </a:cubicBezTo>
                  <a:cubicBezTo>
                    <a:pt x="13205" y="1034"/>
                    <a:pt x="13153" y="1030"/>
                    <a:pt x="13100" y="1030"/>
                  </a:cubicBezTo>
                  <a:cubicBezTo>
                    <a:pt x="12758" y="1030"/>
                    <a:pt x="12435" y="1164"/>
                    <a:pt x="12131" y="1316"/>
                  </a:cubicBezTo>
                  <a:cubicBezTo>
                    <a:pt x="10953" y="1892"/>
                    <a:pt x="9975" y="2820"/>
                    <a:pt x="9299" y="3922"/>
                  </a:cubicBezTo>
                  <a:cubicBezTo>
                    <a:pt x="6542" y="4474"/>
                    <a:pt x="3785" y="5050"/>
                    <a:pt x="1028" y="5602"/>
                  </a:cubicBezTo>
                  <a:lnTo>
                    <a:pt x="0" y="12218"/>
                  </a:lnTo>
                  <a:cubicBezTo>
                    <a:pt x="3459" y="11166"/>
                    <a:pt x="7143" y="10414"/>
                    <a:pt x="10402" y="9186"/>
                  </a:cubicBezTo>
                  <a:cubicBezTo>
                    <a:pt x="11078" y="9687"/>
                    <a:pt x="11304" y="9912"/>
                    <a:pt x="12031" y="10063"/>
                  </a:cubicBezTo>
                  <a:cubicBezTo>
                    <a:pt x="12347" y="10119"/>
                    <a:pt x="12664" y="10143"/>
                    <a:pt x="12980" y="10143"/>
                  </a:cubicBezTo>
                  <a:cubicBezTo>
                    <a:pt x="13513" y="10143"/>
                    <a:pt x="14042" y="10073"/>
                    <a:pt x="14562" y="9963"/>
                  </a:cubicBezTo>
                  <a:cubicBezTo>
                    <a:pt x="15915" y="9687"/>
                    <a:pt x="17244" y="9211"/>
                    <a:pt x="18397" y="8459"/>
                  </a:cubicBezTo>
                  <a:cubicBezTo>
                    <a:pt x="18772" y="8208"/>
                    <a:pt x="19148" y="7907"/>
                    <a:pt x="19274" y="7481"/>
                  </a:cubicBezTo>
                  <a:cubicBezTo>
                    <a:pt x="19399" y="7055"/>
                    <a:pt x="19123" y="6504"/>
                    <a:pt x="18697" y="6504"/>
                  </a:cubicBezTo>
                  <a:cubicBezTo>
                    <a:pt x="19048" y="6303"/>
                    <a:pt x="19249" y="5877"/>
                    <a:pt x="19173" y="5476"/>
                  </a:cubicBezTo>
                  <a:cubicBezTo>
                    <a:pt x="19098" y="5075"/>
                    <a:pt x="18747" y="4749"/>
                    <a:pt x="18346" y="4699"/>
                  </a:cubicBezTo>
                  <a:cubicBezTo>
                    <a:pt x="18547" y="4424"/>
                    <a:pt x="18597" y="4023"/>
                    <a:pt x="18472" y="3697"/>
                  </a:cubicBezTo>
                  <a:cubicBezTo>
                    <a:pt x="18321" y="3371"/>
                    <a:pt x="17996" y="3145"/>
                    <a:pt x="17645" y="3120"/>
                  </a:cubicBezTo>
                  <a:cubicBezTo>
                    <a:pt x="18171" y="2870"/>
                    <a:pt x="20126" y="2394"/>
                    <a:pt x="20527" y="2268"/>
                  </a:cubicBezTo>
                  <a:cubicBezTo>
                    <a:pt x="20928" y="2143"/>
                    <a:pt x="21329" y="2018"/>
                    <a:pt x="21630" y="1742"/>
                  </a:cubicBezTo>
                  <a:cubicBezTo>
                    <a:pt x="21955" y="1491"/>
                    <a:pt x="22156" y="1040"/>
                    <a:pt x="22031" y="664"/>
                  </a:cubicBezTo>
                  <a:cubicBezTo>
                    <a:pt x="21905" y="313"/>
                    <a:pt x="21580" y="113"/>
                    <a:pt x="21229" y="38"/>
                  </a:cubicBezTo>
                  <a:cubicBezTo>
                    <a:pt x="21106" y="11"/>
                    <a:pt x="20984" y="0"/>
                    <a:pt x="20862"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7" name="Google Shape;5677;p55"/>
            <p:cNvSpPr/>
            <p:nvPr/>
          </p:nvSpPr>
          <p:spPr>
            <a:xfrm>
              <a:off x="4707856" y="3228253"/>
              <a:ext cx="1162474" cy="644788"/>
            </a:xfrm>
            <a:custGeom>
              <a:rect b="b" l="l" r="r" t="t"/>
              <a:pathLst>
                <a:path extrusionOk="0" h="12373" w="22307">
                  <a:moveTo>
                    <a:pt x="1153" y="5700"/>
                  </a:moveTo>
                  <a:cubicBezTo>
                    <a:pt x="1153" y="5702"/>
                    <a:pt x="1153" y="5704"/>
                    <a:pt x="1153" y="5706"/>
                  </a:cubicBezTo>
                  <a:lnTo>
                    <a:pt x="1153" y="5706"/>
                  </a:lnTo>
                  <a:cubicBezTo>
                    <a:pt x="1153" y="5704"/>
                    <a:pt x="1153" y="5702"/>
                    <a:pt x="1153" y="5700"/>
                  </a:cubicBezTo>
                  <a:close/>
                  <a:moveTo>
                    <a:pt x="20933" y="148"/>
                  </a:moveTo>
                  <a:cubicBezTo>
                    <a:pt x="21299" y="148"/>
                    <a:pt x="21658" y="237"/>
                    <a:pt x="21905" y="537"/>
                  </a:cubicBezTo>
                  <a:cubicBezTo>
                    <a:pt x="22231" y="938"/>
                    <a:pt x="22005" y="1489"/>
                    <a:pt x="21655" y="1765"/>
                  </a:cubicBezTo>
                  <a:cubicBezTo>
                    <a:pt x="21329" y="2041"/>
                    <a:pt x="20903" y="2191"/>
                    <a:pt x="20477" y="2291"/>
                  </a:cubicBezTo>
                  <a:cubicBezTo>
                    <a:pt x="20226" y="2366"/>
                    <a:pt x="19975" y="2442"/>
                    <a:pt x="19700" y="2517"/>
                  </a:cubicBezTo>
                  <a:cubicBezTo>
                    <a:pt x="19324" y="2617"/>
                    <a:pt x="18923" y="2717"/>
                    <a:pt x="18547" y="2817"/>
                  </a:cubicBezTo>
                  <a:cubicBezTo>
                    <a:pt x="18246" y="2918"/>
                    <a:pt x="17945" y="2993"/>
                    <a:pt x="17670" y="3118"/>
                  </a:cubicBezTo>
                  <a:cubicBezTo>
                    <a:pt x="17594" y="3143"/>
                    <a:pt x="17644" y="3244"/>
                    <a:pt x="17720" y="3244"/>
                  </a:cubicBezTo>
                  <a:cubicBezTo>
                    <a:pt x="18045" y="3294"/>
                    <a:pt x="18321" y="3494"/>
                    <a:pt x="18472" y="3795"/>
                  </a:cubicBezTo>
                  <a:cubicBezTo>
                    <a:pt x="18622" y="4096"/>
                    <a:pt x="18547" y="4472"/>
                    <a:pt x="18346" y="4747"/>
                  </a:cubicBezTo>
                  <a:cubicBezTo>
                    <a:pt x="18321" y="4797"/>
                    <a:pt x="18371" y="4848"/>
                    <a:pt x="18421" y="4848"/>
                  </a:cubicBezTo>
                  <a:cubicBezTo>
                    <a:pt x="18772" y="4898"/>
                    <a:pt x="19098" y="5198"/>
                    <a:pt x="19173" y="5574"/>
                  </a:cubicBezTo>
                  <a:cubicBezTo>
                    <a:pt x="19248" y="5925"/>
                    <a:pt x="19048" y="6326"/>
                    <a:pt x="18722" y="6502"/>
                  </a:cubicBezTo>
                  <a:cubicBezTo>
                    <a:pt x="18672" y="6552"/>
                    <a:pt x="18697" y="6627"/>
                    <a:pt x="18772" y="6627"/>
                  </a:cubicBezTo>
                  <a:cubicBezTo>
                    <a:pt x="19048" y="6652"/>
                    <a:pt x="19223" y="6903"/>
                    <a:pt x="19274" y="7153"/>
                  </a:cubicBezTo>
                  <a:cubicBezTo>
                    <a:pt x="19349" y="7454"/>
                    <a:pt x="19223" y="7730"/>
                    <a:pt x="19048" y="7955"/>
                  </a:cubicBezTo>
                  <a:cubicBezTo>
                    <a:pt x="18822" y="8231"/>
                    <a:pt x="18547" y="8406"/>
                    <a:pt x="18271" y="8582"/>
                  </a:cubicBezTo>
                  <a:cubicBezTo>
                    <a:pt x="17970" y="8782"/>
                    <a:pt x="17644" y="8933"/>
                    <a:pt x="17319" y="9083"/>
                  </a:cubicBezTo>
                  <a:cubicBezTo>
                    <a:pt x="16642" y="9409"/>
                    <a:pt x="15940" y="9635"/>
                    <a:pt x="15238" y="9810"/>
                  </a:cubicBezTo>
                  <a:cubicBezTo>
                    <a:pt x="14542" y="9996"/>
                    <a:pt x="13845" y="10139"/>
                    <a:pt x="13128" y="10139"/>
                  </a:cubicBezTo>
                  <a:cubicBezTo>
                    <a:pt x="13072" y="10139"/>
                    <a:pt x="13015" y="10138"/>
                    <a:pt x="12958" y="10136"/>
                  </a:cubicBezTo>
                  <a:cubicBezTo>
                    <a:pt x="12331" y="10136"/>
                    <a:pt x="11680" y="10036"/>
                    <a:pt x="11153" y="9660"/>
                  </a:cubicBezTo>
                  <a:cubicBezTo>
                    <a:pt x="11028" y="9584"/>
                    <a:pt x="10928" y="9509"/>
                    <a:pt x="10802" y="9409"/>
                  </a:cubicBezTo>
                  <a:cubicBezTo>
                    <a:pt x="10727" y="9359"/>
                    <a:pt x="10677" y="9309"/>
                    <a:pt x="10602" y="9259"/>
                  </a:cubicBezTo>
                  <a:cubicBezTo>
                    <a:pt x="10555" y="9228"/>
                    <a:pt x="10528" y="9206"/>
                    <a:pt x="10490" y="9206"/>
                  </a:cubicBezTo>
                  <a:cubicBezTo>
                    <a:pt x="10467" y="9206"/>
                    <a:pt x="10440" y="9214"/>
                    <a:pt x="10401" y="9234"/>
                  </a:cubicBezTo>
                  <a:cubicBezTo>
                    <a:pt x="10050" y="9359"/>
                    <a:pt x="9725" y="9484"/>
                    <a:pt x="9374" y="9584"/>
                  </a:cubicBezTo>
                  <a:cubicBezTo>
                    <a:pt x="7945" y="10061"/>
                    <a:pt x="6466" y="10462"/>
                    <a:pt x="5013" y="10863"/>
                  </a:cubicBezTo>
                  <a:cubicBezTo>
                    <a:pt x="3534" y="11264"/>
                    <a:pt x="2055" y="11640"/>
                    <a:pt x="602" y="12066"/>
                  </a:cubicBezTo>
                  <a:cubicBezTo>
                    <a:pt x="464" y="12105"/>
                    <a:pt x="311" y="12144"/>
                    <a:pt x="167" y="12196"/>
                  </a:cubicBezTo>
                  <a:lnTo>
                    <a:pt x="167" y="12196"/>
                  </a:lnTo>
                  <a:cubicBezTo>
                    <a:pt x="264" y="11484"/>
                    <a:pt x="382" y="10772"/>
                    <a:pt x="476" y="10061"/>
                  </a:cubicBezTo>
                  <a:cubicBezTo>
                    <a:pt x="677" y="8883"/>
                    <a:pt x="852" y="7705"/>
                    <a:pt x="1028" y="6502"/>
                  </a:cubicBezTo>
                  <a:cubicBezTo>
                    <a:pt x="1076" y="6263"/>
                    <a:pt x="1123" y="6002"/>
                    <a:pt x="1149" y="5740"/>
                  </a:cubicBezTo>
                  <a:lnTo>
                    <a:pt x="1149" y="5740"/>
                  </a:lnTo>
                  <a:cubicBezTo>
                    <a:pt x="3164" y="5318"/>
                    <a:pt x="5179" y="4920"/>
                    <a:pt x="7193" y="4497"/>
                  </a:cubicBezTo>
                  <a:cubicBezTo>
                    <a:pt x="7695" y="4396"/>
                    <a:pt x="8196" y="4296"/>
                    <a:pt x="8722" y="4196"/>
                  </a:cubicBezTo>
                  <a:cubicBezTo>
                    <a:pt x="8847" y="4171"/>
                    <a:pt x="8948" y="4146"/>
                    <a:pt x="9073" y="4121"/>
                  </a:cubicBezTo>
                  <a:cubicBezTo>
                    <a:pt x="9148" y="4096"/>
                    <a:pt x="9198" y="4096"/>
                    <a:pt x="9248" y="4071"/>
                  </a:cubicBezTo>
                  <a:cubicBezTo>
                    <a:pt x="9299" y="4071"/>
                    <a:pt x="9374" y="4071"/>
                    <a:pt x="9424" y="4046"/>
                  </a:cubicBezTo>
                  <a:cubicBezTo>
                    <a:pt x="9449" y="4020"/>
                    <a:pt x="9474" y="3945"/>
                    <a:pt x="9499" y="3920"/>
                  </a:cubicBezTo>
                  <a:cubicBezTo>
                    <a:pt x="9524" y="3870"/>
                    <a:pt x="9549" y="3820"/>
                    <a:pt x="9574" y="3795"/>
                  </a:cubicBezTo>
                  <a:cubicBezTo>
                    <a:pt x="9649" y="3695"/>
                    <a:pt x="9700" y="3619"/>
                    <a:pt x="9775" y="3519"/>
                  </a:cubicBezTo>
                  <a:cubicBezTo>
                    <a:pt x="10276" y="2843"/>
                    <a:pt x="10903" y="2266"/>
                    <a:pt x="11629" y="1790"/>
                  </a:cubicBezTo>
                  <a:cubicBezTo>
                    <a:pt x="12030" y="1539"/>
                    <a:pt x="12507" y="1239"/>
                    <a:pt x="13008" y="1188"/>
                  </a:cubicBezTo>
                  <a:cubicBezTo>
                    <a:pt x="13049" y="1184"/>
                    <a:pt x="13089" y="1182"/>
                    <a:pt x="13130" y="1182"/>
                  </a:cubicBezTo>
                  <a:cubicBezTo>
                    <a:pt x="13338" y="1182"/>
                    <a:pt x="13542" y="1238"/>
                    <a:pt x="13710" y="1364"/>
                  </a:cubicBezTo>
                  <a:cubicBezTo>
                    <a:pt x="13860" y="1489"/>
                    <a:pt x="13985" y="1690"/>
                    <a:pt x="13960" y="1915"/>
                  </a:cubicBezTo>
                  <a:cubicBezTo>
                    <a:pt x="13960" y="1956"/>
                    <a:pt x="13994" y="1997"/>
                    <a:pt x="14020" y="1997"/>
                  </a:cubicBezTo>
                  <a:cubicBezTo>
                    <a:pt x="14025" y="1997"/>
                    <a:pt x="14031" y="1995"/>
                    <a:pt x="14035" y="1990"/>
                  </a:cubicBezTo>
                  <a:cubicBezTo>
                    <a:pt x="15088" y="1564"/>
                    <a:pt x="16141" y="1213"/>
                    <a:pt x="17218" y="913"/>
                  </a:cubicBezTo>
                  <a:cubicBezTo>
                    <a:pt x="18296" y="612"/>
                    <a:pt x="19374" y="336"/>
                    <a:pt x="20477" y="186"/>
                  </a:cubicBezTo>
                  <a:cubicBezTo>
                    <a:pt x="20625" y="164"/>
                    <a:pt x="20780" y="148"/>
                    <a:pt x="20933" y="148"/>
                  </a:cubicBezTo>
                  <a:close/>
                  <a:moveTo>
                    <a:pt x="20977" y="1"/>
                  </a:moveTo>
                  <a:cubicBezTo>
                    <a:pt x="20768" y="1"/>
                    <a:pt x="20553" y="24"/>
                    <a:pt x="20351" y="61"/>
                  </a:cubicBezTo>
                  <a:cubicBezTo>
                    <a:pt x="20076" y="111"/>
                    <a:pt x="19775" y="161"/>
                    <a:pt x="19474" y="211"/>
                  </a:cubicBezTo>
                  <a:cubicBezTo>
                    <a:pt x="18898" y="336"/>
                    <a:pt x="18321" y="462"/>
                    <a:pt x="17745" y="612"/>
                  </a:cubicBezTo>
                  <a:cubicBezTo>
                    <a:pt x="16525" y="929"/>
                    <a:pt x="15306" y="1341"/>
                    <a:pt x="14109" y="1802"/>
                  </a:cubicBezTo>
                  <a:lnTo>
                    <a:pt x="14109" y="1802"/>
                  </a:lnTo>
                  <a:cubicBezTo>
                    <a:pt x="14079" y="1479"/>
                    <a:pt x="13827" y="1223"/>
                    <a:pt x="13534" y="1088"/>
                  </a:cubicBezTo>
                  <a:cubicBezTo>
                    <a:pt x="13414" y="1048"/>
                    <a:pt x="13292" y="1031"/>
                    <a:pt x="13171" y="1031"/>
                  </a:cubicBezTo>
                  <a:cubicBezTo>
                    <a:pt x="12837" y="1031"/>
                    <a:pt x="12507" y="1160"/>
                    <a:pt x="12231" y="1289"/>
                  </a:cubicBezTo>
                  <a:cubicBezTo>
                    <a:pt x="11454" y="1665"/>
                    <a:pt x="10727" y="2216"/>
                    <a:pt x="10151" y="2843"/>
                  </a:cubicBezTo>
                  <a:cubicBezTo>
                    <a:pt x="9850" y="3168"/>
                    <a:pt x="9574" y="3519"/>
                    <a:pt x="9349" y="3870"/>
                  </a:cubicBezTo>
                  <a:cubicBezTo>
                    <a:pt x="9324" y="3920"/>
                    <a:pt x="9273" y="3920"/>
                    <a:pt x="9223" y="3945"/>
                  </a:cubicBezTo>
                  <a:cubicBezTo>
                    <a:pt x="9148" y="3945"/>
                    <a:pt x="9098" y="3970"/>
                    <a:pt x="9048" y="3970"/>
                  </a:cubicBezTo>
                  <a:cubicBezTo>
                    <a:pt x="8898" y="3995"/>
                    <a:pt x="8747" y="4046"/>
                    <a:pt x="8622" y="4071"/>
                  </a:cubicBezTo>
                  <a:cubicBezTo>
                    <a:pt x="8346" y="4121"/>
                    <a:pt x="8096" y="4171"/>
                    <a:pt x="7845" y="4221"/>
                  </a:cubicBezTo>
                  <a:cubicBezTo>
                    <a:pt x="6767" y="4447"/>
                    <a:pt x="5715" y="4672"/>
                    <a:pt x="4637" y="4873"/>
                  </a:cubicBezTo>
                  <a:lnTo>
                    <a:pt x="1078" y="5599"/>
                  </a:lnTo>
                  <a:cubicBezTo>
                    <a:pt x="1053" y="5625"/>
                    <a:pt x="1028" y="5650"/>
                    <a:pt x="1028" y="5650"/>
                  </a:cubicBezTo>
                  <a:cubicBezTo>
                    <a:pt x="903" y="6401"/>
                    <a:pt x="802" y="7153"/>
                    <a:pt x="677" y="7905"/>
                  </a:cubicBezTo>
                  <a:lnTo>
                    <a:pt x="126" y="11464"/>
                  </a:lnTo>
                  <a:cubicBezTo>
                    <a:pt x="75" y="11740"/>
                    <a:pt x="50" y="12016"/>
                    <a:pt x="0" y="12291"/>
                  </a:cubicBezTo>
                  <a:cubicBezTo>
                    <a:pt x="0" y="12306"/>
                    <a:pt x="5" y="12320"/>
                    <a:pt x="13" y="12332"/>
                  </a:cubicBezTo>
                  <a:lnTo>
                    <a:pt x="13" y="12332"/>
                  </a:lnTo>
                  <a:cubicBezTo>
                    <a:pt x="22" y="12351"/>
                    <a:pt x="39" y="12365"/>
                    <a:pt x="64" y="12369"/>
                  </a:cubicBezTo>
                  <a:lnTo>
                    <a:pt x="64" y="12369"/>
                  </a:lnTo>
                  <a:cubicBezTo>
                    <a:pt x="71" y="12371"/>
                    <a:pt x="79" y="12372"/>
                    <a:pt x="87" y="12372"/>
                  </a:cubicBezTo>
                  <a:cubicBezTo>
                    <a:pt x="101" y="12372"/>
                    <a:pt x="115" y="12368"/>
                    <a:pt x="126" y="12359"/>
                  </a:cubicBezTo>
                  <a:lnTo>
                    <a:pt x="126" y="12359"/>
                  </a:lnTo>
                  <a:cubicBezTo>
                    <a:pt x="1622" y="11911"/>
                    <a:pt x="3167" y="11512"/>
                    <a:pt x="4687" y="11088"/>
                  </a:cubicBezTo>
                  <a:cubicBezTo>
                    <a:pt x="6216" y="10687"/>
                    <a:pt x="7745" y="10286"/>
                    <a:pt x="9248" y="9785"/>
                  </a:cubicBezTo>
                  <a:cubicBezTo>
                    <a:pt x="9599" y="9660"/>
                    <a:pt x="9975" y="9534"/>
                    <a:pt x="10326" y="9409"/>
                  </a:cubicBezTo>
                  <a:cubicBezTo>
                    <a:pt x="10351" y="9384"/>
                    <a:pt x="10401" y="9359"/>
                    <a:pt x="10451" y="9359"/>
                  </a:cubicBezTo>
                  <a:cubicBezTo>
                    <a:pt x="10502" y="9359"/>
                    <a:pt x="10502" y="9384"/>
                    <a:pt x="10552" y="9409"/>
                  </a:cubicBezTo>
                  <a:cubicBezTo>
                    <a:pt x="10627" y="9459"/>
                    <a:pt x="10702" y="9509"/>
                    <a:pt x="10777" y="9559"/>
                  </a:cubicBezTo>
                  <a:cubicBezTo>
                    <a:pt x="10878" y="9660"/>
                    <a:pt x="11003" y="9735"/>
                    <a:pt x="11128" y="9835"/>
                  </a:cubicBezTo>
                  <a:cubicBezTo>
                    <a:pt x="11680" y="10186"/>
                    <a:pt x="12331" y="10286"/>
                    <a:pt x="12983" y="10286"/>
                  </a:cubicBezTo>
                  <a:cubicBezTo>
                    <a:pt x="13760" y="10286"/>
                    <a:pt x="14562" y="10136"/>
                    <a:pt x="15314" y="9960"/>
                  </a:cubicBezTo>
                  <a:cubicBezTo>
                    <a:pt x="16040" y="9760"/>
                    <a:pt x="16742" y="9534"/>
                    <a:pt x="17419" y="9208"/>
                  </a:cubicBezTo>
                  <a:cubicBezTo>
                    <a:pt x="17745" y="9058"/>
                    <a:pt x="18071" y="8883"/>
                    <a:pt x="18396" y="8657"/>
                  </a:cubicBezTo>
                  <a:cubicBezTo>
                    <a:pt x="18672" y="8482"/>
                    <a:pt x="18948" y="8306"/>
                    <a:pt x="19173" y="8031"/>
                  </a:cubicBezTo>
                  <a:cubicBezTo>
                    <a:pt x="19349" y="7830"/>
                    <a:pt x="19474" y="7554"/>
                    <a:pt x="19449" y="7254"/>
                  </a:cubicBezTo>
                  <a:cubicBezTo>
                    <a:pt x="19424" y="7003"/>
                    <a:pt x="19299" y="6752"/>
                    <a:pt x="19098" y="6602"/>
                  </a:cubicBezTo>
                  <a:cubicBezTo>
                    <a:pt x="19045" y="6575"/>
                    <a:pt x="18991" y="6549"/>
                    <a:pt x="18934" y="6530"/>
                  </a:cubicBezTo>
                  <a:lnTo>
                    <a:pt x="18934" y="6530"/>
                  </a:lnTo>
                  <a:cubicBezTo>
                    <a:pt x="19226" y="6286"/>
                    <a:pt x="19389" y="5896"/>
                    <a:pt x="19324" y="5524"/>
                  </a:cubicBezTo>
                  <a:cubicBezTo>
                    <a:pt x="19233" y="5138"/>
                    <a:pt x="18915" y="4834"/>
                    <a:pt x="18538" y="4724"/>
                  </a:cubicBezTo>
                  <a:lnTo>
                    <a:pt x="18538" y="4724"/>
                  </a:lnTo>
                  <a:cubicBezTo>
                    <a:pt x="18725" y="4414"/>
                    <a:pt x="18733" y="4036"/>
                    <a:pt x="18597" y="3720"/>
                  </a:cubicBezTo>
                  <a:cubicBezTo>
                    <a:pt x="18458" y="3442"/>
                    <a:pt x="18225" y="3243"/>
                    <a:pt x="17948" y="3160"/>
                  </a:cubicBezTo>
                  <a:lnTo>
                    <a:pt x="17948" y="3160"/>
                  </a:lnTo>
                  <a:cubicBezTo>
                    <a:pt x="18156" y="3081"/>
                    <a:pt x="18364" y="3025"/>
                    <a:pt x="18572" y="2968"/>
                  </a:cubicBezTo>
                  <a:cubicBezTo>
                    <a:pt x="18923" y="2868"/>
                    <a:pt x="19299" y="2767"/>
                    <a:pt x="19649" y="2667"/>
                  </a:cubicBezTo>
                  <a:cubicBezTo>
                    <a:pt x="19925" y="2592"/>
                    <a:pt x="20226" y="2517"/>
                    <a:pt x="20502" y="2442"/>
                  </a:cubicBezTo>
                  <a:cubicBezTo>
                    <a:pt x="20903" y="2316"/>
                    <a:pt x="21329" y="2191"/>
                    <a:pt x="21680" y="1940"/>
                  </a:cubicBezTo>
                  <a:cubicBezTo>
                    <a:pt x="22030" y="1690"/>
                    <a:pt x="22306" y="1239"/>
                    <a:pt x="22181" y="787"/>
                  </a:cubicBezTo>
                  <a:cubicBezTo>
                    <a:pt x="22081" y="336"/>
                    <a:pt x="21629" y="86"/>
                    <a:pt x="21203" y="10"/>
                  </a:cubicBezTo>
                  <a:cubicBezTo>
                    <a:pt x="21130" y="4"/>
                    <a:pt x="21054" y="1"/>
                    <a:pt x="209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8" name="Google Shape;5678;p55"/>
            <p:cNvSpPr/>
            <p:nvPr/>
          </p:nvSpPr>
          <p:spPr>
            <a:xfrm>
              <a:off x="5342573" y="3328046"/>
              <a:ext cx="96721" cy="37938"/>
            </a:xfrm>
            <a:custGeom>
              <a:rect b="b" l="l" r="r" t="t"/>
              <a:pathLst>
                <a:path extrusionOk="0" h="728" w="1856">
                  <a:moveTo>
                    <a:pt x="1855" y="0"/>
                  </a:moveTo>
                  <a:lnTo>
                    <a:pt x="928" y="364"/>
                  </a:lnTo>
                  <a:lnTo>
                    <a:pt x="928" y="364"/>
                  </a:lnTo>
                  <a:cubicBezTo>
                    <a:pt x="1254" y="238"/>
                    <a:pt x="1580" y="113"/>
                    <a:pt x="1855" y="0"/>
                  </a:cubicBezTo>
                  <a:close/>
                  <a:moveTo>
                    <a:pt x="928" y="364"/>
                  </a:moveTo>
                  <a:cubicBezTo>
                    <a:pt x="602" y="489"/>
                    <a:pt x="276" y="614"/>
                    <a:pt x="1" y="727"/>
                  </a:cubicBezTo>
                  <a:lnTo>
                    <a:pt x="928" y="364"/>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9" name="Google Shape;5679;p55"/>
            <p:cNvSpPr/>
            <p:nvPr/>
          </p:nvSpPr>
          <p:spPr>
            <a:xfrm>
              <a:off x="5337935" y="3323981"/>
              <a:ext cx="106153" cy="45129"/>
            </a:xfrm>
            <a:custGeom>
              <a:rect b="b" l="l" r="r" t="t"/>
              <a:pathLst>
                <a:path extrusionOk="0" h="866" w="2037">
                  <a:moveTo>
                    <a:pt x="1936" y="0"/>
                  </a:moveTo>
                  <a:cubicBezTo>
                    <a:pt x="1931" y="0"/>
                    <a:pt x="1925" y="1"/>
                    <a:pt x="1919" y="3"/>
                  </a:cubicBezTo>
                  <a:cubicBezTo>
                    <a:pt x="1318" y="254"/>
                    <a:pt x="691" y="479"/>
                    <a:pt x="65" y="730"/>
                  </a:cubicBezTo>
                  <a:cubicBezTo>
                    <a:pt x="0" y="751"/>
                    <a:pt x="10" y="865"/>
                    <a:pt x="77" y="865"/>
                  </a:cubicBezTo>
                  <a:cubicBezTo>
                    <a:pt x="88" y="865"/>
                    <a:pt x="101" y="862"/>
                    <a:pt x="115" y="855"/>
                  </a:cubicBezTo>
                  <a:cubicBezTo>
                    <a:pt x="716" y="630"/>
                    <a:pt x="1343" y="404"/>
                    <a:pt x="1944" y="153"/>
                  </a:cubicBezTo>
                  <a:cubicBezTo>
                    <a:pt x="2037" y="130"/>
                    <a:pt x="2001" y="0"/>
                    <a:pt x="19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0" name="Google Shape;5680;p55"/>
            <p:cNvSpPr/>
            <p:nvPr/>
          </p:nvSpPr>
          <p:spPr>
            <a:xfrm>
              <a:off x="5582911" y="3394644"/>
              <a:ext cx="44452" cy="15738"/>
            </a:xfrm>
            <a:custGeom>
              <a:rect b="b" l="l" r="r" t="t"/>
              <a:pathLst>
                <a:path extrusionOk="0" h="302" w="853">
                  <a:moveTo>
                    <a:pt x="852" y="0"/>
                  </a:moveTo>
                  <a:lnTo>
                    <a:pt x="426" y="151"/>
                  </a:lnTo>
                  <a:lnTo>
                    <a:pt x="426" y="151"/>
                  </a:lnTo>
                  <a:cubicBezTo>
                    <a:pt x="571" y="101"/>
                    <a:pt x="715" y="51"/>
                    <a:pt x="852" y="0"/>
                  </a:cubicBezTo>
                  <a:close/>
                  <a:moveTo>
                    <a:pt x="426" y="151"/>
                  </a:moveTo>
                  <a:cubicBezTo>
                    <a:pt x="282" y="201"/>
                    <a:pt x="138" y="251"/>
                    <a:pt x="0" y="301"/>
                  </a:cubicBezTo>
                  <a:lnTo>
                    <a:pt x="426" y="15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1" name="Google Shape;5681;p55"/>
            <p:cNvSpPr/>
            <p:nvPr/>
          </p:nvSpPr>
          <p:spPr>
            <a:xfrm>
              <a:off x="5576866" y="3390579"/>
              <a:ext cx="56646" cy="23868"/>
            </a:xfrm>
            <a:custGeom>
              <a:rect b="b" l="l" r="r" t="t"/>
              <a:pathLst>
                <a:path extrusionOk="0" h="458" w="1087">
                  <a:moveTo>
                    <a:pt x="985" y="0"/>
                  </a:moveTo>
                  <a:cubicBezTo>
                    <a:pt x="980" y="0"/>
                    <a:pt x="974" y="1"/>
                    <a:pt x="968" y="3"/>
                  </a:cubicBezTo>
                  <a:cubicBezTo>
                    <a:pt x="668" y="129"/>
                    <a:pt x="367" y="229"/>
                    <a:pt x="91" y="329"/>
                  </a:cubicBezTo>
                  <a:cubicBezTo>
                    <a:pt x="0" y="352"/>
                    <a:pt x="33" y="458"/>
                    <a:pt x="97" y="458"/>
                  </a:cubicBezTo>
                  <a:cubicBezTo>
                    <a:pt x="103" y="458"/>
                    <a:pt x="110" y="457"/>
                    <a:pt x="116" y="454"/>
                  </a:cubicBezTo>
                  <a:cubicBezTo>
                    <a:pt x="417" y="354"/>
                    <a:pt x="718" y="254"/>
                    <a:pt x="994" y="154"/>
                  </a:cubicBezTo>
                  <a:cubicBezTo>
                    <a:pt x="1086" y="130"/>
                    <a:pt x="1050" y="0"/>
                    <a:pt x="9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2" name="Google Shape;5682;p55"/>
            <p:cNvSpPr/>
            <p:nvPr/>
          </p:nvSpPr>
          <p:spPr>
            <a:xfrm>
              <a:off x="5611624" y="3476928"/>
              <a:ext cx="57532" cy="19646"/>
            </a:xfrm>
            <a:custGeom>
              <a:rect b="b" l="l" r="r" t="t"/>
              <a:pathLst>
                <a:path extrusionOk="0" h="377" w="1104">
                  <a:moveTo>
                    <a:pt x="1103" y="0"/>
                  </a:moveTo>
                  <a:cubicBezTo>
                    <a:pt x="728" y="126"/>
                    <a:pt x="352" y="251"/>
                    <a:pt x="1" y="376"/>
                  </a:cubicBezTo>
                  <a:lnTo>
                    <a:pt x="11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3" name="Google Shape;5683;p55"/>
            <p:cNvSpPr/>
            <p:nvPr/>
          </p:nvSpPr>
          <p:spPr>
            <a:xfrm>
              <a:off x="5605579" y="3472811"/>
              <a:ext cx="68424" cy="27828"/>
            </a:xfrm>
            <a:custGeom>
              <a:rect b="b" l="l" r="r" t="t"/>
              <a:pathLst>
                <a:path extrusionOk="0" h="534" w="1313">
                  <a:moveTo>
                    <a:pt x="1219" y="1"/>
                  </a:moveTo>
                  <a:cubicBezTo>
                    <a:pt x="1212" y="1"/>
                    <a:pt x="1203" y="2"/>
                    <a:pt x="1194" y="4"/>
                  </a:cubicBezTo>
                  <a:cubicBezTo>
                    <a:pt x="818" y="129"/>
                    <a:pt x="468" y="255"/>
                    <a:pt x="92" y="380"/>
                  </a:cubicBezTo>
                  <a:cubicBezTo>
                    <a:pt x="0" y="426"/>
                    <a:pt x="34" y="534"/>
                    <a:pt x="97" y="534"/>
                  </a:cubicBezTo>
                  <a:cubicBezTo>
                    <a:pt x="103" y="534"/>
                    <a:pt x="110" y="533"/>
                    <a:pt x="117" y="531"/>
                  </a:cubicBezTo>
                  <a:cubicBezTo>
                    <a:pt x="493" y="405"/>
                    <a:pt x="869" y="280"/>
                    <a:pt x="1245" y="155"/>
                  </a:cubicBezTo>
                  <a:cubicBezTo>
                    <a:pt x="1313" y="109"/>
                    <a:pt x="1298" y="1"/>
                    <a:pt x="12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4" name="Google Shape;5684;p55"/>
            <p:cNvSpPr/>
            <p:nvPr/>
          </p:nvSpPr>
          <p:spPr>
            <a:xfrm>
              <a:off x="5627310" y="3569633"/>
              <a:ext cx="61441" cy="30121"/>
            </a:xfrm>
            <a:custGeom>
              <a:rect b="b" l="l" r="r" t="t"/>
              <a:pathLst>
                <a:path extrusionOk="0" h="578" w="1179">
                  <a:moveTo>
                    <a:pt x="1178" y="1"/>
                  </a:moveTo>
                  <a:lnTo>
                    <a:pt x="0" y="577"/>
                  </a:lnTo>
                  <a:cubicBezTo>
                    <a:pt x="376" y="402"/>
                    <a:pt x="777" y="201"/>
                    <a:pt x="117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5" name="Google Shape;5685;p55"/>
            <p:cNvSpPr/>
            <p:nvPr/>
          </p:nvSpPr>
          <p:spPr>
            <a:xfrm>
              <a:off x="5621421" y="3566455"/>
              <a:ext cx="73010" cy="37834"/>
            </a:xfrm>
            <a:custGeom>
              <a:rect b="b" l="l" r="r" t="t"/>
              <a:pathLst>
                <a:path extrusionOk="0" h="726" w="1401">
                  <a:moveTo>
                    <a:pt x="1287" y="0"/>
                  </a:moveTo>
                  <a:cubicBezTo>
                    <a:pt x="1273" y="0"/>
                    <a:pt x="1257" y="4"/>
                    <a:pt x="1241" y="12"/>
                  </a:cubicBezTo>
                  <a:lnTo>
                    <a:pt x="63" y="588"/>
                  </a:lnTo>
                  <a:cubicBezTo>
                    <a:pt x="0" y="630"/>
                    <a:pt x="43" y="725"/>
                    <a:pt x="103" y="725"/>
                  </a:cubicBezTo>
                  <a:cubicBezTo>
                    <a:pt x="114" y="725"/>
                    <a:pt x="126" y="722"/>
                    <a:pt x="139" y="713"/>
                  </a:cubicBezTo>
                  <a:cubicBezTo>
                    <a:pt x="540" y="513"/>
                    <a:pt x="941" y="312"/>
                    <a:pt x="1316" y="137"/>
                  </a:cubicBezTo>
                  <a:cubicBezTo>
                    <a:pt x="1401" y="95"/>
                    <a:pt x="1361" y="0"/>
                    <a:pt x="12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6" name="Google Shape;5686;p55"/>
            <p:cNvSpPr/>
            <p:nvPr/>
          </p:nvSpPr>
          <p:spPr>
            <a:xfrm>
              <a:off x="4927245" y="3500430"/>
              <a:ext cx="115012" cy="26160"/>
            </a:xfrm>
            <a:custGeom>
              <a:rect b="b" l="l" r="r" t="t"/>
              <a:pathLst>
                <a:path extrusionOk="0" h="502" w="2207">
                  <a:moveTo>
                    <a:pt x="2206" y="1"/>
                  </a:moveTo>
                  <a:cubicBezTo>
                    <a:pt x="1454" y="126"/>
                    <a:pt x="728" y="276"/>
                    <a:pt x="1" y="502"/>
                  </a:cubicBezTo>
                  <a:lnTo>
                    <a:pt x="220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7" name="Google Shape;5687;p55"/>
            <p:cNvSpPr/>
            <p:nvPr/>
          </p:nvSpPr>
          <p:spPr>
            <a:xfrm>
              <a:off x="4922347" y="3496521"/>
              <a:ext cx="126425" cy="34134"/>
            </a:xfrm>
            <a:custGeom>
              <a:rect b="b" l="l" r="r" t="t"/>
              <a:pathLst>
                <a:path extrusionOk="0" h="655" w="2426">
                  <a:moveTo>
                    <a:pt x="2275" y="0"/>
                  </a:moveTo>
                  <a:cubicBezTo>
                    <a:pt x="1548" y="126"/>
                    <a:pt x="797" y="301"/>
                    <a:pt x="70" y="502"/>
                  </a:cubicBezTo>
                  <a:cubicBezTo>
                    <a:pt x="0" y="525"/>
                    <a:pt x="16" y="655"/>
                    <a:pt x="98" y="655"/>
                  </a:cubicBezTo>
                  <a:cubicBezTo>
                    <a:pt x="105" y="655"/>
                    <a:pt x="112" y="654"/>
                    <a:pt x="120" y="652"/>
                  </a:cubicBezTo>
                  <a:cubicBezTo>
                    <a:pt x="847" y="426"/>
                    <a:pt x="1574" y="251"/>
                    <a:pt x="2325" y="151"/>
                  </a:cubicBezTo>
                  <a:cubicBezTo>
                    <a:pt x="2426" y="126"/>
                    <a:pt x="2376" y="0"/>
                    <a:pt x="22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8" name="Google Shape;5688;p55"/>
            <p:cNvSpPr/>
            <p:nvPr/>
          </p:nvSpPr>
          <p:spPr>
            <a:xfrm>
              <a:off x="5082694" y="3489955"/>
              <a:ext cx="10475" cy="7921"/>
            </a:xfrm>
            <a:custGeom>
              <a:rect b="b" l="l" r="r" t="t"/>
              <a:pathLst>
                <a:path extrusionOk="0" h="152" w="201">
                  <a:moveTo>
                    <a:pt x="101" y="1"/>
                  </a:moveTo>
                  <a:cubicBezTo>
                    <a:pt x="0" y="1"/>
                    <a:pt x="0"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9" name="Google Shape;5689;p55"/>
            <p:cNvSpPr/>
            <p:nvPr/>
          </p:nvSpPr>
          <p:spPr>
            <a:xfrm>
              <a:off x="5123184" y="3693710"/>
              <a:ext cx="70560" cy="22252"/>
            </a:xfrm>
            <a:custGeom>
              <a:rect b="b" l="l" r="r" t="t"/>
              <a:pathLst>
                <a:path extrusionOk="0" h="427" w="1354">
                  <a:moveTo>
                    <a:pt x="1354" y="1"/>
                  </a:moveTo>
                  <a:lnTo>
                    <a:pt x="677" y="214"/>
                  </a:lnTo>
                  <a:lnTo>
                    <a:pt x="677" y="214"/>
                  </a:lnTo>
                  <a:cubicBezTo>
                    <a:pt x="902" y="145"/>
                    <a:pt x="1128" y="76"/>
                    <a:pt x="1354" y="1"/>
                  </a:cubicBezTo>
                  <a:close/>
                  <a:moveTo>
                    <a:pt x="677" y="214"/>
                  </a:moveTo>
                  <a:lnTo>
                    <a:pt x="677" y="214"/>
                  </a:lnTo>
                  <a:cubicBezTo>
                    <a:pt x="451" y="283"/>
                    <a:pt x="226" y="352"/>
                    <a:pt x="0" y="427"/>
                  </a:cubicBezTo>
                  <a:lnTo>
                    <a:pt x="677" y="214"/>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0" name="Google Shape;5690;p55"/>
            <p:cNvSpPr/>
            <p:nvPr/>
          </p:nvSpPr>
          <p:spPr>
            <a:xfrm>
              <a:off x="5118286" y="3689646"/>
              <a:ext cx="81504" cy="30434"/>
            </a:xfrm>
            <a:custGeom>
              <a:rect b="b" l="l" r="r" t="t"/>
              <a:pathLst>
                <a:path extrusionOk="0" h="584" w="1564">
                  <a:moveTo>
                    <a:pt x="1467" y="0"/>
                  </a:moveTo>
                  <a:cubicBezTo>
                    <a:pt x="1461" y="0"/>
                    <a:pt x="1454" y="1"/>
                    <a:pt x="1448" y="4"/>
                  </a:cubicBezTo>
                  <a:cubicBezTo>
                    <a:pt x="996" y="154"/>
                    <a:pt x="520" y="304"/>
                    <a:pt x="69" y="455"/>
                  </a:cubicBezTo>
                  <a:cubicBezTo>
                    <a:pt x="1" y="478"/>
                    <a:pt x="15" y="583"/>
                    <a:pt x="94" y="583"/>
                  </a:cubicBezTo>
                  <a:cubicBezTo>
                    <a:pt x="102" y="583"/>
                    <a:pt x="110" y="582"/>
                    <a:pt x="119" y="580"/>
                  </a:cubicBezTo>
                  <a:cubicBezTo>
                    <a:pt x="570" y="430"/>
                    <a:pt x="1022" y="279"/>
                    <a:pt x="1473" y="154"/>
                  </a:cubicBezTo>
                  <a:cubicBezTo>
                    <a:pt x="1564" y="108"/>
                    <a:pt x="1531" y="0"/>
                    <a:pt x="146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1" name="Google Shape;5691;p55"/>
            <p:cNvSpPr/>
            <p:nvPr/>
          </p:nvSpPr>
          <p:spPr>
            <a:xfrm>
              <a:off x="5282489" y="3505641"/>
              <a:ext cx="2710" cy="10527"/>
            </a:xfrm>
            <a:custGeom>
              <a:rect b="b" l="l" r="r" t="t"/>
              <a:pathLst>
                <a:path extrusionOk="0" h="202" w="52">
                  <a:moveTo>
                    <a:pt x="51" y="1"/>
                  </a:moveTo>
                  <a:lnTo>
                    <a:pt x="1" y="20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2" name="Google Shape;5692;p55"/>
            <p:cNvSpPr/>
            <p:nvPr/>
          </p:nvSpPr>
          <p:spPr>
            <a:xfrm>
              <a:off x="5278580" y="3501732"/>
              <a:ext cx="10527" cy="18865"/>
            </a:xfrm>
            <a:custGeom>
              <a:rect b="b" l="l" r="r" t="t"/>
              <a:pathLst>
                <a:path extrusionOk="0" h="362" w="202">
                  <a:moveTo>
                    <a:pt x="151" y="1"/>
                  </a:moveTo>
                  <a:cubicBezTo>
                    <a:pt x="101" y="1"/>
                    <a:pt x="76" y="1"/>
                    <a:pt x="51" y="51"/>
                  </a:cubicBezTo>
                  <a:cubicBezTo>
                    <a:pt x="51" y="126"/>
                    <a:pt x="26" y="201"/>
                    <a:pt x="1" y="276"/>
                  </a:cubicBezTo>
                  <a:cubicBezTo>
                    <a:pt x="1" y="301"/>
                    <a:pt x="26" y="351"/>
                    <a:pt x="51" y="351"/>
                  </a:cubicBezTo>
                  <a:cubicBezTo>
                    <a:pt x="64" y="358"/>
                    <a:pt x="78" y="361"/>
                    <a:pt x="90" y="361"/>
                  </a:cubicBezTo>
                  <a:cubicBezTo>
                    <a:pt x="124" y="361"/>
                    <a:pt x="151" y="338"/>
                    <a:pt x="151" y="301"/>
                  </a:cubicBezTo>
                  <a:lnTo>
                    <a:pt x="201" y="76"/>
                  </a:lnTo>
                  <a:cubicBezTo>
                    <a:pt x="201" y="51"/>
                    <a:pt x="1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3" name="Google Shape;5693;p55"/>
            <p:cNvSpPr/>
            <p:nvPr/>
          </p:nvSpPr>
          <p:spPr>
            <a:xfrm>
              <a:off x="5291660" y="3509549"/>
              <a:ext cx="2658" cy="7921"/>
            </a:xfrm>
            <a:custGeom>
              <a:rect b="b" l="l" r="r" t="t"/>
              <a:pathLst>
                <a:path extrusionOk="0" h="152" w="51">
                  <a:moveTo>
                    <a:pt x="50" y="1"/>
                  </a:moveTo>
                  <a:lnTo>
                    <a:pt x="50" y="1"/>
                  </a:lnTo>
                  <a:cubicBezTo>
                    <a:pt x="38" y="26"/>
                    <a:pt x="32" y="51"/>
                    <a:pt x="25" y="76"/>
                  </a:cubicBezTo>
                  <a:lnTo>
                    <a:pt x="25" y="76"/>
                  </a:lnTo>
                  <a:lnTo>
                    <a:pt x="50" y="1"/>
                  </a:lnTo>
                  <a:close/>
                  <a:moveTo>
                    <a:pt x="25" y="76"/>
                  </a:moveTo>
                  <a:lnTo>
                    <a:pt x="0" y="151"/>
                  </a:lnTo>
                  <a:cubicBezTo>
                    <a:pt x="13" y="126"/>
                    <a:pt x="19" y="101"/>
                    <a:pt x="25" y="7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4" name="Google Shape;5694;p55"/>
            <p:cNvSpPr/>
            <p:nvPr/>
          </p:nvSpPr>
          <p:spPr>
            <a:xfrm>
              <a:off x="5287752" y="3505641"/>
              <a:ext cx="10475" cy="16259"/>
            </a:xfrm>
            <a:custGeom>
              <a:rect b="b" l="l" r="r" t="t"/>
              <a:pathLst>
                <a:path extrusionOk="0" h="312" w="201">
                  <a:moveTo>
                    <a:pt x="151" y="1"/>
                  </a:moveTo>
                  <a:cubicBezTo>
                    <a:pt x="100" y="1"/>
                    <a:pt x="75" y="1"/>
                    <a:pt x="50" y="51"/>
                  </a:cubicBezTo>
                  <a:cubicBezTo>
                    <a:pt x="50" y="101"/>
                    <a:pt x="25" y="151"/>
                    <a:pt x="0" y="226"/>
                  </a:cubicBezTo>
                  <a:cubicBezTo>
                    <a:pt x="0" y="226"/>
                    <a:pt x="0" y="251"/>
                    <a:pt x="25" y="276"/>
                  </a:cubicBezTo>
                  <a:cubicBezTo>
                    <a:pt x="25" y="276"/>
                    <a:pt x="50" y="302"/>
                    <a:pt x="50" y="302"/>
                  </a:cubicBezTo>
                  <a:cubicBezTo>
                    <a:pt x="64" y="308"/>
                    <a:pt x="75" y="311"/>
                    <a:pt x="86" y="311"/>
                  </a:cubicBezTo>
                  <a:cubicBezTo>
                    <a:pt x="114" y="311"/>
                    <a:pt x="132" y="288"/>
                    <a:pt x="151" y="251"/>
                  </a:cubicBezTo>
                  <a:cubicBezTo>
                    <a:pt x="176" y="201"/>
                    <a:pt x="176" y="151"/>
                    <a:pt x="201" y="76"/>
                  </a:cubicBezTo>
                  <a:cubicBezTo>
                    <a:pt x="201" y="76"/>
                    <a:pt x="201" y="51"/>
                    <a:pt x="201" y="26"/>
                  </a:cubicBezTo>
                  <a:cubicBezTo>
                    <a:pt x="176" y="26"/>
                    <a:pt x="176" y="1"/>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5" name="Google Shape;5695;p55"/>
            <p:cNvSpPr/>
            <p:nvPr/>
          </p:nvSpPr>
          <p:spPr>
            <a:xfrm>
              <a:off x="5362167" y="3330651"/>
              <a:ext cx="26160" cy="11777"/>
            </a:xfrm>
            <a:custGeom>
              <a:rect b="b" l="l" r="r" t="t"/>
              <a:pathLst>
                <a:path extrusionOk="0" h="226" w="502">
                  <a:moveTo>
                    <a:pt x="502" y="0"/>
                  </a:moveTo>
                  <a:cubicBezTo>
                    <a:pt x="327" y="50"/>
                    <a:pt x="151" y="126"/>
                    <a:pt x="1" y="226"/>
                  </a:cubicBezTo>
                  <a:lnTo>
                    <a:pt x="50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6" name="Google Shape;5696;p55"/>
            <p:cNvSpPr/>
            <p:nvPr/>
          </p:nvSpPr>
          <p:spPr>
            <a:xfrm>
              <a:off x="5358259" y="3326743"/>
              <a:ext cx="34029" cy="19177"/>
            </a:xfrm>
            <a:custGeom>
              <a:rect b="b" l="l" r="r" t="t"/>
              <a:pathLst>
                <a:path extrusionOk="0" h="368" w="653">
                  <a:moveTo>
                    <a:pt x="552" y="0"/>
                  </a:moveTo>
                  <a:cubicBezTo>
                    <a:pt x="376" y="50"/>
                    <a:pt x="201" y="125"/>
                    <a:pt x="51" y="226"/>
                  </a:cubicBezTo>
                  <a:cubicBezTo>
                    <a:pt x="26" y="251"/>
                    <a:pt x="1" y="301"/>
                    <a:pt x="26" y="326"/>
                  </a:cubicBezTo>
                  <a:cubicBezTo>
                    <a:pt x="40" y="355"/>
                    <a:pt x="64" y="367"/>
                    <a:pt x="85" y="367"/>
                  </a:cubicBezTo>
                  <a:cubicBezTo>
                    <a:pt x="101" y="367"/>
                    <a:pt x="115" y="361"/>
                    <a:pt x="126" y="351"/>
                  </a:cubicBezTo>
                  <a:cubicBezTo>
                    <a:pt x="276" y="276"/>
                    <a:pt x="427" y="201"/>
                    <a:pt x="602" y="151"/>
                  </a:cubicBezTo>
                  <a:cubicBezTo>
                    <a:pt x="627" y="125"/>
                    <a:pt x="652" y="100"/>
                    <a:pt x="652" y="50"/>
                  </a:cubicBezTo>
                  <a:cubicBezTo>
                    <a:pt x="627" y="25"/>
                    <a:pt x="577" y="0"/>
                    <a:pt x="5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7" name="Google Shape;5697;p55"/>
            <p:cNvSpPr/>
            <p:nvPr/>
          </p:nvSpPr>
          <p:spPr>
            <a:xfrm>
              <a:off x="5644298" y="3333257"/>
              <a:ext cx="108446" cy="36635"/>
            </a:xfrm>
            <a:custGeom>
              <a:rect b="b" l="l" r="r" t="t"/>
              <a:pathLst>
                <a:path extrusionOk="0" h="703" w="2081">
                  <a:moveTo>
                    <a:pt x="2080" y="0"/>
                  </a:moveTo>
                  <a:lnTo>
                    <a:pt x="0" y="702"/>
                  </a:lnTo>
                  <a:cubicBezTo>
                    <a:pt x="677" y="477"/>
                    <a:pt x="1379" y="251"/>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8" name="Google Shape;5698;p55"/>
            <p:cNvSpPr/>
            <p:nvPr/>
          </p:nvSpPr>
          <p:spPr>
            <a:xfrm>
              <a:off x="5638201" y="3329192"/>
              <a:ext cx="119442" cy="44765"/>
            </a:xfrm>
            <a:custGeom>
              <a:rect b="b" l="l" r="r" t="t"/>
              <a:pathLst>
                <a:path extrusionOk="0" h="859" w="2292">
                  <a:moveTo>
                    <a:pt x="2194" y="0"/>
                  </a:moveTo>
                  <a:cubicBezTo>
                    <a:pt x="2187" y="0"/>
                    <a:pt x="2180" y="1"/>
                    <a:pt x="2172" y="3"/>
                  </a:cubicBezTo>
                  <a:cubicBezTo>
                    <a:pt x="1471" y="254"/>
                    <a:pt x="794" y="479"/>
                    <a:pt x="92" y="730"/>
                  </a:cubicBezTo>
                  <a:cubicBezTo>
                    <a:pt x="1" y="753"/>
                    <a:pt x="34" y="859"/>
                    <a:pt x="98" y="859"/>
                  </a:cubicBezTo>
                  <a:cubicBezTo>
                    <a:pt x="104" y="859"/>
                    <a:pt x="111" y="858"/>
                    <a:pt x="117" y="855"/>
                  </a:cubicBezTo>
                  <a:cubicBezTo>
                    <a:pt x="819" y="630"/>
                    <a:pt x="1521" y="379"/>
                    <a:pt x="2223" y="154"/>
                  </a:cubicBezTo>
                  <a:cubicBezTo>
                    <a:pt x="2292" y="131"/>
                    <a:pt x="2276" y="0"/>
                    <a:pt x="21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9" name="Google Shape;5699;p55"/>
            <p:cNvSpPr/>
            <p:nvPr/>
          </p:nvSpPr>
          <p:spPr>
            <a:xfrm>
              <a:off x="5770981" y="3318874"/>
              <a:ext cx="9172" cy="7921"/>
            </a:xfrm>
            <a:custGeom>
              <a:rect b="b" l="l" r="r" t="t"/>
              <a:pathLst>
                <a:path extrusionOk="0" h="152" w="176">
                  <a:moveTo>
                    <a:pt x="76" y="1"/>
                  </a:moveTo>
                  <a:cubicBezTo>
                    <a:pt x="0" y="1"/>
                    <a:pt x="0" y="151"/>
                    <a:pt x="76" y="151"/>
                  </a:cubicBezTo>
                  <a:cubicBezTo>
                    <a:pt x="176" y="151"/>
                    <a:pt x="176" y="1"/>
                    <a:pt x="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0" name="Google Shape;5700;p55"/>
            <p:cNvSpPr/>
            <p:nvPr/>
          </p:nvSpPr>
          <p:spPr>
            <a:xfrm>
              <a:off x="5635127" y="3411632"/>
              <a:ext cx="22252" cy="31372"/>
            </a:xfrm>
            <a:custGeom>
              <a:rect b="b" l="l" r="r" t="t"/>
              <a:pathLst>
                <a:path extrusionOk="0" h="602" w="427">
                  <a:moveTo>
                    <a:pt x="1" y="0"/>
                  </a:moveTo>
                  <a:lnTo>
                    <a:pt x="327" y="602"/>
                  </a:lnTo>
                  <a:cubicBezTo>
                    <a:pt x="427" y="351"/>
                    <a:pt x="251" y="50"/>
                    <a:pt x="1" y="0"/>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1" name="Google Shape;5701;p55"/>
            <p:cNvSpPr/>
            <p:nvPr/>
          </p:nvSpPr>
          <p:spPr>
            <a:xfrm>
              <a:off x="5631218" y="3407203"/>
              <a:ext cx="30121" cy="39710"/>
            </a:xfrm>
            <a:custGeom>
              <a:rect b="b" l="l" r="r" t="t"/>
              <a:pathLst>
                <a:path extrusionOk="0" h="762" w="578">
                  <a:moveTo>
                    <a:pt x="66" y="0"/>
                  </a:moveTo>
                  <a:cubicBezTo>
                    <a:pt x="37" y="0"/>
                    <a:pt x="19" y="23"/>
                    <a:pt x="1" y="60"/>
                  </a:cubicBezTo>
                  <a:cubicBezTo>
                    <a:pt x="1" y="85"/>
                    <a:pt x="26" y="135"/>
                    <a:pt x="51" y="135"/>
                  </a:cubicBezTo>
                  <a:cubicBezTo>
                    <a:pt x="176" y="160"/>
                    <a:pt x="251" y="236"/>
                    <a:pt x="301" y="336"/>
                  </a:cubicBezTo>
                  <a:cubicBezTo>
                    <a:pt x="352" y="436"/>
                    <a:pt x="377" y="561"/>
                    <a:pt x="326" y="662"/>
                  </a:cubicBezTo>
                  <a:cubicBezTo>
                    <a:pt x="326" y="712"/>
                    <a:pt x="352" y="762"/>
                    <a:pt x="377" y="762"/>
                  </a:cubicBezTo>
                  <a:cubicBezTo>
                    <a:pt x="427" y="762"/>
                    <a:pt x="452" y="737"/>
                    <a:pt x="477" y="712"/>
                  </a:cubicBezTo>
                  <a:cubicBezTo>
                    <a:pt x="577" y="436"/>
                    <a:pt x="377" y="60"/>
                    <a:pt x="101" y="10"/>
                  </a:cubicBezTo>
                  <a:cubicBezTo>
                    <a:pt x="87" y="3"/>
                    <a:pt x="76" y="0"/>
                    <a:pt x="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2" name="Google Shape;5702;p55"/>
            <p:cNvSpPr/>
            <p:nvPr/>
          </p:nvSpPr>
          <p:spPr>
            <a:xfrm>
              <a:off x="5644298" y="3461242"/>
              <a:ext cx="9172" cy="7869"/>
            </a:xfrm>
            <a:custGeom>
              <a:rect b="b" l="l" r="r" t="t"/>
              <a:pathLst>
                <a:path extrusionOk="0" h="151" w="176">
                  <a:moveTo>
                    <a:pt x="75" y="1"/>
                  </a:moveTo>
                  <a:cubicBezTo>
                    <a:pt x="0" y="1"/>
                    <a:pt x="0" y="151"/>
                    <a:pt x="75" y="151"/>
                  </a:cubicBezTo>
                  <a:cubicBezTo>
                    <a:pt x="176" y="151"/>
                    <a:pt x="176" y="1"/>
                    <a:pt x="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3" name="Google Shape;5703;p55"/>
            <p:cNvSpPr/>
            <p:nvPr/>
          </p:nvSpPr>
          <p:spPr>
            <a:xfrm>
              <a:off x="5488850" y="3510904"/>
              <a:ext cx="7921" cy="10475"/>
            </a:xfrm>
            <a:custGeom>
              <a:rect b="b" l="l" r="r" t="t"/>
              <a:pathLst>
                <a:path extrusionOk="0" h="201" w="152">
                  <a:moveTo>
                    <a:pt x="151" y="0"/>
                  </a:moveTo>
                  <a:lnTo>
                    <a:pt x="76" y="100"/>
                  </a:lnTo>
                  <a:lnTo>
                    <a:pt x="76" y="100"/>
                  </a:lnTo>
                  <a:cubicBezTo>
                    <a:pt x="101" y="69"/>
                    <a:pt x="126" y="38"/>
                    <a:pt x="151" y="0"/>
                  </a:cubicBezTo>
                  <a:close/>
                  <a:moveTo>
                    <a:pt x="76" y="100"/>
                  </a:moveTo>
                  <a:lnTo>
                    <a:pt x="76" y="100"/>
                  </a:lnTo>
                  <a:cubicBezTo>
                    <a:pt x="51" y="132"/>
                    <a:pt x="26" y="163"/>
                    <a:pt x="1" y="201"/>
                  </a:cubicBezTo>
                  <a:lnTo>
                    <a:pt x="76" y="10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4" name="Google Shape;5704;p55"/>
            <p:cNvSpPr/>
            <p:nvPr/>
          </p:nvSpPr>
          <p:spPr>
            <a:xfrm>
              <a:off x="5484942" y="3506422"/>
              <a:ext cx="15738" cy="19438"/>
            </a:xfrm>
            <a:custGeom>
              <a:rect b="b" l="l" r="r" t="t"/>
              <a:pathLst>
                <a:path extrusionOk="0" h="373" w="302">
                  <a:moveTo>
                    <a:pt x="238" y="0"/>
                  </a:moveTo>
                  <a:cubicBezTo>
                    <a:pt x="212" y="0"/>
                    <a:pt x="194" y="18"/>
                    <a:pt x="176" y="36"/>
                  </a:cubicBezTo>
                  <a:lnTo>
                    <a:pt x="26" y="261"/>
                  </a:lnTo>
                  <a:cubicBezTo>
                    <a:pt x="1" y="287"/>
                    <a:pt x="26" y="337"/>
                    <a:pt x="51" y="362"/>
                  </a:cubicBezTo>
                  <a:cubicBezTo>
                    <a:pt x="58" y="369"/>
                    <a:pt x="68" y="372"/>
                    <a:pt x="78" y="372"/>
                  </a:cubicBezTo>
                  <a:cubicBezTo>
                    <a:pt x="103" y="372"/>
                    <a:pt x="133" y="354"/>
                    <a:pt x="151" y="337"/>
                  </a:cubicBezTo>
                  <a:cubicBezTo>
                    <a:pt x="201" y="261"/>
                    <a:pt x="251" y="186"/>
                    <a:pt x="301" y="111"/>
                  </a:cubicBezTo>
                  <a:cubicBezTo>
                    <a:pt x="301" y="86"/>
                    <a:pt x="301" y="36"/>
                    <a:pt x="276" y="11"/>
                  </a:cubicBezTo>
                  <a:cubicBezTo>
                    <a:pt x="262" y="3"/>
                    <a:pt x="249" y="0"/>
                    <a:pt x="2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5" name="Google Shape;5705;p55"/>
            <p:cNvSpPr/>
            <p:nvPr/>
          </p:nvSpPr>
          <p:spPr>
            <a:xfrm>
              <a:off x="5500627" y="3518721"/>
              <a:ext cx="6566" cy="9172"/>
            </a:xfrm>
            <a:custGeom>
              <a:rect b="b" l="l" r="r" t="t"/>
              <a:pathLst>
                <a:path extrusionOk="0" h="176" w="126">
                  <a:moveTo>
                    <a:pt x="126" y="0"/>
                  </a:moveTo>
                  <a:lnTo>
                    <a:pt x="0" y="176"/>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6" name="Google Shape;5706;p55"/>
            <p:cNvSpPr/>
            <p:nvPr/>
          </p:nvSpPr>
          <p:spPr>
            <a:xfrm>
              <a:off x="5496719" y="3515125"/>
              <a:ext cx="14383" cy="16728"/>
            </a:xfrm>
            <a:custGeom>
              <a:rect b="b" l="l" r="r" t="t"/>
              <a:pathLst>
                <a:path extrusionOk="0" h="321" w="276">
                  <a:moveTo>
                    <a:pt x="210" y="0"/>
                  </a:moveTo>
                  <a:cubicBezTo>
                    <a:pt x="201" y="0"/>
                    <a:pt x="188" y="7"/>
                    <a:pt x="176" y="19"/>
                  </a:cubicBezTo>
                  <a:cubicBezTo>
                    <a:pt x="151" y="19"/>
                    <a:pt x="151" y="19"/>
                    <a:pt x="125" y="44"/>
                  </a:cubicBezTo>
                  <a:lnTo>
                    <a:pt x="0" y="220"/>
                  </a:lnTo>
                  <a:cubicBezTo>
                    <a:pt x="0" y="220"/>
                    <a:pt x="0" y="245"/>
                    <a:pt x="0" y="270"/>
                  </a:cubicBezTo>
                  <a:cubicBezTo>
                    <a:pt x="0" y="295"/>
                    <a:pt x="25" y="295"/>
                    <a:pt x="25" y="320"/>
                  </a:cubicBezTo>
                  <a:lnTo>
                    <a:pt x="100" y="320"/>
                  </a:lnTo>
                  <a:cubicBezTo>
                    <a:pt x="100" y="320"/>
                    <a:pt x="125" y="295"/>
                    <a:pt x="125" y="295"/>
                  </a:cubicBezTo>
                  <a:cubicBezTo>
                    <a:pt x="176" y="220"/>
                    <a:pt x="226" y="170"/>
                    <a:pt x="251" y="120"/>
                  </a:cubicBezTo>
                  <a:cubicBezTo>
                    <a:pt x="276" y="94"/>
                    <a:pt x="276" y="69"/>
                    <a:pt x="276" y="69"/>
                  </a:cubicBezTo>
                  <a:cubicBezTo>
                    <a:pt x="251" y="44"/>
                    <a:pt x="251" y="19"/>
                    <a:pt x="226" y="19"/>
                  </a:cubicBezTo>
                  <a:cubicBezTo>
                    <a:pt x="226" y="7"/>
                    <a:pt x="219" y="0"/>
                    <a:pt x="2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7" name="Google Shape;5707;p55"/>
            <p:cNvSpPr/>
            <p:nvPr/>
          </p:nvSpPr>
          <p:spPr>
            <a:xfrm>
              <a:off x="5396144" y="3565725"/>
              <a:ext cx="1355" cy="2658"/>
            </a:xfrm>
            <a:custGeom>
              <a:rect b="b" l="l" r="r" t="t"/>
              <a:pathLst>
                <a:path extrusionOk="0" h="51" w="26">
                  <a:moveTo>
                    <a:pt x="25" y="1"/>
                  </a:moveTo>
                  <a:cubicBezTo>
                    <a:pt x="0" y="26"/>
                    <a:pt x="0" y="51"/>
                    <a:pt x="0" y="51"/>
                  </a:cubicBezTo>
                  <a:lnTo>
                    <a:pt x="2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8" name="Google Shape;5708;p55"/>
            <p:cNvSpPr/>
            <p:nvPr/>
          </p:nvSpPr>
          <p:spPr>
            <a:xfrm>
              <a:off x="5392235" y="3561817"/>
              <a:ext cx="7869" cy="10475"/>
            </a:xfrm>
            <a:custGeom>
              <a:rect b="b" l="l" r="r" t="t"/>
              <a:pathLst>
                <a:path extrusionOk="0" h="201" w="151">
                  <a:moveTo>
                    <a:pt x="75" y="0"/>
                  </a:moveTo>
                  <a:lnTo>
                    <a:pt x="50" y="26"/>
                  </a:lnTo>
                  <a:cubicBezTo>
                    <a:pt x="50" y="26"/>
                    <a:pt x="25" y="26"/>
                    <a:pt x="25" y="51"/>
                  </a:cubicBezTo>
                  <a:cubicBezTo>
                    <a:pt x="25" y="51"/>
                    <a:pt x="0" y="76"/>
                    <a:pt x="0" y="101"/>
                  </a:cubicBezTo>
                  <a:cubicBezTo>
                    <a:pt x="0" y="101"/>
                    <a:pt x="0" y="101"/>
                    <a:pt x="0" y="126"/>
                  </a:cubicBezTo>
                  <a:cubicBezTo>
                    <a:pt x="0" y="126"/>
                    <a:pt x="0" y="151"/>
                    <a:pt x="0" y="151"/>
                  </a:cubicBezTo>
                  <a:cubicBezTo>
                    <a:pt x="0" y="151"/>
                    <a:pt x="0" y="176"/>
                    <a:pt x="0" y="176"/>
                  </a:cubicBezTo>
                  <a:cubicBezTo>
                    <a:pt x="25" y="176"/>
                    <a:pt x="25" y="176"/>
                    <a:pt x="25" y="201"/>
                  </a:cubicBezTo>
                  <a:lnTo>
                    <a:pt x="100" y="201"/>
                  </a:lnTo>
                  <a:cubicBezTo>
                    <a:pt x="100" y="176"/>
                    <a:pt x="125" y="176"/>
                    <a:pt x="125" y="176"/>
                  </a:cubicBezTo>
                  <a:cubicBezTo>
                    <a:pt x="125" y="151"/>
                    <a:pt x="151" y="126"/>
                    <a:pt x="151" y="126"/>
                  </a:cubicBezTo>
                  <a:cubicBezTo>
                    <a:pt x="151" y="101"/>
                    <a:pt x="151" y="101"/>
                    <a:pt x="151" y="101"/>
                  </a:cubicBezTo>
                  <a:cubicBezTo>
                    <a:pt x="151" y="76"/>
                    <a:pt x="151" y="76"/>
                    <a:pt x="151" y="51"/>
                  </a:cubicBezTo>
                  <a:cubicBezTo>
                    <a:pt x="151" y="51"/>
                    <a:pt x="151" y="51"/>
                    <a:pt x="151" y="26"/>
                  </a:cubicBezTo>
                  <a:lnTo>
                    <a:pt x="125" y="26"/>
                  </a:lnTo>
                  <a:lnTo>
                    <a:pt x="10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9" name="Google Shape;5709;p55"/>
            <p:cNvSpPr/>
            <p:nvPr/>
          </p:nvSpPr>
          <p:spPr>
            <a:xfrm>
              <a:off x="5498022" y="3624507"/>
              <a:ext cx="10475" cy="7869"/>
            </a:xfrm>
            <a:custGeom>
              <a:rect b="b" l="l" r="r" t="t"/>
              <a:pathLst>
                <a:path extrusionOk="0" h="151" w="201">
                  <a:moveTo>
                    <a:pt x="100" y="0"/>
                  </a:moveTo>
                  <a:cubicBezTo>
                    <a:pt x="0" y="0"/>
                    <a:pt x="0" y="151"/>
                    <a:pt x="100" y="151"/>
                  </a:cubicBezTo>
                  <a:cubicBezTo>
                    <a:pt x="201" y="151"/>
                    <a:pt x="201" y="0"/>
                    <a:pt x="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0" name="Google Shape;5710;p55"/>
            <p:cNvSpPr/>
            <p:nvPr/>
          </p:nvSpPr>
          <p:spPr>
            <a:xfrm>
              <a:off x="5329545" y="3725081"/>
              <a:ext cx="49663" cy="10475"/>
            </a:xfrm>
            <a:custGeom>
              <a:rect b="b" l="l" r="r" t="t"/>
              <a:pathLst>
                <a:path extrusionOk="0" h="201" w="953">
                  <a:moveTo>
                    <a:pt x="0" y="0"/>
                  </a:moveTo>
                  <a:cubicBezTo>
                    <a:pt x="301" y="126"/>
                    <a:pt x="627" y="201"/>
                    <a:pt x="953" y="201"/>
                  </a:cubicBez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1" name="Google Shape;5711;p55"/>
            <p:cNvSpPr/>
            <p:nvPr/>
          </p:nvSpPr>
          <p:spPr>
            <a:xfrm>
              <a:off x="5323553" y="3720965"/>
              <a:ext cx="60867" cy="18500"/>
            </a:xfrm>
            <a:custGeom>
              <a:rect b="b" l="l" r="r" t="t"/>
              <a:pathLst>
                <a:path extrusionOk="0" h="355" w="1168">
                  <a:moveTo>
                    <a:pt x="134" y="0"/>
                  </a:moveTo>
                  <a:cubicBezTo>
                    <a:pt x="51" y="0"/>
                    <a:pt x="1" y="85"/>
                    <a:pt x="90" y="129"/>
                  </a:cubicBezTo>
                  <a:cubicBezTo>
                    <a:pt x="391" y="280"/>
                    <a:pt x="717" y="355"/>
                    <a:pt x="1068" y="355"/>
                  </a:cubicBezTo>
                  <a:cubicBezTo>
                    <a:pt x="1168" y="355"/>
                    <a:pt x="1168" y="205"/>
                    <a:pt x="1068" y="205"/>
                  </a:cubicBezTo>
                  <a:cubicBezTo>
                    <a:pt x="742" y="205"/>
                    <a:pt x="441" y="154"/>
                    <a:pt x="165" y="4"/>
                  </a:cubicBezTo>
                  <a:cubicBezTo>
                    <a:pt x="154" y="1"/>
                    <a:pt x="144" y="0"/>
                    <a:pt x="13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2" name="Google Shape;5712;p55"/>
            <p:cNvSpPr/>
            <p:nvPr/>
          </p:nvSpPr>
          <p:spPr>
            <a:xfrm>
              <a:off x="5417040" y="3725081"/>
              <a:ext cx="10475" cy="7869"/>
            </a:xfrm>
            <a:custGeom>
              <a:rect b="b" l="l" r="r" t="t"/>
              <a:pathLst>
                <a:path extrusionOk="0" h="151" w="201">
                  <a:moveTo>
                    <a:pt x="101" y="0"/>
                  </a:moveTo>
                  <a:cubicBezTo>
                    <a:pt x="0" y="0"/>
                    <a:pt x="0" y="151"/>
                    <a:pt x="101" y="151"/>
                  </a:cubicBezTo>
                  <a:cubicBezTo>
                    <a:pt x="201" y="151"/>
                    <a:pt x="201" y="0"/>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3" name="Google Shape;5713;p55"/>
            <p:cNvSpPr/>
            <p:nvPr/>
          </p:nvSpPr>
          <p:spPr>
            <a:xfrm>
              <a:off x="5661287" y="3586622"/>
              <a:ext cx="37886" cy="69258"/>
            </a:xfrm>
            <a:custGeom>
              <a:rect b="b" l="l" r="r" t="t"/>
              <a:pathLst>
                <a:path extrusionOk="0" h="1329" w="727">
                  <a:moveTo>
                    <a:pt x="526" y="1"/>
                  </a:moveTo>
                  <a:lnTo>
                    <a:pt x="0" y="1329"/>
                  </a:lnTo>
                  <a:cubicBezTo>
                    <a:pt x="276" y="1254"/>
                    <a:pt x="501" y="1053"/>
                    <a:pt x="627" y="803"/>
                  </a:cubicBezTo>
                  <a:cubicBezTo>
                    <a:pt x="727" y="552"/>
                    <a:pt x="702" y="226"/>
                    <a:pt x="526" y="1"/>
                  </a:cubicBezTo>
                  <a:close/>
                </a:path>
              </a:pathLst>
            </a:custGeom>
            <a:solidFill>
              <a:srgbClr val="FFD8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4" name="Google Shape;5714;p55"/>
            <p:cNvSpPr/>
            <p:nvPr/>
          </p:nvSpPr>
          <p:spPr>
            <a:xfrm>
              <a:off x="5656388" y="3582609"/>
              <a:ext cx="46745" cy="76084"/>
            </a:xfrm>
            <a:custGeom>
              <a:rect b="b" l="l" r="r" t="t"/>
              <a:pathLst>
                <a:path extrusionOk="0" h="1460" w="897">
                  <a:moveTo>
                    <a:pt x="627" y="1"/>
                  </a:moveTo>
                  <a:cubicBezTo>
                    <a:pt x="580" y="1"/>
                    <a:pt x="533" y="71"/>
                    <a:pt x="570" y="128"/>
                  </a:cubicBezTo>
                  <a:cubicBezTo>
                    <a:pt x="721" y="328"/>
                    <a:pt x="746" y="629"/>
                    <a:pt x="645" y="855"/>
                  </a:cubicBezTo>
                  <a:cubicBezTo>
                    <a:pt x="520" y="1105"/>
                    <a:pt x="320" y="1256"/>
                    <a:pt x="69" y="1331"/>
                  </a:cubicBezTo>
                  <a:cubicBezTo>
                    <a:pt x="1" y="1354"/>
                    <a:pt x="15" y="1459"/>
                    <a:pt x="94" y="1459"/>
                  </a:cubicBezTo>
                  <a:cubicBezTo>
                    <a:pt x="102" y="1459"/>
                    <a:pt x="110" y="1458"/>
                    <a:pt x="119" y="1456"/>
                  </a:cubicBezTo>
                  <a:cubicBezTo>
                    <a:pt x="395" y="1381"/>
                    <a:pt x="671" y="1180"/>
                    <a:pt x="771" y="905"/>
                  </a:cubicBezTo>
                  <a:cubicBezTo>
                    <a:pt x="896" y="604"/>
                    <a:pt x="871" y="278"/>
                    <a:pt x="671" y="28"/>
                  </a:cubicBezTo>
                  <a:cubicBezTo>
                    <a:pt x="658" y="9"/>
                    <a:pt x="642" y="1"/>
                    <a:pt x="6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5" name="Google Shape;5715;p55"/>
            <p:cNvSpPr/>
            <p:nvPr/>
          </p:nvSpPr>
          <p:spPr>
            <a:xfrm>
              <a:off x="5663892" y="3514812"/>
              <a:ext cx="3961" cy="10475"/>
            </a:xfrm>
            <a:custGeom>
              <a:rect b="b" l="l" r="r" t="t"/>
              <a:pathLst>
                <a:path extrusionOk="0" h="201" w="76">
                  <a:moveTo>
                    <a:pt x="75" y="0"/>
                  </a:moveTo>
                  <a:lnTo>
                    <a:pt x="0" y="20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6" name="Google Shape;5716;p55"/>
            <p:cNvSpPr/>
            <p:nvPr/>
          </p:nvSpPr>
          <p:spPr>
            <a:xfrm>
              <a:off x="5659984" y="3512207"/>
              <a:ext cx="11777" cy="16989"/>
            </a:xfrm>
            <a:custGeom>
              <a:rect b="b" l="l" r="r" t="t"/>
              <a:pathLst>
                <a:path extrusionOk="0" h="326" w="226">
                  <a:moveTo>
                    <a:pt x="100" y="0"/>
                  </a:moveTo>
                  <a:cubicBezTo>
                    <a:pt x="100" y="0"/>
                    <a:pt x="75" y="25"/>
                    <a:pt x="75" y="50"/>
                  </a:cubicBezTo>
                  <a:cubicBezTo>
                    <a:pt x="50" y="100"/>
                    <a:pt x="25" y="176"/>
                    <a:pt x="0" y="226"/>
                  </a:cubicBezTo>
                  <a:cubicBezTo>
                    <a:pt x="0" y="251"/>
                    <a:pt x="0" y="276"/>
                    <a:pt x="25" y="301"/>
                  </a:cubicBezTo>
                  <a:cubicBezTo>
                    <a:pt x="25" y="301"/>
                    <a:pt x="50" y="326"/>
                    <a:pt x="50" y="326"/>
                  </a:cubicBezTo>
                  <a:lnTo>
                    <a:pt x="100" y="326"/>
                  </a:lnTo>
                  <a:cubicBezTo>
                    <a:pt x="125" y="301"/>
                    <a:pt x="150" y="301"/>
                    <a:pt x="150" y="276"/>
                  </a:cubicBezTo>
                  <a:lnTo>
                    <a:pt x="226" y="75"/>
                  </a:lnTo>
                  <a:cubicBezTo>
                    <a:pt x="226" y="75"/>
                    <a:pt x="226" y="50"/>
                    <a:pt x="201" y="25"/>
                  </a:cubicBezTo>
                  <a:cubicBezTo>
                    <a:pt x="201" y="0"/>
                    <a:pt x="175" y="0"/>
                    <a:pt x="1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7" name="Google Shape;5717;p55"/>
            <p:cNvSpPr/>
            <p:nvPr/>
          </p:nvSpPr>
          <p:spPr>
            <a:xfrm>
              <a:off x="5673012" y="3521326"/>
              <a:ext cx="9224" cy="14435"/>
            </a:xfrm>
            <a:custGeom>
              <a:rect b="b" l="l" r="r" t="t"/>
              <a:pathLst>
                <a:path extrusionOk="0" h="277" w="177">
                  <a:moveTo>
                    <a:pt x="176" y="1"/>
                  </a:moveTo>
                  <a:cubicBezTo>
                    <a:pt x="76" y="76"/>
                    <a:pt x="26" y="176"/>
                    <a:pt x="1" y="276"/>
                  </a:cubicBezTo>
                  <a:lnTo>
                    <a:pt x="17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8" name="Google Shape;5718;p55"/>
            <p:cNvSpPr/>
            <p:nvPr/>
          </p:nvSpPr>
          <p:spPr>
            <a:xfrm>
              <a:off x="5669103" y="3517731"/>
              <a:ext cx="17041" cy="21939"/>
            </a:xfrm>
            <a:custGeom>
              <a:rect b="b" l="l" r="r" t="t"/>
              <a:pathLst>
                <a:path extrusionOk="0" h="421" w="327">
                  <a:moveTo>
                    <a:pt x="242" y="1"/>
                  </a:moveTo>
                  <a:cubicBezTo>
                    <a:pt x="226" y="1"/>
                    <a:pt x="214" y="7"/>
                    <a:pt x="201" y="19"/>
                  </a:cubicBezTo>
                  <a:cubicBezTo>
                    <a:pt x="101" y="95"/>
                    <a:pt x="26" y="220"/>
                    <a:pt x="0" y="320"/>
                  </a:cubicBezTo>
                  <a:cubicBezTo>
                    <a:pt x="0" y="370"/>
                    <a:pt x="26" y="395"/>
                    <a:pt x="51" y="420"/>
                  </a:cubicBezTo>
                  <a:cubicBezTo>
                    <a:pt x="101" y="420"/>
                    <a:pt x="126" y="395"/>
                    <a:pt x="151" y="370"/>
                  </a:cubicBezTo>
                  <a:cubicBezTo>
                    <a:pt x="151" y="345"/>
                    <a:pt x="151" y="345"/>
                    <a:pt x="151" y="320"/>
                  </a:cubicBezTo>
                  <a:lnTo>
                    <a:pt x="151" y="295"/>
                  </a:lnTo>
                  <a:cubicBezTo>
                    <a:pt x="176" y="270"/>
                    <a:pt x="176" y="270"/>
                    <a:pt x="201" y="245"/>
                  </a:cubicBezTo>
                  <a:cubicBezTo>
                    <a:pt x="201" y="220"/>
                    <a:pt x="201" y="220"/>
                    <a:pt x="226" y="195"/>
                  </a:cubicBezTo>
                  <a:cubicBezTo>
                    <a:pt x="251" y="170"/>
                    <a:pt x="276" y="145"/>
                    <a:pt x="301" y="120"/>
                  </a:cubicBezTo>
                  <a:cubicBezTo>
                    <a:pt x="326" y="95"/>
                    <a:pt x="326" y="44"/>
                    <a:pt x="301" y="19"/>
                  </a:cubicBezTo>
                  <a:cubicBezTo>
                    <a:pt x="276" y="7"/>
                    <a:pt x="257" y="1"/>
                    <a:pt x="2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9" name="Google Shape;5719;p55"/>
            <p:cNvSpPr/>
            <p:nvPr/>
          </p:nvSpPr>
          <p:spPr>
            <a:xfrm>
              <a:off x="4908954" y="3719870"/>
              <a:ext cx="5315" cy="20949"/>
            </a:xfrm>
            <a:custGeom>
              <a:rect b="b" l="l" r="r" t="t"/>
              <a:pathLst>
                <a:path extrusionOk="0" h="402" w="102">
                  <a:moveTo>
                    <a:pt x="101" y="0"/>
                  </a:moveTo>
                  <a:lnTo>
                    <a:pt x="70" y="126"/>
                  </a:lnTo>
                  <a:lnTo>
                    <a:pt x="70" y="126"/>
                  </a:lnTo>
                  <a:cubicBezTo>
                    <a:pt x="82" y="84"/>
                    <a:pt x="93" y="42"/>
                    <a:pt x="101" y="0"/>
                  </a:cubicBezTo>
                  <a:close/>
                  <a:moveTo>
                    <a:pt x="70" y="126"/>
                  </a:moveTo>
                  <a:cubicBezTo>
                    <a:pt x="45" y="212"/>
                    <a:pt x="18" y="301"/>
                    <a:pt x="1" y="401"/>
                  </a:cubicBezTo>
                  <a:lnTo>
                    <a:pt x="70" y="12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0" name="Google Shape;5720;p55"/>
            <p:cNvSpPr/>
            <p:nvPr/>
          </p:nvSpPr>
          <p:spPr>
            <a:xfrm>
              <a:off x="4903743" y="3715441"/>
              <a:ext cx="15738" cy="29287"/>
            </a:xfrm>
            <a:custGeom>
              <a:rect b="b" l="l" r="r" t="t"/>
              <a:pathLst>
                <a:path extrusionOk="0" h="562" w="302">
                  <a:moveTo>
                    <a:pt x="202" y="0"/>
                  </a:moveTo>
                  <a:cubicBezTo>
                    <a:pt x="178" y="0"/>
                    <a:pt x="151" y="23"/>
                    <a:pt x="151" y="60"/>
                  </a:cubicBezTo>
                  <a:cubicBezTo>
                    <a:pt x="101" y="185"/>
                    <a:pt x="51" y="336"/>
                    <a:pt x="26" y="461"/>
                  </a:cubicBezTo>
                  <a:cubicBezTo>
                    <a:pt x="1" y="511"/>
                    <a:pt x="26" y="536"/>
                    <a:pt x="76" y="561"/>
                  </a:cubicBezTo>
                  <a:cubicBezTo>
                    <a:pt x="101" y="561"/>
                    <a:pt x="151" y="536"/>
                    <a:pt x="151" y="511"/>
                  </a:cubicBezTo>
                  <a:cubicBezTo>
                    <a:pt x="201" y="361"/>
                    <a:pt x="251" y="235"/>
                    <a:pt x="276" y="85"/>
                  </a:cubicBezTo>
                  <a:cubicBezTo>
                    <a:pt x="301" y="60"/>
                    <a:pt x="276" y="10"/>
                    <a:pt x="226" y="10"/>
                  </a:cubicBezTo>
                  <a:cubicBezTo>
                    <a:pt x="220" y="3"/>
                    <a:pt x="211" y="0"/>
                    <a:pt x="2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1" name="Google Shape;5721;p55"/>
            <p:cNvSpPr/>
            <p:nvPr/>
          </p:nvSpPr>
          <p:spPr>
            <a:xfrm>
              <a:off x="4919429" y="3721173"/>
              <a:ext cx="6566" cy="15686"/>
            </a:xfrm>
            <a:custGeom>
              <a:rect b="b" l="l" r="r" t="t"/>
              <a:pathLst>
                <a:path extrusionOk="0" h="301" w="126">
                  <a:moveTo>
                    <a:pt x="126" y="0"/>
                  </a:moveTo>
                  <a:lnTo>
                    <a:pt x="0" y="30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2" name="Google Shape;5722;p55"/>
            <p:cNvSpPr/>
            <p:nvPr/>
          </p:nvSpPr>
          <p:spPr>
            <a:xfrm>
              <a:off x="4915520" y="3717577"/>
              <a:ext cx="14383" cy="23242"/>
            </a:xfrm>
            <a:custGeom>
              <a:rect b="b" l="l" r="r" t="t"/>
              <a:pathLst>
                <a:path extrusionOk="0" h="446" w="276">
                  <a:moveTo>
                    <a:pt x="188" y="0"/>
                  </a:moveTo>
                  <a:cubicBezTo>
                    <a:pt x="176" y="0"/>
                    <a:pt x="163" y="6"/>
                    <a:pt x="151" y="19"/>
                  </a:cubicBezTo>
                  <a:cubicBezTo>
                    <a:pt x="151" y="19"/>
                    <a:pt x="126" y="44"/>
                    <a:pt x="126" y="69"/>
                  </a:cubicBezTo>
                  <a:lnTo>
                    <a:pt x="0" y="345"/>
                  </a:lnTo>
                  <a:cubicBezTo>
                    <a:pt x="0" y="370"/>
                    <a:pt x="0" y="395"/>
                    <a:pt x="25" y="395"/>
                  </a:cubicBezTo>
                  <a:cubicBezTo>
                    <a:pt x="25" y="420"/>
                    <a:pt x="50" y="445"/>
                    <a:pt x="50" y="445"/>
                  </a:cubicBezTo>
                  <a:lnTo>
                    <a:pt x="126" y="445"/>
                  </a:lnTo>
                  <a:cubicBezTo>
                    <a:pt x="126" y="420"/>
                    <a:pt x="151" y="420"/>
                    <a:pt x="151" y="395"/>
                  </a:cubicBezTo>
                  <a:cubicBezTo>
                    <a:pt x="176" y="295"/>
                    <a:pt x="226" y="194"/>
                    <a:pt x="276" y="94"/>
                  </a:cubicBezTo>
                  <a:cubicBezTo>
                    <a:pt x="276" y="69"/>
                    <a:pt x="276" y="44"/>
                    <a:pt x="251" y="44"/>
                  </a:cubicBezTo>
                  <a:cubicBezTo>
                    <a:pt x="251" y="19"/>
                    <a:pt x="226" y="19"/>
                    <a:pt x="226" y="19"/>
                  </a:cubicBezTo>
                  <a:cubicBezTo>
                    <a:pt x="213" y="6"/>
                    <a:pt x="201" y="0"/>
                    <a:pt x="18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3" name="Google Shape;5723;p55"/>
            <p:cNvSpPr/>
            <p:nvPr/>
          </p:nvSpPr>
          <p:spPr>
            <a:xfrm>
              <a:off x="5644298" y="3278384"/>
              <a:ext cx="2658" cy="13132"/>
            </a:xfrm>
            <a:custGeom>
              <a:rect b="b" l="l" r="r" t="t"/>
              <a:pathLst>
                <a:path extrusionOk="0" h="252" w="51">
                  <a:moveTo>
                    <a:pt x="50" y="1"/>
                  </a:moveTo>
                  <a:lnTo>
                    <a:pt x="0" y="25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4" name="Google Shape;5724;p55"/>
            <p:cNvSpPr/>
            <p:nvPr/>
          </p:nvSpPr>
          <p:spPr>
            <a:xfrm>
              <a:off x="5639087" y="3274475"/>
              <a:ext cx="13080" cy="20949"/>
            </a:xfrm>
            <a:custGeom>
              <a:rect b="b" l="l" r="r" t="t"/>
              <a:pathLst>
                <a:path extrusionOk="0" h="402" w="251">
                  <a:moveTo>
                    <a:pt x="175" y="1"/>
                  </a:moveTo>
                  <a:cubicBezTo>
                    <a:pt x="150" y="1"/>
                    <a:pt x="100" y="26"/>
                    <a:pt x="100" y="76"/>
                  </a:cubicBezTo>
                  <a:cubicBezTo>
                    <a:pt x="75" y="151"/>
                    <a:pt x="50" y="226"/>
                    <a:pt x="25" y="301"/>
                  </a:cubicBezTo>
                  <a:cubicBezTo>
                    <a:pt x="0" y="352"/>
                    <a:pt x="25" y="377"/>
                    <a:pt x="75" y="402"/>
                  </a:cubicBezTo>
                  <a:cubicBezTo>
                    <a:pt x="100" y="402"/>
                    <a:pt x="150" y="377"/>
                    <a:pt x="150" y="352"/>
                  </a:cubicBezTo>
                  <a:cubicBezTo>
                    <a:pt x="175" y="251"/>
                    <a:pt x="201" y="176"/>
                    <a:pt x="226" y="101"/>
                  </a:cubicBezTo>
                  <a:cubicBezTo>
                    <a:pt x="251" y="76"/>
                    <a:pt x="226" y="26"/>
                    <a:pt x="1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5" name="Google Shape;5725;p55"/>
            <p:cNvSpPr/>
            <p:nvPr/>
          </p:nvSpPr>
          <p:spPr>
            <a:xfrm>
              <a:off x="5653418" y="3278384"/>
              <a:ext cx="5263" cy="13132"/>
            </a:xfrm>
            <a:custGeom>
              <a:rect b="b" l="l" r="r" t="t"/>
              <a:pathLst>
                <a:path extrusionOk="0" h="252" w="101">
                  <a:moveTo>
                    <a:pt x="101" y="1"/>
                  </a:moveTo>
                  <a:lnTo>
                    <a:pt x="1" y="251"/>
                  </a:lnTo>
                  <a:cubicBezTo>
                    <a:pt x="51" y="176"/>
                    <a:pt x="76" y="10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6" name="Google Shape;5726;p55"/>
            <p:cNvSpPr/>
            <p:nvPr/>
          </p:nvSpPr>
          <p:spPr>
            <a:xfrm>
              <a:off x="5649509" y="3274475"/>
              <a:ext cx="13132" cy="20949"/>
            </a:xfrm>
            <a:custGeom>
              <a:rect b="b" l="l" r="r" t="t"/>
              <a:pathLst>
                <a:path extrusionOk="0" h="402" w="252">
                  <a:moveTo>
                    <a:pt x="201" y="1"/>
                  </a:moveTo>
                  <a:cubicBezTo>
                    <a:pt x="176" y="1"/>
                    <a:pt x="151" y="1"/>
                    <a:pt x="151" y="26"/>
                  </a:cubicBezTo>
                  <a:cubicBezTo>
                    <a:pt x="126" y="26"/>
                    <a:pt x="126" y="51"/>
                    <a:pt x="101" y="76"/>
                  </a:cubicBezTo>
                  <a:cubicBezTo>
                    <a:pt x="76" y="151"/>
                    <a:pt x="51" y="226"/>
                    <a:pt x="26" y="301"/>
                  </a:cubicBezTo>
                  <a:cubicBezTo>
                    <a:pt x="1" y="326"/>
                    <a:pt x="1" y="352"/>
                    <a:pt x="26" y="352"/>
                  </a:cubicBezTo>
                  <a:cubicBezTo>
                    <a:pt x="26" y="377"/>
                    <a:pt x="51" y="402"/>
                    <a:pt x="76" y="402"/>
                  </a:cubicBezTo>
                  <a:cubicBezTo>
                    <a:pt x="76" y="402"/>
                    <a:pt x="101" y="402"/>
                    <a:pt x="126" y="377"/>
                  </a:cubicBezTo>
                  <a:cubicBezTo>
                    <a:pt x="126" y="377"/>
                    <a:pt x="151" y="352"/>
                    <a:pt x="151" y="352"/>
                  </a:cubicBezTo>
                  <a:cubicBezTo>
                    <a:pt x="176" y="251"/>
                    <a:pt x="226" y="176"/>
                    <a:pt x="251" y="101"/>
                  </a:cubicBezTo>
                  <a:cubicBezTo>
                    <a:pt x="251" y="76"/>
                    <a:pt x="251" y="51"/>
                    <a:pt x="251" y="51"/>
                  </a:cubicBezTo>
                  <a:cubicBezTo>
                    <a:pt x="226" y="26"/>
                    <a:pt x="226" y="26"/>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7" name="Google Shape;5727;p55"/>
            <p:cNvSpPr/>
            <p:nvPr/>
          </p:nvSpPr>
          <p:spPr>
            <a:xfrm>
              <a:off x="5481033" y="3324137"/>
              <a:ext cx="44452" cy="18291"/>
            </a:xfrm>
            <a:custGeom>
              <a:rect b="b" l="l" r="r" t="t"/>
              <a:pathLst>
                <a:path extrusionOk="0" h="351" w="853">
                  <a:moveTo>
                    <a:pt x="853" y="0"/>
                  </a:moveTo>
                  <a:lnTo>
                    <a:pt x="853" y="0"/>
                  </a:lnTo>
                  <a:cubicBezTo>
                    <a:pt x="577" y="75"/>
                    <a:pt x="276" y="201"/>
                    <a:pt x="0" y="351"/>
                  </a:cubicBezTo>
                  <a:lnTo>
                    <a:pt x="8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8" name="Google Shape;5728;p55"/>
            <p:cNvSpPr/>
            <p:nvPr/>
          </p:nvSpPr>
          <p:spPr>
            <a:xfrm>
              <a:off x="5476447" y="3320073"/>
              <a:ext cx="55187" cy="25587"/>
            </a:xfrm>
            <a:custGeom>
              <a:rect b="b" l="l" r="r" t="t"/>
              <a:pathLst>
                <a:path extrusionOk="0" h="491" w="1059">
                  <a:moveTo>
                    <a:pt x="957" y="0"/>
                  </a:moveTo>
                  <a:cubicBezTo>
                    <a:pt x="952" y="0"/>
                    <a:pt x="946" y="1"/>
                    <a:pt x="941" y="3"/>
                  </a:cubicBezTo>
                  <a:cubicBezTo>
                    <a:pt x="640" y="103"/>
                    <a:pt x="339" y="203"/>
                    <a:pt x="63" y="354"/>
                  </a:cubicBezTo>
                  <a:cubicBezTo>
                    <a:pt x="0" y="396"/>
                    <a:pt x="43" y="491"/>
                    <a:pt x="103" y="491"/>
                  </a:cubicBezTo>
                  <a:cubicBezTo>
                    <a:pt x="114" y="491"/>
                    <a:pt x="126" y="487"/>
                    <a:pt x="139" y="479"/>
                  </a:cubicBezTo>
                  <a:cubicBezTo>
                    <a:pt x="414" y="354"/>
                    <a:pt x="690" y="228"/>
                    <a:pt x="966" y="153"/>
                  </a:cubicBezTo>
                  <a:cubicBezTo>
                    <a:pt x="1058" y="130"/>
                    <a:pt x="1023" y="0"/>
                    <a:pt x="9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9" name="Google Shape;5729;p55"/>
            <p:cNvSpPr/>
            <p:nvPr/>
          </p:nvSpPr>
          <p:spPr>
            <a:xfrm>
              <a:off x="7881545" y="924883"/>
              <a:ext cx="1179462" cy="824732"/>
            </a:xfrm>
            <a:custGeom>
              <a:rect b="b" l="l" r="r" t="t"/>
              <a:pathLst>
                <a:path extrusionOk="0" h="15826" w="22633">
                  <a:moveTo>
                    <a:pt x="16718" y="1"/>
                  </a:moveTo>
                  <a:cubicBezTo>
                    <a:pt x="14612" y="1855"/>
                    <a:pt x="12507" y="3735"/>
                    <a:pt x="10427" y="5615"/>
                  </a:cubicBezTo>
                  <a:cubicBezTo>
                    <a:pt x="10240" y="5600"/>
                    <a:pt x="10052" y="5593"/>
                    <a:pt x="9865" y="5593"/>
                  </a:cubicBezTo>
                  <a:cubicBezTo>
                    <a:pt x="8746" y="5593"/>
                    <a:pt x="7630" y="5848"/>
                    <a:pt x="6642" y="6342"/>
                  </a:cubicBezTo>
                  <a:cubicBezTo>
                    <a:pt x="6292" y="6492"/>
                    <a:pt x="5941" y="6718"/>
                    <a:pt x="5740" y="7068"/>
                  </a:cubicBezTo>
                  <a:cubicBezTo>
                    <a:pt x="5565" y="7419"/>
                    <a:pt x="5615" y="7921"/>
                    <a:pt x="5966" y="8121"/>
                  </a:cubicBezTo>
                  <a:cubicBezTo>
                    <a:pt x="4136" y="9249"/>
                    <a:pt x="2407" y="10552"/>
                    <a:pt x="828" y="12056"/>
                  </a:cubicBezTo>
                  <a:cubicBezTo>
                    <a:pt x="577" y="12281"/>
                    <a:pt x="327" y="12557"/>
                    <a:pt x="176" y="12858"/>
                  </a:cubicBezTo>
                  <a:cubicBezTo>
                    <a:pt x="26" y="13184"/>
                    <a:pt x="1" y="13585"/>
                    <a:pt x="201" y="13885"/>
                  </a:cubicBezTo>
                  <a:cubicBezTo>
                    <a:pt x="371" y="14131"/>
                    <a:pt x="684" y="14248"/>
                    <a:pt x="999" y="14248"/>
                  </a:cubicBezTo>
                  <a:cubicBezTo>
                    <a:pt x="1102" y="14248"/>
                    <a:pt x="1205" y="14236"/>
                    <a:pt x="1304" y="14211"/>
                  </a:cubicBezTo>
                  <a:cubicBezTo>
                    <a:pt x="1705" y="14136"/>
                    <a:pt x="2056" y="13885"/>
                    <a:pt x="2382" y="13635"/>
                  </a:cubicBezTo>
                  <a:cubicBezTo>
                    <a:pt x="2708" y="13384"/>
                    <a:pt x="4287" y="12106"/>
                    <a:pt x="4788" y="11830"/>
                  </a:cubicBezTo>
                  <a:lnTo>
                    <a:pt x="4788" y="11830"/>
                  </a:lnTo>
                  <a:cubicBezTo>
                    <a:pt x="4587" y="12131"/>
                    <a:pt x="4587" y="12532"/>
                    <a:pt x="4763" y="12833"/>
                  </a:cubicBezTo>
                  <a:cubicBezTo>
                    <a:pt x="4929" y="13118"/>
                    <a:pt x="5254" y="13336"/>
                    <a:pt x="5586" y="13336"/>
                  </a:cubicBezTo>
                  <a:cubicBezTo>
                    <a:pt x="5604" y="13336"/>
                    <a:pt x="5622" y="13335"/>
                    <a:pt x="5640" y="13334"/>
                  </a:cubicBezTo>
                  <a:lnTo>
                    <a:pt x="5640" y="13334"/>
                  </a:lnTo>
                  <a:cubicBezTo>
                    <a:pt x="5439" y="13685"/>
                    <a:pt x="5490" y="14161"/>
                    <a:pt x="5765" y="14462"/>
                  </a:cubicBezTo>
                  <a:cubicBezTo>
                    <a:pt x="5949" y="14662"/>
                    <a:pt x="6211" y="14774"/>
                    <a:pt x="6476" y="14774"/>
                  </a:cubicBezTo>
                  <a:cubicBezTo>
                    <a:pt x="6609" y="14774"/>
                    <a:pt x="6743" y="14746"/>
                    <a:pt x="6868" y="14687"/>
                  </a:cubicBezTo>
                  <a:lnTo>
                    <a:pt x="6868" y="14687"/>
                  </a:lnTo>
                  <a:cubicBezTo>
                    <a:pt x="6617" y="15063"/>
                    <a:pt x="6918" y="15590"/>
                    <a:pt x="7319" y="15740"/>
                  </a:cubicBezTo>
                  <a:cubicBezTo>
                    <a:pt x="7467" y="15801"/>
                    <a:pt x="7618" y="15826"/>
                    <a:pt x="7769" y="15826"/>
                  </a:cubicBezTo>
                  <a:cubicBezTo>
                    <a:pt x="8055" y="15826"/>
                    <a:pt x="8344" y="15738"/>
                    <a:pt x="8622" y="15640"/>
                  </a:cubicBezTo>
                  <a:cubicBezTo>
                    <a:pt x="9901" y="15164"/>
                    <a:pt x="11079" y="14362"/>
                    <a:pt x="12106" y="13459"/>
                  </a:cubicBezTo>
                  <a:cubicBezTo>
                    <a:pt x="12733" y="12883"/>
                    <a:pt x="13334" y="12256"/>
                    <a:pt x="13710" y="11479"/>
                  </a:cubicBezTo>
                  <a:cubicBezTo>
                    <a:pt x="14011" y="10828"/>
                    <a:pt x="13961" y="10502"/>
                    <a:pt x="13986" y="9675"/>
                  </a:cubicBezTo>
                  <a:cubicBezTo>
                    <a:pt x="16893" y="7770"/>
                    <a:pt x="19725" y="5264"/>
                    <a:pt x="22633" y="3134"/>
                  </a:cubicBezTo>
                  <a:lnTo>
                    <a:pt x="16718" y="1"/>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0" name="Google Shape;5730;p55"/>
            <p:cNvSpPr/>
            <p:nvPr/>
          </p:nvSpPr>
          <p:spPr>
            <a:xfrm>
              <a:off x="7876334" y="920975"/>
              <a:ext cx="1188999" cy="832132"/>
            </a:xfrm>
            <a:custGeom>
              <a:rect b="b" l="l" r="r" t="t"/>
              <a:pathLst>
                <a:path extrusionOk="0" h="15968" w="22816">
                  <a:moveTo>
                    <a:pt x="14137" y="9783"/>
                  </a:moveTo>
                  <a:cubicBezTo>
                    <a:pt x="14130" y="9793"/>
                    <a:pt x="14124" y="9800"/>
                    <a:pt x="14111" y="9800"/>
                  </a:cubicBezTo>
                  <a:cubicBezTo>
                    <a:pt x="14120" y="9794"/>
                    <a:pt x="14128" y="9789"/>
                    <a:pt x="14137" y="9783"/>
                  </a:cubicBezTo>
                  <a:close/>
                  <a:moveTo>
                    <a:pt x="16840" y="151"/>
                  </a:moveTo>
                  <a:lnTo>
                    <a:pt x="16840" y="151"/>
                  </a:lnTo>
                  <a:cubicBezTo>
                    <a:pt x="17477" y="494"/>
                    <a:pt x="18137" y="837"/>
                    <a:pt x="18798" y="1204"/>
                  </a:cubicBezTo>
                  <a:cubicBezTo>
                    <a:pt x="19850" y="1755"/>
                    <a:pt x="20903" y="2331"/>
                    <a:pt x="21981" y="2883"/>
                  </a:cubicBezTo>
                  <a:cubicBezTo>
                    <a:pt x="22176" y="2991"/>
                    <a:pt x="22390" y="3100"/>
                    <a:pt x="22607" y="3208"/>
                  </a:cubicBezTo>
                  <a:lnTo>
                    <a:pt x="22607" y="3208"/>
                  </a:lnTo>
                  <a:cubicBezTo>
                    <a:pt x="21390" y="4112"/>
                    <a:pt x="20219" y="5039"/>
                    <a:pt x="19048" y="5965"/>
                  </a:cubicBezTo>
                  <a:cubicBezTo>
                    <a:pt x="17845" y="6943"/>
                    <a:pt x="16617" y="7895"/>
                    <a:pt x="15364" y="8798"/>
                  </a:cubicBezTo>
                  <a:cubicBezTo>
                    <a:pt x="15063" y="8998"/>
                    <a:pt x="14738" y="9224"/>
                    <a:pt x="14437" y="9424"/>
                  </a:cubicBezTo>
                  <a:cubicBezTo>
                    <a:pt x="14362" y="9474"/>
                    <a:pt x="14286" y="9524"/>
                    <a:pt x="14211" y="9574"/>
                  </a:cubicBezTo>
                  <a:cubicBezTo>
                    <a:pt x="14161" y="9625"/>
                    <a:pt x="14061" y="9650"/>
                    <a:pt x="14011" y="9700"/>
                  </a:cubicBezTo>
                  <a:cubicBezTo>
                    <a:pt x="13986" y="9750"/>
                    <a:pt x="14011" y="9875"/>
                    <a:pt x="14011" y="9925"/>
                  </a:cubicBezTo>
                  <a:lnTo>
                    <a:pt x="14011" y="10176"/>
                  </a:lnTo>
                  <a:cubicBezTo>
                    <a:pt x="14011" y="10427"/>
                    <a:pt x="14011" y="10702"/>
                    <a:pt x="13936" y="10953"/>
                  </a:cubicBezTo>
                  <a:cubicBezTo>
                    <a:pt x="13885" y="11254"/>
                    <a:pt x="13735" y="11554"/>
                    <a:pt x="13585" y="11805"/>
                  </a:cubicBezTo>
                  <a:cubicBezTo>
                    <a:pt x="13234" y="12432"/>
                    <a:pt x="12758" y="12933"/>
                    <a:pt x="12231" y="13409"/>
                  </a:cubicBezTo>
                  <a:cubicBezTo>
                    <a:pt x="11705" y="13885"/>
                    <a:pt x="11154" y="14336"/>
                    <a:pt x="10527" y="14712"/>
                  </a:cubicBezTo>
                  <a:cubicBezTo>
                    <a:pt x="9951" y="15088"/>
                    <a:pt x="9299" y="15439"/>
                    <a:pt x="8647" y="15665"/>
                  </a:cubicBezTo>
                  <a:cubicBezTo>
                    <a:pt x="8397" y="15754"/>
                    <a:pt x="8120" y="15831"/>
                    <a:pt x="7846" y="15831"/>
                  </a:cubicBezTo>
                  <a:cubicBezTo>
                    <a:pt x="7736" y="15831"/>
                    <a:pt x="7627" y="15819"/>
                    <a:pt x="7519" y="15790"/>
                  </a:cubicBezTo>
                  <a:cubicBezTo>
                    <a:pt x="7244" y="15690"/>
                    <a:pt x="7018" y="15464"/>
                    <a:pt x="6968" y="15189"/>
                  </a:cubicBezTo>
                  <a:cubicBezTo>
                    <a:pt x="6943" y="15038"/>
                    <a:pt x="6968" y="14913"/>
                    <a:pt x="7018" y="14813"/>
                  </a:cubicBezTo>
                  <a:cubicBezTo>
                    <a:pt x="7059" y="14751"/>
                    <a:pt x="7016" y="14706"/>
                    <a:pt x="6957" y="14706"/>
                  </a:cubicBezTo>
                  <a:cubicBezTo>
                    <a:pt x="6945" y="14706"/>
                    <a:pt x="6931" y="14708"/>
                    <a:pt x="6918" y="14712"/>
                  </a:cubicBezTo>
                  <a:cubicBezTo>
                    <a:pt x="6813" y="14761"/>
                    <a:pt x="6699" y="14783"/>
                    <a:pt x="6583" y="14783"/>
                  </a:cubicBezTo>
                  <a:cubicBezTo>
                    <a:pt x="6337" y="14783"/>
                    <a:pt x="6086" y="14682"/>
                    <a:pt x="5915" y="14512"/>
                  </a:cubicBezTo>
                  <a:cubicBezTo>
                    <a:pt x="5665" y="14211"/>
                    <a:pt x="5615" y="13785"/>
                    <a:pt x="5815" y="13459"/>
                  </a:cubicBezTo>
                  <a:cubicBezTo>
                    <a:pt x="5840" y="13409"/>
                    <a:pt x="5790" y="13334"/>
                    <a:pt x="5740" y="13334"/>
                  </a:cubicBezTo>
                  <a:cubicBezTo>
                    <a:pt x="5414" y="13334"/>
                    <a:pt x="5113" y="13184"/>
                    <a:pt x="4938" y="12908"/>
                  </a:cubicBezTo>
                  <a:cubicBezTo>
                    <a:pt x="4763" y="12607"/>
                    <a:pt x="4763" y="12231"/>
                    <a:pt x="4938" y="11930"/>
                  </a:cubicBezTo>
                  <a:cubicBezTo>
                    <a:pt x="4981" y="11887"/>
                    <a:pt x="4931" y="11825"/>
                    <a:pt x="4868" y="11825"/>
                  </a:cubicBezTo>
                  <a:cubicBezTo>
                    <a:pt x="4858" y="11825"/>
                    <a:pt x="4848" y="11827"/>
                    <a:pt x="4838" y="11830"/>
                  </a:cubicBezTo>
                  <a:cubicBezTo>
                    <a:pt x="4612" y="11981"/>
                    <a:pt x="4387" y="12131"/>
                    <a:pt x="4161" y="12306"/>
                  </a:cubicBezTo>
                  <a:cubicBezTo>
                    <a:pt x="3885" y="12532"/>
                    <a:pt x="3585" y="12757"/>
                    <a:pt x="3309" y="12983"/>
                  </a:cubicBezTo>
                  <a:cubicBezTo>
                    <a:pt x="3058" y="13158"/>
                    <a:pt x="2833" y="13359"/>
                    <a:pt x="2582" y="13534"/>
                  </a:cubicBezTo>
                  <a:cubicBezTo>
                    <a:pt x="2281" y="13785"/>
                    <a:pt x="1955" y="14011"/>
                    <a:pt x="1605" y="14161"/>
                  </a:cubicBezTo>
                  <a:cubicBezTo>
                    <a:pt x="1452" y="14218"/>
                    <a:pt x="1275" y="14253"/>
                    <a:pt x="1098" y="14253"/>
                  </a:cubicBezTo>
                  <a:cubicBezTo>
                    <a:pt x="809" y="14253"/>
                    <a:pt x="522" y="14159"/>
                    <a:pt x="351" y="13910"/>
                  </a:cubicBezTo>
                  <a:cubicBezTo>
                    <a:pt x="51" y="13459"/>
                    <a:pt x="326" y="12883"/>
                    <a:pt x="652" y="12532"/>
                  </a:cubicBezTo>
                  <a:cubicBezTo>
                    <a:pt x="978" y="12131"/>
                    <a:pt x="1404" y="11780"/>
                    <a:pt x="1805" y="11429"/>
                  </a:cubicBezTo>
                  <a:cubicBezTo>
                    <a:pt x="2206" y="11078"/>
                    <a:pt x="2632" y="10702"/>
                    <a:pt x="3058" y="10376"/>
                  </a:cubicBezTo>
                  <a:cubicBezTo>
                    <a:pt x="4036" y="9600"/>
                    <a:pt x="5063" y="8898"/>
                    <a:pt x="6116" y="8246"/>
                  </a:cubicBezTo>
                  <a:cubicBezTo>
                    <a:pt x="6166" y="8221"/>
                    <a:pt x="6166" y="8146"/>
                    <a:pt x="6116" y="8121"/>
                  </a:cubicBezTo>
                  <a:cubicBezTo>
                    <a:pt x="5790" y="7945"/>
                    <a:pt x="5765" y="7494"/>
                    <a:pt x="5915" y="7194"/>
                  </a:cubicBezTo>
                  <a:cubicBezTo>
                    <a:pt x="6091" y="6818"/>
                    <a:pt x="6492" y="6617"/>
                    <a:pt x="6843" y="6442"/>
                  </a:cubicBezTo>
                  <a:cubicBezTo>
                    <a:pt x="7695" y="6016"/>
                    <a:pt x="8622" y="5790"/>
                    <a:pt x="9550" y="5740"/>
                  </a:cubicBezTo>
                  <a:lnTo>
                    <a:pt x="10226" y="5740"/>
                  </a:lnTo>
                  <a:cubicBezTo>
                    <a:pt x="10306" y="5740"/>
                    <a:pt x="10403" y="5772"/>
                    <a:pt x="10476" y="5772"/>
                  </a:cubicBezTo>
                  <a:cubicBezTo>
                    <a:pt x="10495" y="5772"/>
                    <a:pt x="10512" y="5770"/>
                    <a:pt x="10527" y="5765"/>
                  </a:cubicBezTo>
                  <a:cubicBezTo>
                    <a:pt x="10577" y="5740"/>
                    <a:pt x="10627" y="5690"/>
                    <a:pt x="10652" y="5665"/>
                  </a:cubicBezTo>
                  <a:cubicBezTo>
                    <a:pt x="10702" y="5615"/>
                    <a:pt x="10753" y="5564"/>
                    <a:pt x="10803" y="5539"/>
                  </a:cubicBezTo>
                  <a:cubicBezTo>
                    <a:pt x="11179" y="5188"/>
                    <a:pt x="11580" y="4838"/>
                    <a:pt x="11956" y="4487"/>
                  </a:cubicBezTo>
                  <a:cubicBezTo>
                    <a:pt x="12732" y="3810"/>
                    <a:pt x="13509" y="3133"/>
                    <a:pt x="14261" y="2432"/>
                  </a:cubicBezTo>
                  <a:cubicBezTo>
                    <a:pt x="15129" y="1663"/>
                    <a:pt x="15997" y="919"/>
                    <a:pt x="16840" y="151"/>
                  </a:cubicBezTo>
                  <a:close/>
                  <a:moveTo>
                    <a:pt x="16843" y="0"/>
                  </a:moveTo>
                  <a:cubicBezTo>
                    <a:pt x="16818" y="0"/>
                    <a:pt x="16793" y="0"/>
                    <a:pt x="16768" y="26"/>
                  </a:cubicBezTo>
                  <a:lnTo>
                    <a:pt x="11930" y="4311"/>
                  </a:lnTo>
                  <a:cubicBezTo>
                    <a:pt x="11529" y="4687"/>
                    <a:pt x="11128" y="5038"/>
                    <a:pt x="10727" y="5389"/>
                  </a:cubicBezTo>
                  <a:cubicBezTo>
                    <a:pt x="10652" y="5464"/>
                    <a:pt x="10552" y="5615"/>
                    <a:pt x="10427" y="5615"/>
                  </a:cubicBezTo>
                  <a:cubicBezTo>
                    <a:pt x="10326" y="5615"/>
                    <a:pt x="10201" y="5589"/>
                    <a:pt x="10076" y="5589"/>
                  </a:cubicBezTo>
                  <a:cubicBezTo>
                    <a:pt x="9825" y="5589"/>
                    <a:pt x="9600" y="5589"/>
                    <a:pt x="9349" y="5615"/>
                  </a:cubicBezTo>
                  <a:cubicBezTo>
                    <a:pt x="8422" y="5690"/>
                    <a:pt x="7494" y="5940"/>
                    <a:pt x="6642" y="6366"/>
                  </a:cubicBezTo>
                  <a:cubicBezTo>
                    <a:pt x="6266" y="6567"/>
                    <a:pt x="5865" y="6843"/>
                    <a:pt x="5715" y="7269"/>
                  </a:cubicBezTo>
                  <a:cubicBezTo>
                    <a:pt x="5625" y="7585"/>
                    <a:pt x="5677" y="7962"/>
                    <a:pt x="5945" y="8180"/>
                  </a:cubicBezTo>
                  <a:lnTo>
                    <a:pt x="5945" y="8180"/>
                  </a:lnTo>
                  <a:cubicBezTo>
                    <a:pt x="5001" y="8765"/>
                    <a:pt x="4081" y="9397"/>
                    <a:pt x="3209" y="10076"/>
                  </a:cubicBezTo>
                  <a:cubicBezTo>
                    <a:pt x="2732" y="10427"/>
                    <a:pt x="2281" y="10803"/>
                    <a:pt x="1855" y="11204"/>
                  </a:cubicBezTo>
                  <a:cubicBezTo>
                    <a:pt x="1429" y="11554"/>
                    <a:pt x="1003" y="11930"/>
                    <a:pt x="627" y="12331"/>
                  </a:cubicBezTo>
                  <a:cubicBezTo>
                    <a:pt x="276" y="12707"/>
                    <a:pt x="1" y="13184"/>
                    <a:pt x="101" y="13685"/>
                  </a:cubicBezTo>
                  <a:cubicBezTo>
                    <a:pt x="201" y="14136"/>
                    <a:pt x="627" y="14387"/>
                    <a:pt x="1053" y="14412"/>
                  </a:cubicBezTo>
                  <a:cubicBezTo>
                    <a:pt x="1072" y="14413"/>
                    <a:pt x="1091" y="14413"/>
                    <a:pt x="1110" y="14413"/>
                  </a:cubicBezTo>
                  <a:cubicBezTo>
                    <a:pt x="1612" y="14413"/>
                    <a:pt x="2046" y="14100"/>
                    <a:pt x="2457" y="13810"/>
                  </a:cubicBezTo>
                  <a:cubicBezTo>
                    <a:pt x="2657" y="13660"/>
                    <a:pt x="2858" y="13509"/>
                    <a:pt x="3058" y="13334"/>
                  </a:cubicBezTo>
                  <a:cubicBezTo>
                    <a:pt x="3409" y="13083"/>
                    <a:pt x="3735" y="12808"/>
                    <a:pt x="4086" y="12557"/>
                  </a:cubicBezTo>
                  <a:cubicBezTo>
                    <a:pt x="4298" y="12402"/>
                    <a:pt x="4496" y="12233"/>
                    <a:pt x="4713" y="12083"/>
                  </a:cubicBezTo>
                  <a:lnTo>
                    <a:pt x="4713" y="12083"/>
                  </a:lnTo>
                  <a:cubicBezTo>
                    <a:pt x="4621" y="12380"/>
                    <a:pt x="4654" y="12705"/>
                    <a:pt x="4813" y="12983"/>
                  </a:cubicBezTo>
                  <a:cubicBezTo>
                    <a:pt x="4995" y="13257"/>
                    <a:pt x="5302" y="13448"/>
                    <a:pt x="5640" y="13480"/>
                  </a:cubicBezTo>
                  <a:lnTo>
                    <a:pt x="5640" y="13480"/>
                  </a:lnTo>
                  <a:cubicBezTo>
                    <a:pt x="5474" y="13845"/>
                    <a:pt x="5539" y="14313"/>
                    <a:pt x="5815" y="14612"/>
                  </a:cubicBezTo>
                  <a:cubicBezTo>
                    <a:pt x="6016" y="14813"/>
                    <a:pt x="6305" y="14924"/>
                    <a:pt x="6587" y="14924"/>
                  </a:cubicBezTo>
                  <a:cubicBezTo>
                    <a:pt x="6668" y="14924"/>
                    <a:pt x="6748" y="14915"/>
                    <a:pt x="6825" y="14896"/>
                  </a:cubicBezTo>
                  <a:lnTo>
                    <a:pt x="6825" y="14896"/>
                  </a:lnTo>
                  <a:cubicBezTo>
                    <a:pt x="6768" y="15109"/>
                    <a:pt x="6828" y="15340"/>
                    <a:pt x="6968" y="15539"/>
                  </a:cubicBezTo>
                  <a:cubicBezTo>
                    <a:pt x="7143" y="15815"/>
                    <a:pt x="7469" y="15965"/>
                    <a:pt x="7820" y="15965"/>
                  </a:cubicBezTo>
                  <a:cubicBezTo>
                    <a:pt x="7846" y="15967"/>
                    <a:pt x="7872" y="15968"/>
                    <a:pt x="7899" y="15968"/>
                  </a:cubicBezTo>
                  <a:cubicBezTo>
                    <a:pt x="8276" y="15968"/>
                    <a:pt x="8672" y="15805"/>
                    <a:pt x="9023" y="15665"/>
                  </a:cubicBezTo>
                  <a:cubicBezTo>
                    <a:pt x="9399" y="15514"/>
                    <a:pt x="9750" y="15339"/>
                    <a:pt x="10101" y="15163"/>
                  </a:cubicBezTo>
                  <a:cubicBezTo>
                    <a:pt x="10803" y="14737"/>
                    <a:pt x="11479" y="14261"/>
                    <a:pt x="12106" y="13735"/>
                  </a:cubicBezTo>
                  <a:cubicBezTo>
                    <a:pt x="12707" y="13209"/>
                    <a:pt x="13284" y="12632"/>
                    <a:pt x="13685" y="11930"/>
                  </a:cubicBezTo>
                  <a:cubicBezTo>
                    <a:pt x="13885" y="11605"/>
                    <a:pt x="14036" y="11254"/>
                    <a:pt x="14111" y="10878"/>
                  </a:cubicBezTo>
                  <a:cubicBezTo>
                    <a:pt x="14160" y="10508"/>
                    <a:pt x="14161" y="10137"/>
                    <a:pt x="14161" y="9767"/>
                  </a:cubicBezTo>
                  <a:lnTo>
                    <a:pt x="14161" y="9767"/>
                  </a:lnTo>
                  <a:cubicBezTo>
                    <a:pt x="15297" y="9025"/>
                    <a:pt x="16407" y="8234"/>
                    <a:pt x="17469" y="7394"/>
                  </a:cubicBezTo>
                  <a:cubicBezTo>
                    <a:pt x="18597" y="6517"/>
                    <a:pt x="19725" y="5615"/>
                    <a:pt x="20828" y="4737"/>
                  </a:cubicBezTo>
                  <a:cubicBezTo>
                    <a:pt x="21479" y="4236"/>
                    <a:pt x="22131" y="3760"/>
                    <a:pt x="22783" y="3259"/>
                  </a:cubicBezTo>
                  <a:cubicBezTo>
                    <a:pt x="22807" y="3243"/>
                    <a:pt x="22815" y="3219"/>
                    <a:pt x="22814" y="3196"/>
                  </a:cubicBezTo>
                  <a:lnTo>
                    <a:pt x="22814" y="3196"/>
                  </a:lnTo>
                  <a:cubicBezTo>
                    <a:pt x="22815" y="3173"/>
                    <a:pt x="22807" y="3149"/>
                    <a:pt x="22783" y="3133"/>
                  </a:cubicBezTo>
                  <a:cubicBezTo>
                    <a:pt x="22106" y="2782"/>
                    <a:pt x="21429" y="2432"/>
                    <a:pt x="20778" y="2081"/>
                  </a:cubicBezTo>
                  <a:cubicBezTo>
                    <a:pt x="19700" y="1529"/>
                    <a:pt x="18647" y="953"/>
                    <a:pt x="17570" y="401"/>
                  </a:cubicBezTo>
                  <a:cubicBezTo>
                    <a:pt x="17344" y="251"/>
                    <a:pt x="17093" y="126"/>
                    <a:pt x="1684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1" name="Google Shape;5731;p55"/>
            <p:cNvSpPr/>
            <p:nvPr/>
          </p:nvSpPr>
          <p:spPr>
            <a:xfrm>
              <a:off x="8192390" y="1293205"/>
              <a:ext cx="87549" cy="54927"/>
            </a:xfrm>
            <a:custGeom>
              <a:rect b="b" l="l" r="r" t="t"/>
              <a:pathLst>
                <a:path extrusionOk="0" h="1054" w="1680">
                  <a:moveTo>
                    <a:pt x="1680" y="0"/>
                  </a:moveTo>
                  <a:cubicBezTo>
                    <a:pt x="1522" y="95"/>
                    <a:pt x="1348" y="205"/>
                    <a:pt x="1169" y="321"/>
                  </a:cubicBezTo>
                  <a:lnTo>
                    <a:pt x="1169" y="321"/>
                  </a:lnTo>
                  <a:lnTo>
                    <a:pt x="1680" y="0"/>
                  </a:lnTo>
                  <a:close/>
                  <a:moveTo>
                    <a:pt x="1169" y="321"/>
                  </a:moveTo>
                  <a:lnTo>
                    <a:pt x="1" y="1053"/>
                  </a:lnTo>
                  <a:cubicBezTo>
                    <a:pt x="361" y="847"/>
                    <a:pt x="780" y="571"/>
                    <a:pt x="1169" y="32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2" name="Google Shape;5732;p55"/>
            <p:cNvSpPr/>
            <p:nvPr/>
          </p:nvSpPr>
          <p:spPr>
            <a:xfrm>
              <a:off x="8187804" y="1288672"/>
              <a:ext cx="97867" cy="62639"/>
            </a:xfrm>
            <a:custGeom>
              <a:rect b="b" l="l" r="r" t="t"/>
              <a:pathLst>
                <a:path extrusionOk="0" h="1202" w="1878">
                  <a:moveTo>
                    <a:pt x="1779" y="1"/>
                  </a:moveTo>
                  <a:cubicBezTo>
                    <a:pt x="1767" y="1"/>
                    <a:pt x="1755" y="4"/>
                    <a:pt x="1743" y="12"/>
                  </a:cubicBezTo>
                  <a:cubicBezTo>
                    <a:pt x="1166" y="363"/>
                    <a:pt x="615" y="739"/>
                    <a:pt x="64" y="1065"/>
                  </a:cubicBezTo>
                  <a:cubicBezTo>
                    <a:pt x="1" y="1107"/>
                    <a:pt x="43" y="1202"/>
                    <a:pt x="103" y="1202"/>
                  </a:cubicBezTo>
                  <a:cubicBezTo>
                    <a:pt x="115" y="1202"/>
                    <a:pt x="127" y="1198"/>
                    <a:pt x="139" y="1190"/>
                  </a:cubicBezTo>
                  <a:cubicBezTo>
                    <a:pt x="690" y="864"/>
                    <a:pt x="1242" y="488"/>
                    <a:pt x="1793" y="138"/>
                  </a:cubicBezTo>
                  <a:cubicBezTo>
                    <a:pt x="1877" y="95"/>
                    <a:pt x="1838" y="1"/>
                    <a:pt x="17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3" name="Google Shape;5733;p55"/>
            <p:cNvSpPr/>
            <p:nvPr/>
          </p:nvSpPr>
          <p:spPr>
            <a:xfrm>
              <a:off x="8133608" y="1512594"/>
              <a:ext cx="39241" cy="26213"/>
            </a:xfrm>
            <a:custGeom>
              <a:rect b="b" l="l" r="r" t="t"/>
              <a:pathLst>
                <a:path extrusionOk="0" h="503" w="753">
                  <a:moveTo>
                    <a:pt x="753" y="1"/>
                  </a:moveTo>
                  <a:lnTo>
                    <a:pt x="377" y="252"/>
                  </a:lnTo>
                  <a:lnTo>
                    <a:pt x="377" y="252"/>
                  </a:lnTo>
                  <a:cubicBezTo>
                    <a:pt x="502" y="170"/>
                    <a:pt x="628" y="89"/>
                    <a:pt x="753" y="1"/>
                  </a:cubicBezTo>
                  <a:close/>
                  <a:moveTo>
                    <a:pt x="377" y="252"/>
                  </a:moveTo>
                  <a:lnTo>
                    <a:pt x="377" y="252"/>
                  </a:lnTo>
                  <a:cubicBezTo>
                    <a:pt x="252" y="333"/>
                    <a:pt x="126" y="414"/>
                    <a:pt x="1" y="502"/>
                  </a:cubicBezTo>
                  <a:lnTo>
                    <a:pt x="377" y="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4" name="Google Shape;5734;p55"/>
            <p:cNvSpPr/>
            <p:nvPr/>
          </p:nvSpPr>
          <p:spPr>
            <a:xfrm>
              <a:off x="8127720" y="1508112"/>
              <a:ext cx="51070" cy="35176"/>
            </a:xfrm>
            <a:custGeom>
              <a:rect b="b" l="l" r="r" t="t"/>
              <a:pathLst>
                <a:path extrusionOk="0" h="675" w="980">
                  <a:moveTo>
                    <a:pt x="877" y="0"/>
                  </a:moveTo>
                  <a:cubicBezTo>
                    <a:pt x="865" y="0"/>
                    <a:pt x="853" y="4"/>
                    <a:pt x="841" y="12"/>
                  </a:cubicBezTo>
                  <a:cubicBezTo>
                    <a:pt x="590" y="187"/>
                    <a:pt x="314" y="363"/>
                    <a:pt x="64" y="538"/>
                  </a:cubicBezTo>
                  <a:cubicBezTo>
                    <a:pt x="1" y="580"/>
                    <a:pt x="43" y="675"/>
                    <a:pt x="103" y="675"/>
                  </a:cubicBezTo>
                  <a:cubicBezTo>
                    <a:pt x="115" y="675"/>
                    <a:pt x="127" y="671"/>
                    <a:pt x="139" y="663"/>
                  </a:cubicBezTo>
                  <a:cubicBezTo>
                    <a:pt x="390" y="488"/>
                    <a:pt x="665" y="312"/>
                    <a:pt x="916" y="137"/>
                  </a:cubicBezTo>
                  <a:cubicBezTo>
                    <a:pt x="979" y="95"/>
                    <a:pt x="936" y="0"/>
                    <a:pt x="8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5" name="Google Shape;5735;p55"/>
            <p:cNvSpPr/>
            <p:nvPr/>
          </p:nvSpPr>
          <p:spPr>
            <a:xfrm>
              <a:off x="8174099" y="1587061"/>
              <a:ext cx="51018" cy="34029"/>
            </a:xfrm>
            <a:custGeom>
              <a:rect b="b" l="l" r="r" t="t"/>
              <a:pathLst>
                <a:path extrusionOk="0" h="653" w="979">
                  <a:moveTo>
                    <a:pt x="978" y="1"/>
                  </a:moveTo>
                  <a:lnTo>
                    <a:pt x="490" y="326"/>
                  </a:lnTo>
                  <a:lnTo>
                    <a:pt x="490" y="326"/>
                  </a:lnTo>
                  <a:cubicBezTo>
                    <a:pt x="653" y="220"/>
                    <a:pt x="815" y="113"/>
                    <a:pt x="978" y="1"/>
                  </a:cubicBezTo>
                  <a:close/>
                  <a:moveTo>
                    <a:pt x="490" y="326"/>
                  </a:moveTo>
                  <a:lnTo>
                    <a:pt x="490" y="326"/>
                  </a:lnTo>
                  <a:cubicBezTo>
                    <a:pt x="327" y="433"/>
                    <a:pt x="164" y="539"/>
                    <a:pt x="1" y="652"/>
                  </a:cubicBezTo>
                  <a:lnTo>
                    <a:pt x="490" y="32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6" name="Google Shape;5736;p55"/>
            <p:cNvSpPr/>
            <p:nvPr/>
          </p:nvSpPr>
          <p:spPr>
            <a:xfrm>
              <a:off x="8169513" y="1582527"/>
              <a:ext cx="60190" cy="43045"/>
            </a:xfrm>
            <a:custGeom>
              <a:rect b="b" l="l" r="r" t="t"/>
              <a:pathLst>
                <a:path extrusionOk="0" h="826" w="1155">
                  <a:moveTo>
                    <a:pt x="1052" y="1"/>
                  </a:moveTo>
                  <a:cubicBezTo>
                    <a:pt x="1041" y="1"/>
                    <a:pt x="1028" y="4"/>
                    <a:pt x="1016" y="12"/>
                  </a:cubicBezTo>
                  <a:cubicBezTo>
                    <a:pt x="690" y="238"/>
                    <a:pt x="365" y="463"/>
                    <a:pt x="64" y="689"/>
                  </a:cubicBezTo>
                  <a:cubicBezTo>
                    <a:pt x="1" y="731"/>
                    <a:pt x="26" y="826"/>
                    <a:pt x="80" y="826"/>
                  </a:cubicBezTo>
                  <a:cubicBezTo>
                    <a:pt x="90" y="826"/>
                    <a:pt x="102" y="822"/>
                    <a:pt x="114" y="814"/>
                  </a:cubicBezTo>
                  <a:lnTo>
                    <a:pt x="1091" y="138"/>
                  </a:lnTo>
                  <a:cubicBezTo>
                    <a:pt x="1154" y="96"/>
                    <a:pt x="1112" y="1"/>
                    <a:pt x="10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7" name="Google Shape;5737;p55"/>
            <p:cNvSpPr/>
            <p:nvPr/>
          </p:nvSpPr>
          <p:spPr>
            <a:xfrm>
              <a:off x="8236789" y="1661528"/>
              <a:ext cx="61441" cy="31372"/>
            </a:xfrm>
            <a:custGeom>
              <a:rect b="b" l="l" r="r" t="t"/>
              <a:pathLst>
                <a:path extrusionOk="0" h="602" w="1179">
                  <a:moveTo>
                    <a:pt x="1179" y="0"/>
                  </a:moveTo>
                  <a:lnTo>
                    <a:pt x="1" y="602"/>
                  </a:lnTo>
                  <a:cubicBezTo>
                    <a:pt x="402" y="401"/>
                    <a:pt x="803" y="201"/>
                    <a:pt x="11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8" name="Google Shape;5738;p55"/>
            <p:cNvSpPr/>
            <p:nvPr/>
          </p:nvSpPr>
          <p:spPr>
            <a:xfrm>
              <a:off x="8231109" y="1656994"/>
              <a:ext cx="73062" cy="39136"/>
            </a:xfrm>
            <a:custGeom>
              <a:rect b="b" l="l" r="r" t="t"/>
              <a:pathLst>
                <a:path extrusionOk="0" h="751" w="1402">
                  <a:moveTo>
                    <a:pt x="1299" y="0"/>
                  </a:moveTo>
                  <a:cubicBezTo>
                    <a:pt x="1287" y="0"/>
                    <a:pt x="1275" y="4"/>
                    <a:pt x="1263" y="12"/>
                  </a:cubicBezTo>
                  <a:lnTo>
                    <a:pt x="85" y="613"/>
                  </a:lnTo>
                  <a:cubicBezTo>
                    <a:pt x="1" y="655"/>
                    <a:pt x="40" y="750"/>
                    <a:pt x="114" y="750"/>
                  </a:cubicBezTo>
                  <a:cubicBezTo>
                    <a:pt x="128" y="750"/>
                    <a:pt x="144" y="747"/>
                    <a:pt x="160" y="739"/>
                  </a:cubicBezTo>
                  <a:cubicBezTo>
                    <a:pt x="536" y="538"/>
                    <a:pt x="937" y="338"/>
                    <a:pt x="1338" y="137"/>
                  </a:cubicBezTo>
                  <a:cubicBezTo>
                    <a:pt x="1401" y="95"/>
                    <a:pt x="1358" y="0"/>
                    <a:pt x="12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9" name="Google Shape;5739;p55"/>
            <p:cNvSpPr/>
            <p:nvPr/>
          </p:nvSpPr>
          <p:spPr>
            <a:xfrm>
              <a:off x="8567227" y="1056829"/>
              <a:ext cx="90207" cy="75772"/>
            </a:xfrm>
            <a:custGeom>
              <a:rect b="b" l="l" r="r" t="t"/>
              <a:pathLst>
                <a:path extrusionOk="0" h="1454" w="1731">
                  <a:moveTo>
                    <a:pt x="1730" y="0"/>
                  </a:moveTo>
                  <a:cubicBezTo>
                    <a:pt x="1129" y="451"/>
                    <a:pt x="552" y="927"/>
                    <a:pt x="1" y="1454"/>
                  </a:cubicBezTo>
                  <a:lnTo>
                    <a:pt x="173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0" name="Google Shape;5740;p55"/>
            <p:cNvSpPr/>
            <p:nvPr/>
          </p:nvSpPr>
          <p:spPr>
            <a:xfrm>
              <a:off x="8562694" y="1052295"/>
              <a:ext cx="100629" cy="84318"/>
            </a:xfrm>
            <a:custGeom>
              <a:rect b="b" l="l" r="r" t="t"/>
              <a:pathLst>
                <a:path extrusionOk="0" h="1618" w="1931">
                  <a:moveTo>
                    <a:pt x="1828" y="0"/>
                  </a:moveTo>
                  <a:cubicBezTo>
                    <a:pt x="1816" y="0"/>
                    <a:pt x="1804" y="4"/>
                    <a:pt x="1792" y="12"/>
                  </a:cubicBezTo>
                  <a:cubicBezTo>
                    <a:pt x="1166" y="463"/>
                    <a:pt x="589" y="964"/>
                    <a:pt x="38" y="1491"/>
                  </a:cubicBezTo>
                  <a:cubicBezTo>
                    <a:pt x="0" y="1547"/>
                    <a:pt x="47" y="1617"/>
                    <a:pt x="94" y="1617"/>
                  </a:cubicBezTo>
                  <a:cubicBezTo>
                    <a:pt x="110" y="1617"/>
                    <a:pt x="125" y="1610"/>
                    <a:pt x="138" y="1591"/>
                  </a:cubicBezTo>
                  <a:cubicBezTo>
                    <a:pt x="689" y="1064"/>
                    <a:pt x="1266" y="588"/>
                    <a:pt x="1867" y="137"/>
                  </a:cubicBezTo>
                  <a:cubicBezTo>
                    <a:pt x="1930" y="95"/>
                    <a:pt x="1888" y="0"/>
                    <a:pt x="18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1" name="Google Shape;5741;p55"/>
            <p:cNvSpPr/>
            <p:nvPr/>
          </p:nvSpPr>
          <p:spPr>
            <a:xfrm>
              <a:off x="8530697" y="1161312"/>
              <a:ext cx="9172" cy="7869"/>
            </a:xfrm>
            <a:custGeom>
              <a:rect b="b" l="l" r="r" t="t"/>
              <a:pathLst>
                <a:path extrusionOk="0" h="151" w="176">
                  <a:moveTo>
                    <a:pt x="75" y="0"/>
                  </a:moveTo>
                  <a:cubicBezTo>
                    <a:pt x="0" y="0"/>
                    <a:pt x="0" y="150"/>
                    <a:pt x="75" y="150"/>
                  </a:cubicBezTo>
                  <a:cubicBezTo>
                    <a:pt x="175" y="150"/>
                    <a:pt x="175"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2" name="Google Shape;5742;p55"/>
            <p:cNvSpPr/>
            <p:nvPr/>
          </p:nvSpPr>
          <p:spPr>
            <a:xfrm>
              <a:off x="8631220" y="1327182"/>
              <a:ext cx="61441" cy="43149"/>
            </a:xfrm>
            <a:custGeom>
              <a:rect b="b" l="l" r="r" t="t"/>
              <a:pathLst>
                <a:path extrusionOk="0" h="828" w="1179">
                  <a:moveTo>
                    <a:pt x="1179" y="0"/>
                  </a:moveTo>
                  <a:lnTo>
                    <a:pt x="1179" y="0"/>
                  </a:lnTo>
                  <a:cubicBezTo>
                    <a:pt x="978" y="138"/>
                    <a:pt x="784" y="276"/>
                    <a:pt x="590" y="414"/>
                  </a:cubicBezTo>
                  <a:lnTo>
                    <a:pt x="1179" y="0"/>
                  </a:lnTo>
                  <a:close/>
                  <a:moveTo>
                    <a:pt x="590" y="414"/>
                  </a:moveTo>
                  <a:lnTo>
                    <a:pt x="1" y="827"/>
                  </a:lnTo>
                  <a:cubicBezTo>
                    <a:pt x="201" y="689"/>
                    <a:pt x="396" y="551"/>
                    <a:pt x="590" y="41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3" name="Google Shape;5743;p55"/>
            <p:cNvSpPr/>
            <p:nvPr/>
          </p:nvSpPr>
          <p:spPr>
            <a:xfrm>
              <a:off x="8626634" y="1322648"/>
              <a:ext cx="70612" cy="50862"/>
            </a:xfrm>
            <a:custGeom>
              <a:rect b="b" l="l" r="r" t="t"/>
              <a:pathLst>
                <a:path extrusionOk="0" h="976" w="1355">
                  <a:moveTo>
                    <a:pt x="1253" y="0"/>
                  </a:moveTo>
                  <a:cubicBezTo>
                    <a:pt x="1241" y="0"/>
                    <a:pt x="1229" y="4"/>
                    <a:pt x="1217" y="12"/>
                  </a:cubicBezTo>
                  <a:cubicBezTo>
                    <a:pt x="841" y="288"/>
                    <a:pt x="440" y="563"/>
                    <a:pt x="64" y="839"/>
                  </a:cubicBezTo>
                  <a:cubicBezTo>
                    <a:pt x="1" y="881"/>
                    <a:pt x="43" y="976"/>
                    <a:pt x="103" y="976"/>
                  </a:cubicBezTo>
                  <a:cubicBezTo>
                    <a:pt x="115" y="976"/>
                    <a:pt x="127" y="972"/>
                    <a:pt x="139" y="964"/>
                  </a:cubicBezTo>
                  <a:cubicBezTo>
                    <a:pt x="515" y="689"/>
                    <a:pt x="916" y="413"/>
                    <a:pt x="1292" y="137"/>
                  </a:cubicBezTo>
                  <a:cubicBezTo>
                    <a:pt x="1355" y="95"/>
                    <a:pt x="1312" y="0"/>
                    <a:pt x="12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4" name="Google Shape;5744;p55"/>
            <p:cNvSpPr/>
            <p:nvPr/>
          </p:nvSpPr>
          <p:spPr>
            <a:xfrm>
              <a:off x="8426214" y="1331090"/>
              <a:ext cx="10475" cy="3961"/>
            </a:xfrm>
            <a:custGeom>
              <a:rect b="b" l="l" r="r" t="t"/>
              <a:pathLst>
                <a:path extrusionOk="0" h="76" w="201">
                  <a:moveTo>
                    <a:pt x="0" y="0"/>
                  </a:moveTo>
                  <a:lnTo>
                    <a:pt x="201" y="75"/>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5" name="Google Shape;5745;p55"/>
            <p:cNvSpPr/>
            <p:nvPr/>
          </p:nvSpPr>
          <p:spPr>
            <a:xfrm>
              <a:off x="8422253" y="1327182"/>
              <a:ext cx="18344" cy="11777"/>
            </a:xfrm>
            <a:custGeom>
              <a:rect b="b" l="l" r="r" t="t"/>
              <a:pathLst>
                <a:path extrusionOk="0" h="226" w="352">
                  <a:moveTo>
                    <a:pt x="51" y="0"/>
                  </a:moveTo>
                  <a:cubicBezTo>
                    <a:pt x="51" y="0"/>
                    <a:pt x="26" y="0"/>
                    <a:pt x="26" y="25"/>
                  </a:cubicBezTo>
                  <a:cubicBezTo>
                    <a:pt x="1" y="50"/>
                    <a:pt x="1" y="75"/>
                    <a:pt x="1" y="75"/>
                  </a:cubicBezTo>
                  <a:cubicBezTo>
                    <a:pt x="26" y="100"/>
                    <a:pt x="26" y="125"/>
                    <a:pt x="51" y="125"/>
                  </a:cubicBezTo>
                  <a:cubicBezTo>
                    <a:pt x="101" y="150"/>
                    <a:pt x="176" y="175"/>
                    <a:pt x="251" y="226"/>
                  </a:cubicBezTo>
                  <a:lnTo>
                    <a:pt x="302" y="226"/>
                  </a:lnTo>
                  <a:cubicBezTo>
                    <a:pt x="327" y="226"/>
                    <a:pt x="352" y="201"/>
                    <a:pt x="352" y="201"/>
                  </a:cubicBezTo>
                  <a:cubicBezTo>
                    <a:pt x="352" y="175"/>
                    <a:pt x="352" y="150"/>
                    <a:pt x="352" y="125"/>
                  </a:cubicBezTo>
                  <a:cubicBezTo>
                    <a:pt x="352" y="125"/>
                    <a:pt x="327" y="100"/>
                    <a:pt x="327" y="100"/>
                  </a:cubicBezTo>
                  <a:cubicBezTo>
                    <a:pt x="251" y="50"/>
                    <a:pt x="176" y="25"/>
                    <a:pt x="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6" name="Google Shape;5746;p55"/>
            <p:cNvSpPr/>
            <p:nvPr/>
          </p:nvSpPr>
          <p:spPr>
            <a:xfrm>
              <a:off x="8423556" y="1340210"/>
              <a:ext cx="9224" cy="2658"/>
            </a:xfrm>
            <a:custGeom>
              <a:rect b="b" l="l" r="r" t="t"/>
              <a:pathLst>
                <a:path extrusionOk="0" h="51" w="177">
                  <a:moveTo>
                    <a:pt x="1" y="1"/>
                  </a:moveTo>
                  <a:lnTo>
                    <a:pt x="176" y="51"/>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7" name="Google Shape;5747;p55"/>
            <p:cNvSpPr/>
            <p:nvPr/>
          </p:nvSpPr>
          <p:spPr>
            <a:xfrm>
              <a:off x="8419648" y="1336301"/>
              <a:ext cx="17041" cy="10475"/>
            </a:xfrm>
            <a:custGeom>
              <a:rect b="b" l="l" r="r" t="t"/>
              <a:pathLst>
                <a:path extrusionOk="0" h="201" w="327">
                  <a:moveTo>
                    <a:pt x="51" y="0"/>
                  </a:moveTo>
                  <a:cubicBezTo>
                    <a:pt x="26" y="26"/>
                    <a:pt x="26" y="26"/>
                    <a:pt x="26" y="51"/>
                  </a:cubicBezTo>
                  <a:cubicBezTo>
                    <a:pt x="1" y="76"/>
                    <a:pt x="1" y="101"/>
                    <a:pt x="26" y="101"/>
                  </a:cubicBezTo>
                  <a:cubicBezTo>
                    <a:pt x="26" y="126"/>
                    <a:pt x="51" y="126"/>
                    <a:pt x="76" y="151"/>
                  </a:cubicBezTo>
                  <a:lnTo>
                    <a:pt x="226" y="201"/>
                  </a:lnTo>
                  <a:lnTo>
                    <a:pt x="276" y="201"/>
                  </a:lnTo>
                  <a:cubicBezTo>
                    <a:pt x="301" y="201"/>
                    <a:pt x="327" y="176"/>
                    <a:pt x="327" y="151"/>
                  </a:cubicBezTo>
                  <a:cubicBezTo>
                    <a:pt x="327" y="126"/>
                    <a:pt x="327" y="126"/>
                    <a:pt x="301" y="101"/>
                  </a:cubicBezTo>
                  <a:cubicBezTo>
                    <a:pt x="301" y="76"/>
                    <a:pt x="276" y="76"/>
                    <a:pt x="276" y="76"/>
                  </a:cubicBezTo>
                  <a:lnTo>
                    <a:pt x="10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8" name="Google Shape;5748;p55"/>
            <p:cNvSpPr/>
            <p:nvPr/>
          </p:nvSpPr>
          <p:spPr>
            <a:xfrm>
              <a:off x="8225064" y="1295811"/>
              <a:ext cx="24858" cy="13132"/>
            </a:xfrm>
            <a:custGeom>
              <a:rect b="b" l="l" r="r" t="t"/>
              <a:pathLst>
                <a:path extrusionOk="0" h="252" w="477">
                  <a:moveTo>
                    <a:pt x="477" y="1"/>
                  </a:moveTo>
                  <a:lnTo>
                    <a:pt x="477" y="1"/>
                  </a:lnTo>
                  <a:cubicBezTo>
                    <a:pt x="301" y="51"/>
                    <a:pt x="151" y="126"/>
                    <a:pt x="0" y="251"/>
                  </a:cubicBezTo>
                  <a:lnTo>
                    <a:pt x="4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9" name="Google Shape;5749;p55"/>
            <p:cNvSpPr/>
            <p:nvPr/>
          </p:nvSpPr>
          <p:spPr>
            <a:xfrm>
              <a:off x="8221155" y="1291381"/>
              <a:ext cx="32675" cy="20689"/>
            </a:xfrm>
            <a:custGeom>
              <a:rect b="b" l="l" r="r" t="t"/>
              <a:pathLst>
                <a:path extrusionOk="0" h="397" w="627">
                  <a:moveTo>
                    <a:pt x="551" y="0"/>
                  </a:moveTo>
                  <a:cubicBezTo>
                    <a:pt x="542" y="0"/>
                    <a:pt x="533" y="4"/>
                    <a:pt x="526" y="10"/>
                  </a:cubicBezTo>
                  <a:cubicBezTo>
                    <a:pt x="351" y="60"/>
                    <a:pt x="176" y="161"/>
                    <a:pt x="25" y="261"/>
                  </a:cubicBezTo>
                  <a:cubicBezTo>
                    <a:pt x="0" y="286"/>
                    <a:pt x="0" y="336"/>
                    <a:pt x="0" y="361"/>
                  </a:cubicBezTo>
                  <a:cubicBezTo>
                    <a:pt x="18" y="379"/>
                    <a:pt x="48" y="397"/>
                    <a:pt x="73" y="397"/>
                  </a:cubicBezTo>
                  <a:cubicBezTo>
                    <a:pt x="84" y="397"/>
                    <a:pt x="93" y="394"/>
                    <a:pt x="100" y="386"/>
                  </a:cubicBezTo>
                  <a:cubicBezTo>
                    <a:pt x="251" y="286"/>
                    <a:pt x="401" y="211"/>
                    <a:pt x="552" y="136"/>
                  </a:cubicBezTo>
                  <a:cubicBezTo>
                    <a:pt x="602" y="136"/>
                    <a:pt x="627" y="86"/>
                    <a:pt x="602" y="60"/>
                  </a:cubicBezTo>
                  <a:cubicBezTo>
                    <a:pt x="602" y="24"/>
                    <a:pt x="575" y="0"/>
                    <a:pt x="5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0" name="Google Shape;5750;p55"/>
            <p:cNvSpPr/>
            <p:nvPr/>
          </p:nvSpPr>
          <p:spPr>
            <a:xfrm>
              <a:off x="8009531" y="1537451"/>
              <a:ext cx="94115" cy="65349"/>
            </a:xfrm>
            <a:custGeom>
              <a:rect b="b" l="l" r="r" t="t"/>
              <a:pathLst>
                <a:path extrusionOk="0" h="1254" w="1806">
                  <a:moveTo>
                    <a:pt x="1806" y="0"/>
                  </a:moveTo>
                  <a:lnTo>
                    <a:pt x="903" y="627"/>
                  </a:lnTo>
                  <a:lnTo>
                    <a:pt x="903" y="627"/>
                  </a:lnTo>
                  <a:cubicBezTo>
                    <a:pt x="1204" y="420"/>
                    <a:pt x="1505" y="213"/>
                    <a:pt x="1806" y="0"/>
                  </a:cubicBezTo>
                  <a:close/>
                  <a:moveTo>
                    <a:pt x="903" y="627"/>
                  </a:moveTo>
                  <a:cubicBezTo>
                    <a:pt x="602" y="833"/>
                    <a:pt x="302" y="1040"/>
                    <a:pt x="1" y="1253"/>
                  </a:cubicBezTo>
                  <a:lnTo>
                    <a:pt x="903" y="62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1" name="Google Shape;5751;p55"/>
            <p:cNvSpPr/>
            <p:nvPr/>
          </p:nvSpPr>
          <p:spPr>
            <a:xfrm>
              <a:off x="8003851" y="1532917"/>
              <a:ext cx="105684" cy="73687"/>
            </a:xfrm>
            <a:custGeom>
              <a:rect b="b" l="l" r="r" t="t"/>
              <a:pathLst>
                <a:path extrusionOk="0" h="1414" w="2028">
                  <a:moveTo>
                    <a:pt x="1925" y="0"/>
                  </a:moveTo>
                  <a:cubicBezTo>
                    <a:pt x="1914" y="0"/>
                    <a:pt x="1902" y="4"/>
                    <a:pt x="1889" y="12"/>
                  </a:cubicBezTo>
                  <a:cubicBezTo>
                    <a:pt x="1288" y="438"/>
                    <a:pt x="686" y="864"/>
                    <a:pt x="60" y="1265"/>
                  </a:cubicBezTo>
                  <a:cubicBezTo>
                    <a:pt x="1" y="1324"/>
                    <a:pt x="34" y="1414"/>
                    <a:pt x="88" y="1414"/>
                  </a:cubicBezTo>
                  <a:cubicBezTo>
                    <a:pt x="102" y="1414"/>
                    <a:pt x="119" y="1407"/>
                    <a:pt x="135" y="1390"/>
                  </a:cubicBezTo>
                  <a:cubicBezTo>
                    <a:pt x="737" y="989"/>
                    <a:pt x="1363" y="563"/>
                    <a:pt x="1965" y="137"/>
                  </a:cubicBezTo>
                  <a:cubicBezTo>
                    <a:pt x="2028" y="95"/>
                    <a:pt x="1985" y="0"/>
                    <a:pt x="19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2" name="Google Shape;5752;p55"/>
            <p:cNvSpPr/>
            <p:nvPr/>
          </p:nvSpPr>
          <p:spPr>
            <a:xfrm>
              <a:off x="7982120" y="1610563"/>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3" name="Google Shape;5753;p55"/>
            <p:cNvSpPr/>
            <p:nvPr/>
          </p:nvSpPr>
          <p:spPr>
            <a:xfrm>
              <a:off x="8136266" y="1554387"/>
              <a:ext cx="20949" cy="32727"/>
            </a:xfrm>
            <a:custGeom>
              <a:rect b="b" l="l" r="r" t="t"/>
              <a:pathLst>
                <a:path extrusionOk="0" h="628" w="402">
                  <a:moveTo>
                    <a:pt x="100" y="1"/>
                  </a:moveTo>
                  <a:lnTo>
                    <a:pt x="100" y="1"/>
                  </a:lnTo>
                  <a:cubicBezTo>
                    <a:pt x="0" y="252"/>
                    <a:pt x="150" y="577"/>
                    <a:pt x="401" y="628"/>
                  </a:cubicBezTo>
                  <a:lnTo>
                    <a:pt x="10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4" name="Google Shape;5754;p55"/>
            <p:cNvSpPr/>
            <p:nvPr/>
          </p:nvSpPr>
          <p:spPr>
            <a:xfrm>
              <a:off x="8132305" y="1550948"/>
              <a:ext cx="29756" cy="40231"/>
            </a:xfrm>
            <a:custGeom>
              <a:rect b="b" l="l" r="r" t="t"/>
              <a:pathLst>
                <a:path extrusionOk="0" h="772" w="571">
                  <a:moveTo>
                    <a:pt x="178" y="0"/>
                  </a:moveTo>
                  <a:cubicBezTo>
                    <a:pt x="152" y="0"/>
                    <a:pt x="126" y="13"/>
                    <a:pt x="126" y="42"/>
                  </a:cubicBezTo>
                  <a:cubicBezTo>
                    <a:pt x="1" y="318"/>
                    <a:pt x="151" y="694"/>
                    <a:pt x="452" y="769"/>
                  </a:cubicBezTo>
                  <a:cubicBezTo>
                    <a:pt x="461" y="771"/>
                    <a:pt x="469" y="772"/>
                    <a:pt x="477" y="772"/>
                  </a:cubicBezTo>
                  <a:cubicBezTo>
                    <a:pt x="556" y="772"/>
                    <a:pt x="571" y="666"/>
                    <a:pt x="502" y="643"/>
                  </a:cubicBezTo>
                  <a:cubicBezTo>
                    <a:pt x="402" y="593"/>
                    <a:pt x="302" y="518"/>
                    <a:pt x="252" y="418"/>
                  </a:cubicBezTo>
                  <a:cubicBezTo>
                    <a:pt x="226" y="368"/>
                    <a:pt x="226" y="318"/>
                    <a:pt x="226" y="267"/>
                  </a:cubicBezTo>
                  <a:cubicBezTo>
                    <a:pt x="226" y="217"/>
                    <a:pt x="226" y="142"/>
                    <a:pt x="252" y="117"/>
                  </a:cubicBezTo>
                  <a:cubicBezTo>
                    <a:pt x="252" y="67"/>
                    <a:pt x="252" y="17"/>
                    <a:pt x="226" y="17"/>
                  </a:cubicBezTo>
                  <a:cubicBezTo>
                    <a:pt x="216" y="6"/>
                    <a:pt x="197" y="0"/>
                    <a:pt x="17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5" name="Google Shape;5755;p55"/>
            <p:cNvSpPr/>
            <p:nvPr/>
          </p:nvSpPr>
          <p:spPr>
            <a:xfrm>
              <a:off x="8171493" y="1593575"/>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6" name="Google Shape;5756;p55"/>
            <p:cNvSpPr/>
            <p:nvPr/>
          </p:nvSpPr>
          <p:spPr>
            <a:xfrm>
              <a:off x="8303439" y="1503474"/>
              <a:ext cx="14383" cy="52"/>
            </a:xfrm>
            <a:custGeom>
              <a:rect b="b" l="l" r="r" t="t"/>
              <a:pathLst>
                <a:path extrusionOk="0" h="1" w="276">
                  <a:moveTo>
                    <a:pt x="0" y="0"/>
                  </a:moveTo>
                  <a:cubicBezTo>
                    <a:pt x="100" y="0"/>
                    <a:pt x="176" y="0"/>
                    <a:pt x="276"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7" name="Google Shape;5757;p55"/>
            <p:cNvSpPr/>
            <p:nvPr/>
          </p:nvSpPr>
          <p:spPr>
            <a:xfrm>
              <a:off x="8300782" y="1499566"/>
              <a:ext cx="20949" cy="7869"/>
            </a:xfrm>
            <a:custGeom>
              <a:rect b="b" l="l" r="r" t="t"/>
              <a:pathLst>
                <a:path extrusionOk="0" h="151" w="402">
                  <a:moveTo>
                    <a:pt x="51" y="0"/>
                  </a:moveTo>
                  <a:cubicBezTo>
                    <a:pt x="26" y="0"/>
                    <a:pt x="1" y="25"/>
                    <a:pt x="1" y="75"/>
                  </a:cubicBezTo>
                  <a:cubicBezTo>
                    <a:pt x="1" y="101"/>
                    <a:pt x="26" y="151"/>
                    <a:pt x="51" y="151"/>
                  </a:cubicBezTo>
                  <a:lnTo>
                    <a:pt x="327" y="151"/>
                  </a:lnTo>
                  <a:cubicBezTo>
                    <a:pt x="352" y="151"/>
                    <a:pt x="402" y="126"/>
                    <a:pt x="402" y="75"/>
                  </a:cubicBezTo>
                  <a:cubicBezTo>
                    <a:pt x="402" y="50"/>
                    <a:pt x="377" y="25"/>
                    <a:pt x="3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8" name="Google Shape;5758;p55"/>
            <p:cNvSpPr/>
            <p:nvPr/>
          </p:nvSpPr>
          <p:spPr>
            <a:xfrm>
              <a:off x="8304742" y="1516554"/>
              <a:ext cx="11777" cy="52"/>
            </a:xfrm>
            <a:custGeom>
              <a:rect b="b" l="l" r="r" t="t"/>
              <a:pathLst>
                <a:path extrusionOk="0" h="1" w="226">
                  <a:moveTo>
                    <a:pt x="0" y="0"/>
                  </a:moveTo>
                  <a:cubicBezTo>
                    <a:pt x="75" y="0"/>
                    <a:pt x="151" y="0"/>
                    <a:pt x="226"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9" name="Google Shape;5759;p55"/>
            <p:cNvSpPr/>
            <p:nvPr/>
          </p:nvSpPr>
          <p:spPr>
            <a:xfrm>
              <a:off x="8300782" y="1512594"/>
              <a:ext cx="19646" cy="7921"/>
            </a:xfrm>
            <a:custGeom>
              <a:rect b="b" l="l" r="r" t="t"/>
              <a:pathLst>
                <a:path extrusionOk="0" h="152" w="377">
                  <a:moveTo>
                    <a:pt x="76" y="1"/>
                  </a:moveTo>
                  <a:cubicBezTo>
                    <a:pt x="51" y="1"/>
                    <a:pt x="1" y="26"/>
                    <a:pt x="1" y="76"/>
                  </a:cubicBezTo>
                  <a:cubicBezTo>
                    <a:pt x="1" y="101"/>
                    <a:pt x="51" y="151"/>
                    <a:pt x="76" y="151"/>
                  </a:cubicBezTo>
                  <a:lnTo>
                    <a:pt x="302" y="151"/>
                  </a:lnTo>
                  <a:cubicBezTo>
                    <a:pt x="327" y="151"/>
                    <a:pt x="377" y="126"/>
                    <a:pt x="377" y="76"/>
                  </a:cubicBezTo>
                  <a:cubicBezTo>
                    <a:pt x="352" y="26"/>
                    <a:pt x="327" y="1"/>
                    <a:pt x="3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0" name="Google Shape;5760;p55"/>
            <p:cNvSpPr/>
            <p:nvPr/>
          </p:nvSpPr>
          <p:spPr>
            <a:xfrm>
              <a:off x="8407923" y="1456470"/>
              <a:ext cx="3961" cy="52"/>
            </a:xfrm>
            <a:custGeom>
              <a:rect b="b" l="l" r="r" t="t"/>
              <a:pathLst>
                <a:path extrusionOk="0" h="1" w="76">
                  <a:moveTo>
                    <a:pt x="0" y="0"/>
                  </a:moveTo>
                  <a:cubicBezTo>
                    <a:pt x="25" y="0"/>
                    <a:pt x="50" y="0"/>
                    <a:pt x="75" y="0"/>
                  </a:cubicBez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1" name="Google Shape;5761;p55"/>
            <p:cNvSpPr/>
            <p:nvPr/>
          </p:nvSpPr>
          <p:spPr>
            <a:xfrm>
              <a:off x="8405317" y="1452562"/>
              <a:ext cx="9172" cy="7869"/>
            </a:xfrm>
            <a:custGeom>
              <a:rect b="b" l="l" r="r" t="t"/>
              <a:pathLst>
                <a:path extrusionOk="0" h="151" w="176">
                  <a:moveTo>
                    <a:pt x="25" y="0"/>
                  </a:moveTo>
                  <a:cubicBezTo>
                    <a:pt x="25" y="25"/>
                    <a:pt x="0" y="25"/>
                    <a:pt x="0" y="25"/>
                  </a:cubicBezTo>
                  <a:cubicBezTo>
                    <a:pt x="0" y="25"/>
                    <a:pt x="0" y="50"/>
                    <a:pt x="0" y="50"/>
                  </a:cubicBezTo>
                  <a:cubicBezTo>
                    <a:pt x="0" y="50"/>
                    <a:pt x="0" y="75"/>
                    <a:pt x="0" y="75"/>
                  </a:cubicBezTo>
                  <a:cubicBezTo>
                    <a:pt x="0" y="75"/>
                    <a:pt x="0" y="100"/>
                    <a:pt x="0" y="100"/>
                  </a:cubicBezTo>
                  <a:lnTo>
                    <a:pt x="0" y="125"/>
                  </a:lnTo>
                  <a:cubicBezTo>
                    <a:pt x="25" y="125"/>
                    <a:pt x="25" y="150"/>
                    <a:pt x="50" y="150"/>
                  </a:cubicBezTo>
                  <a:lnTo>
                    <a:pt x="150" y="150"/>
                  </a:lnTo>
                  <a:cubicBezTo>
                    <a:pt x="150" y="150"/>
                    <a:pt x="175" y="125"/>
                    <a:pt x="175" y="125"/>
                  </a:cubicBezTo>
                  <a:cubicBezTo>
                    <a:pt x="175" y="125"/>
                    <a:pt x="175" y="100"/>
                    <a:pt x="175" y="100"/>
                  </a:cubicBezTo>
                  <a:cubicBezTo>
                    <a:pt x="175" y="100"/>
                    <a:pt x="175" y="100"/>
                    <a:pt x="175" y="75"/>
                  </a:cubicBezTo>
                  <a:cubicBezTo>
                    <a:pt x="175" y="75"/>
                    <a:pt x="175" y="50"/>
                    <a:pt x="175" y="50"/>
                  </a:cubicBezTo>
                  <a:cubicBezTo>
                    <a:pt x="175" y="50"/>
                    <a:pt x="175" y="25"/>
                    <a:pt x="175" y="25"/>
                  </a:cubicBezTo>
                  <a:cubicBezTo>
                    <a:pt x="150" y="25"/>
                    <a:pt x="150" y="25"/>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2" name="Google Shape;5762;p55"/>
            <p:cNvSpPr/>
            <p:nvPr/>
          </p:nvSpPr>
          <p:spPr>
            <a:xfrm>
              <a:off x="8389632" y="1575284"/>
              <a:ext cx="10475" cy="6618"/>
            </a:xfrm>
            <a:custGeom>
              <a:rect b="b" l="l" r="r" t="t"/>
              <a:pathLst>
                <a:path extrusionOk="0" h="127" w="201">
                  <a:moveTo>
                    <a:pt x="101" y="1"/>
                  </a:moveTo>
                  <a:cubicBezTo>
                    <a:pt x="0" y="1"/>
                    <a:pt x="0" y="126"/>
                    <a:pt x="101" y="126"/>
                  </a:cubicBezTo>
                  <a:cubicBezTo>
                    <a:pt x="201" y="126"/>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3" name="Google Shape;5763;p55"/>
            <p:cNvSpPr/>
            <p:nvPr/>
          </p:nvSpPr>
          <p:spPr>
            <a:xfrm>
              <a:off x="8555502" y="1496960"/>
              <a:ext cx="20949" cy="47058"/>
            </a:xfrm>
            <a:custGeom>
              <a:rect b="b" l="l" r="r" t="t"/>
              <a:pathLst>
                <a:path extrusionOk="0" h="903" w="402">
                  <a:moveTo>
                    <a:pt x="401" y="0"/>
                  </a:moveTo>
                  <a:lnTo>
                    <a:pt x="0" y="902"/>
                  </a:lnTo>
                  <a:cubicBezTo>
                    <a:pt x="201" y="627"/>
                    <a:pt x="326" y="326"/>
                    <a:pt x="4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4" name="Google Shape;5764;p55"/>
            <p:cNvSpPr/>
            <p:nvPr/>
          </p:nvSpPr>
          <p:spPr>
            <a:xfrm>
              <a:off x="8550239" y="1493365"/>
              <a:ext cx="29600" cy="54249"/>
            </a:xfrm>
            <a:custGeom>
              <a:rect b="b" l="l" r="r" t="t"/>
              <a:pathLst>
                <a:path extrusionOk="0" h="1041" w="568">
                  <a:moveTo>
                    <a:pt x="477" y="0"/>
                  </a:moveTo>
                  <a:cubicBezTo>
                    <a:pt x="450" y="0"/>
                    <a:pt x="427" y="14"/>
                    <a:pt x="427" y="44"/>
                  </a:cubicBezTo>
                  <a:cubicBezTo>
                    <a:pt x="352" y="370"/>
                    <a:pt x="227" y="671"/>
                    <a:pt x="51" y="921"/>
                  </a:cubicBezTo>
                  <a:cubicBezTo>
                    <a:pt x="26" y="946"/>
                    <a:pt x="1" y="971"/>
                    <a:pt x="51" y="1022"/>
                  </a:cubicBezTo>
                  <a:cubicBezTo>
                    <a:pt x="64" y="1034"/>
                    <a:pt x="82" y="1040"/>
                    <a:pt x="101" y="1040"/>
                  </a:cubicBezTo>
                  <a:cubicBezTo>
                    <a:pt x="120" y="1040"/>
                    <a:pt x="139" y="1034"/>
                    <a:pt x="151" y="1022"/>
                  </a:cubicBezTo>
                  <a:cubicBezTo>
                    <a:pt x="352" y="746"/>
                    <a:pt x="502" y="420"/>
                    <a:pt x="552" y="94"/>
                  </a:cubicBezTo>
                  <a:cubicBezTo>
                    <a:pt x="568" y="34"/>
                    <a:pt x="518" y="0"/>
                    <a:pt x="4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5" name="Google Shape;5765;p55"/>
            <p:cNvSpPr/>
            <p:nvPr/>
          </p:nvSpPr>
          <p:spPr>
            <a:xfrm>
              <a:off x="8518920" y="1570072"/>
              <a:ext cx="10475" cy="7921"/>
            </a:xfrm>
            <a:custGeom>
              <a:rect b="b" l="l" r="r" t="t"/>
              <a:pathLst>
                <a:path extrusionOk="0" h="152" w="201">
                  <a:moveTo>
                    <a:pt x="101" y="1"/>
                  </a:moveTo>
                  <a:cubicBezTo>
                    <a:pt x="0" y="1"/>
                    <a:pt x="0" y="151"/>
                    <a:pt x="101" y="151"/>
                  </a:cubicBezTo>
                  <a:cubicBezTo>
                    <a:pt x="201" y="151"/>
                    <a:pt x="201" y="1"/>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6" name="Google Shape;5766;p55"/>
            <p:cNvSpPr/>
            <p:nvPr/>
          </p:nvSpPr>
          <p:spPr>
            <a:xfrm>
              <a:off x="8251172" y="1703321"/>
              <a:ext cx="70560" cy="28975"/>
            </a:xfrm>
            <a:custGeom>
              <a:rect b="b" l="l" r="r" t="t"/>
              <a:pathLst>
                <a:path extrusionOk="0" h="556" w="1354">
                  <a:moveTo>
                    <a:pt x="1" y="0"/>
                  </a:moveTo>
                  <a:lnTo>
                    <a:pt x="1" y="0"/>
                  </a:lnTo>
                  <a:cubicBezTo>
                    <a:pt x="76" y="251"/>
                    <a:pt x="301" y="476"/>
                    <a:pt x="577" y="526"/>
                  </a:cubicBezTo>
                  <a:cubicBezTo>
                    <a:pt x="649" y="546"/>
                    <a:pt x="721" y="555"/>
                    <a:pt x="792" y="555"/>
                  </a:cubicBezTo>
                  <a:cubicBezTo>
                    <a:pt x="993" y="555"/>
                    <a:pt x="1187" y="481"/>
                    <a:pt x="1354" y="351"/>
                  </a:cubicBezTo>
                  <a:lnTo>
                    <a:pt x="1" y="0"/>
                  </a:lnTo>
                  <a:close/>
                </a:path>
              </a:pathLst>
            </a:custGeom>
            <a:solidFill>
              <a:srgbClr val="F4B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7" name="Google Shape;5767;p55"/>
            <p:cNvSpPr/>
            <p:nvPr/>
          </p:nvSpPr>
          <p:spPr>
            <a:xfrm>
              <a:off x="8246482" y="1699048"/>
              <a:ext cx="80931" cy="37156"/>
            </a:xfrm>
            <a:custGeom>
              <a:rect b="b" l="l" r="r" t="t"/>
              <a:pathLst>
                <a:path extrusionOk="0" h="713" w="1553">
                  <a:moveTo>
                    <a:pt x="95" y="1"/>
                  </a:moveTo>
                  <a:cubicBezTo>
                    <a:pt x="49" y="1"/>
                    <a:pt x="0" y="37"/>
                    <a:pt x="15" y="82"/>
                  </a:cubicBezTo>
                  <a:cubicBezTo>
                    <a:pt x="91" y="358"/>
                    <a:pt x="316" y="583"/>
                    <a:pt x="592" y="684"/>
                  </a:cubicBezTo>
                  <a:cubicBezTo>
                    <a:pt x="670" y="703"/>
                    <a:pt x="753" y="713"/>
                    <a:pt x="835" y="713"/>
                  </a:cubicBezTo>
                  <a:cubicBezTo>
                    <a:pt x="1069" y="713"/>
                    <a:pt x="1309" y="638"/>
                    <a:pt x="1494" y="508"/>
                  </a:cubicBezTo>
                  <a:cubicBezTo>
                    <a:pt x="1553" y="449"/>
                    <a:pt x="1520" y="360"/>
                    <a:pt x="1466" y="360"/>
                  </a:cubicBezTo>
                  <a:cubicBezTo>
                    <a:pt x="1452" y="360"/>
                    <a:pt x="1435" y="367"/>
                    <a:pt x="1419" y="383"/>
                  </a:cubicBezTo>
                  <a:cubicBezTo>
                    <a:pt x="1254" y="493"/>
                    <a:pt x="1062" y="563"/>
                    <a:pt x="863" y="563"/>
                  </a:cubicBezTo>
                  <a:cubicBezTo>
                    <a:pt x="790" y="563"/>
                    <a:pt x="716" y="553"/>
                    <a:pt x="642" y="533"/>
                  </a:cubicBezTo>
                  <a:cubicBezTo>
                    <a:pt x="416" y="483"/>
                    <a:pt x="216" y="283"/>
                    <a:pt x="166" y="57"/>
                  </a:cubicBezTo>
                  <a:cubicBezTo>
                    <a:pt x="156" y="17"/>
                    <a:pt x="126" y="1"/>
                    <a:pt x="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8" name="Google Shape;5768;p55"/>
            <p:cNvSpPr/>
            <p:nvPr/>
          </p:nvSpPr>
          <p:spPr>
            <a:xfrm>
              <a:off x="8205470" y="1643237"/>
              <a:ext cx="10475" cy="2658"/>
            </a:xfrm>
            <a:custGeom>
              <a:rect b="b" l="l" r="r" t="t"/>
              <a:pathLst>
                <a:path extrusionOk="0" h="51" w="201">
                  <a:moveTo>
                    <a:pt x="0" y="0"/>
                  </a:moveTo>
                  <a:lnTo>
                    <a:pt x="201" y="50"/>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9" name="Google Shape;5769;p55"/>
            <p:cNvSpPr/>
            <p:nvPr/>
          </p:nvSpPr>
          <p:spPr>
            <a:xfrm>
              <a:off x="8201561" y="1639328"/>
              <a:ext cx="18344" cy="10475"/>
            </a:xfrm>
            <a:custGeom>
              <a:rect b="b" l="l" r="r" t="t"/>
              <a:pathLst>
                <a:path extrusionOk="0" h="201" w="352">
                  <a:moveTo>
                    <a:pt x="100" y="0"/>
                  </a:moveTo>
                  <a:cubicBezTo>
                    <a:pt x="75" y="0"/>
                    <a:pt x="25" y="25"/>
                    <a:pt x="25" y="50"/>
                  </a:cubicBezTo>
                  <a:cubicBezTo>
                    <a:pt x="0" y="100"/>
                    <a:pt x="25" y="125"/>
                    <a:pt x="75" y="150"/>
                  </a:cubicBezTo>
                  <a:cubicBezTo>
                    <a:pt x="126" y="175"/>
                    <a:pt x="201" y="175"/>
                    <a:pt x="276" y="201"/>
                  </a:cubicBezTo>
                  <a:cubicBezTo>
                    <a:pt x="301" y="201"/>
                    <a:pt x="351" y="201"/>
                    <a:pt x="351" y="150"/>
                  </a:cubicBezTo>
                  <a:cubicBezTo>
                    <a:pt x="351" y="125"/>
                    <a:pt x="351" y="75"/>
                    <a:pt x="301" y="75"/>
                  </a:cubicBezTo>
                  <a:cubicBezTo>
                    <a:pt x="226" y="50"/>
                    <a:pt x="176" y="25"/>
                    <a:pt x="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0" name="Google Shape;5770;p55"/>
            <p:cNvSpPr/>
            <p:nvPr/>
          </p:nvSpPr>
          <p:spPr>
            <a:xfrm>
              <a:off x="8202864" y="1657567"/>
              <a:ext cx="17041" cy="1355"/>
            </a:xfrm>
            <a:custGeom>
              <a:rect b="b" l="l" r="r" t="t"/>
              <a:pathLst>
                <a:path extrusionOk="0" h="26" w="327">
                  <a:moveTo>
                    <a:pt x="0" y="1"/>
                  </a:moveTo>
                  <a:lnTo>
                    <a:pt x="326" y="26"/>
                  </a:lnTo>
                  <a:cubicBezTo>
                    <a:pt x="226" y="1"/>
                    <a:pt x="101"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1" name="Google Shape;5771;p55"/>
            <p:cNvSpPr/>
            <p:nvPr/>
          </p:nvSpPr>
          <p:spPr>
            <a:xfrm>
              <a:off x="8198956" y="1654128"/>
              <a:ext cx="24858" cy="9224"/>
            </a:xfrm>
            <a:custGeom>
              <a:rect b="b" l="l" r="r" t="t"/>
              <a:pathLst>
                <a:path extrusionOk="0" h="177" w="477">
                  <a:moveTo>
                    <a:pt x="204" y="0"/>
                  </a:moveTo>
                  <a:cubicBezTo>
                    <a:pt x="154" y="0"/>
                    <a:pt x="102" y="6"/>
                    <a:pt x="50" y="17"/>
                  </a:cubicBezTo>
                  <a:cubicBezTo>
                    <a:pt x="25" y="17"/>
                    <a:pt x="0" y="67"/>
                    <a:pt x="0" y="92"/>
                  </a:cubicBezTo>
                  <a:cubicBezTo>
                    <a:pt x="18" y="129"/>
                    <a:pt x="37" y="152"/>
                    <a:pt x="65" y="152"/>
                  </a:cubicBezTo>
                  <a:cubicBezTo>
                    <a:pt x="75" y="152"/>
                    <a:pt x="87" y="149"/>
                    <a:pt x="100" y="142"/>
                  </a:cubicBezTo>
                  <a:lnTo>
                    <a:pt x="301" y="142"/>
                  </a:lnTo>
                  <a:cubicBezTo>
                    <a:pt x="326" y="142"/>
                    <a:pt x="351" y="167"/>
                    <a:pt x="376" y="167"/>
                  </a:cubicBezTo>
                  <a:cubicBezTo>
                    <a:pt x="383" y="174"/>
                    <a:pt x="391" y="177"/>
                    <a:pt x="400" y="177"/>
                  </a:cubicBezTo>
                  <a:cubicBezTo>
                    <a:pt x="424" y="177"/>
                    <a:pt x="451" y="154"/>
                    <a:pt x="451" y="117"/>
                  </a:cubicBezTo>
                  <a:cubicBezTo>
                    <a:pt x="476" y="67"/>
                    <a:pt x="451" y="42"/>
                    <a:pt x="401" y="42"/>
                  </a:cubicBezTo>
                  <a:cubicBezTo>
                    <a:pt x="342" y="12"/>
                    <a:pt x="275" y="0"/>
                    <a:pt x="20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2" name="Google Shape;5772;p55"/>
            <p:cNvSpPr/>
            <p:nvPr/>
          </p:nvSpPr>
          <p:spPr>
            <a:xfrm>
              <a:off x="8819290" y="1161312"/>
              <a:ext cx="20949" cy="7869"/>
            </a:xfrm>
            <a:custGeom>
              <a:rect b="b" l="l" r="r" t="t"/>
              <a:pathLst>
                <a:path extrusionOk="0" h="151" w="402">
                  <a:moveTo>
                    <a:pt x="1" y="0"/>
                  </a:moveTo>
                  <a:lnTo>
                    <a:pt x="402" y="150"/>
                  </a:lnTo>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3" name="Google Shape;5773;p55"/>
            <p:cNvSpPr/>
            <p:nvPr/>
          </p:nvSpPr>
          <p:spPr>
            <a:xfrm>
              <a:off x="8815382" y="1157351"/>
              <a:ext cx="28818" cy="15738"/>
            </a:xfrm>
            <a:custGeom>
              <a:rect b="b" l="l" r="r" t="t"/>
              <a:pathLst>
                <a:path extrusionOk="0" h="302" w="553">
                  <a:moveTo>
                    <a:pt x="101" y="1"/>
                  </a:moveTo>
                  <a:cubicBezTo>
                    <a:pt x="51" y="1"/>
                    <a:pt x="26" y="26"/>
                    <a:pt x="1" y="51"/>
                  </a:cubicBezTo>
                  <a:cubicBezTo>
                    <a:pt x="1" y="101"/>
                    <a:pt x="26" y="126"/>
                    <a:pt x="51" y="151"/>
                  </a:cubicBezTo>
                  <a:cubicBezTo>
                    <a:pt x="201" y="201"/>
                    <a:pt x="327" y="251"/>
                    <a:pt x="452" y="302"/>
                  </a:cubicBezTo>
                  <a:cubicBezTo>
                    <a:pt x="502" y="302"/>
                    <a:pt x="552" y="277"/>
                    <a:pt x="552" y="251"/>
                  </a:cubicBezTo>
                  <a:cubicBezTo>
                    <a:pt x="552" y="201"/>
                    <a:pt x="527" y="176"/>
                    <a:pt x="502" y="151"/>
                  </a:cubicBezTo>
                  <a:lnTo>
                    <a:pt x="1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4" name="Google Shape;5774;p55"/>
            <p:cNvSpPr/>
            <p:nvPr/>
          </p:nvSpPr>
          <p:spPr>
            <a:xfrm>
              <a:off x="8814079" y="1171734"/>
              <a:ext cx="17041" cy="3961"/>
            </a:xfrm>
            <a:custGeom>
              <a:rect b="b" l="l" r="r" t="t"/>
              <a:pathLst>
                <a:path extrusionOk="0" h="76" w="327">
                  <a:moveTo>
                    <a:pt x="1" y="1"/>
                  </a:moveTo>
                  <a:lnTo>
                    <a:pt x="326" y="76"/>
                  </a:lnTo>
                  <a:cubicBezTo>
                    <a:pt x="226" y="51"/>
                    <a:pt x="126" y="2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5" name="Google Shape;5775;p55"/>
            <p:cNvSpPr/>
            <p:nvPr/>
          </p:nvSpPr>
          <p:spPr>
            <a:xfrm>
              <a:off x="8810171" y="1167826"/>
              <a:ext cx="24858" cy="11777"/>
            </a:xfrm>
            <a:custGeom>
              <a:rect b="b" l="l" r="r" t="t"/>
              <a:pathLst>
                <a:path extrusionOk="0" h="226" w="477">
                  <a:moveTo>
                    <a:pt x="101" y="0"/>
                  </a:moveTo>
                  <a:cubicBezTo>
                    <a:pt x="76" y="0"/>
                    <a:pt x="26" y="25"/>
                    <a:pt x="26" y="50"/>
                  </a:cubicBezTo>
                  <a:cubicBezTo>
                    <a:pt x="0" y="101"/>
                    <a:pt x="26" y="126"/>
                    <a:pt x="76" y="151"/>
                  </a:cubicBezTo>
                  <a:lnTo>
                    <a:pt x="376" y="226"/>
                  </a:lnTo>
                  <a:cubicBezTo>
                    <a:pt x="401" y="226"/>
                    <a:pt x="452" y="201"/>
                    <a:pt x="452" y="176"/>
                  </a:cubicBezTo>
                  <a:cubicBezTo>
                    <a:pt x="477" y="126"/>
                    <a:pt x="452" y="101"/>
                    <a:pt x="401" y="76"/>
                  </a:cubicBezTo>
                  <a:lnTo>
                    <a:pt x="10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6" name="Google Shape;5776;p55"/>
            <p:cNvSpPr/>
            <p:nvPr/>
          </p:nvSpPr>
          <p:spPr>
            <a:xfrm>
              <a:off x="8027822" y="1485183"/>
              <a:ext cx="13132" cy="5263"/>
            </a:xfrm>
            <a:custGeom>
              <a:rect b="b" l="l" r="r" t="t"/>
              <a:pathLst>
                <a:path extrusionOk="0" h="101" w="252">
                  <a:moveTo>
                    <a:pt x="1" y="1"/>
                  </a:moveTo>
                  <a:lnTo>
                    <a:pt x="195" y="78"/>
                  </a:lnTo>
                  <a:lnTo>
                    <a:pt x="195" y="78"/>
                  </a:lnTo>
                  <a:cubicBezTo>
                    <a:pt x="137" y="52"/>
                    <a:pt x="76" y="19"/>
                    <a:pt x="1" y="1"/>
                  </a:cubicBezTo>
                  <a:close/>
                  <a:moveTo>
                    <a:pt x="195" y="78"/>
                  </a:moveTo>
                  <a:cubicBezTo>
                    <a:pt x="214" y="87"/>
                    <a:pt x="233" y="95"/>
                    <a:pt x="251" y="101"/>
                  </a:cubicBezTo>
                  <a:lnTo>
                    <a:pt x="195" y="7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7" name="Google Shape;5777;p55"/>
            <p:cNvSpPr/>
            <p:nvPr/>
          </p:nvSpPr>
          <p:spPr>
            <a:xfrm>
              <a:off x="8023914" y="1481275"/>
              <a:ext cx="20949" cy="12768"/>
            </a:xfrm>
            <a:custGeom>
              <a:rect b="b" l="l" r="r" t="t"/>
              <a:pathLst>
                <a:path extrusionOk="0" h="245" w="402">
                  <a:moveTo>
                    <a:pt x="101" y="0"/>
                  </a:moveTo>
                  <a:cubicBezTo>
                    <a:pt x="76" y="0"/>
                    <a:pt x="76" y="0"/>
                    <a:pt x="51" y="25"/>
                  </a:cubicBezTo>
                  <a:cubicBezTo>
                    <a:pt x="26" y="25"/>
                    <a:pt x="26" y="51"/>
                    <a:pt x="26" y="51"/>
                  </a:cubicBezTo>
                  <a:cubicBezTo>
                    <a:pt x="1" y="101"/>
                    <a:pt x="26" y="126"/>
                    <a:pt x="76" y="151"/>
                  </a:cubicBezTo>
                  <a:cubicBezTo>
                    <a:pt x="151" y="176"/>
                    <a:pt x="226" y="201"/>
                    <a:pt x="301" y="226"/>
                  </a:cubicBezTo>
                  <a:cubicBezTo>
                    <a:pt x="314" y="239"/>
                    <a:pt x="326" y="245"/>
                    <a:pt x="336" y="245"/>
                  </a:cubicBezTo>
                  <a:cubicBezTo>
                    <a:pt x="345" y="245"/>
                    <a:pt x="352" y="239"/>
                    <a:pt x="352" y="226"/>
                  </a:cubicBezTo>
                  <a:cubicBezTo>
                    <a:pt x="377" y="226"/>
                    <a:pt x="402" y="201"/>
                    <a:pt x="402" y="176"/>
                  </a:cubicBezTo>
                  <a:cubicBezTo>
                    <a:pt x="402" y="151"/>
                    <a:pt x="377" y="101"/>
                    <a:pt x="352" y="101"/>
                  </a:cubicBezTo>
                  <a:cubicBezTo>
                    <a:pt x="251" y="76"/>
                    <a:pt x="176" y="51"/>
                    <a:pt x="1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8" name="Google Shape;5778;p55"/>
            <p:cNvSpPr/>
            <p:nvPr/>
          </p:nvSpPr>
          <p:spPr>
            <a:xfrm>
              <a:off x="8021308" y="1494355"/>
              <a:ext cx="13132" cy="3961"/>
            </a:xfrm>
            <a:custGeom>
              <a:rect b="b" l="l" r="r" t="t"/>
              <a:pathLst>
                <a:path extrusionOk="0" h="76" w="252">
                  <a:moveTo>
                    <a:pt x="1" y="0"/>
                  </a:moveTo>
                  <a:lnTo>
                    <a:pt x="251" y="75"/>
                  </a:lnTo>
                  <a:cubicBezTo>
                    <a:pt x="176" y="50"/>
                    <a:pt x="101" y="25"/>
                    <a:pt x="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9" name="Google Shape;5779;p55"/>
            <p:cNvSpPr/>
            <p:nvPr/>
          </p:nvSpPr>
          <p:spPr>
            <a:xfrm>
              <a:off x="8017400" y="1490394"/>
              <a:ext cx="20949" cy="11830"/>
            </a:xfrm>
            <a:custGeom>
              <a:rect b="b" l="l" r="r" t="t"/>
              <a:pathLst>
                <a:path extrusionOk="0" h="227" w="402">
                  <a:moveTo>
                    <a:pt x="101" y="1"/>
                  </a:moveTo>
                  <a:cubicBezTo>
                    <a:pt x="50" y="1"/>
                    <a:pt x="25" y="26"/>
                    <a:pt x="0" y="51"/>
                  </a:cubicBezTo>
                  <a:cubicBezTo>
                    <a:pt x="0" y="101"/>
                    <a:pt x="25" y="151"/>
                    <a:pt x="50" y="151"/>
                  </a:cubicBezTo>
                  <a:cubicBezTo>
                    <a:pt x="151" y="176"/>
                    <a:pt x="226" y="201"/>
                    <a:pt x="301" y="226"/>
                  </a:cubicBezTo>
                  <a:cubicBezTo>
                    <a:pt x="351" y="226"/>
                    <a:pt x="401" y="201"/>
                    <a:pt x="401" y="176"/>
                  </a:cubicBezTo>
                  <a:cubicBezTo>
                    <a:pt x="401" y="126"/>
                    <a:pt x="401" y="101"/>
                    <a:pt x="351" y="76"/>
                  </a:cubicBezTo>
                  <a:cubicBezTo>
                    <a:pt x="276" y="51"/>
                    <a:pt x="176" y="26"/>
                    <a:pt x="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0" name="Google Shape;5780;p55"/>
            <p:cNvSpPr/>
            <p:nvPr/>
          </p:nvSpPr>
          <p:spPr>
            <a:xfrm>
              <a:off x="8137569" y="1389872"/>
              <a:ext cx="40544" cy="26160"/>
            </a:xfrm>
            <a:custGeom>
              <a:rect b="b" l="l" r="r" t="t"/>
              <a:pathLst>
                <a:path extrusionOk="0" h="502" w="778">
                  <a:moveTo>
                    <a:pt x="777" y="0"/>
                  </a:moveTo>
                  <a:cubicBezTo>
                    <a:pt x="501" y="150"/>
                    <a:pt x="251" y="301"/>
                    <a:pt x="0" y="501"/>
                  </a:cubicBezTo>
                  <a:lnTo>
                    <a:pt x="77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1" name="Google Shape;5781;p55"/>
            <p:cNvSpPr/>
            <p:nvPr/>
          </p:nvSpPr>
          <p:spPr>
            <a:xfrm>
              <a:off x="8133608" y="1386693"/>
              <a:ext cx="48413" cy="32935"/>
            </a:xfrm>
            <a:custGeom>
              <a:rect b="b" l="l" r="r" t="t"/>
              <a:pathLst>
                <a:path extrusionOk="0" h="632" w="929">
                  <a:moveTo>
                    <a:pt x="855" y="1"/>
                  </a:moveTo>
                  <a:cubicBezTo>
                    <a:pt x="845" y="1"/>
                    <a:pt x="835" y="4"/>
                    <a:pt x="828" y="11"/>
                  </a:cubicBezTo>
                  <a:cubicBezTo>
                    <a:pt x="527" y="136"/>
                    <a:pt x="277" y="312"/>
                    <a:pt x="26" y="487"/>
                  </a:cubicBezTo>
                  <a:cubicBezTo>
                    <a:pt x="1" y="512"/>
                    <a:pt x="1" y="587"/>
                    <a:pt x="26" y="612"/>
                  </a:cubicBezTo>
                  <a:cubicBezTo>
                    <a:pt x="39" y="625"/>
                    <a:pt x="57" y="631"/>
                    <a:pt x="76" y="631"/>
                  </a:cubicBezTo>
                  <a:cubicBezTo>
                    <a:pt x="95" y="631"/>
                    <a:pt x="114" y="625"/>
                    <a:pt x="126" y="612"/>
                  </a:cubicBezTo>
                  <a:cubicBezTo>
                    <a:pt x="352" y="412"/>
                    <a:pt x="628" y="262"/>
                    <a:pt x="903" y="136"/>
                  </a:cubicBezTo>
                  <a:cubicBezTo>
                    <a:pt x="928" y="111"/>
                    <a:pt x="928" y="61"/>
                    <a:pt x="928" y="36"/>
                  </a:cubicBezTo>
                  <a:cubicBezTo>
                    <a:pt x="911" y="18"/>
                    <a:pt x="880" y="1"/>
                    <a:pt x="8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2" name="Google Shape;5782;p55"/>
            <p:cNvSpPr/>
            <p:nvPr/>
          </p:nvSpPr>
          <p:spPr>
            <a:xfrm>
              <a:off x="8047416" y="3358739"/>
              <a:ext cx="186823" cy="42472"/>
            </a:xfrm>
            <a:custGeom>
              <a:rect b="b" l="l" r="r" t="t"/>
              <a:pathLst>
                <a:path extrusionOk="0" h="815" w="3585">
                  <a:moveTo>
                    <a:pt x="2562" y="1"/>
                  </a:moveTo>
                  <a:cubicBezTo>
                    <a:pt x="2230" y="1"/>
                    <a:pt x="1906" y="193"/>
                    <a:pt x="1805" y="514"/>
                  </a:cubicBezTo>
                  <a:cubicBezTo>
                    <a:pt x="1570" y="291"/>
                    <a:pt x="1262" y="179"/>
                    <a:pt x="953" y="179"/>
                  </a:cubicBezTo>
                  <a:cubicBezTo>
                    <a:pt x="636" y="179"/>
                    <a:pt x="317" y="298"/>
                    <a:pt x="76" y="539"/>
                  </a:cubicBezTo>
                  <a:cubicBezTo>
                    <a:pt x="51" y="564"/>
                    <a:pt x="26" y="589"/>
                    <a:pt x="1" y="614"/>
                  </a:cubicBezTo>
                  <a:cubicBezTo>
                    <a:pt x="26" y="639"/>
                    <a:pt x="51" y="689"/>
                    <a:pt x="101" y="740"/>
                  </a:cubicBezTo>
                  <a:cubicBezTo>
                    <a:pt x="277" y="514"/>
                    <a:pt x="527" y="364"/>
                    <a:pt x="803" y="313"/>
                  </a:cubicBezTo>
                  <a:cubicBezTo>
                    <a:pt x="830" y="312"/>
                    <a:pt x="857" y="311"/>
                    <a:pt x="884" y="311"/>
                  </a:cubicBezTo>
                  <a:cubicBezTo>
                    <a:pt x="1232" y="311"/>
                    <a:pt x="1573" y="460"/>
                    <a:pt x="1805" y="740"/>
                  </a:cubicBezTo>
                  <a:cubicBezTo>
                    <a:pt x="1820" y="754"/>
                    <a:pt x="1837" y="760"/>
                    <a:pt x="1853" y="760"/>
                  </a:cubicBezTo>
                  <a:cubicBezTo>
                    <a:pt x="1893" y="760"/>
                    <a:pt x="1931" y="725"/>
                    <a:pt x="1931" y="689"/>
                  </a:cubicBezTo>
                  <a:cubicBezTo>
                    <a:pt x="1931" y="464"/>
                    <a:pt x="2081" y="313"/>
                    <a:pt x="2256" y="213"/>
                  </a:cubicBezTo>
                  <a:cubicBezTo>
                    <a:pt x="2350" y="167"/>
                    <a:pt x="2448" y="147"/>
                    <a:pt x="2547" y="147"/>
                  </a:cubicBezTo>
                  <a:cubicBezTo>
                    <a:pt x="2661" y="147"/>
                    <a:pt x="2776" y="173"/>
                    <a:pt x="2883" y="213"/>
                  </a:cubicBezTo>
                  <a:cubicBezTo>
                    <a:pt x="3159" y="339"/>
                    <a:pt x="3359" y="564"/>
                    <a:pt x="3510" y="815"/>
                  </a:cubicBezTo>
                  <a:cubicBezTo>
                    <a:pt x="3535" y="765"/>
                    <a:pt x="3560" y="714"/>
                    <a:pt x="3585" y="664"/>
                  </a:cubicBezTo>
                  <a:cubicBezTo>
                    <a:pt x="3384" y="364"/>
                    <a:pt x="3159" y="138"/>
                    <a:pt x="2808" y="38"/>
                  </a:cubicBezTo>
                  <a:cubicBezTo>
                    <a:pt x="2728" y="13"/>
                    <a:pt x="2644" y="1"/>
                    <a:pt x="2562"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3" name="Google Shape;5783;p55"/>
            <p:cNvSpPr/>
            <p:nvPr/>
          </p:nvSpPr>
          <p:spPr>
            <a:xfrm>
              <a:off x="8086604" y="3385264"/>
              <a:ext cx="38251" cy="17353"/>
            </a:xfrm>
            <a:custGeom>
              <a:rect b="b" l="l" r="r" t="t"/>
              <a:pathLst>
                <a:path extrusionOk="0" h="333" w="734">
                  <a:moveTo>
                    <a:pt x="138" y="0"/>
                  </a:moveTo>
                  <a:cubicBezTo>
                    <a:pt x="109" y="0"/>
                    <a:pt x="79" y="2"/>
                    <a:pt x="51" y="5"/>
                  </a:cubicBezTo>
                  <a:cubicBezTo>
                    <a:pt x="1" y="5"/>
                    <a:pt x="1" y="55"/>
                    <a:pt x="1" y="80"/>
                  </a:cubicBezTo>
                  <a:cubicBezTo>
                    <a:pt x="1" y="117"/>
                    <a:pt x="28" y="140"/>
                    <a:pt x="52" y="140"/>
                  </a:cubicBezTo>
                  <a:cubicBezTo>
                    <a:pt x="61" y="140"/>
                    <a:pt x="69" y="137"/>
                    <a:pt x="76" y="130"/>
                  </a:cubicBezTo>
                  <a:cubicBezTo>
                    <a:pt x="102" y="127"/>
                    <a:pt x="127" y="125"/>
                    <a:pt x="152" y="125"/>
                  </a:cubicBezTo>
                  <a:cubicBezTo>
                    <a:pt x="321" y="125"/>
                    <a:pt x="468" y="197"/>
                    <a:pt x="577" y="306"/>
                  </a:cubicBezTo>
                  <a:cubicBezTo>
                    <a:pt x="596" y="325"/>
                    <a:pt x="616" y="332"/>
                    <a:pt x="635" y="332"/>
                  </a:cubicBezTo>
                  <a:cubicBezTo>
                    <a:pt x="691" y="332"/>
                    <a:pt x="734" y="262"/>
                    <a:pt x="677" y="205"/>
                  </a:cubicBezTo>
                  <a:cubicBezTo>
                    <a:pt x="546" y="74"/>
                    <a:pt x="338" y="0"/>
                    <a:pt x="138"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4" name="Google Shape;5784;p55"/>
            <p:cNvSpPr/>
            <p:nvPr/>
          </p:nvSpPr>
          <p:spPr>
            <a:xfrm>
              <a:off x="8125791" y="3399855"/>
              <a:ext cx="10527" cy="7921"/>
            </a:xfrm>
            <a:custGeom>
              <a:rect b="b" l="l" r="r" t="t"/>
              <a:pathLst>
                <a:path extrusionOk="0" h="152" w="202">
                  <a:moveTo>
                    <a:pt x="101" y="1"/>
                  </a:moveTo>
                  <a:cubicBezTo>
                    <a:pt x="1" y="1"/>
                    <a:pt x="1" y="151"/>
                    <a:pt x="101" y="151"/>
                  </a:cubicBezTo>
                  <a:cubicBezTo>
                    <a:pt x="201" y="151"/>
                    <a:pt x="201" y="1"/>
                    <a:pt x="101"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5" name="Google Shape;5785;p55"/>
            <p:cNvSpPr/>
            <p:nvPr/>
          </p:nvSpPr>
          <p:spPr>
            <a:xfrm>
              <a:off x="8167585" y="3379479"/>
              <a:ext cx="30121" cy="16051"/>
            </a:xfrm>
            <a:custGeom>
              <a:rect b="b" l="l" r="r" t="t"/>
              <a:pathLst>
                <a:path extrusionOk="0" h="308" w="578">
                  <a:moveTo>
                    <a:pt x="390" y="0"/>
                  </a:moveTo>
                  <a:cubicBezTo>
                    <a:pt x="247" y="0"/>
                    <a:pt x="105" y="72"/>
                    <a:pt x="26" y="191"/>
                  </a:cubicBezTo>
                  <a:cubicBezTo>
                    <a:pt x="1" y="241"/>
                    <a:pt x="26" y="291"/>
                    <a:pt x="51" y="291"/>
                  </a:cubicBezTo>
                  <a:cubicBezTo>
                    <a:pt x="61" y="302"/>
                    <a:pt x="76" y="308"/>
                    <a:pt x="91" y="308"/>
                  </a:cubicBezTo>
                  <a:cubicBezTo>
                    <a:pt x="113" y="308"/>
                    <a:pt x="136" y="296"/>
                    <a:pt x="151" y="266"/>
                  </a:cubicBezTo>
                  <a:cubicBezTo>
                    <a:pt x="176" y="241"/>
                    <a:pt x="176" y="241"/>
                    <a:pt x="176" y="241"/>
                  </a:cubicBezTo>
                  <a:cubicBezTo>
                    <a:pt x="176" y="241"/>
                    <a:pt x="176" y="216"/>
                    <a:pt x="201" y="216"/>
                  </a:cubicBezTo>
                  <a:cubicBezTo>
                    <a:pt x="226" y="191"/>
                    <a:pt x="226" y="191"/>
                    <a:pt x="251" y="191"/>
                  </a:cubicBezTo>
                  <a:cubicBezTo>
                    <a:pt x="251" y="191"/>
                    <a:pt x="251" y="166"/>
                    <a:pt x="276" y="166"/>
                  </a:cubicBezTo>
                  <a:lnTo>
                    <a:pt x="326" y="166"/>
                  </a:lnTo>
                  <a:cubicBezTo>
                    <a:pt x="326" y="166"/>
                    <a:pt x="351" y="141"/>
                    <a:pt x="351" y="141"/>
                  </a:cubicBezTo>
                  <a:lnTo>
                    <a:pt x="427" y="141"/>
                  </a:lnTo>
                  <a:cubicBezTo>
                    <a:pt x="427" y="141"/>
                    <a:pt x="452" y="166"/>
                    <a:pt x="477" y="166"/>
                  </a:cubicBezTo>
                  <a:cubicBezTo>
                    <a:pt x="502" y="166"/>
                    <a:pt x="552" y="141"/>
                    <a:pt x="552" y="116"/>
                  </a:cubicBezTo>
                  <a:cubicBezTo>
                    <a:pt x="577" y="66"/>
                    <a:pt x="552" y="41"/>
                    <a:pt x="502" y="16"/>
                  </a:cubicBezTo>
                  <a:cubicBezTo>
                    <a:pt x="465" y="5"/>
                    <a:pt x="428" y="0"/>
                    <a:pt x="390"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6" name="Google Shape;5786;p55"/>
            <p:cNvSpPr/>
            <p:nvPr/>
          </p:nvSpPr>
          <p:spPr>
            <a:xfrm>
              <a:off x="5253775" y="2504584"/>
              <a:ext cx="185521" cy="42472"/>
            </a:xfrm>
            <a:custGeom>
              <a:rect b="b" l="l" r="r" t="t"/>
              <a:pathLst>
                <a:path extrusionOk="0" h="815" w="3560">
                  <a:moveTo>
                    <a:pt x="1024" y="1"/>
                  </a:moveTo>
                  <a:cubicBezTo>
                    <a:pt x="941" y="1"/>
                    <a:pt x="858" y="13"/>
                    <a:pt x="777" y="38"/>
                  </a:cubicBezTo>
                  <a:cubicBezTo>
                    <a:pt x="427" y="138"/>
                    <a:pt x="201" y="364"/>
                    <a:pt x="1" y="664"/>
                  </a:cubicBezTo>
                  <a:cubicBezTo>
                    <a:pt x="26" y="714"/>
                    <a:pt x="51" y="765"/>
                    <a:pt x="76" y="815"/>
                  </a:cubicBezTo>
                  <a:cubicBezTo>
                    <a:pt x="226" y="539"/>
                    <a:pt x="427" y="338"/>
                    <a:pt x="702" y="213"/>
                  </a:cubicBezTo>
                  <a:cubicBezTo>
                    <a:pt x="810" y="173"/>
                    <a:pt x="924" y="147"/>
                    <a:pt x="1038" y="147"/>
                  </a:cubicBezTo>
                  <a:cubicBezTo>
                    <a:pt x="1137" y="147"/>
                    <a:pt x="1236" y="167"/>
                    <a:pt x="1329" y="213"/>
                  </a:cubicBezTo>
                  <a:cubicBezTo>
                    <a:pt x="1504" y="288"/>
                    <a:pt x="1655" y="464"/>
                    <a:pt x="1655" y="664"/>
                  </a:cubicBezTo>
                  <a:cubicBezTo>
                    <a:pt x="1655" y="718"/>
                    <a:pt x="1694" y="760"/>
                    <a:pt x="1734" y="760"/>
                  </a:cubicBezTo>
                  <a:cubicBezTo>
                    <a:pt x="1750" y="760"/>
                    <a:pt x="1766" y="753"/>
                    <a:pt x="1780" y="739"/>
                  </a:cubicBezTo>
                  <a:cubicBezTo>
                    <a:pt x="2006" y="464"/>
                    <a:pt x="2306" y="313"/>
                    <a:pt x="2657" y="313"/>
                  </a:cubicBezTo>
                  <a:cubicBezTo>
                    <a:pt x="2983" y="313"/>
                    <a:pt x="3284" y="464"/>
                    <a:pt x="3484" y="714"/>
                  </a:cubicBezTo>
                  <a:cubicBezTo>
                    <a:pt x="3484" y="739"/>
                    <a:pt x="3484" y="739"/>
                    <a:pt x="3484" y="739"/>
                  </a:cubicBezTo>
                  <a:cubicBezTo>
                    <a:pt x="3509" y="689"/>
                    <a:pt x="3559" y="639"/>
                    <a:pt x="3559" y="589"/>
                  </a:cubicBezTo>
                  <a:cubicBezTo>
                    <a:pt x="3359" y="364"/>
                    <a:pt x="3058" y="188"/>
                    <a:pt x="2732" y="163"/>
                  </a:cubicBezTo>
                  <a:cubicBezTo>
                    <a:pt x="2707" y="161"/>
                    <a:pt x="2681" y="160"/>
                    <a:pt x="2656" y="160"/>
                  </a:cubicBezTo>
                  <a:cubicBezTo>
                    <a:pt x="2331" y="160"/>
                    <a:pt x="2012" y="305"/>
                    <a:pt x="1780" y="514"/>
                  </a:cubicBezTo>
                  <a:cubicBezTo>
                    <a:pt x="1680" y="193"/>
                    <a:pt x="1355" y="1"/>
                    <a:pt x="1024"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7" name="Google Shape;5787;p55"/>
            <p:cNvSpPr/>
            <p:nvPr/>
          </p:nvSpPr>
          <p:spPr>
            <a:xfrm>
              <a:off x="5363157" y="2530535"/>
              <a:ext cx="38251" cy="17927"/>
            </a:xfrm>
            <a:custGeom>
              <a:rect b="b" l="l" r="r" t="t"/>
              <a:pathLst>
                <a:path extrusionOk="0" h="344" w="734">
                  <a:moveTo>
                    <a:pt x="543" y="1"/>
                  </a:moveTo>
                  <a:cubicBezTo>
                    <a:pt x="360" y="1"/>
                    <a:pt x="177" y="77"/>
                    <a:pt x="57" y="216"/>
                  </a:cubicBezTo>
                  <a:cubicBezTo>
                    <a:pt x="1" y="273"/>
                    <a:pt x="43" y="343"/>
                    <a:pt x="99" y="343"/>
                  </a:cubicBezTo>
                  <a:cubicBezTo>
                    <a:pt x="118" y="343"/>
                    <a:pt x="138" y="335"/>
                    <a:pt x="157" y="317"/>
                  </a:cubicBezTo>
                  <a:cubicBezTo>
                    <a:pt x="266" y="208"/>
                    <a:pt x="413" y="136"/>
                    <a:pt x="582" y="136"/>
                  </a:cubicBezTo>
                  <a:cubicBezTo>
                    <a:pt x="607" y="136"/>
                    <a:pt x="633" y="138"/>
                    <a:pt x="658" y="141"/>
                  </a:cubicBezTo>
                  <a:cubicBezTo>
                    <a:pt x="665" y="148"/>
                    <a:pt x="674" y="151"/>
                    <a:pt x="683" y="151"/>
                  </a:cubicBezTo>
                  <a:cubicBezTo>
                    <a:pt x="707" y="151"/>
                    <a:pt x="734" y="128"/>
                    <a:pt x="734" y="91"/>
                  </a:cubicBezTo>
                  <a:cubicBezTo>
                    <a:pt x="734" y="66"/>
                    <a:pt x="734" y="16"/>
                    <a:pt x="683" y="16"/>
                  </a:cubicBezTo>
                  <a:cubicBezTo>
                    <a:pt x="637" y="6"/>
                    <a:pt x="590" y="1"/>
                    <a:pt x="543"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8" name="Google Shape;5788;p55"/>
            <p:cNvSpPr/>
            <p:nvPr/>
          </p:nvSpPr>
          <p:spPr>
            <a:xfrm>
              <a:off x="5351745" y="2545699"/>
              <a:ext cx="10475" cy="7869"/>
            </a:xfrm>
            <a:custGeom>
              <a:rect b="b" l="l" r="r" t="t"/>
              <a:pathLst>
                <a:path extrusionOk="0" h="151" w="201">
                  <a:moveTo>
                    <a:pt x="100" y="1"/>
                  </a:moveTo>
                  <a:cubicBezTo>
                    <a:pt x="0" y="1"/>
                    <a:pt x="0" y="151"/>
                    <a:pt x="100" y="151"/>
                  </a:cubicBezTo>
                  <a:cubicBezTo>
                    <a:pt x="201" y="151"/>
                    <a:pt x="201" y="1"/>
                    <a:pt x="100" y="1"/>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9" name="Google Shape;5789;p55"/>
            <p:cNvSpPr/>
            <p:nvPr/>
          </p:nvSpPr>
          <p:spPr>
            <a:xfrm>
              <a:off x="5290358" y="2525324"/>
              <a:ext cx="30069" cy="15738"/>
            </a:xfrm>
            <a:custGeom>
              <a:rect b="b" l="l" r="r" t="t"/>
              <a:pathLst>
                <a:path extrusionOk="0" h="302" w="577">
                  <a:moveTo>
                    <a:pt x="187" y="0"/>
                  </a:moveTo>
                  <a:cubicBezTo>
                    <a:pt x="150" y="0"/>
                    <a:pt x="112" y="5"/>
                    <a:pt x="75" y="16"/>
                  </a:cubicBezTo>
                  <a:cubicBezTo>
                    <a:pt x="25" y="41"/>
                    <a:pt x="0" y="66"/>
                    <a:pt x="25" y="116"/>
                  </a:cubicBezTo>
                  <a:cubicBezTo>
                    <a:pt x="25" y="141"/>
                    <a:pt x="75" y="166"/>
                    <a:pt x="101" y="166"/>
                  </a:cubicBezTo>
                  <a:cubicBezTo>
                    <a:pt x="126" y="166"/>
                    <a:pt x="151" y="141"/>
                    <a:pt x="151" y="141"/>
                  </a:cubicBezTo>
                  <a:lnTo>
                    <a:pt x="251" y="141"/>
                  </a:lnTo>
                  <a:cubicBezTo>
                    <a:pt x="251" y="166"/>
                    <a:pt x="276" y="166"/>
                    <a:pt x="301" y="166"/>
                  </a:cubicBezTo>
                  <a:lnTo>
                    <a:pt x="326" y="166"/>
                  </a:lnTo>
                  <a:cubicBezTo>
                    <a:pt x="326" y="166"/>
                    <a:pt x="326" y="166"/>
                    <a:pt x="326" y="191"/>
                  </a:cubicBezTo>
                  <a:cubicBezTo>
                    <a:pt x="351" y="191"/>
                    <a:pt x="351" y="191"/>
                    <a:pt x="376" y="216"/>
                  </a:cubicBezTo>
                  <a:cubicBezTo>
                    <a:pt x="401" y="216"/>
                    <a:pt x="401" y="241"/>
                    <a:pt x="401" y="241"/>
                  </a:cubicBezTo>
                  <a:cubicBezTo>
                    <a:pt x="401" y="241"/>
                    <a:pt x="426" y="241"/>
                    <a:pt x="426" y="266"/>
                  </a:cubicBezTo>
                  <a:cubicBezTo>
                    <a:pt x="444" y="284"/>
                    <a:pt x="474" y="302"/>
                    <a:pt x="499" y="302"/>
                  </a:cubicBezTo>
                  <a:cubicBezTo>
                    <a:pt x="510" y="302"/>
                    <a:pt x="519" y="299"/>
                    <a:pt x="527" y="291"/>
                  </a:cubicBezTo>
                  <a:cubicBezTo>
                    <a:pt x="552" y="266"/>
                    <a:pt x="577" y="241"/>
                    <a:pt x="552" y="191"/>
                  </a:cubicBezTo>
                  <a:cubicBezTo>
                    <a:pt x="472" y="72"/>
                    <a:pt x="330" y="0"/>
                    <a:pt x="187" y="0"/>
                  </a:cubicBezTo>
                  <a:close/>
                </a:path>
              </a:pathLst>
            </a:custGeom>
            <a:solidFill>
              <a:srgbClr val="212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0" name="Google Shape;5790;p55"/>
            <p:cNvSpPr/>
            <p:nvPr/>
          </p:nvSpPr>
          <p:spPr>
            <a:xfrm>
              <a:off x="5939676" y="4298383"/>
              <a:ext cx="1690921" cy="236683"/>
            </a:xfrm>
            <a:prstGeom prst="rect">
              <a:avLst/>
            </a:prstGeom>
          </p:spPr>
          <p:txBody>
            <a:bodyPr>
              <a:prstTxWarp prst="textPlain"/>
            </a:bodyPr>
            <a:lstStyle/>
            <a:p>
              <a:pPr lvl="0" algn="ctr"/>
              <a:r>
                <a:rPr b="0" i="0">
                  <a:ln>
                    <a:noFill/>
                  </a:ln>
                  <a:solidFill>
                    <a:schemeClr val="accent4"/>
                  </a:solidFill>
                  <a:latin typeface="Oswald"/>
                </a:rPr>
                <a:t>STOP BULLYING</a:t>
              </a:r>
            </a:p>
          </p:txBody>
        </p:sp>
      </p:grpSp>
      <p:grpSp>
        <p:nvGrpSpPr>
          <p:cNvPr id="5791" name="Google Shape;5791;p55"/>
          <p:cNvGrpSpPr/>
          <p:nvPr/>
        </p:nvGrpSpPr>
        <p:grpSpPr>
          <a:xfrm>
            <a:off x="822624" y="1517398"/>
            <a:ext cx="409349" cy="408898"/>
            <a:chOff x="3303268" y="3817349"/>
            <a:chExt cx="346056" cy="345674"/>
          </a:xfrm>
        </p:grpSpPr>
        <p:sp>
          <p:nvSpPr>
            <p:cNvPr id="5792" name="Google Shape;5792;p55"/>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3" name="Google Shape;5793;p55"/>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4" name="Google Shape;5794;p55"/>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5" name="Google Shape;5795;p55"/>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96" name="Google Shape;5796;p55"/>
          <p:cNvGrpSpPr/>
          <p:nvPr/>
        </p:nvGrpSpPr>
        <p:grpSpPr>
          <a:xfrm>
            <a:off x="1353852" y="1517398"/>
            <a:ext cx="409349" cy="408898"/>
            <a:chOff x="3752358" y="3817349"/>
            <a:chExt cx="346056" cy="345674"/>
          </a:xfrm>
        </p:grpSpPr>
        <p:sp>
          <p:nvSpPr>
            <p:cNvPr id="5797" name="Google Shape;5797;p55"/>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8" name="Google Shape;5798;p55"/>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9" name="Google Shape;5799;p55"/>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0" name="Google Shape;5800;p55"/>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1" name="Google Shape;5801;p55"/>
          <p:cNvGrpSpPr/>
          <p:nvPr/>
        </p:nvGrpSpPr>
        <p:grpSpPr>
          <a:xfrm>
            <a:off x="1885080" y="1517398"/>
            <a:ext cx="409312" cy="408898"/>
            <a:chOff x="4201447" y="3817349"/>
            <a:chExt cx="346024" cy="345674"/>
          </a:xfrm>
        </p:grpSpPr>
        <p:sp>
          <p:nvSpPr>
            <p:cNvPr id="5802" name="Google Shape;5802;p55"/>
            <p:cNvSpPr/>
            <p:nvPr/>
          </p:nvSpPr>
          <p:spPr>
            <a:xfrm>
              <a:off x="4201447" y="3817349"/>
              <a:ext cx="346024" cy="345674"/>
            </a:xfrm>
            <a:custGeom>
              <a:rect b="b" l="l" r="r" t="t"/>
              <a:pathLst>
                <a:path extrusionOk="0" h="10860" w="10871">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3" name="Google Shape;5803;p55"/>
            <p:cNvSpPr/>
            <p:nvPr/>
          </p:nvSpPr>
          <p:spPr>
            <a:xfrm>
              <a:off x="4271569" y="3904531"/>
              <a:ext cx="227394" cy="185728"/>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4" name="Google Shape;5804;p55"/>
          <p:cNvGrpSpPr/>
          <p:nvPr/>
        </p:nvGrpSpPr>
        <p:grpSpPr>
          <a:xfrm>
            <a:off x="2416261" y="1517396"/>
            <a:ext cx="409349" cy="408898"/>
            <a:chOff x="2238181" y="4120624"/>
            <a:chExt cx="346056" cy="345674"/>
          </a:xfrm>
        </p:grpSpPr>
        <p:grpSp>
          <p:nvGrpSpPr>
            <p:cNvPr id="5805" name="Google Shape;5805;p55"/>
            <p:cNvGrpSpPr/>
            <p:nvPr/>
          </p:nvGrpSpPr>
          <p:grpSpPr>
            <a:xfrm>
              <a:off x="2309155" y="4177413"/>
              <a:ext cx="203862" cy="231903"/>
              <a:chOff x="1512725" y="258500"/>
              <a:chExt cx="4570900" cy="5199625"/>
            </a:xfrm>
          </p:grpSpPr>
          <p:sp>
            <p:nvSpPr>
              <p:cNvPr id="5806" name="Google Shape;5806;p55"/>
              <p:cNvSpPr/>
              <p:nvPr/>
            </p:nvSpPr>
            <p:spPr>
              <a:xfrm>
                <a:off x="1512725" y="2700900"/>
                <a:ext cx="2654475" cy="2757225"/>
              </a:xfrm>
              <a:custGeom>
                <a:rect b="b" l="l" r="r" t="t"/>
                <a:pathLst>
                  <a:path extrusionOk="0" h="110289" w="106179">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7" name="Google Shape;5807;p55"/>
              <p:cNvSpPr/>
              <p:nvPr/>
            </p:nvSpPr>
            <p:spPr>
              <a:xfrm>
                <a:off x="2323325" y="258500"/>
                <a:ext cx="3760300" cy="4390225"/>
              </a:xfrm>
              <a:custGeom>
                <a:rect b="b" l="l" r="r" t="t"/>
                <a:pathLst>
                  <a:path extrusionOk="0" h="175609" w="150412">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08" name="Google Shape;5808;p55"/>
            <p:cNvSpPr/>
            <p:nvPr/>
          </p:nvSpPr>
          <p:spPr>
            <a:xfrm>
              <a:off x="2238181" y="4120624"/>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809" name="Google Shape;5809;p55"/>
          <p:cNvPicPr preferRelativeResize="0"/>
          <p:nvPr/>
        </p:nvPicPr>
        <p:blipFill rotWithShape="1">
          <a:blip r:embed="rId3">
            <a:alphaModFix/>
          </a:blip>
          <a:srcRect b="0" l="0" r="0" t="0"/>
          <a:stretch/>
        </p:blipFill>
        <p:spPr>
          <a:xfrm>
            <a:off x="578080" y="2650176"/>
            <a:ext cx="3659866" cy="199566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rnational Day against Bullying at School including Cyberbullying by Slidesgo">
  <a:themeElements>
    <a:clrScheme name="Simple Light">
      <a:dk1>
        <a:srgbClr val="454570"/>
      </a:dk1>
      <a:lt1>
        <a:srgbClr val="B6EAFF"/>
      </a:lt1>
      <a:dk2>
        <a:srgbClr val="D36C9D"/>
      </a:dk2>
      <a:lt2>
        <a:srgbClr val="19234F"/>
      </a:lt2>
      <a:accent1>
        <a:srgbClr val="FFA6B5"/>
      </a:accent1>
      <a:accent2>
        <a:srgbClr val="B28AFF"/>
      </a:accent2>
      <a:accent3>
        <a:srgbClr val="7575BC"/>
      </a:accent3>
      <a:accent4>
        <a:srgbClr val="FFFFFF"/>
      </a:accent4>
      <a:accent5>
        <a:srgbClr val="FFFFFF"/>
      </a:accent5>
      <a:accent6>
        <a:srgbClr val="FFFFFF"/>
      </a:accent6>
      <a:hlink>
        <a:srgbClr val="1923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